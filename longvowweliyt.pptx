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8" r:id="rId4"/>
    <p:sldId id="259" r:id="rId5"/>
    <p:sldId id="263" r:id="rId6"/>
    <p:sldId id="257" r:id="rId7"/>
    <p:sldId id="261" r:id="rId8"/>
    <p:sldId id="262" r:id="rId9"/>
    <p:sldId id="269" r:id="rId10"/>
    <p:sldId id="267" r:id="rId11"/>
    <p:sldId id="268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353"/>
    <a:srgbClr val="EFA159"/>
    <a:srgbClr val="FF3333"/>
    <a:srgbClr val="EAB575"/>
    <a:srgbClr val="ED7D31"/>
    <a:srgbClr val="A9D18E"/>
    <a:srgbClr val="B1722D"/>
    <a:srgbClr val="AFABAB"/>
    <a:srgbClr val="CE8B3F"/>
    <a:srgbClr val="7E57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5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3AE4-A7C1-4219-B6E3-4D9FDF3A5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A7C54-21AD-4584-A111-50A0B8FD9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25C3A-24D6-46C2-AF24-3EB1A13C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EDF3C-01B1-4A8A-A9C9-053A024CE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48490-5937-4DD2-A25F-9960AC02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2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4EDE-E8E9-4823-8591-2AF815541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9ABA-0707-46C2-8FD1-80BBFAC03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8D55E-AC43-4BA1-BD1D-25D51478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31DDC-25D1-4AD2-93FC-E575BB88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C1FE8-253B-417E-8519-EE6258C74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28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99282-59D3-46C9-BA14-976A3611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F3487-46BF-4582-AB32-A7B52D44B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F4D4A-F1E8-4BCA-B5C3-DA5EDB1E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F0546-C27F-4A63-ABC1-04938109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8AA95-A20C-4051-8CCE-B3BEE1F6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9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44F1C-814D-4FD4-BDAD-41FF0F32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F3100-1CCA-4A8B-918C-140B1CEF6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2BDE7-D36B-41E9-876B-C2C6D9B42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739F2-E7E3-4E6A-8834-E3BA57A2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85C15-F685-4EBD-BC93-1FD41AC7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18E0A-ECB5-41E5-8B97-92D0E63C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2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E9AA-000B-4B7E-9497-3FA94030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DC2FB-9FD7-4943-BA64-0A89B0F77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CCE27-CCD3-4E6F-BAE9-A27689F70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DF5D1-B587-4597-A615-304913634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6639BC-F18E-47D6-90F1-62899B147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709FCA-E285-4BA6-B6E1-9DDD54417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BF2445-90F5-4B5A-A6A8-6F21EE0FE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C3A0E8-C3B4-420B-AC7B-4F0F4CD94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81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BA98-ED8E-41D7-8DAE-594B5A70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58282-D5EE-451C-B9A3-E0F95090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5AF35-5A6E-4B1F-A368-59638463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97373-E1D6-4DEA-AC7F-22C44D62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78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62B56-2A4E-4B2A-98FA-B2DCA770E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3DB106-4D1A-4E5D-941D-466FAD066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E49EC-F9A6-4029-90ED-26280A0B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F340-AE88-4F94-B2EB-866876A7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F78EE-1100-4812-A9B4-E73693BB7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1A110-1DB2-4060-BE0A-9DCFD0DBC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ACBF9-AB0C-4769-9989-A8C350A0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00511-3B4D-4972-9510-58EF9857A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D62A5-AEBC-4521-BA81-A80CBCC4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4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9782-EC4D-4CB2-AC15-1A14E2D16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0C41A0-C4A4-42D5-8E45-D113FDC26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378DD-AB06-4941-ADD2-2A9057B83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08944-8322-4B47-B33A-898BAB66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6C1AB-B807-4E22-9933-A91FAA34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1B3B5-0C98-46F8-83CF-AD33D699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3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7B04-929D-4592-BC8C-C41EB7A3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0EA8A-9086-49A8-9B14-EACDFD74F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B2EBC-943D-4401-9702-6374A681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8A963-487C-4607-9C79-450BC4F32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384D1-04AF-4A6F-81BC-8B688AF4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57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BEF89-8CCA-4F3C-9764-18AA23EB1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B3BBA-E775-4B2E-85CF-B4A29CE91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6C5BE-5F48-4BF6-8881-D4E9E2D6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328F0-E014-407D-A458-1DCF1830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24056-EEF2-4550-88E9-5FF4FAAF6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0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C50E9-C151-4BBF-960F-747E312C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69659-5534-49C3-95CE-24C1B64D4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391B5-A0DA-4601-B2B5-A460AFEC1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63719-B508-49D1-8E00-BF5E3A86B3D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9E0A9-A973-4575-B254-88F04C445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76E6F-F2A3-4E96-9CD6-12ED35391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0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image" Target="../media/image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slideLayout" Target="../slideLayouts/slideLayout7.xml"/><Relationship Id="rId5" Type="http://schemas.microsoft.com/office/2007/relationships/media" Target="../media/media3.mp3"/><Relationship Id="rId10" Type="http://schemas.openxmlformats.org/officeDocument/2006/relationships/audio" Target="../media/media5.mp3"/><Relationship Id="rId4" Type="http://schemas.openxmlformats.org/officeDocument/2006/relationships/audio" Target="../media/media2.mp3"/><Relationship Id="rId9" Type="http://schemas.microsoft.com/office/2007/relationships/media" Target="../media/media5.mp3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audio" Target="../media/media7.mp3"/><Relationship Id="rId5" Type="http://schemas.microsoft.com/office/2007/relationships/media" Target="../media/media7.mp3"/><Relationship Id="rId4" Type="http://schemas.openxmlformats.org/officeDocument/2006/relationships/audio" Target="../media/media2.mp3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audio" Target="../media/media9.mp3"/><Relationship Id="rId5" Type="http://schemas.microsoft.com/office/2007/relationships/media" Target="../media/media9.mp3"/><Relationship Id="rId4" Type="http://schemas.openxmlformats.org/officeDocument/2006/relationships/audio" Target="../media/media2.mp3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audio" Target="../media/media11.mp3"/><Relationship Id="rId5" Type="http://schemas.microsoft.com/office/2007/relationships/media" Target="../media/media11.mp3"/><Relationship Id="rId4" Type="http://schemas.openxmlformats.org/officeDocument/2006/relationships/audio" Target="../media/media2.mp3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audio" Target="../media/media13.mp3"/><Relationship Id="rId5" Type="http://schemas.microsoft.com/office/2007/relationships/media" Target="../media/media13.mp3"/><Relationship Id="rId4" Type="http://schemas.openxmlformats.org/officeDocument/2006/relationships/audio" Target="../media/media2.mp3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audio" Target="../media/media15.mp3"/><Relationship Id="rId5" Type="http://schemas.microsoft.com/office/2007/relationships/media" Target="../media/media15.mp3"/><Relationship Id="rId4" Type="http://schemas.openxmlformats.org/officeDocument/2006/relationships/audio" Target="../media/media2.mp3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6" Type="http://schemas.openxmlformats.org/officeDocument/2006/relationships/audio" Target="../media/media17.mp3"/><Relationship Id="rId5" Type="http://schemas.microsoft.com/office/2007/relationships/media" Target="../media/media17.mp3"/><Relationship Id="rId4" Type="http://schemas.openxmlformats.org/officeDocument/2006/relationships/audio" Target="../media/media2.mp3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6" Type="http://schemas.openxmlformats.org/officeDocument/2006/relationships/audio" Target="../media/media19.mp3"/><Relationship Id="rId5" Type="http://schemas.microsoft.com/office/2007/relationships/media" Target="../media/media19.mp3"/><Relationship Id="rId4" Type="http://schemas.openxmlformats.org/officeDocument/2006/relationships/audio" Target="../media/media2.mp3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image" Target="../media/image1.png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6" Type="http://schemas.openxmlformats.org/officeDocument/2006/relationships/audio" Target="../media/media21.mp3"/><Relationship Id="rId11" Type="http://schemas.openxmlformats.org/officeDocument/2006/relationships/slideLayout" Target="../slideLayouts/slideLayout7.xml"/><Relationship Id="rId5" Type="http://schemas.microsoft.com/office/2007/relationships/media" Target="../media/media21.mp3"/><Relationship Id="rId10" Type="http://schemas.openxmlformats.org/officeDocument/2006/relationships/audio" Target="../media/media22.mp3"/><Relationship Id="rId4" Type="http://schemas.openxmlformats.org/officeDocument/2006/relationships/audio" Target="../media/media2.mp3"/><Relationship Id="rId9" Type="http://schemas.microsoft.com/office/2007/relationships/media" Target="../media/media22.mp3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6385857" y="220273"/>
            <a:ext cx="5459119" cy="6412505"/>
            <a:chOff x="5022123" y="197845"/>
            <a:chExt cx="6293445" cy="739253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5022124" y="222622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</a:rPr>
                <a:t>i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8249755" y="197845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8CBAD"/>
                  </a:solidFill>
                </a:rPr>
                <a:t>i</a:t>
              </a:r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-</a:t>
              </a:r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8CBAD"/>
                  </a:solidFill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5022123" y="2144557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</a:rPr>
                <a:t>ie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5" y="213977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</a:rPr>
                <a:t>igh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2166" y="406442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rPr>
                <a:t>ye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5023703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</a:rPr>
                <a:t>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5029709" y="5986871"/>
              <a:ext cx="3058225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chemeClr val="bg2">
                      <a:lumMod val="75000"/>
                    </a:schemeClr>
                  </a:solidFill>
                </a:rPr>
                <a:t>y-e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8249755" y="5984294"/>
              <a:ext cx="3058224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8A3CC4"/>
                </a:solidFill>
              </a:endParaRP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62C0FD5-1727-4649-AE3D-09A35C58C169}"/>
              </a:ext>
            </a:extLst>
          </p:cNvPr>
          <p:cNvGrpSpPr/>
          <p:nvPr/>
        </p:nvGrpSpPr>
        <p:grpSpPr>
          <a:xfrm flipH="1">
            <a:off x="353607" y="456644"/>
            <a:ext cx="5081023" cy="6173898"/>
            <a:chOff x="5326077" y="1827206"/>
            <a:chExt cx="3607219" cy="4383093"/>
          </a:xfrm>
        </p:grpSpPr>
        <p:sp>
          <p:nvSpPr>
            <p:cNvPr id="98" name="Oval 5">
              <a:extLst>
                <a:ext uri="{FF2B5EF4-FFF2-40B4-BE49-F238E27FC236}">
                  <a16:creationId xmlns:a16="http://schemas.microsoft.com/office/drawing/2014/main" id="{E0BAFE07-22B2-4C45-A08C-9323C66C1F46}"/>
                </a:ext>
              </a:extLst>
            </p:cNvPr>
            <p:cNvSpPr/>
            <p:nvPr/>
          </p:nvSpPr>
          <p:spPr>
            <a:xfrm rot="2040070" flipH="1">
              <a:off x="6342725" y="2000931"/>
              <a:ext cx="650794" cy="906074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Oval 5">
              <a:extLst>
                <a:ext uri="{FF2B5EF4-FFF2-40B4-BE49-F238E27FC236}">
                  <a16:creationId xmlns:a16="http://schemas.microsoft.com/office/drawing/2014/main" id="{2AE7930F-9A19-4214-AF24-5B7F5965A02A}"/>
                </a:ext>
              </a:extLst>
            </p:cNvPr>
            <p:cNvSpPr/>
            <p:nvPr/>
          </p:nvSpPr>
          <p:spPr>
            <a:xfrm rot="2040070" flipH="1">
              <a:off x="6410148" y="2110303"/>
              <a:ext cx="515948" cy="718333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Arc 99">
              <a:extLst>
                <a:ext uri="{FF2B5EF4-FFF2-40B4-BE49-F238E27FC236}">
                  <a16:creationId xmlns:a16="http://schemas.microsoft.com/office/drawing/2014/main" id="{5DC0DC44-394D-45F2-BB7E-5CC606509E36}"/>
                </a:ext>
              </a:extLst>
            </p:cNvPr>
            <p:cNvSpPr/>
            <p:nvPr/>
          </p:nvSpPr>
          <p:spPr>
            <a:xfrm rot="1036537" flipH="1">
              <a:off x="6567544" y="2164126"/>
              <a:ext cx="368489" cy="875676"/>
            </a:xfrm>
            <a:prstGeom prst="arc">
              <a:avLst>
                <a:gd name="adj1" fmla="val 16200000"/>
                <a:gd name="adj2" fmla="val 299832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35">
              <a:extLst>
                <a:ext uri="{FF2B5EF4-FFF2-40B4-BE49-F238E27FC236}">
                  <a16:creationId xmlns:a16="http://schemas.microsoft.com/office/drawing/2014/main" id="{0C1AFD12-5753-4581-8432-3B7692B45499}"/>
                </a:ext>
              </a:extLst>
            </p:cNvPr>
            <p:cNvSpPr/>
            <p:nvPr/>
          </p:nvSpPr>
          <p:spPr>
            <a:xfrm rot="3817919">
              <a:off x="5851978" y="4206127"/>
              <a:ext cx="112223" cy="716059"/>
            </a:xfrm>
            <a:custGeom>
              <a:avLst/>
              <a:gdLst>
                <a:gd name="connsiteX0" fmla="*/ 0 w 45719"/>
                <a:gd name="connsiteY0" fmla="*/ 0 h 605128"/>
                <a:gd name="connsiteX1" fmla="*/ 45719 w 45719"/>
                <a:gd name="connsiteY1" fmla="*/ 0 h 605128"/>
                <a:gd name="connsiteX2" fmla="*/ 45719 w 45719"/>
                <a:gd name="connsiteY2" fmla="*/ 605128 h 605128"/>
                <a:gd name="connsiteX3" fmla="*/ 0 w 45719"/>
                <a:gd name="connsiteY3" fmla="*/ 605128 h 605128"/>
                <a:gd name="connsiteX4" fmla="*/ 0 w 45719"/>
                <a:gd name="connsiteY4" fmla="*/ 0 h 605128"/>
                <a:gd name="connsiteX0" fmla="*/ 0 w 91583"/>
                <a:gd name="connsiteY0" fmla="*/ 0 h 605128"/>
                <a:gd name="connsiteX1" fmla="*/ 45719 w 91583"/>
                <a:gd name="connsiteY1" fmla="*/ 0 h 605128"/>
                <a:gd name="connsiteX2" fmla="*/ 45719 w 91583"/>
                <a:gd name="connsiteY2" fmla="*/ 605128 h 605128"/>
                <a:gd name="connsiteX3" fmla="*/ 0 w 91583"/>
                <a:gd name="connsiteY3" fmla="*/ 605128 h 605128"/>
                <a:gd name="connsiteX4" fmla="*/ 0 w 91583"/>
                <a:gd name="connsiteY4" fmla="*/ 0 h 605128"/>
                <a:gd name="connsiteX0" fmla="*/ 22114 w 113697"/>
                <a:gd name="connsiteY0" fmla="*/ 0 h 605128"/>
                <a:gd name="connsiteX1" fmla="*/ 67833 w 113697"/>
                <a:gd name="connsiteY1" fmla="*/ 0 h 605128"/>
                <a:gd name="connsiteX2" fmla="*/ 67833 w 113697"/>
                <a:gd name="connsiteY2" fmla="*/ 605128 h 605128"/>
                <a:gd name="connsiteX3" fmla="*/ 22114 w 113697"/>
                <a:gd name="connsiteY3" fmla="*/ 605128 h 605128"/>
                <a:gd name="connsiteX4" fmla="*/ 22114 w 113697"/>
                <a:gd name="connsiteY4" fmla="*/ 0 h 605128"/>
                <a:gd name="connsiteX0" fmla="*/ 22114 w 113697"/>
                <a:gd name="connsiteY0" fmla="*/ 0 h 618769"/>
                <a:gd name="connsiteX1" fmla="*/ 67833 w 113697"/>
                <a:gd name="connsiteY1" fmla="*/ 0 h 618769"/>
                <a:gd name="connsiteX2" fmla="*/ 67833 w 113697"/>
                <a:gd name="connsiteY2" fmla="*/ 605128 h 618769"/>
                <a:gd name="connsiteX3" fmla="*/ 22114 w 113697"/>
                <a:gd name="connsiteY3" fmla="*/ 605128 h 618769"/>
                <a:gd name="connsiteX4" fmla="*/ 22114 w 113697"/>
                <a:gd name="connsiteY4" fmla="*/ 0 h 618769"/>
                <a:gd name="connsiteX0" fmla="*/ 22114 w 113697"/>
                <a:gd name="connsiteY0" fmla="*/ 0 h 627702"/>
                <a:gd name="connsiteX1" fmla="*/ 67833 w 113697"/>
                <a:gd name="connsiteY1" fmla="*/ 0 h 627702"/>
                <a:gd name="connsiteX2" fmla="*/ 67833 w 113697"/>
                <a:gd name="connsiteY2" fmla="*/ 605128 h 627702"/>
                <a:gd name="connsiteX3" fmla="*/ 22114 w 113697"/>
                <a:gd name="connsiteY3" fmla="*/ 605128 h 627702"/>
                <a:gd name="connsiteX4" fmla="*/ 22114 w 113697"/>
                <a:gd name="connsiteY4" fmla="*/ 0 h 627702"/>
                <a:gd name="connsiteX0" fmla="*/ 22114 w 113697"/>
                <a:gd name="connsiteY0" fmla="*/ 0 h 624079"/>
                <a:gd name="connsiteX1" fmla="*/ 67833 w 113697"/>
                <a:gd name="connsiteY1" fmla="*/ 0 h 624079"/>
                <a:gd name="connsiteX2" fmla="*/ 67833 w 113697"/>
                <a:gd name="connsiteY2" fmla="*/ 605128 h 624079"/>
                <a:gd name="connsiteX3" fmla="*/ 22114 w 113697"/>
                <a:gd name="connsiteY3" fmla="*/ 605128 h 624079"/>
                <a:gd name="connsiteX4" fmla="*/ 22114 w 113697"/>
                <a:gd name="connsiteY4" fmla="*/ 0 h 624079"/>
                <a:gd name="connsiteX0" fmla="*/ 22114 w 67833"/>
                <a:gd name="connsiteY0" fmla="*/ 0 h 605128"/>
                <a:gd name="connsiteX1" fmla="*/ 67833 w 67833"/>
                <a:gd name="connsiteY1" fmla="*/ 0 h 605128"/>
                <a:gd name="connsiteX2" fmla="*/ 22114 w 67833"/>
                <a:gd name="connsiteY2" fmla="*/ 605128 h 605128"/>
                <a:gd name="connsiteX3" fmla="*/ 22114 w 67833"/>
                <a:gd name="connsiteY3" fmla="*/ 0 h 605128"/>
                <a:gd name="connsiteX0" fmla="*/ 21158 w 66877"/>
                <a:gd name="connsiteY0" fmla="*/ 0 h 605128"/>
                <a:gd name="connsiteX1" fmla="*/ 66877 w 66877"/>
                <a:gd name="connsiteY1" fmla="*/ 0 h 605128"/>
                <a:gd name="connsiteX2" fmla="*/ 21158 w 66877"/>
                <a:gd name="connsiteY2" fmla="*/ 605128 h 605128"/>
                <a:gd name="connsiteX3" fmla="*/ 21158 w 66877"/>
                <a:gd name="connsiteY3" fmla="*/ 0 h 605128"/>
                <a:gd name="connsiteX0" fmla="*/ 21158 w 67533"/>
                <a:gd name="connsiteY0" fmla="*/ 0 h 605140"/>
                <a:gd name="connsiteX1" fmla="*/ 66877 w 67533"/>
                <a:gd name="connsiteY1" fmla="*/ 0 h 605140"/>
                <a:gd name="connsiteX2" fmla="*/ 21158 w 67533"/>
                <a:gd name="connsiteY2" fmla="*/ 605128 h 605140"/>
                <a:gd name="connsiteX3" fmla="*/ 21158 w 67533"/>
                <a:gd name="connsiteY3" fmla="*/ 0 h 605140"/>
                <a:gd name="connsiteX0" fmla="*/ 33883 w 80258"/>
                <a:gd name="connsiteY0" fmla="*/ 0 h 605140"/>
                <a:gd name="connsiteX1" fmla="*/ 79602 w 80258"/>
                <a:gd name="connsiteY1" fmla="*/ 0 h 605140"/>
                <a:gd name="connsiteX2" fmla="*/ 33883 w 80258"/>
                <a:gd name="connsiteY2" fmla="*/ 605128 h 605140"/>
                <a:gd name="connsiteX3" fmla="*/ 33883 w 80258"/>
                <a:gd name="connsiteY3" fmla="*/ 0 h 605140"/>
                <a:gd name="connsiteX0" fmla="*/ 33883 w 86079"/>
                <a:gd name="connsiteY0" fmla="*/ 0 h 605210"/>
                <a:gd name="connsiteX1" fmla="*/ 79602 w 86079"/>
                <a:gd name="connsiteY1" fmla="*/ 0 h 605210"/>
                <a:gd name="connsiteX2" fmla="*/ 33883 w 86079"/>
                <a:gd name="connsiteY2" fmla="*/ 605128 h 605210"/>
                <a:gd name="connsiteX3" fmla="*/ 33883 w 86079"/>
                <a:gd name="connsiteY3" fmla="*/ 0 h 605210"/>
                <a:gd name="connsiteX0" fmla="*/ 42654 w 94850"/>
                <a:gd name="connsiteY0" fmla="*/ 0 h 605210"/>
                <a:gd name="connsiteX1" fmla="*/ 88373 w 94850"/>
                <a:gd name="connsiteY1" fmla="*/ 0 h 605210"/>
                <a:gd name="connsiteX2" fmla="*/ 42654 w 94850"/>
                <a:gd name="connsiteY2" fmla="*/ 605128 h 605210"/>
                <a:gd name="connsiteX3" fmla="*/ 42654 w 94850"/>
                <a:gd name="connsiteY3" fmla="*/ 0 h 60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850" h="605210">
                  <a:moveTo>
                    <a:pt x="42654" y="0"/>
                  </a:moveTo>
                  <a:lnTo>
                    <a:pt x="88373" y="0"/>
                  </a:lnTo>
                  <a:cubicBezTo>
                    <a:pt x="88373" y="100855"/>
                    <a:pt x="120228" y="612648"/>
                    <a:pt x="42654" y="605128"/>
                  </a:cubicBezTo>
                  <a:cubicBezTo>
                    <a:pt x="-53319" y="592751"/>
                    <a:pt x="42654" y="201709"/>
                    <a:pt x="426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5">
              <a:extLst>
                <a:ext uri="{FF2B5EF4-FFF2-40B4-BE49-F238E27FC236}">
                  <a16:creationId xmlns:a16="http://schemas.microsoft.com/office/drawing/2014/main" id="{D0389717-3E81-412C-8991-AC7D1C3E9A57}"/>
                </a:ext>
              </a:extLst>
            </p:cNvPr>
            <p:cNvSpPr/>
            <p:nvPr/>
          </p:nvSpPr>
          <p:spPr>
            <a:xfrm rot="19559930">
              <a:off x="5365030" y="1827206"/>
              <a:ext cx="650794" cy="906074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5">
              <a:extLst>
                <a:ext uri="{FF2B5EF4-FFF2-40B4-BE49-F238E27FC236}">
                  <a16:creationId xmlns:a16="http://schemas.microsoft.com/office/drawing/2014/main" id="{7F90A9C2-DB52-462F-BE68-F8CAC7FE5447}"/>
                </a:ext>
              </a:extLst>
            </p:cNvPr>
            <p:cNvSpPr/>
            <p:nvPr/>
          </p:nvSpPr>
          <p:spPr>
            <a:xfrm rot="19359691" flipH="1">
              <a:off x="5450366" y="1966950"/>
              <a:ext cx="515948" cy="718333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id="{7CD80F9D-B9FE-4D06-80CC-86E599DD63C8}"/>
                </a:ext>
              </a:extLst>
            </p:cNvPr>
            <p:cNvSpPr/>
            <p:nvPr/>
          </p:nvSpPr>
          <p:spPr>
            <a:xfrm rot="20563463">
              <a:off x="5464584" y="2020615"/>
              <a:ext cx="368489" cy="875676"/>
            </a:xfrm>
            <a:prstGeom prst="arc">
              <a:avLst>
                <a:gd name="adj1" fmla="val 16200000"/>
                <a:gd name="adj2" fmla="val 299832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6">
              <a:extLst>
                <a:ext uri="{FF2B5EF4-FFF2-40B4-BE49-F238E27FC236}">
                  <a16:creationId xmlns:a16="http://schemas.microsoft.com/office/drawing/2014/main" id="{75547014-E978-4B32-86BC-04D21121797F}"/>
                </a:ext>
              </a:extLst>
            </p:cNvPr>
            <p:cNvSpPr/>
            <p:nvPr/>
          </p:nvSpPr>
          <p:spPr>
            <a:xfrm rot="1827507">
              <a:off x="7148089" y="5227819"/>
              <a:ext cx="1785207" cy="735547"/>
            </a:xfrm>
            <a:custGeom>
              <a:avLst/>
              <a:gdLst>
                <a:gd name="connsiteX0" fmla="*/ 0 w 1127760"/>
                <a:gd name="connsiteY0" fmla="*/ 0 h 403860"/>
                <a:gd name="connsiteX1" fmla="*/ 1127760 w 1127760"/>
                <a:gd name="connsiteY1" fmla="*/ 0 h 403860"/>
                <a:gd name="connsiteX2" fmla="*/ 1127760 w 1127760"/>
                <a:gd name="connsiteY2" fmla="*/ 403860 h 403860"/>
                <a:gd name="connsiteX3" fmla="*/ 0 w 1127760"/>
                <a:gd name="connsiteY3" fmla="*/ 403860 h 403860"/>
                <a:gd name="connsiteX4" fmla="*/ 0 w 1127760"/>
                <a:gd name="connsiteY4" fmla="*/ 0 h 403860"/>
                <a:gd name="connsiteX0" fmla="*/ 0 w 1732465"/>
                <a:gd name="connsiteY0" fmla="*/ 146227 h 550087"/>
                <a:gd name="connsiteX1" fmla="*/ 1127760 w 1732465"/>
                <a:gd name="connsiteY1" fmla="*/ 146227 h 550087"/>
                <a:gd name="connsiteX2" fmla="*/ 1732465 w 1732465"/>
                <a:gd name="connsiteY2" fmla="*/ 0 h 550087"/>
                <a:gd name="connsiteX3" fmla="*/ 0 w 1732465"/>
                <a:gd name="connsiteY3" fmla="*/ 550087 h 550087"/>
                <a:gd name="connsiteX4" fmla="*/ 0 w 1732465"/>
                <a:gd name="connsiteY4" fmla="*/ 146227 h 550087"/>
                <a:gd name="connsiteX0" fmla="*/ 0 w 1732465"/>
                <a:gd name="connsiteY0" fmla="*/ 315583 h 719443"/>
                <a:gd name="connsiteX1" fmla="*/ 1649371 w 1732465"/>
                <a:gd name="connsiteY1" fmla="*/ 0 h 719443"/>
                <a:gd name="connsiteX2" fmla="*/ 1732465 w 1732465"/>
                <a:gd name="connsiteY2" fmla="*/ 169356 h 719443"/>
                <a:gd name="connsiteX3" fmla="*/ 0 w 1732465"/>
                <a:gd name="connsiteY3" fmla="*/ 719443 h 719443"/>
                <a:gd name="connsiteX4" fmla="*/ 0 w 1732465"/>
                <a:gd name="connsiteY4" fmla="*/ 315583 h 719443"/>
                <a:gd name="connsiteX0" fmla="*/ 0 w 1732465"/>
                <a:gd name="connsiteY0" fmla="*/ 315583 h 719443"/>
                <a:gd name="connsiteX1" fmla="*/ 834361 w 1732465"/>
                <a:gd name="connsiteY1" fmla="*/ 314081 h 719443"/>
                <a:gd name="connsiteX2" fmla="*/ 1649371 w 1732465"/>
                <a:gd name="connsiteY2" fmla="*/ 0 h 719443"/>
                <a:gd name="connsiteX3" fmla="*/ 1732465 w 1732465"/>
                <a:gd name="connsiteY3" fmla="*/ 169356 h 719443"/>
                <a:gd name="connsiteX4" fmla="*/ 0 w 1732465"/>
                <a:gd name="connsiteY4" fmla="*/ 719443 h 719443"/>
                <a:gd name="connsiteX5" fmla="*/ 0 w 1732465"/>
                <a:gd name="connsiteY5" fmla="*/ 315583 h 719443"/>
                <a:gd name="connsiteX0" fmla="*/ 0 w 1732465"/>
                <a:gd name="connsiteY0" fmla="*/ 315583 h 761853"/>
                <a:gd name="connsiteX1" fmla="*/ 834361 w 1732465"/>
                <a:gd name="connsiteY1" fmla="*/ 314081 h 761853"/>
                <a:gd name="connsiteX2" fmla="*/ 1649371 w 1732465"/>
                <a:gd name="connsiteY2" fmla="*/ 0 h 761853"/>
                <a:gd name="connsiteX3" fmla="*/ 1732465 w 1732465"/>
                <a:gd name="connsiteY3" fmla="*/ 169356 h 761853"/>
                <a:gd name="connsiteX4" fmla="*/ 779444 w 1732465"/>
                <a:gd name="connsiteY4" fmla="*/ 761853 h 761853"/>
                <a:gd name="connsiteX5" fmla="*/ 0 w 1732465"/>
                <a:gd name="connsiteY5" fmla="*/ 719443 h 761853"/>
                <a:gd name="connsiteX6" fmla="*/ 0 w 1732465"/>
                <a:gd name="connsiteY6" fmla="*/ 315583 h 761853"/>
                <a:gd name="connsiteX0" fmla="*/ 0 w 1732465"/>
                <a:gd name="connsiteY0" fmla="*/ 315583 h 719443"/>
                <a:gd name="connsiteX1" fmla="*/ 834361 w 1732465"/>
                <a:gd name="connsiteY1" fmla="*/ 314081 h 719443"/>
                <a:gd name="connsiteX2" fmla="*/ 1649371 w 1732465"/>
                <a:gd name="connsiteY2" fmla="*/ 0 h 719443"/>
                <a:gd name="connsiteX3" fmla="*/ 1732465 w 1732465"/>
                <a:gd name="connsiteY3" fmla="*/ 169356 h 719443"/>
                <a:gd name="connsiteX4" fmla="*/ 761679 w 1732465"/>
                <a:gd name="connsiteY4" fmla="*/ 701581 h 719443"/>
                <a:gd name="connsiteX5" fmla="*/ 0 w 1732465"/>
                <a:gd name="connsiteY5" fmla="*/ 719443 h 719443"/>
                <a:gd name="connsiteX6" fmla="*/ 0 w 1732465"/>
                <a:gd name="connsiteY6" fmla="*/ 315583 h 719443"/>
                <a:gd name="connsiteX0" fmla="*/ 0 w 1743413"/>
                <a:gd name="connsiteY0" fmla="*/ 315583 h 719443"/>
                <a:gd name="connsiteX1" fmla="*/ 834361 w 1743413"/>
                <a:gd name="connsiteY1" fmla="*/ 314081 h 719443"/>
                <a:gd name="connsiteX2" fmla="*/ 1649371 w 1743413"/>
                <a:gd name="connsiteY2" fmla="*/ 0 h 719443"/>
                <a:gd name="connsiteX3" fmla="*/ 1732465 w 1743413"/>
                <a:gd name="connsiteY3" fmla="*/ 169356 h 719443"/>
                <a:gd name="connsiteX4" fmla="*/ 761679 w 1743413"/>
                <a:gd name="connsiteY4" fmla="*/ 701581 h 719443"/>
                <a:gd name="connsiteX5" fmla="*/ 0 w 1743413"/>
                <a:gd name="connsiteY5" fmla="*/ 719443 h 719443"/>
                <a:gd name="connsiteX6" fmla="*/ 0 w 1743413"/>
                <a:gd name="connsiteY6" fmla="*/ 315583 h 719443"/>
                <a:gd name="connsiteX0" fmla="*/ 0 w 1776215"/>
                <a:gd name="connsiteY0" fmla="*/ 315583 h 719443"/>
                <a:gd name="connsiteX1" fmla="*/ 834361 w 1776215"/>
                <a:gd name="connsiteY1" fmla="*/ 314081 h 719443"/>
                <a:gd name="connsiteX2" fmla="*/ 1649371 w 1776215"/>
                <a:gd name="connsiteY2" fmla="*/ 0 h 719443"/>
                <a:gd name="connsiteX3" fmla="*/ 1732465 w 1776215"/>
                <a:gd name="connsiteY3" fmla="*/ 169356 h 719443"/>
                <a:gd name="connsiteX4" fmla="*/ 761679 w 1776215"/>
                <a:gd name="connsiteY4" fmla="*/ 701581 h 719443"/>
                <a:gd name="connsiteX5" fmla="*/ 0 w 1776215"/>
                <a:gd name="connsiteY5" fmla="*/ 719443 h 719443"/>
                <a:gd name="connsiteX6" fmla="*/ 0 w 1776215"/>
                <a:gd name="connsiteY6" fmla="*/ 315583 h 719443"/>
                <a:gd name="connsiteX0" fmla="*/ 0 w 1649371"/>
                <a:gd name="connsiteY0" fmla="*/ 315583 h 719443"/>
                <a:gd name="connsiteX1" fmla="*/ 834361 w 1649371"/>
                <a:gd name="connsiteY1" fmla="*/ 314081 h 719443"/>
                <a:gd name="connsiteX2" fmla="*/ 1649371 w 1649371"/>
                <a:gd name="connsiteY2" fmla="*/ 0 h 719443"/>
                <a:gd name="connsiteX3" fmla="*/ 761679 w 1649371"/>
                <a:gd name="connsiteY3" fmla="*/ 701581 h 719443"/>
                <a:gd name="connsiteX4" fmla="*/ 0 w 1649371"/>
                <a:gd name="connsiteY4" fmla="*/ 719443 h 719443"/>
                <a:gd name="connsiteX5" fmla="*/ 0 w 1649371"/>
                <a:gd name="connsiteY5" fmla="*/ 315583 h 719443"/>
                <a:gd name="connsiteX0" fmla="*/ 0 w 1649371"/>
                <a:gd name="connsiteY0" fmla="*/ 324536 h 728396"/>
                <a:gd name="connsiteX1" fmla="*/ 834361 w 1649371"/>
                <a:gd name="connsiteY1" fmla="*/ 323034 h 728396"/>
                <a:gd name="connsiteX2" fmla="*/ 1649371 w 1649371"/>
                <a:gd name="connsiteY2" fmla="*/ 8953 h 728396"/>
                <a:gd name="connsiteX3" fmla="*/ 761679 w 1649371"/>
                <a:gd name="connsiteY3" fmla="*/ 710534 h 728396"/>
                <a:gd name="connsiteX4" fmla="*/ 0 w 1649371"/>
                <a:gd name="connsiteY4" fmla="*/ 728396 h 728396"/>
                <a:gd name="connsiteX5" fmla="*/ 0 w 1649371"/>
                <a:gd name="connsiteY5" fmla="*/ 324536 h 728396"/>
                <a:gd name="connsiteX0" fmla="*/ 0 w 1651864"/>
                <a:gd name="connsiteY0" fmla="*/ 324536 h 728396"/>
                <a:gd name="connsiteX1" fmla="*/ 834361 w 1651864"/>
                <a:gd name="connsiteY1" fmla="*/ 323034 h 728396"/>
                <a:gd name="connsiteX2" fmla="*/ 1649371 w 1651864"/>
                <a:gd name="connsiteY2" fmla="*/ 8953 h 728396"/>
                <a:gd name="connsiteX3" fmla="*/ 761679 w 1651864"/>
                <a:gd name="connsiteY3" fmla="*/ 710534 h 728396"/>
                <a:gd name="connsiteX4" fmla="*/ 0 w 1651864"/>
                <a:gd name="connsiteY4" fmla="*/ 728396 h 728396"/>
                <a:gd name="connsiteX5" fmla="*/ 0 w 1651864"/>
                <a:gd name="connsiteY5" fmla="*/ 324536 h 728396"/>
                <a:gd name="connsiteX0" fmla="*/ 0 w 1651864"/>
                <a:gd name="connsiteY0" fmla="*/ 326975 h 730835"/>
                <a:gd name="connsiteX1" fmla="*/ 834361 w 1651864"/>
                <a:gd name="connsiteY1" fmla="*/ 325473 h 730835"/>
                <a:gd name="connsiteX2" fmla="*/ 1649371 w 1651864"/>
                <a:gd name="connsiteY2" fmla="*/ 11392 h 730835"/>
                <a:gd name="connsiteX3" fmla="*/ 761679 w 1651864"/>
                <a:gd name="connsiteY3" fmla="*/ 712973 h 730835"/>
                <a:gd name="connsiteX4" fmla="*/ 0 w 1651864"/>
                <a:gd name="connsiteY4" fmla="*/ 730835 h 730835"/>
                <a:gd name="connsiteX5" fmla="*/ 0 w 1651864"/>
                <a:gd name="connsiteY5" fmla="*/ 326975 h 730835"/>
                <a:gd name="connsiteX0" fmla="*/ 0 w 1651864"/>
                <a:gd name="connsiteY0" fmla="*/ 325663 h 729523"/>
                <a:gd name="connsiteX1" fmla="*/ 1649371 w 1651864"/>
                <a:gd name="connsiteY1" fmla="*/ 10080 h 729523"/>
                <a:gd name="connsiteX2" fmla="*/ 761679 w 1651864"/>
                <a:gd name="connsiteY2" fmla="*/ 711661 h 729523"/>
                <a:gd name="connsiteX3" fmla="*/ 0 w 1651864"/>
                <a:gd name="connsiteY3" fmla="*/ 729523 h 729523"/>
                <a:gd name="connsiteX4" fmla="*/ 0 w 1651864"/>
                <a:gd name="connsiteY4" fmla="*/ 325663 h 729523"/>
                <a:gd name="connsiteX0" fmla="*/ 0 w 1651864"/>
                <a:gd name="connsiteY0" fmla="*/ 319772 h 723632"/>
                <a:gd name="connsiteX1" fmla="*/ 1649371 w 1651864"/>
                <a:gd name="connsiteY1" fmla="*/ 4189 h 723632"/>
                <a:gd name="connsiteX2" fmla="*/ 761679 w 1651864"/>
                <a:gd name="connsiteY2" fmla="*/ 705770 h 723632"/>
                <a:gd name="connsiteX3" fmla="*/ 0 w 1651864"/>
                <a:gd name="connsiteY3" fmla="*/ 723632 h 723632"/>
                <a:gd name="connsiteX4" fmla="*/ 0 w 1651864"/>
                <a:gd name="connsiteY4" fmla="*/ 319772 h 723632"/>
                <a:gd name="connsiteX0" fmla="*/ 0 w 1649371"/>
                <a:gd name="connsiteY0" fmla="*/ 319772 h 723632"/>
                <a:gd name="connsiteX1" fmla="*/ 1649371 w 1649371"/>
                <a:gd name="connsiteY1" fmla="*/ 4189 h 723632"/>
                <a:gd name="connsiteX2" fmla="*/ 0 w 1649371"/>
                <a:gd name="connsiteY2" fmla="*/ 723632 h 723632"/>
                <a:gd name="connsiteX3" fmla="*/ 0 w 1649371"/>
                <a:gd name="connsiteY3" fmla="*/ 319772 h 723632"/>
                <a:gd name="connsiteX0" fmla="*/ 0 w 1649371"/>
                <a:gd name="connsiteY0" fmla="*/ 319772 h 723710"/>
                <a:gd name="connsiteX1" fmla="*/ 1649371 w 1649371"/>
                <a:gd name="connsiteY1" fmla="*/ 4189 h 723710"/>
                <a:gd name="connsiteX2" fmla="*/ 0 w 1649371"/>
                <a:gd name="connsiteY2" fmla="*/ 723632 h 723710"/>
                <a:gd name="connsiteX3" fmla="*/ 0 w 1649371"/>
                <a:gd name="connsiteY3" fmla="*/ 319772 h 723710"/>
                <a:gd name="connsiteX0" fmla="*/ 0 w 1649371"/>
                <a:gd name="connsiteY0" fmla="*/ 319772 h 735547"/>
                <a:gd name="connsiteX1" fmla="*/ 1649371 w 1649371"/>
                <a:gd name="connsiteY1" fmla="*/ 4189 h 735547"/>
                <a:gd name="connsiteX2" fmla="*/ 0 w 1649371"/>
                <a:gd name="connsiteY2" fmla="*/ 723632 h 735547"/>
                <a:gd name="connsiteX3" fmla="*/ 0 w 1649371"/>
                <a:gd name="connsiteY3" fmla="*/ 319772 h 735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9371" h="735547">
                  <a:moveTo>
                    <a:pt x="0" y="319772"/>
                  </a:moveTo>
                  <a:cubicBezTo>
                    <a:pt x="638042" y="642766"/>
                    <a:pt x="1522425" y="-60144"/>
                    <a:pt x="1649371" y="4189"/>
                  </a:cubicBezTo>
                  <a:cubicBezTo>
                    <a:pt x="1649371" y="71499"/>
                    <a:pt x="999489" y="839677"/>
                    <a:pt x="0" y="723632"/>
                  </a:cubicBezTo>
                  <a:lnTo>
                    <a:pt x="0" y="319772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4">
              <a:extLst>
                <a:ext uri="{FF2B5EF4-FFF2-40B4-BE49-F238E27FC236}">
                  <a16:creationId xmlns:a16="http://schemas.microsoft.com/office/drawing/2014/main" id="{542A2B9C-19F0-467D-A12A-BDA121AF91C3}"/>
                </a:ext>
              </a:extLst>
            </p:cNvPr>
            <p:cNvSpPr/>
            <p:nvPr/>
          </p:nvSpPr>
          <p:spPr>
            <a:xfrm>
              <a:off x="6029569" y="4789824"/>
              <a:ext cx="692997" cy="1253193"/>
            </a:xfrm>
            <a:custGeom>
              <a:avLst/>
              <a:gdLst>
                <a:gd name="connsiteX0" fmla="*/ 0 w 191068"/>
                <a:gd name="connsiteY0" fmla="*/ 0 h 1144772"/>
                <a:gd name="connsiteX1" fmla="*/ 191068 w 191068"/>
                <a:gd name="connsiteY1" fmla="*/ 0 h 1144772"/>
                <a:gd name="connsiteX2" fmla="*/ 191068 w 191068"/>
                <a:gd name="connsiteY2" fmla="*/ 1144772 h 1144772"/>
                <a:gd name="connsiteX3" fmla="*/ 0 w 191068"/>
                <a:gd name="connsiteY3" fmla="*/ 1144772 h 1144772"/>
                <a:gd name="connsiteX4" fmla="*/ 0 w 191068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1144772 h 1144772"/>
                <a:gd name="connsiteX4" fmla="*/ 216746 w 407814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916172 h 1144772"/>
                <a:gd name="connsiteX4" fmla="*/ 216746 w 407814"/>
                <a:gd name="connsiteY4" fmla="*/ 0 h 1144772"/>
                <a:gd name="connsiteX0" fmla="*/ 216746 w 407814"/>
                <a:gd name="connsiteY0" fmla="*/ 0 h 1192233"/>
                <a:gd name="connsiteX1" fmla="*/ 407814 w 407814"/>
                <a:gd name="connsiteY1" fmla="*/ 0 h 1192233"/>
                <a:gd name="connsiteX2" fmla="*/ 407814 w 407814"/>
                <a:gd name="connsiteY2" fmla="*/ 1144772 h 1192233"/>
                <a:gd name="connsiteX3" fmla="*/ 207078 w 407814"/>
                <a:gd name="connsiteY3" fmla="*/ 1187583 h 1192233"/>
                <a:gd name="connsiteX4" fmla="*/ 216746 w 407814"/>
                <a:gd name="connsiteY4" fmla="*/ 916172 h 1192233"/>
                <a:gd name="connsiteX5" fmla="*/ 216746 w 407814"/>
                <a:gd name="connsiteY5" fmla="*/ 0 h 1192233"/>
                <a:gd name="connsiteX0" fmla="*/ 212865 w 403933"/>
                <a:gd name="connsiteY0" fmla="*/ 0 h 1192233"/>
                <a:gd name="connsiteX1" fmla="*/ 403933 w 403933"/>
                <a:gd name="connsiteY1" fmla="*/ 0 h 1192233"/>
                <a:gd name="connsiteX2" fmla="*/ 403933 w 403933"/>
                <a:gd name="connsiteY2" fmla="*/ 1144772 h 1192233"/>
                <a:gd name="connsiteX3" fmla="*/ 203197 w 403933"/>
                <a:gd name="connsiteY3" fmla="*/ 1187583 h 1192233"/>
                <a:gd name="connsiteX4" fmla="*/ 228105 w 403933"/>
                <a:gd name="connsiteY4" fmla="*/ 923792 h 1192233"/>
                <a:gd name="connsiteX5" fmla="*/ 212865 w 403933"/>
                <a:gd name="connsiteY5" fmla="*/ 0 h 1192233"/>
                <a:gd name="connsiteX0" fmla="*/ 247673 w 438741"/>
                <a:gd name="connsiteY0" fmla="*/ 0 h 1192233"/>
                <a:gd name="connsiteX1" fmla="*/ 438741 w 438741"/>
                <a:gd name="connsiteY1" fmla="*/ 0 h 1192233"/>
                <a:gd name="connsiteX2" fmla="*/ 438741 w 438741"/>
                <a:gd name="connsiteY2" fmla="*/ 1144772 h 1192233"/>
                <a:gd name="connsiteX3" fmla="*/ 238005 w 438741"/>
                <a:gd name="connsiteY3" fmla="*/ 1187583 h 1192233"/>
                <a:gd name="connsiteX4" fmla="*/ 262913 w 438741"/>
                <a:gd name="connsiteY4" fmla="*/ 923792 h 1192233"/>
                <a:gd name="connsiteX5" fmla="*/ 247673 w 438741"/>
                <a:gd name="connsiteY5" fmla="*/ 0 h 1192233"/>
                <a:gd name="connsiteX0" fmla="*/ 247673 w 537801"/>
                <a:gd name="connsiteY0" fmla="*/ 30480 h 1222713"/>
                <a:gd name="connsiteX1" fmla="*/ 537801 w 537801"/>
                <a:gd name="connsiteY1" fmla="*/ 0 h 1222713"/>
                <a:gd name="connsiteX2" fmla="*/ 438741 w 537801"/>
                <a:gd name="connsiteY2" fmla="*/ 1175252 h 1222713"/>
                <a:gd name="connsiteX3" fmla="*/ 238005 w 537801"/>
                <a:gd name="connsiteY3" fmla="*/ 1218063 h 1222713"/>
                <a:gd name="connsiteX4" fmla="*/ 262913 w 537801"/>
                <a:gd name="connsiteY4" fmla="*/ 954272 h 1222713"/>
                <a:gd name="connsiteX5" fmla="*/ 247673 w 537801"/>
                <a:gd name="connsiteY5" fmla="*/ 30480 h 1222713"/>
                <a:gd name="connsiteX0" fmla="*/ 247673 w 666141"/>
                <a:gd name="connsiteY0" fmla="*/ 30480 h 1222713"/>
                <a:gd name="connsiteX1" fmla="*/ 537801 w 666141"/>
                <a:gd name="connsiteY1" fmla="*/ 0 h 1222713"/>
                <a:gd name="connsiteX2" fmla="*/ 438741 w 666141"/>
                <a:gd name="connsiteY2" fmla="*/ 1175252 h 1222713"/>
                <a:gd name="connsiteX3" fmla="*/ 238005 w 666141"/>
                <a:gd name="connsiteY3" fmla="*/ 1218063 h 1222713"/>
                <a:gd name="connsiteX4" fmla="*/ 262913 w 666141"/>
                <a:gd name="connsiteY4" fmla="*/ 954272 h 1222713"/>
                <a:gd name="connsiteX5" fmla="*/ 247673 w 666141"/>
                <a:gd name="connsiteY5" fmla="*/ 30480 h 1222713"/>
                <a:gd name="connsiteX0" fmla="*/ 247673 w 547301"/>
                <a:gd name="connsiteY0" fmla="*/ 30480 h 1222713"/>
                <a:gd name="connsiteX1" fmla="*/ 537801 w 547301"/>
                <a:gd name="connsiteY1" fmla="*/ 0 h 1222713"/>
                <a:gd name="connsiteX2" fmla="*/ 428505 w 547301"/>
                <a:gd name="connsiteY2" fmla="*/ 829443 h 1222713"/>
                <a:gd name="connsiteX3" fmla="*/ 438741 w 547301"/>
                <a:gd name="connsiteY3" fmla="*/ 1175252 h 1222713"/>
                <a:gd name="connsiteX4" fmla="*/ 238005 w 547301"/>
                <a:gd name="connsiteY4" fmla="*/ 1218063 h 1222713"/>
                <a:gd name="connsiteX5" fmla="*/ 262913 w 547301"/>
                <a:gd name="connsiteY5" fmla="*/ 954272 h 1222713"/>
                <a:gd name="connsiteX6" fmla="*/ 247673 w 547301"/>
                <a:gd name="connsiteY6" fmla="*/ 30480 h 1222713"/>
                <a:gd name="connsiteX0" fmla="*/ 247673 w 612857"/>
                <a:gd name="connsiteY0" fmla="*/ 30480 h 1222713"/>
                <a:gd name="connsiteX1" fmla="*/ 537801 w 612857"/>
                <a:gd name="connsiteY1" fmla="*/ 0 h 1222713"/>
                <a:gd name="connsiteX2" fmla="*/ 428505 w 612857"/>
                <a:gd name="connsiteY2" fmla="*/ 829443 h 1222713"/>
                <a:gd name="connsiteX3" fmla="*/ 438741 w 612857"/>
                <a:gd name="connsiteY3" fmla="*/ 1175252 h 1222713"/>
                <a:gd name="connsiteX4" fmla="*/ 238005 w 612857"/>
                <a:gd name="connsiteY4" fmla="*/ 1218063 h 1222713"/>
                <a:gd name="connsiteX5" fmla="*/ 262913 w 612857"/>
                <a:gd name="connsiteY5" fmla="*/ 954272 h 1222713"/>
                <a:gd name="connsiteX6" fmla="*/ 247673 w 612857"/>
                <a:gd name="connsiteY6" fmla="*/ 30480 h 1222713"/>
                <a:gd name="connsiteX0" fmla="*/ 247673 w 688319"/>
                <a:gd name="connsiteY0" fmla="*/ 30480 h 1222713"/>
                <a:gd name="connsiteX1" fmla="*/ 537801 w 688319"/>
                <a:gd name="connsiteY1" fmla="*/ 0 h 1222713"/>
                <a:gd name="connsiteX2" fmla="*/ 428505 w 688319"/>
                <a:gd name="connsiteY2" fmla="*/ 829443 h 1222713"/>
                <a:gd name="connsiteX3" fmla="*/ 438741 w 688319"/>
                <a:gd name="connsiteY3" fmla="*/ 1175252 h 1222713"/>
                <a:gd name="connsiteX4" fmla="*/ 238005 w 688319"/>
                <a:gd name="connsiteY4" fmla="*/ 1218063 h 1222713"/>
                <a:gd name="connsiteX5" fmla="*/ 262913 w 688319"/>
                <a:gd name="connsiteY5" fmla="*/ 954272 h 1222713"/>
                <a:gd name="connsiteX6" fmla="*/ 247673 w 688319"/>
                <a:gd name="connsiteY6" fmla="*/ 30480 h 1222713"/>
                <a:gd name="connsiteX0" fmla="*/ 247673 w 692997"/>
                <a:gd name="connsiteY0" fmla="*/ 60960 h 1253193"/>
                <a:gd name="connsiteX1" fmla="*/ 545421 w 692997"/>
                <a:gd name="connsiteY1" fmla="*/ 0 h 1253193"/>
                <a:gd name="connsiteX2" fmla="*/ 428505 w 692997"/>
                <a:gd name="connsiteY2" fmla="*/ 859923 h 1253193"/>
                <a:gd name="connsiteX3" fmla="*/ 438741 w 692997"/>
                <a:gd name="connsiteY3" fmla="*/ 1205732 h 1253193"/>
                <a:gd name="connsiteX4" fmla="*/ 238005 w 692997"/>
                <a:gd name="connsiteY4" fmla="*/ 1248543 h 1253193"/>
                <a:gd name="connsiteX5" fmla="*/ 262913 w 692997"/>
                <a:gd name="connsiteY5" fmla="*/ 984752 h 1253193"/>
                <a:gd name="connsiteX6" fmla="*/ 247673 w 692997"/>
                <a:gd name="connsiteY6" fmla="*/ 60960 h 125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2997" h="1253193">
                  <a:moveTo>
                    <a:pt x="247673" y="60960"/>
                  </a:moveTo>
                  <a:lnTo>
                    <a:pt x="545421" y="0"/>
                  </a:lnTo>
                  <a:cubicBezTo>
                    <a:pt x="782570" y="37911"/>
                    <a:pt x="726955" y="336388"/>
                    <a:pt x="428505" y="859923"/>
                  </a:cubicBezTo>
                  <a:cubicBezTo>
                    <a:pt x="411995" y="1055798"/>
                    <a:pt x="487001" y="1137152"/>
                    <a:pt x="438741" y="1205732"/>
                  </a:cubicBezTo>
                  <a:cubicBezTo>
                    <a:pt x="415009" y="1179362"/>
                    <a:pt x="261737" y="1274913"/>
                    <a:pt x="238005" y="1248543"/>
                  </a:cubicBezTo>
                  <a:lnTo>
                    <a:pt x="262913" y="984752"/>
                  </a:lnTo>
                  <a:cubicBezTo>
                    <a:pt x="118133" y="808901"/>
                    <a:pt x="-240007" y="495891"/>
                    <a:pt x="247673" y="60960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: Rounded Corners 10">
              <a:extLst>
                <a:ext uri="{FF2B5EF4-FFF2-40B4-BE49-F238E27FC236}">
                  <a16:creationId xmlns:a16="http://schemas.microsoft.com/office/drawing/2014/main" id="{14380FA5-081D-4979-AA6A-16623DEE0A94}"/>
                </a:ext>
              </a:extLst>
            </p:cNvPr>
            <p:cNvSpPr/>
            <p:nvPr/>
          </p:nvSpPr>
          <p:spPr>
            <a:xfrm>
              <a:off x="5775520" y="5786755"/>
              <a:ext cx="894044" cy="320191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: Rounded Corners 10">
              <a:extLst>
                <a:ext uri="{FF2B5EF4-FFF2-40B4-BE49-F238E27FC236}">
                  <a16:creationId xmlns:a16="http://schemas.microsoft.com/office/drawing/2014/main" id="{334876A9-2B60-40BF-8E5B-92AA26F3D6F3}"/>
                </a:ext>
              </a:extLst>
            </p:cNvPr>
            <p:cNvSpPr/>
            <p:nvPr/>
          </p:nvSpPr>
          <p:spPr>
            <a:xfrm rot="15023604" flipH="1">
              <a:off x="6245637" y="5704664"/>
              <a:ext cx="272370" cy="174800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7">
              <a:extLst>
                <a:ext uri="{FF2B5EF4-FFF2-40B4-BE49-F238E27FC236}">
                  <a16:creationId xmlns:a16="http://schemas.microsoft.com/office/drawing/2014/main" id="{A82D41B7-9DDA-466D-B70D-6C94F83E4786}"/>
                </a:ext>
              </a:extLst>
            </p:cNvPr>
            <p:cNvSpPr/>
            <p:nvPr/>
          </p:nvSpPr>
          <p:spPr>
            <a:xfrm rot="19820956">
              <a:off x="5694761" y="3327272"/>
              <a:ext cx="1562927" cy="2552129"/>
            </a:xfrm>
            <a:custGeom>
              <a:avLst/>
              <a:gdLst>
                <a:gd name="connsiteX0" fmla="*/ 0 w 2368765"/>
                <a:gd name="connsiteY0" fmla="*/ 1317009 h 2634018"/>
                <a:gd name="connsiteX1" fmla="*/ 1184383 w 2368765"/>
                <a:gd name="connsiteY1" fmla="*/ 0 h 2634018"/>
                <a:gd name="connsiteX2" fmla="*/ 2368766 w 2368765"/>
                <a:gd name="connsiteY2" fmla="*/ 1317009 h 2634018"/>
                <a:gd name="connsiteX3" fmla="*/ 1184383 w 2368765"/>
                <a:gd name="connsiteY3" fmla="*/ 2634018 h 2634018"/>
                <a:gd name="connsiteX4" fmla="*/ 0 w 2368765"/>
                <a:gd name="connsiteY4" fmla="*/ 1317009 h 2634018"/>
                <a:gd name="connsiteX0" fmla="*/ 0 w 2232288"/>
                <a:gd name="connsiteY0" fmla="*/ 1467872 h 2635718"/>
                <a:gd name="connsiteX1" fmla="*/ 1047905 w 2232288"/>
                <a:gd name="connsiteY1" fmla="*/ 738 h 2635718"/>
                <a:gd name="connsiteX2" fmla="*/ 2232288 w 2232288"/>
                <a:gd name="connsiteY2" fmla="*/ 1317747 h 2635718"/>
                <a:gd name="connsiteX3" fmla="*/ 1047905 w 2232288"/>
                <a:gd name="connsiteY3" fmla="*/ 2634756 h 2635718"/>
                <a:gd name="connsiteX4" fmla="*/ 0 w 2232288"/>
                <a:gd name="connsiteY4" fmla="*/ 1467872 h 2635718"/>
                <a:gd name="connsiteX0" fmla="*/ 0 w 2232288"/>
                <a:gd name="connsiteY0" fmla="*/ 1713326 h 2880851"/>
                <a:gd name="connsiteX1" fmla="*/ 1047905 w 2232288"/>
                <a:gd name="connsiteY1" fmla="*/ 533 h 2880851"/>
                <a:gd name="connsiteX2" fmla="*/ 2232288 w 2232288"/>
                <a:gd name="connsiteY2" fmla="*/ 1563201 h 2880851"/>
                <a:gd name="connsiteX3" fmla="*/ 1047905 w 2232288"/>
                <a:gd name="connsiteY3" fmla="*/ 2880210 h 2880851"/>
                <a:gd name="connsiteX4" fmla="*/ 0 w 2232288"/>
                <a:gd name="connsiteY4" fmla="*/ 1713326 h 2880851"/>
                <a:gd name="connsiteX0" fmla="*/ 0 w 2232288"/>
                <a:gd name="connsiteY0" fmla="*/ 1712907 h 2880432"/>
                <a:gd name="connsiteX1" fmla="*/ 1047905 w 2232288"/>
                <a:gd name="connsiteY1" fmla="*/ 114 h 2880432"/>
                <a:gd name="connsiteX2" fmla="*/ 2232288 w 2232288"/>
                <a:gd name="connsiteY2" fmla="*/ 1562782 h 2880432"/>
                <a:gd name="connsiteX3" fmla="*/ 1047905 w 2232288"/>
                <a:gd name="connsiteY3" fmla="*/ 2879791 h 2880432"/>
                <a:gd name="connsiteX4" fmla="*/ 0 w 2232288"/>
                <a:gd name="connsiteY4" fmla="*/ 1712907 h 2880432"/>
                <a:gd name="connsiteX0" fmla="*/ 7497 w 2239785"/>
                <a:gd name="connsiteY0" fmla="*/ 1752003 h 2919459"/>
                <a:gd name="connsiteX1" fmla="*/ 608513 w 2239785"/>
                <a:gd name="connsiteY1" fmla="*/ 578296 h 2919459"/>
                <a:gd name="connsiteX2" fmla="*/ 1055402 w 2239785"/>
                <a:gd name="connsiteY2" fmla="*/ 39210 h 2919459"/>
                <a:gd name="connsiteX3" fmla="*/ 2239785 w 2239785"/>
                <a:gd name="connsiteY3" fmla="*/ 1601878 h 2919459"/>
                <a:gd name="connsiteX4" fmla="*/ 1055402 w 2239785"/>
                <a:gd name="connsiteY4" fmla="*/ 2918887 h 2919459"/>
                <a:gd name="connsiteX5" fmla="*/ 7497 w 2239785"/>
                <a:gd name="connsiteY5" fmla="*/ 1752003 h 2919459"/>
                <a:gd name="connsiteX0" fmla="*/ 446889 w 1631272"/>
                <a:gd name="connsiteY0" fmla="*/ 2918887 h 2943136"/>
                <a:gd name="connsiteX1" fmla="*/ 0 w 1631272"/>
                <a:gd name="connsiteY1" fmla="*/ 578296 h 2943136"/>
                <a:gd name="connsiteX2" fmla="*/ 446889 w 1631272"/>
                <a:gd name="connsiteY2" fmla="*/ 39210 h 2943136"/>
                <a:gd name="connsiteX3" fmla="*/ 1631272 w 1631272"/>
                <a:gd name="connsiteY3" fmla="*/ 1601878 h 2943136"/>
                <a:gd name="connsiteX4" fmla="*/ 446889 w 1631272"/>
                <a:gd name="connsiteY4" fmla="*/ 2918887 h 2943136"/>
                <a:gd name="connsiteX0" fmla="*/ 858688 w 2097067"/>
                <a:gd name="connsiteY0" fmla="*/ 2918887 h 2926202"/>
                <a:gd name="connsiteX1" fmla="*/ 411799 w 2097067"/>
                <a:gd name="connsiteY1" fmla="*/ 578296 h 2926202"/>
                <a:gd name="connsiteX2" fmla="*/ 858688 w 2097067"/>
                <a:gd name="connsiteY2" fmla="*/ 39210 h 2926202"/>
                <a:gd name="connsiteX3" fmla="*/ 2043071 w 2097067"/>
                <a:gd name="connsiteY3" fmla="*/ 1601878 h 2926202"/>
                <a:gd name="connsiteX4" fmla="*/ 858688 w 2097067"/>
                <a:gd name="connsiteY4" fmla="*/ 2918887 h 2926202"/>
                <a:gd name="connsiteX0" fmla="*/ 1013958 w 2252337"/>
                <a:gd name="connsiteY0" fmla="*/ 2918887 h 2925680"/>
                <a:gd name="connsiteX1" fmla="*/ 567069 w 2252337"/>
                <a:gd name="connsiteY1" fmla="*/ 578296 h 2925680"/>
                <a:gd name="connsiteX2" fmla="*/ 1013958 w 2252337"/>
                <a:gd name="connsiteY2" fmla="*/ 39210 h 2925680"/>
                <a:gd name="connsiteX3" fmla="*/ 2198341 w 2252337"/>
                <a:gd name="connsiteY3" fmla="*/ 1601878 h 2925680"/>
                <a:gd name="connsiteX4" fmla="*/ 1013958 w 2252337"/>
                <a:gd name="connsiteY4" fmla="*/ 2918887 h 2925680"/>
                <a:gd name="connsiteX0" fmla="*/ 950155 w 2155116"/>
                <a:gd name="connsiteY0" fmla="*/ 2918887 h 2918904"/>
                <a:gd name="connsiteX1" fmla="*/ 503266 w 2155116"/>
                <a:gd name="connsiteY1" fmla="*/ 578296 h 2918904"/>
                <a:gd name="connsiteX2" fmla="*/ 950155 w 2155116"/>
                <a:gd name="connsiteY2" fmla="*/ 39210 h 2918904"/>
                <a:gd name="connsiteX3" fmla="*/ 2134538 w 2155116"/>
                <a:gd name="connsiteY3" fmla="*/ 1601878 h 2918904"/>
                <a:gd name="connsiteX4" fmla="*/ 950155 w 2155116"/>
                <a:gd name="connsiteY4" fmla="*/ 2918887 h 2918904"/>
                <a:gd name="connsiteX0" fmla="*/ 950155 w 2155116"/>
                <a:gd name="connsiteY0" fmla="*/ 2881535 h 2881552"/>
                <a:gd name="connsiteX1" fmla="*/ 503266 w 2155116"/>
                <a:gd name="connsiteY1" fmla="*/ 540944 h 2881552"/>
                <a:gd name="connsiteX2" fmla="*/ 950155 w 2155116"/>
                <a:gd name="connsiteY2" fmla="*/ 1858 h 2881552"/>
                <a:gd name="connsiteX3" fmla="*/ 2134538 w 2155116"/>
                <a:gd name="connsiteY3" fmla="*/ 1564526 h 2881552"/>
                <a:gd name="connsiteX4" fmla="*/ 950155 w 2155116"/>
                <a:gd name="connsiteY4" fmla="*/ 2881535 h 2881552"/>
                <a:gd name="connsiteX0" fmla="*/ 950155 w 2155116"/>
                <a:gd name="connsiteY0" fmla="*/ 2879693 h 2879710"/>
                <a:gd name="connsiteX1" fmla="*/ 503266 w 2155116"/>
                <a:gd name="connsiteY1" fmla="*/ 539102 h 2879710"/>
                <a:gd name="connsiteX2" fmla="*/ 950155 w 2155116"/>
                <a:gd name="connsiteY2" fmla="*/ 16 h 2879710"/>
                <a:gd name="connsiteX3" fmla="*/ 1499553 w 2155116"/>
                <a:gd name="connsiteY3" fmla="*/ 552750 h 2879710"/>
                <a:gd name="connsiteX4" fmla="*/ 2134538 w 2155116"/>
                <a:gd name="connsiteY4" fmla="*/ 1562684 h 2879710"/>
                <a:gd name="connsiteX5" fmla="*/ 950155 w 2155116"/>
                <a:gd name="connsiteY5" fmla="*/ 2879693 h 2879710"/>
                <a:gd name="connsiteX0" fmla="*/ 950155 w 1499553"/>
                <a:gd name="connsiteY0" fmla="*/ 2879693 h 2879710"/>
                <a:gd name="connsiteX1" fmla="*/ 503266 w 1499553"/>
                <a:gd name="connsiteY1" fmla="*/ 539102 h 2879710"/>
                <a:gd name="connsiteX2" fmla="*/ 950155 w 1499553"/>
                <a:gd name="connsiteY2" fmla="*/ 16 h 2879710"/>
                <a:gd name="connsiteX3" fmla="*/ 1499553 w 1499553"/>
                <a:gd name="connsiteY3" fmla="*/ 552750 h 2879710"/>
                <a:gd name="connsiteX4" fmla="*/ 950155 w 1499553"/>
                <a:gd name="connsiteY4" fmla="*/ 2879693 h 2879710"/>
                <a:gd name="connsiteX0" fmla="*/ 1080842 w 2048951"/>
                <a:gd name="connsiteY0" fmla="*/ 2879693 h 2883255"/>
                <a:gd name="connsiteX1" fmla="*/ 633953 w 2048951"/>
                <a:gd name="connsiteY1" fmla="*/ 539102 h 2883255"/>
                <a:gd name="connsiteX2" fmla="*/ 1080842 w 2048951"/>
                <a:gd name="connsiteY2" fmla="*/ 16 h 2883255"/>
                <a:gd name="connsiteX3" fmla="*/ 1630240 w 2048951"/>
                <a:gd name="connsiteY3" fmla="*/ 552750 h 2883255"/>
                <a:gd name="connsiteX4" fmla="*/ 1080842 w 2048951"/>
                <a:gd name="connsiteY4" fmla="*/ 2879693 h 2883255"/>
                <a:gd name="connsiteX0" fmla="*/ 1080842 w 2178894"/>
                <a:gd name="connsiteY0" fmla="*/ 2879693 h 2883010"/>
                <a:gd name="connsiteX1" fmla="*/ 633953 w 2178894"/>
                <a:gd name="connsiteY1" fmla="*/ 539102 h 2883010"/>
                <a:gd name="connsiteX2" fmla="*/ 1080842 w 2178894"/>
                <a:gd name="connsiteY2" fmla="*/ 16 h 2883010"/>
                <a:gd name="connsiteX3" fmla="*/ 1630240 w 2178894"/>
                <a:gd name="connsiteY3" fmla="*/ 552750 h 2883010"/>
                <a:gd name="connsiteX4" fmla="*/ 1080842 w 2178894"/>
                <a:gd name="connsiteY4" fmla="*/ 2879693 h 2883010"/>
                <a:gd name="connsiteX0" fmla="*/ 1130092 w 2180651"/>
                <a:gd name="connsiteY0" fmla="*/ 2879693 h 2883010"/>
                <a:gd name="connsiteX1" fmla="*/ 574021 w 2180651"/>
                <a:gd name="connsiteY1" fmla="*/ 539102 h 2883010"/>
                <a:gd name="connsiteX2" fmla="*/ 1020910 w 2180651"/>
                <a:gd name="connsiteY2" fmla="*/ 16 h 2883010"/>
                <a:gd name="connsiteX3" fmla="*/ 1570308 w 2180651"/>
                <a:gd name="connsiteY3" fmla="*/ 552750 h 2883010"/>
                <a:gd name="connsiteX4" fmla="*/ 1130092 w 2180651"/>
                <a:gd name="connsiteY4" fmla="*/ 2879693 h 2883010"/>
                <a:gd name="connsiteX0" fmla="*/ 1026353 w 1966593"/>
                <a:gd name="connsiteY0" fmla="*/ 2879693 h 2885692"/>
                <a:gd name="connsiteX1" fmla="*/ 470282 w 1966593"/>
                <a:gd name="connsiteY1" fmla="*/ 539102 h 2885692"/>
                <a:gd name="connsiteX2" fmla="*/ 917171 w 1966593"/>
                <a:gd name="connsiteY2" fmla="*/ 16 h 2885692"/>
                <a:gd name="connsiteX3" fmla="*/ 1466569 w 1966593"/>
                <a:gd name="connsiteY3" fmla="*/ 552750 h 2885692"/>
                <a:gd name="connsiteX4" fmla="*/ 1026353 w 1966593"/>
                <a:gd name="connsiteY4" fmla="*/ 2879693 h 2885692"/>
                <a:gd name="connsiteX0" fmla="*/ 1111626 w 2051866"/>
                <a:gd name="connsiteY0" fmla="*/ 2879693 h 2885954"/>
                <a:gd name="connsiteX1" fmla="*/ 555555 w 2051866"/>
                <a:gd name="connsiteY1" fmla="*/ 539102 h 2885954"/>
                <a:gd name="connsiteX2" fmla="*/ 1002444 w 2051866"/>
                <a:gd name="connsiteY2" fmla="*/ 16 h 2885954"/>
                <a:gd name="connsiteX3" fmla="*/ 1551842 w 2051866"/>
                <a:gd name="connsiteY3" fmla="*/ 552750 h 2885954"/>
                <a:gd name="connsiteX4" fmla="*/ 1111626 w 2051866"/>
                <a:gd name="connsiteY4" fmla="*/ 2879693 h 2885954"/>
                <a:gd name="connsiteX0" fmla="*/ 135964 w 1076204"/>
                <a:gd name="connsiteY0" fmla="*/ 2879677 h 2879677"/>
                <a:gd name="connsiteX1" fmla="*/ 26782 w 1076204"/>
                <a:gd name="connsiteY1" fmla="*/ 0 h 2879677"/>
                <a:gd name="connsiteX2" fmla="*/ 576180 w 1076204"/>
                <a:gd name="connsiteY2" fmla="*/ 552734 h 2879677"/>
                <a:gd name="connsiteX3" fmla="*/ 135964 w 1076204"/>
                <a:gd name="connsiteY3" fmla="*/ 2879677 h 2879677"/>
                <a:gd name="connsiteX0" fmla="*/ 393332 w 1333572"/>
                <a:gd name="connsiteY0" fmla="*/ 2879707 h 2879707"/>
                <a:gd name="connsiteX1" fmla="*/ 284150 w 1333572"/>
                <a:gd name="connsiteY1" fmla="*/ 30 h 2879707"/>
                <a:gd name="connsiteX2" fmla="*/ 833548 w 1333572"/>
                <a:gd name="connsiteY2" fmla="*/ 552764 h 2879707"/>
                <a:gd name="connsiteX3" fmla="*/ 393332 w 1333572"/>
                <a:gd name="connsiteY3" fmla="*/ 2879707 h 2879707"/>
                <a:gd name="connsiteX0" fmla="*/ 855822 w 1766979"/>
                <a:gd name="connsiteY0" fmla="*/ 2879707 h 2880122"/>
                <a:gd name="connsiteX1" fmla="*/ 746640 w 1766979"/>
                <a:gd name="connsiteY1" fmla="*/ 30 h 2880122"/>
                <a:gd name="connsiteX2" fmla="*/ 1296038 w 1766979"/>
                <a:gd name="connsiteY2" fmla="*/ 552764 h 2880122"/>
                <a:gd name="connsiteX3" fmla="*/ 855822 w 1766979"/>
                <a:gd name="connsiteY3" fmla="*/ 2879707 h 2880122"/>
                <a:gd name="connsiteX0" fmla="*/ 855822 w 855822"/>
                <a:gd name="connsiteY0" fmla="*/ 2879677 h 2880092"/>
                <a:gd name="connsiteX1" fmla="*/ 746640 w 855822"/>
                <a:gd name="connsiteY1" fmla="*/ 0 h 2880092"/>
                <a:gd name="connsiteX2" fmla="*/ 855822 w 855822"/>
                <a:gd name="connsiteY2" fmla="*/ 2879677 h 2880092"/>
                <a:gd name="connsiteX0" fmla="*/ 841211 w 1447490"/>
                <a:gd name="connsiteY0" fmla="*/ 2879677 h 2880547"/>
                <a:gd name="connsiteX1" fmla="*/ 732029 w 1447490"/>
                <a:gd name="connsiteY1" fmla="*/ 0 h 2880547"/>
                <a:gd name="connsiteX2" fmla="*/ 841211 w 1447490"/>
                <a:gd name="connsiteY2" fmla="*/ 2879677 h 2880547"/>
                <a:gd name="connsiteX0" fmla="*/ 760317 w 1449076"/>
                <a:gd name="connsiteY0" fmla="*/ 2879790 h 2880665"/>
                <a:gd name="connsiteX1" fmla="*/ 651135 w 1449076"/>
                <a:gd name="connsiteY1" fmla="*/ 113 h 2880665"/>
                <a:gd name="connsiteX2" fmla="*/ 760317 w 1449076"/>
                <a:gd name="connsiteY2" fmla="*/ 2879790 h 2880665"/>
                <a:gd name="connsiteX0" fmla="*/ 1083466 w 2100805"/>
                <a:gd name="connsiteY0" fmla="*/ 2879785 h 2881650"/>
                <a:gd name="connsiteX1" fmla="*/ 974284 w 2100805"/>
                <a:gd name="connsiteY1" fmla="*/ 108 h 2881650"/>
                <a:gd name="connsiteX2" fmla="*/ 1083466 w 2100805"/>
                <a:gd name="connsiteY2" fmla="*/ 2879785 h 2881650"/>
                <a:gd name="connsiteX0" fmla="*/ 1048607 w 2030698"/>
                <a:gd name="connsiteY0" fmla="*/ 2879791 h 2882197"/>
                <a:gd name="connsiteX1" fmla="*/ 939425 w 2030698"/>
                <a:gd name="connsiteY1" fmla="*/ 114 h 2882197"/>
                <a:gd name="connsiteX2" fmla="*/ 1048607 w 2030698"/>
                <a:gd name="connsiteY2" fmla="*/ 2879791 h 2882197"/>
                <a:gd name="connsiteX0" fmla="*/ 979012 w 1890631"/>
                <a:gd name="connsiteY0" fmla="*/ 2879789 h 2879882"/>
                <a:gd name="connsiteX1" fmla="*/ 869830 w 1890631"/>
                <a:gd name="connsiteY1" fmla="*/ 112 h 2879882"/>
                <a:gd name="connsiteX2" fmla="*/ 979012 w 1890631"/>
                <a:gd name="connsiteY2" fmla="*/ 2879789 h 2879882"/>
                <a:gd name="connsiteX0" fmla="*/ 162777 w 863348"/>
                <a:gd name="connsiteY0" fmla="*/ 2885989 h 2990195"/>
                <a:gd name="connsiteX1" fmla="*/ 53595 w 863348"/>
                <a:gd name="connsiteY1" fmla="*/ 6312 h 2990195"/>
                <a:gd name="connsiteX2" fmla="*/ 862933 w 863348"/>
                <a:gd name="connsiteY2" fmla="*/ 2134660 h 2990195"/>
                <a:gd name="connsiteX3" fmla="*/ 162777 w 863348"/>
                <a:gd name="connsiteY3" fmla="*/ 2885989 h 2990195"/>
                <a:gd name="connsiteX0" fmla="*/ 121712 w 828140"/>
                <a:gd name="connsiteY0" fmla="*/ 2936294 h 3040500"/>
                <a:gd name="connsiteX1" fmla="*/ 12530 w 828140"/>
                <a:gd name="connsiteY1" fmla="*/ 56617 h 3040500"/>
                <a:gd name="connsiteX2" fmla="*/ 266167 w 828140"/>
                <a:gd name="connsiteY2" fmla="*/ 1111130 h 3040500"/>
                <a:gd name="connsiteX3" fmla="*/ 821868 w 828140"/>
                <a:gd name="connsiteY3" fmla="*/ 2184965 h 3040500"/>
                <a:gd name="connsiteX4" fmla="*/ 121712 w 828140"/>
                <a:gd name="connsiteY4" fmla="*/ 2936294 h 3040500"/>
                <a:gd name="connsiteX0" fmla="*/ 1061931 w 2313935"/>
                <a:gd name="connsiteY0" fmla="*/ 2936294 h 2989678"/>
                <a:gd name="connsiteX1" fmla="*/ 952749 w 2313935"/>
                <a:gd name="connsiteY1" fmla="*/ 56617 h 2989678"/>
                <a:gd name="connsiteX2" fmla="*/ 1206386 w 2313935"/>
                <a:gd name="connsiteY2" fmla="*/ 1111130 h 2989678"/>
                <a:gd name="connsiteX3" fmla="*/ 1762087 w 2313935"/>
                <a:gd name="connsiteY3" fmla="*/ 2184965 h 2989678"/>
                <a:gd name="connsiteX4" fmla="*/ 1061931 w 2313935"/>
                <a:gd name="connsiteY4" fmla="*/ 2936294 h 2989678"/>
                <a:gd name="connsiteX0" fmla="*/ 240256 w 946684"/>
                <a:gd name="connsiteY0" fmla="*/ 2936294 h 2936941"/>
                <a:gd name="connsiteX1" fmla="*/ 131074 w 946684"/>
                <a:gd name="connsiteY1" fmla="*/ 56617 h 2936941"/>
                <a:gd name="connsiteX2" fmla="*/ 384711 w 946684"/>
                <a:gd name="connsiteY2" fmla="*/ 1111130 h 2936941"/>
                <a:gd name="connsiteX3" fmla="*/ 940412 w 946684"/>
                <a:gd name="connsiteY3" fmla="*/ 2184965 h 2936941"/>
                <a:gd name="connsiteX4" fmla="*/ 240256 w 946684"/>
                <a:gd name="connsiteY4" fmla="*/ 2936294 h 2936941"/>
                <a:gd name="connsiteX0" fmla="*/ 250028 w 956456"/>
                <a:gd name="connsiteY0" fmla="*/ 2974499 h 2975146"/>
                <a:gd name="connsiteX1" fmla="*/ 140846 w 956456"/>
                <a:gd name="connsiteY1" fmla="*/ 94822 h 2975146"/>
                <a:gd name="connsiteX2" fmla="*/ 394483 w 956456"/>
                <a:gd name="connsiteY2" fmla="*/ 1149335 h 2975146"/>
                <a:gd name="connsiteX3" fmla="*/ 950184 w 956456"/>
                <a:gd name="connsiteY3" fmla="*/ 2223170 h 2975146"/>
                <a:gd name="connsiteX4" fmla="*/ 250028 w 956456"/>
                <a:gd name="connsiteY4" fmla="*/ 2974499 h 2975146"/>
                <a:gd name="connsiteX0" fmla="*/ 960368 w 1666796"/>
                <a:gd name="connsiteY0" fmla="*/ 2906396 h 2906956"/>
                <a:gd name="connsiteX1" fmla="*/ 355 w 1666796"/>
                <a:gd name="connsiteY1" fmla="*/ 2232006 h 2906956"/>
                <a:gd name="connsiteX2" fmla="*/ 851186 w 1666796"/>
                <a:gd name="connsiteY2" fmla="*/ 26719 h 2906956"/>
                <a:gd name="connsiteX3" fmla="*/ 1104823 w 1666796"/>
                <a:gd name="connsiteY3" fmla="*/ 1081232 h 2906956"/>
                <a:gd name="connsiteX4" fmla="*/ 1660524 w 1666796"/>
                <a:gd name="connsiteY4" fmla="*/ 2155067 h 2906956"/>
                <a:gd name="connsiteX5" fmla="*/ 960368 w 1666796"/>
                <a:gd name="connsiteY5" fmla="*/ 2906396 h 2906956"/>
                <a:gd name="connsiteX0" fmla="*/ 1020918 w 1727346"/>
                <a:gd name="connsiteY0" fmla="*/ 2906396 h 2906955"/>
                <a:gd name="connsiteX1" fmla="*/ 60905 w 1727346"/>
                <a:gd name="connsiteY1" fmla="*/ 2232006 h 2906955"/>
                <a:gd name="connsiteX2" fmla="*/ 911736 w 1727346"/>
                <a:gd name="connsiteY2" fmla="*/ 26719 h 2906955"/>
                <a:gd name="connsiteX3" fmla="*/ 1165373 w 1727346"/>
                <a:gd name="connsiteY3" fmla="*/ 1081232 h 2906955"/>
                <a:gd name="connsiteX4" fmla="*/ 1721074 w 1727346"/>
                <a:gd name="connsiteY4" fmla="*/ 2155067 h 2906955"/>
                <a:gd name="connsiteX5" fmla="*/ 1020918 w 1727346"/>
                <a:gd name="connsiteY5" fmla="*/ 2906396 h 2906955"/>
                <a:gd name="connsiteX0" fmla="*/ 968083 w 1674511"/>
                <a:gd name="connsiteY0" fmla="*/ 2906396 h 2906955"/>
                <a:gd name="connsiteX1" fmla="*/ 8070 w 1674511"/>
                <a:gd name="connsiteY1" fmla="*/ 2232006 h 2906955"/>
                <a:gd name="connsiteX2" fmla="*/ 858901 w 1674511"/>
                <a:gd name="connsiteY2" fmla="*/ 26719 h 2906955"/>
                <a:gd name="connsiteX3" fmla="*/ 1112538 w 1674511"/>
                <a:gd name="connsiteY3" fmla="*/ 1081232 h 2906955"/>
                <a:gd name="connsiteX4" fmla="*/ 1668239 w 1674511"/>
                <a:gd name="connsiteY4" fmla="*/ 2155067 h 2906955"/>
                <a:gd name="connsiteX5" fmla="*/ 968083 w 1674511"/>
                <a:gd name="connsiteY5" fmla="*/ 2906396 h 2906955"/>
                <a:gd name="connsiteX0" fmla="*/ 967156 w 1673584"/>
                <a:gd name="connsiteY0" fmla="*/ 2860372 h 2860931"/>
                <a:gd name="connsiteX1" fmla="*/ 7143 w 1673584"/>
                <a:gd name="connsiteY1" fmla="*/ 2185982 h 2860931"/>
                <a:gd name="connsiteX2" fmla="*/ 965975 w 1673584"/>
                <a:gd name="connsiteY2" fmla="*/ 27982 h 2860931"/>
                <a:gd name="connsiteX3" fmla="*/ 1111611 w 1673584"/>
                <a:gd name="connsiteY3" fmla="*/ 1035208 h 2860931"/>
                <a:gd name="connsiteX4" fmla="*/ 1667312 w 1673584"/>
                <a:gd name="connsiteY4" fmla="*/ 2109043 h 2860931"/>
                <a:gd name="connsiteX5" fmla="*/ 967156 w 1673584"/>
                <a:gd name="connsiteY5" fmla="*/ 2860372 h 2860931"/>
                <a:gd name="connsiteX0" fmla="*/ 969174 w 1675602"/>
                <a:gd name="connsiteY0" fmla="*/ 2882825 h 2883384"/>
                <a:gd name="connsiteX1" fmla="*/ 9161 w 1675602"/>
                <a:gd name="connsiteY1" fmla="*/ 2208435 h 2883384"/>
                <a:gd name="connsiteX2" fmla="*/ 967993 w 1675602"/>
                <a:gd name="connsiteY2" fmla="*/ 50435 h 2883384"/>
                <a:gd name="connsiteX3" fmla="*/ 1113629 w 1675602"/>
                <a:gd name="connsiteY3" fmla="*/ 1057661 h 2883384"/>
                <a:gd name="connsiteX4" fmla="*/ 1669330 w 1675602"/>
                <a:gd name="connsiteY4" fmla="*/ 2131496 h 2883384"/>
                <a:gd name="connsiteX5" fmla="*/ 969174 w 1675602"/>
                <a:gd name="connsiteY5" fmla="*/ 2882825 h 2883384"/>
                <a:gd name="connsiteX0" fmla="*/ 967644 w 1674072"/>
                <a:gd name="connsiteY0" fmla="*/ 2844875 h 2845434"/>
                <a:gd name="connsiteX1" fmla="*/ 7631 w 1674072"/>
                <a:gd name="connsiteY1" fmla="*/ 2170485 h 2845434"/>
                <a:gd name="connsiteX2" fmla="*/ 966463 w 1674072"/>
                <a:gd name="connsiteY2" fmla="*/ 12485 h 2845434"/>
                <a:gd name="connsiteX3" fmla="*/ 1112099 w 1674072"/>
                <a:gd name="connsiteY3" fmla="*/ 1019711 h 2845434"/>
                <a:gd name="connsiteX4" fmla="*/ 1667800 w 1674072"/>
                <a:gd name="connsiteY4" fmla="*/ 2093546 h 2845434"/>
                <a:gd name="connsiteX5" fmla="*/ 967644 w 1674072"/>
                <a:gd name="connsiteY5" fmla="*/ 2844875 h 2845434"/>
                <a:gd name="connsiteX0" fmla="*/ 1009180 w 1715608"/>
                <a:gd name="connsiteY0" fmla="*/ 2844875 h 2845434"/>
                <a:gd name="connsiteX1" fmla="*/ 49167 w 1715608"/>
                <a:gd name="connsiteY1" fmla="*/ 2170485 h 2845434"/>
                <a:gd name="connsiteX2" fmla="*/ 1007999 w 1715608"/>
                <a:gd name="connsiteY2" fmla="*/ 12485 h 2845434"/>
                <a:gd name="connsiteX3" fmla="*/ 1153635 w 1715608"/>
                <a:gd name="connsiteY3" fmla="*/ 1019711 h 2845434"/>
                <a:gd name="connsiteX4" fmla="*/ 1709336 w 1715608"/>
                <a:gd name="connsiteY4" fmla="*/ 2093546 h 2845434"/>
                <a:gd name="connsiteX5" fmla="*/ 1009180 w 1715608"/>
                <a:gd name="connsiteY5" fmla="*/ 2844875 h 2845434"/>
                <a:gd name="connsiteX0" fmla="*/ 1006411 w 1712003"/>
                <a:gd name="connsiteY0" fmla="*/ 2862643 h 2863202"/>
                <a:gd name="connsiteX1" fmla="*/ 46398 w 1712003"/>
                <a:gd name="connsiteY1" fmla="*/ 2188253 h 2863202"/>
                <a:gd name="connsiteX2" fmla="*/ 1005230 w 1712003"/>
                <a:gd name="connsiteY2" fmla="*/ 30253 h 2863202"/>
                <a:gd name="connsiteX3" fmla="*/ 1068070 w 1712003"/>
                <a:gd name="connsiteY3" fmla="*/ 1005341 h 2863202"/>
                <a:gd name="connsiteX4" fmla="*/ 1706567 w 1712003"/>
                <a:gd name="connsiteY4" fmla="*/ 2111314 h 2863202"/>
                <a:gd name="connsiteX5" fmla="*/ 1006411 w 1712003"/>
                <a:gd name="connsiteY5" fmla="*/ 2862643 h 2863202"/>
                <a:gd name="connsiteX0" fmla="*/ 1006411 w 1635410"/>
                <a:gd name="connsiteY0" fmla="*/ 2862643 h 2863365"/>
                <a:gd name="connsiteX1" fmla="*/ 46398 w 1635410"/>
                <a:gd name="connsiteY1" fmla="*/ 2188253 h 2863365"/>
                <a:gd name="connsiteX2" fmla="*/ 1005230 w 1635410"/>
                <a:gd name="connsiteY2" fmla="*/ 30253 h 2863365"/>
                <a:gd name="connsiteX3" fmla="*/ 1068070 w 1635410"/>
                <a:gd name="connsiteY3" fmla="*/ 1005341 h 2863365"/>
                <a:gd name="connsiteX4" fmla="*/ 1629201 w 1635410"/>
                <a:gd name="connsiteY4" fmla="*/ 2100055 h 2863365"/>
                <a:gd name="connsiteX5" fmla="*/ 1006411 w 1635410"/>
                <a:gd name="connsiteY5" fmla="*/ 2862643 h 2863365"/>
                <a:gd name="connsiteX0" fmla="*/ 1006411 w 1635410"/>
                <a:gd name="connsiteY0" fmla="*/ 2862643 h 2863365"/>
                <a:gd name="connsiteX1" fmla="*/ 46398 w 1635410"/>
                <a:gd name="connsiteY1" fmla="*/ 2188253 h 2863365"/>
                <a:gd name="connsiteX2" fmla="*/ 1005230 w 1635410"/>
                <a:gd name="connsiteY2" fmla="*/ 30253 h 2863365"/>
                <a:gd name="connsiteX3" fmla="*/ 1068070 w 1635410"/>
                <a:gd name="connsiteY3" fmla="*/ 1005341 h 2863365"/>
                <a:gd name="connsiteX4" fmla="*/ 1629201 w 1635410"/>
                <a:gd name="connsiteY4" fmla="*/ 2100055 h 2863365"/>
                <a:gd name="connsiteX5" fmla="*/ 1006411 w 1635410"/>
                <a:gd name="connsiteY5" fmla="*/ 2862643 h 2863365"/>
                <a:gd name="connsiteX0" fmla="*/ 1006411 w 1629201"/>
                <a:gd name="connsiteY0" fmla="*/ 2862643 h 2863365"/>
                <a:gd name="connsiteX1" fmla="*/ 46398 w 1629201"/>
                <a:gd name="connsiteY1" fmla="*/ 2188253 h 2863365"/>
                <a:gd name="connsiteX2" fmla="*/ 1005230 w 1629201"/>
                <a:gd name="connsiteY2" fmla="*/ 30253 h 2863365"/>
                <a:gd name="connsiteX3" fmla="*/ 1068070 w 1629201"/>
                <a:gd name="connsiteY3" fmla="*/ 1005341 h 2863365"/>
                <a:gd name="connsiteX4" fmla="*/ 1629201 w 1629201"/>
                <a:gd name="connsiteY4" fmla="*/ 2100055 h 2863365"/>
                <a:gd name="connsiteX5" fmla="*/ 1006411 w 1629201"/>
                <a:gd name="connsiteY5" fmla="*/ 2862643 h 2863365"/>
                <a:gd name="connsiteX0" fmla="*/ 1006411 w 1758725"/>
                <a:gd name="connsiteY0" fmla="*/ 2862643 h 2863256"/>
                <a:gd name="connsiteX1" fmla="*/ 46398 w 1758725"/>
                <a:gd name="connsiteY1" fmla="*/ 2188253 h 2863256"/>
                <a:gd name="connsiteX2" fmla="*/ 1005230 w 1758725"/>
                <a:gd name="connsiteY2" fmla="*/ 30253 h 2863256"/>
                <a:gd name="connsiteX3" fmla="*/ 1068070 w 1758725"/>
                <a:gd name="connsiteY3" fmla="*/ 1005341 h 2863256"/>
                <a:gd name="connsiteX4" fmla="*/ 1758725 w 1758725"/>
                <a:gd name="connsiteY4" fmla="*/ 2107426 h 2863256"/>
                <a:gd name="connsiteX5" fmla="*/ 1006411 w 1758725"/>
                <a:gd name="connsiteY5" fmla="*/ 2862643 h 2863256"/>
                <a:gd name="connsiteX0" fmla="*/ 1006411 w 1759523"/>
                <a:gd name="connsiteY0" fmla="*/ 2862643 h 2863256"/>
                <a:gd name="connsiteX1" fmla="*/ 46398 w 1759523"/>
                <a:gd name="connsiteY1" fmla="*/ 2188253 h 2863256"/>
                <a:gd name="connsiteX2" fmla="*/ 1005230 w 1759523"/>
                <a:gd name="connsiteY2" fmla="*/ 30253 h 2863256"/>
                <a:gd name="connsiteX3" fmla="*/ 1068070 w 1759523"/>
                <a:gd name="connsiteY3" fmla="*/ 1005341 h 2863256"/>
                <a:gd name="connsiteX4" fmla="*/ 1758725 w 1759523"/>
                <a:gd name="connsiteY4" fmla="*/ 2107426 h 2863256"/>
                <a:gd name="connsiteX5" fmla="*/ 1006411 w 1759523"/>
                <a:gd name="connsiteY5" fmla="*/ 2862643 h 2863256"/>
                <a:gd name="connsiteX0" fmla="*/ 1006411 w 1660791"/>
                <a:gd name="connsiteY0" fmla="*/ 2862643 h 2862910"/>
                <a:gd name="connsiteX1" fmla="*/ 46398 w 1660791"/>
                <a:gd name="connsiteY1" fmla="*/ 2188253 h 2862910"/>
                <a:gd name="connsiteX2" fmla="*/ 1005230 w 1660791"/>
                <a:gd name="connsiteY2" fmla="*/ 30253 h 2862910"/>
                <a:gd name="connsiteX3" fmla="*/ 1068070 w 1660791"/>
                <a:gd name="connsiteY3" fmla="*/ 1005341 h 2862910"/>
                <a:gd name="connsiteX4" fmla="*/ 1659836 w 1660791"/>
                <a:gd name="connsiteY4" fmla="*/ 2136082 h 2862910"/>
                <a:gd name="connsiteX5" fmla="*/ 1006411 w 1660791"/>
                <a:gd name="connsiteY5" fmla="*/ 2862643 h 286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60791" h="2862910">
                  <a:moveTo>
                    <a:pt x="1006411" y="2862643"/>
                  </a:moveTo>
                  <a:cubicBezTo>
                    <a:pt x="737505" y="2871338"/>
                    <a:pt x="64595" y="2668199"/>
                    <a:pt x="46398" y="2188253"/>
                  </a:cubicBezTo>
                  <a:cubicBezTo>
                    <a:pt x="-233171" y="1357457"/>
                    <a:pt x="834951" y="227405"/>
                    <a:pt x="1005230" y="30253"/>
                  </a:cubicBezTo>
                  <a:cubicBezTo>
                    <a:pt x="1175509" y="-166899"/>
                    <a:pt x="933180" y="650616"/>
                    <a:pt x="1068070" y="1005341"/>
                  </a:cubicBezTo>
                  <a:cubicBezTo>
                    <a:pt x="1202960" y="1360066"/>
                    <a:pt x="1685078" y="1618256"/>
                    <a:pt x="1659836" y="2136082"/>
                  </a:cubicBezTo>
                  <a:cubicBezTo>
                    <a:pt x="1512636" y="2675183"/>
                    <a:pt x="1275317" y="2853948"/>
                    <a:pt x="1006411" y="2862643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4">
              <a:extLst>
                <a:ext uri="{FF2B5EF4-FFF2-40B4-BE49-F238E27FC236}">
                  <a16:creationId xmlns:a16="http://schemas.microsoft.com/office/drawing/2014/main" id="{61ED1A3D-F89A-43AB-A346-D2D46EA9986B}"/>
                </a:ext>
              </a:extLst>
            </p:cNvPr>
            <p:cNvSpPr/>
            <p:nvPr/>
          </p:nvSpPr>
          <p:spPr>
            <a:xfrm>
              <a:off x="6658095" y="4893177"/>
              <a:ext cx="692997" cy="1253193"/>
            </a:xfrm>
            <a:custGeom>
              <a:avLst/>
              <a:gdLst>
                <a:gd name="connsiteX0" fmla="*/ 0 w 191068"/>
                <a:gd name="connsiteY0" fmla="*/ 0 h 1144772"/>
                <a:gd name="connsiteX1" fmla="*/ 191068 w 191068"/>
                <a:gd name="connsiteY1" fmla="*/ 0 h 1144772"/>
                <a:gd name="connsiteX2" fmla="*/ 191068 w 191068"/>
                <a:gd name="connsiteY2" fmla="*/ 1144772 h 1144772"/>
                <a:gd name="connsiteX3" fmla="*/ 0 w 191068"/>
                <a:gd name="connsiteY3" fmla="*/ 1144772 h 1144772"/>
                <a:gd name="connsiteX4" fmla="*/ 0 w 191068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1144772 h 1144772"/>
                <a:gd name="connsiteX4" fmla="*/ 216746 w 407814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916172 h 1144772"/>
                <a:gd name="connsiteX4" fmla="*/ 216746 w 407814"/>
                <a:gd name="connsiteY4" fmla="*/ 0 h 1144772"/>
                <a:gd name="connsiteX0" fmla="*/ 216746 w 407814"/>
                <a:gd name="connsiteY0" fmla="*/ 0 h 1192233"/>
                <a:gd name="connsiteX1" fmla="*/ 407814 w 407814"/>
                <a:gd name="connsiteY1" fmla="*/ 0 h 1192233"/>
                <a:gd name="connsiteX2" fmla="*/ 407814 w 407814"/>
                <a:gd name="connsiteY2" fmla="*/ 1144772 h 1192233"/>
                <a:gd name="connsiteX3" fmla="*/ 207078 w 407814"/>
                <a:gd name="connsiteY3" fmla="*/ 1187583 h 1192233"/>
                <a:gd name="connsiteX4" fmla="*/ 216746 w 407814"/>
                <a:gd name="connsiteY4" fmla="*/ 916172 h 1192233"/>
                <a:gd name="connsiteX5" fmla="*/ 216746 w 407814"/>
                <a:gd name="connsiteY5" fmla="*/ 0 h 1192233"/>
                <a:gd name="connsiteX0" fmla="*/ 212865 w 403933"/>
                <a:gd name="connsiteY0" fmla="*/ 0 h 1192233"/>
                <a:gd name="connsiteX1" fmla="*/ 403933 w 403933"/>
                <a:gd name="connsiteY1" fmla="*/ 0 h 1192233"/>
                <a:gd name="connsiteX2" fmla="*/ 403933 w 403933"/>
                <a:gd name="connsiteY2" fmla="*/ 1144772 h 1192233"/>
                <a:gd name="connsiteX3" fmla="*/ 203197 w 403933"/>
                <a:gd name="connsiteY3" fmla="*/ 1187583 h 1192233"/>
                <a:gd name="connsiteX4" fmla="*/ 228105 w 403933"/>
                <a:gd name="connsiteY4" fmla="*/ 923792 h 1192233"/>
                <a:gd name="connsiteX5" fmla="*/ 212865 w 403933"/>
                <a:gd name="connsiteY5" fmla="*/ 0 h 1192233"/>
                <a:gd name="connsiteX0" fmla="*/ 247673 w 438741"/>
                <a:gd name="connsiteY0" fmla="*/ 0 h 1192233"/>
                <a:gd name="connsiteX1" fmla="*/ 438741 w 438741"/>
                <a:gd name="connsiteY1" fmla="*/ 0 h 1192233"/>
                <a:gd name="connsiteX2" fmla="*/ 438741 w 438741"/>
                <a:gd name="connsiteY2" fmla="*/ 1144772 h 1192233"/>
                <a:gd name="connsiteX3" fmla="*/ 238005 w 438741"/>
                <a:gd name="connsiteY3" fmla="*/ 1187583 h 1192233"/>
                <a:gd name="connsiteX4" fmla="*/ 262913 w 438741"/>
                <a:gd name="connsiteY4" fmla="*/ 923792 h 1192233"/>
                <a:gd name="connsiteX5" fmla="*/ 247673 w 438741"/>
                <a:gd name="connsiteY5" fmla="*/ 0 h 1192233"/>
                <a:gd name="connsiteX0" fmla="*/ 247673 w 537801"/>
                <a:gd name="connsiteY0" fmla="*/ 30480 h 1222713"/>
                <a:gd name="connsiteX1" fmla="*/ 537801 w 537801"/>
                <a:gd name="connsiteY1" fmla="*/ 0 h 1222713"/>
                <a:gd name="connsiteX2" fmla="*/ 438741 w 537801"/>
                <a:gd name="connsiteY2" fmla="*/ 1175252 h 1222713"/>
                <a:gd name="connsiteX3" fmla="*/ 238005 w 537801"/>
                <a:gd name="connsiteY3" fmla="*/ 1218063 h 1222713"/>
                <a:gd name="connsiteX4" fmla="*/ 262913 w 537801"/>
                <a:gd name="connsiteY4" fmla="*/ 954272 h 1222713"/>
                <a:gd name="connsiteX5" fmla="*/ 247673 w 537801"/>
                <a:gd name="connsiteY5" fmla="*/ 30480 h 1222713"/>
                <a:gd name="connsiteX0" fmla="*/ 247673 w 666141"/>
                <a:gd name="connsiteY0" fmla="*/ 30480 h 1222713"/>
                <a:gd name="connsiteX1" fmla="*/ 537801 w 666141"/>
                <a:gd name="connsiteY1" fmla="*/ 0 h 1222713"/>
                <a:gd name="connsiteX2" fmla="*/ 438741 w 666141"/>
                <a:gd name="connsiteY2" fmla="*/ 1175252 h 1222713"/>
                <a:gd name="connsiteX3" fmla="*/ 238005 w 666141"/>
                <a:gd name="connsiteY3" fmla="*/ 1218063 h 1222713"/>
                <a:gd name="connsiteX4" fmla="*/ 262913 w 666141"/>
                <a:gd name="connsiteY4" fmla="*/ 954272 h 1222713"/>
                <a:gd name="connsiteX5" fmla="*/ 247673 w 666141"/>
                <a:gd name="connsiteY5" fmla="*/ 30480 h 1222713"/>
                <a:gd name="connsiteX0" fmla="*/ 247673 w 547301"/>
                <a:gd name="connsiteY0" fmla="*/ 30480 h 1222713"/>
                <a:gd name="connsiteX1" fmla="*/ 537801 w 547301"/>
                <a:gd name="connsiteY1" fmla="*/ 0 h 1222713"/>
                <a:gd name="connsiteX2" fmla="*/ 428505 w 547301"/>
                <a:gd name="connsiteY2" fmla="*/ 829443 h 1222713"/>
                <a:gd name="connsiteX3" fmla="*/ 438741 w 547301"/>
                <a:gd name="connsiteY3" fmla="*/ 1175252 h 1222713"/>
                <a:gd name="connsiteX4" fmla="*/ 238005 w 547301"/>
                <a:gd name="connsiteY4" fmla="*/ 1218063 h 1222713"/>
                <a:gd name="connsiteX5" fmla="*/ 262913 w 547301"/>
                <a:gd name="connsiteY5" fmla="*/ 954272 h 1222713"/>
                <a:gd name="connsiteX6" fmla="*/ 247673 w 547301"/>
                <a:gd name="connsiteY6" fmla="*/ 30480 h 1222713"/>
                <a:gd name="connsiteX0" fmla="*/ 247673 w 612857"/>
                <a:gd name="connsiteY0" fmla="*/ 30480 h 1222713"/>
                <a:gd name="connsiteX1" fmla="*/ 537801 w 612857"/>
                <a:gd name="connsiteY1" fmla="*/ 0 h 1222713"/>
                <a:gd name="connsiteX2" fmla="*/ 428505 w 612857"/>
                <a:gd name="connsiteY2" fmla="*/ 829443 h 1222713"/>
                <a:gd name="connsiteX3" fmla="*/ 438741 w 612857"/>
                <a:gd name="connsiteY3" fmla="*/ 1175252 h 1222713"/>
                <a:gd name="connsiteX4" fmla="*/ 238005 w 612857"/>
                <a:gd name="connsiteY4" fmla="*/ 1218063 h 1222713"/>
                <a:gd name="connsiteX5" fmla="*/ 262913 w 612857"/>
                <a:gd name="connsiteY5" fmla="*/ 954272 h 1222713"/>
                <a:gd name="connsiteX6" fmla="*/ 247673 w 612857"/>
                <a:gd name="connsiteY6" fmla="*/ 30480 h 1222713"/>
                <a:gd name="connsiteX0" fmla="*/ 247673 w 688319"/>
                <a:gd name="connsiteY0" fmla="*/ 30480 h 1222713"/>
                <a:gd name="connsiteX1" fmla="*/ 537801 w 688319"/>
                <a:gd name="connsiteY1" fmla="*/ 0 h 1222713"/>
                <a:gd name="connsiteX2" fmla="*/ 428505 w 688319"/>
                <a:gd name="connsiteY2" fmla="*/ 829443 h 1222713"/>
                <a:gd name="connsiteX3" fmla="*/ 438741 w 688319"/>
                <a:gd name="connsiteY3" fmla="*/ 1175252 h 1222713"/>
                <a:gd name="connsiteX4" fmla="*/ 238005 w 688319"/>
                <a:gd name="connsiteY4" fmla="*/ 1218063 h 1222713"/>
                <a:gd name="connsiteX5" fmla="*/ 262913 w 688319"/>
                <a:gd name="connsiteY5" fmla="*/ 954272 h 1222713"/>
                <a:gd name="connsiteX6" fmla="*/ 247673 w 688319"/>
                <a:gd name="connsiteY6" fmla="*/ 30480 h 1222713"/>
                <a:gd name="connsiteX0" fmla="*/ 247673 w 692997"/>
                <a:gd name="connsiteY0" fmla="*/ 60960 h 1253193"/>
                <a:gd name="connsiteX1" fmla="*/ 545421 w 692997"/>
                <a:gd name="connsiteY1" fmla="*/ 0 h 1253193"/>
                <a:gd name="connsiteX2" fmla="*/ 428505 w 692997"/>
                <a:gd name="connsiteY2" fmla="*/ 859923 h 1253193"/>
                <a:gd name="connsiteX3" fmla="*/ 438741 w 692997"/>
                <a:gd name="connsiteY3" fmla="*/ 1205732 h 1253193"/>
                <a:gd name="connsiteX4" fmla="*/ 238005 w 692997"/>
                <a:gd name="connsiteY4" fmla="*/ 1248543 h 1253193"/>
                <a:gd name="connsiteX5" fmla="*/ 262913 w 692997"/>
                <a:gd name="connsiteY5" fmla="*/ 984752 h 1253193"/>
                <a:gd name="connsiteX6" fmla="*/ 247673 w 692997"/>
                <a:gd name="connsiteY6" fmla="*/ 60960 h 125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2997" h="1253193">
                  <a:moveTo>
                    <a:pt x="247673" y="60960"/>
                  </a:moveTo>
                  <a:lnTo>
                    <a:pt x="545421" y="0"/>
                  </a:lnTo>
                  <a:cubicBezTo>
                    <a:pt x="782570" y="37911"/>
                    <a:pt x="726955" y="336388"/>
                    <a:pt x="428505" y="859923"/>
                  </a:cubicBezTo>
                  <a:cubicBezTo>
                    <a:pt x="411995" y="1055798"/>
                    <a:pt x="487001" y="1137152"/>
                    <a:pt x="438741" y="1205732"/>
                  </a:cubicBezTo>
                  <a:cubicBezTo>
                    <a:pt x="415009" y="1179362"/>
                    <a:pt x="261737" y="1274913"/>
                    <a:pt x="238005" y="1248543"/>
                  </a:cubicBezTo>
                  <a:lnTo>
                    <a:pt x="262913" y="984752"/>
                  </a:lnTo>
                  <a:cubicBezTo>
                    <a:pt x="118133" y="808901"/>
                    <a:pt x="-240007" y="495891"/>
                    <a:pt x="247673" y="60960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: Rounded Corners 10">
              <a:extLst>
                <a:ext uri="{FF2B5EF4-FFF2-40B4-BE49-F238E27FC236}">
                  <a16:creationId xmlns:a16="http://schemas.microsoft.com/office/drawing/2014/main" id="{22DE8F8F-417F-491D-99E8-13497F13FEB2}"/>
                </a:ext>
              </a:extLst>
            </p:cNvPr>
            <p:cNvSpPr/>
            <p:nvPr/>
          </p:nvSpPr>
          <p:spPr>
            <a:xfrm>
              <a:off x="6404046" y="5890108"/>
              <a:ext cx="894044" cy="320191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D5F6583-232A-4869-A224-B6D4329C5A06}"/>
                </a:ext>
              </a:extLst>
            </p:cNvPr>
            <p:cNvSpPr/>
            <p:nvPr/>
          </p:nvSpPr>
          <p:spPr>
            <a:xfrm rot="21151717">
              <a:off x="5850668" y="4072293"/>
              <a:ext cx="466896" cy="1350598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E810404A-4FCE-4F92-8E10-56B8315F1C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9973" y="5266780"/>
              <a:ext cx="588148" cy="1782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Oval 4">
              <a:extLst>
                <a:ext uri="{FF2B5EF4-FFF2-40B4-BE49-F238E27FC236}">
                  <a16:creationId xmlns:a16="http://schemas.microsoft.com/office/drawing/2014/main" id="{32F0A813-030C-4966-80A8-D33F9509BEFF}"/>
                </a:ext>
              </a:extLst>
            </p:cNvPr>
            <p:cNvSpPr/>
            <p:nvPr/>
          </p:nvSpPr>
          <p:spPr>
            <a:xfrm>
              <a:off x="5326077" y="2416678"/>
              <a:ext cx="1407061" cy="1378424"/>
            </a:xfrm>
            <a:custGeom>
              <a:avLst/>
              <a:gdLst>
                <a:gd name="connsiteX0" fmla="*/ 0 w 1378424"/>
                <a:gd name="connsiteY0" fmla="*/ 689212 h 1378424"/>
                <a:gd name="connsiteX1" fmla="*/ 689212 w 1378424"/>
                <a:gd name="connsiteY1" fmla="*/ 0 h 1378424"/>
                <a:gd name="connsiteX2" fmla="*/ 1378424 w 1378424"/>
                <a:gd name="connsiteY2" fmla="*/ 689212 h 1378424"/>
                <a:gd name="connsiteX3" fmla="*/ 689212 w 1378424"/>
                <a:gd name="connsiteY3" fmla="*/ 1378424 h 1378424"/>
                <a:gd name="connsiteX4" fmla="*/ 0 w 1378424"/>
                <a:gd name="connsiteY4" fmla="*/ 689212 h 1378424"/>
                <a:gd name="connsiteX0" fmla="*/ 0 w 1396077"/>
                <a:gd name="connsiteY0" fmla="*/ 689212 h 1378424"/>
                <a:gd name="connsiteX1" fmla="*/ 689212 w 1396077"/>
                <a:gd name="connsiteY1" fmla="*/ 0 h 1378424"/>
                <a:gd name="connsiteX2" fmla="*/ 1378424 w 1396077"/>
                <a:gd name="connsiteY2" fmla="*/ 689212 h 1378424"/>
                <a:gd name="connsiteX3" fmla="*/ 689212 w 1396077"/>
                <a:gd name="connsiteY3" fmla="*/ 1378424 h 1378424"/>
                <a:gd name="connsiteX4" fmla="*/ 0 w 1396077"/>
                <a:gd name="connsiteY4" fmla="*/ 689212 h 1378424"/>
                <a:gd name="connsiteX0" fmla="*/ 10984 w 1407061"/>
                <a:gd name="connsiteY0" fmla="*/ 689212 h 1378424"/>
                <a:gd name="connsiteX1" fmla="*/ 700196 w 1407061"/>
                <a:gd name="connsiteY1" fmla="*/ 0 h 1378424"/>
                <a:gd name="connsiteX2" fmla="*/ 1389408 w 1407061"/>
                <a:gd name="connsiteY2" fmla="*/ 689212 h 1378424"/>
                <a:gd name="connsiteX3" fmla="*/ 700196 w 1407061"/>
                <a:gd name="connsiteY3" fmla="*/ 1378424 h 1378424"/>
                <a:gd name="connsiteX4" fmla="*/ 10984 w 1407061"/>
                <a:gd name="connsiteY4" fmla="*/ 689212 h 137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7061" h="1378424">
                  <a:moveTo>
                    <a:pt x="10984" y="689212"/>
                  </a:moveTo>
                  <a:cubicBezTo>
                    <a:pt x="92871" y="281275"/>
                    <a:pt x="319555" y="0"/>
                    <a:pt x="700196" y="0"/>
                  </a:cubicBezTo>
                  <a:cubicBezTo>
                    <a:pt x="1080837" y="0"/>
                    <a:pt x="1389408" y="308571"/>
                    <a:pt x="1389408" y="689212"/>
                  </a:cubicBezTo>
                  <a:cubicBezTo>
                    <a:pt x="1498590" y="1219978"/>
                    <a:pt x="1080837" y="1378424"/>
                    <a:pt x="700196" y="1378424"/>
                  </a:cubicBezTo>
                  <a:cubicBezTo>
                    <a:pt x="319555" y="1378424"/>
                    <a:pt x="-70903" y="1097149"/>
                    <a:pt x="10984" y="68921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: Rounded Corners 10">
              <a:extLst>
                <a:ext uri="{FF2B5EF4-FFF2-40B4-BE49-F238E27FC236}">
                  <a16:creationId xmlns:a16="http://schemas.microsoft.com/office/drawing/2014/main" id="{835B2174-8DD4-4B5B-87D3-08007E858896}"/>
                </a:ext>
              </a:extLst>
            </p:cNvPr>
            <p:cNvSpPr/>
            <p:nvPr/>
          </p:nvSpPr>
          <p:spPr>
            <a:xfrm rot="16575385" flipH="1">
              <a:off x="6992640" y="4617000"/>
              <a:ext cx="294727" cy="643353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F80C7036-1066-4984-82FF-BA4F8F9D7F1C}"/>
                </a:ext>
              </a:extLst>
            </p:cNvPr>
            <p:cNvSpPr/>
            <p:nvPr/>
          </p:nvSpPr>
          <p:spPr>
            <a:xfrm>
              <a:off x="6209488" y="2861164"/>
              <a:ext cx="209550" cy="28817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CB7F095E-12B8-4D78-83FF-FE174481D2FF}"/>
                </a:ext>
              </a:extLst>
            </p:cNvPr>
            <p:cNvSpPr/>
            <p:nvPr/>
          </p:nvSpPr>
          <p:spPr>
            <a:xfrm>
              <a:off x="5515705" y="2842667"/>
              <a:ext cx="209550" cy="28817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765D1A0-3CC4-46AE-AF96-B8EE5EDF594D}"/>
                </a:ext>
              </a:extLst>
            </p:cNvPr>
            <p:cNvSpPr/>
            <p:nvPr/>
          </p:nvSpPr>
          <p:spPr>
            <a:xfrm>
              <a:off x="5573159" y="2910544"/>
              <a:ext cx="103377" cy="14216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733128E5-D606-4AF2-AB41-B70FB811A3FA}"/>
                </a:ext>
              </a:extLst>
            </p:cNvPr>
            <p:cNvSpPr/>
            <p:nvPr/>
          </p:nvSpPr>
          <p:spPr>
            <a:xfrm>
              <a:off x="6262574" y="2916207"/>
              <a:ext cx="103377" cy="14216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B35BBA6D-5D7C-4E44-A6EA-C64387B705A8}"/>
                </a:ext>
              </a:extLst>
            </p:cNvPr>
            <p:cNvSpPr/>
            <p:nvPr/>
          </p:nvSpPr>
          <p:spPr>
            <a:xfrm>
              <a:off x="5818876" y="3123914"/>
              <a:ext cx="209550" cy="12720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6CEBA04-649C-4C08-B602-366758B22246}"/>
                </a:ext>
              </a:extLst>
            </p:cNvPr>
            <p:cNvSpPr/>
            <p:nvPr/>
          </p:nvSpPr>
          <p:spPr>
            <a:xfrm rot="21290501">
              <a:off x="5916799" y="3208169"/>
              <a:ext cx="138113" cy="226608"/>
            </a:xfrm>
            <a:custGeom>
              <a:avLst/>
              <a:gdLst>
                <a:gd name="connsiteX0" fmla="*/ 110978 w 298566"/>
                <a:gd name="connsiteY0" fmla="*/ 0 h 382075"/>
                <a:gd name="connsiteX1" fmla="*/ 6203 w 298566"/>
                <a:gd name="connsiteY1" fmla="*/ 333375 h 382075"/>
                <a:gd name="connsiteX2" fmla="*/ 272903 w 298566"/>
                <a:gd name="connsiteY2" fmla="*/ 381000 h 382075"/>
                <a:gd name="connsiteX3" fmla="*/ 272903 w 298566"/>
                <a:gd name="connsiteY3" fmla="*/ 361950 h 382075"/>
                <a:gd name="connsiteX0" fmla="*/ 76913 w 264501"/>
                <a:gd name="connsiteY0" fmla="*/ 0 h 382075"/>
                <a:gd name="connsiteX1" fmla="*/ 10238 w 264501"/>
                <a:gd name="connsiteY1" fmla="*/ 219075 h 382075"/>
                <a:gd name="connsiteX2" fmla="*/ 238838 w 264501"/>
                <a:gd name="connsiteY2" fmla="*/ 381000 h 382075"/>
                <a:gd name="connsiteX3" fmla="*/ 238838 w 264501"/>
                <a:gd name="connsiteY3" fmla="*/ 361950 h 382075"/>
                <a:gd name="connsiteX0" fmla="*/ 76913 w 254773"/>
                <a:gd name="connsiteY0" fmla="*/ 0 h 381082"/>
                <a:gd name="connsiteX1" fmla="*/ 10238 w 254773"/>
                <a:gd name="connsiteY1" fmla="*/ 219075 h 381082"/>
                <a:gd name="connsiteX2" fmla="*/ 238838 w 254773"/>
                <a:gd name="connsiteY2" fmla="*/ 381000 h 381082"/>
                <a:gd name="connsiteX3" fmla="*/ 200738 w 254773"/>
                <a:gd name="connsiteY3" fmla="*/ 171450 h 381082"/>
                <a:gd name="connsiteX0" fmla="*/ 74234 w 198059"/>
                <a:gd name="connsiteY0" fmla="*/ 0 h 226172"/>
                <a:gd name="connsiteX1" fmla="*/ 7559 w 198059"/>
                <a:gd name="connsiteY1" fmla="*/ 219075 h 226172"/>
                <a:gd name="connsiteX2" fmla="*/ 198059 w 198059"/>
                <a:gd name="connsiteY2" fmla="*/ 171450 h 226172"/>
                <a:gd name="connsiteX0" fmla="*/ 74234 w 198059"/>
                <a:gd name="connsiteY0" fmla="*/ 0 h 237740"/>
                <a:gd name="connsiteX1" fmla="*/ 7559 w 198059"/>
                <a:gd name="connsiteY1" fmla="*/ 219075 h 237740"/>
                <a:gd name="connsiteX2" fmla="*/ 198059 w 198059"/>
                <a:gd name="connsiteY2" fmla="*/ 219075 h 237740"/>
                <a:gd name="connsiteX0" fmla="*/ 72262 w 167512"/>
                <a:gd name="connsiteY0" fmla="*/ 0 h 223925"/>
                <a:gd name="connsiteX1" fmla="*/ 5587 w 167512"/>
                <a:gd name="connsiteY1" fmla="*/ 219075 h 223925"/>
                <a:gd name="connsiteX2" fmla="*/ 167512 w 167512"/>
                <a:gd name="connsiteY2" fmla="*/ 152400 h 223925"/>
                <a:gd name="connsiteX0" fmla="*/ 45006 w 140256"/>
                <a:gd name="connsiteY0" fmla="*/ 0 h 214907"/>
                <a:gd name="connsiteX1" fmla="*/ 16431 w 140256"/>
                <a:gd name="connsiteY1" fmla="*/ 209550 h 214907"/>
                <a:gd name="connsiteX2" fmla="*/ 140256 w 140256"/>
                <a:gd name="connsiteY2" fmla="*/ 152400 h 214907"/>
                <a:gd name="connsiteX0" fmla="*/ 75290 w 170540"/>
                <a:gd name="connsiteY0" fmla="*/ 0 h 210951"/>
                <a:gd name="connsiteX1" fmla="*/ 46715 w 170540"/>
                <a:gd name="connsiteY1" fmla="*/ 209550 h 210951"/>
                <a:gd name="connsiteX2" fmla="*/ 170540 w 170540"/>
                <a:gd name="connsiteY2" fmla="*/ 152400 h 210951"/>
                <a:gd name="connsiteX0" fmla="*/ 30711 w 168824"/>
                <a:gd name="connsiteY0" fmla="*/ 0 h 229972"/>
                <a:gd name="connsiteX1" fmla="*/ 44999 w 168824"/>
                <a:gd name="connsiteY1" fmla="*/ 223838 h 229972"/>
                <a:gd name="connsiteX2" fmla="*/ 168824 w 168824"/>
                <a:gd name="connsiteY2" fmla="*/ 166688 h 229972"/>
                <a:gd name="connsiteX0" fmla="*/ 30711 w 168824"/>
                <a:gd name="connsiteY0" fmla="*/ 0 h 199868"/>
                <a:gd name="connsiteX1" fmla="*/ 44999 w 168824"/>
                <a:gd name="connsiteY1" fmla="*/ 195263 h 199868"/>
                <a:gd name="connsiteX2" fmla="*/ 168824 w 168824"/>
                <a:gd name="connsiteY2" fmla="*/ 138113 h 199868"/>
                <a:gd name="connsiteX0" fmla="*/ 0 w 138113"/>
                <a:gd name="connsiteY0" fmla="*/ 0 h 138113"/>
                <a:gd name="connsiteX1" fmla="*/ 138113 w 138113"/>
                <a:gd name="connsiteY1" fmla="*/ 138113 h 138113"/>
                <a:gd name="connsiteX0" fmla="*/ 0 w 138113"/>
                <a:gd name="connsiteY0" fmla="*/ 0 h 210075"/>
                <a:gd name="connsiteX1" fmla="*/ 138113 w 138113"/>
                <a:gd name="connsiteY1" fmla="*/ 138113 h 21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8113" h="210075">
                  <a:moveTo>
                    <a:pt x="0" y="0"/>
                  </a:moveTo>
                  <a:cubicBezTo>
                    <a:pt x="46038" y="46038"/>
                    <a:pt x="-88900" y="344488"/>
                    <a:pt x="138113" y="13811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2975DB48-85CA-4EFF-8853-F2007295C4AE}"/>
                </a:ext>
              </a:extLst>
            </p:cNvPr>
            <p:cNvSpPr/>
            <p:nvPr/>
          </p:nvSpPr>
          <p:spPr>
            <a:xfrm flipH="1">
              <a:off x="5791368" y="3212212"/>
              <a:ext cx="138113" cy="226608"/>
            </a:xfrm>
            <a:custGeom>
              <a:avLst/>
              <a:gdLst>
                <a:gd name="connsiteX0" fmla="*/ 110978 w 298566"/>
                <a:gd name="connsiteY0" fmla="*/ 0 h 382075"/>
                <a:gd name="connsiteX1" fmla="*/ 6203 w 298566"/>
                <a:gd name="connsiteY1" fmla="*/ 333375 h 382075"/>
                <a:gd name="connsiteX2" fmla="*/ 272903 w 298566"/>
                <a:gd name="connsiteY2" fmla="*/ 381000 h 382075"/>
                <a:gd name="connsiteX3" fmla="*/ 272903 w 298566"/>
                <a:gd name="connsiteY3" fmla="*/ 361950 h 382075"/>
                <a:gd name="connsiteX0" fmla="*/ 76913 w 264501"/>
                <a:gd name="connsiteY0" fmla="*/ 0 h 382075"/>
                <a:gd name="connsiteX1" fmla="*/ 10238 w 264501"/>
                <a:gd name="connsiteY1" fmla="*/ 219075 h 382075"/>
                <a:gd name="connsiteX2" fmla="*/ 238838 w 264501"/>
                <a:gd name="connsiteY2" fmla="*/ 381000 h 382075"/>
                <a:gd name="connsiteX3" fmla="*/ 238838 w 264501"/>
                <a:gd name="connsiteY3" fmla="*/ 361950 h 382075"/>
                <a:gd name="connsiteX0" fmla="*/ 76913 w 254773"/>
                <a:gd name="connsiteY0" fmla="*/ 0 h 381082"/>
                <a:gd name="connsiteX1" fmla="*/ 10238 w 254773"/>
                <a:gd name="connsiteY1" fmla="*/ 219075 h 381082"/>
                <a:gd name="connsiteX2" fmla="*/ 238838 w 254773"/>
                <a:gd name="connsiteY2" fmla="*/ 381000 h 381082"/>
                <a:gd name="connsiteX3" fmla="*/ 200738 w 254773"/>
                <a:gd name="connsiteY3" fmla="*/ 171450 h 381082"/>
                <a:gd name="connsiteX0" fmla="*/ 74234 w 198059"/>
                <a:gd name="connsiteY0" fmla="*/ 0 h 226172"/>
                <a:gd name="connsiteX1" fmla="*/ 7559 w 198059"/>
                <a:gd name="connsiteY1" fmla="*/ 219075 h 226172"/>
                <a:gd name="connsiteX2" fmla="*/ 198059 w 198059"/>
                <a:gd name="connsiteY2" fmla="*/ 171450 h 226172"/>
                <a:gd name="connsiteX0" fmla="*/ 74234 w 198059"/>
                <a:gd name="connsiteY0" fmla="*/ 0 h 237740"/>
                <a:gd name="connsiteX1" fmla="*/ 7559 w 198059"/>
                <a:gd name="connsiteY1" fmla="*/ 219075 h 237740"/>
                <a:gd name="connsiteX2" fmla="*/ 198059 w 198059"/>
                <a:gd name="connsiteY2" fmla="*/ 219075 h 237740"/>
                <a:gd name="connsiteX0" fmla="*/ 72262 w 167512"/>
                <a:gd name="connsiteY0" fmla="*/ 0 h 223925"/>
                <a:gd name="connsiteX1" fmla="*/ 5587 w 167512"/>
                <a:gd name="connsiteY1" fmla="*/ 219075 h 223925"/>
                <a:gd name="connsiteX2" fmla="*/ 167512 w 167512"/>
                <a:gd name="connsiteY2" fmla="*/ 152400 h 223925"/>
                <a:gd name="connsiteX0" fmla="*/ 45006 w 140256"/>
                <a:gd name="connsiteY0" fmla="*/ 0 h 214907"/>
                <a:gd name="connsiteX1" fmla="*/ 16431 w 140256"/>
                <a:gd name="connsiteY1" fmla="*/ 209550 h 214907"/>
                <a:gd name="connsiteX2" fmla="*/ 140256 w 140256"/>
                <a:gd name="connsiteY2" fmla="*/ 152400 h 214907"/>
                <a:gd name="connsiteX0" fmla="*/ 75290 w 170540"/>
                <a:gd name="connsiteY0" fmla="*/ 0 h 210951"/>
                <a:gd name="connsiteX1" fmla="*/ 46715 w 170540"/>
                <a:gd name="connsiteY1" fmla="*/ 209550 h 210951"/>
                <a:gd name="connsiteX2" fmla="*/ 170540 w 170540"/>
                <a:gd name="connsiteY2" fmla="*/ 152400 h 210951"/>
                <a:gd name="connsiteX0" fmla="*/ 30711 w 168824"/>
                <a:gd name="connsiteY0" fmla="*/ 0 h 229972"/>
                <a:gd name="connsiteX1" fmla="*/ 44999 w 168824"/>
                <a:gd name="connsiteY1" fmla="*/ 223838 h 229972"/>
                <a:gd name="connsiteX2" fmla="*/ 168824 w 168824"/>
                <a:gd name="connsiteY2" fmla="*/ 166688 h 229972"/>
                <a:gd name="connsiteX0" fmla="*/ 30711 w 168824"/>
                <a:gd name="connsiteY0" fmla="*/ 0 h 199868"/>
                <a:gd name="connsiteX1" fmla="*/ 44999 w 168824"/>
                <a:gd name="connsiteY1" fmla="*/ 195263 h 199868"/>
                <a:gd name="connsiteX2" fmla="*/ 168824 w 168824"/>
                <a:gd name="connsiteY2" fmla="*/ 138113 h 199868"/>
                <a:gd name="connsiteX0" fmla="*/ 0 w 138113"/>
                <a:gd name="connsiteY0" fmla="*/ 0 h 138113"/>
                <a:gd name="connsiteX1" fmla="*/ 138113 w 138113"/>
                <a:gd name="connsiteY1" fmla="*/ 138113 h 138113"/>
                <a:gd name="connsiteX0" fmla="*/ 0 w 138113"/>
                <a:gd name="connsiteY0" fmla="*/ 0 h 210075"/>
                <a:gd name="connsiteX1" fmla="*/ 138113 w 138113"/>
                <a:gd name="connsiteY1" fmla="*/ 138113 h 21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8113" h="210075">
                  <a:moveTo>
                    <a:pt x="0" y="0"/>
                  </a:moveTo>
                  <a:cubicBezTo>
                    <a:pt x="46038" y="46038"/>
                    <a:pt x="-88900" y="344488"/>
                    <a:pt x="138113" y="13811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: Rounded Corners 10">
              <a:extLst>
                <a:ext uri="{FF2B5EF4-FFF2-40B4-BE49-F238E27FC236}">
                  <a16:creationId xmlns:a16="http://schemas.microsoft.com/office/drawing/2014/main" id="{57D350A6-3EC6-4B9C-BD19-705E955085C3}"/>
                </a:ext>
              </a:extLst>
            </p:cNvPr>
            <p:cNvSpPr/>
            <p:nvPr/>
          </p:nvSpPr>
          <p:spPr>
            <a:xfrm rot="15023604" flipH="1">
              <a:off x="6868407" y="5775701"/>
              <a:ext cx="272370" cy="174800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35">
              <a:extLst>
                <a:ext uri="{FF2B5EF4-FFF2-40B4-BE49-F238E27FC236}">
                  <a16:creationId xmlns:a16="http://schemas.microsoft.com/office/drawing/2014/main" id="{E6C1DE06-1E22-457F-A02B-8DAC3A2D18EA}"/>
                </a:ext>
              </a:extLst>
            </p:cNvPr>
            <p:cNvSpPr/>
            <p:nvPr/>
          </p:nvSpPr>
          <p:spPr>
            <a:xfrm rot="3817919">
              <a:off x="5922900" y="4411054"/>
              <a:ext cx="112223" cy="716059"/>
            </a:xfrm>
            <a:custGeom>
              <a:avLst/>
              <a:gdLst>
                <a:gd name="connsiteX0" fmla="*/ 0 w 45719"/>
                <a:gd name="connsiteY0" fmla="*/ 0 h 605128"/>
                <a:gd name="connsiteX1" fmla="*/ 45719 w 45719"/>
                <a:gd name="connsiteY1" fmla="*/ 0 h 605128"/>
                <a:gd name="connsiteX2" fmla="*/ 45719 w 45719"/>
                <a:gd name="connsiteY2" fmla="*/ 605128 h 605128"/>
                <a:gd name="connsiteX3" fmla="*/ 0 w 45719"/>
                <a:gd name="connsiteY3" fmla="*/ 605128 h 605128"/>
                <a:gd name="connsiteX4" fmla="*/ 0 w 45719"/>
                <a:gd name="connsiteY4" fmla="*/ 0 h 605128"/>
                <a:gd name="connsiteX0" fmla="*/ 0 w 91583"/>
                <a:gd name="connsiteY0" fmla="*/ 0 h 605128"/>
                <a:gd name="connsiteX1" fmla="*/ 45719 w 91583"/>
                <a:gd name="connsiteY1" fmla="*/ 0 h 605128"/>
                <a:gd name="connsiteX2" fmla="*/ 45719 w 91583"/>
                <a:gd name="connsiteY2" fmla="*/ 605128 h 605128"/>
                <a:gd name="connsiteX3" fmla="*/ 0 w 91583"/>
                <a:gd name="connsiteY3" fmla="*/ 605128 h 605128"/>
                <a:gd name="connsiteX4" fmla="*/ 0 w 91583"/>
                <a:gd name="connsiteY4" fmla="*/ 0 h 605128"/>
                <a:gd name="connsiteX0" fmla="*/ 22114 w 113697"/>
                <a:gd name="connsiteY0" fmla="*/ 0 h 605128"/>
                <a:gd name="connsiteX1" fmla="*/ 67833 w 113697"/>
                <a:gd name="connsiteY1" fmla="*/ 0 h 605128"/>
                <a:gd name="connsiteX2" fmla="*/ 67833 w 113697"/>
                <a:gd name="connsiteY2" fmla="*/ 605128 h 605128"/>
                <a:gd name="connsiteX3" fmla="*/ 22114 w 113697"/>
                <a:gd name="connsiteY3" fmla="*/ 605128 h 605128"/>
                <a:gd name="connsiteX4" fmla="*/ 22114 w 113697"/>
                <a:gd name="connsiteY4" fmla="*/ 0 h 605128"/>
                <a:gd name="connsiteX0" fmla="*/ 22114 w 113697"/>
                <a:gd name="connsiteY0" fmla="*/ 0 h 618769"/>
                <a:gd name="connsiteX1" fmla="*/ 67833 w 113697"/>
                <a:gd name="connsiteY1" fmla="*/ 0 h 618769"/>
                <a:gd name="connsiteX2" fmla="*/ 67833 w 113697"/>
                <a:gd name="connsiteY2" fmla="*/ 605128 h 618769"/>
                <a:gd name="connsiteX3" fmla="*/ 22114 w 113697"/>
                <a:gd name="connsiteY3" fmla="*/ 605128 h 618769"/>
                <a:gd name="connsiteX4" fmla="*/ 22114 w 113697"/>
                <a:gd name="connsiteY4" fmla="*/ 0 h 618769"/>
                <a:gd name="connsiteX0" fmla="*/ 22114 w 113697"/>
                <a:gd name="connsiteY0" fmla="*/ 0 h 627702"/>
                <a:gd name="connsiteX1" fmla="*/ 67833 w 113697"/>
                <a:gd name="connsiteY1" fmla="*/ 0 h 627702"/>
                <a:gd name="connsiteX2" fmla="*/ 67833 w 113697"/>
                <a:gd name="connsiteY2" fmla="*/ 605128 h 627702"/>
                <a:gd name="connsiteX3" fmla="*/ 22114 w 113697"/>
                <a:gd name="connsiteY3" fmla="*/ 605128 h 627702"/>
                <a:gd name="connsiteX4" fmla="*/ 22114 w 113697"/>
                <a:gd name="connsiteY4" fmla="*/ 0 h 627702"/>
                <a:gd name="connsiteX0" fmla="*/ 22114 w 113697"/>
                <a:gd name="connsiteY0" fmla="*/ 0 h 624079"/>
                <a:gd name="connsiteX1" fmla="*/ 67833 w 113697"/>
                <a:gd name="connsiteY1" fmla="*/ 0 h 624079"/>
                <a:gd name="connsiteX2" fmla="*/ 67833 w 113697"/>
                <a:gd name="connsiteY2" fmla="*/ 605128 h 624079"/>
                <a:gd name="connsiteX3" fmla="*/ 22114 w 113697"/>
                <a:gd name="connsiteY3" fmla="*/ 605128 h 624079"/>
                <a:gd name="connsiteX4" fmla="*/ 22114 w 113697"/>
                <a:gd name="connsiteY4" fmla="*/ 0 h 624079"/>
                <a:gd name="connsiteX0" fmla="*/ 22114 w 67833"/>
                <a:gd name="connsiteY0" fmla="*/ 0 h 605128"/>
                <a:gd name="connsiteX1" fmla="*/ 67833 w 67833"/>
                <a:gd name="connsiteY1" fmla="*/ 0 h 605128"/>
                <a:gd name="connsiteX2" fmla="*/ 22114 w 67833"/>
                <a:gd name="connsiteY2" fmla="*/ 605128 h 605128"/>
                <a:gd name="connsiteX3" fmla="*/ 22114 w 67833"/>
                <a:gd name="connsiteY3" fmla="*/ 0 h 605128"/>
                <a:gd name="connsiteX0" fmla="*/ 21158 w 66877"/>
                <a:gd name="connsiteY0" fmla="*/ 0 h 605128"/>
                <a:gd name="connsiteX1" fmla="*/ 66877 w 66877"/>
                <a:gd name="connsiteY1" fmla="*/ 0 h 605128"/>
                <a:gd name="connsiteX2" fmla="*/ 21158 w 66877"/>
                <a:gd name="connsiteY2" fmla="*/ 605128 h 605128"/>
                <a:gd name="connsiteX3" fmla="*/ 21158 w 66877"/>
                <a:gd name="connsiteY3" fmla="*/ 0 h 605128"/>
                <a:gd name="connsiteX0" fmla="*/ 21158 w 67533"/>
                <a:gd name="connsiteY0" fmla="*/ 0 h 605140"/>
                <a:gd name="connsiteX1" fmla="*/ 66877 w 67533"/>
                <a:gd name="connsiteY1" fmla="*/ 0 h 605140"/>
                <a:gd name="connsiteX2" fmla="*/ 21158 w 67533"/>
                <a:gd name="connsiteY2" fmla="*/ 605128 h 605140"/>
                <a:gd name="connsiteX3" fmla="*/ 21158 w 67533"/>
                <a:gd name="connsiteY3" fmla="*/ 0 h 605140"/>
                <a:gd name="connsiteX0" fmla="*/ 33883 w 80258"/>
                <a:gd name="connsiteY0" fmla="*/ 0 h 605140"/>
                <a:gd name="connsiteX1" fmla="*/ 79602 w 80258"/>
                <a:gd name="connsiteY1" fmla="*/ 0 h 605140"/>
                <a:gd name="connsiteX2" fmla="*/ 33883 w 80258"/>
                <a:gd name="connsiteY2" fmla="*/ 605128 h 605140"/>
                <a:gd name="connsiteX3" fmla="*/ 33883 w 80258"/>
                <a:gd name="connsiteY3" fmla="*/ 0 h 605140"/>
                <a:gd name="connsiteX0" fmla="*/ 33883 w 86079"/>
                <a:gd name="connsiteY0" fmla="*/ 0 h 605210"/>
                <a:gd name="connsiteX1" fmla="*/ 79602 w 86079"/>
                <a:gd name="connsiteY1" fmla="*/ 0 h 605210"/>
                <a:gd name="connsiteX2" fmla="*/ 33883 w 86079"/>
                <a:gd name="connsiteY2" fmla="*/ 605128 h 605210"/>
                <a:gd name="connsiteX3" fmla="*/ 33883 w 86079"/>
                <a:gd name="connsiteY3" fmla="*/ 0 h 605210"/>
                <a:gd name="connsiteX0" fmla="*/ 42654 w 94850"/>
                <a:gd name="connsiteY0" fmla="*/ 0 h 605210"/>
                <a:gd name="connsiteX1" fmla="*/ 88373 w 94850"/>
                <a:gd name="connsiteY1" fmla="*/ 0 h 605210"/>
                <a:gd name="connsiteX2" fmla="*/ 42654 w 94850"/>
                <a:gd name="connsiteY2" fmla="*/ 605128 h 605210"/>
                <a:gd name="connsiteX3" fmla="*/ 42654 w 94850"/>
                <a:gd name="connsiteY3" fmla="*/ 0 h 605210"/>
                <a:gd name="connsiteX0" fmla="*/ 88373 w 143240"/>
                <a:gd name="connsiteY0" fmla="*/ 0 h 605210"/>
                <a:gd name="connsiteX1" fmla="*/ 42654 w 143240"/>
                <a:gd name="connsiteY1" fmla="*/ 605128 h 605210"/>
                <a:gd name="connsiteX2" fmla="*/ 42654 w 143240"/>
                <a:gd name="connsiteY2" fmla="*/ 0 h 605210"/>
                <a:gd name="connsiteX3" fmla="*/ 143240 w 143240"/>
                <a:gd name="connsiteY3" fmla="*/ 54867 h 605210"/>
                <a:gd name="connsiteX0" fmla="*/ 88373 w 94850"/>
                <a:gd name="connsiteY0" fmla="*/ 0 h 605210"/>
                <a:gd name="connsiteX1" fmla="*/ 42654 w 94850"/>
                <a:gd name="connsiteY1" fmla="*/ 605128 h 605210"/>
                <a:gd name="connsiteX2" fmla="*/ 42654 w 94850"/>
                <a:gd name="connsiteY2" fmla="*/ 0 h 60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850" h="605210">
                  <a:moveTo>
                    <a:pt x="88373" y="0"/>
                  </a:moveTo>
                  <a:cubicBezTo>
                    <a:pt x="88373" y="100855"/>
                    <a:pt x="120228" y="612648"/>
                    <a:pt x="42654" y="605128"/>
                  </a:cubicBezTo>
                  <a:cubicBezTo>
                    <a:pt x="-53319" y="592751"/>
                    <a:pt x="42654" y="201709"/>
                    <a:pt x="42654" y="0"/>
                  </a:cubicBezTo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ttsMP3.com_VoiceText_2025-4-24_22-21-53">
            <a:hlinkClick r:id="" action="ppaction://media"/>
            <a:extLst>
              <a:ext uri="{FF2B5EF4-FFF2-40B4-BE49-F238E27FC236}">
                <a16:creationId xmlns:a16="http://schemas.microsoft.com/office/drawing/2014/main" id="{CFAEFF9D-8ADE-46BC-A965-A18BD56B8A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73297" y="753876"/>
            <a:ext cx="609600" cy="609600"/>
          </a:xfrm>
          <a:prstGeom prst="rect">
            <a:avLst/>
          </a:prstGeom>
        </p:spPr>
      </p:pic>
      <p:pic>
        <p:nvPicPr>
          <p:cNvPr id="125" name="1sec">
            <a:hlinkClick r:id="" action="ppaction://media"/>
            <a:extLst>
              <a:ext uri="{FF2B5EF4-FFF2-40B4-BE49-F238E27FC236}">
                <a16:creationId xmlns:a16="http://schemas.microsoft.com/office/drawing/2014/main" id="{53D34630-572F-4DA3-B474-1FFF8F3F9D9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88488" y="789979"/>
            <a:ext cx="609600" cy="609600"/>
          </a:xfrm>
          <a:prstGeom prst="rect">
            <a:avLst/>
          </a:prstGeom>
        </p:spPr>
      </p:pic>
      <p:pic>
        <p:nvPicPr>
          <p:cNvPr id="6" name="ttsMP3.com_VoiceText_2025-4-24_22-22-55">
            <a:hlinkClick r:id="" action="ppaction://media"/>
            <a:extLst>
              <a:ext uri="{FF2B5EF4-FFF2-40B4-BE49-F238E27FC236}">
                <a16:creationId xmlns:a16="http://schemas.microsoft.com/office/drawing/2014/main" id="{FC273B1C-AC65-465A-8324-11C21EDA8A2D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983479" y="826414"/>
            <a:ext cx="609600" cy="609600"/>
          </a:xfrm>
          <a:prstGeom prst="rect">
            <a:avLst/>
          </a:prstGeom>
        </p:spPr>
      </p:pic>
      <p:pic>
        <p:nvPicPr>
          <p:cNvPr id="127" name="longi">
            <a:hlinkClick r:id="" action="ppaction://media"/>
            <a:extLst>
              <a:ext uri="{FF2B5EF4-FFF2-40B4-BE49-F238E27FC236}">
                <a16:creationId xmlns:a16="http://schemas.microsoft.com/office/drawing/2014/main" id="{CC09378C-2E71-48C9-BAF4-84AB492FCCB1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491807" y="761225"/>
            <a:ext cx="609600" cy="609600"/>
          </a:xfrm>
          <a:prstGeom prst="rect">
            <a:avLst/>
          </a:prstGeom>
        </p:spPr>
      </p:pic>
      <p:pic>
        <p:nvPicPr>
          <p:cNvPr id="128" name="1sec">
            <a:hlinkClick r:id="" action="ppaction://media"/>
            <a:extLst>
              <a:ext uri="{FF2B5EF4-FFF2-40B4-BE49-F238E27FC236}">
                <a16:creationId xmlns:a16="http://schemas.microsoft.com/office/drawing/2014/main" id="{33543241-14A3-4564-B841-1A78050DCE9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763892" y="835490"/>
            <a:ext cx="609600" cy="609600"/>
          </a:xfrm>
          <a:prstGeom prst="rect">
            <a:avLst/>
          </a:prstGeom>
        </p:spPr>
      </p:pic>
      <p:pic>
        <p:nvPicPr>
          <p:cNvPr id="129" name="1sec">
            <a:hlinkClick r:id="" action="ppaction://media"/>
            <a:extLst>
              <a:ext uri="{FF2B5EF4-FFF2-40B4-BE49-F238E27FC236}">
                <a16:creationId xmlns:a16="http://schemas.microsoft.com/office/drawing/2014/main" id="{01F802DC-5439-4CF3-84A1-7C64B256EB2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4210126" y="743235"/>
            <a:ext cx="609600" cy="609600"/>
          </a:xfrm>
          <a:prstGeom prst="rect">
            <a:avLst/>
          </a:prstGeom>
        </p:spPr>
      </p:pic>
      <p:pic>
        <p:nvPicPr>
          <p:cNvPr id="130" name="longi">
            <a:hlinkClick r:id="" action="ppaction://media"/>
            <a:extLst>
              <a:ext uri="{FF2B5EF4-FFF2-40B4-BE49-F238E27FC236}">
                <a16:creationId xmlns:a16="http://schemas.microsoft.com/office/drawing/2014/main" id="{A964D543-AC93-4263-85EC-A3D9B43B2902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4777259" y="773986"/>
            <a:ext cx="609600" cy="609600"/>
          </a:xfrm>
          <a:prstGeom prst="rect">
            <a:avLst/>
          </a:prstGeom>
        </p:spPr>
      </p:pic>
      <p:pic>
        <p:nvPicPr>
          <p:cNvPr id="131" name="1sec">
            <a:hlinkClick r:id="" action="ppaction://media"/>
            <a:extLst>
              <a:ext uri="{FF2B5EF4-FFF2-40B4-BE49-F238E27FC236}">
                <a16:creationId xmlns:a16="http://schemas.microsoft.com/office/drawing/2014/main" id="{63B7C390-E795-4AA6-90C9-13FB1DAA0C2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495578" y="755996"/>
            <a:ext cx="609600" cy="609600"/>
          </a:xfrm>
          <a:prstGeom prst="rect">
            <a:avLst/>
          </a:prstGeom>
        </p:spPr>
      </p:pic>
      <p:pic>
        <p:nvPicPr>
          <p:cNvPr id="132" name="longi">
            <a:hlinkClick r:id="" action="ppaction://media"/>
            <a:extLst>
              <a:ext uri="{FF2B5EF4-FFF2-40B4-BE49-F238E27FC236}">
                <a16:creationId xmlns:a16="http://schemas.microsoft.com/office/drawing/2014/main" id="{28734FFE-43B3-4205-AA75-9FE119448689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169655" y="784108"/>
            <a:ext cx="609600" cy="609600"/>
          </a:xfrm>
          <a:prstGeom prst="rect">
            <a:avLst/>
          </a:prstGeom>
        </p:spPr>
      </p:pic>
      <p:pic>
        <p:nvPicPr>
          <p:cNvPr id="133" name="1sec">
            <a:hlinkClick r:id="" action="ppaction://media"/>
            <a:extLst>
              <a:ext uri="{FF2B5EF4-FFF2-40B4-BE49-F238E27FC236}">
                <a16:creationId xmlns:a16="http://schemas.microsoft.com/office/drawing/2014/main" id="{8490A00F-2BC8-4EBC-99FB-1216AC10775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887974" y="766118"/>
            <a:ext cx="609600" cy="609600"/>
          </a:xfrm>
          <a:prstGeom prst="rect">
            <a:avLst/>
          </a:prstGeom>
        </p:spPr>
      </p:pic>
      <p:pic>
        <p:nvPicPr>
          <p:cNvPr id="7" name="ttsMP3.com_VoiceText_2025-4-24_22-27-24">
            <a:hlinkClick r:id="" action="ppaction://media"/>
            <a:extLst>
              <a:ext uri="{FF2B5EF4-FFF2-40B4-BE49-F238E27FC236}">
                <a16:creationId xmlns:a16="http://schemas.microsoft.com/office/drawing/2014/main" id="{20FAB298-DB60-443B-BCFF-A195A9BA8492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7661803" y="794306"/>
            <a:ext cx="609600" cy="609600"/>
          </a:xfrm>
          <a:prstGeom prst="rect">
            <a:avLst/>
          </a:prstGeom>
        </p:spPr>
      </p:pic>
      <p:pic>
        <p:nvPicPr>
          <p:cNvPr id="134" name="1sec">
            <a:hlinkClick r:id="" action="ppaction://media"/>
            <a:extLst>
              <a:ext uri="{FF2B5EF4-FFF2-40B4-BE49-F238E27FC236}">
                <a16:creationId xmlns:a16="http://schemas.microsoft.com/office/drawing/2014/main" id="{EAA33737-5C78-4FFB-BE7F-2E1F6A6C0B9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505817" y="826414"/>
            <a:ext cx="609600" cy="609600"/>
          </a:xfrm>
          <a:prstGeom prst="rect">
            <a:avLst/>
          </a:prstGeom>
        </p:spPr>
      </p:pic>
      <p:pic>
        <p:nvPicPr>
          <p:cNvPr id="135" name="1sec">
            <a:hlinkClick r:id="" action="ppaction://media"/>
            <a:extLst>
              <a:ext uri="{FF2B5EF4-FFF2-40B4-BE49-F238E27FC236}">
                <a16:creationId xmlns:a16="http://schemas.microsoft.com/office/drawing/2014/main" id="{8FF33531-CD78-4437-9D34-E981BF9607B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079767" y="82641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6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19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1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248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376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1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432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504" fill="hold"/>
                                        <p:tgtEl>
                                          <p:spTgt spid="1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936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56" fill="hold"/>
                                        <p:tgtEl>
                                          <p:spTgt spid="1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992"/>
                            </p:stCondLst>
                            <p:childTnLst>
                              <p:par>
                                <p:cTn id="2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504" fill="hold"/>
                                        <p:tgtEl>
                                          <p:spTgt spid="1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496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056" fill="hold"/>
                                        <p:tgtEl>
                                          <p:spTgt spid="1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552"/>
                            </p:stCondLst>
                            <p:childTnLst>
                              <p:par>
                                <p:cTn id="2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504" fill="hold"/>
                                        <p:tgtEl>
                                          <p:spTgt spid="1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56"/>
                            </p:stCondLst>
                            <p:childTnLst>
                              <p:par>
                                <p:cTn id="3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1056" fill="hold"/>
                                        <p:tgtEl>
                                          <p:spTgt spid="1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112"/>
                            </p:stCondLst>
                            <p:childTnLst>
                              <p:par>
                                <p:cTn id="3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220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320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056" fill="hold"/>
                                        <p:tgtEl>
                                          <p:spTgt spid="1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4376"/>
                            </p:stCondLst>
                            <p:childTnLst>
                              <p:par>
                                <p:cTn id="4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1056" fill="hold"/>
                                        <p:tgtEl>
                                          <p:spTgt spid="1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5"/>
                </p:tgtEl>
              </p:cMediaNode>
            </p:audio>
            <p:audio>
              <p:cMediaNode vol="80000" showWhenStopped="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4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8"/>
                </p:tgtEl>
              </p:cMediaNode>
            </p:audio>
            <p:audio>
              <p:cMediaNode vol="80000" showWhenStopped="0">
                <p:cTn id="4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7"/>
                </p:tgtEl>
              </p:cMediaNode>
            </p:audio>
            <p:audio>
              <p:cMediaNode vol="80000" showWhenStopped="0">
                <p:cTn id="4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9"/>
                </p:tgtEl>
              </p:cMediaNode>
            </p:audio>
            <p:audio>
              <p:cMediaNode vol="80000" showWhenStopped="0">
                <p:cTn id="4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0"/>
                </p:tgtEl>
              </p:cMediaNode>
            </p:audio>
            <p:audio>
              <p:cMediaNode vol="80000" showWhenStopped="0">
                <p:cTn id="5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1"/>
                </p:tgtEl>
              </p:cMediaNode>
            </p:audio>
            <p:audio>
              <p:cMediaNode vol="80000" showWhenStopped="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2"/>
                </p:tgtEl>
              </p:cMediaNode>
            </p:audio>
            <p:audio>
              <p:cMediaNode vol="80000" showWhenStopped="0">
                <p:cTn id="5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3"/>
                </p:tgtEl>
              </p:cMediaNode>
            </p:audio>
            <p:audio>
              <p:cMediaNode vol="80000" showWhenStopped="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 showWhenStopped="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4"/>
                </p:tgtEl>
              </p:cMediaNode>
            </p:audio>
            <p:audio>
              <p:cMediaNode vol="80000" showWhenStopped="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02B6A18-41C2-401D-A064-75F3D0AB343B}"/>
              </a:ext>
            </a:extLst>
          </p:cNvPr>
          <p:cNvSpPr/>
          <p:nvPr/>
        </p:nvSpPr>
        <p:spPr>
          <a:xfrm>
            <a:off x="2438332" y="434843"/>
            <a:ext cx="4391032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Sp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der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BBB522F-05CF-4E31-9A23-B0B1ECF014C4}"/>
              </a:ext>
            </a:extLst>
          </p:cNvPr>
          <p:cNvSpPr/>
          <p:nvPr/>
        </p:nvSpPr>
        <p:spPr>
          <a:xfrm>
            <a:off x="471886" y="434843"/>
            <a:ext cx="1689506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i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EC4C5B9-AA5C-48D2-AEC4-664DBFE6A4E4}"/>
              </a:ext>
            </a:extLst>
          </p:cNvPr>
          <p:cNvGrpSpPr/>
          <p:nvPr/>
        </p:nvGrpSpPr>
        <p:grpSpPr>
          <a:xfrm>
            <a:off x="5889093" y="1058659"/>
            <a:ext cx="5831021" cy="5237294"/>
            <a:chOff x="264980" y="810353"/>
            <a:chExt cx="5831021" cy="5237294"/>
          </a:xfrm>
        </p:grpSpPr>
        <p:sp>
          <p:nvSpPr>
            <p:cNvPr id="75" name="Moon 74">
              <a:extLst>
                <a:ext uri="{FF2B5EF4-FFF2-40B4-BE49-F238E27FC236}">
                  <a16:creationId xmlns:a16="http://schemas.microsoft.com/office/drawing/2014/main" id="{7524004B-F2E4-4F27-ACC9-B4173A510ADE}"/>
                </a:ext>
              </a:extLst>
            </p:cNvPr>
            <p:cNvSpPr/>
            <p:nvPr/>
          </p:nvSpPr>
          <p:spPr>
            <a:xfrm>
              <a:off x="2982860" y="2477879"/>
              <a:ext cx="73216" cy="217813"/>
            </a:xfrm>
            <a:prstGeom prst="mo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Moon 75">
              <a:extLst>
                <a:ext uri="{FF2B5EF4-FFF2-40B4-BE49-F238E27FC236}">
                  <a16:creationId xmlns:a16="http://schemas.microsoft.com/office/drawing/2014/main" id="{B76CE5BB-C8E8-40C8-A3FB-6AAD8B0128ED}"/>
                </a:ext>
              </a:extLst>
            </p:cNvPr>
            <p:cNvSpPr/>
            <p:nvPr/>
          </p:nvSpPr>
          <p:spPr>
            <a:xfrm flipH="1">
              <a:off x="3174668" y="2477879"/>
              <a:ext cx="73216" cy="217813"/>
            </a:xfrm>
            <a:prstGeom prst="mo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E884A147-938D-40AE-A462-C8AB5FF08723}"/>
                </a:ext>
              </a:extLst>
            </p:cNvPr>
            <p:cNvSpPr/>
            <p:nvPr/>
          </p:nvSpPr>
          <p:spPr>
            <a:xfrm flipV="1">
              <a:off x="2893290" y="2563108"/>
              <a:ext cx="476231" cy="321782"/>
            </a:xfrm>
            <a:prstGeom prst="ellipse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2A263874-A365-47F5-8101-B34CEB269EEE}"/>
                </a:ext>
              </a:extLst>
            </p:cNvPr>
            <p:cNvGrpSpPr/>
            <p:nvPr/>
          </p:nvGrpSpPr>
          <p:grpSpPr>
            <a:xfrm>
              <a:off x="2290335" y="857183"/>
              <a:ext cx="506653" cy="2135539"/>
              <a:chOff x="7348902" y="643473"/>
              <a:chExt cx="123170" cy="519161"/>
            </a:xfrm>
            <a:solidFill>
              <a:schemeClr val="tx1"/>
            </a:solidFill>
          </p:grpSpPr>
          <p:sp>
            <p:nvSpPr>
              <p:cNvPr id="131" name="Rectangle: Rounded Corners 8">
                <a:extLst>
                  <a:ext uri="{FF2B5EF4-FFF2-40B4-BE49-F238E27FC236}">
                    <a16:creationId xmlns:a16="http://schemas.microsoft.com/office/drawing/2014/main" id="{D8651D67-7BEF-4C62-B67E-1C249E6E2C29}"/>
                  </a:ext>
                </a:extLst>
              </p:cNvPr>
              <p:cNvSpPr/>
              <p:nvPr/>
            </p:nvSpPr>
            <p:spPr>
              <a:xfrm rot="19570290">
                <a:off x="7390326" y="941943"/>
                <a:ext cx="81746" cy="220691"/>
              </a:xfrm>
              <a:custGeom>
                <a:avLst/>
                <a:gdLst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7260 w 81746"/>
                  <a:gd name="connsiteY0" fmla="*/ 42871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7260 w 81746"/>
                  <a:gd name="connsiteY8" fmla="*/ 42871 h 220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46" h="220691">
                    <a:moveTo>
                      <a:pt x="7260" y="42871"/>
                    </a:moveTo>
                    <a:cubicBezTo>
                      <a:pt x="7260" y="20297"/>
                      <a:pt x="18299" y="0"/>
                      <a:pt x="40873" y="0"/>
                    </a:cubicBezTo>
                    <a:lnTo>
                      <a:pt x="40873" y="0"/>
                    </a:lnTo>
                    <a:cubicBezTo>
                      <a:pt x="63447" y="0"/>
                      <a:pt x="81746" y="18299"/>
                      <a:pt x="81746" y="40873"/>
                    </a:cubicBezTo>
                    <a:cubicBezTo>
                      <a:pt x="81746" y="87188"/>
                      <a:pt x="65859" y="148655"/>
                      <a:pt x="81746" y="179818"/>
                    </a:cubicBezTo>
                    <a:cubicBezTo>
                      <a:pt x="81746" y="202392"/>
                      <a:pt x="63447" y="220691"/>
                      <a:pt x="40873" y="220691"/>
                    </a:cubicBezTo>
                    <a:lnTo>
                      <a:pt x="40873" y="220691"/>
                    </a:lnTo>
                    <a:cubicBezTo>
                      <a:pt x="18299" y="220691"/>
                      <a:pt x="0" y="202392"/>
                      <a:pt x="0" y="179818"/>
                    </a:cubicBezTo>
                    <a:lnTo>
                      <a:pt x="7260" y="4287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2" name="Rectangle: Rounded Corners 9">
                <a:extLst>
                  <a:ext uri="{FF2B5EF4-FFF2-40B4-BE49-F238E27FC236}">
                    <a16:creationId xmlns:a16="http://schemas.microsoft.com/office/drawing/2014/main" id="{D01F99EB-822D-462F-BA86-C7E9CCEC9AD0}"/>
                  </a:ext>
                </a:extLst>
              </p:cNvPr>
              <p:cNvSpPr/>
              <p:nvPr/>
            </p:nvSpPr>
            <p:spPr>
              <a:xfrm>
                <a:off x="7348902" y="785350"/>
                <a:ext cx="60422" cy="16874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422" h="168741">
                    <a:moveTo>
                      <a:pt x="0" y="30211"/>
                    </a:moveTo>
                    <a:cubicBezTo>
                      <a:pt x="0" y="13526"/>
                      <a:pt x="13526" y="0"/>
                      <a:pt x="30211" y="0"/>
                    </a:cubicBezTo>
                    <a:lnTo>
                      <a:pt x="30211" y="0"/>
                    </a:lnTo>
                    <a:cubicBezTo>
                      <a:pt x="46896" y="0"/>
                      <a:pt x="60422" y="13526"/>
                      <a:pt x="60422" y="30211"/>
                    </a:cubicBezTo>
                    <a:cubicBezTo>
                      <a:pt x="38990" y="97273"/>
                      <a:pt x="60422" y="102424"/>
                      <a:pt x="60422" y="138530"/>
                    </a:cubicBezTo>
                    <a:cubicBezTo>
                      <a:pt x="60422" y="155215"/>
                      <a:pt x="46896" y="168741"/>
                      <a:pt x="30211" y="168741"/>
                    </a:cubicBezTo>
                    <a:lnTo>
                      <a:pt x="30211" y="168741"/>
                    </a:lnTo>
                    <a:cubicBezTo>
                      <a:pt x="13526" y="168741"/>
                      <a:pt x="0" y="155215"/>
                      <a:pt x="0" y="138530"/>
                    </a:cubicBezTo>
                    <a:lnTo>
                      <a:pt x="0" y="3021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3" name="Rectangle: Rounded Corners 10">
                <a:extLst>
                  <a:ext uri="{FF2B5EF4-FFF2-40B4-BE49-F238E27FC236}">
                    <a16:creationId xmlns:a16="http://schemas.microsoft.com/office/drawing/2014/main" id="{77D91434-86B0-49EA-9F8B-DE189CDC28E7}"/>
                  </a:ext>
                </a:extLst>
              </p:cNvPr>
              <p:cNvSpPr/>
              <p:nvPr/>
            </p:nvSpPr>
            <p:spPr>
              <a:xfrm>
                <a:off x="7362155" y="643473"/>
                <a:ext cx="60664" cy="14287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0211 w 69947"/>
                  <a:gd name="connsiteY2" fmla="*/ 0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9736 w 69947"/>
                  <a:gd name="connsiteY2" fmla="*/ 28575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69947 w 69947"/>
                  <a:gd name="connsiteY2" fmla="*/ 77836 h 168741"/>
                  <a:gd name="connsiteX3" fmla="*/ 60422 w 69947"/>
                  <a:gd name="connsiteY3" fmla="*/ 138530 h 168741"/>
                  <a:gd name="connsiteX4" fmla="*/ 30211 w 69947"/>
                  <a:gd name="connsiteY4" fmla="*/ 168741 h 168741"/>
                  <a:gd name="connsiteX5" fmla="*/ 30211 w 69947"/>
                  <a:gd name="connsiteY5" fmla="*/ 168741 h 168741"/>
                  <a:gd name="connsiteX6" fmla="*/ 0 w 69947"/>
                  <a:gd name="connsiteY6" fmla="*/ 138530 h 168741"/>
                  <a:gd name="connsiteX7" fmla="*/ 0 w 69947"/>
                  <a:gd name="connsiteY7" fmla="*/ 30211 h 168741"/>
                  <a:gd name="connsiteX0" fmla="*/ 0 w 69947"/>
                  <a:gd name="connsiteY0" fmla="*/ 7865 h 146395"/>
                  <a:gd name="connsiteX1" fmla="*/ 58786 w 69947"/>
                  <a:gd name="connsiteY1" fmla="*/ 6229 h 146395"/>
                  <a:gd name="connsiteX2" fmla="*/ 69947 w 69947"/>
                  <a:gd name="connsiteY2" fmla="*/ 55490 h 146395"/>
                  <a:gd name="connsiteX3" fmla="*/ 60422 w 69947"/>
                  <a:gd name="connsiteY3" fmla="*/ 116184 h 146395"/>
                  <a:gd name="connsiteX4" fmla="*/ 30211 w 69947"/>
                  <a:gd name="connsiteY4" fmla="*/ 146395 h 146395"/>
                  <a:gd name="connsiteX5" fmla="*/ 30211 w 69947"/>
                  <a:gd name="connsiteY5" fmla="*/ 146395 h 146395"/>
                  <a:gd name="connsiteX6" fmla="*/ 0 w 69947"/>
                  <a:gd name="connsiteY6" fmla="*/ 116184 h 146395"/>
                  <a:gd name="connsiteX7" fmla="*/ 0 w 69947"/>
                  <a:gd name="connsiteY7" fmla="*/ 7865 h 146395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8488 h 141775"/>
                  <a:gd name="connsiteX1" fmla="*/ 58786 w 69947"/>
                  <a:gd name="connsiteY1" fmla="*/ 1609 h 141775"/>
                  <a:gd name="connsiteX2" fmla="*/ 69947 w 69947"/>
                  <a:gd name="connsiteY2" fmla="*/ 50870 h 141775"/>
                  <a:gd name="connsiteX3" fmla="*/ 60422 w 69947"/>
                  <a:gd name="connsiteY3" fmla="*/ 111564 h 141775"/>
                  <a:gd name="connsiteX4" fmla="*/ 30211 w 69947"/>
                  <a:gd name="connsiteY4" fmla="*/ 141775 h 141775"/>
                  <a:gd name="connsiteX5" fmla="*/ 30211 w 69947"/>
                  <a:gd name="connsiteY5" fmla="*/ 141775 h 141775"/>
                  <a:gd name="connsiteX6" fmla="*/ 0 w 69947"/>
                  <a:gd name="connsiteY6" fmla="*/ 111564 h 141775"/>
                  <a:gd name="connsiteX7" fmla="*/ 26193 w 69947"/>
                  <a:gd name="connsiteY7" fmla="*/ 48488 h 141775"/>
                  <a:gd name="connsiteX0" fmla="*/ 26193 w 69947"/>
                  <a:gd name="connsiteY0" fmla="*/ 6632 h 99919"/>
                  <a:gd name="connsiteX1" fmla="*/ 69947 w 69947"/>
                  <a:gd name="connsiteY1" fmla="*/ 9014 h 99919"/>
                  <a:gd name="connsiteX2" fmla="*/ 60422 w 69947"/>
                  <a:gd name="connsiteY2" fmla="*/ 69708 h 99919"/>
                  <a:gd name="connsiteX3" fmla="*/ 30211 w 69947"/>
                  <a:gd name="connsiteY3" fmla="*/ 99919 h 99919"/>
                  <a:gd name="connsiteX4" fmla="*/ 30211 w 69947"/>
                  <a:gd name="connsiteY4" fmla="*/ 99919 h 99919"/>
                  <a:gd name="connsiteX5" fmla="*/ 0 w 69947"/>
                  <a:gd name="connsiteY5" fmla="*/ 69708 h 99919"/>
                  <a:gd name="connsiteX6" fmla="*/ 26193 w 69947"/>
                  <a:gd name="connsiteY6" fmla="*/ 6632 h 99919"/>
                  <a:gd name="connsiteX0" fmla="*/ 26193 w 69947"/>
                  <a:gd name="connsiteY0" fmla="*/ 48590 h 141877"/>
                  <a:gd name="connsiteX1" fmla="*/ 69947 w 69947"/>
                  <a:gd name="connsiteY1" fmla="*/ 50972 h 141877"/>
                  <a:gd name="connsiteX2" fmla="*/ 60422 w 69947"/>
                  <a:gd name="connsiteY2" fmla="*/ 111666 h 141877"/>
                  <a:gd name="connsiteX3" fmla="*/ 30211 w 69947"/>
                  <a:gd name="connsiteY3" fmla="*/ 141877 h 141877"/>
                  <a:gd name="connsiteX4" fmla="*/ 30211 w 69947"/>
                  <a:gd name="connsiteY4" fmla="*/ 141877 h 141877"/>
                  <a:gd name="connsiteX5" fmla="*/ 0 w 69947"/>
                  <a:gd name="connsiteY5" fmla="*/ 111666 h 141877"/>
                  <a:gd name="connsiteX6" fmla="*/ 26193 w 69947"/>
                  <a:gd name="connsiteY6" fmla="*/ 48590 h 141877"/>
                  <a:gd name="connsiteX0" fmla="*/ 26193 w 69956"/>
                  <a:gd name="connsiteY0" fmla="*/ 48590 h 141877"/>
                  <a:gd name="connsiteX1" fmla="*/ 69947 w 69956"/>
                  <a:gd name="connsiteY1" fmla="*/ 50972 h 141877"/>
                  <a:gd name="connsiteX2" fmla="*/ 30211 w 69956"/>
                  <a:gd name="connsiteY2" fmla="*/ 141877 h 141877"/>
                  <a:gd name="connsiteX3" fmla="*/ 30211 w 69956"/>
                  <a:gd name="connsiteY3" fmla="*/ 141877 h 141877"/>
                  <a:gd name="connsiteX4" fmla="*/ 0 w 69956"/>
                  <a:gd name="connsiteY4" fmla="*/ 111666 h 141877"/>
                  <a:gd name="connsiteX5" fmla="*/ 26193 w 69956"/>
                  <a:gd name="connsiteY5" fmla="*/ 48590 h 141877"/>
                  <a:gd name="connsiteX0" fmla="*/ 26193 w 69947"/>
                  <a:gd name="connsiteY0" fmla="*/ 48590 h 142871"/>
                  <a:gd name="connsiteX1" fmla="*/ 69947 w 69947"/>
                  <a:gd name="connsiteY1" fmla="*/ 50972 h 142871"/>
                  <a:gd name="connsiteX2" fmla="*/ 30211 w 69947"/>
                  <a:gd name="connsiteY2" fmla="*/ 141877 h 142871"/>
                  <a:gd name="connsiteX3" fmla="*/ 30211 w 69947"/>
                  <a:gd name="connsiteY3" fmla="*/ 141877 h 142871"/>
                  <a:gd name="connsiteX4" fmla="*/ 0 w 69947"/>
                  <a:gd name="connsiteY4" fmla="*/ 111666 h 142871"/>
                  <a:gd name="connsiteX5" fmla="*/ 26193 w 69947"/>
                  <a:gd name="connsiteY5" fmla="*/ 48590 h 142871"/>
                  <a:gd name="connsiteX0" fmla="*/ 2261 w 46015"/>
                  <a:gd name="connsiteY0" fmla="*/ 48590 h 142871"/>
                  <a:gd name="connsiteX1" fmla="*/ 46015 w 46015"/>
                  <a:gd name="connsiteY1" fmla="*/ 50972 h 142871"/>
                  <a:gd name="connsiteX2" fmla="*/ 6279 w 46015"/>
                  <a:gd name="connsiteY2" fmla="*/ 141877 h 142871"/>
                  <a:gd name="connsiteX3" fmla="*/ 6279 w 46015"/>
                  <a:gd name="connsiteY3" fmla="*/ 141877 h 142871"/>
                  <a:gd name="connsiteX4" fmla="*/ 2261 w 46015"/>
                  <a:gd name="connsiteY4" fmla="*/ 48590 h 142871"/>
                  <a:gd name="connsiteX0" fmla="*/ 16910 w 60664"/>
                  <a:gd name="connsiteY0" fmla="*/ 48590 h 142871"/>
                  <a:gd name="connsiteX1" fmla="*/ 60664 w 60664"/>
                  <a:gd name="connsiteY1" fmla="*/ 50972 h 142871"/>
                  <a:gd name="connsiteX2" fmla="*/ 20928 w 60664"/>
                  <a:gd name="connsiteY2" fmla="*/ 141877 h 142871"/>
                  <a:gd name="connsiteX3" fmla="*/ 20928 w 60664"/>
                  <a:gd name="connsiteY3" fmla="*/ 141877 h 142871"/>
                  <a:gd name="connsiteX4" fmla="*/ 16910 w 60664"/>
                  <a:gd name="connsiteY4" fmla="*/ 48590 h 142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664" h="142871">
                    <a:moveTo>
                      <a:pt x="16910" y="48590"/>
                    </a:moveTo>
                    <a:cubicBezTo>
                      <a:pt x="7137" y="-56776"/>
                      <a:pt x="54959" y="40459"/>
                      <a:pt x="60664" y="50972"/>
                    </a:cubicBezTo>
                    <a:cubicBezTo>
                      <a:pt x="47046" y="187963"/>
                      <a:pt x="27551" y="126726"/>
                      <a:pt x="20928" y="141877"/>
                    </a:cubicBezTo>
                    <a:lnTo>
                      <a:pt x="20928" y="141877"/>
                    </a:lnTo>
                    <a:cubicBezTo>
                      <a:pt x="20258" y="126329"/>
                      <a:pt x="-23050" y="180422"/>
                      <a:pt x="16910" y="4859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745100F-0E08-476A-90EB-6678E8F75D01}"/>
                </a:ext>
              </a:extLst>
            </p:cNvPr>
            <p:cNvGrpSpPr/>
            <p:nvPr/>
          </p:nvGrpSpPr>
          <p:grpSpPr>
            <a:xfrm flipH="1">
              <a:off x="3501820" y="810353"/>
              <a:ext cx="527639" cy="2139410"/>
              <a:chOff x="7343800" y="642532"/>
              <a:chExt cx="128272" cy="520102"/>
            </a:xfrm>
            <a:solidFill>
              <a:schemeClr val="tx1"/>
            </a:solidFill>
          </p:grpSpPr>
          <p:sp>
            <p:nvSpPr>
              <p:cNvPr id="128" name="Rectangle: Rounded Corners 8">
                <a:extLst>
                  <a:ext uri="{FF2B5EF4-FFF2-40B4-BE49-F238E27FC236}">
                    <a16:creationId xmlns:a16="http://schemas.microsoft.com/office/drawing/2014/main" id="{27174672-B775-4CF3-A5EB-25BF2ED98E0B}"/>
                  </a:ext>
                </a:extLst>
              </p:cNvPr>
              <p:cNvSpPr/>
              <p:nvPr/>
            </p:nvSpPr>
            <p:spPr>
              <a:xfrm rot="19570290">
                <a:off x="7390326" y="941943"/>
                <a:ext cx="81746" cy="220691"/>
              </a:xfrm>
              <a:custGeom>
                <a:avLst/>
                <a:gdLst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7260 w 81746"/>
                  <a:gd name="connsiteY0" fmla="*/ 42871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7260 w 81746"/>
                  <a:gd name="connsiteY8" fmla="*/ 42871 h 220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46" h="220691">
                    <a:moveTo>
                      <a:pt x="7260" y="42871"/>
                    </a:moveTo>
                    <a:cubicBezTo>
                      <a:pt x="7260" y="20297"/>
                      <a:pt x="18299" y="0"/>
                      <a:pt x="40873" y="0"/>
                    </a:cubicBezTo>
                    <a:lnTo>
                      <a:pt x="40873" y="0"/>
                    </a:lnTo>
                    <a:cubicBezTo>
                      <a:pt x="63447" y="0"/>
                      <a:pt x="81746" y="18299"/>
                      <a:pt x="81746" y="40873"/>
                    </a:cubicBezTo>
                    <a:cubicBezTo>
                      <a:pt x="81746" y="87188"/>
                      <a:pt x="65859" y="148655"/>
                      <a:pt x="81746" y="179818"/>
                    </a:cubicBezTo>
                    <a:cubicBezTo>
                      <a:pt x="81746" y="202392"/>
                      <a:pt x="63447" y="220691"/>
                      <a:pt x="40873" y="220691"/>
                    </a:cubicBezTo>
                    <a:lnTo>
                      <a:pt x="40873" y="220691"/>
                    </a:lnTo>
                    <a:cubicBezTo>
                      <a:pt x="18299" y="220691"/>
                      <a:pt x="0" y="202392"/>
                      <a:pt x="0" y="179818"/>
                    </a:cubicBezTo>
                    <a:lnTo>
                      <a:pt x="7260" y="4287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9" name="Rectangle: Rounded Corners 9">
                <a:extLst>
                  <a:ext uri="{FF2B5EF4-FFF2-40B4-BE49-F238E27FC236}">
                    <a16:creationId xmlns:a16="http://schemas.microsoft.com/office/drawing/2014/main" id="{15F8C965-3B2D-4003-900A-F12DE5164AED}"/>
                  </a:ext>
                </a:extLst>
              </p:cNvPr>
              <p:cNvSpPr/>
              <p:nvPr/>
            </p:nvSpPr>
            <p:spPr>
              <a:xfrm>
                <a:off x="7343800" y="784409"/>
                <a:ext cx="60422" cy="16874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422" h="168741">
                    <a:moveTo>
                      <a:pt x="0" y="30211"/>
                    </a:moveTo>
                    <a:cubicBezTo>
                      <a:pt x="0" y="13526"/>
                      <a:pt x="13526" y="0"/>
                      <a:pt x="30211" y="0"/>
                    </a:cubicBezTo>
                    <a:lnTo>
                      <a:pt x="30211" y="0"/>
                    </a:lnTo>
                    <a:cubicBezTo>
                      <a:pt x="46896" y="0"/>
                      <a:pt x="60422" y="13526"/>
                      <a:pt x="60422" y="30211"/>
                    </a:cubicBezTo>
                    <a:cubicBezTo>
                      <a:pt x="38990" y="97273"/>
                      <a:pt x="60422" y="102424"/>
                      <a:pt x="60422" y="138530"/>
                    </a:cubicBezTo>
                    <a:cubicBezTo>
                      <a:pt x="60422" y="155215"/>
                      <a:pt x="46896" y="168741"/>
                      <a:pt x="30211" y="168741"/>
                    </a:cubicBezTo>
                    <a:lnTo>
                      <a:pt x="30211" y="168741"/>
                    </a:lnTo>
                    <a:cubicBezTo>
                      <a:pt x="13526" y="168741"/>
                      <a:pt x="0" y="155215"/>
                      <a:pt x="0" y="138530"/>
                    </a:cubicBezTo>
                    <a:lnTo>
                      <a:pt x="0" y="3021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" name="Rectangle: Rounded Corners 10">
                <a:extLst>
                  <a:ext uri="{FF2B5EF4-FFF2-40B4-BE49-F238E27FC236}">
                    <a16:creationId xmlns:a16="http://schemas.microsoft.com/office/drawing/2014/main" id="{385EC766-8B4D-4706-B937-459D0ADE45A2}"/>
                  </a:ext>
                </a:extLst>
              </p:cNvPr>
              <p:cNvSpPr/>
              <p:nvPr/>
            </p:nvSpPr>
            <p:spPr>
              <a:xfrm>
                <a:off x="7357052" y="642532"/>
                <a:ext cx="60664" cy="14287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0211 w 69947"/>
                  <a:gd name="connsiteY2" fmla="*/ 0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9736 w 69947"/>
                  <a:gd name="connsiteY2" fmla="*/ 28575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69947 w 69947"/>
                  <a:gd name="connsiteY2" fmla="*/ 77836 h 168741"/>
                  <a:gd name="connsiteX3" fmla="*/ 60422 w 69947"/>
                  <a:gd name="connsiteY3" fmla="*/ 138530 h 168741"/>
                  <a:gd name="connsiteX4" fmla="*/ 30211 w 69947"/>
                  <a:gd name="connsiteY4" fmla="*/ 168741 h 168741"/>
                  <a:gd name="connsiteX5" fmla="*/ 30211 w 69947"/>
                  <a:gd name="connsiteY5" fmla="*/ 168741 h 168741"/>
                  <a:gd name="connsiteX6" fmla="*/ 0 w 69947"/>
                  <a:gd name="connsiteY6" fmla="*/ 138530 h 168741"/>
                  <a:gd name="connsiteX7" fmla="*/ 0 w 69947"/>
                  <a:gd name="connsiteY7" fmla="*/ 30211 h 168741"/>
                  <a:gd name="connsiteX0" fmla="*/ 0 w 69947"/>
                  <a:gd name="connsiteY0" fmla="*/ 7865 h 146395"/>
                  <a:gd name="connsiteX1" fmla="*/ 58786 w 69947"/>
                  <a:gd name="connsiteY1" fmla="*/ 6229 h 146395"/>
                  <a:gd name="connsiteX2" fmla="*/ 69947 w 69947"/>
                  <a:gd name="connsiteY2" fmla="*/ 55490 h 146395"/>
                  <a:gd name="connsiteX3" fmla="*/ 60422 w 69947"/>
                  <a:gd name="connsiteY3" fmla="*/ 116184 h 146395"/>
                  <a:gd name="connsiteX4" fmla="*/ 30211 w 69947"/>
                  <a:gd name="connsiteY4" fmla="*/ 146395 h 146395"/>
                  <a:gd name="connsiteX5" fmla="*/ 30211 w 69947"/>
                  <a:gd name="connsiteY5" fmla="*/ 146395 h 146395"/>
                  <a:gd name="connsiteX6" fmla="*/ 0 w 69947"/>
                  <a:gd name="connsiteY6" fmla="*/ 116184 h 146395"/>
                  <a:gd name="connsiteX7" fmla="*/ 0 w 69947"/>
                  <a:gd name="connsiteY7" fmla="*/ 7865 h 146395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8488 h 141775"/>
                  <a:gd name="connsiteX1" fmla="*/ 58786 w 69947"/>
                  <a:gd name="connsiteY1" fmla="*/ 1609 h 141775"/>
                  <a:gd name="connsiteX2" fmla="*/ 69947 w 69947"/>
                  <a:gd name="connsiteY2" fmla="*/ 50870 h 141775"/>
                  <a:gd name="connsiteX3" fmla="*/ 60422 w 69947"/>
                  <a:gd name="connsiteY3" fmla="*/ 111564 h 141775"/>
                  <a:gd name="connsiteX4" fmla="*/ 30211 w 69947"/>
                  <a:gd name="connsiteY4" fmla="*/ 141775 h 141775"/>
                  <a:gd name="connsiteX5" fmla="*/ 30211 w 69947"/>
                  <a:gd name="connsiteY5" fmla="*/ 141775 h 141775"/>
                  <a:gd name="connsiteX6" fmla="*/ 0 w 69947"/>
                  <a:gd name="connsiteY6" fmla="*/ 111564 h 141775"/>
                  <a:gd name="connsiteX7" fmla="*/ 26193 w 69947"/>
                  <a:gd name="connsiteY7" fmla="*/ 48488 h 141775"/>
                  <a:gd name="connsiteX0" fmla="*/ 26193 w 69947"/>
                  <a:gd name="connsiteY0" fmla="*/ 6632 h 99919"/>
                  <a:gd name="connsiteX1" fmla="*/ 69947 w 69947"/>
                  <a:gd name="connsiteY1" fmla="*/ 9014 h 99919"/>
                  <a:gd name="connsiteX2" fmla="*/ 60422 w 69947"/>
                  <a:gd name="connsiteY2" fmla="*/ 69708 h 99919"/>
                  <a:gd name="connsiteX3" fmla="*/ 30211 w 69947"/>
                  <a:gd name="connsiteY3" fmla="*/ 99919 h 99919"/>
                  <a:gd name="connsiteX4" fmla="*/ 30211 w 69947"/>
                  <a:gd name="connsiteY4" fmla="*/ 99919 h 99919"/>
                  <a:gd name="connsiteX5" fmla="*/ 0 w 69947"/>
                  <a:gd name="connsiteY5" fmla="*/ 69708 h 99919"/>
                  <a:gd name="connsiteX6" fmla="*/ 26193 w 69947"/>
                  <a:gd name="connsiteY6" fmla="*/ 6632 h 99919"/>
                  <a:gd name="connsiteX0" fmla="*/ 26193 w 69947"/>
                  <a:gd name="connsiteY0" fmla="*/ 48590 h 141877"/>
                  <a:gd name="connsiteX1" fmla="*/ 69947 w 69947"/>
                  <a:gd name="connsiteY1" fmla="*/ 50972 h 141877"/>
                  <a:gd name="connsiteX2" fmla="*/ 60422 w 69947"/>
                  <a:gd name="connsiteY2" fmla="*/ 111666 h 141877"/>
                  <a:gd name="connsiteX3" fmla="*/ 30211 w 69947"/>
                  <a:gd name="connsiteY3" fmla="*/ 141877 h 141877"/>
                  <a:gd name="connsiteX4" fmla="*/ 30211 w 69947"/>
                  <a:gd name="connsiteY4" fmla="*/ 141877 h 141877"/>
                  <a:gd name="connsiteX5" fmla="*/ 0 w 69947"/>
                  <a:gd name="connsiteY5" fmla="*/ 111666 h 141877"/>
                  <a:gd name="connsiteX6" fmla="*/ 26193 w 69947"/>
                  <a:gd name="connsiteY6" fmla="*/ 48590 h 141877"/>
                  <a:gd name="connsiteX0" fmla="*/ 26193 w 69956"/>
                  <a:gd name="connsiteY0" fmla="*/ 48590 h 141877"/>
                  <a:gd name="connsiteX1" fmla="*/ 69947 w 69956"/>
                  <a:gd name="connsiteY1" fmla="*/ 50972 h 141877"/>
                  <a:gd name="connsiteX2" fmla="*/ 30211 w 69956"/>
                  <a:gd name="connsiteY2" fmla="*/ 141877 h 141877"/>
                  <a:gd name="connsiteX3" fmla="*/ 30211 w 69956"/>
                  <a:gd name="connsiteY3" fmla="*/ 141877 h 141877"/>
                  <a:gd name="connsiteX4" fmla="*/ 0 w 69956"/>
                  <a:gd name="connsiteY4" fmla="*/ 111666 h 141877"/>
                  <a:gd name="connsiteX5" fmla="*/ 26193 w 69956"/>
                  <a:gd name="connsiteY5" fmla="*/ 48590 h 141877"/>
                  <a:gd name="connsiteX0" fmla="*/ 26193 w 69947"/>
                  <a:gd name="connsiteY0" fmla="*/ 48590 h 142871"/>
                  <a:gd name="connsiteX1" fmla="*/ 69947 w 69947"/>
                  <a:gd name="connsiteY1" fmla="*/ 50972 h 142871"/>
                  <a:gd name="connsiteX2" fmla="*/ 30211 w 69947"/>
                  <a:gd name="connsiteY2" fmla="*/ 141877 h 142871"/>
                  <a:gd name="connsiteX3" fmla="*/ 30211 w 69947"/>
                  <a:gd name="connsiteY3" fmla="*/ 141877 h 142871"/>
                  <a:gd name="connsiteX4" fmla="*/ 0 w 69947"/>
                  <a:gd name="connsiteY4" fmla="*/ 111666 h 142871"/>
                  <a:gd name="connsiteX5" fmla="*/ 26193 w 69947"/>
                  <a:gd name="connsiteY5" fmla="*/ 48590 h 142871"/>
                  <a:gd name="connsiteX0" fmla="*/ 2261 w 46015"/>
                  <a:gd name="connsiteY0" fmla="*/ 48590 h 142871"/>
                  <a:gd name="connsiteX1" fmla="*/ 46015 w 46015"/>
                  <a:gd name="connsiteY1" fmla="*/ 50972 h 142871"/>
                  <a:gd name="connsiteX2" fmla="*/ 6279 w 46015"/>
                  <a:gd name="connsiteY2" fmla="*/ 141877 h 142871"/>
                  <a:gd name="connsiteX3" fmla="*/ 6279 w 46015"/>
                  <a:gd name="connsiteY3" fmla="*/ 141877 h 142871"/>
                  <a:gd name="connsiteX4" fmla="*/ 2261 w 46015"/>
                  <a:gd name="connsiteY4" fmla="*/ 48590 h 142871"/>
                  <a:gd name="connsiteX0" fmla="*/ 16910 w 60664"/>
                  <a:gd name="connsiteY0" fmla="*/ 48590 h 142871"/>
                  <a:gd name="connsiteX1" fmla="*/ 60664 w 60664"/>
                  <a:gd name="connsiteY1" fmla="*/ 50972 h 142871"/>
                  <a:gd name="connsiteX2" fmla="*/ 20928 w 60664"/>
                  <a:gd name="connsiteY2" fmla="*/ 141877 h 142871"/>
                  <a:gd name="connsiteX3" fmla="*/ 20928 w 60664"/>
                  <a:gd name="connsiteY3" fmla="*/ 141877 h 142871"/>
                  <a:gd name="connsiteX4" fmla="*/ 16910 w 60664"/>
                  <a:gd name="connsiteY4" fmla="*/ 48590 h 142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664" h="142871">
                    <a:moveTo>
                      <a:pt x="16910" y="48590"/>
                    </a:moveTo>
                    <a:cubicBezTo>
                      <a:pt x="7137" y="-56776"/>
                      <a:pt x="54959" y="40459"/>
                      <a:pt x="60664" y="50972"/>
                    </a:cubicBezTo>
                    <a:cubicBezTo>
                      <a:pt x="47046" y="187963"/>
                      <a:pt x="27551" y="126726"/>
                      <a:pt x="20928" y="141877"/>
                    </a:cubicBezTo>
                    <a:lnTo>
                      <a:pt x="20928" y="141877"/>
                    </a:lnTo>
                    <a:cubicBezTo>
                      <a:pt x="20258" y="126329"/>
                      <a:pt x="-23050" y="180422"/>
                      <a:pt x="16910" y="4859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CBDC459-4199-4F7F-ADDF-83853C2BF57F}"/>
                </a:ext>
              </a:extLst>
            </p:cNvPr>
            <p:cNvGrpSpPr/>
            <p:nvPr/>
          </p:nvGrpSpPr>
          <p:grpSpPr>
            <a:xfrm rot="3537564" flipH="1">
              <a:off x="4259938" y="1758357"/>
              <a:ext cx="512506" cy="2150870"/>
              <a:chOff x="7347479" y="639747"/>
              <a:chExt cx="124593" cy="522888"/>
            </a:xfrm>
            <a:solidFill>
              <a:schemeClr val="tx1"/>
            </a:solidFill>
          </p:grpSpPr>
          <p:sp>
            <p:nvSpPr>
              <p:cNvPr id="125" name="Rectangle: Rounded Corners 8">
                <a:extLst>
                  <a:ext uri="{FF2B5EF4-FFF2-40B4-BE49-F238E27FC236}">
                    <a16:creationId xmlns:a16="http://schemas.microsoft.com/office/drawing/2014/main" id="{B465335D-30C3-4F21-96F0-663D61F652D6}"/>
                  </a:ext>
                </a:extLst>
              </p:cNvPr>
              <p:cNvSpPr/>
              <p:nvPr/>
            </p:nvSpPr>
            <p:spPr>
              <a:xfrm rot="19570290">
                <a:off x="7390326" y="941944"/>
                <a:ext cx="81746" cy="220691"/>
              </a:xfrm>
              <a:custGeom>
                <a:avLst/>
                <a:gdLst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7260 w 81746"/>
                  <a:gd name="connsiteY0" fmla="*/ 42871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7260 w 81746"/>
                  <a:gd name="connsiteY8" fmla="*/ 42871 h 220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46" h="220691">
                    <a:moveTo>
                      <a:pt x="7260" y="42871"/>
                    </a:moveTo>
                    <a:cubicBezTo>
                      <a:pt x="7260" y="20297"/>
                      <a:pt x="18299" y="0"/>
                      <a:pt x="40873" y="0"/>
                    </a:cubicBezTo>
                    <a:lnTo>
                      <a:pt x="40873" y="0"/>
                    </a:lnTo>
                    <a:cubicBezTo>
                      <a:pt x="63447" y="0"/>
                      <a:pt x="81746" y="18299"/>
                      <a:pt x="81746" y="40873"/>
                    </a:cubicBezTo>
                    <a:cubicBezTo>
                      <a:pt x="81746" y="87188"/>
                      <a:pt x="65859" y="148655"/>
                      <a:pt x="81746" y="179818"/>
                    </a:cubicBezTo>
                    <a:cubicBezTo>
                      <a:pt x="81746" y="202392"/>
                      <a:pt x="63447" y="220691"/>
                      <a:pt x="40873" y="220691"/>
                    </a:cubicBezTo>
                    <a:lnTo>
                      <a:pt x="40873" y="220691"/>
                    </a:lnTo>
                    <a:cubicBezTo>
                      <a:pt x="18299" y="220691"/>
                      <a:pt x="0" y="202392"/>
                      <a:pt x="0" y="179818"/>
                    </a:cubicBezTo>
                    <a:lnTo>
                      <a:pt x="7260" y="4287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6" name="Rectangle: Rounded Corners 9">
                <a:extLst>
                  <a:ext uri="{FF2B5EF4-FFF2-40B4-BE49-F238E27FC236}">
                    <a16:creationId xmlns:a16="http://schemas.microsoft.com/office/drawing/2014/main" id="{078D3392-2170-42A6-9E1F-54A734B4D1AF}"/>
                  </a:ext>
                </a:extLst>
              </p:cNvPr>
              <p:cNvSpPr/>
              <p:nvPr/>
            </p:nvSpPr>
            <p:spPr>
              <a:xfrm>
                <a:off x="7347479" y="781624"/>
                <a:ext cx="60422" cy="16874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422" h="168741">
                    <a:moveTo>
                      <a:pt x="0" y="30211"/>
                    </a:moveTo>
                    <a:cubicBezTo>
                      <a:pt x="0" y="13526"/>
                      <a:pt x="13526" y="0"/>
                      <a:pt x="30211" y="0"/>
                    </a:cubicBezTo>
                    <a:lnTo>
                      <a:pt x="30211" y="0"/>
                    </a:lnTo>
                    <a:cubicBezTo>
                      <a:pt x="46896" y="0"/>
                      <a:pt x="60422" y="13526"/>
                      <a:pt x="60422" y="30211"/>
                    </a:cubicBezTo>
                    <a:cubicBezTo>
                      <a:pt x="38990" y="97273"/>
                      <a:pt x="60422" y="102424"/>
                      <a:pt x="60422" y="138530"/>
                    </a:cubicBezTo>
                    <a:cubicBezTo>
                      <a:pt x="60422" y="155215"/>
                      <a:pt x="46896" y="168741"/>
                      <a:pt x="30211" y="168741"/>
                    </a:cubicBezTo>
                    <a:lnTo>
                      <a:pt x="30211" y="168741"/>
                    </a:lnTo>
                    <a:cubicBezTo>
                      <a:pt x="13526" y="168741"/>
                      <a:pt x="0" y="155215"/>
                      <a:pt x="0" y="138530"/>
                    </a:cubicBezTo>
                    <a:lnTo>
                      <a:pt x="0" y="3021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7" name="Rectangle: Rounded Corners 10">
                <a:extLst>
                  <a:ext uri="{FF2B5EF4-FFF2-40B4-BE49-F238E27FC236}">
                    <a16:creationId xmlns:a16="http://schemas.microsoft.com/office/drawing/2014/main" id="{8AA8BEF2-2FF8-4144-A6E1-B7DA2EB1DD92}"/>
                  </a:ext>
                </a:extLst>
              </p:cNvPr>
              <p:cNvSpPr/>
              <p:nvPr/>
            </p:nvSpPr>
            <p:spPr>
              <a:xfrm>
                <a:off x="7360730" y="639747"/>
                <a:ext cx="60664" cy="14287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0211 w 69947"/>
                  <a:gd name="connsiteY2" fmla="*/ 0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9736 w 69947"/>
                  <a:gd name="connsiteY2" fmla="*/ 28575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69947 w 69947"/>
                  <a:gd name="connsiteY2" fmla="*/ 77836 h 168741"/>
                  <a:gd name="connsiteX3" fmla="*/ 60422 w 69947"/>
                  <a:gd name="connsiteY3" fmla="*/ 138530 h 168741"/>
                  <a:gd name="connsiteX4" fmla="*/ 30211 w 69947"/>
                  <a:gd name="connsiteY4" fmla="*/ 168741 h 168741"/>
                  <a:gd name="connsiteX5" fmla="*/ 30211 w 69947"/>
                  <a:gd name="connsiteY5" fmla="*/ 168741 h 168741"/>
                  <a:gd name="connsiteX6" fmla="*/ 0 w 69947"/>
                  <a:gd name="connsiteY6" fmla="*/ 138530 h 168741"/>
                  <a:gd name="connsiteX7" fmla="*/ 0 w 69947"/>
                  <a:gd name="connsiteY7" fmla="*/ 30211 h 168741"/>
                  <a:gd name="connsiteX0" fmla="*/ 0 w 69947"/>
                  <a:gd name="connsiteY0" fmla="*/ 7865 h 146395"/>
                  <a:gd name="connsiteX1" fmla="*/ 58786 w 69947"/>
                  <a:gd name="connsiteY1" fmla="*/ 6229 h 146395"/>
                  <a:gd name="connsiteX2" fmla="*/ 69947 w 69947"/>
                  <a:gd name="connsiteY2" fmla="*/ 55490 h 146395"/>
                  <a:gd name="connsiteX3" fmla="*/ 60422 w 69947"/>
                  <a:gd name="connsiteY3" fmla="*/ 116184 h 146395"/>
                  <a:gd name="connsiteX4" fmla="*/ 30211 w 69947"/>
                  <a:gd name="connsiteY4" fmla="*/ 146395 h 146395"/>
                  <a:gd name="connsiteX5" fmla="*/ 30211 w 69947"/>
                  <a:gd name="connsiteY5" fmla="*/ 146395 h 146395"/>
                  <a:gd name="connsiteX6" fmla="*/ 0 w 69947"/>
                  <a:gd name="connsiteY6" fmla="*/ 116184 h 146395"/>
                  <a:gd name="connsiteX7" fmla="*/ 0 w 69947"/>
                  <a:gd name="connsiteY7" fmla="*/ 7865 h 146395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8488 h 141775"/>
                  <a:gd name="connsiteX1" fmla="*/ 58786 w 69947"/>
                  <a:gd name="connsiteY1" fmla="*/ 1609 h 141775"/>
                  <a:gd name="connsiteX2" fmla="*/ 69947 w 69947"/>
                  <a:gd name="connsiteY2" fmla="*/ 50870 h 141775"/>
                  <a:gd name="connsiteX3" fmla="*/ 60422 w 69947"/>
                  <a:gd name="connsiteY3" fmla="*/ 111564 h 141775"/>
                  <a:gd name="connsiteX4" fmla="*/ 30211 w 69947"/>
                  <a:gd name="connsiteY4" fmla="*/ 141775 h 141775"/>
                  <a:gd name="connsiteX5" fmla="*/ 30211 w 69947"/>
                  <a:gd name="connsiteY5" fmla="*/ 141775 h 141775"/>
                  <a:gd name="connsiteX6" fmla="*/ 0 w 69947"/>
                  <a:gd name="connsiteY6" fmla="*/ 111564 h 141775"/>
                  <a:gd name="connsiteX7" fmla="*/ 26193 w 69947"/>
                  <a:gd name="connsiteY7" fmla="*/ 48488 h 141775"/>
                  <a:gd name="connsiteX0" fmla="*/ 26193 w 69947"/>
                  <a:gd name="connsiteY0" fmla="*/ 6632 h 99919"/>
                  <a:gd name="connsiteX1" fmla="*/ 69947 w 69947"/>
                  <a:gd name="connsiteY1" fmla="*/ 9014 h 99919"/>
                  <a:gd name="connsiteX2" fmla="*/ 60422 w 69947"/>
                  <a:gd name="connsiteY2" fmla="*/ 69708 h 99919"/>
                  <a:gd name="connsiteX3" fmla="*/ 30211 w 69947"/>
                  <a:gd name="connsiteY3" fmla="*/ 99919 h 99919"/>
                  <a:gd name="connsiteX4" fmla="*/ 30211 w 69947"/>
                  <a:gd name="connsiteY4" fmla="*/ 99919 h 99919"/>
                  <a:gd name="connsiteX5" fmla="*/ 0 w 69947"/>
                  <a:gd name="connsiteY5" fmla="*/ 69708 h 99919"/>
                  <a:gd name="connsiteX6" fmla="*/ 26193 w 69947"/>
                  <a:gd name="connsiteY6" fmla="*/ 6632 h 99919"/>
                  <a:gd name="connsiteX0" fmla="*/ 26193 w 69947"/>
                  <a:gd name="connsiteY0" fmla="*/ 48590 h 141877"/>
                  <a:gd name="connsiteX1" fmla="*/ 69947 w 69947"/>
                  <a:gd name="connsiteY1" fmla="*/ 50972 h 141877"/>
                  <a:gd name="connsiteX2" fmla="*/ 60422 w 69947"/>
                  <a:gd name="connsiteY2" fmla="*/ 111666 h 141877"/>
                  <a:gd name="connsiteX3" fmla="*/ 30211 w 69947"/>
                  <a:gd name="connsiteY3" fmla="*/ 141877 h 141877"/>
                  <a:gd name="connsiteX4" fmla="*/ 30211 w 69947"/>
                  <a:gd name="connsiteY4" fmla="*/ 141877 h 141877"/>
                  <a:gd name="connsiteX5" fmla="*/ 0 w 69947"/>
                  <a:gd name="connsiteY5" fmla="*/ 111666 h 141877"/>
                  <a:gd name="connsiteX6" fmla="*/ 26193 w 69947"/>
                  <a:gd name="connsiteY6" fmla="*/ 48590 h 141877"/>
                  <a:gd name="connsiteX0" fmla="*/ 26193 w 69956"/>
                  <a:gd name="connsiteY0" fmla="*/ 48590 h 141877"/>
                  <a:gd name="connsiteX1" fmla="*/ 69947 w 69956"/>
                  <a:gd name="connsiteY1" fmla="*/ 50972 h 141877"/>
                  <a:gd name="connsiteX2" fmla="*/ 30211 w 69956"/>
                  <a:gd name="connsiteY2" fmla="*/ 141877 h 141877"/>
                  <a:gd name="connsiteX3" fmla="*/ 30211 w 69956"/>
                  <a:gd name="connsiteY3" fmla="*/ 141877 h 141877"/>
                  <a:gd name="connsiteX4" fmla="*/ 0 w 69956"/>
                  <a:gd name="connsiteY4" fmla="*/ 111666 h 141877"/>
                  <a:gd name="connsiteX5" fmla="*/ 26193 w 69956"/>
                  <a:gd name="connsiteY5" fmla="*/ 48590 h 141877"/>
                  <a:gd name="connsiteX0" fmla="*/ 26193 w 69947"/>
                  <a:gd name="connsiteY0" fmla="*/ 48590 h 142871"/>
                  <a:gd name="connsiteX1" fmla="*/ 69947 w 69947"/>
                  <a:gd name="connsiteY1" fmla="*/ 50972 h 142871"/>
                  <a:gd name="connsiteX2" fmla="*/ 30211 w 69947"/>
                  <a:gd name="connsiteY2" fmla="*/ 141877 h 142871"/>
                  <a:gd name="connsiteX3" fmla="*/ 30211 w 69947"/>
                  <a:gd name="connsiteY3" fmla="*/ 141877 h 142871"/>
                  <a:gd name="connsiteX4" fmla="*/ 0 w 69947"/>
                  <a:gd name="connsiteY4" fmla="*/ 111666 h 142871"/>
                  <a:gd name="connsiteX5" fmla="*/ 26193 w 69947"/>
                  <a:gd name="connsiteY5" fmla="*/ 48590 h 142871"/>
                  <a:gd name="connsiteX0" fmla="*/ 2261 w 46015"/>
                  <a:gd name="connsiteY0" fmla="*/ 48590 h 142871"/>
                  <a:gd name="connsiteX1" fmla="*/ 46015 w 46015"/>
                  <a:gd name="connsiteY1" fmla="*/ 50972 h 142871"/>
                  <a:gd name="connsiteX2" fmla="*/ 6279 w 46015"/>
                  <a:gd name="connsiteY2" fmla="*/ 141877 h 142871"/>
                  <a:gd name="connsiteX3" fmla="*/ 6279 w 46015"/>
                  <a:gd name="connsiteY3" fmla="*/ 141877 h 142871"/>
                  <a:gd name="connsiteX4" fmla="*/ 2261 w 46015"/>
                  <a:gd name="connsiteY4" fmla="*/ 48590 h 142871"/>
                  <a:gd name="connsiteX0" fmla="*/ 16910 w 60664"/>
                  <a:gd name="connsiteY0" fmla="*/ 48590 h 142871"/>
                  <a:gd name="connsiteX1" fmla="*/ 60664 w 60664"/>
                  <a:gd name="connsiteY1" fmla="*/ 50972 h 142871"/>
                  <a:gd name="connsiteX2" fmla="*/ 20928 w 60664"/>
                  <a:gd name="connsiteY2" fmla="*/ 141877 h 142871"/>
                  <a:gd name="connsiteX3" fmla="*/ 20928 w 60664"/>
                  <a:gd name="connsiteY3" fmla="*/ 141877 h 142871"/>
                  <a:gd name="connsiteX4" fmla="*/ 16910 w 60664"/>
                  <a:gd name="connsiteY4" fmla="*/ 48590 h 142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664" h="142871">
                    <a:moveTo>
                      <a:pt x="16910" y="48590"/>
                    </a:moveTo>
                    <a:cubicBezTo>
                      <a:pt x="7137" y="-56776"/>
                      <a:pt x="54959" y="40459"/>
                      <a:pt x="60664" y="50972"/>
                    </a:cubicBezTo>
                    <a:cubicBezTo>
                      <a:pt x="47046" y="187963"/>
                      <a:pt x="27551" y="126726"/>
                      <a:pt x="20928" y="141877"/>
                    </a:cubicBezTo>
                    <a:lnTo>
                      <a:pt x="20928" y="141877"/>
                    </a:lnTo>
                    <a:cubicBezTo>
                      <a:pt x="20258" y="126329"/>
                      <a:pt x="-23050" y="180422"/>
                      <a:pt x="16910" y="4859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9AF09E8-FA04-425C-9BD2-EDC48439A660}"/>
                </a:ext>
              </a:extLst>
            </p:cNvPr>
            <p:cNvGrpSpPr/>
            <p:nvPr/>
          </p:nvGrpSpPr>
          <p:grpSpPr>
            <a:xfrm rot="18016244">
              <a:off x="1527147" y="1812276"/>
              <a:ext cx="532103" cy="2133717"/>
              <a:chOff x="7323882" y="656775"/>
              <a:chExt cx="129357" cy="518718"/>
            </a:xfrm>
            <a:solidFill>
              <a:schemeClr val="tx1"/>
            </a:solidFill>
          </p:grpSpPr>
          <p:sp>
            <p:nvSpPr>
              <p:cNvPr id="122" name="Rectangle: Rounded Corners 8">
                <a:extLst>
                  <a:ext uri="{FF2B5EF4-FFF2-40B4-BE49-F238E27FC236}">
                    <a16:creationId xmlns:a16="http://schemas.microsoft.com/office/drawing/2014/main" id="{F897DBB4-AD09-4965-9B43-76F8CCE524E1}"/>
                  </a:ext>
                </a:extLst>
              </p:cNvPr>
              <p:cNvSpPr/>
              <p:nvPr/>
            </p:nvSpPr>
            <p:spPr>
              <a:xfrm rot="19570290">
                <a:off x="7371493" y="954802"/>
                <a:ext cx="81746" cy="220691"/>
              </a:xfrm>
              <a:custGeom>
                <a:avLst/>
                <a:gdLst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7260 w 81746"/>
                  <a:gd name="connsiteY0" fmla="*/ 42871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7260 w 81746"/>
                  <a:gd name="connsiteY8" fmla="*/ 42871 h 220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46" h="220691">
                    <a:moveTo>
                      <a:pt x="7260" y="42871"/>
                    </a:moveTo>
                    <a:cubicBezTo>
                      <a:pt x="7260" y="20297"/>
                      <a:pt x="18299" y="0"/>
                      <a:pt x="40873" y="0"/>
                    </a:cubicBezTo>
                    <a:lnTo>
                      <a:pt x="40873" y="0"/>
                    </a:lnTo>
                    <a:cubicBezTo>
                      <a:pt x="63447" y="0"/>
                      <a:pt x="81746" y="18299"/>
                      <a:pt x="81746" y="40873"/>
                    </a:cubicBezTo>
                    <a:cubicBezTo>
                      <a:pt x="81746" y="87188"/>
                      <a:pt x="65859" y="148655"/>
                      <a:pt x="81746" y="179818"/>
                    </a:cubicBezTo>
                    <a:cubicBezTo>
                      <a:pt x="81746" y="202392"/>
                      <a:pt x="63447" y="220691"/>
                      <a:pt x="40873" y="220691"/>
                    </a:cubicBezTo>
                    <a:lnTo>
                      <a:pt x="40873" y="220691"/>
                    </a:lnTo>
                    <a:cubicBezTo>
                      <a:pt x="18299" y="220691"/>
                      <a:pt x="0" y="202392"/>
                      <a:pt x="0" y="179818"/>
                    </a:cubicBezTo>
                    <a:lnTo>
                      <a:pt x="7260" y="4287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3" name="Rectangle: Rounded Corners 9">
                <a:extLst>
                  <a:ext uri="{FF2B5EF4-FFF2-40B4-BE49-F238E27FC236}">
                    <a16:creationId xmlns:a16="http://schemas.microsoft.com/office/drawing/2014/main" id="{5A4B1CED-7863-49A2-B1D0-97D0548494EA}"/>
                  </a:ext>
                </a:extLst>
              </p:cNvPr>
              <p:cNvSpPr/>
              <p:nvPr/>
            </p:nvSpPr>
            <p:spPr>
              <a:xfrm>
                <a:off x="7323882" y="798652"/>
                <a:ext cx="60422" cy="16874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422" h="168741">
                    <a:moveTo>
                      <a:pt x="0" y="30211"/>
                    </a:moveTo>
                    <a:cubicBezTo>
                      <a:pt x="0" y="13526"/>
                      <a:pt x="13526" y="0"/>
                      <a:pt x="30211" y="0"/>
                    </a:cubicBezTo>
                    <a:lnTo>
                      <a:pt x="30211" y="0"/>
                    </a:lnTo>
                    <a:cubicBezTo>
                      <a:pt x="46896" y="0"/>
                      <a:pt x="60422" y="13526"/>
                      <a:pt x="60422" y="30211"/>
                    </a:cubicBezTo>
                    <a:cubicBezTo>
                      <a:pt x="38990" y="97273"/>
                      <a:pt x="60422" y="102424"/>
                      <a:pt x="60422" y="138530"/>
                    </a:cubicBezTo>
                    <a:cubicBezTo>
                      <a:pt x="60422" y="155215"/>
                      <a:pt x="46896" y="168741"/>
                      <a:pt x="30211" y="168741"/>
                    </a:cubicBezTo>
                    <a:lnTo>
                      <a:pt x="30211" y="168741"/>
                    </a:lnTo>
                    <a:cubicBezTo>
                      <a:pt x="13526" y="168741"/>
                      <a:pt x="0" y="155215"/>
                      <a:pt x="0" y="138530"/>
                    </a:cubicBezTo>
                    <a:lnTo>
                      <a:pt x="0" y="3021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4" name="Rectangle: Rounded Corners 10">
                <a:extLst>
                  <a:ext uri="{FF2B5EF4-FFF2-40B4-BE49-F238E27FC236}">
                    <a16:creationId xmlns:a16="http://schemas.microsoft.com/office/drawing/2014/main" id="{C6A79F85-A689-46DD-8A52-1A5BEF8D291F}"/>
                  </a:ext>
                </a:extLst>
              </p:cNvPr>
              <p:cNvSpPr/>
              <p:nvPr/>
            </p:nvSpPr>
            <p:spPr>
              <a:xfrm>
                <a:off x="7337134" y="656775"/>
                <a:ext cx="60664" cy="14287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0211 w 69947"/>
                  <a:gd name="connsiteY2" fmla="*/ 0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9736 w 69947"/>
                  <a:gd name="connsiteY2" fmla="*/ 28575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69947 w 69947"/>
                  <a:gd name="connsiteY2" fmla="*/ 77836 h 168741"/>
                  <a:gd name="connsiteX3" fmla="*/ 60422 w 69947"/>
                  <a:gd name="connsiteY3" fmla="*/ 138530 h 168741"/>
                  <a:gd name="connsiteX4" fmla="*/ 30211 w 69947"/>
                  <a:gd name="connsiteY4" fmla="*/ 168741 h 168741"/>
                  <a:gd name="connsiteX5" fmla="*/ 30211 w 69947"/>
                  <a:gd name="connsiteY5" fmla="*/ 168741 h 168741"/>
                  <a:gd name="connsiteX6" fmla="*/ 0 w 69947"/>
                  <a:gd name="connsiteY6" fmla="*/ 138530 h 168741"/>
                  <a:gd name="connsiteX7" fmla="*/ 0 w 69947"/>
                  <a:gd name="connsiteY7" fmla="*/ 30211 h 168741"/>
                  <a:gd name="connsiteX0" fmla="*/ 0 w 69947"/>
                  <a:gd name="connsiteY0" fmla="*/ 7865 h 146395"/>
                  <a:gd name="connsiteX1" fmla="*/ 58786 w 69947"/>
                  <a:gd name="connsiteY1" fmla="*/ 6229 h 146395"/>
                  <a:gd name="connsiteX2" fmla="*/ 69947 w 69947"/>
                  <a:gd name="connsiteY2" fmla="*/ 55490 h 146395"/>
                  <a:gd name="connsiteX3" fmla="*/ 60422 w 69947"/>
                  <a:gd name="connsiteY3" fmla="*/ 116184 h 146395"/>
                  <a:gd name="connsiteX4" fmla="*/ 30211 w 69947"/>
                  <a:gd name="connsiteY4" fmla="*/ 146395 h 146395"/>
                  <a:gd name="connsiteX5" fmla="*/ 30211 w 69947"/>
                  <a:gd name="connsiteY5" fmla="*/ 146395 h 146395"/>
                  <a:gd name="connsiteX6" fmla="*/ 0 w 69947"/>
                  <a:gd name="connsiteY6" fmla="*/ 116184 h 146395"/>
                  <a:gd name="connsiteX7" fmla="*/ 0 w 69947"/>
                  <a:gd name="connsiteY7" fmla="*/ 7865 h 146395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8488 h 141775"/>
                  <a:gd name="connsiteX1" fmla="*/ 58786 w 69947"/>
                  <a:gd name="connsiteY1" fmla="*/ 1609 h 141775"/>
                  <a:gd name="connsiteX2" fmla="*/ 69947 w 69947"/>
                  <a:gd name="connsiteY2" fmla="*/ 50870 h 141775"/>
                  <a:gd name="connsiteX3" fmla="*/ 60422 w 69947"/>
                  <a:gd name="connsiteY3" fmla="*/ 111564 h 141775"/>
                  <a:gd name="connsiteX4" fmla="*/ 30211 w 69947"/>
                  <a:gd name="connsiteY4" fmla="*/ 141775 h 141775"/>
                  <a:gd name="connsiteX5" fmla="*/ 30211 w 69947"/>
                  <a:gd name="connsiteY5" fmla="*/ 141775 h 141775"/>
                  <a:gd name="connsiteX6" fmla="*/ 0 w 69947"/>
                  <a:gd name="connsiteY6" fmla="*/ 111564 h 141775"/>
                  <a:gd name="connsiteX7" fmla="*/ 26193 w 69947"/>
                  <a:gd name="connsiteY7" fmla="*/ 48488 h 141775"/>
                  <a:gd name="connsiteX0" fmla="*/ 26193 w 69947"/>
                  <a:gd name="connsiteY0" fmla="*/ 6632 h 99919"/>
                  <a:gd name="connsiteX1" fmla="*/ 69947 w 69947"/>
                  <a:gd name="connsiteY1" fmla="*/ 9014 h 99919"/>
                  <a:gd name="connsiteX2" fmla="*/ 60422 w 69947"/>
                  <a:gd name="connsiteY2" fmla="*/ 69708 h 99919"/>
                  <a:gd name="connsiteX3" fmla="*/ 30211 w 69947"/>
                  <a:gd name="connsiteY3" fmla="*/ 99919 h 99919"/>
                  <a:gd name="connsiteX4" fmla="*/ 30211 w 69947"/>
                  <a:gd name="connsiteY4" fmla="*/ 99919 h 99919"/>
                  <a:gd name="connsiteX5" fmla="*/ 0 w 69947"/>
                  <a:gd name="connsiteY5" fmla="*/ 69708 h 99919"/>
                  <a:gd name="connsiteX6" fmla="*/ 26193 w 69947"/>
                  <a:gd name="connsiteY6" fmla="*/ 6632 h 99919"/>
                  <a:gd name="connsiteX0" fmla="*/ 26193 w 69947"/>
                  <a:gd name="connsiteY0" fmla="*/ 48590 h 141877"/>
                  <a:gd name="connsiteX1" fmla="*/ 69947 w 69947"/>
                  <a:gd name="connsiteY1" fmla="*/ 50972 h 141877"/>
                  <a:gd name="connsiteX2" fmla="*/ 60422 w 69947"/>
                  <a:gd name="connsiteY2" fmla="*/ 111666 h 141877"/>
                  <a:gd name="connsiteX3" fmla="*/ 30211 w 69947"/>
                  <a:gd name="connsiteY3" fmla="*/ 141877 h 141877"/>
                  <a:gd name="connsiteX4" fmla="*/ 30211 w 69947"/>
                  <a:gd name="connsiteY4" fmla="*/ 141877 h 141877"/>
                  <a:gd name="connsiteX5" fmla="*/ 0 w 69947"/>
                  <a:gd name="connsiteY5" fmla="*/ 111666 h 141877"/>
                  <a:gd name="connsiteX6" fmla="*/ 26193 w 69947"/>
                  <a:gd name="connsiteY6" fmla="*/ 48590 h 141877"/>
                  <a:gd name="connsiteX0" fmla="*/ 26193 w 69956"/>
                  <a:gd name="connsiteY0" fmla="*/ 48590 h 141877"/>
                  <a:gd name="connsiteX1" fmla="*/ 69947 w 69956"/>
                  <a:gd name="connsiteY1" fmla="*/ 50972 h 141877"/>
                  <a:gd name="connsiteX2" fmla="*/ 30211 w 69956"/>
                  <a:gd name="connsiteY2" fmla="*/ 141877 h 141877"/>
                  <a:gd name="connsiteX3" fmla="*/ 30211 w 69956"/>
                  <a:gd name="connsiteY3" fmla="*/ 141877 h 141877"/>
                  <a:gd name="connsiteX4" fmla="*/ 0 w 69956"/>
                  <a:gd name="connsiteY4" fmla="*/ 111666 h 141877"/>
                  <a:gd name="connsiteX5" fmla="*/ 26193 w 69956"/>
                  <a:gd name="connsiteY5" fmla="*/ 48590 h 141877"/>
                  <a:gd name="connsiteX0" fmla="*/ 26193 w 69947"/>
                  <a:gd name="connsiteY0" fmla="*/ 48590 h 142871"/>
                  <a:gd name="connsiteX1" fmla="*/ 69947 w 69947"/>
                  <a:gd name="connsiteY1" fmla="*/ 50972 h 142871"/>
                  <a:gd name="connsiteX2" fmla="*/ 30211 w 69947"/>
                  <a:gd name="connsiteY2" fmla="*/ 141877 h 142871"/>
                  <a:gd name="connsiteX3" fmla="*/ 30211 w 69947"/>
                  <a:gd name="connsiteY3" fmla="*/ 141877 h 142871"/>
                  <a:gd name="connsiteX4" fmla="*/ 0 w 69947"/>
                  <a:gd name="connsiteY4" fmla="*/ 111666 h 142871"/>
                  <a:gd name="connsiteX5" fmla="*/ 26193 w 69947"/>
                  <a:gd name="connsiteY5" fmla="*/ 48590 h 142871"/>
                  <a:gd name="connsiteX0" fmla="*/ 2261 w 46015"/>
                  <a:gd name="connsiteY0" fmla="*/ 48590 h 142871"/>
                  <a:gd name="connsiteX1" fmla="*/ 46015 w 46015"/>
                  <a:gd name="connsiteY1" fmla="*/ 50972 h 142871"/>
                  <a:gd name="connsiteX2" fmla="*/ 6279 w 46015"/>
                  <a:gd name="connsiteY2" fmla="*/ 141877 h 142871"/>
                  <a:gd name="connsiteX3" fmla="*/ 6279 w 46015"/>
                  <a:gd name="connsiteY3" fmla="*/ 141877 h 142871"/>
                  <a:gd name="connsiteX4" fmla="*/ 2261 w 46015"/>
                  <a:gd name="connsiteY4" fmla="*/ 48590 h 142871"/>
                  <a:gd name="connsiteX0" fmla="*/ 16910 w 60664"/>
                  <a:gd name="connsiteY0" fmla="*/ 48590 h 142871"/>
                  <a:gd name="connsiteX1" fmla="*/ 60664 w 60664"/>
                  <a:gd name="connsiteY1" fmla="*/ 50972 h 142871"/>
                  <a:gd name="connsiteX2" fmla="*/ 20928 w 60664"/>
                  <a:gd name="connsiteY2" fmla="*/ 141877 h 142871"/>
                  <a:gd name="connsiteX3" fmla="*/ 20928 w 60664"/>
                  <a:gd name="connsiteY3" fmla="*/ 141877 h 142871"/>
                  <a:gd name="connsiteX4" fmla="*/ 16910 w 60664"/>
                  <a:gd name="connsiteY4" fmla="*/ 48590 h 142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664" h="142871">
                    <a:moveTo>
                      <a:pt x="16910" y="48590"/>
                    </a:moveTo>
                    <a:cubicBezTo>
                      <a:pt x="7137" y="-56776"/>
                      <a:pt x="54959" y="40459"/>
                      <a:pt x="60664" y="50972"/>
                    </a:cubicBezTo>
                    <a:cubicBezTo>
                      <a:pt x="47046" y="187963"/>
                      <a:pt x="27551" y="126726"/>
                      <a:pt x="20928" y="141877"/>
                    </a:cubicBezTo>
                    <a:lnTo>
                      <a:pt x="20928" y="141877"/>
                    </a:lnTo>
                    <a:cubicBezTo>
                      <a:pt x="20258" y="126329"/>
                      <a:pt x="-23050" y="180422"/>
                      <a:pt x="16910" y="4859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14D0B4F5-A671-4147-9CEF-B9448FA7D8F6}"/>
                </a:ext>
              </a:extLst>
            </p:cNvPr>
            <p:cNvGrpSpPr/>
            <p:nvPr/>
          </p:nvGrpSpPr>
          <p:grpSpPr>
            <a:xfrm rot="17231448">
              <a:off x="1351379" y="2355527"/>
              <a:ext cx="511667" cy="2137744"/>
              <a:chOff x="7347683" y="642938"/>
              <a:chExt cx="124389" cy="519697"/>
            </a:xfrm>
            <a:solidFill>
              <a:schemeClr val="tx1"/>
            </a:solidFill>
          </p:grpSpPr>
          <p:sp>
            <p:nvSpPr>
              <p:cNvPr id="119" name="Rectangle: Rounded Corners 8">
                <a:extLst>
                  <a:ext uri="{FF2B5EF4-FFF2-40B4-BE49-F238E27FC236}">
                    <a16:creationId xmlns:a16="http://schemas.microsoft.com/office/drawing/2014/main" id="{4FEFD522-9FE9-406C-80FD-284B61B13B86}"/>
                  </a:ext>
                </a:extLst>
              </p:cNvPr>
              <p:cNvSpPr/>
              <p:nvPr/>
            </p:nvSpPr>
            <p:spPr>
              <a:xfrm rot="19570290">
                <a:off x="7390326" y="941944"/>
                <a:ext cx="81746" cy="220691"/>
              </a:xfrm>
              <a:custGeom>
                <a:avLst/>
                <a:gdLst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7260 w 81746"/>
                  <a:gd name="connsiteY0" fmla="*/ 42871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7260 w 81746"/>
                  <a:gd name="connsiteY8" fmla="*/ 42871 h 220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46" h="220691">
                    <a:moveTo>
                      <a:pt x="7260" y="42871"/>
                    </a:moveTo>
                    <a:cubicBezTo>
                      <a:pt x="7260" y="20297"/>
                      <a:pt x="18299" y="0"/>
                      <a:pt x="40873" y="0"/>
                    </a:cubicBezTo>
                    <a:lnTo>
                      <a:pt x="40873" y="0"/>
                    </a:lnTo>
                    <a:cubicBezTo>
                      <a:pt x="63447" y="0"/>
                      <a:pt x="81746" y="18299"/>
                      <a:pt x="81746" y="40873"/>
                    </a:cubicBezTo>
                    <a:cubicBezTo>
                      <a:pt x="81746" y="87188"/>
                      <a:pt x="65859" y="148655"/>
                      <a:pt x="81746" y="179818"/>
                    </a:cubicBezTo>
                    <a:cubicBezTo>
                      <a:pt x="81746" y="202392"/>
                      <a:pt x="63447" y="220691"/>
                      <a:pt x="40873" y="220691"/>
                    </a:cubicBezTo>
                    <a:lnTo>
                      <a:pt x="40873" y="220691"/>
                    </a:lnTo>
                    <a:cubicBezTo>
                      <a:pt x="18299" y="220691"/>
                      <a:pt x="0" y="202392"/>
                      <a:pt x="0" y="179818"/>
                    </a:cubicBezTo>
                    <a:lnTo>
                      <a:pt x="7260" y="4287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0" name="Rectangle: Rounded Corners 9">
                <a:extLst>
                  <a:ext uri="{FF2B5EF4-FFF2-40B4-BE49-F238E27FC236}">
                    <a16:creationId xmlns:a16="http://schemas.microsoft.com/office/drawing/2014/main" id="{8DB64BA0-0DCC-4683-B05B-FB833B5B2536}"/>
                  </a:ext>
                </a:extLst>
              </p:cNvPr>
              <p:cNvSpPr/>
              <p:nvPr/>
            </p:nvSpPr>
            <p:spPr>
              <a:xfrm>
                <a:off x="7347683" y="784815"/>
                <a:ext cx="60422" cy="16874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422" h="168741">
                    <a:moveTo>
                      <a:pt x="0" y="30211"/>
                    </a:moveTo>
                    <a:cubicBezTo>
                      <a:pt x="0" y="13526"/>
                      <a:pt x="13526" y="0"/>
                      <a:pt x="30211" y="0"/>
                    </a:cubicBezTo>
                    <a:lnTo>
                      <a:pt x="30211" y="0"/>
                    </a:lnTo>
                    <a:cubicBezTo>
                      <a:pt x="46896" y="0"/>
                      <a:pt x="60422" y="13526"/>
                      <a:pt x="60422" y="30211"/>
                    </a:cubicBezTo>
                    <a:cubicBezTo>
                      <a:pt x="38990" y="97273"/>
                      <a:pt x="60422" y="102424"/>
                      <a:pt x="60422" y="138530"/>
                    </a:cubicBezTo>
                    <a:cubicBezTo>
                      <a:pt x="60422" y="155215"/>
                      <a:pt x="46896" y="168741"/>
                      <a:pt x="30211" y="168741"/>
                    </a:cubicBezTo>
                    <a:lnTo>
                      <a:pt x="30211" y="168741"/>
                    </a:lnTo>
                    <a:cubicBezTo>
                      <a:pt x="13526" y="168741"/>
                      <a:pt x="0" y="155215"/>
                      <a:pt x="0" y="138530"/>
                    </a:cubicBezTo>
                    <a:lnTo>
                      <a:pt x="0" y="3021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1" name="Rectangle: Rounded Corners 10">
                <a:extLst>
                  <a:ext uri="{FF2B5EF4-FFF2-40B4-BE49-F238E27FC236}">
                    <a16:creationId xmlns:a16="http://schemas.microsoft.com/office/drawing/2014/main" id="{A0D8F978-D970-4431-B896-42CA71D259A2}"/>
                  </a:ext>
                </a:extLst>
              </p:cNvPr>
              <p:cNvSpPr/>
              <p:nvPr/>
            </p:nvSpPr>
            <p:spPr>
              <a:xfrm>
                <a:off x="7360935" y="642938"/>
                <a:ext cx="60664" cy="14287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0211 w 69947"/>
                  <a:gd name="connsiteY2" fmla="*/ 0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9736 w 69947"/>
                  <a:gd name="connsiteY2" fmla="*/ 28575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69947 w 69947"/>
                  <a:gd name="connsiteY2" fmla="*/ 77836 h 168741"/>
                  <a:gd name="connsiteX3" fmla="*/ 60422 w 69947"/>
                  <a:gd name="connsiteY3" fmla="*/ 138530 h 168741"/>
                  <a:gd name="connsiteX4" fmla="*/ 30211 w 69947"/>
                  <a:gd name="connsiteY4" fmla="*/ 168741 h 168741"/>
                  <a:gd name="connsiteX5" fmla="*/ 30211 w 69947"/>
                  <a:gd name="connsiteY5" fmla="*/ 168741 h 168741"/>
                  <a:gd name="connsiteX6" fmla="*/ 0 w 69947"/>
                  <a:gd name="connsiteY6" fmla="*/ 138530 h 168741"/>
                  <a:gd name="connsiteX7" fmla="*/ 0 w 69947"/>
                  <a:gd name="connsiteY7" fmla="*/ 30211 h 168741"/>
                  <a:gd name="connsiteX0" fmla="*/ 0 w 69947"/>
                  <a:gd name="connsiteY0" fmla="*/ 7865 h 146395"/>
                  <a:gd name="connsiteX1" fmla="*/ 58786 w 69947"/>
                  <a:gd name="connsiteY1" fmla="*/ 6229 h 146395"/>
                  <a:gd name="connsiteX2" fmla="*/ 69947 w 69947"/>
                  <a:gd name="connsiteY2" fmla="*/ 55490 h 146395"/>
                  <a:gd name="connsiteX3" fmla="*/ 60422 w 69947"/>
                  <a:gd name="connsiteY3" fmla="*/ 116184 h 146395"/>
                  <a:gd name="connsiteX4" fmla="*/ 30211 w 69947"/>
                  <a:gd name="connsiteY4" fmla="*/ 146395 h 146395"/>
                  <a:gd name="connsiteX5" fmla="*/ 30211 w 69947"/>
                  <a:gd name="connsiteY5" fmla="*/ 146395 h 146395"/>
                  <a:gd name="connsiteX6" fmla="*/ 0 w 69947"/>
                  <a:gd name="connsiteY6" fmla="*/ 116184 h 146395"/>
                  <a:gd name="connsiteX7" fmla="*/ 0 w 69947"/>
                  <a:gd name="connsiteY7" fmla="*/ 7865 h 146395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8488 h 141775"/>
                  <a:gd name="connsiteX1" fmla="*/ 58786 w 69947"/>
                  <a:gd name="connsiteY1" fmla="*/ 1609 h 141775"/>
                  <a:gd name="connsiteX2" fmla="*/ 69947 w 69947"/>
                  <a:gd name="connsiteY2" fmla="*/ 50870 h 141775"/>
                  <a:gd name="connsiteX3" fmla="*/ 60422 w 69947"/>
                  <a:gd name="connsiteY3" fmla="*/ 111564 h 141775"/>
                  <a:gd name="connsiteX4" fmla="*/ 30211 w 69947"/>
                  <a:gd name="connsiteY4" fmla="*/ 141775 h 141775"/>
                  <a:gd name="connsiteX5" fmla="*/ 30211 w 69947"/>
                  <a:gd name="connsiteY5" fmla="*/ 141775 h 141775"/>
                  <a:gd name="connsiteX6" fmla="*/ 0 w 69947"/>
                  <a:gd name="connsiteY6" fmla="*/ 111564 h 141775"/>
                  <a:gd name="connsiteX7" fmla="*/ 26193 w 69947"/>
                  <a:gd name="connsiteY7" fmla="*/ 48488 h 141775"/>
                  <a:gd name="connsiteX0" fmla="*/ 26193 w 69947"/>
                  <a:gd name="connsiteY0" fmla="*/ 6632 h 99919"/>
                  <a:gd name="connsiteX1" fmla="*/ 69947 w 69947"/>
                  <a:gd name="connsiteY1" fmla="*/ 9014 h 99919"/>
                  <a:gd name="connsiteX2" fmla="*/ 60422 w 69947"/>
                  <a:gd name="connsiteY2" fmla="*/ 69708 h 99919"/>
                  <a:gd name="connsiteX3" fmla="*/ 30211 w 69947"/>
                  <a:gd name="connsiteY3" fmla="*/ 99919 h 99919"/>
                  <a:gd name="connsiteX4" fmla="*/ 30211 w 69947"/>
                  <a:gd name="connsiteY4" fmla="*/ 99919 h 99919"/>
                  <a:gd name="connsiteX5" fmla="*/ 0 w 69947"/>
                  <a:gd name="connsiteY5" fmla="*/ 69708 h 99919"/>
                  <a:gd name="connsiteX6" fmla="*/ 26193 w 69947"/>
                  <a:gd name="connsiteY6" fmla="*/ 6632 h 99919"/>
                  <a:gd name="connsiteX0" fmla="*/ 26193 w 69947"/>
                  <a:gd name="connsiteY0" fmla="*/ 48590 h 141877"/>
                  <a:gd name="connsiteX1" fmla="*/ 69947 w 69947"/>
                  <a:gd name="connsiteY1" fmla="*/ 50972 h 141877"/>
                  <a:gd name="connsiteX2" fmla="*/ 60422 w 69947"/>
                  <a:gd name="connsiteY2" fmla="*/ 111666 h 141877"/>
                  <a:gd name="connsiteX3" fmla="*/ 30211 w 69947"/>
                  <a:gd name="connsiteY3" fmla="*/ 141877 h 141877"/>
                  <a:gd name="connsiteX4" fmla="*/ 30211 w 69947"/>
                  <a:gd name="connsiteY4" fmla="*/ 141877 h 141877"/>
                  <a:gd name="connsiteX5" fmla="*/ 0 w 69947"/>
                  <a:gd name="connsiteY5" fmla="*/ 111666 h 141877"/>
                  <a:gd name="connsiteX6" fmla="*/ 26193 w 69947"/>
                  <a:gd name="connsiteY6" fmla="*/ 48590 h 141877"/>
                  <a:gd name="connsiteX0" fmla="*/ 26193 w 69956"/>
                  <a:gd name="connsiteY0" fmla="*/ 48590 h 141877"/>
                  <a:gd name="connsiteX1" fmla="*/ 69947 w 69956"/>
                  <a:gd name="connsiteY1" fmla="*/ 50972 h 141877"/>
                  <a:gd name="connsiteX2" fmla="*/ 30211 w 69956"/>
                  <a:gd name="connsiteY2" fmla="*/ 141877 h 141877"/>
                  <a:gd name="connsiteX3" fmla="*/ 30211 w 69956"/>
                  <a:gd name="connsiteY3" fmla="*/ 141877 h 141877"/>
                  <a:gd name="connsiteX4" fmla="*/ 0 w 69956"/>
                  <a:gd name="connsiteY4" fmla="*/ 111666 h 141877"/>
                  <a:gd name="connsiteX5" fmla="*/ 26193 w 69956"/>
                  <a:gd name="connsiteY5" fmla="*/ 48590 h 141877"/>
                  <a:gd name="connsiteX0" fmla="*/ 26193 w 69947"/>
                  <a:gd name="connsiteY0" fmla="*/ 48590 h 142871"/>
                  <a:gd name="connsiteX1" fmla="*/ 69947 w 69947"/>
                  <a:gd name="connsiteY1" fmla="*/ 50972 h 142871"/>
                  <a:gd name="connsiteX2" fmla="*/ 30211 w 69947"/>
                  <a:gd name="connsiteY2" fmla="*/ 141877 h 142871"/>
                  <a:gd name="connsiteX3" fmla="*/ 30211 w 69947"/>
                  <a:gd name="connsiteY3" fmla="*/ 141877 h 142871"/>
                  <a:gd name="connsiteX4" fmla="*/ 0 w 69947"/>
                  <a:gd name="connsiteY4" fmla="*/ 111666 h 142871"/>
                  <a:gd name="connsiteX5" fmla="*/ 26193 w 69947"/>
                  <a:gd name="connsiteY5" fmla="*/ 48590 h 142871"/>
                  <a:gd name="connsiteX0" fmla="*/ 2261 w 46015"/>
                  <a:gd name="connsiteY0" fmla="*/ 48590 h 142871"/>
                  <a:gd name="connsiteX1" fmla="*/ 46015 w 46015"/>
                  <a:gd name="connsiteY1" fmla="*/ 50972 h 142871"/>
                  <a:gd name="connsiteX2" fmla="*/ 6279 w 46015"/>
                  <a:gd name="connsiteY2" fmla="*/ 141877 h 142871"/>
                  <a:gd name="connsiteX3" fmla="*/ 6279 w 46015"/>
                  <a:gd name="connsiteY3" fmla="*/ 141877 h 142871"/>
                  <a:gd name="connsiteX4" fmla="*/ 2261 w 46015"/>
                  <a:gd name="connsiteY4" fmla="*/ 48590 h 142871"/>
                  <a:gd name="connsiteX0" fmla="*/ 16910 w 60664"/>
                  <a:gd name="connsiteY0" fmla="*/ 48590 h 142871"/>
                  <a:gd name="connsiteX1" fmla="*/ 60664 w 60664"/>
                  <a:gd name="connsiteY1" fmla="*/ 50972 h 142871"/>
                  <a:gd name="connsiteX2" fmla="*/ 20928 w 60664"/>
                  <a:gd name="connsiteY2" fmla="*/ 141877 h 142871"/>
                  <a:gd name="connsiteX3" fmla="*/ 20928 w 60664"/>
                  <a:gd name="connsiteY3" fmla="*/ 141877 h 142871"/>
                  <a:gd name="connsiteX4" fmla="*/ 16910 w 60664"/>
                  <a:gd name="connsiteY4" fmla="*/ 48590 h 142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664" h="142871">
                    <a:moveTo>
                      <a:pt x="16910" y="48590"/>
                    </a:moveTo>
                    <a:cubicBezTo>
                      <a:pt x="7137" y="-56776"/>
                      <a:pt x="54959" y="40459"/>
                      <a:pt x="60664" y="50972"/>
                    </a:cubicBezTo>
                    <a:cubicBezTo>
                      <a:pt x="47046" y="187963"/>
                      <a:pt x="27551" y="126726"/>
                      <a:pt x="20928" y="141877"/>
                    </a:cubicBezTo>
                    <a:lnTo>
                      <a:pt x="20928" y="141877"/>
                    </a:lnTo>
                    <a:cubicBezTo>
                      <a:pt x="20258" y="126329"/>
                      <a:pt x="-23050" y="180422"/>
                      <a:pt x="16910" y="4859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C48B31F-C3BA-4D31-93F3-15EA7C3B911C}"/>
                </a:ext>
              </a:extLst>
            </p:cNvPr>
            <p:cNvGrpSpPr/>
            <p:nvPr/>
          </p:nvGrpSpPr>
          <p:grpSpPr>
            <a:xfrm rot="4368552" flipH="1">
              <a:off x="4471030" y="2331252"/>
              <a:ext cx="496234" cy="2141808"/>
              <a:chOff x="7351435" y="641950"/>
              <a:chExt cx="120637" cy="520685"/>
            </a:xfrm>
            <a:solidFill>
              <a:schemeClr val="tx1"/>
            </a:solidFill>
          </p:grpSpPr>
          <p:sp>
            <p:nvSpPr>
              <p:cNvPr id="116" name="Rectangle: Rounded Corners 8">
                <a:extLst>
                  <a:ext uri="{FF2B5EF4-FFF2-40B4-BE49-F238E27FC236}">
                    <a16:creationId xmlns:a16="http://schemas.microsoft.com/office/drawing/2014/main" id="{BA6B8D19-9FB2-4C3E-A373-31628908E516}"/>
                  </a:ext>
                </a:extLst>
              </p:cNvPr>
              <p:cNvSpPr/>
              <p:nvPr/>
            </p:nvSpPr>
            <p:spPr>
              <a:xfrm rot="19570290">
                <a:off x="7390326" y="941944"/>
                <a:ext cx="81746" cy="220691"/>
              </a:xfrm>
              <a:custGeom>
                <a:avLst/>
                <a:gdLst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7260 w 81746"/>
                  <a:gd name="connsiteY0" fmla="*/ 42871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7260 w 81746"/>
                  <a:gd name="connsiteY8" fmla="*/ 42871 h 220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46" h="220691">
                    <a:moveTo>
                      <a:pt x="7260" y="42871"/>
                    </a:moveTo>
                    <a:cubicBezTo>
                      <a:pt x="7260" y="20297"/>
                      <a:pt x="18299" y="0"/>
                      <a:pt x="40873" y="0"/>
                    </a:cubicBezTo>
                    <a:lnTo>
                      <a:pt x="40873" y="0"/>
                    </a:lnTo>
                    <a:cubicBezTo>
                      <a:pt x="63447" y="0"/>
                      <a:pt x="81746" y="18299"/>
                      <a:pt x="81746" y="40873"/>
                    </a:cubicBezTo>
                    <a:cubicBezTo>
                      <a:pt x="81746" y="87188"/>
                      <a:pt x="65859" y="148655"/>
                      <a:pt x="81746" y="179818"/>
                    </a:cubicBezTo>
                    <a:cubicBezTo>
                      <a:pt x="81746" y="202392"/>
                      <a:pt x="63447" y="220691"/>
                      <a:pt x="40873" y="220691"/>
                    </a:cubicBezTo>
                    <a:lnTo>
                      <a:pt x="40873" y="220691"/>
                    </a:lnTo>
                    <a:cubicBezTo>
                      <a:pt x="18299" y="220691"/>
                      <a:pt x="0" y="202392"/>
                      <a:pt x="0" y="179818"/>
                    </a:cubicBezTo>
                    <a:lnTo>
                      <a:pt x="7260" y="4287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7" name="Rectangle: Rounded Corners 9">
                <a:extLst>
                  <a:ext uri="{FF2B5EF4-FFF2-40B4-BE49-F238E27FC236}">
                    <a16:creationId xmlns:a16="http://schemas.microsoft.com/office/drawing/2014/main" id="{50E6AEC2-FCC8-4E4F-A875-87C3827172D7}"/>
                  </a:ext>
                </a:extLst>
              </p:cNvPr>
              <p:cNvSpPr/>
              <p:nvPr/>
            </p:nvSpPr>
            <p:spPr>
              <a:xfrm>
                <a:off x="7351435" y="783827"/>
                <a:ext cx="60422" cy="16874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422" h="168741">
                    <a:moveTo>
                      <a:pt x="0" y="30211"/>
                    </a:moveTo>
                    <a:cubicBezTo>
                      <a:pt x="0" y="13526"/>
                      <a:pt x="13526" y="0"/>
                      <a:pt x="30211" y="0"/>
                    </a:cubicBezTo>
                    <a:lnTo>
                      <a:pt x="30211" y="0"/>
                    </a:lnTo>
                    <a:cubicBezTo>
                      <a:pt x="46896" y="0"/>
                      <a:pt x="60422" y="13526"/>
                      <a:pt x="60422" y="30211"/>
                    </a:cubicBezTo>
                    <a:cubicBezTo>
                      <a:pt x="38990" y="97273"/>
                      <a:pt x="60422" y="102424"/>
                      <a:pt x="60422" y="138530"/>
                    </a:cubicBezTo>
                    <a:cubicBezTo>
                      <a:pt x="60422" y="155215"/>
                      <a:pt x="46896" y="168741"/>
                      <a:pt x="30211" y="168741"/>
                    </a:cubicBezTo>
                    <a:lnTo>
                      <a:pt x="30211" y="168741"/>
                    </a:lnTo>
                    <a:cubicBezTo>
                      <a:pt x="13526" y="168741"/>
                      <a:pt x="0" y="155215"/>
                      <a:pt x="0" y="138530"/>
                    </a:cubicBezTo>
                    <a:lnTo>
                      <a:pt x="0" y="3021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8" name="Rectangle: Rounded Corners 10">
                <a:extLst>
                  <a:ext uri="{FF2B5EF4-FFF2-40B4-BE49-F238E27FC236}">
                    <a16:creationId xmlns:a16="http://schemas.microsoft.com/office/drawing/2014/main" id="{DCD1451B-1415-429D-88C8-723AF1C25A6A}"/>
                  </a:ext>
                </a:extLst>
              </p:cNvPr>
              <p:cNvSpPr/>
              <p:nvPr/>
            </p:nvSpPr>
            <p:spPr>
              <a:xfrm>
                <a:off x="7364687" y="641950"/>
                <a:ext cx="60664" cy="14287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0211 w 69947"/>
                  <a:gd name="connsiteY2" fmla="*/ 0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9736 w 69947"/>
                  <a:gd name="connsiteY2" fmla="*/ 28575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69947 w 69947"/>
                  <a:gd name="connsiteY2" fmla="*/ 77836 h 168741"/>
                  <a:gd name="connsiteX3" fmla="*/ 60422 w 69947"/>
                  <a:gd name="connsiteY3" fmla="*/ 138530 h 168741"/>
                  <a:gd name="connsiteX4" fmla="*/ 30211 w 69947"/>
                  <a:gd name="connsiteY4" fmla="*/ 168741 h 168741"/>
                  <a:gd name="connsiteX5" fmla="*/ 30211 w 69947"/>
                  <a:gd name="connsiteY5" fmla="*/ 168741 h 168741"/>
                  <a:gd name="connsiteX6" fmla="*/ 0 w 69947"/>
                  <a:gd name="connsiteY6" fmla="*/ 138530 h 168741"/>
                  <a:gd name="connsiteX7" fmla="*/ 0 w 69947"/>
                  <a:gd name="connsiteY7" fmla="*/ 30211 h 168741"/>
                  <a:gd name="connsiteX0" fmla="*/ 0 w 69947"/>
                  <a:gd name="connsiteY0" fmla="*/ 7865 h 146395"/>
                  <a:gd name="connsiteX1" fmla="*/ 58786 w 69947"/>
                  <a:gd name="connsiteY1" fmla="*/ 6229 h 146395"/>
                  <a:gd name="connsiteX2" fmla="*/ 69947 w 69947"/>
                  <a:gd name="connsiteY2" fmla="*/ 55490 h 146395"/>
                  <a:gd name="connsiteX3" fmla="*/ 60422 w 69947"/>
                  <a:gd name="connsiteY3" fmla="*/ 116184 h 146395"/>
                  <a:gd name="connsiteX4" fmla="*/ 30211 w 69947"/>
                  <a:gd name="connsiteY4" fmla="*/ 146395 h 146395"/>
                  <a:gd name="connsiteX5" fmla="*/ 30211 w 69947"/>
                  <a:gd name="connsiteY5" fmla="*/ 146395 h 146395"/>
                  <a:gd name="connsiteX6" fmla="*/ 0 w 69947"/>
                  <a:gd name="connsiteY6" fmla="*/ 116184 h 146395"/>
                  <a:gd name="connsiteX7" fmla="*/ 0 w 69947"/>
                  <a:gd name="connsiteY7" fmla="*/ 7865 h 146395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8488 h 141775"/>
                  <a:gd name="connsiteX1" fmla="*/ 58786 w 69947"/>
                  <a:gd name="connsiteY1" fmla="*/ 1609 h 141775"/>
                  <a:gd name="connsiteX2" fmla="*/ 69947 w 69947"/>
                  <a:gd name="connsiteY2" fmla="*/ 50870 h 141775"/>
                  <a:gd name="connsiteX3" fmla="*/ 60422 w 69947"/>
                  <a:gd name="connsiteY3" fmla="*/ 111564 h 141775"/>
                  <a:gd name="connsiteX4" fmla="*/ 30211 w 69947"/>
                  <a:gd name="connsiteY4" fmla="*/ 141775 h 141775"/>
                  <a:gd name="connsiteX5" fmla="*/ 30211 w 69947"/>
                  <a:gd name="connsiteY5" fmla="*/ 141775 h 141775"/>
                  <a:gd name="connsiteX6" fmla="*/ 0 w 69947"/>
                  <a:gd name="connsiteY6" fmla="*/ 111564 h 141775"/>
                  <a:gd name="connsiteX7" fmla="*/ 26193 w 69947"/>
                  <a:gd name="connsiteY7" fmla="*/ 48488 h 141775"/>
                  <a:gd name="connsiteX0" fmla="*/ 26193 w 69947"/>
                  <a:gd name="connsiteY0" fmla="*/ 6632 h 99919"/>
                  <a:gd name="connsiteX1" fmla="*/ 69947 w 69947"/>
                  <a:gd name="connsiteY1" fmla="*/ 9014 h 99919"/>
                  <a:gd name="connsiteX2" fmla="*/ 60422 w 69947"/>
                  <a:gd name="connsiteY2" fmla="*/ 69708 h 99919"/>
                  <a:gd name="connsiteX3" fmla="*/ 30211 w 69947"/>
                  <a:gd name="connsiteY3" fmla="*/ 99919 h 99919"/>
                  <a:gd name="connsiteX4" fmla="*/ 30211 w 69947"/>
                  <a:gd name="connsiteY4" fmla="*/ 99919 h 99919"/>
                  <a:gd name="connsiteX5" fmla="*/ 0 w 69947"/>
                  <a:gd name="connsiteY5" fmla="*/ 69708 h 99919"/>
                  <a:gd name="connsiteX6" fmla="*/ 26193 w 69947"/>
                  <a:gd name="connsiteY6" fmla="*/ 6632 h 99919"/>
                  <a:gd name="connsiteX0" fmla="*/ 26193 w 69947"/>
                  <a:gd name="connsiteY0" fmla="*/ 48590 h 141877"/>
                  <a:gd name="connsiteX1" fmla="*/ 69947 w 69947"/>
                  <a:gd name="connsiteY1" fmla="*/ 50972 h 141877"/>
                  <a:gd name="connsiteX2" fmla="*/ 60422 w 69947"/>
                  <a:gd name="connsiteY2" fmla="*/ 111666 h 141877"/>
                  <a:gd name="connsiteX3" fmla="*/ 30211 w 69947"/>
                  <a:gd name="connsiteY3" fmla="*/ 141877 h 141877"/>
                  <a:gd name="connsiteX4" fmla="*/ 30211 w 69947"/>
                  <a:gd name="connsiteY4" fmla="*/ 141877 h 141877"/>
                  <a:gd name="connsiteX5" fmla="*/ 0 w 69947"/>
                  <a:gd name="connsiteY5" fmla="*/ 111666 h 141877"/>
                  <a:gd name="connsiteX6" fmla="*/ 26193 w 69947"/>
                  <a:gd name="connsiteY6" fmla="*/ 48590 h 141877"/>
                  <a:gd name="connsiteX0" fmla="*/ 26193 w 69956"/>
                  <a:gd name="connsiteY0" fmla="*/ 48590 h 141877"/>
                  <a:gd name="connsiteX1" fmla="*/ 69947 w 69956"/>
                  <a:gd name="connsiteY1" fmla="*/ 50972 h 141877"/>
                  <a:gd name="connsiteX2" fmla="*/ 30211 w 69956"/>
                  <a:gd name="connsiteY2" fmla="*/ 141877 h 141877"/>
                  <a:gd name="connsiteX3" fmla="*/ 30211 w 69956"/>
                  <a:gd name="connsiteY3" fmla="*/ 141877 h 141877"/>
                  <a:gd name="connsiteX4" fmla="*/ 0 w 69956"/>
                  <a:gd name="connsiteY4" fmla="*/ 111666 h 141877"/>
                  <a:gd name="connsiteX5" fmla="*/ 26193 w 69956"/>
                  <a:gd name="connsiteY5" fmla="*/ 48590 h 141877"/>
                  <a:gd name="connsiteX0" fmla="*/ 26193 w 69947"/>
                  <a:gd name="connsiteY0" fmla="*/ 48590 h 142871"/>
                  <a:gd name="connsiteX1" fmla="*/ 69947 w 69947"/>
                  <a:gd name="connsiteY1" fmla="*/ 50972 h 142871"/>
                  <a:gd name="connsiteX2" fmla="*/ 30211 w 69947"/>
                  <a:gd name="connsiteY2" fmla="*/ 141877 h 142871"/>
                  <a:gd name="connsiteX3" fmla="*/ 30211 w 69947"/>
                  <a:gd name="connsiteY3" fmla="*/ 141877 h 142871"/>
                  <a:gd name="connsiteX4" fmla="*/ 0 w 69947"/>
                  <a:gd name="connsiteY4" fmla="*/ 111666 h 142871"/>
                  <a:gd name="connsiteX5" fmla="*/ 26193 w 69947"/>
                  <a:gd name="connsiteY5" fmla="*/ 48590 h 142871"/>
                  <a:gd name="connsiteX0" fmla="*/ 2261 w 46015"/>
                  <a:gd name="connsiteY0" fmla="*/ 48590 h 142871"/>
                  <a:gd name="connsiteX1" fmla="*/ 46015 w 46015"/>
                  <a:gd name="connsiteY1" fmla="*/ 50972 h 142871"/>
                  <a:gd name="connsiteX2" fmla="*/ 6279 w 46015"/>
                  <a:gd name="connsiteY2" fmla="*/ 141877 h 142871"/>
                  <a:gd name="connsiteX3" fmla="*/ 6279 w 46015"/>
                  <a:gd name="connsiteY3" fmla="*/ 141877 h 142871"/>
                  <a:gd name="connsiteX4" fmla="*/ 2261 w 46015"/>
                  <a:gd name="connsiteY4" fmla="*/ 48590 h 142871"/>
                  <a:gd name="connsiteX0" fmla="*/ 16910 w 60664"/>
                  <a:gd name="connsiteY0" fmla="*/ 48590 h 142871"/>
                  <a:gd name="connsiteX1" fmla="*/ 60664 w 60664"/>
                  <a:gd name="connsiteY1" fmla="*/ 50972 h 142871"/>
                  <a:gd name="connsiteX2" fmla="*/ 20928 w 60664"/>
                  <a:gd name="connsiteY2" fmla="*/ 141877 h 142871"/>
                  <a:gd name="connsiteX3" fmla="*/ 20928 w 60664"/>
                  <a:gd name="connsiteY3" fmla="*/ 141877 h 142871"/>
                  <a:gd name="connsiteX4" fmla="*/ 16910 w 60664"/>
                  <a:gd name="connsiteY4" fmla="*/ 48590 h 142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664" h="142871">
                    <a:moveTo>
                      <a:pt x="16910" y="48590"/>
                    </a:moveTo>
                    <a:cubicBezTo>
                      <a:pt x="7137" y="-56776"/>
                      <a:pt x="54959" y="40459"/>
                      <a:pt x="60664" y="50972"/>
                    </a:cubicBezTo>
                    <a:cubicBezTo>
                      <a:pt x="47046" y="187963"/>
                      <a:pt x="27551" y="126726"/>
                      <a:pt x="20928" y="141877"/>
                    </a:cubicBezTo>
                    <a:lnTo>
                      <a:pt x="20928" y="141877"/>
                    </a:lnTo>
                    <a:cubicBezTo>
                      <a:pt x="20258" y="126329"/>
                      <a:pt x="-23050" y="180422"/>
                      <a:pt x="16910" y="4859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6BE917F9-4A13-4B06-B105-23149510C398}"/>
                </a:ext>
              </a:extLst>
            </p:cNvPr>
            <p:cNvGrpSpPr/>
            <p:nvPr/>
          </p:nvGrpSpPr>
          <p:grpSpPr>
            <a:xfrm rot="18775853" flipH="1" flipV="1">
              <a:off x="4761336" y="4417553"/>
              <a:ext cx="550297" cy="2119032"/>
              <a:chOff x="7338292" y="647487"/>
              <a:chExt cx="133780" cy="515148"/>
            </a:xfrm>
            <a:solidFill>
              <a:schemeClr val="tx1"/>
            </a:solidFill>
          </p:grpSpPr>
          <p:sp>
            <p:nvSpPr>
              <p:cNvPr id="113" name="Rectangle: Rounded Corners 8">
                <a:extLst>
                  <a:ext uri="{FF2B5EF4-FFF2-40B4-BE49-F238E27FC236}">
                    <a16:creationId xmlns:a16="http://schemas.microsoft.com/office/drawing/2014/main" id="{84C4A9B6-107E-457A-88D4-5B00EFEEBD00}"/>
                  </a:ext>
                </a:extLst>
              </p:cNvPr>
              <p:cNvSpPr/>
              <p:nvPr/>
            </p:nvSpPr>
            <p:spPr>
              <a:xfrm rot="19570290">
                <a:off x="7390326" y="941944"/>
                <a:ext cx="81746" cy="220691"/>
              </a:xfrm>
              <a:custGeom>
                <a:avLst/>
                <a:gdLst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7260 w 81746"/>
                  <a:gd name="connsiteY0" fmla="*/ 42871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7260 w 81746"/>
                  <a:gd name="connsiteY8" fmla="*/ 42871 h 220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46" h="220691">
                    <a:moveTo>
                      <a:pt x="7260" y="42871"/>
                    </a:moveTo>
                    <a:cubicBezTo>
                      <a:pt x="7260" y="20297"/>
                      <a:pt x="18299" y="0"/>
                      <a:pt x="40873" y="0"/>
                    </a:cubicBezTo>
                    <a:lnTo>
                      <a:pt x="40873" y="0"/>
                    </a:lnTo>
                    <a:cubicBezTo>
                      <a:pt x="63447" y="0"/>
                      <a:pt x="81746" y="18299"/>
                      <a:pt x="81746" y="40873"/>
                    </a:cubicBezTo>
                    <a:cubicBezTo>
                      <a:pt x="81746" y="87188"/>
                      <a:pt x="65859" y="148655"/>
                      <a:pt x="81746" y="179818"/>
                    </a:cubicBezTo>
                    <a:cubicBezTo>
                      <a:pt x="81746" y="202392"/>
                      <a:pt x="63447" y="220691"/>
                      <a:pt x="40873" y="220691"/>
                    </a:cubicBezTo>
                    <a:lnTo>
                      <a:pt x="40873" y="220691"/>
                    </a:lnTo>
                    <a:cubicBezTo>
                      <a:pt x="18299" y="220691"/>
                      <a:pt x="0" y="202392"/>
                      <a:pt x="0" y="179818"/>
                    </a:cubicBezTo>
                    <a:lnTo>
                      <a:pt x="7260" y="4287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4" name="Rectangle: Rounded Corners 9">
                <a:extLst>
                  <a:ext uri="{FF2B5EF4-FFF2-40B4-BE49-F238E27FC236}">
                    <a16:creationId xmlns:a16="http://schemas.microsoft.com/office/drawing/2014/main" id="{5938F172-32BC-453D-B148-E89371AAB6EA}"/>
                  </a:ext>
                </a:extLst>
              </p:cNvPr>
              <p:cNvSpPr/>
              <p:nvPr/>
            </p:nvSpPr>
            <p:spPr>
              <a:xfrm>
                <a:off x="7338292" y="789364"/>
                <a:ext cx="60422" cy="16874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422" h="168741">
                    <a:moveTo>
                      <a:pt x="0" y="30211"/>
                    </a:moveTo>
                    <a:cubicBezTo>
                      <a:pt x="0" y="13526"/>
                      <a:pt x="13526" y="0"/>
                      <a:pt x="30211" y="0"/>
                    </a:cubicBezTo>
                    <a:lnTo>
                      <a:pt x="30211" y="0"/>
                    </a:lnTo>
                    <a:cubicBezTo>
                      <a:pt x="46896" y="0"/>
                      <a:pt x="60422" y="13526"/>
                      <a:pt x="60422" y="30211"/>
                    </a:cubicBezTo>
                    <a:cubicBezTo>
                      <a:pt x="38990" y="97273"/>
                      <a:pt x="60422" y="102424"/>
                      <a:pt x="60422" y="138530"/>
                    </a:cubicBezTo>
                    <a:cubicBezTo>
                      <a:pt x="60422" y="155215"/>
                      <a:pt x="46896" y="168741"/>
                      <a:pt x="30211" y="168741"/>
                    </a:cubicBezTo>
                    <a:lnTo>
                      <a:pt x="30211" y="168741"/>
                    </a:lnTo>
                    <a:cubicBezTo>
                      <a:pt x="13526" y="168741"/>
                      <a:pt x="0" y="155215"/>
                      <a:pt x="0" y="138530"/>
                    </a:cubicBezTo>
                    <a:lnTo>
                      <a:pt x="0" y="3021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5" name="Rectangle: Rounded Corners 10">
                <a:extLst>
                  <a:ext uri="{FF2B5EF4-FFF2-40B4-BE49-F238E27FC236}">
                    <a16:creationId xmlns:a16="http://schemas.microsoft.com/office/drawing/2014/main" id="{5AC24E14-7F0A-44A7-99EB-6838D2F926F1}"/>
                  </a:ext>
                </a:extLst>
              </p:cNvPr>
              <p:cNvSpPr/>
              <p:nvPr/>
            </p:nvSpPr>
            <p:spPr>
              <a:xfrm>
                <a:off x="7351544" y="647487"/>
                <a:ext cx="60664" cy="14287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0211 w 69947"/>
                  <a:gd name="connsiteY2" fmla="*/ 0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9736 w 69947"/>
                  <a:gd name="connsiteY2" fmla="*/ 28575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69947 w 69947"/>
                  <a:gd name="connsiteY2" fmla="*/ 77836 h 168741"/>
                  <a:gd name="connsiteX3" fmla="*/ 60422 w 69947"/>
                  <a:gd name="connsiteY3" fmla="*/ 138530 h 168741"/>
                  <a:gd name="connsiteX4" fmla="*/ 30211 w 69947"/>
                  <a:gd name="connsiteY4" fmla="*/ 168741 h 168741"/>
                  <a:gd name="connsiteX5" fmla="*/ 30211 w 69947"/>
                  <a:gd name="connsiteY5" fmla="*/ 168741 h 168741"/>
                  <a:gd name="connsiteX6" fmla="*/ 0 w 69947"/>
                  <a:gd name="connsiteY6" fmla="*/ 138530 h 168741"/>
                  <a:gd name="connsiteX7" fmla="*/ 0 w 69947"/>
                  <a:gd name="connsiteY7" fmla="*/ 30211 h 168741"/>
                  <a:gd name="connsiteX0" fmla="*/ 0 w 69947"/>
                  <a:gd name="connsiteY0" fmla="*/ 7865 h 146395"/>
                  <a:gd name="connsiteX1" fmla="*/ 58786 w 69947"/>
                  <a:gd name="connsiteY1" fmla="*/ 6229 h 146395"/>
                  <a:gd name="connsiteX2" fmla="*/ 69947 w 69947"/>
                  <a:gd name="connsiteY2" fmla="*/ 55490 h 146395"/>
                  <a:gd name="connsiteX3" fmla="*/ 60422 w 69947"/>
                  <a:gd name="connsiteY3" fmla="*/ 116184 h 146395"/>
                  <a:gd name="connsiteX4" fmla="*/ 30211 w 69947"/>
                  <a:gd name="connsiteY4" fmla="*/ 146395 h 146395"/>
                  <a:gd name="connsiteX5" fmla="*/ 30211 w 69947"/>
                  <a:gd name="connsiteY5" fmla="*/ 146395 h 146395"/>
                  <a:gd name="connsiteX6" fmla="*/ 0 w 69947"/>
                  <a:gd name="connsiteY6" fmla="*/ 116184 h 146395"/>
                  <a:gd name="connsiteX7" fmla="*/ 0 w 69947"/>
                  <a:gd name="connsiteY7" fmla="*/ 7865 h 146395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8488 h 141775"/>
                  <a:gd name="connsiteX1" fmla="*/ 58786 w 69947"/>
                  <a:gd name="connsiteY1" fmla="*/ 1609 h 141775"/>
                  <a:gd name="connsiteX2" fmla="*/ 69947 w 69947"/>
                  <a:gd name="connsiteY2" fmla="*/ 50870 h 141775"/>
                  <a:gd name="connsiteX3" fmla="*/ 60422 w 69947"/>
                  <a:gd name="connsiteY3" fmla="*/ 111564 h 141775"/>
                  <a:gd name="connsiteX4" fmla="*/ 30211 w 69947"/>
                  <a:gd name="connsiteY4" fmla="*/ 141775 h 141775"/>
                  <a:gd name="connsiteX5" fmla="*/ 30211 w 69947"/>
                  <a:gd name="connsiteY5" fmla="*/ 141775 h 141775"/>
                  <a:gd name="connsiteX6" fmla="*/ 0 w 69947"/>
                  <a:gd name="connsiteY6" fmla="*/ 111564 h 141775"/>
                  <a:gd name="connsiteX7" fmla="*/ 26193 w 69947"/>
                  <a:gd name="connsiteY7" fmla="*/ 48488 h 141775"/>
                  <a:gd name="connsiteX0" fmla="*/ 26193 w 69947"/>
                  <a:gd name="connsiteY0" fmla="*/ 6632 h 99919"/>
                  <a:gd name="connsiteX1" fmla="*/ 69947 w 69947"/>
                  <a:gd name="connsiteY1" fmla="*/ 9014 h 99919"/>
                  <a:gd name="connsiteX2" fmla="*/ 60422 w 69947"/>
                  <a:gd name="connsiteY2" fmla="*/ 69708 h 99919"/>
                  <a:gd name="connsiteX3" fmla="*/ 30211 w 69947"/>
                  <a:gd name="connsiteY3" fmla="*/ 99919 h 99919"/>
                  <a:gd name="connsiteX4" fmla="*/ 30211 w 69947"/>
                  <a:gd name="connsiteY4" fmla="*/ 99919 h 99919"/>
                  <a:gd name="connsiteX5" fmla="*/ 0 w 69947"/>
                  <a:gd name="connsiteY5" fmla="*/ 69708 h 99919"/>
                  <a:gd name="connsiteX6" fmla="*/ 26193 w 69947"/>
                  <a:gd name="connsiteY6" fmla="*/ 6632 h 99919"/>
                  <a:gd name="connsiteX0" fmla="*/ 26193 w 69947"/>
                  <a:gd name="connsiteY0" fmla="*/ 48590 h 141877"/>
                  <a:gd name="connsiteX1" fmla="*/ 69947 w 69947"/>
                  <a:gd name="connsiteY1" fmla="*/ 50972 h 141877"/>
                  <a:gd name="connsiteX2" fmla="*/ 60422 w 69947"/>
                  <a:gd name="connsiteY2" fmla="*/ 111666 h 141877"/>
                  <a:gd name="connsiteX3" fmla="*/ 30211 w 69947"/>
                  <a:gd name="connsiteY3" fmla="*/ 141877 h 141877"/>
                  <a:gd name="connsiteX4" fmla="*/ 30211 w 69947"/>
                  <a:gd name="connsiteY4" fmla="*/ 141877 h 141877"/>
                  <a:gd name="connsiteX5" fmla="*/ 0 w 69947"/>
                  <a:gd name="connsiteY5" fmla="*/ 111666 h 141877"/>
                  <a:gd name="connsiteX6" fmla="*/ 26193 w 69947"/>
                  <a:gd name="connsiteY6" fmla="*/ 48590 h 141877"/>
                  <a:gd name="connsiteX0" fmla="*/ 26193 w 69956"/>
                  <a:gd name="connsiteY0" fmla="*/ 48590 h 141877"/>
                  <a:gd name="connsiteX1" fmla="*/ 69947 w 69956"/>
                  <a:gd name="connsiteY1" fmla="*/ 50972 h 141877"/>
                  <a:gd name="connsiteX2" fmla="*/ 30211 w 69956"/>
                  <a:gd name="connsiteY2" fmla="*/ 141877 h 141877"/>
                  <a:gd name="connsiteX3" fmla="*/ 30211 w 69956"/>
                  <a:gd name="connsiteY3" fmla="*/ 141877 h 141877"/>
                  <a:gd name="connsiteX4" fmla="*/ 0 w 69956"/>
                  <a:gd name="connsiteY4" fmla="*/ 111666 h 141877"/>
                  <a:gd name="connsiteX5" fmla="*/ 26193 w 69956"/>
                  <a:gd name="connsiteY5" fmla="*/ 48590 h 141877"/>
                  <a:gd name="connsiteX0" fmla="*/ 26193 w 69947"/>
                  <a:gd name="connsiteY0" fmla="*/ 48590 h 142871"/>
                  <a:gd name="connsiteX1" fmla="*/ 69947 w 69947"/>
                  <a:gd name="connsiteY1" fmla="*/ 50972 h 142871"/>
                  <a:gd name="connsiteX2" fmla="*/ 30211 w 69947"/>
                  <a:gd name="connsiteY2" fmla="*/ 141877 h 142871"/>
                  <a:gd name="connsiteX3" fmla="*/ 30211 w 69947"/>
                  <a:gd name="connsiteY3" fmla="*/ 141877 h 142871"/>
                  <a:gd name="connsiteX4" fmla="*/ 0 w 69947"/>
                  <a:gd name="connsiteY4" fmla="*/ 111666 h 142871"/>
                  <a:gd name="connsiteX5" fmla="*/ 26193 w 69947"/>
                  <a:gd name="connsiteY5" fmla="*/ 48590 h 142871"/>
                  <a:gd name="connsiteX0" fmla="*/ 2261 w 46015"/>
                  <a:gd name="connsiteY0" fmla="*/ 48590 h 142871"/>
                  <a:gd name="connsiteX1" fmla="*/ 46015 w 46015"/>
                  <a:gd name="connsiteY1" fmla="*/ 50972 h 142871"/>
                  <a:gd name="connsiteX2" fmla="*/ 6279 w 46015"/>
                  <a:gd name="connsiteY2" fmla="*/ 141877 h 142871"/>
                  <a:gd name="connsiteX3" fmla="*/ 6279 w 46015"/>
                  <a:gd name="connsiteY3" fmla="*/ 141877 h 142871"/>
                  <a:gd name="connsiteX4" fmla="*/ 2261 w 46015"/>
                  <a:gd name="connsiteY4" fmla="*/ 48590 h 142871"/>
                  <a:gd name="connsiteX0" fmla="*/ 16910 w 60664"/>
                  <a:gd name="connsiteY0" fmla="*/ 48590 h 142871"/>
                  <a:gd name="connsiteX1" fmla="*/ 60664 w 60664"/>
                  <a:gd name="connsiteY1" fmla="*/ 50972 h 142871"/>
                  <a:gd name="connsiteX2" fmla="*/ 20928 w 60664"/>
                  <a:gd name="connsiteY2" fmla="*/ 141877 h 142871"/>
                  <a:gd name="connsiteX3" fmla="*/ 20928 w 60664"/>
                  <a:gd name="connsiteY3" fmla="*/ 141877 h 142871"/>
                  <a:gd name="connsiteX4" fmla="*/ 16910 w 60664"/>
                  <a:gd name="connsiteY4" fmla="*/ 48590 h 142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664" h="142871">
                    <a:moveTo>
                      <a:pt x="16910" y="48590"/>
                    </a:moveTo>
                    <a:cubicBezTo>
                      <a:pt x="7137" y="-56776"/>
                      <a:pt x="54959" y="40459"/>
                      <a:pt x="60664" y="50972"/>
                    </a:cubicBezTo>
                    <a:cubicBezTo>
                      <a:pt x="47046" y="187963"/>
                      <a:pt x="27551" y="126726"/>
                      <a:pt x="20928" y="141877"/>
                    </a:cubicBezTo>
                    <a:lnTo>
                      <a:pt x="20928" y="141877"/>
                    </a:lnTo>
                    <a:cubicBezTo>
                      <a:pt x="20258" y="126329"/>
                      <a:pt x="-23050" y="180422"/>
                      <a:pt x="16910" y="4859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3F538FDF-0CCD-48D3-A3A5-E646852CE4DD}"/>
                </a:ext>
              </a:extLst>
            </p:cNvPr>
            <p:cNvGrpSpPr/>
            <p:nvPr/>
          </p:nvGrpSpPr>
          <p:grpSpPr>
            <a:xfrm rot="2824147" flipV="1">
              <a:off x="1105551" y="4503204"/>
              <a:ext cx="495966" cy="2142664"/>
              <a:chOff x="7351500" y="641742"/>
              <a:chExt cx="120572" cy="520893"/>
            </a:xfrm>
            <a:solidFill>
              <a:schemeClr val="tx1"/>
            </a:solidFill>
          </p:grpSpPr>
          <p:sp>
            <p:nvSpPr>
              <p:cNvPr id="110" name="Rectangle: Rounded Corners 8">
                <a:extLst>
                  <a:ext uri="{FF2B5EF4-FFF2-40B4-BE49-F238E27FC236}">
                    <a16:creationId xmlns:a16="http://schemas.microsoft.com/office/drawing/2014/main" id="{AE35D9B5-4CCD-4487-9AF6-697F3A3B58B7}"/>
                  </a:ext>
                </a:extLst>
              </p:cNvPr>
              <p:cNvSpPr/>
              <p:nvPr/>
            </p:nvSpPr>
            <p:spPr>
              <a:xfrm rot="19570290">
                <a:off x="7390326" y="941944"/>
                <a:ext cx="81746" cy="220691"/>
              </a:xfrm>
              <a:custGeom>
                <a:avLst/>
                <a:gdLst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7260 w 81746"/>
                  <a:gd name="connsiteY0" fmla="*/ 42871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7260 w 81746"/>
                  <a:gd name="connsiteY8" fmla="*/ 42871 h 220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46" h="220691">
                    <a:moveTo>
                      <a:pt x="7260" y="42871"/>
                    </a:moveTo>
                    <a:cubicBezTo>
                      <a:pt x="7260" y="20297"/>
                      <a:pt x="18299" y="0"/>
                      <a:pt x="40873" y="0"/>
                    </a:cubicBezTo>
                    <a:lnTo>
                      <a:pt x="40873" y="0"/>
                    </a:lnTo>
                    <a:cubicBezTo>
                      <a:pt x="63447" y="0"/>
                      <a:pt x="81746" y="18299"/>
                      <a:pt x="81746" y="40873"/>
                    </a:cubicBezTo>
                    <a:cubicBezTo>
                      <a:pt x="81746" y="87188"/>
                      <a:pt x="65859" y="148655"/>
                      <a:pt x="81746" y="179818"/>
                    </a:cubicBezTo>
                    <a:cubicBezTo>
                      <a:pt x="81746" y="202392"/>
                      <a:pt x="63447" y="220691"/>
                      <a:pt x="40873" y="220691"/>
                    </a:cubicBezTo>
                    <a:lnTo>
                      <a:pt x="40873" y="220691"/>
                    </a:lnTo>
                    <a:cubicBezTo>
                      <a:pt x="18299" y="220691"/>
                      <a:pt x="0" y="202392"/>
                      <a:pt x="0" y="179818"/>
                    </a:cubicBezTo>
                    <a:lnTo>
                      <a:pt x="7260" y="4287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1" name="Rectangle: Rounded Corners 9">
                <a:extLst>
                  <a:ext uri="{FF2B5EF4-FFF2-40B4-BE49-F238E27FC236}">
                    <a16:creationId xmlns:a16="http://schemas.microsoft.com/office/drawing/2014/main" id="{A5C83E9A-F326-4E45-AE65-10F82E24A856}"/>
                  </a:ext>
                </a:extLst>
              </p:cNvPr>
              <p:cNvSpPr/>
              <p:nvPr/>
            </p:nvSpPr>
            <p:spPr>
              <a:xfrm>
                <a:off x="7351500" y="783619"/>
                <a:ext cx="60422" cy="16874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422" h="168741">
                    <a:moveTo>
                      <a:pt x="0" y="30211"/>
                    </a:moveTo>
                    <a:cubicBezTo>
                      <a:pt x="0" y="13526"/>
                      <a:pt x="13526" y="0"/>
                      <a:pt x="30211" y="0"/>
                    </a:cubicBezTo>
                    <a:lnTo>
                      <a:pt x="30211" y="0"/>
                    </a:lnTo>
                    <a:cubicBezTo>
                      <a:pt x="46896" y="0"/>
                      <a:pt x="60422" y="13526"/>
                      <a:pt x="60422" y="30211"/>
                    </a:cubicBezTo>
                    <a:cubicBezTo>
                      <a:pt x="38990" y="97273"/>
                      <a:pt x="60422" y="102424"/>
                      <a:pt x="60422" y="138530"/>
                    </a:cubicBezTo>
                    <a:cubicBezTo>
                      <a:pt x="60422" y="155215"/>
                      <a:pt x="46896" y="168741"/>
                      <a:pt x="30211" y="168741"/>
                    </a:cubicBezTo>
                    <a:lnTo>
                      <a:pt x="30211" y="168741"/>
                    </a:lnTo>
                    <a:cubicBezTo>
                      <a:pt x="13526" y="168741"/>
                      <a:pt x="0" y="155215"/>
                      <a:pt x="0" y="138530"/>
                    </a:cubicBezTo>
                    <a:lnTo>
                      <a:pt x="0" y="3021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2" name="Rectangle: Rounded Corners 10">
                <a:extLst>
                  <a:ext uri="{FF2B5EF4-FFF2-40B4-BE49-F238E27FC236}">
                    <a16:creationId xmlns:a16="http://schemas.microsoft.com/office/drawing/2014/main" id="{54098156-31BA-4384-B2EB-E62E976EBBCB}"/>
                  </a:ext>
                </a:extLst>
              </p:cNvPr>
              <p:cNvSpPr/>
              <p:nvPr/>
            </p:nvSpPr>
            <p:spPr>
              <a:xfrm>
                <a:off x="7364752" y="641742"/>
                <a:ext cx="60664" cy="14287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0211 w 69947"/>
                  <a:gd name="connsiteY2" fmla="*/ 0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9736 w 69947"/>
                  <a:gd name="connsiteY2" fmla="*/ 28575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69947 w 69947"/>
                  <a:gd name="connsiteY2" fmla="*/ 77836 h 168741"/>
                  <a:gd name="connsiteX3" fmla="*/ 60422 w 69947"/>
                  <a:gd name="connsiteY3" fmla="*/ 138530 h 168741"/>
                  <a:gd name="connsiteX4" fmla="*/ 30211 w 69947"/>
                  <a:gd name="connsiteY4" fmla="*/ 168741 h 168741"/>
                  <a:gd name="connsiteX5" fmla="*/ 30211 w 69947"/>
                  <a:gd name="connsiteY5" fmla="*/ 168741 h 168741"/>
                  <a:gd name="connsiteX6" fmla="*/ 0 w 69947"/>
                  <a:gd name="connsiteY6" fmla="*/ 138530 h 168741"/>
                  <a:gd name="connsiteX7" fmla="*/ 0 w 69947"/>
                  <a:gd name="connsiteY7" fmla="*/ 30211 h 168741"/>
                  <a:gd name="connsiteX0" fmla="*/ 0 w 69947"/>
                  <a:gd name="connsiteY0" fmla="*/ 7865 h 146395"/>
                  <a:gd name="connsiteX1" fmla="*/ 58786 w 69947"/>
                  <a:gd name="connsiteY1" fmla="*/ 6229 h 146395"/>
                  <a:gd name="connsiteX2" fmla="*/ 69947 w 69947"/>
                  <a:gd name="connsiteY2" fmla="*/ 55490 h 146395"/>
                  <a:gd name="connsiteX3" fmla="*/ 60422 w 69947"/>
                  <a:gd name="connsiteY3" fmla="*/ 116184 h 146395"/>
                  <a:gd name="connsiteX4" fmla="*/ 30211 w 69947"/>
                  <a:gd name="connsiteY4" fmla="*/ 146395 h 146395"/>
                  <a:gd name="connsiteX5" fmla="*/ 30211 w 69947"/>
                  <a:gd name="connsiteY5" fmla="*/ 146395 h 146395"/>
                  <a:gd name="connsiteX6" fmla="*/ 0 w 69947"/>
                  <a:gd name="connsiteY6" fmla="*/ 116184 h 146395"/>
                  <a:gd name="connsiteX7" fmla="*/ 0 w 69947"/>
                  <a:gd name="connsiteY7" fmla="*/ 7865 h 146395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8488 h 141775"/>
                  <a:gd name="connsiteX1" fmla="*/ 58786 w 69947"/>
                  <a:gd name="connsiteY1" fmla="*/ 1609 h 141775"/>
                  <a:gd name="connsiteX2" fmla="*/ 69947 w 69947"/>
                  <a:gd name="connsiteY2" fmla="*/ 50870 h 141775"/>
                  <a:gd name="connsiteX3" fmla="*/ 60422 w 69947"/>
                  <a:gd name="connsiteY3" fmla="*/ 111564 h 141775"/>
                  <a:gd name="connsiteX4" fmla="*/ 30211 w 69947"/>
                  <a:gd name="connsiteY4" fmla="*/ 141775 h 141775"/>
                  <a:gd name="connsiteX5" fmla="*/ 30211 w 69947"/>
                  <a:gd name="connsiteY5" fmla="*/ 141775 h 141775"/>
                  <a:gd name="connsiteX6" fmla="*/ 0 w 69947"/>
                  <a:gd name="connsiteY6" fmla="*/ 111564 h 141775"/>
                  <a:gd name="connsiteX7" fmla="*/ 26193 w 69947"/>
                  <a:gd name="connsiteY7" fmla="*/ 48488 h 141775"/>
                  <a:gd name="connsiteX0" fmla="*/ 26193 w 69947"/>
                  <a:gd name="connsiteY0" fmla="*/ 6632 h 99919"/>
                  <a:gd name="connsiteX1" fmla="*/ 69947 w 69947"/>
                  <a:gd name="connsiteY1" fmla="*/ 9014 h 99919"/>
                  <a:gd name="connsiteX2" fmla="*/ 60422 w 69947"/>
                  <a:gd name="connsiteY2" fmla="*/ 69708 h 99919"/>
                  <a:gd name="connsiteX3" fmla="*/ 30211 w 69947"/>
                  <a:gd name="connsiteY3" fmla="*/ 99919 h 99919"/>
                  <a:gd name="connsiteX4" fmla="*/ 30211 w 69947"/>
                  <a:gd name="connsiteY4" fmla="*/ 99919 h 99919"/>
                  <a:gd name="connsiteX5" fmla="*/ 0 w 69947"/>
                  <a:gd name="connsiteY5" fmla="*/ 69708 h 99919"/>
                  <a:gd name="connsiteX6" fmla="*/ 26193 w 69947"/>
                  <a:gd name="connsiteY6" fmla="*/ 6632 h 99919"/>
                  <a:gd name="connsiteX0" fmla="*/ 26193 w 69947"/>
                  <a:gd name="connsiteY0" fmla="*/ 48590 h 141877"/>
                  <a:gd name="connsiteX1" fmla="*/ 69947 w 69947"/>
                  <a:gd name="connsiteY1" fmla="*/ 50972 h 141877"/>
                  <a:gd name="connsiteX2" fmla="*/ 60422 w 69947"/>
                  <a:gd name="connsiteY2" fmla="*/ 111666 h 141877"/>
                  <a:gd name="connsiteX3" fmla="*/ 30211 w 69947"/>
                  <a:gd name="connsiteY3" fmla="*/ 141877 h 141877"/>
                  <a:gd name="connsiteX4" fmla="*/ 30211 w 69947"/>
                  <a:gd name="connsiteY4" fmla="*/ 141877 h 141877"/>
                  <a:gd name="connsiteX5" fmla="*/ 0 w 69947"/>
                  <a:gd name="connsiteY5" fmla="*/ 111666 h 141877"/>
                  <a:gd name="connsiteX6" fmla="*/ 26193 w 69947"/>
                  <a:gd name="connsiteY6" fmla="*/ 48590 h 141877"/>
                  <a:gd name="connsiteX0" fmla="*/ 26193 w 69956"/>
                  <a:gd name="connsiteY0" fmla="*/ 48590 h 141877"/>
                  <a:gd name="connsiteX1" fmla="*/ 69947 w 69956"/>
                  <a:gd name="connsiteY1" fmla="*/ 50972 h 141877"/>
                  <a:gd name="connsiteX2" fmla="*/ 30211 w 69956"/>
                  <a:gd name="connsiteY2" fmla="*/ 141877 h 141877"/>
                  <a:gd name="connsiteX3" fmla="*/ 30211 w 69956"/>
                  <a:gd name="connsiteY3" fmla="*/ 141877 h 141877"/>
                  <a:gd name="connsiteX4" fmla="*/ 0 w 69956"/>
                  <a:gd name="connsiteY4" fmla="*/ 111666 h 141877"/>
                  <a:gd name="connsiteX5" fmla="*/ 26193 w 69956"/>
                  <a:gd name="connsiteY5" fmla="*/ 48590 h 141877"/>
                  <a:gd name="connsiteX0" fmla="*/ 26193 w 69947"/>
                  <a:gd name="connsiteY0" fmla="*/ 48590 h 142871"/>
                  <a:gd name="connsiteX1" fmla="*/ 69947 w 69947"/>
                  <a:gd name="connsiteY1" fmla="*/ 50972 h 142871"/>
                  <a:gd name="connsiteX2" fmla="*/ 30211 w 69947"/>
                  <a:gd name="connsiteY2" fmla="*/ 141877 h 142871"/>
                  <a:gd name="connsiteX3" fmla="*/ 30211 w 69947"/>
                  <a:gd name="connsiteY3" fmla="*/ 141877 h 142871"/>
                  <a:gd name="connsiteX4" fmla="*/ 0 w 69947"/>
                  <a:gd name="connsiteY4" fmla="*/ 111666 h 142871"/>
                  <a:gd name="connsiteX5" fmla="*/ 26193 w 69947"/>
                  <a:gd name="connsiteY5" fmla="*/ 48590 h 142871"/>
                  <a:gd name="connsiteX0" fmla="*/ 2261 w 46015"/>
                  <a:gd name="connsiteY0" fmla="*/ 48590 h 142871"/>
                  <a:gd name="connsiteX1" fmla="*/ 46015 w 46015"/>
                  <a:gd name="connsiteY1" fmla="*/ 50972 h 142871"/>
                  <a:gd name="connsiteX2" fmla="*/ 6279 w 46015"/>
                  <a:gd name="connsiteY2" fmla="*/ 141877 h 142871"/>
                  <a:gd name="connsiteX3" fmla="*/ 6279 w 46015"/>
                  <a:gd name="connsiteY3" fmla="*/ 141877 h 142871"/>
                  <a:gd name="connsiteX4" fmla="*/ 2261 w 46015"/>
                  <a:gd name="connsiteY4" fmla="*/ 48590 h 142871"/>
                  <a:gd name="connsiteX0" fmla="*/ 16910 w 60664"/>
                  <a:gd name="connsiteY0" fmla="*/ 48590 h 142871"/>
                  <a:gd name="connsiteX1" fmla="*/ 60664 w 60664"/>
                  <a:gd name="connsiteY1" fmla="*/ 50972 h 142871"/>
                  <a:gd name="connsiteX2" fmla="*/ 20928 w 60664"/>
                  <a:gd name="connsiteY2" fmla="*/ 141877 h 142871"/>
                  <a:gd name="connsiteX3" fmla="*/ 20928 w 60664"/>
                  <a:gd name="connsiteY3" fmla="*/ 141877 h 142871"/>
                  <a:gd name="connsiteX4" fmla="*/ 16910 w 60664"/>
                  <a:gd name="connsiteY4" fmla="*/ 48590 h 142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664" h="142871">
                    <a:moveTo>
                      <a:pt x="16910" y="48590"/>
                    </a:moveTo>
                    <a:cubicBezTo>
                      <a:pt x="7137" y="-56776"/>
                      <a:pt x="54959" y="40459"/>
                      <a:pt x="60664" y="50972"/>
                    </a:cubicBezTo>
                    <a:cubicBezTo>
                      <a:pt x="47046" y="187963"/>
                      <a:pt x="27551" y="126726"/>
                      <a:pt x="20928" y="141877"/>
                    </a:cubicBezTo>
                    <a:lnTo>
                      <a:pt x="20928" y="141877"/>
                    </a:lnTo>
                    <a:cubicBezTo>
                      <a:pt x="20258" y="126329"/>
                      <a:pt x="-23050" y="180422"/>
                      <a:pt x="16910" y="4859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494C009D-02FB-40CF-83E4-567F31AD655A}"/>
                </a:ext>
              </a:extLst>
            </p:cNvPr>
            <p:cNvGrpSpPr/>
            <p:nvPr/>
          </p:nvGrpSpPr>
          <p:grpSpPr>
            <a:xfrm rot="2824147" flipV="1">
              <a:off x="1088329" y="3714236"/>
              <a:ext cx="495966" cy="2142664"/>
              <a:chOff x="7351500" y="641742"/>
              <a:chExt cx="120572" cy="520893"/>
            </a:xfrm>
            <a:solidFill>
              <a:schemeClr val="tx1"/>
            </a:solidFill>
          </p:grpSpPr>
          <p:sp>
            <p:nvSpPr>
              <p:cNvPr id="107" name="Rectangle: Rounded Corners 8">
                <a:extLst>
                  <a:ext uri="{FF2B5EF4-FFF2-40B4-BE49-F238E27FC236}">
                    <a16:creationId xmlns:a16="http://schemas.microsoft.com/office/drawing/2014/main" id="{AC90DC40-3154-4EE9-8A3B-840F3B5991B1}"/>
                  </a:ext>
                </a:extLst>
              </p:cNvPr>
              <p:cNvSpPr/>
              <p:nvPr/>
            </p:nvSpPr>
            <p:spPr>
              <a:xfrm rot="19570290">
                <a:off x="7390326" y="941944"/>
                <a:ext cx="81746" cy="220691"/>
              </a:xfrm>
              <a:custGeom>
                <a:avLst/>
                <a:gdLst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7260 w 81746"/>
                  <a:gd name="connsiteY0" fmla="*/ 42871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7260 w 81746"/>
                  <a:gd name="connsiteY8" fmla="*/ 42871 h 220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46" h="220691">
                    <a:moveTo>
                      <a:pt x="7260" y="42871"/>
                    </a:moveTo>
                    <a:cubicBezTo>
                      <a:pt x="7260" y="20297"/>
                      <a:pt x="18299" y="0"/>
                      <a:pt x="40873" y="0"/>
                    </a:cubicBezTo>
                    <a:lnTo>
                      <a:pt x="40873" y="0"/>
                    </a:lnTo>
                    <a:cubicBezTo>
                      <a:pt x="63447" y="0"/>
                      <a:pt x="81746" y="18299"/>
                      <a:pt x="81746" y="40873"/>
                    </a:cubicBezTo>
                    <a:cubicBezTo>
                      <a:pt x="81746" y="87188"/>
                      <a:pt x="65859" y="148655"/>
                      <a:pt x="81746" y="179818"/>
                    </a:cubicBezTo>
                    <a:cubicBezTo>
                      <a:pt x="81746" y="202392"/>
                      <a:pt x="63447" y="220691"/>
                      <a:pt x="40873" y="220691"/>
                    </a:cubicBezTo>
                    <a:lnTo>
                      <a:pt x="40873" y="220691"/>
                    </a:lnTo>
                    <a:cubicBezTo>
                      <a:pt x="18299" y="220691"/>
                      <a:pt x="0" y="202392"/>
                      <a:pt x="0" y="179818"/>
                    </a:cubicBezTo>
                    <a:lnTo>
                      <a:pt x="7260" y="4287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8" name="Rectangle: Rounded Corners 9">
                <a:extLst>
                  <a:ext uri="{FF2B5EF4-FFF2-40B4-BE49-F238E27FC236}">
                    <a16:creationId xmlns:a16="http://schemas.microsoft.com/office/drawing/2014/main" id="{E1248AAD-8629-415B-B8FB-57C266A4EA89}"/>
                  </a:ext>
                </a:extLst>
              </p:cNvPr>
              <p:cNvSpPr/>
              <p:nvPr/>
            </p:nvSpPr>
            <p:spPr>
              <a:xfrm>
                <a:off x="7351500" y="783619"/>
                <a:ext cx="60422" cy="16874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422" h="168741">
                    <a:moveTo>
                      <a:pt x="0" y="30211"/>
                    </a:moveTo>
                    <a:cubicBezTo>
                      <a:pt x="0" y="13526"/>
                      <a:pt x="13526" y="0"/>
                      <a:pt x="30211" y="0"/>
                    </a:cubicBezTo>
                    <a:lnTo>
                      <a:pt x="30211" y="0"/>
                    </a:lnTo>
                    <a:cubicBezTo>
                      <a:pt x="46896" y="0"/>
                      <a:pt x="60422" y="13526"/>
                      <a:pt x="60422" y="30211"/>
                    </a:cubicBezTo>
                    <a:cubicBezTo>
                      <a:pt x="38990" y="97273"/>
                      <a:pt x="60422" y="102424"/>
                      <a:pt x="60422" y="138530"/>
                    </a:cubicBezTo>
                    <a:cubicBezTo>
                      <a:pt x="60422" y="155215"/>
                      <a:pt x="46896" y="168741"/>
                      <a:pt x="30211" y="168741"/>
                    </a:cubicBezTo>
                    <a:lnTo>
                      <a:pt x="30211" y="168741"/>
                    </a:lnTo>
                    <a:cubicBezTo>
                      <a:pt x="13526" y="168741"/>
                      <a:pt x="0" y="155215"/>
                      <a:pt x="0" y="138530"/>
                    </a:cubicBezTo>
                    <a:lnTo>
                      <a:pt x="0" y="3021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9" name="Rectangle: Rounded Corners 10">
                <a:extLst>
                  <a:ext uri="{FF2B5EF4-FFF2-40B4-BE49-F238E27FC236}">
                    <a16:creationId xmlns:a16="http://schemas.microsoft.com/office/drawing/2014/main" id="{CF3D03AC-6448-4595-ACB8-A0703910A7CF}"/>
                  </a:ext>
                </a:extLst>
              </p:cNvPr>
              <p:cNvSpPr/>
              <p:nvPr/>
            </p:nvSpPr>
            <p:spPr>
              <a:xfrm>
                <a:off x="7364752" y="641742"/>
                <a:ext cx="60664" cy="14287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0211 w 69947"/>
                  <a:gd name="connsiteY2" fmla="*/ 0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9736 w 69947"/>
                  <a:gd name="connsiteY2" fmla="*/ 28575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69947 w 69947"/>
                  <a:gd name="connsiteY2" fmla="*/ 77836 h 168741"/>
                  <a:gd name="connsiteX3" fmla="*/ 60422 w 69947"/>
                  <a:gd name="connsiteY3" fmla="*/ 138530 h 168741"/>
                  <a:gd name="connsiteX4" fmla="*/ 30211 w 69947"/>
                  <a:gd name="connsiteY4" fmla="*/ 168741 h 168741"/>
                  <a:gd name="connsiteX5" fmla="*/ 30211 w 69947"/>
                  <a:gd name="connsiteY5" fmla="*/ 168741 h 168741"/>
                  <a:gd name="connsiteX6" fmla="*/ 0 w 69947"/>
                  <a:gd name="connsiteY6" fmla="*/ 138530 h 168741"/>
                  <a:gd name="connsiteX7" fmla="*/ 0 w 69947"/>
                  <a:gd name="connsiteY7" fmla="*/ 30211 h 168741"/>
                  <a:gd name="connsiteX0" fmla="*/ 0 w 69947"/>
                  <a:gd name="connsiteY0" fmla="*/ 7865 h 146395"/>
                  <a:gd name="connsiteX1" fmla="*/ 58786 w 69947"/>
                  <a:gd name="connsiteY1" fmla="*/ 6229 h 146395"/>
                  <a:gd name="connsiteX2" fmla="*/ 69947 w 69947"/>
                  <a:gd name="connsiteY2" fmla="*/ 55490 h 146395"/>
                  <a:gd name="connsiteX3" fmla="*/ 60422 w 69947"/>
                  <a:gd name="connsiteY3" fmla="*/ 116184 h 146395"/>
                  <a:gd name="connsiteX4" fmla="*/ 30211 w 69947"/>
                  <a:gd name="connsiteY4" fmla="*/ 146395 h 146395"/>
                  <a:gd name="connsiteX5" fmla="*/ 30211 w 69947"/>
                  <a:gd name="connsiteY5" fmla="*/ 146395 h 146395"/>
                  <a:gd name="connsiteX6" fmla="*/ 0 w 69947"/>
                  <a:gd name="connsiteY6" fmla="*/ 116184 h 146395"/>
                  <a:gd name="connsiteX7" fmla="*/ 0 w 69947"/>
                  <a:gd name="connsiteY7" fmla="*/ 7865 h 146395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8488 h 141775"/>
                  <a:gd name="connsiteX1" fmla="*/ 58786 w 69947"/>
                  <a:gd name="connsiteY1" fmla="*/ 1609 h 141775"/>
                  <a:gd name="connsiteX2" fmla="*/ 69947 w 69947"/>
                  <a:gd name="connsiteY2" fmla="*/ 50870 h 141775"/>
                  <a:gd name="connsiteX3" fmla="*/ 60422 w 69947"/>
                  <a:gd name="connsiteY3" fmla="*/ 111564 h 141775"/>
                  <a:gd name="connsiteX4" fmla="*/ 30211 w 69947"/>
                  <a:gd name="connsiteY4" fmla="*/ 141775 h 141775"/>
                  <a:gd name="connsiteX5" fmla="*/ 30211 w 69947"/>
                  <a:gd name="connsiteY5" fmla="*/ 141775 h 141775"/>
                  <a:gd name="connsiteX6" fmla="*/ 0 w 69947"/>
                  <a:gd name="connsiteY6" fmla="*/ 111564 h 141775"/>
                  <a:gd name="connsiteX7" fmla="*/ 26193 w 69947"/>
                  <a:gd name="connsiteY7" fmla="*/ 48488 h 141775"/>
                  <a:gd name="connsiteX0" fmla="*/ 26193 w 69947"/>
                  <a:gd name="connsiteY0" fmla="*/ 6632 h 99919"/>
                  <a:gd name="connsiteX1" fmla="*/ 69947 w 69947"/>
                  <a:gd name="connsiteY1" fmla="*/ 9014 h 99919"/>
                  <a:gd name="connsiteX2" fmla="*/ 60422 w 69947"/>
                  <a:gd name="connsiteY2" fmla="*/ 69708 h 99919"/>
                  <a:gd name="connsiteX3" fmla="*/ 30211 w 69947"/>
                  <a:gd name="connsiteY3" fmla="*/ 99919 h 99919"/>
                  <a:gd name="connsiteX4" fmla="*/ 30211 w 69947"/>
                  <a:gd name="connsiteY4" fmla="*/ 99919 h 99919"/>
                  <a:gd name="connsiteX5" fmla="*/ 0 w 69947"/>
                  <a:gd name="connsiteY5" fmla="*/ 69708 h 99919"/>
                  <a:gd name="connsiteX6" fmla="*/ 26193 w 69947"/>
                  <a:gd name="connsiteY6" fmla="*/ 6632 h 99919"/>
                  <a:gd name="connsiteX0" fmla="*/ 26193 w 69947"/>
                  <a:gd name="connsiteY0" fmla="*/ 48590 h 141877"/>
                  <a:gd name="connsiteX1" fmla="*/ 69947 w 69947"/>
                  <a:gd name="connsiteY1" fmla="*/ 50972 h 141877"/>
                  <a:gd name="connsiteX2" fmla="*/ 60422 w 69947"/>
                  <a:gd name="connsiteY2" fmla="*/ 111666 h 141877"/>
                  <a:gd name="connsiteX3" fmla="*/ 30211 w 69947"/>
                  <a:gd name="connsiteY3" fmla="*/ 141877 h 141877"/>
                  <a:gd name="connsiteX4" fmla="*/ 30211 w 69947"/>
                  <a:gd name="connsiteY4" fmla="*/ 141877 h 141877"/>
                  <a:gd name="connsiteX5" fmla="*/ 0 w 69947"/>
                  <a:gd name="connsiteY5" fmla="*/ 111666 h 141877"/>
                  <a:gd name="connsiteX6" fmla="*/ 26193 w 69947"/>
                  <a:gd name="connsiteY6" fmla="*/ 48590 h 141877"/>
                  <a:gd name="connsiteX0" fmla="*/ 26193 w 69956"/>
                  <a:gd name="connsiteY0" fmla="*/ 48590 h 141877"/>
                  <a:gd name="connsiteX1" fmla="*/ 69947 w 69956"/>
                  <a:gd name="connsiteY1" fmla="*/ 50972 h 141877"/>
                  <a:gd name="connsiteX2" fmla="*/ 30211 w 69956"/>
                  <a:gd name="connsiteY2" fmla="*/ 141877 h 141877"/>
                  <a:gd name="connsiteX3" fmla="*/ 30211 w 69956"/>
                  <a:gd name="connsiteY3" fmla="*/ 141877 h 141877"/>
                  <a:gd name="connsiteX4" fmla="*/ 0 w 69956"/>
                  <a:gd name="connsiteY4" fmla="*/ 111666 h 141877"/>
                  <a:gd name="connsiteX5" fmla="*/ 26193 w 69956"/>
                  <a:gd name="connsiteY5" fmla="*/ 48590 h 141877"/>
                  <a:gd name="connsiteX0" fmla="*/ 26193 w 69947"/>
                  <a:gd name="connsiteY0" fmla="*/ 48590 h 142871"/>
                  <a:gd name="connsiteX1" fmla="*/ 69947 w 69947"/>
                  <a:gd name="connsiteY1" fmla="*/ 50972 h 142871"/>
                  <a:gd name="connsiteX2" fmla="*/ 30211 w 69947"/>
                  <a:gd name="connsiteY2" fmla="*/ 141877 h 142871"/>
                  <a:gd name="connsiteX3" fmla="*/ 30211 w 69947"/>
                  <a:gd name="connsiteY3" fmla="*/ 141877 h 142871"/>
                  <a:gd name="connsiteX4" fmla="*/ 0 w 69947"/>
                  <a:gd name="connsiteY4" fmla="*/ 111666 h 142871"/>
                  <a:gd name="connsiteX5" fmla="*/ 26193 w 69947"/>
                  <a:gd name="connsiteY5" fmla="*/ 48590 h 142871"/>
                  <a:gd name="connsiteX0" fmla="*/ 2261 w 46015"/>
                  <a:gd name="connsiteY0" fmla="*/ 48590 h 142871"/>
                  <a:gd name="connsiteX1" fmla="*/ 46015 w 46015"/>
                  <a:gd name="connsiteY1" fmla="*/ 50972 h 142871"/>
                  <a:gd name="connsiteX2" fmla="*/ 6279 w 46015"/>
                  <a:gd name="connsiteY2" fmla="*/ 141877 h 142871"/>
                  <a:gd name="connsiteX3" fmla="*/ 6279 w 46015"/>
                  <a:gd name="connsiteY3" fmla="*/ 141877 h 142871"/>
                  <a:gd name="connsiteX4" fmla="*/ 2261 w 46015"/>
                  <a:gd name="connsiteY4" fmla="*/ 48590 h 142871"/>
                  <a:gd name="connsiteX0" fmla="*/ 16910 w 60664"/>
                  <a:gd name="connsiteY0" fmla="*/ 48590 h 142871"/>
                  <a:gd name="connsiteX1" fmla="*/ 60664 w 60664"/>
                  <a:gd name="connsiteY1" fmla="*/ 50972 h 142871"/>
                  <a:gd name="connsiteX2" fmla="*/ 20928 w 60664"/>
                  <a:gd name="connsiteY2" fmla="*/ 141877 h 142871"/>
                  <a:gd name="connsiteX3" fmla="*/ 20928 w 60664"/>
                  <a:gd name="connsiteY3" fmla="*/ 141877 h 142871"/>
                  <a:gd name="connsiteX4" fmla="*/ 16910 w 60664"/>
                  <a:gd name="connsiteY4" fmla="*/ 48590 h 142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664" h="142871">
                    <a:moveTo>
                      <a:pt x="16910" y="48590"/>
                    </a:moveTo>
                    <a:cubicBezTo>
                      <a:pt x="7137" y="-56776"/>
                      <a:pt x="54959" y="40459"/>
                      <a:pt x="60664" y="50972"/>
                    </a:cubicBezTo>
                    <a:cubicBezTo>
                      <a:pt x="47046" y="187963"/>
                      <a:pt x="27551" y="126726"/>
                      <a:pt x="20928" y="141877"/>
                    </a:cubicBezTo>
                    <a:lnTo>
                      <a:pt x="20928" y="141877"/>
                    </a:lnTo>
                    <a:cubicBezTo>
                      <a:pt x="20258" y="126329"/>
                      <a:pt x="-23050" y="180422"/>
                      <a:pt x="16910" y="4859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D00CEDE2-631B-43BC-A267-9E7D76C6B3FA}"/>
                </a:ext>
              </a:extLst>
            </p:cNvPr>
            <p:cNvGrpSpPr/>
            <p:nvPr/>
          </p:nvGrpSpPr>
          <p:grpSpPr>
            <a:xfrm rot="18775853" flipH="1" flipV="1">
              <a:off x="4717471" y="3604583"/>
              <a:ext cx="550297" cy="2119032"/>
              <a:chOff x="7338292" y="647487"/>
              <a:chExt cx="133780" cy="515148"/>
            </a:xfrm>
            <a:solidFill>
              <a:schemeClr val="tx1"/>
            </a:solidFill>
          </p:grpSpPr>
          <p:sp>
            <p:nvSpPr>
              <p:cNvPr id="104" name="Rectangle: Rounded Corners 8">
                <a:extLst>
                  <a:ext uri="{FF2B5EF4-FFF2-40B4-BE49-F238E27FC236}">
                    <a16:creationId xmlns:a16="http://schemas.microsoft.com/office/drawing/2014/main" id="{9F7FC1EC-17EE-45A0-96CD-3ABB507D27FF}"/>
                  </a:ext>
                </a:extLst>
              </p:cNvPr>
              <p:cNvSpPr/>
              <p:nvPr/>
            </p:nvSpPr>
            <p:spPr>
              <a:xfrm rot="19570290">
                <a:off x="7390326" y="941944"/>
                <a:ext cx="81746" cy="220691"/>
              </a:xfrm>
              <a:custGeom>
                <a:avLst/>
                <a:gdLst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0 w 81746"/>
                  <a:gd name="connsiteY0" fmla="*/ 40873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0 w 81746"/>
                  <a:gd name="connsiteY8" fmla="*/ 40873 h 220691"/>
                  <a:gd name="connsiteX0" fmla="*/ 7260 w 81746"/>
                  <a:gd name="connsiteY0" fmla="*/ 42871 h 220691"/>
                  <a:gd name="connsiteX1" fmla="*/ 40873 w 81746"/>
                  <a:gd name="connsiteY1" fmla="*/ 0 h 220691"/>
                  <a:gd name="connsiteX2" fmla="*/ 40873 w 81746"/>
                  <a:gd name="connsiteY2" fmla="*/ 0 h 220691"/>
                  <a:gd name="connsiteX3" fmla="*/ 81746 w 81746"/>
                  <a:gd name="connsiteY3" fmla="*/ 40873 h 220691"/>
                  <a:gd name="connsiteX4" fmla="*/ 81746 w 81746"/>
                  <a:gd name="connsiteY4" fmla="*/ 179818 h 220691"/>
                  <a:gd name="connsiteX5" fmla="*/ 40873 w 81746"/>
                  <a:gd name="connsiteY5" fmla="*/ 220691 h 220691"/>
                  <a:gd name="connsiteX6" fmla="*/ 40873 w 81746"/>
                  <a:gd name="connsiteY6" fmla="*/ 220691 h 220691"/>
                  <a:gd name="connsiteX7" fmla="*/ 0 w 81746"/>
                  <a:gd name="connsiteY7" fmla="*/ 179818 h 220691"/>
                  <a:gd name="connsiteX8" fmla="*/ 7260 w 81746"/>
                  <a:gd name="connsiteY8" fmla="*/ 42871 h 220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46" h="220691">
                    <a:moveTo>
                      <a:pt x="7260" y="42871"/>
                    </a:moveTo>
                    <a:cubicBezTo>
                      <a:pt x="7260" y="20297"/>
                      <a:pt x="18299" y="0"/>
                      <a:pt x="40873" y="0"/>
                    </a:cubicBezTo>
                    <a:lnTo>
                      <a:pt x="40873" y="0"/>
                    </a:lnTo>
                    <a:cubicBezTo>
                      <a:pt x="63447" y="0"/>
                      <a:pt x="81746" y="18299"/>
                      <a:pt x="81746" y="40873"/>
                    </a:cubicBezTo>
                    <a:cubicBezTo>
                      <a:pt x="81746" y="87188"/>
                      <a:pt x="65859" y="148655"/>
                      <a:pt x="81746" y="179818"/>
                    </a:cubicBezTo>
                    <a:cubicBezTo>
                      <a:pt x="81746" y="202392"/>
                      <a:pt x="63447" y="220691"/>
                      <a:pt x="40873" y="220691"/>
                    </a:cubicBezTo>
                    <a:lnTo>
                      <a:pt x="40873" y="220691"/>
                    </a:lnTo>
                    <a:cubicBezTo>
                      <a:pt x="18299" y="220691"/>
                      <a:pt x="0" y="202392"/>
                      <a:pt x="0" y="179818"/>
                    </a:cubicBezTo>
                    <a:lnTo>
                      <a:pt x="7260" y="4287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5" name="Rectangle: Rounded Corners 9">
                <a:extLst>
                  <a:ext uri="{FF2B5EF4-FFF2-40B4-BE49-F238E27FC236}">
                    <a16:creationId xmlns:a16="http://schemas.microsoft.com/office/drawing/2014/main" id="{7AD0F746-AC75-47D4-B16C-3D45FAFA6221}"/>
                  </a:ext>
                </a:extLst>
              </p:cNvPr>
              <p:cNvSpPr/>
              <p:nvPr/>
            </p:nvSpPr>
            <p:spPr>
              <a:xfrm>
                <a:off x="7338292" y="789364"/>
                <a:ext cx="60422" cy="16874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422" h="168741">
                    <a:moveTo>
                      <a:pt x="0" y="30211"/>
                    </a:moveTo>
                    <a:cubicBezTo>
                      <a:pt x="0" y="13526"/>
                      <a:pt x="13526" y="0"/>
                      <a:pt x="30211" y="0"/>
                    </a:cubicBezTo>
                    <a:lnTo>
                      <a:pt x="30211" y="0"/>
                    </a:lnTo>
                    <a:cubicBezTo>
                      <a:pt x="46896" y="0"/>
                      <a:pt x="60422" y="13526"/>
                      <a:pt x="60422" y="30211"/>
                    </a:cubicBezTo>
                    <a:cubicBezTo>
                      <a:pt x="38990" y="97273"/>
                      <a:pt x="60422" y="102424"/>
                      <a:pt x="60422" y="138530"/>
                    </a:cubicBezTo>
                    <a:cubicBezTo>
                      <a:pt x="60422" y="155215"/>
                      <a:pt x="46896" y="168741"/>
                      <a:pt x="30211" y="168741"/>
                    </a:cubicBezTo>
                    <a:lnTo>
                      <a:pt x="30211" y="168741"/>
                    </a:lnTo>
                    <a:cubicBezTo>
                      <a:pt x="13526" y="168741"/>
                      <a:pt x="0" y="155215"/>
                      <a:pt x="0" y="138530"/>
                    </a:cubicBezTo>
                    <a:lnTo>
                      <a:pt x="0" y="30211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6" name="Rectangle: Rounded Corners 10">
                <a:extLst>
                  <a:ext uri="{FF2B5EF4-FFF2-40B4-BE49-F238E27FC236}">
                    <a16:creationId xmlns:a16="http://schemas.microsoft.com/office/drawing/2014/main" id="{62951D57-D69F-4D4C-A1AB-9FD0C8202B76}"/>
                  </a:ext>
                </a:extLst>
              </p:cNvPr>
              <p:cNvSpPr/>
              <p:nvPr/>
            </p:nvSpPr>
            <p:spPr>
              <a:xfrm>
                <a:off x="7351544" y="647487"/>
                <a:ext cx="60664" cy="142871"/>
              </a:xfrm>
              <a:custGeom>
                <a:avLst/>
                <a:gdLst>
                  <a:gd name="connsiteX0" fmla="*/ 0 w 60422"/>
                  <a:gd name="connsiteY0" fmla="*/ 30211 h 168741"/>
                  <a:gd name="connsiteX1" fmla="*/ 30211 w 60422"/>
                  <a:gd name="connsiteY1" fmla="*/ 0 h 168741"/>
                  <a:gd name="connsiteX2" fmla="*/ 30211 w 60422"/>
                  <a:gd name="connsiteY2" fmla="*/ 0 h 168741"/>
                  <a:gd name="connsiteX3" fmla="*/ 60422 w 60422"/>
                  <a:gd name="connsiteY3" fmla="*/ 30211 h 168741"/>
                  <a:gd name="connsiteX4" fmla="*/ 60422 w 60422"/>
                  <a:gd name="connsiteY4" fmla="*/ 138530 h 168741"/>
                  <a:gd name="connsiteX5" fmla="*/ 30211 w 60422"/>
                  <a:gd name="connsiteY5" fmla="*/ 168741 h 168741"/>
                  <a:gd name="connsiteX6" fmla="*/ 30211 w 60422"/>
                  <a:gd name="connsiteY6" fmla="*/ 168741 h 168741"/>
                  <a:gd name="connsiteX7" fmla="*/ 0 w 60422"/>
                  <a:gd name="connsiteY7" fmla="*/ 138530 h 168741"/>
                  <a:gd name="connsiteX8" fmla="*/ 0 w 60422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0211 w 69947"/>
                  <a:gd name="connsiteY2" fmla="*/ 0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39736 w 69947"/>
                  <a:gd name="connsiteY2" fmla="*/ 28575 h 168741"/>
                  <a:gd name="connsiteX3" fmla="*/ 69947 w 69947"/>
                  <a:gd name="connsiteY3" fmla="*/ 77836 h 168741"/>
                  <a:gd name="connsiteX4" fmla="*/ 60422 w 69947"/>
                  <a:gd name="connsiteY4" fmla="*/ 138530 h 168741"/>
                  <a:gd name="connsiteX5" fmla="*/ 30211 w 69947"/>
                  <a:gd name="connsiteY5" fmla="*/ 168741 h 168741"/>
                  <a:gd name="connsiteX6" fmla="*/ 30211 w 69947"/>
                  <a:gd name="connsiteY6" fmla="*/ 168741 h 168741"/>
                  <a:gd name="connsiteX7" fmla="*/ 0 w 69947"/>
                  <a:gd name="connsiteY7" fmla="*/ 138530 h 168741"/>
                  <a:gd name="connsiteX8" fmla="*/ 0 w 69947"/>
                  <a:gd name="connsiteY8" fmla="*/ 30211 h 168741"/>
                  <a:gd name="connsiteX0" fmla="*/ 0 w 69947"/>
                  <a:gd name="connsiteY0" fmla="*/ 30211 h 168741"/>
                  <a:gd name="connsiteX1" fmla="*/ 30211 w 69947"/>
                  <a:gd name="connsiteY1" fmla="*/ 0 h 168741"/>
                  <a:gd name="connsiteX2" fmla="*/ 69947 w 69947"/>
                  <a:gd name="connsiteY2" fmla="*/ 77836 h 168741"/>
                  <a:gd name="connsiteX3" fmla="*/ 60422 w 69947"/>
                  <a:gd name="connsiteY3" fmla="*/ 138530 h 168741"/>
                  <a:gd name="connsiteX4" fmla="*/ 30211 w 69947"/>
                  <a:gd name="connsiteY4" fmla="*/ 168741 h 168741"/>
                  <a:gd name="connsiteX5" fmla="*/ 30211 w 69947"/>
                  <a:gd name="connsiteY5" fmla="*/ 168741 h 168741"/>
                  <a:gd name="connsiteX6" fmla="*/ 0 w 69947"/>
                  <a:gd name="connsiteY6" fmla="*/ 138530 h 168741"/>
                  <a:gd name="connsiteX7" fmla="*/ 0 w 69947"/>
                  <a:gd name="connsiteY7" fmla="*/ 30211 h 168741"/>
                  <a:gd name="connsiteX0" fmla="*/ 0 w 69947"/>
                  <a:gd name="connsiteY0" fmla="*/ 7865 h 146395"/>
                  <a:gd name="connsiteX1" fmla="*/ 58786 w 69947"/>
                  <a:gd name="connsiteY1" fmla="*/ 6229 h 146395"/>
                  <a:gd name="connsiteX2" fmla="*/ 69947 w 69947"/>
                  <a:gd name="connsiteY2" fmla="*/ 55490 h 146395"/>
                  <a:gd name="connsiteX3" fmla="*/ 60422 w 69947"/>
                  <a:gd name="connsiteY3" fmla="*/ 116184 h 146395"/>
                  <a:gd name="connsiteX4" fmla="*/ 30211 w 69947"/>
                  <a:gd name="connsiteY4" fmla="*/ 146395 h 146395"/>
                  <a:gd name="connsiteX5" fmla="*/ 30211 w 69947"/>
                  <a:gd name="connsiteY5" fmla="*/ 146395 h 146395"/>
                  <a:gd name="connsiteX6" fmla="*/ 0 w 69947"/>
                  <a:gd name="connsiteY6" fmla="*/ 116184 h 146395"/>
                  <a:gd name="connsiteX7" fmla="*/ 0 w 69947"/>
                  <a:gd name="connsiteY7" fmla="*/ 7865 h 146395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6879 h 140166"/>
                  <a:gd name="connsiteX1" fmla="*/ 58786 w 69947"/>
                  <a:gd name="connsiteY1" fmla="*/ 0 h 140166"/>
                  <a:gd name="connsiteX2" fmla="*/ 69947 w 69947"/>
                  <a:gd name="connsiteY2" fmla="*/ 49261 h 140166"/>
                  <a:gd name="connsiteX3" fmla="*/ 60422 w 69947"/>
                  <a:gd name="connsiteY3" fmla="*/ 109955 h 140166"/>
                  <a:gd name="connsiteX4" fmla="*/ 30211 w 69947"/>
                  <a:gd name="connsiteY4" fmla="*/ 140166 h 140166"/>
                  <a:gd name="connsiteX5" fmla="*/ 30211 w 69947"/>
                  <a:gd name="connsiteY5" fmla="*/ 140166 h 140166"/>
                  <a:gd name="connsiteX6" fmla="*/ 0 w 69947"/>
                  <a:gd name="connsiteY6" fmla="*/ 109955 h 140166"/>
                  <a:gd name="connsiteX7" fmla="*/ 26193 w 69947"/>
                  <a:gd name="connsiteY7" fmla="*/ 46879 h 140166"/>
                  <a:gd name="connsiteX0" fmla="*/ 26193 w 69947"/>
                  <a:gd name="connsiteY0" fmla="*/ 48488 h 141775"/>
                  <a:gd name="connsiteX1" fmla="*/ 58786 w 69947"/>
                  <a:gd name="connsiteY1" fmla="*/ 1609 h 141775"/>
                  <a:gd name="connsiteX2" fmla="*/ 69947 w 69947"/>
                  <a:gd name="connsiteY2" fmla="*/ 50870 h 141775"/>
                  <a:gd name="connsiteX3" fmla="*/ 60422 w 69947"/>
                  <a:gd name="connsiteY3" fmla="*/ 111564 h 141775"/>
                  <a:gd name="connsiteX4" fmla="*/ 30211 w 69947"/>
                  <a:gd name="connsiteY4" fmla="*/ 141775 h 141775"/>
                  <a:gd name="connsiteX5" fmla="*/ 30211 w 69947"/>
                  <a:gd name="connsiteY5" fmla="*/ 141775 h 141775"/>
                  <a:gd name="connsiteX6" fmla="*/ 0 w 69947"/>
                  <a:gd name="connsiteY6" fmla="*/ 111564 h 141775"/>
                  <a:gd name="connsiteX7" fmla="*/ 26193 w 69947"/>
                  <a:gd name="connsiteY7" fmla="*/ 48488 h 141775"/>
                  <a:gd name="connsiteX0" fmla="*/ 26193 w 69947"/>
                  <a:gd name="connsiteY0" fmla="*/ 6632 h 99919"/>
                  <a:gd name="connsiteX1" fmla="*/ 69947 w 69947"/>
                  <a:gd name="connsiteY1" fmla="*/ 9014 h 99919"/>
                  <a:gd name="connsiteX2" fmla="*/ 60422 w 69947"/>
                  <a:gd name="connsiteY2" fmla="*/ 69708 h 99919"/>
                  <a:gd name="connsiteX3" fmla="*/ 30211 w 69947"/>
                  <a:gd name="connsiteY3" fmla="*/ 99919 h 99919"/>
                  <a:gd name="connsiteX4" fmla="*/ 30211 w 69947"/>
                  <a:gd name="connsiteY4" fmla="*/ 99919 h 99919"/>
                  <a:gd name="connsiteX5" fmla="*/ 0 w 69947"/>
                  <a:gd name="connsiteY5" fmla="*/ 69708 h 99919"/>
                  <a:gd name="connsiteX6" fmla="*/ 26193 w 69947"/>
                  <a:gd name="connsiteY6" fmla="*/ 6632 h 99919"/>
                  <a:gd name="connsiteX0" fmla="*/ 26193 w 69947"/>
                  <a:gd name="connsiteY0" fmla="*/ 48590 h 141877"/>
                  <a:gd name="connsiteX1" fmla="*/ 69947 w 69947"/>
                  <a:gd name="connsiteY1" fmla="*/ 50972 h 141877"/>
                  <a:gd name="connsiteX2" fmla="*/ 60422 w 69947"/>
                  <a:gd name="connsiteY2" fmla="*/ 111666 h 141877"/>
                  <a:gd name="connsiteX3" fmla="*/ 30211 w 69947"/>
                  <a:gd name="connsiteY3" fmla="*/ 141877 h 141877"/>
                  <a:gd name="connsiteX4" fmla="*/ 30211 w 69947"/>
                  <a:gd name="connsiteY4" fmla="*/ 141877 h 141877"/>
                  <a:gd name="connsiteX5" fmla="*/ 0 w 69947"/>
                  <a:gd name="connsiteY5" fmla="*/ 111666 h 141877"/>
                  <a:gd name="connsiteX6" fmla="*/ 26193 w 69947"/>
                  <a:gd name="connsiteY6" fmla="*/ 48590 h 141877"/>
                  <a:gd name="connsiteX0" fmla="*/ 26193 w 69956"/>
                  <a:gd name="connsiteY0" fmla="*/ 48590 h 141877"/>
                  <a:gd name="connsiteX1" fmla="*/ 69947 w 69956"/>
                  <a:gd name="connsiteY1" fmla="*/ 50972 h 141877"/>
                  <a:gd name="connsiteX2" fmla="*/ 30211 w 69956"/>
                  <a:gd name="connsiteY2" fmla="*/ 141877 h 141877"/>
                  <a:gd name="connsiteX3" fmla="*/ 30211 w 69956"/>
                  <a:gd name="connsiteY3" fmla="*/ 141877 h 141877"/>
                  <a:gd name="connsiteX4" fmla="*/ 0 w 69956"/>
                  <a:gd name="connsiteY4" fmla="*/ 111666 h 141877"/>
                  <a:gd name="connsiteX5" fmla="*/ 26193 w 69956"/>
                  <a:gd name="connsiteY5" fmla="*/ 48590 h 141877"/>
                  <a:gd name="connsiteX0" fmla="*/ 26193 w 69947"/>
                  <a:gd name="connsiteY0" fmla="*/ 48590 h 142871"/>
                  <a:gd name="connsiteX1" fmla="*/ 69947 w 69947"/>
                  <a:gd name="connsiteY1" fmla="*/ 50972 h 142871"/>
                  <a:gd name="connsiteX2" fmla="*/ 30211 w 69947"/>
                  <a:gd name="connsiteY2" fmla="*/ 141877 h 142871"/>
                  <a:gd name="connsiteX3" fmla="*/ 30211 w 69947"/>
                  <a:gd name="connsiteY3" fmla="*/ 141877 h 142871"/>
                  <a:gd name="connsiteX4" fmla="*/ 0 w 69947"/>
                  <a:gd name="connsiteY4" fmla="*/ 111666 h 142871"/>
                  <a:gd name="connsiteX5" fmla="*/ 26193 w 69947"/>
                  <a:gd name="connsiteY5" fmla="*/ 48590 h 142871"/>
                  <a:gd name="connsiteX0" fmla="*/ 2261 w 46015"/>
                  <a:gd name="connsiteY0" fmla="*/ 48590 h 142871"/>
                  <a:gd name="connsiteX1" fmla="*/ 46015 w 46015"/>
                  <a:gd name="connsiteY1" fmla="*/ 50972 h 142871"/>
                  <a:gd name="connsiteX2" fmla="*/ 6279 w 46015"/>
                  <a:gd name="connsiteY2" fmla="*/ 141877 h 142871"/>
                  <a:gd name="connsiteX3" fmla="*/ 6279 w 46015"/>
                  <a:gd name="connsiteY3" fmla="*/ 141877 h 142871"/>
                  <a:gd name="connsiteX4" fmla="*/ 2261 w 46015"/>
                  <a:gd name="connsiteY4" fmla="*/ 48590 h 142871"/>
                  <a:gd name="connsiteX0" fmla="*/ 16910 w 60664"/>
                  <a:gd name="connsiteY0" fmla="*/ 48590 h 142871"/>
                  <a:gd name="connsiteX1" fmla="*/ 60664 w 60664"/>
                  <a:gd name="connsiteY1" fmla="*/ 50972 h 142871"/>
                  <a:gd name="connsiteX2" fmla="*/ 20928 w 60664"/>
                  <a:gd name="connsiteY2" fmla="*/ 141877 h 142871"/>
                  <a:gd name="connsiteX3" fmla="*/ 20928 w 60664"/>
                  <a:gd name="connsiteY3" fmla="*/ 141877 h 142871"/>
                  <a:gd name="connsiteX4" fmla="*/ 16910 w 60664"/>
                  <a:gd name="connsiteY4" fmla="*/ 48590 h 142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664" h="142871">
                    <a:moveTo>
                      <a:pt x="16910" y="48590"/>
                    </a:moveTo>
                    <a:cubicBezTo>
                      <a:pt x="7137" y="-56776"/>
                      <a:pt x="54959" y="40459"/>
                      <a:pt x="60664" y="50972"/>
                    </a:cubicBezTo>
                    <a:cubicBezTo>
                      <a:pt x="47046" y="187963"/>
                      <a:pt x="27551" y="126726"/>
                      <a:pt x="20928" y="141877"/>
                    </a:cubicBezTo>
                    <a:lnTo>
                      <a:pt x="20928" y="141877"/>
                    </a:lnTo>
                    <a:cubicBezTo>
                      <a:pt x="20258" y="126329"/>
                      <a:pt x="-23050" y="180422"/>
                      <a:pt x="16910" y="4859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76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094E1EAF-1BFB-45CF-BA93-A4D09F539F64}"/>
                </a:ext>
              </a:extLst>
            </p:cNvPr>
            <p:cNvSpPr/>
            <p:nvPr/>
          </p:nvSpPr>
          <p:spPr>
            <a:xfrm>
              <a:off x="2382872" y="2657636"/>
              <a:ext cx="1522135" cy="1854550"/>
            </a:xfrm>
            <a:prstGeom prst="ellipse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76000">
                  <a:schemeClr val="tx1"/>
                </a:gs>
              </a:gsLst>
              <a:path path="shape">
                <a:fillToRect l="50000" t="50000" r="50000" b="50000"/>
              </a:path>
            </a:gra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D99A0410-C2A8-43AF-8092-CF92AAA1BC7E}"/>
                </a:ext>
              </a:extLst>
            </p:cNvPr>
            <p:cNvSpPr/>
            <p:nvPr/>
          </p:nvSpPr>
          <p:spPr>
            <a:xfrm>
              <a:off x="2006283" y="3278889"/>
              <a:ext cx="2292060" cy="2768758"/>
            </a:xfrm>
            <a:prstGeom prst="ellipse">
              <a:avLst/>
            </a:prstGeom>
            <a:gradFill flip="none" rotWithShape="1">
              <a:gsLst>
                <a:gs pos="3000">
                  <a:schemeClr val="bg1">
                    <a:lumMod val="50000"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2F460BB-7DF4-42E4-B52E-1F70FF99BDA3}"/>
                </a:ext>
              </a:extLst>
            </p:cNvPr>
            <p:cNvSpPr/>
            <p:nvPr/>
          </p:nvSpPr>
          <p:spPr>
            <a:xfrm>
              <a:off x="3024833" y="2560310"/>
              <a:ext cx="53534" cy="5353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4D4F3FAD-FA33-4587-A5AC-7E364E6C1D8E}"/>
                </a:ext>
              </a:extLst>
            </p:cNvPr>
            <p:cNvSpPr/>
            <p:nvPr/>
          </p:nvSpPr>
          <p:spPr>
            <a:xfrm>
              <a:off x="3140214" y="2555440"/>
              <a:ext cx="53534" cy="5353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ttsMP3.com_VoiceText_2025-4-24_22-29-9">
            <a:hlinkClick r:id="" action="ppaction://media"/>
            <a:extLst>
              <a:ext uri="{FF2B5EF4-FFF2-40B4-BE49-F238E27FC236}">
                <a16:creationId xmlns:a16="http://schemas.microsoft.com/office/drawing/2014/main" id="{4F353DB2-0760-4477-809F-0DD697AED7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71886" y="2395969"/>
            <a:ext cx="609600" cy="609600"/>
          </a:xfrm>
          <a:prstGeom prst="rect">
            <a:avLst/>
          </a:prstGeom>
        </p:spPr>
      </p:pic>
      <p:pic>
        <p:nvPicPr>
          <p:cNvPr id="134" name="1sec">
            <a:hlinkClick r:id="" action="ppaction://media"/>
            <a:extLst>
              <a:ext uri="{FF2B5EF4-FFF2-40B4-BE49-F238E27FC236}">
                <a16:creationId xmlns:a16="http://schemas.microsoft.com/office/drawing/2014/main" id="{F5148F68-5328-4C97-AB2A-28D50B3DF92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64874" y="2546282"/>
            <a:ext cx="609600" cy="609600"/>
          </a:xfrm>
          <a:prstGeom prst="rect">
            <a:avLst/>
          </a:prstGeom>
        </p:spPr>
      </p:pic>
      <p:pic>
        <p:nvPicPr>
          <p:cNvPr id="3" name="ttsMP3.com_VoiceText_2025-4-24_22-30-7">
            <a:hlinkClick r:id="" action="ppaction://media"/>
            <a:extLst>
              <a:ext uri="{FF2B5EF4-FFF2-40B4-BE49-F238E27FC236}">
                <a16:creationId xmlns:a16="http://schemas.microsoft.com/office/drawing/2014/main" id="{87537FE2-2F71-4861-8063-C5AECDEDD7DF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944061" y="2439369"/>
            <a:ext cx="609600" cy="609600"/>
          </a:xfrm>
          <a:prstGeom prst="rect">
            <a:avLst/>
          </a:prstGeom>
        </p:spPr>
      </p:pic>
      <p:pic>
        <p:nvPicPr>
          <p:cNvPr id="137" name="1sec">
            <a:hlinkClick r:id="" action="ppaction://media"/>
            <a:extLst>
              <a:ext uri="{FF2B5EF4-FFF2-40B4-BE49-F238E27FC236}">
                <a16:creationId xmlns:a16="http://schemas.microsoft.com/office/drawing/2014/main" id="{F05071EE-5FD2-46AF-A68C-6B011F7A480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662880" y="2498946"/>
            <a:ext cx="609600" cy="609600"/>
          </a:xfrm>
          <a:prstGeom prst="rect">
            <a:avLst/>
          </a:prstGeom>
        </p:spPr>
      </p:pic>
      <p:pic>
        <p:nvPicPr>
          <p:cNvPr id="138" name="1sec">
            <a:hlinkClick r:id="" action="ppaction://media"/>
            <a:extLst>
              <a:ext uri="{FF2B5EF4-FFF2-40B4-BE49-F238E27FC236}">
                <a16:creationId xmlns:a16="http://schemas.microsoft.com/office/drawing/2014/main" id="{1BC16B11-ECBC-4EFF-9D5B-B2E213EF0F9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272990" y="246316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3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2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1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1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40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1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456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1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4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7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2A7595-BC39-4E74-99E4-5B90E4737E65}"/>
              </a:ext>
            </a:extLst>
          </p:cNvPr>
          <p:cNvSpPr/>
          <p:nvPr/>
        </p:nvSpPr>
        <p:spPr>
          <a:xfrm>
            <a:off x="2430643" y="179968"/>
            <a:ext cx="3278204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P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</a:rPr>
              <a:t>ie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592E20-DD88-4E13-A0FC-3D7E0D55CF05}"/>
              </a:ext>
            </a:extLst>
          </p:cNvPr>
          <p:cNvSpPr/>
          <p:nvPr/>
        </p:nvSpPr>
        <p:spPr>
          <a:xfrm>
            <a:off x="287129" y="179968"/>
            <a:ext cx="1886228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</a:rPr>
              <a:t>ie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ttsMP3.com_VoiceText_2025-4-24_22-31-41">
            <a:hlinkClick r:id="" action="ppaction://media"/>
            <a:extLst>
              <a:ext uri="{FF2B5EF4-FFF2-40B4-BE49-F238E27FC236}">
                <a16:creationId xmlns:a16="http://schemas.microsoft.com/office/drawing/2014/main" id="{74F3789D-788B-482E-87F1-328F6027C4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63827" y="2183295"/>
            <a:ext cx="609600" cy="609600"/>
          </a:xfrm>
          <a:prstGeom prst="rect">
            <a:avLst/>
          </a:prstGeom>
        </p:spPr>
      </p:pic>
      <p:pic>
        <p:nvPicPr>
          <p:cNvPr id="18" name="1sec">
            <a:hlinkClick r:id="" action="ppaction://media"/>
            <a:extLst>
              <a:ext uri="{FF2B5EF4-FFF2-40B4-BE49-F238E27FC236}">
                <a16:creationId xmlns:a16="http://schemas.microsoft.com/office/drawing/2014/main" id="{AD8FEE86-58C1-4DA0-A194-C5DA60D013B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30243" y="2183295"/>
            <a:ext cx="609600" cy="609600"/>
          </a:xfrm>
          <a:prstGeom prst="rect">
            <a:avLst/>
          </a:prstGeom>
        </p:spPr>
      </p:pic>
      <p:pic>
        <p:nvPicPr>
          <p:cNvPr id="3" name="ttsMP3.com_VoiceText_2025-4-24_22-33-30">
            <a:hlinkClick r:id="" action="ppaction://media"/>
            <a:extLst>
              <a:ext uri="{FF2B5EF4-FFF2-40B4-BE49-F238E27FC236}">
                <a16:creationId xmlns:a16="http://schemas.microsoft.com/office/drawing/2014/main" id="{2B6BDC70-2FF3-42A5-983B-54E33C7E3FF0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125843" y="2183295"/>
            <a:ext cx="609600" cy="609600"/>
          </a:xfrm>
          <a:prstGeom prst="rect">
            <a:avLst/>
          </a:prstGeom>
        </p:spPr>
      </p:pic>
      <p:pic>
        <p:nvPicPr>
          <p:cNvPr id="19" name="1sec">
            <a:hlinkClick r:id="" action="ppaction://media"/>
            <a:extLst>
              <a:ext uri="{FF2B5EF4-FFF2-40B4-BE49-F238E27FC236}">
                <a16:creationId xmlns:a16="http://schemas.microsoft.com/office/drawing/2014/main" id="{294C4624-A16C-4ECA-9410-CB4F561F6BC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846415" y="2183295"/>
            <a:ext cx="609600" cy="609600"/>
          </a:xfrm>
          <a:prstGeom prst="rect">
            <a:avLst/>
          </a:prstGeom>
        </p:spPr>
      </p:pic>
      <p:pic>
        <p:nvPicPr>
          <p:cNvPr id="20" name="1sec">
            <a:hlinkClick r:id="" action="ppaction://media"/>
            <a:extLst>
              <a:ext uri="{FF2B5EF4-FFF2-40B4-BE49-F238E27FC236}">
                <a16:creationId xmlns:a16="http://schemas.microsoft.com/office/drawing/2014/main" id="{381F6DB9-E0B7-449A-B3FA-D006994C2B0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460145" y="2259494"/>
            <a:ext cx="609600" cy="6096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1626354D-CBA0-45B7-A315-8CA8CD26B124}"/>
              </a:ext>
            </a:extLst>
          </p:cNvPr>
          <p:cNvGrpSpPr/>
          <p:nvPr/>
        </p:nvGrpSpPr>
        <p:grpSpPr>
          <a:xfrm>
            <a:off x="3151215" y="2143047"/>
            <a:ext cx="8749998" cy="4534985"/>
            <a:chOff x="2536038" y="1226626"/>
            <a:chExt cx="7526935" cy="3901091"/>
          </a:xfrm>
        </p:grpSpPr>
        <p:sp>
          <p:nvSpPr>
            <p:cNvPr id="27" name="Rectangle 3">
              <a:extLst>
                <a:ext uri="{FF2B5EF4-FFF2-40B4-BE49-F238E27FC236}">
                  <a16:creationId xmlns:a16="http://schemas.microsoft.com/office/drawing/2014/main" id="{DC74030E-CCB2-47BC-B664-374E672FFAC7}"/>
                </a:ext>
              </a:extLst>
            </p:cNvPr>
            <p:cNvSpPr/>
            <p:nvPr/>
          </p:nvSpPr>
          <p:spPr>
            <a:xfrm rot="12763265">
              <a:off x="8691950" y="1987833"/>
              <a:ext cx="1371023" cy="749011"/>
            </a:xfrm>
            <a:custGeom>
              <a:avLst/>
              <a:gdLst>
                <a:gd name="connsiteX0" fmla="*/ 0 w 1630017"/>
                <a:gd name="connsiteY0" fmla="*/ 0 h 689113"/>
                <a:gd name="connsiteX1" fmla="*/ 1630017 w 1630017"/>
                <a:gd name="connsiteY1" fmla="*/ 0 h 689113"/>
                <a:gd name="connsiteX2" fmla="*/ 1630017 w 1630017"/>
                <a:gd name="connsiteY2" fmla="*/ 689113 h 689113"/>
                <a:gd name="connsiteX3" fmla="*/ 0 w 1630017"/>
                <a:gd name="connsiteY3" fmla="*/ 689113 h 689113"/>
                <a:gd name="connsiteX4" fmla="*/ 0 w 1630017"/>
                <a:gd name="connsiteY4" fmla="*/ 0 h 689113"/>
                <a:gd name="connsiteX0" fmla="*/ 266700 w 1896717"/>
                <a:gd name="connsiteY0" fmla="*/ 0 h 689113"/>
                <a:gd name="connsiteX1" fmla="*/ 1896717 w 1896717"/>
                <a:gd name="connsiteY1" fmla="*/ 0 h 689113"/>
                <a:gd name="connsiteX2" fmla="*/ 1896717 w 1896717"/>
                <a:gd name="connsiteY2" fmla="*/ 689113 h 689113"/>
                <a:gd name="connsiteX3" fmla="*/ 0 w 1896717"/>
                <a:gd name="connsiteY3" fmla="*/ 131901 h 689113"/>
                <a:gd name="connsiteX4" fmla="*/ 266700 w 1896717"/>
                <a:gd name="connsiteY4" fmla="*/ 0 h 689113"/>
                <a:gd name="connsiteX0" fmla="*/ 266700 w 1896717"/>
                <a:gd name="connsiteY0" fmla="*/ 185738 h 874851"/>
                <a:gd name="connsiteX1" fmla="*/ 1382367 w 1896717"/>
                <a:gd name="connsiteY1" fmla="*/ 0 h 874851"/>
                <a:gd name="connsiteX2" fmla="*/ 1896717 w 1896717"/>
                <a:gd name="connsiteY2" fmla="*/ 874851 h 874851"/>
                <a:gd name="connsiteX3" fmla="*/ 0 w 1896717"/>
                <a:gd name="connsiteY3" fmla="*/ 317639 h 874851"/>
                <a:gd name="connsiteX4" fmla="*/ 266700 w 1896717"/>
                <a:gd name="connsiteY4" fmla="*/ 185738 h 874851"/>
                <a:gd name="connsiteX0" fmla="*/ 0 w 1896717"/>
                <a:gd name="connsiteY0" fmla="*/ 317639 h 874851"/>
                <a:gd name="connsiteX1" fmla="*/ 1382367 w 1896717"/>
                <a:gd name="connsiteY1" fmla="*/ 0 h 874851"/>
                <a:gd name="connsiteX2" fmla="*/ 1896717 w 1896717"/>
                <a:gd name="connsiteY2" fmla="*/ 874851 h 874851"/>
                <a:gd name="connsiteX3" fmla="*/ 0 w 1896717"/>
                <a:gd name="connsiteY3" fmla="*/ 317639 h 874851"/>
                <a:gd name="connsiteX0" fmla="*/ 18294 w 1915011"/>
                <a:gd name="connsiteY0" fmla="*/ 483042 h 1040254"/>
                <a:gd name="connsiteX1" fmla="*/ 1400661 w 1915011"/>
                <a:gd name="connsiteY1" fmla="*/ 165403 h 1040254"/>
                <a:gd name="connsiteX2" fmla="*/ 1915011 w 1915011"/>
                <a:gd name="connsiteY2" fmla="*/ 1040254 h 1040254"/>
                <a:gd name="connsiteX3" fmla="*/ 18294 w 1915011"/>
                <a:gd name="connsiteY3" fmla="*/ 483042 h 1040254"/>
                <a:gd name="connsiteX0" fmla="*/ 14816 w 1911533"/>
                <a:gd name="connsiteY0" fmla="*/ 594897 h 1152109"/>
                <a:gd name="connsiteX1" fmla="*/ 1397183 w 1911533"/>
                <a:gd name="connsiteY1" fmla="*/ 277258 h 1152109"/>
                <a:gd name="connsiteX2" fmla="*/ 1911533 w 1911533"/>
                <a:gd name="connsiteY2" fmla="*/ 1152109 h 1152109"/>
                <a:gd name="connsiteX3" fmla="*/ 14816 w 1911533"/>
                <a:gd name="connsiteY3" fmla="*/ 594897 h 1152109"/>
                <a:gd name="connsiteX0" fmla="*/ 14723 w 1911440"/>
                <a:gd name="connsiteY0" fmla="*/ 588100 h 1145312"/>
                <a:gd name="connsiteX1" fmla="*/ 1406615 w 1911440"/>
                <a:gd name="connsiteY1" fmla="*/ 284748 h 1145312"/>
                <a:gd name="connsiteX2" fmla="*/ 1911440 w 1911440"/>
                <a:gd name="connsiteY2" fmla="*/ 1145312 h 1145312"/>
                <a:gd name="connsiteX3" fmla="*/ 14723 w 1911440"/>
                <a:gd name="connsiteY3" fmla="*/ 588100 h 1145312"/>
                <a:gd name="connsiteX0" fmla="*/ 14723 w 1406615"/>
                <a:gd name="connsiteY0" fmla="*/ 588100 h 588100"/>
                <a:gd name="connsiteX1" fmla="*/ 1406615 w 1406615"/>
                <a:gd name="connsiteY1" fmla="*/ 284748 h 588100"/>
                <a:gd name="connsiteX2" fmla="*/ 14723 w 1406615"/>
                <a:gd name="connsiteY2" fmla="*/ 588100 h 588100"/>
                <a:gd name="connsiteX0" fmla="*/ 14723 w 1406615"/>
                <a:gd name="connsiteY0" fmla="*/ 588100 h 747348"/>
                <a:gd name="connsiteX1" fmla="*/ 1406615 w 1406615"/>
                <a:gd name="connsiteY1" fmla="*/ 284748 h 747348"/>
                <a:gd name="connsiteX2" fmla="*/ 14723 w 1406615"/>
                <a:gd name="connsiteY2" fmla="*/ 588100 h 747348"/>
                <a:gd name="connsiteX0" fmla="*/ 14723 w 1406615"/>
                <a:gd name="connsiteY0" fmla="*/ 588100 h 757445"/>
                <a:gd name="connsiteX1" fmla="*/ 1406615 w 1406615"/>
                <a:gd name="connsiteY1" fmla="*/ 284748 h 757445"/>
                <a:gd name="connsiteX2" fmla="*/ 14723 w 1406615"/>
                <a:gd name="connsiteY2" fmla="*/ 588100 h 757445"/>
                <a:gd name="connsiteX0" fmla="*/ 14723 w 1406615"/>
                <a:gd name="connsiteY0" fmla="*/ 588100 h 763521"/>
                <a:gd name="connsiteX1" fmla="*/ 1406615 w 1406615"/>
                <a:gd name="connsiteY1" fmla="*/ 284748 h 763521"/>
                <a:gd name="connsiteX2" fmla="*/ 14723 w 1406615"/>
                <a:gd name="connsiteY2" fmla="*/ 588100 h 763521"/>
                <a:gd name="connsiteX0" fmla="*/ 27262 w 1419154"/>
                <a:gd name="connsiteY0" fmla="*/ 582559 h 757980"/>
                <a:gd name="connsiteX1" fmla="*/ 1419154 w 1419154"/>
                <a:gd name="connsiteY1" fmla="*/ 279207 h 757980"/>
                <a:gd name="connsiteX2" fmla="*/ 27262 w 1419154"/>
                <a:gd name="connsiteY2" fmla="*/ 582559 h 757980"/>
                <a:gd name="connsiteX0" fmla="*/ 27262 w 1419154"/>
                <a:gd name="connsiteY0" fmla="*/ 582559 h 768132"/>
                <a:gd name="connsiteX1" fmla="*/ 1419154 w 1419154"/>
                <a:gd name="connsiteY1" fmla="*/ 279207 h 768132"/>
                <a:gd name="connsiteX2" fmla="*/ 27262 w 1419154"/>
                <a:gd name="connsiteY2" fmla="*/ 582559 h 768132"/>
                <a:gd name="connsiteX0" fmla="*/ 37118 w 1429010"/>
                <a:gd name="connsiteY0" fmla="*/ 582559 h 768132"/>
                <a:gd name="connsiteX1" fmla="*/ 1429010 w 1429010"/>
                <a:gd name="connsiteY1" fmla="*/ 279207 h 768132"/>
                <a:gd name="connsiteX2" fmla="*/ 37118 w 1429010"/>
                <a:gd name="connsiteY2" fmla="*/ 582559 h 768132"/>
                <a:gd name="connsiteX0" fmla="*/ 37318 w 1429210"/>
                <a:gd name="connsiteY0" fmla="*/ 619632 h 805205"/>
                <a:gd name="connsiteX1" fmla="*/ 1429210 w 1429210"/>
                <a:gd name="connsiteY1" fmla="*/ 316280 h 805205"/>
                <a:gd name="connsiteX2" fmla="*/ 37318 w 1429210"/>
                <a:gd name="connsiteY2" fmla="*/ 619632 h 805205"/>
                <a:gd name="connsiteX0" fmla="*/ 37318 w 1429210"/>
                <a:gd name="connsiteY0" fmla="*/ 619632 h 834836"/>
                <a:gd name="connsiteX1" fmla="*/ 1429210 w 1429210"/>
                <a:gd name="connsiteY1" fmla="*/ 316280 h 834836"/>
                <a:gd name="connsiteX2" fmla="*/ 37318 w 1429210"/>
                <a:gd name="connsiteY2" fmla="*/ 619632 h 834836"/>
                <a:gd name="connsiteX0" fmla="*/ 37611 w 1416110"/>
                <a:gd name="connsiteY0" fmla="*/ 614499 h 831502"/>
                <a:gd name="connsiteX1" fmla="*/ 1416110 w 1416110"/>
                <a:gd name="connsiteY1" fmla="*/ 321333 h 831502"/>
                <a:gd name="connsiteX2" fmla="*/ 37611 w 1416110"/>
                <a:gd name="connsiteY2" fmla="*/ 614499 h 831502"/>
                <a:gd name="connsiteX0" fmla="*/ 39845 w 1322782"/>
                <a:gd name="connsiteY0" fmla="*/ 626900 h 839639"/>
                <a:gd name="connsiteX1" fmla="*/ 1322782 w 1322782"/>
                <a:gd name="connsiteY1" fmla="*/ 309337 h 839639"/>
                <a:gd name="connsiteX2" fmla="*/ 39845 w 1322782"/>
                <a:gd name="connsiteY2" fmla="*/ 626900 h 839639"/>
                <a:gd name="connsiteX0" fmla="*/ 39845 w 1322782"/>
                <a:gd name="connsiteY0" fmla="*/ 626900 h 847337"/>
                <a:gd name="connsiteX1" fmla="*/ 1322782 w 1322782"/>
                <a:gd name="connsiteY1" fmla="*/ 309337 h 847337"/>
                <a:gd name="connsiteX2" fmla="*/ 39845 w 1322782"/>
                <a:gd name="connsiteY2" fmla="*/ 626900 h 847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2782" h="847337">
                  <a:moveTo>
                    <a:pt x="39845" y="626900"/>
                  </a:moveTo>
                  <a:cubicBezTo>
                    <a:pt x="-251841" y="-288605"/>
                    <a:pt x="1147743" y="-22932"/>
                    <a:pt x="1322782" y="309337"/>
                  </a:cubicBezTo>
                  <a:cubicBezTo>
                    <a:pt x="991894" y="459269"/>
                    <a:pt x="550882" y="1214027"/>
                    <a:pt x="39845" y="626900"/>
                  </a:cubicBezTo>
                  <a:close/>
                </a:path>
              </a:pathLst>
            </a:custGeom>
            <a:solidFill>
              <a:srgbClr val="EFA1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">
              <a:extLst>
                <a:ext uri="{FF2B5EF4-FFF2-40B4-BE49-F238E27FC236}">
                  <a16:creationId xmlns:a16="http://schemas.microsoft.com/office/drawing/2014/main" id="{C7F926D9-163A-4F2F-A833-7C37042ADAB6}"/>
                </a:ext>
              </a:extLst>
            </p:cNvPr>
            <p:cNvSpPr/>
            <p:nvPr/>
          </p:nvSpPr>
          <p:spPr>
            <a:xfrm rot="837324">
              <a:off x="2676947" y="2025123"/>
              <a:ext cx="1000525" cy="781240"/>
            </a:xfrm>
            <a:custGeom>
              <a:avLst/>
              <a:gdLst>
                <a:gd name="connsiteX0" fmla="*/ 0 w 1630017"/>
                <a:gd name="connsiteY0" fmla="*/ 0 h 689113"/>
                <a:gd name="connsiteX1" fmla="*/ 1630017 w 1630017"/>
                <a:gd name="connsiteY1" fmla="*/ 0 h 689113"/>
                <a:gd name="connsiteX2" fmla="*/ 1630017 w 1630017"/>
                <a:gd name="connsiteY2" fmla="*/ 689113 h 689113"/>
                <a:gd name="connsiteX3" fmla="*/ 0 w 1630017"/>
                <a:gd name="connsiteY3" fmla="*/ 689113 h 689113"/>
                <a:gd name="connsiteX4" fmla="*/ 0 w 1630017"/>
                <a:gd name="connsiteY4" fmla="*/ 0 h 689113"/>
                <a:gd name="connsiteX0" fmla="*/ 266700 w 1896717"/>
                <a:gd name="connsiteY0" fmla="*/ 0 h 689113"/>
                <a:gd name="connsiteX1" fmla="*/ 1896717 w 1896717"/>
                <a:gd name="connsiteY1" fmla="*/ 0 h 689113"/>
                <a:gd name="connsiteX2" fmla="*/ 1896717 w 1896717"/>
                <a:gd name="connsiteY2" fmla="*/ 689113 h 689113"/>
                <a:gd name="connsiteX3" fmla="*/ 0 w 1896717"/>
                <a:gd name="connsiteY3" fmla="*/ 131901 h 689113"/>
                <a:gd name="connsiteX4" fmla="*/ 266700 w 1896717"/>
                <a:gd name="connsiteY4" fmla="*/ 0 h 689113"/>
                <a:gd name="connsiteX0" fmla="*/ 266700 w 1896717"/>
                <a:gd name="connsiteY0" fmla="*/ 185738 h 874851"/>
                <a:gd name="connsiteX1" fmla="*/ 1382367 w 1896717"/>
                <a:gd name="connsiteY1" fmla="*/ 0 h 874851"/>
                <a:gd name="connsiteX2" fmla="*/ 1896717 w 1896717"/>
                <a:gd name="connsiteY2" fmla="*/ 874851 h 874851"/>
                <a:gd name="connsiteX3" fmla="*/ 0 w 1896717"/>
                <a:gd name="connsiteY3" fmla="*/ 317639 h 874851"/>
                <a:gd name="connsiteX4" fmla="*/ 266700 w 1896717"/>
                <a:gd name="connsiteY4" fmla="*/ 185738 h 874851"/>
                <a:gd name="connsiteX0" fmla="*/ 0 w 1896717"/>
                <a:gd name="connsiteY0" fmla="*/ 317639 h 874851"/>
                <a:gd name="connsiteX1" fmla="*/ 1382367 w 1896717"/>
                <a:gd name="connsiteY1" fmla="*/ 0 h 874851"/>
                <a:gd name="connsiteX2" fmla="*/ 1896717 w 1896717"/>
                <a:gd name="connsiteY2" fmla="*/ 874851 h 874851"/>
                <a:gd name="connsiteX3" fmla="*/ 0 w 1896717"/>
                <a:gd name="connsiteY3" fmla="*/ 317639 h 874851"/>
                <a:gd name="connsiteX0" fmla="*/ 18294 w 1915011"/>
                <a:gd name="connsiteY0" fmla="*/ 483042 h 1040254"/>
                <a:gd name="connsiteX1" fmla="*/ 1400661 w 1915011"/>
                <a:gd name="connsiteY1" fmla="*/ 165403 h 1040254"/>
                <a:gd name="connsiteX2" fmla="*/ 1915011 w 1915011"/>
                <a:gd name="connsiteY2" fmla="*/ 1040254 h 1040254"/>
                <a:gd name="connsiteX3" fmla="*/ 18294 w 1915011"/>
                <a:gd name="connsiteY3" fmla="*/ 483042 h 1040254"/>
                <a:gd name="connsiteX0" fmla="*/ 14816 w 1911533"/>
                <a:gd name="connsiteY0" fmla="*/ 594897 h 1152109"/>
                <a:gd name="connsiteX1" fmla="*/ 1397183 w 1911533"/>
                <a:gd name="connsiteY1" fmla="*/ 277258 h 1152109"/>
                <a:gd name="connsiteX2" fmla="*/ 1911533 w 1911533"/>
                <a:gd name="connsiteY2" fmla="*/ 1152109 h 1152109"/>
                <a:gd name="connsiteX3" fmla="*/ 14816 w 1911533"/>
                <a:gd name="connsiteY3" fmla="*/ 594897 h 1152109"/>
                <a:gd name="connsiteX0" fmla="*/ 14723 w 1911440"/>
                <a:gd name="connsiteY0" fmla="*/ 588100 h 1145312"/>
                <a:gd name="connsiteX1" fmla="*/ 1406615 w 1911440"/>
                <a:gd name="connsiteY1" fmla="*/ 284748 h 1145312"/>
                <a:gd name="connsiteX2" fmla="*/ 1911440 w 1911440"/>
                <a:gd name="connsiteY2" fmla="*/ 1145312 h 1145312"/>
                <a:gd name="connsiteX3" fmla="*/ 14723 w 1911440"/>
                <a:gd name="connsiteY3" fmla="*/ 588100 h 1145312"/>
                <a:gd name="connsiteX0" fmla="*/ 14723 w 1406615"/>
                <a:gd name="connsiteY0" fmla="*/ 588100 h 588100"/>
                <a:gd name="connsiteX1" fmla="*/ 1406615 w 1406615"/>
                <a:gd name="connsiteY1" fmla="*/ 284748 h 588100"/>
                <a:gd name="connsiteX2" fmla="*/ 14723 w 1406615"/>
                <a:gd name="connsiteY2" fmla="*/ 588100 h 588100"/>
                <a:gd name="connsiteX0" fmla="*/ 14723 w 1406615"/>
                <a:gd name="connsiteY0" fmla="*/ 588100 h 747348"/>
                <a:gd name="connsiteX1" fmla="*/ 1406615 w 1406615"/>
                <a:gd name="connsiteY1" fmla="*/ 284748 h 747348"/>
                <a:gd name="connsiteX2" fmla="*/ 14723 w 1406615"/>
                <a:gd name="connsiteY2" fmla="*/ 588100 h 747348"/>
                <a:gd name="connsiteX0" fmla="*/ 14723 w 1406615"/>
                <a:gd name="connsiteY0" fmla="*/ 588100 h 757445"/>
                <a:gd name="connsiteX1" fmla="*/ 1406615 w 1406615"/>
                <a:gd name="connsiteY1" fmla="*/ 284748 h 757445"/>
                <a:gd name="connsiteX2" fmla="*/ 14723 w 1406615"/>
                <a:gd name="connsiteY2" fmla="*/ 588100 h 757445"/>
                <a:gd name="connsiteX0" fmla="*/ 14723 w 1406615"/>
                <a:gd name="connsiteY0" fmla="*/ 588100 h 763521"/>
                <a:gd name="connsiteX1" fmla="*/ 1406615 w 1406615"/>
                <a:gd name="connsiteY1" fmla="*/ 284748 h 763521"/>
                <a:gd name="connsiteX2" fmla="*/ 14723 w 1406615"/>
                <a:gd name="connsiteY2" fmla="*/ 588100 h 763521"/>
                <a:gd name="connsiteX0" fmla="*/ 27262 w 1419154"/>
                <a:gd name="connsiteY0" fmla="*/ 582559 h 757980"/>
                <a:gd name="connsiteX1" fmla="*/ 1419154 w 1419154"/>
                <a:gd name="connsiteY1" fmla="*/ 279207 h 757980"/>
                <a:gd name="connsiteX2" fmla="*/ 27262 w 1419154"/>
                <a:gd name="connsiteY2" fmla="*/ 582559 h 757980"/>
                <a:gd name="connsiteX0" fmla="*/ 27262 w 1419154"/>
                <a:gd name="connsiteY0" fmla="*/ 582559 h 768132"/>
                <a:gd name="connsiteX1" fmla="*/ 1419154 w 1419154"/>
                <a:gd name="connsiteY1" fmla="*/ 279207 h 768132"/>
                <a:gd name="connsiteX2" fmla="*/ 27262 w 1419154"/>
                <a:gd name="connsiteY2" fmla="*/ 582559 h 768132"/>
                <a:gd name="connsiteX0" fmla="*/ 37118 w 1429010"/>
                <a:gd name="connsiteY0" fmla="*/ 582559 h 768132"/>
                <a:gd name="connsiteX1" fmla="*/ 1429010 w 1429010"/>
                <a:gd name="connsiteY1" fmla="*/ 279207 h 768132"/>
                <a:gd name="connsiteX2" fmla="*/ 37118 w 1429010"/>
                <a:gd name="connsiteY2" fmla="*/ 582559 h 768132"/>
                <a:gd name="connsiteX0" fmla="*/ 37318 w 1429210"/>
                <a:gd name="connsiteY0" fmla="*/ 619632 h 805205"/>
                <a:gd name="connsiteX1" fmla="*/ 1429210 w 1429210"/>
                <a:gd name="connsiteY1" fmla="*/ 316280 h 805205"/>
                <a:gd name="connsiteX2" fmla="*/ 37318 w 1429210"/>
                <a:gd name="connsiteY2" fmla="*/ 619632 h 805205"/>
                <a:gd name="connsiteX0" fmla="*/ 36305 w 1476115"/>
                <a:gd name="connsiteY0" fmla="*/ 609061 h 798235"/>
                <a:gd name="connsiteX1" fmla="*/ 1476115 w 1476115"/>
                <a:gd name="connsiteY1" fmla="*/ 326821 h 798235"/>
                <a:gd name="connsiteX2" fmla="*/ 36305 w 1476115"/>
                <a:gd name="connsiteY2" fmla="*/ 609061 h 798235"/>
                <a:gd name="connsiteX0" fmla="*/ 6197 w 1446007"/>
                <a:gd name="connsiteY0" fmla="*/ 565856 h 755030"/>
                <a:gd name="connsiteX1" fmla="*/ 1446007 w 1446007"/>
                <a:gd name="connsiteY1" fmla="*/ 283616 h 755030"/>
                <a:gd name="connsiteX2" fmla="*/ 6197 w 1446007"/>
                <a:gd name="connsiteY2" fmla="*/ 565856 h 755030"/>
                <a:gd name="connsiteX0" fmla="*/ 6197 w 1446007"/>
                <a:gd name="connsiteY0" fmla="*/ 565856 h 747864"/>
                <a:gd name="connsiteX1" fmla="*/ 1446007 w 1446007"/>
                <a:gd name="connsiteY1" fmla="*/ 283616 h 747864"/>
                <a:gd name="connsiteX2" fmla="*/ 6197 w 1446007"/>
                <a:gd name="connsiteY2" fmla="*/ 565856 h 747864"/>
                <a:gd name="connsiteX0" fmla="*/ 7055 w 1270084"/>
                <a:gd name="connsiteY0" fmla="*/ 698149 h 849033"/>
                <a:gd name="connsiteX1" fmla="*/ 1270084 w 1270084"/>
                <a:gd name="connsiteY1" fmla="*/ 198336 h 849033"/>
                <a:gd name="connsiteX2" fmla="*/ 7055 w 1270084"/>
                <a:gd name="connsiteY2" fmla="*/ 698149 h 849033"/>
                <a:gd name="connsiteX0" fmla="*/ 7055 w 1270084"/>
                <a:gd name="connsiteY0" fmla="*/ 698149 h 876795"/>
                <a:gd name="connsiteX1" fmla="*/ 1270084 w 1270084"/>
                <a:gd name="connsiteY1" fmla="*/ 198336 h 876795"/>
                <a:gd name="connsiteX2" fmla="*/ 7055 w 1270084"/>
                <a:gd name="connsiteY2" fmla="*/ 698149 h 876795"/>
                <a:gd name="connsiteX0" fmla="*/ 9290 w 965050"/>
                <a:gd name="connsiteY0" fmla="*/ 604993 h 810749"/>
                <a:gd name="connsiteX1" fmla="*/ 965050 w 965050"/>
                <a:gd name="connsiteY1" fmla="*/ 252539 h 810749"/>
                <a:gd name="connsiteX2" fmla="*/ 9290 w 965050"/>
                <a:gd name="connsiteY2" fmla="*/ 604993 h 810749"/>
                <a:gd name="connsiteX0" fmla="*/ 9290 w 965050"/>
                <a:gd name="connsiteY0" fmla="*/ 604993 h 815410"/>
                <a:gd name="connsiteX1" fmla="*/ 965050 w 965050"/>
                <a:gd name="connsiteY1" fmla="*/ 252539 h 815410"/>
                <a:gd name="connsiteX2" fmla="*/ 9290 w 965050"/>
                <a:gd name="connsiteY2" fmla="*/ 604993 h 815410"/>
                <a:gd name="connsiteX0" fmla="*/ 17361 w 973121"/>
                <a:gd name="connsiteY0" fmla="*/ 573075 h 783492"/>
                <a:gd name="connsiteX1" fmla="*/ 973121 w 973121"/>
                <a:gd name="connsiteY1" fmla="*/ 220621 h 783492"/>
                <a:gd name="connsiteX2" fmla="*/ 17361 w 973121"/>
                <a:gd name="connsiteY2" fmla="*/ 573075 h 783492"/>
                <a:gd name="connsiteX0" fmla="*/ 16913 w 1000525"/>
                <a:gd name="connsiteY0" fmla="*/ 569613 h 781240"/>
                <a:gd name="connsiteX1" fmla="*/ 1000525 w 1000525"/>
                <a:gd name="connsiteY1" fmla="*/ 222699 h 781240"/>
                <a:gd name="connsiteX2" fmla="*/ 16913 w 1000525"/>
                <a:gd name="connsiteY2" fmla="*/ 569613 h 78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525" h="781240">
                  <a:moveTo>
                    <a:pt x="16913" y="569613"/>
                  </a:moveTo>
                  <a:cubicBezTo>
                    <a:pt x="-138648" y="-127720"/>
                    <a:pt x="825486" y="-109570"/>
                    <a:pt x="1000525" y="222699"/>
                  </a:cubicBezTo>
                  <a:cubicBezTo>
                    <a:pt x="852603" y="569085"/>
                    <a:pt x="236360" y="1070924"/>
                    <a:pt x="16913" y="569613"/>
                  </a:cubicBezTo>
                  <a:close/>
                </a:path>
              </a:pathLst>
            </a:custGeom>
            <a:solidFill>
              <a:srgbClr val="EFA1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16">
              <a:extLst>
                <a:ext uri="{FF2B5EF4-FFF2-40B4-BE49-F238E27FC236}">
                  <a16:creationId xmlns:a16="http://schemas.microsoft.com/office/drawing/2014/main" id="{2AA8AAD0-1D9C-4001-BB84-8A68C0A6769A}"/>
                </a:ext>
              </a:extLst>
            </p:cNvPr>
            <p:cNvSpPr/>
            <p:nvPr/>
          </p:nvSpPr>
          <p:spPr>
            <a:xfrm>
              <a:off x="2757236" y="1226626"/>
              <a:ext cx="7001909" cy="2041323"/>
            </a:xfrm>
            <a:custGeom>
              <a:avLst/>
              <a:gdLst>
                <a:gd name="connsiteX0" fmla="*/ 0 w 6651727"/>
                <a:gd name="connsiteY0" fmla="*/ 0 h 394934"/>
                <a:gd name="connsiteX1" fmla="*/ 6651727 w 6651727"/>
                <a:gd name="connsiteY1" fmla="*/ 0 h 394934"/>
                <a:gd name="connsiteX2" fmla="*/ 6651727 w 6651727"/>
                <a:gd name="connsiteY2" fmla="*/ 394934 h 394934"/>
                <a:gd name="connsiteX3" fmla="*/ 0 w 6651727"/>
                <a:gd name="connsiteY3" fmla="*/ 394934 h 394934"/>
                <a:gd name="connsiteX4" fmla="*/ 0 w 6651727"/>
                <a:gd name="connsiteY4" fmla="*/ 0 h 394934"/>
                <a:gd name="connsiteX0" fmla="*/ 0 w 6651727"/>
                <a:gd name="connsiteY0" fmla="*/ 394934 h 394934"/>
                <a:gd name="connsiteX1" fmla="*/ 6651727 w 6651727"/>
                <a:gd name="connsiteY1" fmla="*/ 0 h 394934"/>
                <a:gd name="connsiteX2" fmla="*/ 6651727 w 6651727"/>
                <a:gd name="connsiteY2" fmla="*/ 394934 h 394934"/>
                <a:gd name="connsiteX3" fmla="*/ 0 w 6651727"/>
                <a:gd name="connsiteY3" fmla="*/ 394934 h 394934"/>
                <a:gd name="connsiteX0" fmla="*/ 0 w 6651727"/>
                <a:gd name="connsiteY0" fmla="*/ 394934 h 502178"/>
                <a:gd name="connsiteX1" fmla="*/ 6651727 w 6651727"/>
                <a:gd name="connsiteY1" fmla="*/ 0 h 502178"/>
                <a:gd name="connsiteX2" fmla="*/ 6651727 w 6651727"/>
                <a:gd name="connsiteY2" fmla="*/ 394934 h 502178"/>
                <a:gd name="connsiteX3" fmla="*/ 0 w 6651727"/>
                <a:gd name="connsiteY3" fmla="*/ 394934 h 502178"/>
                <a:gd name="connsiteX0" fmla="*/ 0 w 6651727"/>
                <a:gd name="connsiteY0" fmla="*/ 0 h 107244"/>
                <a:gd name="connsiteX1" fmla="*/ 6651727 w 6651727"/>
                <a:gd name="connsiteY1" fmla="*/ 0 h 107244"/>
                <a:gd name="connsiteX2" fmla="*/ 0 w 6651727"/>
                <a:gd name="connsiteY2" fmla="*/ 0 h 107244"/>
                <a:gd name="connsiteX0" fmla="*/ 0 w 6651727"/>
                <a:gd name="connsiteY0" fmla="*/ 1416755 h 1523999"/>
                <a:gd name="connsiteX1" fmla="*/ 6651727 w 6651727"/>
                <a:gd name="connsiteY1" fmla="*/ 1416755 h 1523999"/>
                <a:gd name="connsiteX2" fmla="*/ 0 w 6651727"/>
                <a:gd name="connsiteY2" fmla="*/ 1416755 h 1523999"/>
                <a:gd name="connsiteX0" fmla="*/ 0 w 6672098"/>
                <a:gd name="connsiteY0" fmla="*/ 1811186 h 1918430"/>
                <a:gd name="connsiteX1" fmla="*/ 6651727 w 6672098"/>
                <a:gd name="connsiteY1" fmla="*/ 1811186 h 1918430"/>
                <a:gd name="connsiteX2" fmla="*/ 0 w 6672098"/>
                <a:gd name="connsiteY2" fmla="*/ 1811186 h 1918430"/>
                <a:gd name="connsiteX0" fmla="*/ 0 w 6811353"/>
                <a:gd name="connsiteY0" fmla="*/ 1875222 h 1951755"/>
                <a:gd name="connsiteX1" fmla="*/ 6791427 w 6811353"/>
                <a:gd name="connsiteY1" fmla="*/ 1710122 h 1951755"/>
                <a:gd name="connsiteX2" fmla="*/ 0 w 6811353"/>
                <a:gd name="connsiteY2" fmla="*/ 1875222 h 1951755"/>
                <a:gd name="connsiteX0" fmla="*/ 0 w 6814973"/>
                <a:gd name="connsiteY0" fmla="*/ 1750345 h 1826878"/>
                <a:gd name="connsiteX1" fmla="*/ 6791427 w 6814973"/>
                <a:gd name="connsiteY1" fmla="*/ 1585245 h 1826878"/>
                <a:gd name="connsiteX2" fmla="*/ 0 w 6814973"/>
                <a:gd name="connsiteY2" fmla="*/ 1750345 h 1826878"/>
                <a:gd name="connsiteX0" fmla="*/ 0 w 6999846"/>
                <a:gd name="connsiteY0" fmla="*/ 1707805 h 1804333"/>
                <a:gd name="connsiteX1" fmla="*/ 6976957 w 6999846"/>
                <a:gd name="connsiteY1" fmla="*/ 1661974 h 1804333"/>
                <a:gd name="connsiteX2" fmla="*/ 0 w 6999846"/>
                <a:gd name="connsiteY2" fmla="*/ 1707805 h 1804333"/>
                <a:gd name="connsiteX0" fmla="*/ 0 w 7001909"/>
                <a:gd name="connsiteY0" fmla="*/ 1702072 h 1798600"/>
                <a:gd name="connsiteX1" fmla="*/ 6976957 w 7001909"/>
                <a:gd name="connsiteY1" fmla="*/ 1656241 h 1798600"/>
                <a:gd name="connsiteX2" fmla="*/ 0 w 7001909"/>
                <a:gd name="connsiteY2" fmla="*/ 1702072 h 1798600"/>
                <a:gd name="connsiteX0" fmla="*/ 0 w 7001909"/>
                <a:gd name="connsiteY0" fmla="*/ 1702072 h 1962540"/>
                <a:gd name="connsiteX1" fmla="*/ 6976957 w 7001909"/>
                <a:gd name="connsiteY1" fmla="*/ 1656241 h 1962540"/>
                <a:gd name="connsiteX2" fmla="*/ 0 w 7001909"/>
                <a:gd name="connsiteY2" fmla="*/ 1702072 h 1962540"/>
                <a:gd name="connsiteX0" fmla="*/ 0 w 7001909"/>
                <a:gd name="connsiteY0" fmla="*/ 1702072 h 2041323"/>
                <a:gd name="connsiteX1" fmla="*/ 6976957 w 7001909"/>
                <a:gd name="connsiteY1" fmla="*/ 1656241 h 2041323"/>
                <a:gd name="connsiteX2" fmla="*/ 0 w 7001909"/>
                <a:gd name="connsiteY2" fmla="*/ 1702072 h 2041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01909" h="2041323">
                  <a:moveTo>
                    <a:pt x="0" y="1702072"/>
                  </a:moveTo>
                  <a:cubicBezTo>
                    <a:pt x="1668933" y="-1472376"/>
                    <a:pt x="7426715" y="564041"/>
                    <a:pt x="6976957" y="1656241"/>
                  </a:cubicBezTo>
                  <a:cubicBezTo>
                    <a:pt x="4531115" y="2161066"/>
                    <a:pt x="2306142" y="2162447"/>
                    <a:pt x="0" y="1702072"/>
                  </a:cubicBezTo>
                  <a:close/>
                </a:path>
              </a:pathLst>
            </a:custGeom>
            <a:solidFill>
              <a:srgbClr val="FF53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F54F2471-BA18-4734-8667-22CAD6BFB7F1}"/>
                </a:ext>
              </a:extLst>
            </p:cNvPr>
            <p:cNvSpPr/>
            <p:nvPr/>
          </p:nvSpPr>
          <p:spPr>
            <a:xfrm rot="3131177">
              <a:off x="2426395" y="2458925"/>
              <a:ext cx="1000525" cy="781240"/>
            </a:xfrm>
            <a:custGeom>
              <a:avLst/>
              <a:gdLst>
                <a:gd name="connsiteX0" fmla="*/ 0 w 1630017"/>
                <a:gd name="connsiteY0" fmla="*/ 0 h 689113"/>
                <a:gd name="connsiteX1" fmla="*/ 1630017 w 1630017"/>
                <a:gd name="connsiteY1" fmla="*/ 0 h 689113"/>
                <a:gd name="connsiteX2" fmla="*/ 1630017 w 1630017"/>
                <a:gd name="connsiteY2" fmla="*/ 689113 h 689113"/>
                <a:gd name="connsiteX3" fmla="*/ 0 w 1630017"/>
                <a:gd name="connsiteY3" fmla="*/ 689113 h 689113"/>
                <a:gd name="connsiteX4" fmla="*/ 0 w 1630017"/>
                <a:gd name="connsiteY4" fmla="*/ 0 h 689113"/>
                <a:gd name="connsiteX0" fmla="*/ 266700 w 1896717"/>
                <a:gd name="connsiteY0" fmla="*/ 0 h 689113"/>
                <a:gd name="connsiteX1" fmla="*/ 1896717 w 1896717"/>
                <a:gd name="connsiteY1" fmla="*/ 0 h 689113"/>
                <a:gd name="connsiteX2" fmla="*/ 1896717 w 1896717"/>
                <a:gd name="connsiteY2" fmla="*/ 689113 h 689113"/>
                <a:gd name="connsiteX3" fmla="*/ 0 w 1896717"/>
                <a:gd name="connsiteY3" fmla="*/ 131901 h 689113"/>
                <a:gd name="connsiteX4" fmla="*/ 266700 w 1896717"/>
                <a:gd name="connsiteY4" fmla="*/ 0 h 689113"/>
                <a:gd name="connsiteX0" fmla="*/ 266700 w 1896717"/>
                <a:gd name="connsiteY0" fmla="*/ 185738 h 874851"/>
                <a:gd name="connsiteX1" fmla="*/ 1382367 w 1896717"/>
                <a:gd name="connsiteY1" fmla="*/ 0 h 874851"/>
                <a:gd name="connsiteX2" fmla="*/ 1896717 w 1896717"/>
                <a:gd name="connsiteY2" fmla="*/ 874851 h 874851"/>
                <a:gd name="connsiteX3" fmla="*/ 0 w 1896717"/>
                <a:gd name="connsiteY3" fmla="*/ 317639 h 874851"/>
                <a:gd name="connsiteX4" fmla="*/ 266700 w 1896717"/>
                <a:gd name="connsiteY4" fmla="*/ 185738 h 874851"/>
                <a:gd name="connsiteX0" fmla="*/ 0 w 1896717"/>
                <a:gd name="connsiteY0" fmla="*/ 317639 h 874851"/>
                <a:gd name="connsiteX1" fmla="*/ 1382367 w 1896717"/>
                <a:gd name="connsiteY1" fmla="*/ 0 h 874851"/>
                <a:gd name="connsiteX2" fmla="*/ 1896717 w 1896717"/>
                <a:gd name="connsiteY2" fmla="*/ 874851 h 874851"/>
                <a:gd name="connsiteX3" fmla="*/ 0 w 1896717"/>
                <a:gd name="connsiteY3" fmla="*/ 317639 h 874851"/>
                <a:gd name="connsiteX0" fmla="*/ 18294 w 1915011"/>
                <a:gd name="connsiteY0" fmla="*/ 483042 h 1040254"/>
                <a:gd name="connsiteX1" fmla="*/ 1400661 w 1915011"/>
                <a:gd name="connsiteY1" fmla="*/ 165403 h 1040254"/>
                <a:gd name="connsiteX2" fmla="*/ 1915011 w 1915011"/>
                <a:gd name="connsiteY2" fmla="*/ 1040254 h 1040254"/>
                <a:gd name="connsiteX3" fmla="*/ 18294 w 1915011"/>
                <a:gd name="connsiteY3" fmla="*/ 483042 h 1040254"/>
                <a:gd name="connsiteX0" fmla="*/ 14816 w 1911533"/>
                <a:gd name="connsiteY0" fmla="*/ 594897 h 1152109"/>
                <a:gd name="connsiteX1" fmla="*/ 1397183 w 1911533"/>
                <a:gd name="connsiteY1" fmla="*/ 277258 h 1152109"/>
                <a:gd name="connsiteX2" fmla="*/ 1911533 w 1911533"/>
                <a:gd name="connsiteY2" fmla="*/ 1152109 h 1152109"/>
                <a:gd name="connsiteX3" fmla="*/ 14816 w 1911533"/>
                <a:gd name="connsiteY3" fmla="*/ 594897 h 1152109"/>
                <a:gd name="connsiteX0" fmla="*/ 14723 w 1911440"/>
                <a:gd name="connsiteY0" fmla="*/ 588100 h 1145312"/>
                <a:gd name="connsiteX1" fmla="*/ 1406615 w 1911440"/>
                <a:gd name="connsiteY1" fmla="*/ 284748 h 1145312"/>
                <a:gd name="connsiteX2" fmla="*/ 1911440 w 1911440"/>
                <a:gd name="connsiteY2" fmla="*/ 1145312 h 1145312"/>
                <a:gd name="connsiteX3" fmla="*/ 14723 w 1911440"/>
                <a:gd name="connsiteY3" fmla="*/ 588100 h 1145312"/>
                <a:gd name="connsiteX0" fmla="*/ 14723 w 1406615"/>
                <a:gd name="connsiteY0" fmla="*/ 588100 h 588100"/>
                <a:gd name="connsiteX1" fmla="*/ 1406615 w 1406615"/>
                <a:gd name="connsiteY1" fmla="*/ 284748 h 588100"/>
                <a:gd name="connsiteX2" fmla="*/ 14723 w 1406615"/>
                <a:gd name="connsiteY2" fmla="*/ 588100 h 588100"/>
                <a:gd name="connsiteX0" fmla="*/ 14723 w 1406615"/>
                <a:gd name="connsiteY0" fmla="*/ 588100 h 747348"/>
                <a:gd name="connsiteX1" fmla="*/ 1406615 w 1406615"/>
                <a:gd name="connsiteY1" fmla="*/ 284748 h 747348"/>
                <a:gd name="connsiteX2" fmla="*/ 14723 w 1406615"/>
                <a:gd name="connsiteY2" fmla="*/ 588100 h 747348"/>
                <a:gd name="connsiteX0" fmla="*/ 14723 w 1406615"/>
                <a:gd name="connsiteY0" fmla="*/ 588100 h 757445"/>
                <a:gd name="connsiteX1" fmla="*/ 1406615 w 1406615"/>
                <a:gd name="connsiteY1" fmla="*/ 284748 h 757445"/>
                <a:gd name="connsiteX2" fmla="*/ 14723 w 1406615"/>
                <a:gd name="connsiteY2" fmla="*/ 588100 h 757445"/>
                <a:gd name="connsiteX0" fmla="*/ 14723 w 1406615"/>
                <a:gd name="connsiteY0" fmla="*/ 588100 h 763521"/>
                <a:gd name="connsiteX1" fmla="*/ 1406615 w 1406615"/>
                <a:gd name="connsiteY1" fmla="*/ 284748 h 763521"/>
                <a:gd name="connsiteX2" fmla="*/ 14723 w 1406615"/>
                <a:gd name="connsiteY2" fmla="*/ 588100 h 763521"/>
                <a:gd name="connsiteX0" fmla="*/ 27262 w 1419154"/>
                <a:gd name="connsiteY0" fmla="*/ 582559 h 757980"/>
                <a:gd name="connsiteX1" fmla="*/ 1419154 w 1419154"/>
                <a:gd name="connsiteY1" fmla="*/ 279207 h 757980"/>
                <a:gd name="connsiteX2" fmla="*/ 27262 w 1419154"/>
                <a:gd name="connsiteY2" fmla="*/ 582559 h 757980"/>
                <a:gd name="connsiteX0" fmla="*/ 27262 w 1419154"/>
                <a:gd name="connsiteY0" fmla="*/ 582559 h 768132"/>
                <a:gd name="connsiteX1" fmla="*/ 1419154 w 1419154"/>
                <a:gd name="connsiteY1" fmla="*/ 279207 h 768132"/>
                <a:gd name="connsiteX2" fmla="*/ 27262 w 1419154"/>
                <a:gd name="connsiteY2" fmla="*/ 582559 h 768132"/>
                <a:gd name="connsiteX0" fmla="*/ 37118 w 1429010"/>
                <a:gd name="connsiteY0" fmla="*/ 582559 h 768132"/>
                <a:gd name="connsiteX1" fmla="*/ 1429010 w 1429010"/>
                <a:gd name="connsiteY1" fmla="*/ 279207 h 768132"/>
                <a:gd name="connsiteX2" fmla="*/ 37118 w 1429010"/>
                <a:gd name="connsiteY2" fmla="*/ 582559 h 768132"/>
                <a:gd name="connsiteX0" fmla="*/ 37318 w 1429210"/>
                <a:gd name="connsiteY0" fmla="*/ 619632 h 805205"/>
                <a:gd name="connsiteX1" fmla="*/ 1429210 w 1429210"/>
                <a:gd name="connsiteY1" fmla="*/ 316280 h 805205"/>
                <a:gd name="connsiteX2" fmla="*/ 37318 w 1429210"/>
                <a:gd name="connsiteY2" fmla="*/ 619632 h 805205"/>
                <a:gd name="connsiteX0" fmla="*/ 36305 w 1476115"/>
                <a:gd name="connsiteY0" fmla="*/ 609061 h 798235"/>
                <a:gd name="connsiteX1" fmla="*/ 1476115 w 1476115"/>
                <a:gd name="connsiteY1" fmla="*/ 326821 h 798235"/>
                <a:gd name="connsiteX2" fmla="*/ 36305 w 1476115"/>
                <a:gd name="connsiteY2" fmla="*/ 609061 h 798235"/>
                <a:gd name="connsiteX0" fmla="*/ 6197 w 1446007"/>
                <a:gd name="connsiteY0" fmla="*/ 565856 h 755030"/>
                <a:gd name="connsiteX1" fmla="*/ 1446007 w 1446007"/>
                <a:gd name="connsiteY1" fmla="*/ 283616 h 755030"/>
                <a:gd name="connsiteX2" fmla="*/ 6197 w 1446007"/>
                <a:gd name="connsiteY2" fmla="*/ 565856 h 755030"/>
                <a:gd name="connsiteX0" fmla="*/ 6197 w 1446007"/>
                <a:gd name="connsiteY0" fmla="*/ 565856 h 747864"/>
                <a:gd name="connsiteX1" fmla="*/ 1446007 w 1446007"/>
                <a:gd name="connsiteY1" fmla="*/ 283616 h 747864"/>
                <a:gd name="connsiteX2" fmla="*/ 6197 w 1446007"/>
                <a:gd name="connsiteY2" fmla="*/ 565856 h 747864"/>
                <a:gd name="connsiteX0" fmla="*/ 7055 w 1270084"/>
                <a:gd name="connsiteY0" fmla="*/ 698149 h 849033"/>
                <a:gd name="connsiteX1" fmla="*/ 1270084 w 1270084"/>
                <a:gd name="connsiteY1" fmla="*/ 198336 h 849033"/>
                <a:gd name="connsiteX2" fmla="*/ 7055 w 1270084"/>
                <a:gd name="connsiteY2" fmla="*/ 698149 h 849033"/>
                <a:gd name="connsiteX0" fmla="*/ 7055 w 1270084"/>
                <a:gd name="connsiteY0" fmla="*/ 698149 h 876795"/>
                <a:gd name="connsiteX1" fmla="*/ 1270084 w 1270084"/>
                <a:gd name="connsiteY1" fmla="*/ 198336 h 876795"/>
                <a:gd name="connsiteX2" fmla="*/ 7055 w 1270084"/>
                <a:gd name="connsiteY2" fmla="*/ 698149 h 876795"/>
                <a:gd name="connsiteX0" fmla="*/ 9290 w 965050"/>
                <a:gd name="connsiteY0" fmla="*/ 604993 h 810749"/>
                <a:gd name="connsiteX1" fmla="*/ 965050 w 965050"/>
                <a:gd name="connsiteY1" fmla="*/ 252539 h 810749"/>
                <a:gd name="connsiteX2" fmla="*/ 9290 w 965050"/>
                <a:gd name="connsiteY2" fmla="*/ 604993 h 810749"/>
                <a:gd name="connsiteX0" fmla="*/ 9290 w 965050"/>
                <a:gd name="connsiteY0" fmla="*/ 604993 h 815410"/>
                <a:gd name="connsiteX1" fmla="*/ 965050 w 965050"/>
                <a:gd name="connsiteY1" fmla="*/ 252539 h 815410"/>
                <a:gd name="connsiteX2" fmla="*/ 9290 w 965050"/>
                <a:gd name="connsiteY2" fmla="*/ 604993 h 815410"/>
                <a:gd name="connsiteX0" fmla="*/ 17361 w 973121"/>
                <a:gd name="connsiteY0" fmla="*/ 573075 h 783492"/>
                <a:gd name="connsiteX1" fmla="*/ 973121 w 973121"/>
                <a:gd name="connsiteY1" fmla="*/ 220621 h 783492"/>
                <a:gd name="connsiteX2" fmla="*/ 17361 w 973121"/>
                <a:gd name="connsiteY2" fmla="*/ 573075 h 783492"/>
                <a:gd name="connsiteX0" fmla="*/ 16913 w 1000525"/>
                <a:gd name="connsiteY0" fmla="*/ 569613 h 781240"/>
                <a:gd name="connsiteX1" fmla="*/ 1000525 w 1000525"/>
                <a:gd name="connsiteY1" fmla="*/ 222699 h 781240"/>
                <a:gd name="connsiteX2" fmla="*/ 16913 w 1000525"/>
                <a:gd name="connsiteY2" fmla="*/ 569613 h 78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525" h="781240">
                  <a:moveTo>
                    <a:pt x="16913" y="569613"/>
                  </a:moveTo>
                  <a:cubicBezTo>
                    <a:pt x="-138648" y="-127720"/>
                    <a:pt x="825486" y="-109570"/>
                    <a:pt x="1000525" y="222699"/>
                  </a:cubicBezTo>
                  <a:cubicBezTo>
                    <a:pt x="852603" y="569085"/>
                    <a:pt x="236360" y="1070924"/>
                    <a:pt x="16913" y="569613"/>
                  </a:cubicBezTo>
                  <a:close/>
                </a:path>
              </a:pathLst>
            </a:custGeom>
            <a:solidFill>
              <a:srgbClr val="EFA1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8F6543D-28DA-4129-82F6-2A609771371F}"/>
                </a:ext>
              </a:extLst>
            </p:cNvPr>
            <p:cNvGrpSpPr/>
            <p:nvPr/>
          </p:nvGrpSpPr>
          <p:grpSpPr>
            <a:xfrm>
              <a:off x="2954319" y="1366461"/>
              <a:ext cx="6446567" cy="1867602"/>
              <a:chOff x="3303490" y="2300629"/>
              <a:chExt cx="6446567" cy="1867602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2BEAB653-35C7-4B41-B7E7-C4379518F734}"/>
                  </a:ext>
                </a:extLst>
              </p:cNvPr>
              <p:cNvGrpSpPr/>
              <p:nvPr/>
            </p:nvGrpSpPr>
            <p:grpSpPr>
              <a:xfrm>
                <a:off x="3303490" y="2406430"/>
                <a:ext cx="6377777" cy="1687626"/>
                <a:chOff x="3303490" y="2406430"/>
                <a:chExt cx="6377777" cy="1687626"/>
              </a:xfrm>
            </p:grpSpPr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1A75B27D-4AAF-4E14-9838-384EE6F512C4}"/>
                    </a:ext>
                  </a:extLst>
                </p:cNvPr>
                <p:cNvSpPr/>
                <p:nvPr/>
              </p:nvSpPr>
              <p:spPr>
                <a:xfrm rot="4652875">
                  <a:off x="4115779" y="1594141"/>
                  <a:ext cx="1475717" cy="3100295"/>
                </a:xfrm>
                <a:custGeom>
                  <a:avLst/>
                  <a:gdLst>
                    <a:gd name="connsiteX0" fmla="*/ 86221 w 1475717"/>
                    <a:gd name="connsiteY0" fmla="*/ 0 h 3100295"/>
                    <a:gd name="connsiteX1" fmla="*/ 193820 w 1475717"/>
                    <a:gd name="connsiteY1" fmla="*/ 147254 h 3100295"/>
                    <a:gd name="connsiteX2" fmla="*/ 1455658 w 1475717"/>
                    <a:gd name="connsiteY2" fmla="*/ 2350710 h 3100295"/>
                    <a:gd name="connsiteX3" fmla="*/ 1475717 w 1475717"/>
                    <a:gd name="connsiteY3" fmla="*/ 2398627 h 3100295"/>
                    <a:gd name="connsiteX4" fmla="*/ 1411578 w 1475717"/>
                    <a:gd name="connsiteY4" fmla="*/ 2572099 h 3100295"/>
                    <a:gd name="connsiteX5" fmla="*/ 1250478 w 1475717"/>
                    <a:gd name="connsiteY5" fmla="*/ 2976950 h 3100295"/>
                    <a:gd name="connsiteX6" fmla="*/ 1197942 w 1475717"/>
                    <a:gd name="connsiteY6" fmla="*/ 3100295 h 3100295"/>
                    <a:gd name="connsiteX7" fmla="*/ 1092205 w 1475717"/>
                    <a:gd name="connsiteY7" fmla="*/ 2930960 h 3100295"/>
                    <a:gd name="connsiteX8" fmla="*/ 27213 w 1475717"/>
                    <a:gd name="connsiteY8" fmla="*/ 1016911 h 3100295"/>
                    <a:gd name="connsiteX9" fmla="*/ 767 w 1475717"/>
                    <a:gd name="connsiteY9" fmla="*/ 953324 h 3100295"/>
                    <a:gd name="connsiteX10" fmla="*/ 222 w 1475717"/>
                    <a:gd name="connsiteY10" fmla="*/ 941614 h 3100295"/>
                    <a:gd name="connsiteX11" fmla="*/ 80573 w 1475717"/>
                    <a:gd name="connsiteY11" fmla="*/ 27270 h 3100295"/>
                    <a:gd name="connsiteX12" fmla="*/ 86221 w 1475717"/>
                    <a:gd name="connsiteY12" fmla="*/ 0 h 31002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475717" h="3100295">
                      <a:moveTo>
                        <a:pt x="86221" y="0"/>
                      </a:moveTo>
                      <a:lnTo>
                        <a:pt x="193820" y="147254"/>
                      </a:lnTo>
                      <a:cubicBezTo>
                        <a:pt x="586355" y="701961"/>
                        <a:pt x="1155500" y="1670347"/>
                        <a:pt x="1455658" y="2350710"/>
                      </a:cubicBezTo>
                      <a:lnTo>
                        <a:pt x="1475717" y="2398627"/>
                      </a:lnTo>
                      <a:lnTo>
                        <a:pt x="1411578" y="2572099"/>
                      </a:lnTo>
                      <a:cubicBezTo>
                        <a:pt x="1359698" y="2707252"/>
                        <a:pt x="1306000" y="2842178"/>
                        <a:pt x="1250478" y="2976950"/>
                      </a:cubicBezTo>
                      <a:lnTo>
                        <a:pt x="1197942" y="3100295"/>
                      </a:lnTo>
                      <a:lnTo>
                        <a:pt x="1092205" y="2930960"/>
                      </a:lnTo>
                      <a:cubicBezTo>
                        <a:pt x="614178" y="2159809"/>
                        <a:pt x="239116" y="1501715"/>
                        <a:pt x="27213" y="1016911"/>
                      </a:cubicBezTo>
                      <a:lnTo>
                        <a:pt x="767" y="953324"/>
                      </a:lnTo>
                      <a:lnTo>
                        <a:pt x="222" y="941614"/>
                      </a:lnTo>
                      <a:cubicBezTo>
                        <a:pt x="-2858" y="638080"/>
                        <a:pt x="26186" y="330901"/>
                        <a:pt x="80573" y="27270"/>
                      </a:cubicBezTo>
                      <a:lnTo>
                        <a:pt x="86221" y="0"/>
                      </a:lnTo>
                      <a:close/>
                    </a:path>
                  </a:pathLst>
                </a:custGeom>
                <a:solidFill>
                  <a:srgbClr val="EFA15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D00B9511-32E1-438B-BD7A-AD9DC2BA60E8}"/>
                    </a:ext>
                  </a:extLst>
                </p:cNvPr>
                <p:cNvSpPr/>
                <p:nvPr/>
              </p:nvSpPr>
              <p:spPr>
                <a:xfrm rot="4652875">
                  <a:off x="5869000" y="1495912"/>
                  <a:ext cx="1652877" cy="3480967"/>
                </a:xfrm>
                <a:custGeom>
                  <a:avLst/>
                  <a:gdLst>
                    <a:gd name="connsiteX0" fmla="*/ 0 w 1652877"/>
                    <a:gd name="connsiteY0" fmla="*/ 868931 h 3480967"/>
                    <a:gd name="connsiteX1" fmla="*/ 18720 w 1652877"/>
                    <a:gd name="connsiteY1" fmla="*/ 817655 h 3480967"/>
                    <a:gd name="connsiteX2" fmla="*/ 390584 w 1652877"/>
                    <a:gd name="connsiteY2" fmla="*/ 20081 h 3480967"/>
                    <a:gd name="connsiteX3" fmla="*/ 402142 w 1652877"/>
                    <a:gd name="connsiteY3" fmla="*/ 0 h 3480967"/>
                    <a:gd name="connsiteX4" fmla="*/ 494676 w 1652877"/>
                    <a:gd name="connsiteY4" fmla="*/ 129847 h 3480967"/>
                    <a:gd name="connsiteX5" fmla="*/ 1577059 w 1652877"/>
                    <a:gd name="connsiteY5" fmla="*/ 2289098 h 3480967"/>
                    <a:gd name="connsiteX6" fmla="*/ 1652877 w 1652877"/>
                    <a:gd name="connsiteY6" fmla="*/ 2498390 h 3480967"/>
                    <a:gd name="connsiteX7" fmla="*/ 1548777 w 1652877"/>
                    <a:gd name="connsiteY7" fmla="*/ 2903531 h 3480967"/>
                    <a:gd name="connsiteX8" fmla="*/ 1431088 w 1652877"/>
                    <a:gd name="connsiteY8" fmla="*/ 3316518 h 3480967"/>
                    <a:gd name="connsiteX9" fmla="*/ 1379588 w 1652877"/>
                    <a:gd name="connsiteY9" fmla="*/ 3480967 h 3480967"/>
                    <a:gd name="connsiteX10" fmla="*/ 1188812 w 1652877"/>
                    <a:gd name="connsiteY10" fmla="*/ 3114366 h 3480967"/>
                    <a:gd name="connsiteX11" fmla="*/ 39738 w 1652877"/>
                    <a:gd name="connsiteY11" fmla="*/ 959760 h 3480967"/>
                    <a:gd name="connsiteX12" fmla="*/ 0 w 1652877"/>
                    <a:gd name="connsiteY12" fmla="*/ 868931 h 34809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652877" h="3480967">
                      <a:moveTo>
                        <a:pt x="0" y="868931"/>
                      </a:moveTo>
                      <a:lnTo>
                        <a:pt x="18720" y="817655"/>
                      </a:lnTo>
                      <a:cubicBezTo>
                        <a:pt x="128633" y="536266"/>
                        <a:pt x="254849" y="268010"/>
                        <a:pt x="390584" y="20081"/>
                      </a:cubicBezTo>
                      <a:lnTo>
                        <a:pt x="402142" y="0"/>
                      </a:lnTo>
                      <a:lnTo>
                        <a:pt x="494676" y="129847"/>
                      </a:lnTo>
                      <a:cubicBezTo>
                        <a:pt x="860167" y="671251"/>
                        <a:pt x="1306590" y="1575832"/>
                        <a:pt x="1577059" y="2289098"/>
                      </a:cubicBezTo>
                      <a:lnTo>
                        <a:pt x="1652877" y="2498390"/>
                      </a:lnTo>
                      <a:lnTo>
                        <a:pt x="1548777" y="2903531"/>
                      </a:lnTo>
                      <a:cubicBezTo>
                        <a:pt x="1511343" y="3041693"/>
                        <a:pt x="1472116" y="3179331"/>
                        <a:pt x="1431088" y="3316518"/>
                      </a:cubicBezTo>
                      <a:lnTo>
                        <a:pt x="1379588" y="3480967"/>
                      </a:lnTo>
                      <a:lnTo>
                        <a:pt x="1188812" y="3114366"/>
                      </a:lnTo>
                      <a:cubicBezTo>
                        <a:pt x="737958" y="2268672"/>
                        <a:pt x="288647" y="1501562"/>
                        <a:pt x="39738" y="959760"/>
                      </a:cubicBezTo>
                      <a:lnTo>
                        <a:pt x="0" y="868931"/>
                      </a:lnTo>
                      <a:close/>
                    </a:path>
                  </a:pathLst>
                </a:custGeom>
                <a:solidFill>
                  <a:srgbClr val="EFA15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339658AE-6282-4CA3-82CB-734A10A7872B}"/>
                    </a:ext>
                  </a:extLst>
                </p:cNvPr>
                <p:cNvSpPr/>
                <p:nvPr/>
              </p:nvSpPr>
              <p:spPr>
                <a:xfrm rot="4652875">
                  <a:off x="7727271" y="2140060"/>
                  <a:ext cx="1257243" cy="2650749"/>
                </a:xfrm>
                <a:custGeom>
                  <a:avLst/>
                  <a:gdLst>
                    <a:gd name="connsiteX0" fmla="*/ 0 w 1257243"/>
                    <a:gd name="connsiteY0" fmla="*/ 558388 h 2650749"/>
                    <a:gd name="connsiteX1" fmla="*/ 40066 w 1257243"/>
                    <a:gd name="connsiteY1" fmla="*/ 501358 h 2650749"/>
                    <a:gd name="connsiteX2" fmla="*/ 337691 w 1257243"/>
                    <a:gd name="connsiteY2" fmla="*/ 140001 h 2650749"/>
                    <a:gd name="connsiteX3" fmla="*/ 476393 w 1257243"/>
                    <a:gd name="connsiteY3" fmla="*/ 0 h 2650749"/>
                    <a:gd name="connsiteX4" fmla="*/ 521616 w 1257243"/>
                    <a:gd name="connsiteY4" fmla="*/ 63459 h 2650749"/>
                    <a:gd name="connsiteX5" fmla="*/ 1215319 w 1257243"/>
                    <a:gd name="connsiteY5" fmla="*/ 1339183 h 2650749"/>
                    <a:gd name="connsiteX6" fmla="*/ 1257243 w 1257243"/>
                    <a:gd name="connsiteY6" fmla="*/ 1432655 h 2650749"/>
                    <a:gd name="connsiteX7" fmla="*/ 1250630 w 1257243"/>
                    <a:gd name="connsiteY7" fmla="*/ 1500837 h 2650749"/>
                    <a:gd name="connsiteX8" fmla="*/ 1132756 w 1257243"/>
                    <a:gd name="connsiteY8" fmla="*/ 2372560 h 2650749"/>
                    <a:gd name="connsiteX9" fmla="*/ 1084134 w 1257243"/>
                    <a:gd name="connsiteY9" fmla="*/ 2650749 h 2650749"/>
                    <a:gd name="connsiteX10" fmla="*/ 881736 w 1257243"/>
                    <a:gd name="connsiteY10" fmla="*/ 2277024 h 2650749"/>
                    <a:gd name="connsiteX11" fmla="*/ 39418 w 1257243"/>
                    <a:gd name="connsiteY11" fmla="*/ 661743 h 2650749"/>
                    <a:gd name="connsiteX12" fmla="*/ 0 w 1257243"/>
                    <a:gd name="connsiteY12" fmla="*/ 558388 h 26507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57243" h="2650749">
                      <a:moveTo>
                        <a:pt x="0" y="558388"/>
                      </a:moveTo>
                      <a:lnTo>
                        <a:pt x="40066" y="501358"/>
                      </a:lnTo>
                      <a:cubicBezTo>
                        <a:pt x="138727" y="367966"/>
                        <a:pt x="238605" y="246804"/>
                        <a:pt x="337691" y="140001"/>
                      </a:cubicBezTo>
                      <a:lnTo>
                        <a:pt x="476393" y="0"/>
                      </a:lnTo>
                      <a:lnTo>
                        <a:pt x="521616" y="63459"/>
                      </a:lnTo>
                      <a:cubicBezTo>
                        <a:pt x="743212" y="391710"/>
                        <a:pt x="997520" y="866757"/>
                        <a:pt x="1215319" y="1339183"/>
                      </a:cubicBezTo>
                      <a:lnTo>
                        <a:pt x="1257243" y="1432655"/>
                      </a:lnTo>
                      <a:lnTo>
                        <a:pt x="1250630" y="1500837"/>
                      </a:lnTo>
                      <a:cubicBezTo>
                        <a:pt x="1218388" y="1795092"/>
                        <a:pt x="1179112" y="2085469"/>
                        <a:pt x="1132756" y="2372560"/>
                      </a:cubicBezTo>
                      <a:lnTo>
                        <a:pt x="1084134" y="2650749"/>
                      </a:lnTo>
                      <a:lnTo>
                        <a:pt x="881736" y="2277024"/>
                      </a:lnTo>
                      <a:cubicBezTo>
                        <a:pt x="525761" y="1627461"/>
                        <a:pt x="202649" y="1057795"/>
                        <a:pt x="39418" y="661743"/>
                      </a:cubicBezTo>
                      <a:lnTo>
                        <a:pt x="0" y="558388"/>
                      </a:lnTo>
                      <a:close/>
                    </a:path>
                  </a:pathLst>
                </a:custGeom>
                <a:solidFill>
                  <a:srgbClr val="EFA15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F7357716-0AFF-4607-A6FA-0FAB505C36A8}"/>
                  </a:ext>
                </a:extLst>
              </p:cNvPr>
              <p:cNvGrpSpPr/>
              <p:nvPr/>
            </p:nvGrpSpPr>
            <p:grpSpPr>
              <a:xfrm>
                <a:off x="3786568" y="2300629"/>
                <a:ext cx="5963489" cy="1867602"/>
                <a:chOff x="3071343" y="5321160"/>
                <a:chExt cx="5963489" cy="1867602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6BC64D62-D0CA-4E93-A2BB-7E913B4B0DB1}"/>
                    </a:ext>
                  </a:extLst>
                </p:cNvPr>
                <p:cNvSpPr/>
                <p:nvPr/>
              </p:nvSpPr>
              <p:spPr>
                <a:xfrm rot="658596">
                  <a:off x="5892185" y="5321160"/>
                  <a:ext cx="2014081" cy="1812624"/>
                </a:xfrm>
                <a:custGeom>
                  <a:avLst/>
                  <a:gdLst>
                    <a:gd name="connsiteX0" fmla="*/ 0 w 2014081"/>
                    <a:gd name="connsiteY0" fmla="*/ 49716 h 1812624"/>
                    <a:gd name="connsiteX1" fmla="*/ 291545 w 2014081"/>
                    <a:gd name="connsiteY1" fmla="*/ 19055 h 1812624"/>
                    <a:gd name="connsiteX2" fmla="*/ 594951 w 2014081"/>
                    <a:gd name="connsiteY2" fmla="*/ 1174 h 1812624"/>
                    <a:gd name="connsiteX3" fmla="*/ 674381 w 2014081"/>
                    <a:gd name="connsiteY3" fmla="*/ 0 h 1812624"/>
                    <a:gd name="connsiteX4" fmla="*/ 751804 w 2014081"/>
                    <a:gd name="connsiteY4" fmla="*/ 73497 h 1812624"/>
                    <a:gd name="connsiteX5" fmla="*/ 2001560 w 2014081"/>
                    <a:gd name="connsiteY5" fmla="*/ 1577087 h 1812624"/>
                    <a:gd name="connsiteX6" fmla="*/ 2014081 w 2014081"/>
                    <a:gd name="connsiteY6" fmla="*/ 1598779 h 1812624"/>
                    <a:gd name="connsiteX7" fmla="*/ 1829365 w 2014081"/>
                    <a:gd name="connsiteY7" fmla="*/ 1658402 h 1812624"/>
                    <a:gd name="connsiteX8" fmla="*/ 1405643 w 2014081"/>
                    <a:gd name="connsiteY8" fmla="*/ 1783549 h 1812624"/>
                    <a:gd name="connsiteX9" fmla="*/ 1297092 w 2014081"/>
                    <a:gd name="connsiteY9" fmla="*/ 1812624 h 1812624"/>
                    <a:gd name="connsiteX10" fmla="*/ 1222744 w 2014081"/>
                    <a:gd name="connsiteY10" fmla="*/ 1609176 h 1812624"/>
                    <a:gd name="connsiteX11" fmla="*/ 40851 w 2014081"/>
                    <a:gd name="connsiteY11" fmla="*/ 100992 h 1812624"/>
                    <a:gd name="connsiteX12" fmla="*/ 0 w 2014081"/>
                    <a:gd name="connsiteY12" fmla="*/ 49716 h 1812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14081" h="1812624">
                      <a:moveTo>
                        <a:pt x="0" y="49716"/>
                      </a:moveTo>
                      <a:lnTo>
                        <a:pt x="291545" y="19055"/>
                      </a:lnTo>
                      <a:cubicBezTo>
                        <a:pt x="393070" y="10770"/>
                        <a:pt x="494320" y="4851"/>
                        <a:pt x="594951" y="1174"/>
                      </a:cubicBezTo>
                      <a:lnTo>
                        <a:pt x="674381" y="0"/>
                      </a:lnTo>
                      <a:lnTo>
                        <a:pt x="751804" y="73497"/>
                      </a:lnTo>
                      <a:cubicBezTo>
                        <a:pt x="1117221" y="429723"/>
                        <a:pt x="1725830" y="1127680"/>
                        <a:pt x="2001560" y="1577087"/>
                      </a:cubicBezTo>
                      <a:lnTo>
                        <a:pt x="2014081" y="1598779"/>
                      </a:lnTo>
                      <a:lnTo>
                        <a:pt x="1829365" y="1658402"/>
                      </a:lnTo>
                      <a:cubicBezTo>
                        <a:pt x="1687958" y="1702109"/>
                        <a:pt x="1546741" y="1743816"/>
                        <a:pt x="1405643" y="1783549"/>
                      </a:cubicBezTo>
                      <a:lnTo>
                        <a:pt x="1297092" y="1812624"/>
                      </a:lnTo>
                      <a:lnTo>
                        <a:pt x="1222744" y="1609176"/>
                      </a:lnTo>
                      <a:cubicBezTo>
                        <a:pt x="872466" y="752503"/>
                        <a:pt x="262043" y="348407"/>
                        <a:pt x="40851" y="100992"/>
                      </a:cubicBezTo>
                      <a:lnTo>
                        <a:pt x="0" y="49716"/>
                      </a:lnTo>
                      <a:close/>
                    </a:path>
                  </a:pathLst>
                </a:custGeom>
                <a:solidFill>
                  <a:srgbClr val="EFA15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9B3F5FA2-1FFE-43F2-A8AE-3C69586DF621}"/>
                    </a:ext>
                  </a:extLst>
                </p:cNvPr>
                <p:cNvSpPr/>
                <p:nvPr/>
              </p:nvSpPr>
              <p:spPr>
                <a:xfrm rot="658596">
                  <a:off x="3934443" y="5358261"/>
                  <a:ext cx="2253515" cy="1830501"/>
                </a:xfrm>
                <a:custGeom>
                  <a:avLst/>
                  <a:gdLst>
                    <a:gd name="connsiteX0" fmla="*/ 583416 w 2253515"/>
                    <a:gd name="connsiteY0" fmla="*/ 0 h 1830501"/>
                    <a:gd name="connsiteX1" fmla="*/ 625390 w 2253515"/>
                    <a:gd name="connsiteY1" fmla="*/ 22832 h 1830501"/>
                    <a:gd name="connsiteX2" fmla="*/ 2243016 w 2253515"/>
                    <a:gd name="connsiteY2" fmla="*/ 1640124 h 1830501"/>
                    <a:gd name="connsiteX3" fmla="*/ 2253515 w 2253515"/>
                    <a:gd name="connsiteY3" fmla="*/ 1659436 h 1830501"/>
                    <a:gd name="connsiteX4" fmla="*/ 2052468 w 2253515"/>
                    <a:gd name="connsiteY4" fmla="*/ 1702247 h 1830501"/>
                    <a:gd name="connsiteX5" fmla="*/ 1629096 w 2253515"/>
                    <a:gd name="connsiteY5" fmla="*/ 1780865 h 1830501"/>
                    <a:gd name="connsiteX6" fmla="*/ 1316356 w 2253515"/>
                    <a:gd name="connsiteY6" fmla="*/ 1830501 h 1830501"/>
                    <a:gd name="connsiteX7" fmla="*/ 1314701 w 2253515"/>
                    <a:gd name="connsiteY7" fmla="*/ 1816955 h 1830501"/>
                    <a:gd name="connsiteX8" fmla="*/ 45182 w 2253515"/>
                    <a:gd name="connsiteY8" fmla="*/ 326848 h 1830501"/>
                    <a:gd name="connsiteX9" fmla="*/ 0 w 2253515"/>
                    <a:gd name="connsiteY9" fmla="*/ 287334 h 1830501"/>
                    <a:gd name="connsiteX10" fmla="*/ 152574 w 2253515"/>
                    <a:gd name="connsiteY10" fmla="*/ 197465 h 1830501"/>
                    <a:gd name="connsiteX11" fmla="*/ 424141 w 2253515"/>
                    <a:gd name="connsiteY11" fmla="*/ 64483 h 1830501"/>
                    <a:gd name="connsiteX12" fmla="*/ 583416 w 2253515"/>
                    <a:gd name="connsiteY12" fmla="*/ 0 h 1830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253515" h="1830501">
                      <a:moveTo>
                        <a:pt x="583416" y="0"/>
                      </a:moveTo>
                      <a:lnTo>
                        <a:pt x="625390" y="22832"/>
                      </a:lnTo>
                      <a:cubicBezTo>
                        <a:pt x="1115360" y="318682"/>
                        <a:pt x="1964654" y="1179561"/>
                        <a:pt x="2243016" y="1640124"/>
                      </a:cubicBezTo>
                      <a:lnTo>
                        <a:pt x="2253515" y="1659436"/>
                      </a:lnTo>
                      <a:lnTo>
                        <a:pt x="2052468" y="1702247"/>
                      </a:lnTo>
                      <a:cubicBezTo>
                        <a:pt x="1911459" y="1730347"/>
                        <a:pt x="1770358" y="1756546"/>
                        <a:pt x="1629096" y="1780865"/>
                      </a:cubicBezTo>
                      <a:lnTo>
                        <a:pt x="1316356" y="1830501"/>
                      </a:lnTo>
                      <a:lnTo>
                        <a:pt x="1314701" y="1816955"/>
                      </a:lnTo>
                      <a:cubicBezTo>
                        <a:pt x="1157231" y="994995"/>
                        <a:pt x="336687" y="559397"/>
                        <a:pt x="45182" y="326848"/>
                      </a:cubicBezTo>
                      <a:lnTo>
                        <a:pt x="0" y="287334"/>
                      </a:lnTo>
                      <a:lnTo>
                        <a:pt x="152574" y="197465"/>
                      </a:lnTo>
                      <a:cubicBezTo>
                        <a:pt x="241076" y="149940"/>
                        <a:pt x="331713" y="105655"/>
                        <a:pt x="424141" y="64483"/>
                      </a:cubicBezTo>
                      <a:lnTo>
                        <a:pt x="583416" y="0"/>
                      </a:lnTo>
                      <a:close/>
                    </a:path>
                  </a:pathLst>
                </a:custGeom>
                <a:solidFill>
                  <a:srgbClr val="EFA15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88CB3638-097F-403F-9068-E9B072D756AB}"/>
                    </a:ext>
                  </a:extLst>
                </p:cNvPr>
                <p:cNvSpPr/>
                <p:nvPr/>
              </p:nvSpPr>
              <p:spPr>
                <a:xfrm rot="658596">
                  <a:off x="7849689" y="5706633"/>
                  <a:ext cx="1185143" cy="1315699"/>
                </a:xfrm>
                <a:custGeom>
                  <a:avLst/>
                  <a:gdLst>
                    <a:gd name="connsiteX0" fmla="*/ 0 w 1185143"/>
                    <a:gd name="connsiteY0" fmla="*/ 0 h 1315699"/>
                    <a:gd name="connsiteX1" fmla="*/ 59608 w 1185143"/>
                    <a:gd name="connsiteY1" fmla="*/ 9456 h 1315699"/>
                    <a:gd name="connsiteX2" fmla="*/ 543790 w 1185143"/>
                    <a:gd name="connsiteY2" fmla="*/ 121676 h 1315699"/>
                    <a:gd name="connsiteX3" fmla="*/ 729019 w 1185143"/>
                    <a:gd name="connsiteY3" fmla="*/ 180725 h 1315699"/>
                    <a:gd name="connsiteX4" fmla="*/ 767492 w 1185143"/>
                    <a:gd name="connsiteY4" fmla="*/ 226988 h 1315699"/>
                    <a:gd name="connsiteX5" fmla="*/ 1173666 w 1185143"/>
                    <a:gd name="connsiteY5" fmla="*/ 1072009 h 1315699"/>
                    <a:gd name="connsiteX6" fmla="*/ 1185143 w 1185143"/>
                    <a:gd name="connsiteY6" fmla="*/ 1108582 h 1315699"/>
                    <a:gd name="connsiteX7" fmla="*/ 1153726 w 1185143"/>
                    <a:gd name="connsiteY7" fmla="*/ 1121269 h 1315699"/>
                    <a:gd name="connsiteX8" fmla="*/ 725304 w 1185143"/>
                    <a:gd name="connsiteY8" fmla="*/ 1282827 h 1315699"/>
                    <a:gd name="connsiteX9" fmla="*/ 631398 w 1185143"/>
                    <a:gd name="connsiteY9" fmla="*/ 1315699 h 1315699"/>
                    <a:gd name="connsiteX10" fmla="*/ 615828 w 1185143"/>
                    <a:gd name="connsiteY10" fmla="*/ 1219450 h 1315699"/>
                    <a:gd name="connsiteX11" fmla="*/ 7103 w 1185143"/>
                    <a:gd name="connsiteY11" fmla="*/ 18426 h 1315699"/>
                    <a:gd name="connsiteX12" fmla="*/ 0 w 1185143"/>
                    <a:gd name="connsiteY12" fmla="*/ 0 h 13156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85143" h="1315699">
                      <a:moveTo>
                        <a:pt x="0" y="0"/>
                      </a:moveTo>
                      <a:lnTo>
                        <a:pt x="59608" y="9456"/>
                      </a:lnTo>
                      <a:cubicBezTo>
                        <a:pt x="231281" y="40718"/>
                        <a:pt x="393592" y="78457"/>
                        <a:pt x="543790" y="121676"/>
                      </a:cubicBezTo>
                      <a:lnTo>
                        <a:pt x="729019" y="180725"/>
                      </a:lnTo>
                      <a:lnTo>
                        <a:pt x="767492" y="226988"/>
                      </a:lnTo>
                      <a:cubicBezTo>
                        <a:pt x="939124" y="453736"/>
                        <a:pt x="1076596" y="776486"/>
                        <a:pt x="1173666" y="1072009"/>
                      </a:cubicBezTo>
                      <a:lnTo>
                        <a:pt x="1185143" y="1108582"/>
                      </a:lnTo>
                      <a:lnTo>
                        <a:pt x="1153726" y="1121269"/>
                      </a:lnTo>
                      <a:cubicBezTo>
                        <a:pt x="1010540" y="1177184"/>
                        <a:pt x="867756" y="1231029"/>
                        <a:pt x="725304" y="1282827"/>
                      </a:cubicBezTo>
                      <a:lnTo>
                        <a:pt x="631398" y="1315699"/>
                      </a:lnTo>
                      <a:lnTo>
                        <a:pt x="615828" y="1219450"/>
                      </a:lnTo>
                      <a:cubicBezTo>
                        <a:pt x="488804" y="596307"/>
                        <a:pt x="101375" y="212039"/>
                        <a:pt x="7103" y="1842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FA15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394C779B-3566-47A7-8594-3ED0FB9BD7C5}"/>
                    </a:ext>
                  </a:extLst>
                </p:cNvPr>
                <p:cNvSpPr/>
                <p:nvPr/>
              </p:nvSpPr>
              <p:spPr>
                <a:xfrm rot="658596">
                  <a:off x="3071343" y="5819130"/>
                  <a:ext cx="1231144" cy="1268700"/>
                </a:xfrm>
                <a:custGeom>
                  <a:avLst/>
                  <a:gdLst>
                    <a:gd name="connsiteX0" fmla="*/ 223535 w 1231144"/>
                    <a:gd name="connsiteY0" fmla="*/ 0 h 1268700"/>
                    <a:gd name="connsiteX1" fmla="*/ 259676 w 1231144"/>
                    <a:gd name="connsiteY1" fmla="*/ 4418 h 1268700"/>
                    <a:gd name="connsiteX2" fmla="*/ 434723 w 1231144"/>
                    <a:gd name="connsiteY2" fmla="*/ 61947 h 1268700"/>
                    <a:gd name="connsiteX3" fmla="*/ 1224964 w 1231144"/>
                    <a:gd name="connsiteY3" fmla="*/ 1205913 h 1268700"/>
                    <a:gd name="connsiteX4" fmla="*/ 1231144 w 1231144"/>
                    <a:gd name="connsiteY4" fmla="*/ 1222383 h 1268700"/>
                    <a:gd name="connsiteX5" fmla="*/ 1155165 w 1231144"/>
                    <a:gd name="connsiteY5" fmla="*/ 1230422 h 1268700"/>
                    <a:gd name="connsiteX6" fmla="*/ 725380 w 1231144"/>
                    <a:gd name="connsiteY6" fmla="*/ 1264820 h 1268700"/>
                    <a:gd name="connsiteX7" fmla="*/ 654582 w 1231144"/>
                    <a:gd name="connsiteY7" fmla="*/ 1268700 h 1268700"/>
                    <a:gd name="connsiteX8" fmla="*/ 629730 w 1231144"/>
                    <a:gd name="connsiteY8" fmla="*/ 1184248 h 1268700"/>
                    <a:gd name="connsiteX9" fmla="*/ 11373 w 1231144"/>
                    <a:gd name="connsiteY9" fmla="*/ 252951 h 1268700"/>
                    <a:gd name="connsiteX10" fmla="*/ 0 w 1231144"/>
                    <a:gd name="connsiteY10" fmla="*/ 235779 h 1268700"/>
                    <a:gd name="connsiteX11" fmla="*/ 18745 w 1231144"/>
                    <a:gd name="connsiteY11" fmla="*/ 211941 h 1268700"/>
                    <a:gd name="connsiteX12" fmla="*/ 223535 w 1231144"/>
                    <a:gd name="connsiteY12" fmla="*/ 0 h 1268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31144" h="1268700">
                      <a:moveTo>
                        <a:pt x="223535" y="0"/>
                      </a:moveTo>
                      <a:lnTo>
                        <a:pt x="259676" y="4418"/>
                      </a:lnTo>
                      <a:cubicBezTo>
                        <a:pt x="315973" y="15019"/>
                        <a:pt x="375506" y="33748"/>
                        <a:pt x="434723" y="61947"/>
                      </a:cubicBezTo>
                      <a:cubicBezTo>
                        <a:pt x="770579" y="220969"/>
                        <a:pt x="1063823" y="791921"/>
                        <a:pt x="1224964" y="1205913"/>
                      </a:cubicBezTo>
                      <a:lnTo>
                        <a:pt x="1231144" y="1222383"/>
                      </a:lnTo>
                      <a:lnTo>
                        <a:pt x="1155165" y="1230422"/>
                      </a:lnTo>
                      <a:cubicBezTo>
                        <a:pt x="1012299" y="1243686"/>
                        <a:pt x="869061" y="1255144"/>
                        <a:pt x="725380" y="1264820"/>
                      </a:cubicBezTo>
                      <a:lnTo>
                        <a:pt x="654582" y="1268700"/>
                      </a:lnTo>
                      <a:lnTo>
                        <a:pt x="629730" y="1184248"/>
                      </a:lnTo>
                      <a:cubicBezTo>
                        <a:pt x="472713" y="727095"/>
                        <a:pt x="156259" y="451493"/>
                        <a:pt x="11373" y="252951"/>
                      </a:cubicBezTo>
                      <a:lnTo>
                        <a:pt x="0" y="235779"/>
                      </a:lnTo>
                      <a:lnTo>
                        <a:pt x="18745" y="211941"/>
                      </a:lnTo>
                      <a:lnTo>
                        <a:pt x="223535" y="0"/>
                      </a:lnTo>
                      <a:close/>
                    </a:path>
                  </a:pathLst>
                </a:custGeom>
                <a:solidFill>
                  <a:srgbClr val="EFA15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E8CE434-2DBD-417C-8ED9-3254ABBCB489}"/>
                </a:ext>
              </a:extLst>
            </p:cNvPr>
            <p:cNvGrpSpPr/>
            <p:nvPr/>
          </p:nvGrpSpPr>
          <p:grpSpPr>
            <a:xfrm>
              <a:off x="2942765" y="2618362"/>
              <a:ext cx="6970917" cy="2509355"/>
              <a:chOff x="2942765" y="2618362"/>
              <a:chExt cx="6970917" cy="2509355"/>
            </a:xfrm>
          </p:grpSpPr>
          <p:sp>
            <p:nvSpPr>
              <p:cNvPr id="39" name="Rectangle 2">
                <a:extLst>
                  <a:ext uri="{FF2B5EF4-FFF2-40B4-BE49-F238E27FC236}">
                    <a16:creationId xmlns:a16="http://schemas.microsoft.com/office/drawing/2014/main" id="{725DDE32-B1E7-455E-A323-5A45285873F9}"/>
                  </a:ext>
                </a:extLst>
              </p:cNvPr>
              <p:cNvSpPr/>
              <p:nvPr/>
            </p:nvSpPr>
            <p:spPr>
              <a:xfrm>
                <a:off x="3101009" y="2915480"/>
                <a:ext cx="6440557" cy="2212237"/>
              </a:xfrm>
              <a:custGeom>
                <a:avLst/>
                <a:gdLst>
                  <a:gd name="connsiteX0" fmla="*/ 0 w 5380383"/>
                  <a:gd name="connsiteY0" fmla="*/ 0 h 2027583"/>
                  <a:gd name="connsiteX1" fmla="*/ 5380383 w 5380383"/>
                  <a:gd name="connsiteY1" fmla="*/ 0 h 2027583"/>
                  <a:gd name="connsiteX2" fmla="*/ 5380383 w 5380383"/>
                  <a:gd name="connsiteY2" fmla="*/ 2027583 h 2027583"/>
                  <a:gd name="connsiteX3" fmla="*/ 0 w 5380383"/>
                  <a:gd name="connsiteY3" fmla="*/ 2027583 h 2027583"/>
                  <a:gd name="connsiteX4" fmla="*/ 0 w 5380383"/>
                  <a:gd name="connsiteY4" fmla="*/ 0 h 2027583"/>
                  <a:gd name="connsiteX0" fmla="*/ 0 w 5645426"/>
                  <a:gd name="connsiteY0" fmla="*/ 238539 h 2027583"/>
                  <a:gd name="connsiteX1" fmla="*/ 5645426 w 5645426"/>
                  <a:gd name="connsiteY1" fmla="*/ 0 h 2027583"/>
                  <a:gd name="connsiteX2" fmla="*/ 5645426 w 5645426"/>
                  <a:gd name="connsiteY2" fmla="*/ 2027583 h 2027583"/>
                  <a:gd name="connsiteX3" fmla="*/ 265043 w 5645426"/>
                  <a:gd name="connsiteY3" fmla="*/ 2027583 h 2027583"/>
                  <a:gd name="connsiteX4" fmla="*/ 0 w 5645426"/>
                  <a:gd name="connsiteY4" fmla="*/ 238539 h 2027583"/>
                  <a:gd name="connsiteX0" fmla="*/ 0 w 5645426"/>
                  <a:gd name="connsiteY0" fmla="*/ 238539 h 2027583"/>
                  <a:gd name="connsiteX1" fmla="*/ 5645426 w 5645426"/>
                  <a:gd name="connsiteY1" fmla="*/ 0 h 2027583"/>
                  <a:gd name="connsiteX2" fmla="*/ 5645426 w 5645426"/>
                  <a:gd name="connsiteY2" fmla="*/ 2027583 h 2027583"/>
                  <a:gd name="connsiteX3" fmla="*/ 596348 w 5645426"/>
                  <a:gd name="connsiteY3" fmla="*/ 1775792 h 2027583"/>
                  <a:gd name="connsiteX4" fmla="*/ 0 w 5645426"/>
                  <a:gd name="connsiteY4" fmla="*/ 238539 h 2027583"/>
                  <a:gd name="connsiteX0" fmla="*/ 0 w 5950226"/>
                  <a:gd name="connsiteY0" fmla="*/ 238539 h 1775792"/>
                  <a:gd name="connsiteX1" fmla="*/ 5645426 w 5950226"/>
                  <a:gd name="connsiteY1" fmla="*/ 0 h 1775792"/>
                  <a:gd name="connsiteX2" fmla="*/ 5950226 w 5950226"/>
                  <a:gd name="connsiteY2" fmla="*/ 1722783 h 1775792"/>
                  <a:gd name="connsiteX3" fmla="*/ 596348 w 5950226"/>
                  <a:gd name="connsiteY3" fmla="*/ 1775792 h 1775792"/>
                  <a:gd name="connsiteX4" fmla="*/ 0 w 5950226"/>
                  <a:gd name="connsiteY4" fmla="*/ 238539 h 1775792"/>
                  <a:gd name="connsiteX0" fmla="*/ 0 w 6440557"/>
                  <a:gd name="connsiteY0" fmla="*/ 212034 h 1749287"/>
                  <a:gd name="connsiteX1" fmla="*/ 6440557 w 6440557"/>
                  <a:gd name="connsiteY1" fmla="*/ 0 h 1749287"/>
                  <a:gd name="connsiteX2" fmla="*/ 5950226 w 6440557"/>
                  <a:gd name="connsiteY2" fmla="*/ 1696278 h 1749287"/>
                  <a:gd name="connsiteX3" fmla="*/ 596348 w 6440557"/>
                  <a:gd name="connsiteY3" fmla="*/ 1749287 h 1749287"/>
                  <a:gd name="connsiteX4" fmla="*/ 0 w 6440557"/>
                  <a:gd name="connsiteY4" fmla="*/ 212034 h 1749287"/>
                  <a:gd name="connsiteX0" fmla="*/ 0 w 6440557"/>
                  <a:gd name="connsiteY0" fmla="*/ 212034 h 1749287"/>
                  <a:gd name="connsiteX1" fmla="*/ 6440557 w 6440557"/>
                  <a:gd name="connsiteY1" fmla="*/ 0 h 1749287"/>
                  <a:gd name="connsiteX2" fmla="*/ 5950226 w 6440557"/>
                  <a:gd name="connsiteY2" fmla="*/ 1696278 h 1749287"/>
                  <a:gd name="connsiteX3" fmla="*/ 596348 w 6440557"/>
                  <a:gd name="connsiteY3" fmla="*/ 1749287 h 1749287"/>
                  <a:gd name="connsiteX4" fmla="*/ 0 w 6440557"/>
                  <a:gd name="connsiteY4" fmla="*/ 212034 h 1749287"/>
                  <a:gd name="connsiteX0" fmla="*/ 0 w 6440557"/>
                  <a:gd name="connsiteY0" fmla="*/ 212034 h 1749287"/>
                  <a:gd name="connsiteX1" fmla="*/ 6440557 w 6440557"/>
                  <a:gd name="connsiteY1" fmla="*/ 0 h 1749287"/>
                  <a:gd name="connsiteX2" fmla="*/ 5950226 w 6440557"/>
                  <a:gd name="connsiteY2" fmla="*/ 1696278 h 1749287"/>
                  <a:gd name="connsiteX3" fmla="*/ 596348 w 6440557"/>
                  <a:gd name="connsiteY3" fmla="*/ 1749287 h 1749287"/>
                  <a:gd name="connsiteX4" fmla="*/ 0 w 6440557"/>
                  <a:gd name="connsiteY4" fmla="*/ 212034 h 1749287"/>
                  <a:gd name="connsiteX0" fmla="*/ 0 w 6440557"/>
                  <a:gd name="connsiteY0" fmla="*/ 212034 h 2073530"/>
                  <a:gd name="connsiteX1" fmla="*/ 6440557 w 6440557"/>
                  <a:gd name="connsiteY1" fmla="*/ 0 h 2073530"/>
                  <a:gd name="connsiteX2" fmla="*/ 5950226 w 6440557"/>
                  <a:gd name="connsiteY2" fmla="*/ 1696278 h 2073530"/>
                  <a:gd name="connsiteX3" fmla="*/ 596348 w 6440557"/>
                  <a:gd name="connsiteY3" fmla="*/ 1749287 h 2073530"/>
                  <a:gd name="connsiteX4" fmla="*/ 0 w 6440557"/>
                  <a:gd name="connsiteY4" fmla="*/ 212034 h 2073530"/>
                  <a:gd name="connsiteX0" fmla="*/ 0 w 6440557"/>
                  <a:gd name="connsiteY0" fmla="*/ 212034 h 2212237"/>
                  <a:gd name="connsiteX1" fmla="*/ 6440557 w 6440557"/>
                  <a:gd name="connsiteY1" fmla="*/ 0 h 2212237"/>
                  <a:gd name="connsiteX2" fmla="*/ 5950226 w 6440557"/>
                  <a:gd name="connsiteY2" fmla="*/ 1696278 h 2212237"/>
                  <a:gd name="connsiteX3" fmla="*/ 596348 w 6440557"/>
                  <a:gd name="connsiteY3" fmla="*/ 1749287 h 2212237"/>
                  <a:gd name="connsiteX4" fmla="*/ 0 w 6440557"/>
                  <a:gd name="connsiteY4" fmla="*/ 212034 h 2212237"/>
                  <a:gd name="connsiteX0" fmla="*/ 0 w 6440557"/>
                  <a:gd name="connsiteY0" fmla="*/ 212034 h 2212237"/>
                  <a:gd name="connsiteX1" fmla="*/ 6440557 w 6440557"/>
                  <a:gd name="connsiteY1" fmla="*/ 0 h 2212237"/>
                  <a:gd name="connsiteX2" fmla="*/ 5950226 w 6440557"/>
                  <a:gd name="connsiteY2" fmla="*/ 1696278 h 2212237"/>
                  <a:gd name="connsiteX3" fmla="*/ 596348 w 6440557"/>
                  <a:gd name="connsiteY3" fmla="*/ 1749287 h 2212237"/>
                  <a:gd name="connsiteX4" fmla="*/ 0 w 6440557"/>
                  <a:gd name="connsiteY4" fmla="*/ 212034 h 2212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40557" h="2212237">
                    <a:moveTo>
                      <a:pt x="0" y="212034"/>
                    </a:moveTo>
                    <a:cubicBezTo>
                      <a:pt x="2146852" y="141356"/>
                      <a:pt x="3836505" y="623128"/>
                      <a:pt x="6440557" y="0"/>
                    </a:cubicBezTo>
                    <a:cubicBezTo>
                      <a:pt x="6277113" y="565426"/>
                      <a:pt x="6179931" y="1528417"/>
                      <a:pt x="5950226" y="1696278"/>
                    </a:cubicBezTo>
                    <a:cubicBezTo>
                      <a:pt x="5212522" y="2230782"/>
                      <a:pt x="2195444" y="2500243"/>
                      <a:pt x="596348" y="1749287"/>
                    </a:cubicBezTo>
                    <a:cubicBezTo>
                      <a:pt x="397565" y="1621182"/>
                      <a:pt x="198783" y="724452"/>
                      <a:pt x="0" y="212034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">
                <a:extLst>
                  <a:ext uri="{FF2B5EF4-FFF2-40B4-BE49-F238E27FC236}">
                    <a16:creationId xmlns:a16="http://schemas.microsoft.com/office/drawing/2014/main" id="{477B56E2-9CC9-4DBD-9FCC-7AA185122A9D}"/>
                  </a:ext>
                </a:extLst>
              </p:cNvPr>
              <p:cNvSpPr/>
              <p:nvPr/>
            </p:nvSpPr>
            <p:spPr>
              <a:xfrm>
                <a:off x="2942765" y="2653034"/>
                <a:ext cx="1429210" cy="805205"/>
              </a:xfrm>
              <a:custGeom>
                <a:avLst/>
                <a:gdLst>
                  <a:gd name="connsiteX0" fmla="*/ 0 w 1630017"/>
                  <a:gd name="connsiteY0" fmla="*/ 0 h 689113"/>
                  <a:gd name="connsiteX1" fmla="*/ 1630017 w 1630017"/>
                  <a:gd name="connsiteY1" fmla="*/ 0 h 689113"/>
                  <a:gd name="connsiteX2" fmla="*/ 1630017 w 1630017"/>
                  <a:gd name="connsiteY2" fmla="*/ 689113 h 689113"/>
                  <a:gd name="connsiteX3" fmla="*/ 0 w 1630017"/>
                  <a:gd name="connsiteY3" fmla="*/ 689113 h 689113"/>
                  <a:gd name="connsiteX4" fmla="*/ 0 w 1630017"/>
                  <a:gd name="connsiteY4" fmla="*/ 0 h 689113"/>
                  <a:gd name="connsiteX0" fmla="*/ 266700 w 1896717"/>
                  <a:gd name="connsiteY0" fmla="*/ 0 h 689113"/>
                  <a:gd name="connsiteX1" fmla="*/ 1896717 w 1896717"/>
                  <a:gd name="connsiteY1" fmla="*/ 0 h 689113"/>
                  <a:gd name="connsiteX2" fmla="*/ 1896717 w 1896717"/>
                  <a:gd name="connsiteY2" fmla="*/ 689113 h 689113"/>
                  <a:gd name="connsiteX3" fmla="*/ 0 w 1896717"/>
                  <a:gd name="connsiteY3" fmla="*/ 131901 h 689113"/>
                  <a:gd name="connsiteX4" fmla="*/ 266700 w 1896717"/>
                  <a:gd name="connsiteY4" fmla="*/ 0 h 689113"/>
                  <a:gd name="connsiteX0" fmla="*/ 266700 w 1896717"/>
                  <a:gd name="connsiteY0" fmla="*/ 185738 h 874851"/>
                  <a:gd name="connsiteX1" fmla="*/ 1382367 w 1896717"/>
                  <a:gd name="connsiteY1" fmla="*/ 0 h 874851"/>
                  <a:gd name="connsiteX2" fmla="*/ 1896717 w 1896717"/>
                  <a:gd name="connsiteY2" fmla="*/ 874851 h 874851"/>
                  <a:gd name="connsiteX3" fmla="*/ 0 w 1896717"/>
                  <a:gd name="connsiteY3" fmla="*/ 317639 h 874851"/>
                  <a:gd name="connsiteX4" fmla="*/ 266700 w 1896717"/>
                  <a:gd name="connsiteY4" fmla="*/ 185738 h 874851"/>
                  <a:gd name="connsiteX0" fmla="*/ 0 w 1896717"/>
                  <a:gd name="connsiteY0" fmla="*/ 317639 h 874851"/>
                  <a:gd name="connsiteX1" fmla="*/ 1382367 w 1896717"/>
                  <a:gd name="connsiteY1" fmla="*/ 0 h 874851"/>
                  <a:gd name="connsiteX2" fmla="*/ 1896717 w 1896717"/>
                  <a:gd name="connsiteY2" fmla="*/ 874851 h 874851"/>
                  <a:gd name="connsiteX3" fmla="*/ 0 w 1896717"/>
                  <a:gd name="connsiteY3" fmla="*/ 317639 h 874851"/>
                  <a:gd name="connsiteX0" fmla="*/ 18294 w 1915011"/>
                  <a:gd name="connsiteY0" fmla="*/ 483042 h 1040254"/>
                  <a:gd name="connsiteX1" fmla="*/ 1400661 w 1915011"/>
                  <a:gd name="connsiteY1" fmla="*/ 165403 h 1040254"/>
                  <a:gd name="connsiteX2" fmla="*/ 1915011 w 1915011"/>
                  <a:gd name="connsiteY2" fmla="*/ 1040254 h 1040254"/>
                  <a:gd name="connsiteX3" fmla="*/ 18294 w 1915011"/>
                  <a:gd name="connsiteY3" fmla="*/ 483042 h 1040254"/>
                  <a:gd name="connsiteX0" fmla="*/ 14816 w 1911533"/>
                  <a:gd name="connsiteY0" fmla="*/ 594897 h 1152109"/>
                  <a:gd name="connsiteX1" fmla="*/ 1397183 w 1911533"/>
                  <a:gd name="connsiteY1" fmla="*/ 277258 h 1152109"/>
                  <a:gd name="connsiteX2" fmla="*/ 1911533 w 1911533"/>
                  <a:gd name="connsiteY2" fmla="*/ 1152109 h 1152109"/>
                  <a:gd name="connsiteX3" fmla="*/ 14816 w 1911533"/>
                  <a:gd name="connsiteY3" fmla="*/ 594897 h 1152109"/>
                  <a:gd name="connsiteX0" fmla="*/ 14723 w 1911440"/>
                  <a:gd name="connsiteY0" fmla="*/ 588100 h 1145312"/>
                  <a:gd name="connsiteX1" fmla="*/ 1406615 w 1911440"/>
                  <a:gd name="connsiteY1" fmla="*/ 284748 h 1145312"/>
                  <a:gd name="connsiteX2" fmla="*/ 1911440 w 1911440"/>
                  <a:gd name="connsiteY2" fmla="*/ 1145312 h 1145312"/>
                  <a:gd name="connsiteX3" fmla="*/ 14723 w 1911440"/>
                  <a:gd name="connsiteY3" fmla="*/ 588100 h 1145312"/>
                  <a:gd name="connsiteX0" fmla="*/ 14723 w 1406615"/>
                  <a:gd name="connsiteY0" fmla="*/ 588100 h 588100"/>
                  <a:gd name="connsiteX1" fmla="*/ 1406615 w 1406615"/>
                  <a:gd name="connsiteY1" fmla="*/ 284748 h 588100"/>
                  <a:gd name="connsiteX2" fmla="*/ 14723 w 1406615"/>
                  <a:gd name="connsiteY2" fmla="*/ 588100 h 588100"/>
                  <a:gd name="connsiteX0" fmla="*/ 14723 w 1406615"/>
                  <a:gd name="connsiteY0" fmla="*/ 588100 h 747348"/>
                  <a:gd name="connsiteX1" fmla="*/ 1406615 w 1406615"/>
                  <a:gd name="connsiteY1" fmla="*/ 284748 h 747348"/>
                  <a:gd name="connsiteX2" fmla="*/ 14723 w 1406615"/>
                  <a:gd name="connsiteY2" fmla="*/ 588100 h 747348"/>
                  <a:gd name="connsiteX0" fmla="*/ 14723 w 1406615"/>
                  <a:gd name="connsiteY0" fmla="*/ 588100 h 757445"/>
                  <a:gd name="connsiteX1" fmla="*/ 1406615 w 1406615"/>
                  <a:gd name="connsiteY1" fmla="*/ 284748 h 757445"/>
                  <a:gd name="connsiteX2" fmla="*/ 14723 w 1406615"/>
                  <a:gd name="connsiteY2" fmla="*/ 588100 h 757445"/>
                  <a:gd name="connsiteX0" fmla="*/ 14723 w 1406615"/>
                  <a:gd name="connsiteY0" fmla="*/ 588100 h 763521"/>
                  <a:gd name="connsiteX1" fmla="*/ 1406615 w 1406615"/>
                  <a:gd name="connsiteY1" fmla="*/ 284748 h 763521"/>
                  <a:gd name="connsiteX2" fmla="*/ 14723 w 1406615"/>
                  <a:gd name="connsiteY2" fmla="*/ 588100 h 763521"/>
                  <a:gd name="connsiteX0" fmla="*/ 27262 w 1419154"/>
                  <a:gd name="connsiteY0" fmla="*/ 582559 h 757980"/>
                  <a:gd name="connsiteX1" fmla="*/ 1419154 w 1419154"/>
                  <a:gd name="connsiteY1" fmla="*/ 279207 h 757980"/>
                  <a:gd name="connsiteX2" fmla="*/ 27262 w 1419154"/>
                  <a:gd name="connsiteY2" fmla="*/ 582559 h 757980"/>
                  <a:gd name="connsiteX0" fmla="*/ 27262 w 1419154"/>
                  <a:gd name="connsiteY0" fmla="*/ 582559 h 768132"/>
                  <a:gd name="connsiteX1" fmla="*/ 1419154 w 1419154"/>
                  <a:gd name="connsiteY1" fmla="*/ 279207 h 768132"/>
                  <a:gd name="connsiteX2" fmla="*/ 27262 w 1419154"/>
                  <a:gd name="connsiteY2" fmla="*/ 582559 h 768132"/>
                  <a:gd name="connsiteX0" fmla="*/ 37118 w 1429010"/>
                  <a:gd name="connsiteY0" fmla="*/ 582559 h 768132"/>
                  <a:gd name="connsiteX1" fmla="*/ 1429010 w 1429010"/>
                  <a:gd name="connsiteY1" fmla="*/ 279207 h 768132"/>
                  <a:gd name="connsiteX2" fmla="*/ 37118 w 1429010"/>
                  <a:gd name="connsiteY2" fmla="*/ 582559 h 768132"/>
                  <a:gd name="connsiteX0" fmla="*/ 37318 w 1429210"/>
                  <a:gd name="connsiteY0" fmla="*/ 619632 h 805205"/>
                  <a:gd name="connsiteX1" fmla="*/ 1429210 w 1429210"/>
                  <a:gd name="connsiteY1" fmla="*/ 316280 h 805205"/>
                  <a:gd name="connsiteX2" fmla="*/ 37318 w 1429210"/>
                  <a:gd name="connsiteY2" fmla="*/ 619632 h 805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9210" h="805205">
                    <a:moveTo>
                      <a:pt x="37318" y="619632"/>
                    </a:moveTo>
                    <a:cubicBezTo>
                      <a:pt x="-254368" y="-295873"/>
                      <a:pt x="1254171" y="-15989"/>
                      <a:pt x="1429210" y="316280"/>
                    </a:cubicBezTo>
                    <a:cubicBezTo>
                      <a:pt x="965246" y="417397"/>
                      <a:pt x="267921" y="1137639"/>
                      <a:pt x="37318" y="619632"/>
                    </a:cubicBezTo>
                    <a:close/>
                  </a:path>
                </a:pathLst>
              </a:custGeom>
              <a:solidFill>
                <a:srgbClr val="EFA1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3">
                <a:extLst>
                  <a:ext uri="{FF2B5EF4-FFF2-40B4-BE49-F238E27FC236}">
                    <a16:creationId xmlns:a16="http://schemas.microsoft.com/office/drawing/2014/main" id="{D4635D23-A29A-438F-A60C-DE412D08F753}"/>
                  </a:ext>
                </a:extLst>
              </p:cNvPr>
              <p:cNvSpPr/>
              <p:nvPr/>
            </p:nvSpPr>
            <p:spPr>
              <a:xfrm rot="21167799">
                <a:off x="3815285" y="2910252"/>
                <a:ext cx="1512606" cy="805205"/>
              </a:xfrm>
              <a:custGeom>
                <a:avLst/>
                <a:gdLst>
                  <a:gd name="connsiteX0" fmla="*/ 0 w 1630017"/>
                  <a:gd name="connsiteY0" fmla="*/ 0 h 689113"/>
                  <a:gd name="connsiteX1" fmla="*/ 1630017 w 1630017"/>
                  <a:gd name="connsiteY1" fmla="*/ 0 h 689113"/>
                  <a:gd name="connsiteX2" fmla="*/ 1630017 w 1630017"/>
                  <a:gd name="connsiteY2" fmla="*/ 689113 h 689113"/>
                  <a:gd name="connsiteX3" fmla="*/ 0 w 1630017"/>
                  <a:gd name="connsiteY3" fmla="*/ 689113 h 689113"/>
                  <a:gd name="connsiteX4" fmla="*/ 0 w 1630017"/>
                  <a:gd name="connsiteY4" fmla="*/ 0 h 689113"/>
                  <a:gd name="connsiteX0" fmla="*/ 266700 w 1896717"/>
                  <a:gd name="connsiteY0" fmla="*/ 0 h 689113"/>
                  <a:gd name="connsiteX1" fmla="*/ 1896717 w 1896717"/>
                  <a:gd name="connsiteY1" fmla="*/ 0 h 689113"/>
                  <a:gd name="connsiteX2" fmla="*/ 1896717 w 1896717"/>
                  <a:gd name="connsiteY2" fmla="*/ 689113 h 689113"/>
                  <a:gd name="connsiteX3" fmla="*/ 0 w 1896717"/>
                  <a:gd name="connsiteY3" fmla="*/ 131901 h 689113"/>
                  <a:gd name="connsiteX4" fmla="*/ 266700 w 1896717"/>
                  <a:gd name="connsiteY4" fmla="*/ 0 h 689113"/>
                  <a:gd name="connsiteX0" fmla="*/ 266700 w 1896717"/>
                  <a:gd name="connsiteY0" fmla="*/ 185738 h 874851"/>
                  <a:gd name="connsiteX1" fmla="*/ 1382367 w 1896717"/>
                  <a:gd name="connsiteY1" fmla="*/ 0 h 874851"/>
                  <a:gd name="connsiteX2" fmla="*/ 1896717 w 1896717"/>
                  <a:gd name="connsiteY2" fmla="*/ 874851 h 874851"/>
                  <a:gd name="connsiteX3" fmla="*/ 0 w 1896717"/>
                  <a:gd name="connsiteY3" fmla="*/ 317639 h 874851"/>
                  <a:gd name="connsiteX4" fmla="*/ 266700 w 1896717"/>
                  <a:gd name="connsiteY4" fmla="*/ 185738 h 874851"/>
                  <a:gd name="connsiteX0" fmla="*/ 0 w 1896717"/>
                  <a:gd name="connsiteY0" fmla="*/ 317639 h 874851"/>
                  <a:gd name="connsiteX1" fmla="*/ 1382367 w 1896717"/>
                  <a:gd name="connsiteY1" fmla="*/ 0 h 874851"/>
                  <a:gd name="connsiteX2" fmla="*/ 1896717 w 1896717"/>
                  <a:gd name="connsiteY2" fmla="*/ 874851 h 874851"/>
                  <a:gd name="connsiteX3" fmla="*/ 0 w 1896717"/>
                  <a:gd name="connsiteY3" fmla="*/ 317639 h 874851"/>
                  <a:gd name="connsiteX0" fmla="*/ 18294 w 1915011"/>
                  <a:gd name="connsiteY0" fmla="*/ 483042 h 1040254"/>
                  <a:gd name="connsiteX1" fmla="*/ 1400661 w 1915011"/>
                  <a:gd name="connsiteY1" fmla="*/ 165403 h 1040254"/>
                  <a:gd name="connsiteX2" fmla="*/ 1915011 w 1915011"/>
                  <a:gd name="connsiteY2" fmla="*/ 1040254 h 1040254"/>
                  <a:gd name="connsiteX3" fmla="*/ 18294 w 1915011"/>
                  <a:gd name="connsiteY3" fmla="*/ 483042 h 1040254"/>
                  <a:gd name="connsiteX0" fmla="*/ 14816 w 1911533"/>
                  <a:gd name="connsiteY0" fmla="*/ 594897 h 1152109"/>
                  <a:gd name="connsiteX1" fmla="*/ 1397183 w 1911533"/>
                  <a:gd name="connsiteY1" fmla="*/ 277258 h 1152109"/>
                  <a:gd name="connsiteX2" fmla="*/ 1911533 w 1911533"/>
                  <a:gd name="connsiteY2" fmla="*/ 1152109 h 1152109"/>
                  <a:gd name="connsiteX3" fmla="*/ 14816 w 1911533"/>
                  <a:gd name="connsiteY3" fmla="*/ 594897 h 1152109"/>
                  <a:gd name="connsiteX0" fmla="*/ 14723 w 1911440"/>
                  <a:gd name="connsiteY0" fmla="*/ 588100 h 1145312"/>
                  <a:gd name="connsiteX1" fmla="*/ 1406615 w 1911440"/>
                  <a:gd name="connsiteY1" fmla="*/ 284748 h 1145312"/>
                  <a:gd name="connsiteX2" fmla="*/ 1911440 w 1911440"/>
                  <a:gd name="connsiteY2" fmla="*/ 1145312 h 1145312"/>
                  <a:gd name="connsiteX3" fmla="*/ 14723 w 1911440"/>
                  <a:gd name="connsiteY3" fmla="*/ 588100 h 1145312"/>
                  <a:gd name="connsiteX0" fmla="*/ 14723 w 1406615"/>
                  <a:gd name="connsiteY0" fmla="*/ 588100 h 588100"/>
                  <a:gd name="connsiteX1" fmla="*/ 1406615 w 1406615"/>
                  <a:gd name="connsiteY1" fmla="*/ 284748 h 588100"/>
                  <a:gd name="connsiteX2" fmla="*/ 14723 w 1406615"/>
                  <a:gd name="connsiteY2" fmla="*/ 588100 h 588100"/>
                  <a:gd name="connsiteX0" fmla="*/ 14723 w 1406615"/>
                  <a:gd name="connsiteY0" fmla="*/ 588100 h 747348"/>
                  <a:gd name="connsiteX1" fmla="*/ 1406615 w 1406615"/>
                  <a:gd name="connsiteY1" fmla="*/ 284748 h 747348"/>
                  <a:gd name="connsiteX2" fmla="*/ 14723 w 1406615"/>
                  <a:gd name="connsiteY2" fmla="*/ 588100 h 747348"/>
                  <a:gd name="connsiteX0" fmla="*/ 14723 w 1406615"/>
                  <a:gd name="connsiteY0" fmla="*/ 588100 h 757445"/>
                  <a:gd name="connsiteX1" fmla="*/ 1406615 w 1406615"/>
                  <a:gd name="connsiteY1" fmla="*/ 284748 h 757445"/>
                  <a:gd name="connsiteX2" fmla="*/ 14723 w 1406615"/>
                  <a:gd name="connsiteY2" fmla="*/ 588100 h 757445"/>
                  <a:gd name="connsiteX0" fmla="*/ 14723 w 1406615"/>
                  <a:gd name="connsiteY0" fmla="*/ 588100 h 763521"/>
                  <a:gd name="connsiteX1" fmla="*/ 1406615 w 1406615"/>
                  <a:gd name="connsiteY1" fmla="*/ 284748 h 763521"/>
                  <a:gd name="connsiteX2" fmla="*/ 14723 w 1406615"/>
                  <a:gd name="connsiteY2" fmla="*/ 588100 h 763521"/>
                  <a:gd name="connsiteX0" fmla="*/ 27262 w 1419154"/>
                  <a:gd name="connsiteY0" fmla="*/ 582559 h 757980"/>
                  <a:gd name="connsiteX1" fmla="*/ 1419154 w 1419154"/>
                  <a:gd name="connsiteY1" fmla="*/ 279207 h 757980"/>
                  <a:gd name="connsiteX2" fmla="*/ 27262 w 1419154"/>
                  <a:gd name="connsiteY2" fmla="*/ 582559 h 757980"/>
                  <a:gd name="connsiteX0" fmla="*/ 27262 w 1419154"/>
                  <a:gd name="connsiteY0" fmla="*/ 582559 h 768132"/>
                  <a:gd name="connsiteX1" fmla="*/ 1419154 w 1419154"/>
                  <a:gd name="connsiteY1" fmla="*/ 279207 h 768132"/>
                  <a:gd name="connsiteX2" fmla="*/ 27262 w 1419154"/>
                  <a:gd name="connsiteY2" fmla="*/ 582559 h 768132"/>
                  <a:gd name="connsiteX0" fmla="*/ 37118 w 1429010"/>
                  <a:gd name="connsiteY0" fmla="*/ 582559 h 768132"/>
                  <a:gd name="connsiteX1" fmla="*/ 1429010 w 1429010"/>
                  <a:gd name="connsiteY1" fmla="*/ 279207 h 768132"/>
                  <a:gd name="connsiteX2" fmla="*/ 37118 w 1429010"/>
                  <a:gd name="connsiteY2" fmla="*/ 582559 h 768132"/>
                  <a:gd name="connsiteX0" fmla="*/ 37318 w 1429210"/>
                  <a:gd name="connsiteY0" fmla="*/ 619632 h 805205"/>
                  <a:gd name="connsiteX1" fmla="*/ 1429210 w 1429210"/>
                  <a:gd name="connsiteY1" fmla="*/ 316280 h 805205"/>
                  <a:gd name="connsiteX2" fmla="*/ 37318 w 1429210"/>
                  <a:gd name="connsiteY2" fmla="*/ 619632 h 805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9210" h="805205">
                    <a:moveTo>
                      <a:pt x="37318" y="619632"/>
                    </a:moveTo>
                    <a:cubicBezTo>
                      <a:pt x="-254368" y="-295873"/>
                      <a:pt x="1254171" y="-15989"/>
                      <a:pt x="1429210" y="316280"/>
                    </a:cubicBezTo>
                    <a:cubicBezTo>
                      <a:pt x="965246" y="417397"/>
                      <a:pt x="267921" y="1137639"/>
                      <a:pt x="37318" y="619632"/>
                    </a:cubicBezTo>
                    <a:close/>
                  </a:path>
                </a:pathLst>
              </a:custGeom>
              <a:solidFill>
                <a:srgbClr val="EFA1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3">
                <a:extLst>
                  <a:ext uri="{FF2B5EF4-FFF2-40B4-BE49-F238E27FC236}">
                    <a16:creationId xmlns:a16="http://schemas.microsoft.com/office/drawing/2014/main" id="{997564B6-7F52-4DE3-BB29-D39303420458}"/>
                  </a:ext>
                </a:extLst>
              </p:cNvPr>
              <p:cNvSpPr/>
              <p:nvPr/>
            </p:nvSpPr>
            <p:spPr>
              <a:xfrm rot="21167799">
                <a:off x="4899435" y="3007136"/>
                <a:ext cx="1512606" cy="805205"/>
              </a:xfrm>
              <a:custGeom>
                <a:avLst/>
                <a:gdLst>
                  <a:gd name="connsiteX0" fmla="*/ 0 w 1630017"/>
                  <a:gd name="connsiteY0" fmla="*/ 0 h 689113"/>
                  <a:gd name="connsiteX1" fmla="*/ 1630017 w 1630017"/>
                  <a:gd name="connsiteY1" fmla="*/ 0 h 689113"/>
                  <a:gd name="connsiteX2" fmla="*/ 1630017 w 1630017"/>
                  <a:gd name="connsiteY2" fmla="*/ 689113 h 689113"/>
                  <a:gd name="connsiteX3" fmla="*/ 0 w 1630017"/>
                  <a:gd name="connsiteY3" fmla="*/ 689113 h 689113"/>
                  <a:gd name="connsiteX4" fmla="*/ 0 w 1630017"/>
                  <a:gd name="connsiteY4" fmla="*/ 0 h 689113"/>
                  <a:gd name="connsiteX0" fmla="*/ 266700 w 1896717"/>
                  <a:gd name="connsiteY0" fmla="*/ 0 h 689113"/>
                  <a:gd name="connsiteX1" fmla="*/ 1896717 w 1896717"/>
                  <a:gd name="connsiteY1" fmla="*/ 0 h 689113"/>
                  <a:gd name="connsiteX2" fmla="*/ 1896717 w 1896717"/>
                  <a:gd name="connsiteY2" fmla="*/ 689113 h 689113"/>
                  <a:gd name="connsiteX3" fmla="*/ 0 w 1896717"/>
                  <a:gd name="connsiteY3" fmla="*/ 131901 h 689113"/>
                  <a:gd name="connsiteX4" fmla="*/ 266700 w 1896717"/>
                  <a:gd name="connsiteY4" fmla="*/ 0 h 689113"/>
                  <a:gd name="connsiteX0" fmla="*/ 266700 w 1896717"/>
                  <a:gd name="connsiteY0" fmla="*/ 185738 h 874851"/>
                  <a:gd name="connsiteX1" fmla="*/ 1382367 w 1896717"/>
                  <a:gd name="connsiteY1" fmla="*/ 0 h 874851"/>
                  <a:gd name="connsiteX2" fmla="*/ 1896717 w 1896717"/>
                  <a:gd name="connsiteY2" fmla="*/ 874851 h 874851"/>
                  <a:gd name="connsiteX3" fmla="*/ 0 w 1896717"/>
                  <a:gd name="connsiteY3" fmla="*/ 317639 h 874851"/>
                  <a:gd name="connsiteX4" fmla="*/ 266700 w 1896717"/>
                  <a:gd name="connsiteY4" fmla="*/ 185738 h 874851"/>
                  <a:gd name="connsiteX0" fmla="*/ 0 w 1896717"/>
                  <a:gd name="connsiteY0" fmla="*/ 317639 h 874851"/>
                  <a:gd name="connsiteX1" fmla="*/ 1382367 w 1896717"/>
                  <a:gd name="connsiteY1" fmla="*/ 0 h 874851"/>
                  <a:gd name="connsiteX2" fmla="*/ 1896717 w 1896717"/>
                  <a:gd name="connsiteY2" fmla="*/ 874851 h 874851"/>
                  <a:gd name="connsiteX3" fmla="*/ 0 w 1896717"/>
                  <a:gd name="connsiteY3" fmla="*/ 317639 h 874851"/>
                  <a:gd name="connsiteX0" fmla="*/ 18294 w 1915011"/>
                  <a:gd name="connsiteY0" fmla="*/ 483042 h 1040254"/>
                  <a:gd name="connsiteX1" fmla="*/ 1400661 w 1915011"/>
                  <a:gd name="connsiteY1" fmla="*/ 165403 h 1040254"/>
                  <a:gd name="connsiteX2" fmla="*/ 1915011 w 1915011"/>
                  <a:gd name="connsiteY2" fmla="*/ 1040254 h 1040254"/>
                  <a:gd name="connsiteX3" fmla="*/ 18294 w 1915011"/>
                  <a:gd name="connsiteY3" fmla="*/ 483042 h 1040254"/>
                  <a:gd name="connsiteX0" fmla="*/ 14816 w 1911533"/>
                  <a:gd name="connsiteY0" fmla="*/ 594897 h 1152109"/>
                  <a:gd name="connsiteX1" fmla="*/ 1397183 w 1911533"/>
                  <a:gd name="connsiteY1" fmla="*/ 277258 h 1152109"/>
                  <a:gd name="connsiteX2" fmla="*/ 1911533 w 1911533"/>
                  <a:gd name="connsiteY2" fmla="*/ 1152109 h 1152109"/>
                  <a:gd name="connsiteX3" fmla="*/ 14816 w 1911533"/>
                  <a:gd name="connsiteY3" fmla="*/ 594897 h 1152109"/>
                  <a:gd name="connsiteX0" fmla="*/ 14723 w 1911440"/>
                  <a:gd name="connsiteY0" fmla="*/ 588100 h 1145312"/>
                  <a:gd name="connsiteX1" fmla="*/ 1406615 w 1911440"/>
                  <a:gd name="connsiteY1" fmla="*/ 284748 h 1145312"/>
                  <a:gd name="connsiteX2" fmla="*/ 1911440 w 1911440"/>
                  <a:gd name="connsiteY2" fmla="*/ 1145312 h 1145312"/>
                  <a:gd name="connsiteX3" fmla="*/ 14723 w 1911440"/>
                  <a:gd name="connsiteY3" fmla="*/ 588100 h 1145312"/>
                  <a:gd name="connsiteX0" fmla="*/ 14723 w 1406615"/>
                  <a:gd name="connsiteY0" fmla="*/ 588100 h 588100"/>
                  <a:gd name="connsiteX1" fmla="*/ 1406615 w 1406615"/>
                  <a:gd name="connsiteY1" fmla="*/ 284748 h 588100"/>
                  <a:gd name="connsiteX2" fmla="*/ 14723 w 1406615"/>
                  <a:gd name="connsiteY2" fmla="*/ 588100 h 588100"/>
                  <a:gd name="connsiteX0" fmla="*/ 14723 w 1406615"/>
                  <a:gd name="connsiteY0" fmla="*/ 588100 h 747348"/>
                  <a:gd name="connsiteX1" fmla="*/ 1406615 w 1406615"/>
                  <a:gd name="connsiteY1" fmla="*/ 284748 h 747348"/>
                  <a:gd name="connsiteX2" fmla="*/ 14723 w 1406615"/>
                  <a:gd name="connsiteY2" fmla="*/ 588100 h 747348"/>
                  <a:gd name="connsiteX0" fmla="*/ 14723 w 1406615"/>
                  <a:gd name="connsiteY0" fmla="*/ 588100 h 757445"/>
                  <a:gd name="connsiteX1" fmla="*/ 1406615 w 1406615"/>
                  <a:gd name="connsiteY1" fmla="*/ 284748 h 757445"/>
                  <a:gd name="connsiteX2" fmla="*/ 14723 w 1406615"/>
                  <a:gd name="connsiteY2" fmla="*/ 588100 h 757445"/>
                  <a:gd name="connsiteX0" fmla="*/ 14723 w 1406615"/>
                  <a:gd name="connsiteY0" fmla="*/ 588100 h 763521"/>
                  <a:gd name="connsiteX1" fmla="*/ 1406615 w 1406615"/>
                  <a:gd name="connsiteY1" fmla="*/ 284748 h 763521"/>
                  <a:gd name="connsiteX2" fmla="*/ 14723 w 1406615"/>
                  <a:gd name="connsiteY2" fmla="*/ 588100 h 763521"/>
                  <a:gd name="connsiteX0" fmla="*/ 27262 w 1419154"/>
                  <a:gd name="connsiteY0" fmla="*/ 582559 h 757980"/>
                  <a:gd name="connsiteX1" fmla="*/ 1419154 w 1419154"/>
                  <a:gd name="connsiteY1" fmla="*/ 279207 h 757980"/>
                  <a:gd name="connsiteX2" fmla="*/ 27262 w 1419154"/>
                  <a:gd name="connsiteY2" fmla="*/ 582559 h 757980"/>
                  <a:gd name="connsiteX0" fmla="*/ 27262 w 1419154"/>
                  <a:gd name="connsiteY0" fmla="*/ 582559 h 768132"/>
                  <a:gd name="connsiteX1" fmla="*/ 1419154 w 1419154"/>
                  <a:gd name="connsiteY1" fmla="*/ 279207 h 768132"/>
                  <a:gd name="connsiteX2" fmla="*/ 27262 w 1419154"/>
                  <a:gd name="connsiteY2" fmla="*/ 582559 h 768132"/>
                  <a:gd name="connsiteX0" fmla="*/ 37118 w 1429010"/>
                  <a:gd name="connsiteY0" fmla="*/ 582559 h 768132"/>
                  <a:gd name="connsiteX1" fmla="*/ 1429010 w 1429010"/>
                  <a:gd name="connsiteY1" fmla="*/ 279207 h 768132"/>
                  <a:gd name="connsiteX2" fmla="*/ 37118 w 1429010"/>
                  <a:gd name="connsiteY2" fmla="*/ 582559 h 768132"/>
                  <a:gd name="connsiteX0" fmla="*/ 37318 w 1429210"/>
                  <a:gd name="connsiteY0" fmla="*/ 619632 h 805205"/>
                  <a:gd name="connsiteX1" fmla="*/ 1429210 w 1429210"/>
                  <a:gd name="connsiteY1" fmla="*/ 316280 h 805205"/>
                  <a:gd name="connsiteX2" fmla="*/ 37318 w 1429210"/>
                  <a:gd name="connsiteY2" fmla="*/ 619632 h 805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9210" h="805205">
                    <a:moveTo>
                      <a:pt x="37318" y="619632"/>
                    </a:moveTo>
                    <a:cubicBezTo>
                      <a:pt x="-254368" y="-295873"/>
                      <a:pt x="1254171" y="-15989"/>
                      <a:pt x="1429210" y="316280"/>
                    </a:cubicBezTo>
                    <a:cubicBezTo>
                      <a:pt x="965246" y="417397"/>
                      <a:pt x="267921" y="1137639"/>
                      <a:pt x="37318" y="619632"/>
                    </a:cubicBezTo>
                    <a:close/>
                  </a:path>
                </a:pathLst>
              </a:custGeom>
              <a:solidFill>
                <a:srgbClr val="EFA1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3">
                <a:extLst>
                  <a:ext uri="{FF2B5EF4-FFF2-40B4-BE49-F238E27FC236}">
                    <a16:creationId xmlns:a16="http://schemas.microsoft.com/office/drawing/2014/main" id="{53017FC4-6EB6-4E4A-9528-1C174B77EFF3}"/>
                  </a:ext>
                </a:extLst>
              </p:cNvPr>
              <p:cNvSpPr/>
              <p:nvPr/>
            </p:nvSpPr>
            <p:spPr>
              <a:xfrm rot="21167799">
                <a:off x="5931882" y="3026397"/>
                <a:ext cx="1512606" cy="805205"/>
              </a:xfrm>
              <a:custGeom>
                <a:avLst/>
                <a:gdLst>
                  <a:gd name="connsiteX0" fmla="*/ 0 w 1630017"/>
                  <a:gd name="connsiteY0" fmla="*/ 0 h 689113"/>
                  <a:gd name="connsiteX1" fmla="*/ 1630017 w 1630017"/>
                  <a:gd name="connsiteY1" fmla="*/ 0 h 689113"/>
                  <a:gd name="connsiteX2" fmla="*/ 1630017 w 1630017"/>
                  <a:gd name="connsiteY2" fmla="*/ 689113 h 689113"/>
                  <a:gd name="connsiteX3" fmla="*/ 0 w 1630017"/>
                  <a:gd name="connsiteY3" fmla="*/ 689113 h 689113"/>
                  <a:gd name="connsiteX4" fmla="*/ 0 w 1630017"/>
                  <a:gd name="connsiteY4" fmla="*/ 0 h 689113"/>
                  <a:gd name="connsiteX0" fmla="*/ 266700 w 1896717"/>
                  <a:gd name="connsiteY0" fmla="*/ 0 h 689113"/>
                  <a:gd name="connsiteX1" fmla="*/ 1896717 w 1896717"/>
                  <a:gd name="connsiteY1" fmla="*/ 0 h 689113"/>
                  <a:gd name="connsiteX2" fmla="*/ 1896717 w 1896717"/>
                  <a:gd name="connsiteY2" fmla="*/ 689113 h 689113"/>
                  <a:gd name="connsiteX3" fmla="*/ 0 w 1896717"/>
                  <a:gd name="connsiteY3" fmla="*/ 131901 h 689113"/>
                  <a:gd name="connsiteX4" fmla="*/ 266700 w 1896717"/>
                  <a:gd name="connsiteY4" fmla="*/ 0 h 689113"/>
                  <a:gd name="connsiteX0" fmla="*/ 266700 w 1896717"/>
                  <a:gd name="connsiteY0" fmla="*/ 185738 h 874851"/>
                  <a:gd name="connsiteX1" fmla="*/ 1382367 w 1896717"/>
                  <a:gd name="connsiteY1" fmla="*/ 0 h 874851"/>
                  <a:gd name="connsiteX2" fmla="*/ 1896717 w 1896717"/>
                  <a:gd name="connsiteY2" fmla="*/ 874851 h 874851"/>
                  <a:gd name="connsiteX3" fmla="*/ 0 w 1896717"/>
                  <a:gd name="connsiteY3" fmla="*/ 317639 h 874851"/>
                  <a:gd name="connsiteX4" fmla="*/ 266700 w 1896717"/>
                  <a:gd name="connsiteY4" fmla="*/ 185738 h 874851"/>
                  <a:gd name="connsiteX0" fmla="*/ 0 w 1896717"/>
                  <a:gd name="connsiteY0" fmla="*/ 317639 h 874851"/>
                  <a:gd name="connsiteX1" fmla="*/ 1382367 w 1896717"/>
                  <a:gd name="connsiteY1" fmla="*/ 0 h 874851"/>
                  <a:gd name="connsiteX2" fmla="*/ 1896717 w 1896717"/>
                  <a:gd name="connsiteY2" fmla="*/ 874851 h 874851"/>
                  <a:gd name="connsiteX3" fmla="*/ 0 w 1896717"/>
                  <a:gd name="connsiteY3" fmla="*/ 317639 h 874851"/>
                  <a:gd name="connsiteX0" fmla="*/ 18294 w 1915011"/>
                  <a:gd name="connsiteY0" fmla="*/ 483042 h 1040254"/>
                  <a:gd name="connsiteX1" fmla="*/ 1400661 w 1915011"/>
                  <a:gd name="connsiteY1" fmla="*/ 165403 h 1040254"/>
                  <a:gd name="connsiteX2" fmla="*/ 1915011 w 1915011"/>
                  <a:gd name="connsiteY2" fmla="*/ 1040254 h 1040254"/>
                  <a:gd name="connsiteX3" fmla="*/ 18294 w 1915011"/>
                  <a:gd name="connsiteY3" fmla="*/ 483042 h 1040254"/>
                  <a:gd name="connsiteX0" fmla="*/ 14816 w 1911533"/>
                  <a:gd name="connsiteY0" fmla="*/ 594897 h 1152109"/>
                  <a:gd name="connsiteX1" fmla="*/ 1397183 w 1911533"/>
                  <a:gd name="connsiteY1" fmla="*/ 277258 h 1152109"/>
                  <a:gd name="connsiteX2" fmla="*/ 1911533 w 1911533"/>
                  <a:gd name="connsiteY2" fmla="*/ 1152109 h 1152109"/>
                  <a:gd name="connsiteX3" fmla="*/ 14816 w 1911533"/>
                  <a:gd name="connsiteY3" fmla="*/ 594897 h 1152109"/>
                  <a:gd name="connsiteX0" fmla="*/ 14723 w 1911440"/>
                  <a:gd name="connsiteY0" fmla="*/ 588100 h 1145312"/>
                  <a:gd name="connsiteX1" fmla="*/ 1406615 w 1911440"/>
                  <a:gd name="connsiteY1" fmla="*/ 284748 h 1145312"/>
                  <a:gd name="connsiteX2" fmla="*/ 1911440 w 1911440"/>
                  <a:gd name="connsiteY2" fmla="*/ 1145312 h 1145312"/>
                  <a:gd name="connsiteX3" fmla="*/ 14723 w 1911440"/>
                  <a:gd name="connsiteY3" fmla="*/ 588100 h 1145312"/>
                  <a:gd name="connsiteX0" fmla="*/ 14723 w 1406615"/>
                  <a:gd name="connsiteY0" fmla="*/ 588100 h 588100"/>
                  <a:gd name="connsiteX1" fmla="*/ 1406615 w 1406615"/>
                  <a:gd name="connsiteY1" fmla="*/ 284748 h 588100"/>
                  <a:gd name="connsiteX2" fmla="*/ 14723 w 1406615"/>
                  <a:gd name="connsiteY2" fmla="*/ 588100 h 588100"/>
                  <a:gd name="connsiteX0" fmla="*/ 14723 w 1406615"/>
                  <a:gd name="connsiteY0" fmla="*/ 588100 h 747348"/>
                  <a:gd name="connsiteX1" fmla="*/ 1406615 w 1406615"/>
                  <a:gd name="connsiteY1" fmla="*/ 284748 h 747348"/>
                  <a:gd name="connsiteX2" fmla="*/ 14723 w 1406615"/>
                  <a:gd name="connsiteY2" fmla="*/ 588100 h 747348"/>
                  <a:gd name="connsiteX0" fmla="*/ 14723 w 1406615"/>
                  <a:gd name="connsiteY0" fmla="*/ 588100 h 757445"/>
                  <a:gd name="connsiteX1" fmla="*/ 1406615 w 1406615"/>
                  <a:gd name="connsiteY1" fmla="*/ 284748 h 757445"/>
                  <a:gd name="connsiteX2" fmla="*/ 14723 w 1406615"/>
                  <a:gd name="connsiteY2" fmla="*/ 588100 h 757445"/>
                  <a:gd name="connsiteX0" fmla="*/ 14723 w 1406615"/>
                  <a:gd name="connsiteY0" fmla="*/ 588100 h 763521"/>
                  <a:gd name="connsiteX1" fmla="*/ 1406615 w 1406615"/>
                  <a:gd name="connsiteY1" fmla="*/ 284748 h 763521"/>
                  <a:gd name="connsiteX2" fmla="*/ 14723 w 1406615"/>
                  <a:gd name="connsiteY2" fmla="*/ 588100 h 763521"/>
                  <a:gd name="connsiteX0" fmla="*/ 27262 w 1419154"/>
                  <a:gd name="connsiteY0" fmla="*/ 582559 h 757980"/>
                  <a:gd name="connsiteX1" fmla="*/ 1419154 w 1419154"/>
                  <a:gd name="connsiteY1" fmla="*/ 279207 h 757980"/>
                  <a:gd name="connsiteX2" fmla="*/ 27262 w 1419154"/>
                  <a:gd name="connsiteY2" fmla="*/ 582559 h 757980"/>
                  <a:gd name="connsiteX0" fmla="*/ 27262 w 1419154"/>
                  <a:gd name="connsiteY0" fmla="*/ 582559 h 768132"/>
                  <a:gd name="connsiteX1" fmla="*/ 1419154 w 1419154"/>
                  <a:gd name="connsiteY1" fmla="*/ 279207 h 768132"/>
                  <a:gd name="connsiteX2" fmla="*/ 27262 w 1419154"/>
                  <a:gd name="connsiteY2" fmla="*/ 582559 h 768132"/>
                  <a:gd name="connsiteX0" fmla="*/ 37118 w 1429010"/>
                  <a:gd name="connsiteY0" fmla="*/ 582559 h 768132"/>
                  <a:gd name="connsiteX1" fmla="*/ 1429010 w 1429010"/>
                  <a:gd name="connsiteY1" fmla="*/ 279207 h 768132"/>
                  <a:gd name="connsiteX2" fmla="*/ 37118 w 1429010"/>
                  <a:gd name="connsiteY2" fmla="*/ 582559 h 768132"/>
                  <a:gd name="connsiteX0" fmla="*/ 37318 w 1429210"/>
                  <a:gd name="connsiteY0" fmla="*/ 619632 h 805205"/>
                  <a:gd name="connsiteX1" fmla="*/ 1429210 w 1429210"/>
                  <a:gd name="connsiteY1" fmla="*/ 316280 h 805205"/>
                  <a:gd name="connsiteX2" fmla="*/ 37318 w 1429210"/>
                  <a:gd name="connsiteY2" fmla="*/ 619632 h 805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9210" h="805205">
                    <a:moveTo>
                      <a:pt x="37318" y="619632"/>
                    </a:moveTo>
                    <a:cubicBezTo>
                      <a:pt x="-254368" y="-295873"/>
                      <a:pt x="1254171" y="-15989"/>
                      <a:pt x="1429210" y="316280"/>
                    </a:cubicBezTo>
                    <a:cubicBezTo>
                      <a:pt x="965246" y="417397"/>
                      <a:pt x="267921" y="1137639"/>
                      <a:pt x="37318" y="619632"/>
                    </a:cubicBezTo>
                    <a:close/>
                  </a:path>
                </a:pathLst>
              </a:custGeom>
              <a:solidFill>
                <a:srgbClr val="EFA1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3">
                <a:extLst>
                  <a:ext uri="{FF2B5EF4-FFF2-40B4-BE49-F238E27FC236}">
                    <a16:creationId xmlns:a16="http://schemas.microsoft.com/office/drawing/2014/main" id="{54EC3C6F-2FFF-402A-AB04-C1CE8C1B8116}"/>
                  </a:ext>
                </a:extLst>
              </p:cNvPr>
              <p:cNvSpPr/>
              <p:nvPr/>
            </p:nvSpPr>
            <p:spPr>
              <a:xfrm rot="20250853">
                <a:off x="7016032" y="2946046"/>
                <a:ext cx="1512606" cy="747571"/>
              </a:xfrm>
              <a:custGeom>
                <a:avLst/>
                <a:gdLst>
                  <a:gd name="connsiteX0" fmla="*/ 0 w 1630017"/>
                  <a:gd name="connsiteY0" fmla="*/ 0 h 689113"/>
                  <a:gd name="connsiteX1" fmla="*/ 1630017 w 1630017"/>
                  <a:gd name="connsiteY1" fmla="*/ 0 h 689113"/>
                  <a:gd name="connsiteX2" fmla="*/ 1630017 w 1630017"/>
                  <a:gd name="connsiteY2" fmla="*/ 689113 h 689113"/>
                  <a:gd name="connsiteX3" fmla="*/ 0 w 1630017"/>
                  <a:gd name="connsiteY3" fmla="*/ 689113 h 689113"/>
                  <a:gd name="connsiteX4" fmla="*/ 0 w 1630017"/>
                  <a:gd name="connsiteY4" fmla="*/ 0 h 689113"/>
                  <a:gd name="connsiteX0" fmla="*/ 266700 w 1896717"/>
                  <a:gd name="connsiteY0" fmla="*/ 0 h 689113"/>
                  <a:gd name="connsiteX1" fmla="*/ 1896717 w 1896717"/>
                  <a:gd name="connsiteY1" fmla="*/ 0 h 689113"/>
                  <a:gd name="connsiteX2" fmla="*/ 1896717 w 1896717"/>
                  <a:gd name="connsiteY2" fmla="*/ 689113 h 689113"/>
                  <a:gd name="connsiteX3" fmla="*/ 0 w 1896717"/>
                  <a:gd name="connsiteY3" fmla="*/ 131901 h 689113"/>
                  <a:gd name="connsiteX4" fmla="*/ 266700 w 1896717"/>
                  <a:gd name="connsiteY4" fmla="*/ 0 h 689113"/>
                  <a:gd name="connsiteX0" fmla="*/ 266700 w 1896717"/>
                  <a:gd name="connsiteY0" fmla="*/ 185738 h 874851"/>
                  <a:gd name="connsiteX1" fmla="*/ 1382367 w 1896717"/>
                  <a:gd name="connsiteY1" fmla="*/ 0 h 874851"/>
                  <a:gd name="connsiteX2" fmla="*/ 1896717 w 1896717"/>
                  <a:gd name="connsiteY2" fmla="*/ 874851 h 874851"/>
                  <a:gd name="connsiteX3" fmla="*/ 0 w 1896717"/>
                  <a:gd name="connsiteY3" fmla="*/ 317639 h 874851"/>
                  <a:gd name="connsiteX4" fmla="*/ 266700 w 1896717"/>
                  <a:gd name="connsiteY4" fmla="*/ 185738 h 874851"/>
                  <a:gd name="connsiteX0" fmla="*/ 0 w 1896717"/>
                  <a:gd name="connsiteY0" fmla="*/ 317639 h 874851"/>
                  <a:gd name="connsiteX1" fmla="*/ 1382367 w 1896717"/>
                  <a:gd name="connsiteY1" fmla="*/ 0 h 874851"/>
                  <a:gd name="connsiteX2" fmla="*/ 1896717 w 1896717"/>
                  <a:gd name="connsiteY2" fmla="*/ 874851 h 874851"/>
                  <a:gd name="connsiteX3" fmla="*/ 0 w 1896717"/>
                  <a:gd name="connsiteY3" fmla="*/ 317639 h 874851"/>
                  <a:gd name="connsiteX0" fmla="*/ 18294 w 1915011"/>
                  <a:gd name="connsiteY0" fmla="*/ 483042 h 1040254"/>
                  <a:gd name="connsiteX1" fmla="*/ 1400661 w 1915011"/>
                  <a:gd name="connsiteY1" fmla="*/ 165403 h 1040254"/>
                  <a:gd name="connsiteX2" fmla="*/ 1915011 w 1915011"/>
                  <a:gd name="connsiteY2" fmla="*/ 1040254 h 1040254"/>
                  <a:gd name="connsiteX3" fmla="*/ 18294 w 1915011"/>
                  <a:gd name="connsiteY3" fmla="*/ 483042 h 1040254"/>
                  <a:gd name="connsiteX0" fmla="*/ 14816 w 1911533"/>
                  <a:gd name="connsiteY0" fmla="*/ 594897 h 1152109"/>
                  <a:gd name="connsiteX1" fmla="*/ 1397183 w 1911533"/>
                  <a:gd name="connsiteY1" fmla="*/ 277258 h 1152109"/>
                  <a:gd name="connsiteX2" fmla="*/ 1911533 w 1911533"/>
                  <a:gd name="connsiteY2" fmla="*/ 1152109 h 1152109"/>
                  <a:gd name="connsiteX3" fmla="*/ 14816 w 1911533"/>
                  <a:gd name="connsiteY3" fmla="*/ 594897 h 1152109"/>
                  <a:gd name="connsiteX0" fmla="*/ 14723 w 1911440"/>
                  <a:gd name="connsiteY0" fmla="*/ 588100 h 1145312"/>
                  <a:gd name="connsiteX1" fmla="*/ 1406615 w 1911440"/>
                  <a:gd name="connsiteY1" fmla="*/ 284748 h 1145312"/>
                  <a:gd name="connsiteX2" fmla="*/ 1911440 w 1911440"/>
                  <a:gd name="connsiteY2" fmla="*/ 1145312 h 1145312"/>
                  <a:gd name="connsiteX3" fmla="*/ 14723 w 1911440"/>
                  <a:gd name="connsiteY3" fmla="*/ 588100 h 1145312"/>
                  <a:gd name="connsiteX0" fmla="*/ 14723 w 1406615"/>
                  <a:gd name="connsiteY0" fmla="*/ 588100 h 588100"/>
                  <a:gd name="connsiteX1" fmla="*/ 1406615 w 1406615"/>
                  <a:gd name="connsiteY1" fmla="*/ 284748 h 588100"/>
                  <a:gd name="connsiteX2" fmla="*/ 14723 w 1406615"/>
                  <a:gd name="connsiteY2" fmla="*/ 588100 h 588100"/>
                  <a:gd name="connsiteX0" fmla="*/ 14723 w 1406615"/>
                  <a:gd name="connsiteY0" fmla="*/ 588100 h 747348"/>
                  <a:gd name="connsiteX1" fmla="*/ 1406615 w 1406615"/>
                  <a:gd name="connsiteY1" fmla="*/ 284748 h 747348"/>
                  <a:gd name="connsiteX2" fmla="*/ 14723 w 1406615"/>
                  <a:gd name="connsiteY2" fmla="*/ 588100 h 747348"/>
                  <a:gd name="connsiteX0" fmla="*/ 14723 w 1406615"/>
                  <a:gd name="connsiteY0" fmla="*/ 588100 h 757445"/>
                  <a:gd name="connsiteX1" fmla="*/ 1406615 w 1406615"/>
                  <a:gd name="connsiteY1" fmla="*/ 284748 h 757445"/>
                  <a:gd name="connsiteX2" fmla="*/ 14723 w 1406615"/>
                  <a:gd name="connsiteY2" fmla="*/ 588100 h 757445"/>
                  <a:gd name="connsiteX0" fmla="*/ 14723 w 1406615"/>
                  <a:gd name="connsiteY0" fmla="*/ 588100 h 763521"/>
                  <a:gd name="connsiteX1" fmla="*/ 1406615 w 1406615"/>
                  <a:gd name="connsiteY1" fmla="*/ 284748 h 763521"/>
                  <a:gd name="connsiteX2" fmla="*/ 14723 w 1406615"/>
                  <a:gd name="connsiteY2" fmla="*/ 588100 h 763521"/>
                  <a:gd name="connsiteX0" fmla="*/ 27262 w 1419154"/>
                  <a:gd name="connsiteY0" fmla="*/ 582559 h 757980"/>
                  <a:gd name="connsiteX1" fmla="*/ 1419154 w 1419154"/>
                  <a:gd name="connsiteY1" fmla="*/ 279207 h 757980"/>
                  <a:gd name="connsiteX2" fmla="*/ 27262 w 1419154"/>
                  <a:gd name="connsiteY2" fmla="*/ 582559 h 757980"/>
                  <a:gd name="connsiteX0" fmla="*/ 27262 w 1419154"/>
                  <a:gd name="connsiteY0" fmla="*/ 582559 h 768132"/>
                  <a:gd name="connsiteX1" fmla="*/ 1419154 w 1419154"/>
                  <a:gd name="connsiteY1" fmla="*/ 279207 h 768132"/>
                  <a:gd name="connsiteX2" fmla="*/ 27262 w 1419154"/>
                  <a:gd name="connsiteY2" fmla="*/ 582559 h 768132"/>
                  <a:gd name="connsiteX0" fmla="*/ 37118 w 1429010"/>
                  <a:gd name="connsiteY0" fmla="*/ 582559 h 768132"/>
                  <a:gd name="connsiteX1" fmla="*/ 1429010 w 1429010"/>
                  <a:gd name="connsiteY1" fmla="*/ 279207 h 768132"/>
                  <a:gd name="connsiteX2" fmla="*/ 37118 w 1429010"/>
                  <a:gd name="connsiteY2" fmla="*/ 582559 h 768132"/>
                  <a:gd name="connsiteX0" fmla="*/ 37318 w 1429210"/>
                  <a:gd name="connsiteY0" fmla="*/ 619632 h 805205"/>
                  <a:gd name="connsiteX1" fmla="*/ 1429210 w 1429210"/>
                  <a:gd name="connsiteY1" fmla="*/ 316280 h 805205"/>
                  <a:gd name="connsiteX2" fmla="*/ 37318 w 1429210"/>
                  <a:gd name="connsiteY2" fmla="*/ 619632 h 805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9210" h="805205">
                    <a:moveTo>
                      <a:pt x="37318" y="619632"/>
                    </a:moveTo>
                    <a:cubicBezTo>
                      <a:pt x="-254368" y="-295873"/>
                      <a:pt x="1254171" y="-15989"/>
                      <a:pt x="1429210" y="316280"/>
                    </a:cubicBezTo>
                    <a:cubicBezTo>
                      <a:pt x="965246" y="417397"/>
                      <a:pt x="267921" y="1137639"/>
                      <a:pt x="37318" y="619632"/>
                    </a:cubicBezTo>
                    <a:close/>
                  </a:path>
                </a:pathLst>
              </a:custGeom>
              <a:solidFill>
                <a:srgbClr val="EFA1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3">
                <a:extLst>
                  <a:ext uri="{FF2B5EF4-FFF2-40B4-BE49-F238E27FC236}">
                    <a16:creationId xmlns:a16="http://schemas.microsoft.com/office/drawing/2014/main" id="{910B2BD7-EA9B-4B35-876E-00A0EFE2CFBB}"/>
                  </a:ext>
                </a:extLst>
              </p:cNvPr>
              <p:cNvSpPr/>
              <p:nvPr/>
            </p:nvSpPr>
            <p:spPr>
              <a:xfrm rot="9854567">
                <a:off x="8542659" y="2618362"/>
                <a:ext cx="1371023" cy="749011"/>
              </a:xfrm>
              <a:custGeom>
                <a:avLst/>
                <a:gdLst>
                  <a:gd name="connsiteX0" fmla="*/ 0 w 1630017"/>
                  <a:gd name="connsiteY0" fmla="*/ 0 h 689113"/>
                  <a:gd name="connsiteX1" fmla="*/ 1630017 w 1630017"/>
                  <a:gd name="connsiteY1" fmla="*/ 0 h 689113"/>
                  <a:gd name="connsiteX2" fmla="*/ 1630017 w 1630017"/>
                  <a:gd name="connsiteY2" fmla="*/ 689113 h 689113"/>
                  <a:gd name="connsiteX3" fmla="*/ 0 w 1630017"/>
                  <a:gd name="connsiteY3" fmla="*/ 689113 h 689113"/>
                  <a:gd name="connsiteX4" fmla="*/ 0 w 1630017"/>
                  <a:gd name="connsiteY4" fmla="*/ 0 h 689113"/>
                  <a:gd name="connsiteX0" fmla="*/ 266700 w 1896717"/>
                  <a:gd name="connsiteY0" fmla="*/ 0 h 689113"/>
                  <a:gd name="connsiteX1" fmla="*/ 1896717 w 1896717"/>
                  <a:gd name="connsiteY1" fmla="*/ 0 h 689113"/>
                  <a:gd name="connsiteX2" fmla="*/ 1896717 w 1896717"/>
                  <a:gd name="connsiteY2" fmla="*/ 689113 h 689113"/>
                  <a:gd name="connsiteX3" fmla="*/ 0 w 1896717"/>
                  <a:gd name="connsiteY3" fmla="*/ 131901 h 689113"/>
                  <a:gd name="connsiteX4" fmla="*/ 266700 w 1896717"/>
                  <a:gd name="connsiteY4" fmla="*/ 0 h 689113"/>
                  <a:gd name="connsiteX0" fmla="*/ 266700 w 1896717"/>
                  <a:gd name="connsiteY0" fmla="*/ 185738 h 874851"/>
                  <a:gd name="connsiteX1" fmla="*/ 1382367 w 1896717"/>
                  <a:gd name="connsiteY1" fmla="*/ 0 h 874851"/>
                  <a:gd name="connsiteX2" fmla="*/ 1896717 w 1896717"/>
                  <a:gd name="connsiteY2" fmla="*/ 874851 h 874851"/>
                  <a:gd name="connsiteX3" fmla="*/ 0 w 1896717"/>
                  <a:gd name="connsiteY3" fmla="*/ 317639 h 874851"/>
                  <a:gd name="connsiteX4" fmla="*/ 266700 w 1896717"/>
                  <a:gd name="connsiteY4" fmla="*/ 185738 h 874851"/>
                  <a:gd name="connsiteX0" fmla="*/ 0 w 1896717"/>
                  <a:gd name="connsiteY0" fmla="*/ 317639 h 874851"/>
                  <a:gd name="connsiteX1" fmla="*/ 1382367 w 1896717"/>
                  <a:gd name="connsiteY1" fmla="*/ 0 h 874851"/>
                  <a:gd name="connsiteX2" fmla="*/ 1896717 w 1896717"/>
                  <a:gd name="connsiteY2" fmla="*/ 874851 h 874851"/>
                  <a:gd name="connsiteX3" fmla="*/ 0 w 1896717"/>
                  <a:gd name="connsiteY3" fmla="*/ 317639 h 874851"/>
                  <a:gd name="connsiteX0" fmla="*/ 18294 w 1915011"/>
                  <a:gd name="connsiteY0" fmla="*/ 483042 h 1040254"/>
                  <a:gd name="connsiteX1" fmla="*/ 1400661 w 1915011"/>
                  <a:gd name="connsiteY1" fmla="*/ 165403 h 1040254"/>
                  <a:gd name="connsiteX2" fmla="*/ 1915011 w 1915011"/>
                  <a:gd name="connsiteY2" fmla="*/ 1040254 h 1040254"/>
                  <a:gd name="connsiteX3" fmla="*/ 18294 w 1915011"/>
                  <a:gd name="connsiteY3" fmla="*/ 483042 h 1040254"/>
                  <a:gd name="connsiteX0" fmla="*/ 14816 w 1911533"/>
                  <a:gd name="connsiteY0" fmla="*/ 594897 h 1152109"/>
                  <a:gd name="connsiteX1" fmla="*/ 1397183 w 1911533"/>
                  <a:gd name="connsiteY1" fmla="*/ 277258 h 1152109"/>
                  <a:gd name="connsiteX2" fmla="*/ 1911533 w 1911533"/>
                  <a:gd name="connsiteY2" fmla="*/ 1152109 h 1152109"/>
                  <a:gd name="connsiteX3" fmla="*/ 14816 w 1911533"/>
                  <a:gd name="connsiteY3" fmla="*/ 594897 h 1152109"/>
                  <a:gd name="connsiteX0" fmla="*/ 14723 w 1911440"/>
                  <a:gd name="connsiteY0" fmla="*/ 588100 h 1145312"/>
                  <a:gd name="connsiteX1" fmla="*/ 1406615 w 1911440"/>
                  <a:gd name="connsiteY1" fmla="*/ 284748 h 1145312"/>
                  <a:gd name="connsiteX2" fmla="*/ 1911440 w 1911440"/>
                  <a:gd name="connsiteY2" fmla="*/ 1145312 h 1145312"/>
                  <a:gd name="connsiteX3" fmla="*/ 14723 w 1911440"/>
                  <a:gd name="connsiteY3" fmla="*/ 588100 h 1145312"/>
                  <a:gd name="connsiteX0" fmla="*/ 14723 w 1406615"/>
                  <a:gd name="connsiteY0" fmla="*/ 588100 h 588100"/>
                  <a:gd name="connsiteX1" fmla="*/ 1406615 w 1406615"/>
                  <a:gd name="connsiteY1" fmla="*/ 284748 h 588100"/>
                  <a:gd name="connsiteX2" fmla="*/ 14723 w 1406615"/>
                  <a:gd name="connsiteY2" fmla="*/ 588100 h 588100"/>
                  <a:gd name="connsiteX0" fmla="*/ 14723 w 1406615"/>
                  <a:gd name="connsiteY0" fmla="*/ 588100 h 747348"/>
                  <a:gd name="connsiteX1" fmla="*/ 1406615 w 1406615"/>
                  <a:gd name="connsiteY1" fmla="*/ 284748 h 747348"/>
                  <a:gd name="connsiteX2" fmla="*/ 14723 w 1406615"/>
                  <a:gd name="connsiteY2" fmla="*/ 588100 h 747348"/>
                  <a:gd name="connsiteX0" fmla="*/ 14723 w 1406615"/>
                  <a:gd name="connsiteY0" fmla="*/ 588100 h 757445"/>
                  <a:gd name="connsiteX1" fmla="*/ 1406615 w 1406615"/>
                  <a:gd name="connsiteY1" fmla="*/ 284748 h 757445"/>
                  <a:gd name="connsiteX2" fmla="*/ 14723 w 1406615"/>
                  <a:gd name="connsiteY2" fmla="*/ 588100 h 757445"/>
                  <a:gd name="connsiteX0" fmla="*/ 14723 w 1406615"/>
                  <a:gd name="connsiteY0" fmla="*/ 588100 h 763521"/>
                  <a:gd name="connsiteX1" fmla="*/ 1406615 w 1406615"/>
                  <a:gd name="connsiteY1" fmla="*/ 284748 h 763521"/>
                  <a:gd name="connsiteX2" fmla="*/ 14723 w 1406615"/>
                  <a:gd name="connsiteY2" fmla="*/ 588100 h 763521"/>
                  <a:gd name="connsiteX0" fmla="*/ 27262 w 1419154"/>
                  <a:gd name="connsiteY0" fmla="*/ 582559 h 757980"/>
                  <a:gd name="connsiteX1" fmla="*/ 1419154 w 1419154"/>
                  <a:gd name="connsiteY1" fmla="*/ 279207 h 757980"/>
                  <a:gd name="connsiteX2" fmla="*/ 27262 w 1419154"/>
                  <a:gd name="connsiteY2" fmla="*/ 582559 h 757980"/>
                  <a:gd name="connsiteX0" fmla="*/ 27262 w 1419154"/>
                  <a:gd name="connsiteY0" fmla="*/ 582559 h 768132"/>
                  <a:gd name="connsiteX1" fmla="*/ 1419154 w 1419154"/>
                  <a:gd name="connsiteY1" fmla="*/ 279207 h 768132"/>
                  <a:gd name="connsiteX2" fmla="*/ 27262 w 1419154"/>
                  <a:gd name="connsiteY2" fmla="*/ 582559 h 768132"/>
                  <a:gd name="connsiteX0" fmla="*/ 37118 w 1429010"/>
                  <a:gd name="connsiteY0" fmla="*/ 582559 h 768132"/>
                  <a:gd name="connsiteX1" fmla="*/ 1429010 w 1429010"/>
                  <a:gd name="connsiteY1" fmla="*/ 279207 h 768132"/>
                  <a:gd name="connsiteX2" fmla="*/ 37118 w 1429010"/>
                  <a:gd name="connsiteY2" fmla="*/ 582559 h 768132"/>
                  <a:gd name="connsiteX0" fmla="*/ 37318 w 1429210"/>
                  <a:gd name="connsiteY0" fmla="*/ 619632 h 805205"/>
                  <a:gd name="connsiteX1" fmla="*/ 1429210 w 1429210"/>
                  <a:gd name="connsiteY1" fmla="*/ 316280 h 805205"/>
                  <a:gd name="connsiteX2" fmla="*/ 37318 w 1429210"/>
                  <a:gd name="connsiteY2" fmla="*/ 619632 h 805205"/>
                  <a:gd name="connsiteX0" fmla="*/ 37318 w 1429210"/>
                  <a:gd name="connsiteY0" fmla="*/ 619632 h 834836"/>
                  <a:gd name="connsiteX1" fmla="*/ 1429210 w 1429210"/>
                  <a:gd name="connsiteY1" fmla="*/ 316280 h 834836"/>
                  <a:gd name="connsiteX2" fmla="*/ 37318 w 1429210"/>
                  <a:gd name="connsiteY2" fmla="*/ 619632 h 834836"/>
                  <a:gd name="connsiteX0" fmla="*/ 37611 w 1416110"/>
                  <a:gd name="connsiteY0" fmla="*/ 614499 h 831502"/>
                  <a:gd name="connsiteX1" fmla="*/ 1416110 w 1416110"/>
                  <a:gd name="connsiteY1" fmla="*/ 321333 h 831502"/>
                  <a:gd name="connsiteX2" fmla="*/ 37611 w 1416110"/>
                  <a:gd name="connsiteY2" fmla="*/ 614499 h 831502"/>
                  <a:gd name="connsiteX0" fmla="*/ 39845 w 1322782"/>
                  <a:gd name="connsiteY0" fmla="*/ 626900 h 839639"/>
                  <a:gd name="connsiteX1" fmla="*/ 1322782 w 1322782"/>
                  <a:gd name="connsiteY1" fmla="*/ 309337 h 839639"/>
                  <a:gd name="connsiteX2" fmla="*/ 39845 w 1322782"/>
                  <a:gd name="connsiteY2" fmla="*/ 626900 h 839639"/>
                  <a:gd name="connsiteX0" fmla="*/ 39845 w 1322782"/>
                  <a:gd name="connsiteY0" fmla="*/ 626900 h 847337"/>
                  <a:gd name="connsiteX1" fmla="*/ 1322782 w 1322782"/>
                  <a:gd name="connsiteY1" fmla="*/ 309337 h 847337"/>
                  <a:gd name="connsiteX2" fmla="*/ 39845 w 1322782"/>
                  <a:gd name="connsiteY2" fmla="*/ 626900 h 847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22782" h="847337">
                    <a:moveTo>
                      <a:pt x="39845" y="626900"/>
                    </a:moveTo>
                    <a:cubicBezTo>
                      <a:pt x="-251841" y="-288605"/>
                      <a:pt x="1147743" y="-22932"/>
                      <a:pt x="1322782" y="309337"/>
                    </a:cubicBezTo>
                    <a:cubicBezTo>
                      <a:pt x="991894" y="459269"/>
                      <a:pt x="550882" y="1214027"/>
                      <a:pt x="39845" y="626900"/>
                    </a:cubicBezTo>
                    <a:close/>
                  </a:path>
                </a:pathLst>
              </a:custGeom>
              <a:solidFill>
                <a:srgbClr val="EFA1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3">
                <a:extLst>
                  <a:ext uri="{FF2B5EF4-FFF2-40B4-BE49-F238E27FC236}">
                    <a16:creationId xmlns:a16="http://schemas.microsoft.com/office/drawing/2014/main" id="{B321897F-2E07-40AB-9A3D-02FC7E944AEB}"/>
                  </a:ext>
                </a:extLst>
              </p:cNvPr>
              <p:cNvSpPr/>
              <p:nvPr/>
            </p:nvSpPr>
            <p:spPr>
              <a:xfrm rot="19816430">
                <a:off x="7954583" y="2788890"/>
                <a:ext cx="1399968" cy="786688"/>
              </a:xfrm>
              <a:custGeom>
                <a:avLst/>
                <a:gdLst>
                  <a:gd name="connsiteX0" fmla="*/ 0 w 1630017"/>
                  <a:gd name="connsiteY0" fmla="*/ 0 h 689113"/>
                  <a:gd name="connsiteX1" fmla="*/ 1630017 w 1630017"/>
                  <a:gd name="connsiteY1" fmla="*/ 0 h 689113"/>
                  <a:gd name="connsiteX2" fmla="*/ 1630017 w 1630017"/>
                  <a:gd name="connsiteY2" fmla="*/ 689113 h 689113"/>
                  <a:gd name="connsiteX3" fmla="*/ 0 w 1630017"/>
                  <a:gd name="connsiteY3" fmla="*/ 689113 h 689113"/>
                  <a:gd name="connsiteX4" fmla="*/ 0 w 1630017"/>
                  <a:gd name="connsiteY4" fmla="*/ 0 h 689113"/>
                  <a:gd name="connsiteX0" fmla="*/ 266700 w 1896717"/>
                  <a:gd name="connsiteY0" fmla="*/ 0 h 689113"/>
                  <a:gd name="connsiteX1" fmla="*/ 1896717 w 1896717"/>
                  <a:gd name="connsiteY1" fmla="*/ 0 h 689113"/>
                  <a:gd name="connsiteX2" fmla="*/ 1896717 w 1896717"/>
                  <a:gd name="connsiteY2" fmla="*/ 689113 h 689113"/>
                  <a:gd name="connsiteX3" fmla="*/ 0 w 1896717"/>
                  <a:gd name="connsiteY3" fmla="*/ 131901 h 689113"/>
                  <a:gd name="connsiteX4" fmla="*/ 266700 w 1896717"/>
                  <a:gd name="connsiteY4" fmla="*/ 0 h 689113"/>
                  <a:gd name="connsiteX0" fmla="*/ 266700 w 1896717"/>
                  <a:gd name="connsiteY0" fmla="*/ 185738 h 874851"/>
                  <a:gd name="connsiteX1" fmla="*/ 1382367 w 1896717"/>
                  <a:gd name="connsiteY1" fmla="*/ 0 h 874851"/>
                  <a:gd name="connsiteX2" fmla="*/ 1896717 w 1896717"/>
                  <a:gd name="connsiteY2" fmla="*/ 874851 h 874851"/>
                  <a:gd name="connsiteX3" fmla="*/ 0 w 1896717"/>
                  <a:gd name="connsiteY3" fmla="*/ 317639 h 874851"/>
                  <a:gd name="connsiteX4" fmla="*/ 266700 w 1896717"/>
                  <a:gd name="connsiteY4" fmla="*/ 185738 h 874851"/>
                  <a:gd name="connsiteX0" fmla="*/ 0 w 1896717"/>
                  <a:gd name="connsiteY0" fmla="*/ 317639 h 874851"/>
                  <a:gd name="connsiteX1" fmla="*/ 1382367 w 1896717"/>
                  <a:gd name="connsiteY1" fmla="*/ 0 h 874851"/>
                  <a:gd name="connsiteX2" fmla="*/ 1896717 w 1896717"/>
                  <a:gd name="connsiteY2" fmla="*/ 874851 h 874851"/>
                  <a:gd name="connsiteX3" fmla="*/ 0 w 1896717"/>
                  <a:gd name="connsiteY3" fmla="*/ 317639 h 874851"/>
                  <a:gd name="connsiteX0" fmla="*/ 18294 w 1915011"/>
                  <a:gd name="connsiteY0" fmla="*/ 483042 h 1040254"/>
                  <a:gd name="connsiteX1" fmla="*/ 1400661 w 1915011"/>
                  <a:gd name="connsiteY1" fmla="*/ 165403 h 1040254"/>
                  <a:gd name="connsiteX2" fmla="*/ 1915011 w 1915011"/>
                  <a:gd name="connsiteY2" fmla="*/ 1040254 h 1040254"/>
                  <a:gd name="connsiteX3" fmla="*/ 18294 w 1915011"/>
                  <a:gd name="connsiteY3" fmla="*/ 483042 h 1040254"/>
                  <a:gd name="connsiteX0" fmla="*/ 14816 w 1911533"/>
                  <a:gd name="connsiteY0" fmla="*/ 594897 h 1152109"/>
                  <a:gd name="connsiteX1" fmla="*/ 1397183 w 1911533"/>
                  <a:gd name="connsiteY1" fmla="*/ 277258 h 1152109"/>
                  <a:gd name="connsiteX2" fmla="*/ 1911533 w 1911533"/>
                  <a:gd name="connsiteY2" fmla="*/ 1152109 h 1152109"/>
                  <a:gd name="connsiteX3" fmla="*/ 14816 w 1911533"/>
                  <a:gd name="connsiteY3" fmla="*/ 594897 h 1152109"/>
                  <a:gd name="connsiteX0" fmla="*/ 14723 w 1911440"/>
                  <a:gd name="connsiteY0" fmla="*/ 588100 h 1145312"/>
                  <a:gd name="connsiteX1" fmla="*/ 1406615 w 1911440"/>
                  <a:gd name="connsiteY1" fmla="*/ 284748 h 1145312"/>
                  <a:gd name="connsiteX2" fmla="*/ 1911440 w 1911440"/>
                  <a:gd name="connsiteY2" fmla="*/ 1145312 h 1145312"/>
                  <a:gd name="connsiteX3" fmla="*/ 14723 w 1911440"/>
                  <a:gd name="connsiteY3" fmla="*/ 588100 h 1145312"/>
                  <a:gd name="connsiteX0" fmla="*/ 14723 w 1406615"/>
                  <a:gd name="connsiteY0" fmla="*/ 588100 h 588100"/>
                  <a:gd name="connsiteX1" fmla="*/ 1406615 w 1406615"/>
                  <a:gd name="connsiteY1" fmla="*/ 284748 h 588100"/>
                  <a:gd name="connsiteX2" fmla="*/ 14723 w 1406615"/>
                  <a:gd name="connsiteY2" fmla="*/ 588100 h 588100"/>
                  <a:gd name="connsiteX0" fmla="*/ 14723 w 1406615"/>
                  <a:gd name="connsiteY0" fmla="*/ 588100 h 747348"/>
                  <a:gd name="connsiteX1" fmla="*/ 1406615 w 1406615"/>
                  <a:gd name="connsiteY1" fmla="*/ 284748 h 747348"/>
                  <a:gd name="connsiteX2" fmla="*/ 14723 w 1406615"/>
                  <a:gd name="connsiteY2" fmla="*/ 588100 h 747348"/>
                  <a:gd name="connsiteX0" fmla="*/ 14723 w 1406615"/>
                  <a:gd name="connsiteY0" fmla="*/ 588100 h 757445"/>
                  <a:gd name="connsiteX1" fmla="*/ 1406615 w 1406615"/>
                  <a:gd name="connsiteY1" fmla="*/ 284748 h 757445"/>
                  <a:gd name="connsiteX2" fmla="*/ 14723 w 1406615"/>
                  <a:gd name="connsiteY2" fmla="*/ 588100 h 757445"/>
                  <a:gd name="connsiteX0" fmla="*/ 14723 w 1406615"/>
                  <a:gd name="connsiteY0" fmla="*/ 588100 h 763521"/>
                  <a:gd name="connsiteX1" fmla="*/ 1406615 w 1406615"/>
                  <a:gd name="connsiteY1" fmla="*/ 284748 h 763521"/>
                  <a:gd name="connsiteX2" fmla="*/ 14723 w 1406615"/>
                  <a:gd name="connsiteY2" fmla="*/ 588100 h 763521"/>
                  <a:gd name="connsiteX0" fmla="*/ 27262 w 1419154"/>
                  <a:gd name="connsiteY0" fmla="*/ 582559 h 757980"/>
                  <a:gd name="connsiteX1" fmla="*/ 1419154 w 1419154"/>
                  <a:gd name="connsiteY1" fmla="*/ 279207 h 757980"/>
                  <a:gd name="connsiteX2" fmla="*/ 27262 w 1419154"/>
                  <a:gd name="connsiteY2" fmla="*/ 582559 h 757980"/>
                  <a:gd name="connsiteX0" fmla="*/ 27262 w 1419154"/>
                  <a:gd name="connsiteY0" fmla="*/ 582559 h 768132"/>
                  <a:gd name="connsiteX1" fmla="*/ 1419154 w 1419154"/>
                  <a:gd name="connsiteY1" fmla="*/ 279207 h 768132"/>
                  <a:gd name="connsiteX2" fmla="*/ 27262 w 1419154"/>
                  <a:gd name="connsiteY2" fmla="*/ 582559 h 768132"/>
                  <a:gd name="connsiteX0" fmla="*/ 37118 w 1429010"/>
                  <a:gd name="connsiteY0" fmla="*/ 582559 h 768132"/>
                  <a:gd name="connsiteX1" fmla="*/ 1429010 w 1429010"/>
                  <a:gd name="connsiteY1" fmla="*/ 279207 h 768132"/>
                  <a:gd name="connsiteX2" fmla="*/ 37118 w 1429010"/>
                  <a:gd name="connsiteY2" fmla="*/ 582559 h 768132"/>
                  <a:gd name="connsiteX0" fmla="*/ 37318 w 1429210"/>
                  <a:gd name="connsiteY0" fmla="*/ 619632 h 805205"/>
                  <a:gd name="connsiteX1" fmla="*/ 1429210 w 1429210"/>
                  <a:gd name="connsiteY1" fmla="*/ 316280 h 805205"/>
                  <a:gd name="connsiteX2" fmla="*/ 37318 w 1429210"/>
                  <a:gd name="connsiteY2" fmla="*/ 619632 h 805205"/>
                  <a:gd name="connsiteX0" fmla="*/ 37318 w 1429210"/>
                  <a:gd name="connsiteY0" fmla="*/ 619632 h 834836"/>
                  <a:gd name="connsiteX1" fmla="*/ 1429210 w 1429210"/>
                  <a:gd name="connsiteY1" fmla="*/ 316280 h 834836"/>
                  <a:gd name="connsiteX2" fmla="*/ 37318 w 1429210"/>
                  <a:gd name="connsiteY2" fmla="*/ 619632 h 834836"/>
                  <a:gd name="connsiteX0" fmla="*/ 37611 w 1416110"/>
                  <a:gd name="connsiteY0" fmla="*/ 614499 h 831502"/>
                  <a:gd name="connsiteX1" fmla="*/ 1416110 w 1416110"/>
                  <a:gd name="connsiteY1" fmla="*/ 321333 h 831502"/>
                  <a:gd name="connsiteX2" fmla="*/ 37611 w 1416110"/>
                  <a:gd name="connsiteY2" fmla="*/ 614499 h 831502"/>
                  <a:gd name="connsiteX0" fmla="*/ 39845 w 1322782"/>
                  <a:gd name="connsiteY0" fmla="*/ 626900 h 839639"/>
                  <a:gd name="connsiteX1" fmla="*/ 1322782 w 1322782"/>
                  <a:gd name="connsiteY1" fmla="*/ 309337 h 839639"/>
                  <a:gd name="connsiteX2" fmla="*/ 39845 w 1322782"/>
                  <a:gd name="connsiteY2" fmla="*/ 626900 h 839639"/>
                  <a:gd name="connsiteX0" fmla="*/ 39845 w 1322782"/>
                  <a:gd name="connsiteY0" fmla="*/ 626900 h 847337"/>
                  <a:gd name="connsiteX1" fmla="*/ 1322782 w 1322782"/>
                  <a:gd name="connsiteY1" fmla="*/ 309337 h 847337"/>
                  <a:gd name="connsiteX2" fmla="*/ 39845 w 1322782"/>
                  <a:gd name="connsiteY2" fmla="*/ 626900 h 847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22782" h="847337">
                    <a:moveTo>
                      <a:pt x="39845" y="626900"/>
                    </a:moveTo>
                    <a:cubicBezTo>
                      <a:pt x="-251841" y="-288605"/>
                      <a:pt x="1147743" y="-22932"/>
                      <a:pt x="1322782" y="309337"/>
                    </a:cubicBezTo>
                    <a:cubicBezTo>
                      <a:pt x="991894" y="459269"/>
                      <a:pt x="550882" y="1214027"/>
                      <a:pt x="39845" y="626900"/>
                    </a:cubicBezTo>
                    <a:close/>
                  </a:path>
                </a:pathLst>
              </a:custGeom>
              <a:solidFill>
                <a:srgbClr val="EFA1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97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76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328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384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E10EC63E-2120-470F-83FF-41CA1A358F84}"/>
              </a:ext>
            </a:extLst>
          </p:cNvPr>
          <p:cNvSpPr/>
          <p:nvPr/>
        </p:nvSpPr>
        <p:spPr>
          <a:xfrm>
            <a:off x="7482760" y="3176323"/>
            <a:ext cx="3905675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K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ED7D31"/>
                </a:solidFill>
              </a:rPr>
              <a:t>i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t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ED7D31"/>
                </a:solidFill>
              </a:rPr>
              <a:t>e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77E54C7-302C-4B11-A10C-C3E1D89DB04D}"/>
              </a:ext>
            </a:extLst>
          </p:cNvPr>
          <p:cNvSpPr/>
          <p:nvPr/>
        </p:nvSpPr>
        <p:spPr>
          <a:xfrm>
            <a:off x="4787868" y="3176322"/>
            <a:ext cx="2380165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rgbClr val="ED7D31"/>
                </a:solidFill>
              </a:rPr>
              <a:t>i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ED7D31"/>
                </a:solidFill>
              </a:rPr>
              <a:t>-e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48FEDEA-61E3-4AF9-B9E4-20F524C170F7}"/>
              </a:ext>
            </a:extLst>
          </p:cNvPr>
          <p:cNvGrpSpPr/>
          <p:nvPr/>
        </p:nvGrpSpPr>
        <p:grpSpPr>
          <a:xfrm>
            <a:off x="1264643" y="0"/>
            <a:ext cx="4564907" cy="6307995"/>
            <a:chOff x="1251390" y="-28175"/>
            <a:chExt cx="4564907" cy="6307995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7439B08-1A80-4504-B6A1-2E72ECEEEE9D}"/>
                </a:ext>
              </a:extLst>
            </p:cNvPr>
            <p:cNvGrpSpPr/>
            <p:nvPr/>
          </p:nvGrpSpPr>
          <p:grpSpPr>
            <a:xfrm rot="1527974">
              <a:off x="3310993" y="-28175"/>
              <a:ext cx="2505304" cy="2974134"/>
              <a:chOff x="4880440" y="2089286"/>
              <a:chExt cx="2505304" cy="2974134"/>
            </a:xfrm>
          </p:grpSpPr>
          <p:sp>
            <p:nvSpPr>
              <p:cNvPr id="88" name="Isosceles Triangle 2">
                <a:extLst>
                  <a:ext uri="{FF2B5EF4-FFF2-40B4-BE49-F238E27FC236}">
                    <a16:creationId xmlns:a16="http://schemas.microsoft.com/office/drawing/2014/main" id="{8E5D327A-CCD8-4C62-B597-F18DDFB69311}"/>
                  </a:ext>
                </a:extLst>
              </p:cNvPr>
              <p:cNvSpPr/>
              <p:nvPr/>
            </p:nvSpPr>
            <p:spPr>
              <a:xfrm rot="14747942">
                <a:off x="5623723" y="2554197"/>
                <a:ext cx="1939382" cy="1009560"/>
              </a:xfrm>
              <a:custGeom>
                <a:avLst/>
                <a:gdLst>
                  <a:gd name="connsiteX0" fmla="*/ 0 w 1471430"/>
                  <a:gd name="connsiteY0" fmla="*/ 701490 h 701490"/>
                  <a:gd name="connsiteX1" fmla="*/ 735715 w 1471430"/>
                  <a:gd name="connsiteY1" fmla="*/ 0 h 701490"/>
                  <a:gd name="connsiteX2" fmla="*/ 1471430 w 1471430"/>
                  <a:gd name="connsiteY2" fmla="*/ 701490 h 701490"/>
                  <a:gd name="connsiteX3" fmla="*/ 0 w 1471430"/>
                  <a:gd name="connsiteY3" fmla="*/ 701490 h 701490"/>
                  <a:gd name="connsiteX0" fmla="*/ 0 w 1645545"/>
                  <a:gd name="connsiteY0" fmla="*/ 701490 h 854538"/>
                  <a:gd name="connsiteX1" fmla="*/ 735715 w 1645545"/>
                  <a:gd name="connsiteY1" fmla="*/ 0 h 854538"/>
                  <a:gd name="connsiteX2" fmla="*/ 1645545 w 1645545"/>
                  <a:gd name="connsiteY2" fmla="*/ 854538 h 854538"/>
                  <a:gd name="connsiteX3" fmla="*/ 0 w 1645545"/>
                  <a:gd name="connsiteY3" fmla="*/ 701490 h 854538"/>
                  <a:gd name="connsiteX0" fmla="*/ 0 w 1729654"/>
                  <a:gd name="connsiteY0" fmla="*/ 764948 h 854538"/>
                  <a:gd name="connsiteX1" fmla="*/ 819824 w 1729654"/>
                  <a:gd name="connsiteY1" fmla="*/ 0 h 854538"/>
                  <a:gd name="connsiteX2" fmla="*/ 1729654 w 1729654"/>
                  <a:gd name="connsiteY2" fmla="*/ 854538 h 854538"/>
                  <a:gd name="connsiteX3" fmla="*/ 0 w 1729654"/>
                  <a:gd name="connsiteY3" fmla="*/ 764948 h 854538"/>
                  <a:gd name="connsiteX0" fmla="*/ 0 w 1776685"/>
                  <a:gd name="connsiteY0" fmla="*/ 806909 h 854538"/>
                  <a:gd name="connsiteX1" fmla="*/ 866855 w 1776685"/>
                  <a:gd name="connsiteY1" fmla="*/ 0 h 854538"/>
                  <a:gd name="connsiteX2" fmla="*/ 1776685 w 1776685"/>
                  <a:gd name="connsiteY2" fmla="*/ 854538 h 854538"/>
                  <a:gd name="connsiteX3" fmla="*/ 0 w 1776685"/>
                  <a:gd name="connsiteY3" fmla="*/ 806909 h 854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76685" h="854538">
                    <a:moveTo>
                      <a:pt x="0" y="806909"/>
                    </a:moveTo>
                    <a:lnTo>
                      <a:pt x="866855" y="0"/>
                    </a:lnTo>
                    <a:lnTo>
                      <a:pt x="1776685" y="854538"/>
                    </a:lnTo>
                    <a:lnTo>
                      <a:pt x="0" y="806909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Isosceles Triangle 2">
                <a:extLst>
                  <a:ext uri="{FF2B5EF4-FFF2-40B4-BE49-F238E27FC236}">
                    <a16:creationId xmlns:a16="http://schemas.microsoft.com/office/drawing/2014/main" id="{43211D61-53C1-4757-9977-3E20B844BFAD}"/>
                  </a:ext>
                </a:extLst>
              </p:cNvPr>
              <p:cNvSpPr/>
              <p:nvPr/>
            </p:nvSpPr>
            <p:spPr>
              <a:xfrm rot="9761679" flipH="1">
                <a:off x="4958180" y="2226386"/>
                <a:ext cx="1906297" cy="1092228"/>
              </a:xfrm>
              <a:custGeom>
                <a:avLst/>
                <a:gdLst>
                  <a:gd name="connsiteX0" fmla="*/ 0 w 1471430"/>
                  <a:gd name="connsiteY0" fmla="*/ 701490 h 701490"/>
                  <a:gd name="connsiteX1" fmla="*/ 735715 w 1471430"/>
                  <a:gd name="connsiteY1" fmla="*/ 0 h 701490"/>
                  <a:gd name="connsiteX2" fmla="*/ 1471430 w 1471430"/>
                  <a:gd name="connsiteY2" fmla="*/ 701490 h 701490"/>
                  <a:gd name="connsiteX3" fmla="*/ 0 w 1471430"/>
                  <a:gd name="connsiteY3" fmla="*/ 701490 h 701490"/>
                  <a:gd name="connsiteX0" fmla="*/ 0 w 1645545"/>
                  <a:gd name="connsiteY0" fmla="*/ 701490 h 854538"/>
                  <a:gd name="connsiteX1" fmla="*/ 735715 w 1645545"/>
                  <a:gd name="connsiteY1" fmla="*/ 0 h 854538"/>
                  <a:gd name="connsiteX2" fmla="*/ 1645545 w 1645545"/>
                  <a:gd name="connsiteY2" fmla="*/ 854538 h 854538"/>
                  <a:gd name="connsiteX3" fmla="*/ 0 w 1645545"/>
                  <a:gd name="connsiteY3" fmla="*/ 701490 h 854538"/>
                  <a:gd name="connsiteX0" fmla="*/ 0 w 1645545"/>
                  <a:gd name="connsiteY0" fmla="*/ 720570 h 873618"/>
                  <a:gd name="connsiteX1" fmla="*/ 748236 w 1645545"/>
                  <a:gd name="connsiteY1" fmla="*/ 0 h 873618"/>
                  <a:gd name="connsiteX2" fmla="*/ 1645545 w 1645545"/>
                  <a:gd name="connsiteY2" fmla="*/ 873618 h 873618"/>
                  <a:gd name="connsiteX3" fmla="*/ 0 w 1645545"/>
                  <a:gd name="connsiteY3" fmla="*/ 720570 h 873618"/>
                  <a:gd name="connsiteX0" fmla="*/ 0 w 1906297"/>
                  <a:gd name="connsiteY0" fmla="*/ 665855 h 873618"/>
                  <a:gd name="connsiteX1" fmla="*/ 1008988 w 1906297"/>
                  <a:gd name="connsiteY1" fmla="*/ 0 h 873618"/>
                  <a:gd name="connsiteX2" fmla="*/ 1906297 w 1906297"/>
                  <a:gd name="connsiteY2" fmla="*/ 873618 h 873618"/>
                  <a:gd name="connsiteX3" fmla="*/ 0 w 1906297"/>
                  <a:gd name="connsiteY3" fmla="*/ 665855 h 873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6297" h="873618">
                    <a:moveTo>
                      <a:pt x="0" y="665855"/>
                    </a:moveTo>
                    <a:lnTo>
                      <a:pt x="1008988" y="0"/>
                    </a:lnTo>
                    <a:lnTo>
                      <a:pt x="1906297" y="873618"/>
                    </a:lnTo>
                    <a:lnTo>
                      <a:pt x="0" y="665855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Isosceles Triangle 2">
                <a:extLst>
                  <a:ext uri="{FF2B5EF4-FFF2-40B4-BE49-F238E27FC236}">
                    <a16:creationId xmlns:a16="http://schemas.microsoft.com/office/drawing/2014/main" id="{AEF2AD58-F91C-4F6D-B30F-EFF09807ABCA}"/>
                  </a:ext>
                </a:extLst>
              </p:cNvPr>
              <p:cNvSpPr/>
              <p:nvPr/>
            </p:nvSpPr>
            <p:spPr>
              <a:xfrm rot="9219302" flipV="1">
                <a:off x="4922926" y="3350712"/>
                <a:ext cx="2462818" cy="1405008"/>
              </a:xfrm>
              <a:custGeom>
                <a:avLst/>
                <a:gdLst>
                  <a:gd name="connsiteX0" fmla="*/ 0 w 1471430"/>
                  <a:gd name="connsiteY0" fmla="*/ 701490 h 701490"/>
                  <a:gd name="connsiteX1" fmla="*/ 735715 w 1471430"/>
                  <a:gd name="connsiteY1" fmla="*/ 0 h 701490"/>
                  <a:gd name="connsiteX2" fmla="*/ 1471430 w 1471430"/>
                  <a:gd name="connsiteY2" fmla="*/ 701490 h 701490"/>
                  <a:gd name="connsiteX3" fmla="*/ 0 w 1471430"/>
                  <a:gd name="connsiteY3" fmla="*/ 701490 h 701490"/>
                  <a:gd name="connsiteX0" fmla="*/ 0 w 1645545"/>
                  <a:gd name="connsiteY0" fmla="*/ 701490 h 854538"/>
                  <a:gd name="connsiteX1" fmla="*/ 735715 w 1645545"/>
                  <a:gd name="connsiteY1" fmla="*/ 0 h 854538"/>
                  <a:gd name="connsiteX2" fmla="*/ 1645545 w 1645545"/>
                  <a:gd name="connsiteY2" fmla="*/ 854538 h 854538"/>
                  <a:gd name="connsiteX3" fmla="*/ 0 w 1645545"/>
                  <a:gd name="connsiteY3" fmla="*/ 701490 h 854538"/>
                  <a:gd name="connsiteX0" fmla="*/ 0 w 1729654"/>
                  <a:gd name="connsiteY0" fmla="*/ 764948 h 854538"/>
                  <a:gd name="connsiteX1" fmla="*/ 819824 w 1729654"/>
                  <a:gd name="connsiteY1" fmla="*/ 0 h 854538"/>
                  <a:gd name="connsiteX2" fmla="*/ 1729654 w 1729654"/>
                  <a:gd name="connsiteY2" fmla="*/ 854538 h 854538"/>
                  <a:gd name="connsiteX3" fmla="*/ 0 w 1729654"/>
                  <a:gd name="connsiteY3" fmla="*/ 764948 h 854538"/>
                  <a:gd name="connsiteX0" fmla="*/ 0 w 1776685"/>
                  <a:gd name="connsiteY0" fmla="*/ 806909 h 854538"/>
                  <a:gd name="connsiteX1" fmla="*/ 866855 w 1776685"/>
                  <a:gd name="connsiteY1" fmla="*/ 0 h 854538"/>
                  <a:gd name="connsiteX2" fmla="*/ 1776685 w 1776685"/>
                  <a:gd name="connsiteY2" fmla="*/ 854538 h 854538"/>
                  <a:gd name="connsiteX3" fmla="*/ 0 w 1776685"/>
                  <a:gd name="connsiteY3" fmla="*/ 806909 h 854538"/>
                  <a:gd name="connsiteX0" fmla="*/ 0 w 1776685"/>
                  <a:gd name="connsiteY0" fmla="*/ 823393 h 871022"/>
                  <a:gd name="connsiteX1" fmla="*/ 676072 w 1776685"/>
                  <a:gd name="connsiteY1" fmla="*/ 0 h 871022"/>
                  <a:gd name="connsiteX2" fmla="*/ 1776685 w 1776685"/>
                  <a:gd name="connsiteY2" fmla="*/ 871022 h 871022"/>
                  <a:gd name="connsiteX3" fmla="*/ 0 w 1776685"/>
                  <a:gd name="connsiteY3" fmla="*/ 823393 h 871022"/>
                  <a:gd name="connsiteX0" fmla="*/ 0 w 1751511"/>
                  <a:gd name="connsiteY0" fmla="*/ 610454 h 871022"/>
                  <a:gd name="connsiteX1" fmla="*/ 650898 w 1751511"/>
                  <a:gd name="connsiteY1" fmla="*/ 0 h 871022"/>
                  <a:gd name="connsiteX2" fmla="*/ 1751511 w 1751511"/>
                  <a:gd name="connsiteY2" fmla="*/ 871022 h 871022"/>
                  <a:gd name="connsiteX3" fmla="*/ 0 w 1751511"/>
                  <a:gd name="connsiteY3" fmla="*/ 610454 h 871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1511" h="871022">
                    <a:moveTo>
                      <a:pt x="0" y="610454"/>
                    </a:moveTo>
                    <a:lnTo>
                      <a:pt x="650898" y="0"/>
                    </a:lnTo>
                    <a:lnTo>
                      <a:pt x="1751511" y="871022"/>
                    </a:lnTo>
                    <a:lnTo>
                      <a:pt x="0" y="610454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Isosceles Triangle 2">
                <a:extLst>
                  <a:ext uri="{FF2B5EF4-FFF2-40B4-BE49-F238E27FC236}">
                    <a16:creationId xmlns:a16="http://schemas.microsoft.com/office/drawing/2014/main" id="{222D8AFA-372E-48B6-88C0-CEBB4ADBD0C6}"/>
                  </a:ext>
                </a:extLst>
              </p:cNvPr>
              <p:cNvSpPr/>
              <p:nvPr/>
            </p:nvSpPr>
            <p:spPr>
              <a:xfrm rot="15002908" flipH="1" flipV="1">
                <a:off x="4351535" y="3129507"/>
                <a:ext cx="2462818" cy="1405008"/>
              </a:xfrm>
              <a:custGeom>
                <a:avLst/>
                <a:gdLst>
                  <a:gd name="connsiteX0" fmla="*/ 0 w 1471430"/>
                  <a:gd name="connsiteY0" fmla="*/ 701490 h 701490"/>
                  <a:gd name="connsiteX1" fmla="*/ 735715 w 1471430"/>
                  <a:gd name="connsiteY1" fmla="*/ 0 h 701490"/>
                  <a:gd name="connsiteX2" fmla="*/ 1471430 w 1471430"/>
                  <a:gd name="connsiteY2" fmla="*/ 701490 h 701490"/>
                  <a:gd name="connsiteX3" fmla="*/ 0 w 1471430"/>
                  <a:gd name="connsiteY3" fmla="*/ 701490 h 701490"/>
                  <a:gd name="connsiteX0" fmla="*/ 0 w 1645545"/>
                  <a:gd name="connsiteY0" fmla="*/ 701490 h 854538"/>
                  <a:gd name="connsiteX1" fmla="*/ 735715 w 1645545"/>
                  <a:gd name="connsiteY1" fmla="*/ 0 h 854538"/>
                  <a:gd name="connsiteX2" fmla="*/ 1645545 w 1645545"/>
                  <a:gd name="connsiteY2" fmla="*/ 854538 h 854538"/>
                  <a:gd name="connsiteX3" fmla="*/ 0 w 1645545"/>
                  <a:gd name="connsiteY3" fmla="*/ 701490 h 854538"/>
                  <a:gd name="connsiteX0" fmla="*/ 0 w 1729654"/>
                  <a:gd name="connsiteY0" fmla="*/ 764948 h 854538"/>
                  <a:gd name="connsiteX1" fmla="*/ 819824 w 1729654"/>
                  <a:gd name="connsiteY1" fmla="*/ 0 h 854538"/>
                  <a:gd name="connsiteX2" fmla="*/ 1729654 w 1729654"/>
                  <a:gd name="connsiteY2" fmla="*/ 854538 h 854538"/>
                  <a:gd name="connsiteX3" fmla="*/ 0 w 1729654"/>
                  <a:gd name="connsiteY3" fmla="*/ 764948 h 854538"/>
                  <a:gd name="connsiteX0" fmla="*/ 0 w 1776685"/>
                  <a:gd name="connsiteY0" fmla="*/ 806909 h 854538"/>
                  <a:gd name="connsiteX1" fmla="*/ 866855 w 1776685"/>
                  <a:gd name="connsiteY1" fmla="*/ 0 h 854538"/>
                  <a:gd name="connsiteX2" fmla="*/ 1776685 w 1776685"/>
                  <a:gd name="connsiteY2" fmla="*/ 854538 h 854538"/>
                  <a:gd name="connsiteX3" fmla="*/ 0 w 1776685"/>
                  <a:gd name="connsiteY3" fmla="*/ 806909 h 854538"/>
                  <a:gd name="connsiteX0" fmla="*/ 0 w 1776685"/>
                  <a:gd name="connsiteY0" fmla="*/ 823393 h 871022"/>
                  <a:gd name="connsiteX1" fmla="*/ 676072 w 1776685"/>
                  <a:gd name="connsiteY1" fmla="*/ 0 h 871022"/>
                  <a:gd name="connsiteX2" fmla="*/ 1776685 w 1776685"/>
                  <a:gd name="connsiteY2" fmla="*/ 871022 h 871022"/>
                  <a:gd name="connsiteX3" fmla="*/ 0 w 1776685"/>
                  <a:gd name="connsiteY3" fmla="*/ 823393 h 871022"/>
                  <a:gd name="connsiteX0" fmla="*/ 0 w 1751511"/>
                  <a:gd name="connsiteY0" fmla="*/ 610454 h 871022"/>
                  <a:gd name="connsiteX1" fmla="*/ 650898 w 1751511"/>
                  <a:gd name="connsiteY1" fmla="*/ 0 h 871022"/>
                  <a:gd name="connsiteX2" fmla="*/ 1751511 w 1751511"/>
                  <a:gd name="connsiteY2" fmla="*/ 871022 h 871022"/>
                  <a:gd name="connsiteX3" fmla="*/ 0 w 1751511"/>
                  <a:gd name="connsiteY3" fmla="*/ 610454 h 871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1511" h="871022">
                    <a:moveTo>
                      <a:pt x="0" y="610454"/>
                    </a:moveTo>
                    <a:lnTo>
                      <a:pt x="650898" y="0"/>
                    </a:lnTo>
                    <a:lnTo>
                      <a:pt x="1751511" y="871022"/>
                    </a:lnTo>
                    <a:lnTo>
                      <a:pt x="0" y="610454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040997C-EB63-4470-B57B-31B36DBA6884}"/>
                </a:ext>
              </a:extLst>
            </p:cNvPr>
            <p:cNvGrpSpPr/>
            <p:nvPr/>
          </p:nvGrpSpPr>
          <p:grpSpPr>
            <a:xfrm rot="479522">
              <a:off x="1251390" y="2191754"/>
              <a:ext cx="1983806" cy="4088066"/>
              <a:chOff x="6817285" y="2786743"/>
              <a:chExt cx="1983806" cy="4088066"/>
            </a:xfrm>
          </p:grpSpPr>
          <p:sp>
            <p:nvSpPr>
              <p:cNvPr id="63" name="Rectangle: Rounded Corners 7">
                <a:extLst>
                  <a:ext uri="{FF2B5EF4-FFF2-40B4-BE49-F238E27FC236}">
                    <a16:creationId xmlns:a16="http://schemas.microsoft.com/office/drawing/2014/main" id="{A085859A-35D9-40B4-8095-6365772B02D7}"/>
                  </a:ext>
                </a:extLst>
              </p:cNvPr>
              <p:cNvSpPr/>
              <p:nvPr/>
            </p:nvSpPr>
            <p:spPr>
              <a:xfrm rot="20671874">
                <a:off x="7845281" y="4652701"/>
                <a:ext cx="526697" cy="303333"/>
              </a:xfrm>
              <a:custGeom>
                <a:avLst/>
                <a:gdLst>
                  <a:gd name="connsiteX0" fmla="*/ 0 w 477579"/>
                  <a:gd name="connsiteY0" fmla="*/ 50555 h 303325"/>
                  <a:gd name="connsiteX1" fmla="*/ 50555 w 477579"/>
                  <a:gd name="connsiteY1" fmla="*/ 0 h 303325"/>
                  <a:gd name="connsiteX2" fmla="*/ 427024 w 477579"/>
                  <a:gd name="connsiteY2" fmla="*/ 0 h 303325"/>
                  <a:gd name="connsiteX3" fmla="*/ 477579 w 477579"/>
                  <a:gd name="connsiteY3" fmla="*/ 50555 h 303325"/>
                  <a:gd name="connsiteX4" fmla="*/ 477579 w 477579"/>
                  <a:gd name="connsiteY4" fmla="*/ 252770 h 303325"/>
                  <a:gd name="connsiteX5" fmla="*/ 427024 w 477579"/>
                  <a:gd name="connsiteY5" fmla="*/ 303325 h 303325"/>
                  <a:gd name="connsiteX6" fmla="*/ 50555 w 477579"/>
                  <a:gd name="connsiteY6" fmla="*/ 303325 h 303325"/>
                  <a:gd name="connsiteX7" fmla="*/ 0 w 477579"/>
                  <a:gd name="connsiteY7" fmla="*/ 252770 h 303325"/>
                  <a:gd name="connsiteX8" fmla="*/ 0 w 477579"/>
                  <a:gd name="connsiteY8" fmla="*/ 50555 h 303325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50555 w 477579"/>
                  <a:gd name="connsiteY7" fmla="*/ 303333 h 303333"/>
                  <a:gd name="connsiteX8" fmla="*/ 0 w 477579"/>
                  <a:gd name="connsiteY8" fmla="*/ 252778 h 303333"/>
                  <a:gd name="connsiteX9" fmla="*/ 0 w 477579"/>
                  <a:gd name="connsiteY9" fmla="*/ 50563 h 303333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229642 w 477579"/>
                  <a:gd name="connsiteY7" fmla="*/ 188446 h 303333"/>
                  <a:gd name="connsiteX8" fmla="*/ 50555 w 477579"/>
                  <a:gd name="connsiteY8" fmla="*/ 303333 h 303333"/>
                  <a:gd name="connsiteX9" fmla="*/ 0 w 477579"/>
                  <a:gd name="connsiteY9" fmla="*/ 252778 h 303333"/>
                  <a:gd name="connsiteX10" fmla="*/ 0 w 477579"/>
                  <a:gd name="connsiteY10" fmla="*/ 50563 h 303333"/>
                  <a:gd name="connsiteX0" fmla="*/ 0 w 493437"/>
                  <a:gd name="connsiteY0" fmla="*/ 50563 h 303333"/>
                  <a:gd name="connsiteX1" fmla="*/ 50555 w 493437"/>
                  <a:gd name="connsiteY1" fmla="*/ 8 h 303333"/>
                  <a:gd name="connsiteX2" fmla="*/ 239939 w 493437"/>
                  <a:gd name="connsiteY2" fmla="*/ 115525 h 303333"/>
                  <a:gd name="connsiteX3" fmla="*/ 427024 w 493437"/>
                  <a:gd name="connsiteY3" fmla="*/ 8 h 303333"/>
                  <a:gd name="connsiteX4" fmla="*/ 477579 w 493437"/>
                  <a:gd name="connsiteY4" fmla="*/ 50563 h 303333"/>
                  <a:gd name="connsiteX5" fmla="*/ 477579 w 493437"/>
                  <a:gd name="connsiteY5" fmla="*/ 252778 h 303333"/>
                  <a:gd name="connsiteX6" fmla="*/ 427024 w 493437"/>
                  <a:gd name="connsiteY6" fmla="*/ 303333 h 303333"/>
                  <a:gd name="connsiteX7" fmla="*/ 229642 w 493437"/>
                  <a:gd name="connsiteY7" fmla="*/ 188446 h 303333"/>
                  <a:gd name="connsiteX8" fmla="*/ 50555 w 493437"/>
                  <a:gd name="connsiteY8" fmla="*/ 303333 h 303333"/>
                  <a:gd name="connsiteX9" fmla="*/ 0 w 493437"/>
                  <a:gd name="connsiteY9" fmla="*/ 252778 h 303333"/>
                  <a:gd name="connsiteX10" fmla="*/ 0 w 493437"/>
                  <a:gd name="connsiteY10" fmla="*/ 50563 h 303333"/>
                  <a:gd name="connsiteX0" fmla="*/ 0 w 504854"/>
                  <a:gd name="connsiteY0" fmla="*/ 50563 h 303333"/>
                  <a:gd name="connsiteX1" fmla="*/ 50555 w 504854"/>
                  <a:gd name="connsiteY1" fmla="*/ 8 h 303333"/>
                  <a:gd name="connsiteX2" fmla="*/ 239939 w 504854"/>
                  <a:gd name="connsiteY2" fmla="*/ 115525 h 303333"/>
                  <a:gd name="connsiteX3" fmla="*/ 427024 w 504854"/>
                  <a:gd name="connsiteY3" fmla="*/ 8 h 303333"/>
                  <a:gd name="connsiteX4" fmla="*/ 477579 w 504854"/>
                  <a:gd name="connsiteY4" fmla="*/ 50563 h 303333"/>
                  <a:gd name="connsiteX5" fmla="*/ 477579 w 504854"/>
                  <a:gd name="connsiteY5" fmla="*/ 252778 h 303333"/>
                  <a:gd name="connsiteX6" fmla="*/ 427024 w 504854"/>
                  <a:gd name="connsiteY6" fmla="*/ 303333 h 303333"/>
                  <a:gd name="connsiteX7" fmla="*/ 229642 w 504854"/>
                  <a:gd name="connsiteY7" fmla="*/ 188446 h 303333"/>
                  <a:gd name="connsiteX8" fmla="*/ 50555 w 504854"/>
                  <a:gd name="connsiteY8" fmla="*/ 303333 h 303333"/>
                  <a:gd name="connsiteX9" fmla="*/ 0 w 504854"/>
                  <a:gd name="connsiteY9" fmla="*/ 252778 h 303333"/>
                  <a:gd name="connsiteX10" fmla="*/ 0 w 504854"/>
                  <a:gd name="connsiteY10" fmla="*/ 50563 h 303333"/>
                  <a:gd name="connsiteX0" fmla="*/ 16611 w 521465"/>
                  <a:gd name="connsiteY0" fmla="*/ 50563 h 303333"/>
                  <a:gd name="connsiteX1" fmla="*/ 67166 w 521465"/>
                  <a:gd name="connsiteY1" fmla="*/ 8 h 303333"/>
                  <a:gd name="connsiteX2" fmla="*/ 256550 w 521465"/>
                  <a:gd name="connsiteY2" fmla="*/ 115525 h 303333"/>
                  <a:gd name="connsiteX3" fmla="*/ 443635 w 521465"/>
                  <a:gd name="connsiteY3" fmla="*/ 8 h 303333"/>
                  <a:gd name="connsiteX4" fmla="*/ 494190 w 521465"/>
                  <a:gd name="connsiteY4" fmla="*/ 50563 h 303333"/>
                  <a:gd name="connsiteX5" fmla="*/ 494190 w 521465"/>
                  <a:gd name="connsiteY5" fmla="*/ 252778 h 303333"/>
                  <a:gd name="connsiteX6" fmla="*/ 443635 w 521465"/>
                  <a:gd name="connsiteY6" fmla="*/ 303333 h 303333"/>
                  <a:gd name="connsiteX7" fmla="*/ 246253 w 521465"/>
                  <a:gd name="connsiteY7" fmla="*/ 188446 h 303333"/>
                  <a:gd name="connsiteX8" fmla="*/ 67166 w 521465"/>
                  <a:gd name="connsiteY8" fmla="*/ 303333 h 303333"/>
                  <a:gd name="connsiteX9" fmla="*/ 16611 w 521465"/>
                  <a:gd name="connsiteY9" fmla="*/ 252778 h 303333"/>
                  <a:gd name="connsiteX10" fmla="*/ 16611 w 521465"/>
                  <a:gd name="connsiteY10" fmla="*/ 50563 h 303333"/>
                  <a:gd name="connsiteX0" fmla="*/ 29966 w 534820"/>
                  <a:gd name="connsiteY0" fmla="*/ 50563 h 303333"/>
                  <a:gd name="connsiteX1" fmla="*/ 80521 w 534820"/>
                  <a:gd name="connsiteY1" fmla="*/ 8 h 303333"/>
                  <a:gd name="connsiteX2" fmla="*/ 269905 w 534820"/>
                  <a:gd name="connsiteY2" fmla="*/ 115525 h 303333"/>
                  <a:gd name="connsiteX3" fmla="*/ 456990 w 534820"/>
                  <a:gd name="connsiteY3" fmla="*/ 8 h 303333"/>
                  <a:gd name="connsiteX4" fmla="*/ 507545 w 534820"/>
                  <a:gd name="connsiteY4" fmla="*/ 50563 h 303333"/>
                  <a:gd name="connsiteX5" fmla="*/ 507545 w 534820"/>
                  <a:gd name="connsiteY5" fmla="*/ 252778 h 303333"/>
                  <a:gd name="connsiteX6" fmla="*/ 456990 w 534820"/>
                  <a:gd name="connsiteY6" fmla="*/ 303333 h 303333"/>
                  <a:gd name="connsiteX7" fmla="*/ 259608 w 534820"/>
                  <a:gd name="connsiteY7" fmla="*/ 188446 h 303333"/>
                  <a:gd name="connsiteX8" fmla="*/ 80521 w 534820"/>
                  <a:gd name="connsiteY8" fmla="*/ 303333 h 303333"/>
                  <a:gd name="connsiteX9" fmla="*/ 29966 w 534820"/>
                  <a:gd name="connsiteY9" fmla="*/ 252778 h 303333"/>
                  <a:gd name="connsiteX10" fmla="*/ 29966 w 534820"/>
                  <a:gd name="connsiteY10" fmla="*/ 50563 h 303333"/>
                  <a:gd name="connsiteX0" fmla="*/ 21843 w 526697"/>
                  <a:gd name="connsiteY0" fmla="*/ 50563 h 303333"/>
                  <a:gd name="connsiteX1" fmla="*/ 72398 w 526697"/>
                  <a:gd name="connsiteY1" fmla="*/ 8 h 303333"/>
                  <a:gd name="connsiteX2" fmla="*/ 261782 w 526697"/>
                  <a:gd name="connsiteY2" fmla="*/ 115525 h 303333"/>
                  <a:gd name="connsiteX3" fmla="*/ 448867 w 526697"/>
                  <a:gd name="connsiteY3" fmla="*/ 8 h 303333"/>
                  <a:gd name="connsiteX4" fmla="*/ 499422 w 526697"/>
                  <a:gd name="connsiteY4" fmla="*/ 50563 h 303333"/>
                  <a:gd name="connsiteX5" fmla="*/ 499422 w 526697"/>
                  <a:gd name="connsiteY5" fmla="*/ 252778 h 303333"/>
                  <a:gd name="connsiteX6" fmla="*/ 448867 w 526697"/>
                  <a:gd name="connsiteY6" fmla="*/ 303333 h 303333"/>
                  <a:gd name="connsiteX7" fmla="*/ 251485 w 526697"/>
                  <a:gd name="connsiteY7" fmla="*/ 188446 h 303333"/>
                  <a:gd name="connsiteX8" fmla="*/ 72398 w 526697"/>
                  <a:gd name="connsiteY8" fmla="*/ 303333 h 303333"/>
                  <a:gd name="connsiteX9" fmla="*/ 21843 w 526697"/>
                  <a:gd name="connsiteY9" fmla="*/ 252778 h 303333"/>
                  <a:gd name="connsiteX10" fmla="*/ 21843 w 526697"/>
                  <a:gd name="connsiteY10" fmla="*/ 50563 h 303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6697" h="303333">
                    <a:moveTo>
                      <a:pt x="21843" y="50563"/>
                    </a:moveTo>
                    <a:cubicBezTo>
                      <a:pt x="21843" y="22642"/>
                      <a:pt x="44477" y="8"/>
                      <a:pt x="72398" y="8"/>
                    </a:cubicBezTo>
                    <a:cubicBezTo>
                      <a:pt x="131126" y="-1138"/>
                      <a:pt x="203054" y="116671"/>
                      <a:pt x="261782" y="115525"/>
                    </a:cubicBezTo>
                    <a:cubicBezTo>
                      <a:pt x="328544" y="116671"/>
                      <a:pt x="382105" y="-1138"/>
                      <a:pt x="448867" y="8"/>
                    </a:cubicBezTo>
                    <a:cubicBezTo>
                      <a:pt x="476788" y="8"/>
                      <a:pt x="499422" y="22642"/>
                      <a:pt x="499422" y="50563"/>
                    </a:cubicBezTo>
                    <a:cubicBezTo>
                      <a:pt x="536469" y="115043"/>
                      <a:pt x="535103" y="175480"/>
                      <a:pt x="499422" y="252778"/>
                    </a:cubicBezTo>
                    <a:cubicBezTo>
                      <a:pt x="499422" y="280699"/>
                      <a:pt x="476788" y="303333"/>
                      <a:pt x="448867" y="303333"/>
                    </a:cubicBezTo>
                    <a:cubicBezTo>
                      <a:pt x="384240" y="300500"/>
                      <a:pt x="316112" y="191279"/>
                      <a:pt x="251485" y="188446"/>
                    </a:cubicBezTo>
                    <a:lnTo>
                      <a:pt x="72398" y="303333"/>
                    </a:lnTo>
                    <a:cubicBezTo>
                      <a:pt x="44477" y="303333"/>
                      <a:pt x="21843" y="280699"/>
                      <a:pt x="21843" y="252778"/>
                    </a:cubicBezTo>
                    <a:cubicBezTo>
                      <a:pt x="2308" y="196439"/>
                      <a:pt x="-15532" y="133979"/>
                      <a:pt x="21843" y="5056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: Rounded Corners 7">
                <a:extLst>
                  <a:ext uri="{FF2B5EF4-FFF2-40B4-BE49-F238E27FC236}">
                    <a16:creationId xmlns:a16="http://schemas.microsoft.com/office/drawing/2014/main" id="{6D8A448C-AD41-44E1-B8B8-E6746B92619A}"/>
                  </a:ext>
                </a:extLst>
              </p:cNvPr>
              <p:cNvSpPr/>
              <p:nvPr/>
            </p:nvSpPr>
            <p:spPr>
              <a:xfrm rot="20671874">
                <a:off x="8121421" y="5342356"/>
                <a:ext cx="445032" cy="221972"/>
              </a:xfrm>
              <a:custGeom>
                <a:avLst/>
                <a:gdLst>
                  <a:gd name="connsiteX0" fmla="*/ 0 w 477579"/>
                  <a:gd name="connsiteY0" fmla="*/ 50555 h 303325"/>
                  <a:gd name="connsiteX1" fmla="*/ 50555 w 477579"/>
                  <a:gd name="connsiteY1" fmla="*/ 0 h 303325"/>
                  <a:gd name="connsiteX2" fmla="*/ 427024 w 477579"/>
                  <a:gd name="connsiteY2" fmla="*/ 0 h 303325"/>
                  <a:gd name="connsiteX3" fmla="*/ 477579 w 477579"/>
                  <a:gd name="connsiteY3" fmla="*/ 50555 h 303325"/>
                  <a:gd name="connsiteX4" fmla="*/ 477579 w 477579"/>
                  <a:gd name="connsiteY4" fmla="*/ 252770 h 303325"/>
                  <a:gd name="connsiteX5" fmla="*/ 427024 w 477579"/>
                  <a:gd name="connsiteY5" fmla="*/ 303325 h 303325"/>
                  <a:gd name="connsiteX6" fmla="*/ 50555 w 477579"/>
                  <a:gd name="connsiteY6" fmla="*/ 303325 h 303325"/>
                  <a:gd name="connsiteX7" fmla="*/ 0 w 477579"/>
                  <a:gd name="connsiteY7" fmla="*/ 252770 h 303325"/>
                  <a:gd name="connsiteX8" fmla="*/ 0 w 477579"/>
                  <a:gd name="connsiteY8" fmla="*/ 50555 h 303325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50555 w 477579"/>
                  <a:gd name="connsiteY7" fmla="*/ 303333 h 303333"/>
                  <a:gd name="connsiteX8" fmla="*/ 0 w 477579"/>
                  <a:gd name="connsiteY8" fmla="*/ 252778 h 303333"/>
                  <a:gd name="connsiteX9" fmla="*/ 0 w 477579"/>
                  <a:gd name="connsiteY9" fmla="*/ 50563 h 303333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229642 w 477579"/>
                  <a:gd name="connsiteY7" fmla="*/ 188446 h 303333"/>
                  <a:gd name="connsiteX8" fmla="*/ 50555 w 477579"/>
                  <a:gd name="connsiteY8" fmla="*/ 303333 h 303333"/>
                  <a:gd name="connsiteX9" fmla="*/ 0 w 477579"/>
                  <a:gd name="connsiteY9" fmla="*/ 252778 h 303333"/>
                  <a:gd name="connsiteX10" fmla="*/ 0 w 477579"/>
                  <a:gd name="connsiteY10" fmla="*/ 50563 h 303333"/>
                  <a:gd name="connsiteX0" fmla="*/ 0 w 493437"/>
                  <a:gd name="connsiteY0" fmla="*/ 50563 h 303333"/>
                  <a:gd name="connsiteX1" fmla="*/ 50555 w 493437"/>
                  <a:gd name="connsiteY1" fmla="*/ 8 h 303333"/>
                  <a:gd name="connsiteX2" fmla="*/ 239939 w 493437"/>
                  <a:gd name="connsiteY2" fmla="*/ 115525 h 303333"/>
                  <a:gd name="connsiteX3" fmla="*/ 427024 w 493437"/>
                  <a:gd name="connsiteY3" fmla="*/ 8 h 303333"/>
                  <a:gd name="connsiteX4" fmla="*/ 477579 w 493437"/>
                  <a:gd name="connsiteY4" fmla="*/ 50563 h 303333"/>
                  <a:gd name="connsiteX5" fmla="*/ 477579 w 493437"/>
                  <a:gd name="connsiteY5" fmla="*/ 252778 h 303333"/>
                  <a:gd name="connsiteX6" fmla="*/ 427024 w 493437"/>
                  <a:gd name="connsiteY6" fmla="*/ 303333 h 303333"/>
                  <a:gd name="connsiteX7" fmla="*/ 229642 w 493437"/>
                  <a:gd name="connsiteY7" fmla="*/ 188446 h 303333"/>
                  <a:gd name="connsiteX8" fmla="*/ 50555 w 493437"/>
                  <a:gd name="connsiteY8" fmla="*/ 303333 h 303333"/>
                  <a:gd name="connsiteX9" fmla="*/ 0 w 493437"/>
                  <a:gd name="connsiteY9" fmla="*/ 252778 h 303333"/>
                  <a:gd name="connsiteX10" fmla="*/ 0 w 493437"/>
                  <a:gd name="connsiteY10" fmla="*/ 50563 h 303333"/>
                  <a:gd name="connsiteX0" fmla="*/ 0 w 504854"/>
                  <a:gd name="connsiteY0" fmla="*/ 50563 h 303333"/>
                  <a:gd name="connsiteX1" fmla="*/ 50555 w 504854"/>
                  <a:gd name="connsiteY1" fmla="*/ 8 h 303333"/>
                  <a:gd name="connsiteX2" fmla="*/ 239939 w 504854"/>
                  <a:gd name="connsiteY2" fmla="*/ 115525 h 303333"/>
                  <a:gd name="connsiteX3" fmla="*/ 427024 w 504854"/>
                  <a:gd name="connsiteY3" fmla="*/ 8 h 303333"/>
                  <a:gd name="connsiteX4" fmla="*/ 477579 w 504854"/>
                  <a:gd name="connsiteY4" fmla="*/ 50563 h 303333"/>
                  <a:gd name="connsiteX5" fmla="*/ 477579 w 504854"/>
                  <a:gd name="connsiteY5" fmla="*/ 252778 h 303333"/>
                  <a:gd name="connsiteX6" fmla="*/ 427024 w 504854"/>
                  <a:gd name="connsiteY6" fmla="*/ 303333 h 303333"/>
                  <a:gd name="connsiteX7" fmla="*/ 229642 w 504854"/>
                  <a:gd name="connsiteY7" fmla="*/ 188446 h 303333"/>
                  <a:gd name="connsiteX8" fmla="*/ 50555 w 504854"/>
                  <a:gd name="connsiteY8" fmla="*/ 303333 h 303333"/>
                  <a:gd name="connsiteX9" fmla="*/ 0 w 504854"/>
                  <a:gd name="connsiteY9" fmla="*/ 252778 h 303333"/>
                  <a:gd name="connsiteX10" fmla="*/ 0 w 504854"/>
                  <a:gd name="connsiteY10" fmla="*/ 50563 h 303333"/>
                  <a:gd name="connsiteX0" fmla="*/ 16611 w 521465"/>
                  <a:gd name="connsiteY0" fmla="*/ 50563 h 303333"/>
                  <a:gd name="connsiteX1" fmla="*/ 67166 w 521465"/>
                  <a:gd name="connsiteY1" fmla="*/ 8 h 303333"/>
                  <a:gd name="connsiteX2" fmla="*/ 256550 w 521465"/>
                  <a:gd name="connsiteY2" fmla="*/ 115525 h 303333"/>
                  <a:gd name="connsiteX3" fmla="*/ 443635 w 521465"/>
                  <a:gd name="connsiteY3" fmla="*/ 8 h 303333"/>
                  <a:gd name="connsiteX4" fmla="*/ 494190 w 521465"/>
                  <a:gd name="connsiteY4" fmla="*/ 50563 h 303333"/>
                  <a:gd name="connsiteX5" fmla="*/ 494190 w 521465"/>
                  <a:gd name="connsiteY5" fmla="*/ 252778 h 303333"/>
                  <a:gd name="connsiteX6" fmla="*/ 443635 w 521465"/>
                  <a:gd name="connsiteY6" fmla="*/ 303333 h 303333"/>
                  <a:gd name="connsiteX7" fmla="*/ 246253 w 521465"/>
                  <a:gd name="connsiteY7" fmla="*/ 188446 h 303333"/>
                  <a:gd name="connsiteX8" fmla="*/ 67166 w 521465"/>
                  <a:gd name="connsiteY8" fmla="*/ 303333 h 303333"/>
                  <a:gd name="connsiteX9" fmla="*/ 16611 w 521465"/>
                  <a:gd name="connsiteY9" fmla="*/ 252778 h 303333"/>
                  <a:gd name="connsiteX10" fmla="*/ 16611 w 521465"/>
                  <a:gd name="connsiteY10" fmla="*/ 50563 h 303333"/>
                  <a:gd name="connsiteX0" fmla="*/ 29966 w 534820"/>
                  <a:gd name="connsiteY0" fmla="*/ 50563 h 303333"/>
                  <a:gd name="connsiteX1" fmla="*/ 80521 w 534820"/>
                  <a:gd name="connsiteY1" fmla="*/ 8 h 303333"/>
                  <a:gd name="connsiteX2" fmla="*/ 269905 w 534820"/>
                  <a:gd name="connsiteY2" fmla="*/ 115525 h 303333"/>
                  <a:gd name="connsiteX3" fmla="*/ 456990 w 534820"/>
                  <a:gd name="connsiteY3" fmla="*/ 8 h 303333"/>
                  <a:gd name="connsiteX4" fmla="*/ 507545 w 534820"/>
                  <a:gd name="connsiteY4" fmla="*/ 50563 h 303333"/>
                  <a:gd name="connsiteX5" fmla="*/ 507545 w 534820"/>
                  <a:gd name="connsiteY5" fmla="*/ 252778 h 303333"/>
                  <a:gd name="connsiteX6" fmla="*/ 456990 w 534820"/>
                  <a:gd name="connsiteY6" fmla="*/ 303333 h 303333"/>
                  <a:gd name="connsiteX7" fmla="*/ 259608 w 534820"/>
                  <a:gd name="connsiteY7" fmla="*/ 188446 h 303333"/>
                  <a:gd name="connsiteX8" fmla="*/ 80521 w 534820"/>
                  <a:gd name="connsiteY8" fmla="*/ 303333 h 303333"/>
                  <a:gd name="connsiteX9" fmla="*/ 29966 w 534820"/>
                  <a:gd name="connsiteY9" fmla="*/ 252778 h 303333"/>
                  <a:gd name="connsiteX10" fmla="*/ 29966 w 534820"/>
                  <a:gd name="connsiteY10" fmla="*/ 50563 h 303333"/>
                  <a:gd name="connsiteX0" fmla="*/ 21843 w 526697"/>
                  <a:gd name="connsiteY0" fmla="*/ 50563 h 303333"/>
                  <a:gd name="connsiteX1" fmla="*/ 72398 w 526697"/>
                  <a:gd name="connsiteY1" fmla="*/ 8 h 303333"/>
                  <a:gd name="connsiteX2" fmla="*/ 261782 w 526697"/>
                  <a:gd name="connsiteY2" fmla="*/ 115525 h 303333"/>
                  <a:gd name="connsiteX3" fmla="*/ 448867 w 526697"/>
                  <a:gd name="connsiteY3" fmla="*/ 8 h 303333"/>
                  <a:gd name="connsiteX4" fmla="*/ 499422 w 526697"/>
                  <a:gd name="connsiteY4" fmla="*/ 50563 h 303333"/>
                  <a:gd name="connsiteX5" fmla="*/ 499422 w 526697"/>
                  <a:gd name="connsiteY5" fmla="*/ 252778 h 303333"/>
                  <a:gd name="connsiteX6" fmla="*/ 448867 w 526697"/>
                  <a:gd name="connsiteY6" fmla="*/ 303333 h 303333"/>
                  <a:gd name="connsiteX7" fmla="*/ 251485 w 526697"/>
                  <a:gd name="connsiteY7" fmla="*/ 188446 h 303333"/>
                  <a:gd name="connsiteX8" fmla="*/ 72398 w 526697"/>
                  <a:gd name="connsiteY8" fmla="*/ 303333 h 303333"/>
                  <a:gd name="connsiteX9" fmla="*/ 21843 w 526697"/>
                  <a:gd name="connsiteY9" fmla="*/ 252778 h 303333"/>
                  <a:gd name="connsiteX10" fmla="*/ 21843 w 526697"/>
                  <a:gd name="connsiteY10" fmla="*/ 50563 h 303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6697" h="303333">
                    <a:moveTo>
                      <a:pt x="21843" y="50563"/>
                    </a:moveTo>
                    <a:cubicBezTo>
                      <a:pt x="21843" y="22642"/>
                      <a:pt x="44477" y="8"/>
                      <a:pt x="72398" y="8"/>
                    </a:cubicBezTo>
                    <a:cubicBezTo>
                      <a:pt x="131126" y="-1138"/>
                      <a:pt x="203054" y="116671"/>
                      <a:pt x="261782" y="115525"/>
                    </a:cubicBezTo>
                    <a:cubicBezTo>
                      <a:pt x="328544" y="116671"/>
                      <a:pt x="382105" y="-1138"/>
                      <a:pt x="448867" y="8"/>
                    </a:cubicBezTo>
                    <a:cubicBezTo>
                      <a:pt x="476788" y="8"/>
                      <a:pt x="499422" y="22642"/>
                      <a:pt x="499422" y="50563"/>
                    </a:cubicBezTo>
                    <a:cubicBezTo>
                      <a:pt x="536469" y="115043"/>
                      <a:pt x="535103" y="175480"/>
                      <a:pt x="499422" y="252778"/>
                    </a:cubicBezTo>
                    <a:cubicBezTo>
                      <a:pt x="499422" y="280699"/>
                      <a:pt x="476788" y="303333"/>
                      <a:pt x="448867" y="303333"/>
                    </a:cubicBezTo>
                    <a:cubicBezTo>
                      <a:pt x="384240" y="300500"/>
                      <a:pt x="316112" y="191279"/>
                      <a:pt x="251485" y="188446"/>
                    </a:cubicBezTo>
                    <a:lnTo>
                      <a:pt x="72398" y="303333"/>
                    </a:lnTo>
                    <a:cubicBezTo>
                      <a:pt x="44477" y="303333"/>
                      <a:pt x="21843" y="280699"/>
                      <a:pt x="21843" y="252778"/>
                    </a:cubicBezTo>
                    <a:cubicBezTo>
                      <a:pt x="2308" y="196439"/>
                      <a:pt x="-15532" y="133979"/>
                      <a:pt x="21843" y="50563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: Rounded Corners 7">
                <a:extLst>
                  <a:ext uri="{FF2B5EF4-FFF2-40B4-BE49-F238E27FC236}">
                    <a16:creationId xmlns:a16="http://schemas.microsoft.com/office/drawing/2014/main" id="{A55E3509-4675-4642-AF38-530EFBDE559B}"/>
                  </a:ext>
                </a:extLst>
              </p:cNvPr>
              <p:cNvSpPr/>
              <p:nvPr/>
            </p:nvSpPr>
            <p:spPr>
              <a:xfrm rot="977810">
                <a:off x="8356059" y="6020648"/>
                <a:ext cx="445032" cy="221972"/>
              </a:xfrm>
              <a:custGeom>
                <a:avLst/>
                <a:gdLst>
                  <a:gd name="connsiteX0" fmla="*/ 0 w 477579"/>
                  <a:gd name="connsiteY0" fmla="*/ 50555 h 303325"/>
                  <a:gd name="connsiteX1" fmla="*/ 50555 w 477579"/>
                  <a:gd name="connsiteY1" fmla="*/ 0 h 303325"/>
                  <a:gd name="connsiteX2" fmla="*/ 427024 w 477579"/>
                  <a:gd name="connsiteY2" fmla="*/ 0 h 303325"/>
                  <a:gd name="connsiteX3" fmla="*/ 477579 w 477579"/>
                  <a:gd name="connsiteY3" fmla="*/ 50555 h 303325"/>
                  <a:gd name="connsiteX4" fmla="*/ 477579 w 477579"/>
                  <a:gd name="connsiteY4" fmla="*/ 252770 h 303325"/>
                  <a:gd name="connsiteX5" fmla="*/ 427024 w 477579"/>
                  <a:gd name="connsiteY5" fmla="*/ 303325 h 303325"/>
                  <a:gd name="connsiteX6" fmla="*/ 50555 w 477579"/>
                  <a:gd name="connsiteY6" fmla="*/ 303325 h 303325"/>
                  <a:gd name="connsiteX7" fmla="*/ 0 w 477579"/>
                  <a:gd name="connsiteY7" fmla="*/ 252770 h 303325"/>
                  <a:gd name="connsiteX8" fmla="*/ 0 w 477579"/>
                  <a:gd name="connsiteY8" fmla="*/ 50555 h 303325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50555 w 477579"/>
                  <a:gd name="connsiteY7" fmla="*/ 303333 h 303333"/>
                  <a:gd name="connsiteX8" fmla="*/ 0 w 477579"/>
                  <a:gd name="connsiteY8" fmla="*/ 252778 h 303333"/>
                  <a:gd name="connsiteX9" fmla="*/ 0 w 477579"/>
                  <a:gd name="connsiteY9" fmla="*/ 50563 h 303333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229642 w 477579"/>
                  <a:gd name="connsiteY7" fmla="*/ 188446 h 303333"/>
                  <a:gd name="connsiteX8" fmla="*/ 50555 w 477579"/>
                  <a:gd name="connsiteY8" fmla="*/ 303333 h 303333"/>
                  <a:gd name="connsiteX9" fmla="*/ 0 w 477579"/>
                  <a:gd name="connsiteY9" fmla="*/ 252778 h 303333"/>
                  <a:gd name="connsiteX10" fmla="*/ 0 w 477579"/>
                  <a:gd name="connsiteY10" fmla="*/ 50563 h 303333"/>
                  <a:gd name="connsiteX0" fmla="*/ 0 w 493437"/>
                  <a:gd name="connsiteY0" fmla="*/ 50563 h 303333"/>
                  <a:gd name="connsiteX1" fmla="*/ 50555 w 493437"/>
                  <a:gd name="connsiteY1" fmla="*/ 8 h 303333"/>
                  <a:gd name="connsiteX2" fmla="*/ 239939 w 493437"/>
                  <a:gd name="connsiteY2" fmla="*/ 115525 h 303333"/>
                  <a:gd name="connsiteX3" fmla="*/ 427024 w 493437"/>
                  <a:gd name="connsiteY3" fmla="*/ 8 h 303333"/>
                  <a:gd name="connsiteX4" fmla="*/ 477579 w 493437"/>
                  <a:gd name="connsiteY4" fmla="*/ 50563 h 303333"/>
                  <a:gd name="connsiteX5" fmla="*/ 477579 w 493437"/>
                  <a:gd name="connsiteY5" fmla="*/ 252778 h 303333"/>
                  <a:gd name="connsiteX6" fmla="*/ 427024 w 493437"/>
                  <a:gd name="connsiteY6" fmla="*/ 303333 h 303333"/>
                  <a:gd name="connsiteX7" fmla="*/ 229642 w 493437"/>
                  <a:gd name="connsiteY7" fmla="*/ 188446 h 303333"/>
                  <a:gd name="connsiteX8" fmla="*/ 50555 w 493437"/>
                  <a:gd name="connsiteY8" fmla="*/ 303333 h 303333"/>
                  <a:gd name="connsiteX9" fmla="*/ 0 w 493437"/>
                  <a:gd name="connsiteY9" fmla="*/ 252778 h 303333"/>
                  <a:gd name="connsiteX10" fmla="*/ 0 w 493437"/>
                  <a:gd name="connsiteY10" fmla="*/ 50563 h 303333"/>
                  <a:gd name="connsiteX0" fmla="*/ 0 w 504854"/>
                  <a:gd name="connsiteY0" fmla="*/ 50563 h 303333"/>
                  <a:gd name="connsiteX1" fmla="*/ 50555 w 504854"/>
                  <a:gd name="connsiteY1" fmla="*/ 8 h 303333"/>
                  <a:gd name="connsiteX2" fmla="*/ 239939 w 504854"/>
                  <a:gd name="connsiteY2" fmla="*/ 115525 h 303333"/>
                  <a:gd name="connsiteX3" fmla="*/ 427024 w 504854"/>
                  <a:gd name="connsiteY3" fmla="*/ 8 h 303333"/>
                  <a:gd name="connsiteX4" fmla="*/ 477579 w 504854"/>
                  <a:gd name="connsiteY4" fmla="*/ 50563 h 303333"/>
                  <a:gd name="connsiteX5" fmla="*/ 477579 w 504854"/>
                  <a:gd name="connsiteY5" fmla="*/ 252778 h 303333"/>
                  <a:gd name="connsiteX6" fmla="*/ 427024 w 504854"/>
                  <a:gd name="connsiteY6" fmla="*/ 303333 h 303333"/>
                  <a:gd name="connsiteX7" fmla="*/ 229642 w 504854"/>
                  <a:gd name="connsiteY7" fmla="*/ 188446 h 303333"/>
                  <a:gd name="connsiteX8" fmla="*/ 50555 w 504854"/>
                  <a:gd name="connsiteY8" fmla="*/ 303333 h 303333"/>
                  <a:gd name="connsiteX9" fmla="*/ 0 w 504854"/>
                  <a:gd name="connsiteY9" fmla="*/ 252778 h 303333"/>
                  <a:gd name="connsiteX10" fmla="*/ 0 w 504854"/>
                  <a:gd name="connsiteY10" fmla="*/ 50563 h 303333"/>
                  <a:gd name="connsiteX0" fmla="*/ 16611 w 521465"/>
                  <a:gd name="connsiteY0" fmla="*/ 50563 h 303333"/>
                  <a:gd name="connsiteX1" fmla="*/ 67166 w 521465"/>
                  <a:gd name="connsiteY1" fmla="*/ 8 h 303333"/>
                  <a:gd name="connsiteX2" fmla="*/ 256550 w 521465"/>
                  <a:gd name="connsiteY2" fmla="*/ 115525 h 303333"/>
                  <a:gd name="connsiteX3" fmla="*/ 443635 w 521465"/>
                  <a:gd name="connsiteY3" fmla="*/ 8 h 303333"/>
                  <a:gd name="connsiteX4" fmla="*/ 494190 w 521465"/>
                  <a:gd name="connsiteY4" fmla="*/ 50563 h 303333"/>
                  <a:gd name="connsiteX5" fmla="*/ 494190 w 521465"/>
                  <a:gd name="connsiteY5" fmla="*/ 252778 h 303333"/>
                  <a:gd name="connsiteX6" fmla="*/ 443635 w 521465"/>
                  <a:gd name="connsiteY6" fmla="*/ 303333 h 303333"/>
                  <a:gd name="connsiteX7" fmla="*/ 246253 w 521465"/>
                  <a:gd name="connsiteY7" fmla="*/ 188446 h 303333"/>
                  <a:gd name="connsiteX8" fmla="*/ 67166 w 521465"/>
                  <a:gd name="connsiteY8" fmla="*/ 303333 h 303333"/>
                  <a:gd name="connsiteX9" fmla="*/ 16611 w 521465"/>
                  <a:gd name="connsiteY9" fmla="*/ 252778 h 303333"/>
                  <a:gd name="connsiteX10" fmla="*/ 16611 w 521465"/>
                  <a:gd name="connsiteY10" fmla="*/ 50563 h 303333"/>
                  <a:gd name="connsiteX0" fmla="*/ 29966 w 534820"/>
                  <a:gd name="connsiteY0" fmla="*/ 50563 h 303333"/>
                  <a:gd name="connsiteX1" fmla="*/ 80521 w 534820"/>
                  <a:gd name="connsiteY1" fmla="*/ 8 h 303333"/>
                  <a:gd name="connsiteX2" fmla="*/ 269905 w 534820"/>
                  <a:gd name="connsiteY2" fmla="*/ 115525 h 303333"/>
                  <a:gd name="connsiteX3" fmla="*/ 456990 w 534820"/>
                  <a:gd name="connsiteY3" fmla="*/ 8 h 303333"/>
                  <a:gd name="connsiteX4" fmla="*/ 507545 w 534820"/>
                  <a:gd name="connsiteY4" fmla="*/ 50563 h 303333"/>
                  <a:gd name="connsiteX5" fmla="*/ 507545 w 534820"/>
                  <a:gd name="connsiteY5" fmla="*/ 252778 h 303333"/>
                  <a:gd name="connsiteX6" fmla="*/ 456990 w 534820"/>
                  <a:gd name="connsiteY6" fmla="*/ 303333 h 303333"/>
                  <a:gd name="connsiteX7" fmla="*/ 259608 w 534820"/>
                  <a:gd name="connsiteY7" fmla="*/ 188446 h 303333"/>
                  <a:gd name="connsiteX8" fmla="*/ 80521 w 534820"/>
                  <a:gd name="connsiteY8" fmla="*/ 303333 h 303333"/>
                  <a:gd name="connsiteX9" fmla="*/ 29966 w 534820"/>
                  <a:gd name="connsiteY9" fmla="*/ 252778 h 303333"/>
                  <a:gd name="connsiteX10" fmla="*/ 29966 w 534820"/>
                  <a:gd name="connsiteY10" fmla="*/ 50563 h 303333"/>
                  <a:gd name="connsiteX0" fmla="*/ 21843 w 526697"/>
                  <a:gd name="connsiteY0" fmla="*/ 50563 h 303333"/>
                  <a:gd name="connsiteX1" fmla="*/ 72398 w 526697"/>
                  <a:gd name="connsiteY1" fmla="*/ 8 h 303333"/>
                  <a:gd name="connsiteX2" fmla="*/ 261782 w 526697"/>
                  <a:gd name="connsiteY2" fmla="*/ 115525 h 303333"/>
                  <a:gd name="connsiteX3" fmla="*/ 448867 w 526697"/>
                  <a:gd name="connsiteY3" fmla="*/ 8 h 303333"/>
                  <a:gd name="connsiteX4" fmla="*/ 499422 w 526697"/>
                  <a:gd name="connsiteY4" fmla="*/ 50563 h 303333"/>
                  <a:gd name="connsiteX5" fmla="*/ 499422 w 526697"/>
                  <a:gd name="connsiteY5" fmla="*/ 252778 h 303333"/>
                  <a:gd name="connsiteX6" fmla="*/ 448867 w 526697"/>
                  <a:gd name="connsiteY6" fmla="*/ 303333 h 303333"/>
                  <a:gd name="connsiteX7" fmla="*/ 251485 w 526697"/>
                  <a:gd name="connsiteY7" fmla="*/ 188446 h 303333"/>
                  <a:gd name="connsiteX8" fmla="*/ 72398 w 526697"/>
                  <a:gd name="connsiteY8" fmla="*/ 303333 h 303333"/>
                  <a:gd name="connsiteX9" fmla="*/ 21843 w 526697"/>
                  <a:gd name="connsiteY9" fmla="*/ 252778 h 303333"/>
                  <a:gd name="connsiteX10" fmla="*/ 21843 w 526697"/>
                  <a:gd name="connsiteY10" fmla="*/ 50563 h 303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6697" h="303333">
                    <a:moveTo>
                      <a:pt x="21843" y="50563"/>
                    </a:moveTo>
                    <a:cubicBezTo>
                      <a:pt x="21843" y="22642"/>
                      <a:pt x="44477" y="8"/>
                      <a:pt x="72398" y="8"/>
                    </a:cubicBezTo>
                    <a:cubicBezTo>
                      <a:pt x="131126" y="-1138"/>
                      <a:pt x="203054" y="116671"/>
                      <a:pt x="261782" y="115525"/>
                    </a:cubicBezTo>
                    <a:cubicBezTo>
                      <a:pt x="328544" y="116671"/>
                      <a:pt x="382105" y="-1138"/>
                      <a:pt x="448867" y="8"/>
                    </a:cubicBezTo>
                    <a:cubicBezTo>
                      <a:pt x="476788" y="8"/>
                      <a:pt x="499422" y="22642"/>
                      <a:pt x="499422" y="50563"/>
                    </a:cubicBezTo>
                    <a:cubicBezTo>
                      <a:pt x="536469" y="115043"/>
                      <a:pt x="535103" y="175480"/>
                      <a:pt x="499422" y="252778"/>
                    </a:cubicBezTo>
                    <a:cubicBezTo>
                      <a:pt x="499422" y="280699"/>
                      <a:pt x="476788" y="303333"/>
                      <a:pt x="448867" y="303333"/>
                    </a:cubicBezTo>
                    <a:cubicBezTo>
                      <a:pt x="384240" y="300500"/>
                      <a:pt x="316112" y="191279"/>
                      <a:pt x="251485" y="188446"/>
                    </a:cubicBezTo>
                    <a:lnTo>
                      <a:pt x="72398" y="303333"/>
                    </a:lnTo>
                    <a:cubicBezTo>
                      <a:pt x="44477" y="303333"/>
                      <a:pt x="21843" y="280699"/>
                      <a:pt x="21843" y="252778"/>
                    </a:cubicBezTo>
                    <a:cubicBezTo>
                      <a:pt x="2308" y="196439"/>
                      <a:pt x="-15532" y="133979"/>
                      <a:pt x="21843" y="50563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: Rounded Corners 7">
                <a:extLst>
                  <a:ext uri="{FF2B5EF4-FFF2-40B4-BE49-F238E27FC236}">
                    <a16:creationId xmlns:a16="http://schemas.microsoft.com/office/drawing/2014/main" id="{99678B4A-6CAF-4B33-9ACE-4502366EF933}"/>
                  </a:ext>
                </a:extLst>
              </p:cNvPr>
              <p:cNvSpPr/>
              <p:nvPr/>
            </p:nvSpPr>
            <p:spPr>
              <a:xfrm rot="555254">
                <a:off x="7769682" y="3953470"/>
                <a:ext cx="492324" cy="245560"/>
              </a:xfrm>
              <a:custGeom>
                <a:avLst/>
                <a:gdLst>
                  <a:gd name="connsiteX0" fmla="*/ 0 w 477579"/>
                  <a:gd name="connsiteY0" fmla="*/ 50555 h 303325"/>
                  <a:gd name="connsiteX1" fmla="*/ 50555 w 477579"/>
                  <a:gd name="connsiteY1" fmla="*/ 0 h 303325"/>
                  <a:gd name="connsiteX2" fmla="*/ 427024 w 477579"/>
                  <a:gd name="connsiteY2" fmla="*/ 0 h 303325"/>
                  <a:gd name="connsiteX3" fmla="*/ 477579 w 477579"/>
                  <a:gd name="connsiteY3" fmla="*/ 50555 h 303325"/>
                  <a:gd name="connsiteX4" fmla="*/ 477579 w 477579"/>
                  <a:gd name="connsiteY4" fmla="*/ 252770 h 303325"/>
                  <a:gd name="connsiteX5" fmla="*/ 427024 w 477579"/>
                  <a:gd name="connsiteY5" fmla="*/ 303325 h 303325"/>
                  <a:gd name="connsiteX6" fmla="*/ 50555 w 477579"/>
                  <a:gd name="connsiteY6" fmla="*/ 303325 h 303325"/>
                  <a:gd name="connsiteX7" fmla="*/ 0 w 477579"/>
                  <a:gd name="connsiteY7" fmla="*/ 252770 h 303325"/>
                  <a:gd name="connsiteX8" fmla="*/ 0 w 477579"/>
                  <a:gd name="connsiteY8" fmla="*/ 50555 h 303325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50555 w 477579"/>
                  <a:gd name="connsiteY7" fmla="*/ 303333 h 303333"/>
                  <a:gd name="connsiteX8" fmla="*/ 0 w 477579"/>
                  <a:gd name="connsiteY8" fmla="*/ 252778 h 303333"/>
                  <a:gd name="connsiteX9" fmla="*/ 0 w 477579"/>
                  <a:gd name="connsiteY9" fmla="*/ 50563 h 303333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229642 w 477579"/>
                  <a:gd name="connsiteY7" fmla="*/ 188446 h 303333"/>
                  <a:gd name="connsiteX8" fmla="*/ 50555 w 477579"/>
                  <a:gd name="connsiteY8" fmla="*/ 303333 h 303333"/>
                  <a:gd name="connsiteX9" fmla="*/ 0 w 477579"/>
                  <a:gd name="connsiteY9" fmla="*/ 252778 h 303333"/>
                  <a:gd name="connsiteX10" fmla="*/ 0 w 477579"/>
                  <a:gd name="connsiteY10" fmla="*/ 50563 h 303333"/>
                  <a:gd name="connsiteX0" fmla="*/ 0 w 493437"/>
                  <a:gd name="connsiteY0" fmla="*/ 50563 h 303333"/>
                  <a:gd name="connsiteX1" fmla="*/ 50555 w 493437"/>
                  <a:gd name="connsiteY1" fmla="*/ 8 h 303333"/>
                  <a:gd name="connsiteX2" fmla="*/ 239939 w 493437"/>
                  <a:gd name="connsiteY2" fmla="*/ 115525 h 303333"/>
                  <a:gd name="connsiteX3" fmla="*/ 427024 w 493437"/>
                  <a:gd name="connsiteY3" fmla="*/ 8 h 303333"/>
                  <a:gd name="connsiteX4" fmla="*/ 477579 w 493437"/>
                  <a:gd name="connsiteY4" fmla="*/ 50563 h 303333"/>
                  <a:gd name="connsiteX5" fmla="*/ 477579 w 493437"/>
                  <a:gd name="connsiteY5" fmla="*/ 252778 h 303333"/>
                  <a:gd name="connsiteX6" fmla="*/ 427024 w 493437"/>
                  <a:gd name="connsiteY6" fmla="*/ 303333 h 303333"/>
                  <a:gd name="connsiteX7" fmla="*/ 229642 w 493437"/>
                  <a:gd name="connsiteY7" fmla="*/ 188446 h 303333"/>
                  <a:gd name="connsiteX8" fmla="*/ 50555 w 493437"/>
                  <a:gd name="connsiteY8" fmla="*/ 303333 h 303333"/>
                  <a:gd name="connsiteX9" fmla="*/ 0 w 493437"/>
                  <a:gd name="connsiteY9" fmla="*/ 252778 h 303333"/>
                  <a:gd name="connsiteX10" fmla="*/ 0 w 493437"/>
                  <a:gd name="connsiteY10" fmla="*/ 50563 h 303333"/>
                  <a:gd name="connsiteX0" fmla="*/ 0 w 504854"/>
                  <a:gd name="connsiteY0" fmla="*/ 50563 h 303333"/>
                  <a:gd name="connsiteX1" fmla="*/ 50555 w 504854"/>
                  <a:gd name="connsiteY1" fmla="*/ 8 h 303333"/>
                  <a:gd name="connsiteX2" fmla="*/ 239939 w 504854"/>
                  <a:gd name="connsiteY2" fmla="*/ 115525 h 303333"/>
                  <a:gd name="connsiteX3" fmla="*/ 427024 w 504854"/>
                  <a:gd name="connsiteY3" fmla="*/ 8 h 303333"/>
                  <a:gd name="connsiteX4" fmla="*/ 477579 w 504854"/>
                  <a:gd name="connsiteY4" fmla="*/ 50563 h 303333"/>
                  <a:gd name="connsiteX5" fmla="*/ 477579 w 504854"/>
                  <a:gd name="connsiteY5" fmla="*/ 252778 h 303333"/>
                  <a:gd name="connsiteX6" fmla="*/ 427024 w 504854"/>
                  <a:gd name="connsiteY6" fmla="*/ 303333 h 303333"/>
                  <a:gd name="connsiteX7" fmla="*/ 229642 w 504854"/>
                  <a:gd name="connsiteY7" fmla="*/ 188446 h 303333"/>
                  <a:gd name="connsiteX8" fmla="*/ 50555 w 504854"/>
                  <a:gd name="connsiteY8" fmla="*/ 303333 h 303333"/>
                  <a:gd name="connsiteX9" fmla="*/ 0 w 504854"/>
                  <a:gd name="connsiteY9" fmla="*/ 252778 h 303333"/>
                  <a:gd name="connsiteX10" fmla="*/ 0 w 504854"/>
                  <a:gd name="connsiteY10" fmla="*/ 50563 h 303333"/>
                  <a:gd name="connsiteX0" fmla="*/ 16611 w 521465"/>
                  <a:gd name="connsiteY0" fmla="*/ 50563 h 303333"/>
                  <a:gd name="connsiteX1" fmla="*/ 67166 w 521465"/>
                  <a:gd name="connsiteY1" fmla="*/ 8 h 303333"/>
                  <a:gd name="connsiteX2" fmla="*/ 256550 w 521465"/>
                  <a:gd name="connsiteY2" fmla="*/ 115525 h 303333"/>
                  <a:gd name="connsiteX3" fmla="*/ 443635 w 521465"/>
                  <a:gd name="connsiteY3" fmla="*/ 8 h 303333"/>
                  <a:gd name="connsiteX4" fmla="*/ 494190 w 521465"/>
                  <a:gd name="connsiteY4" fmla="*/ 50563 h 303333"/>
                  <a:gd name="connsiteX5" fmla="*/ 494190 w 521465"/>
                  <a:gd name="connsiteY5" fmla="*/ 252778 h 303333"/>
                  <a:gd name="connsiteX6" fmla="*/ 443635 w 521465"/>
                  <a:gd name="connsiteY6" fmla="*/ 303333 h 303333"/>
                  <a:gd name="connsiteX7" fmla="*/ 246253 w 521465"/>
                  <a:gd name="connsiteY7" fmla="*/ 188446 h 303333"/>
                  <a:gd name="connsiteX8" fmla="*/ 67166 w 521465"/>
                  <a:gd name="connsiteY8" fmla="*/ 303333 h 303333"/>
                  <a:gd name="connsiteX9" fmla="*/ 16611 w 521465"/>
                  <a:gd name="connsiteY9" fmla="*/ 252778 h 303333"/>
                  <a:gd name="connsiteX10" fmla="*/ 16611 w 521465"/>
                  <a:gd name="connsiteY10" fmla="*/ 50563 h 303333"/>
                  <a:gd name="connsiteX0" fmla="*/ 29966 w 534820"/>
                  <a:gd name="connsiteY0" fmla="*/ 50563 h 303333"/>
                  <a:gd name="connsiteX1" fmla="*/ 80521 w 534820"/>
                  <a:gd name="connsiteY1" fmla="*/ 8 h 303333"/>
                  <a:gd name="connsiteX2" fmla="*/ 269905 w 534820"/>
                  <a:gd name="connsiteY2" fmla="*/ 115525 h 303333"/>
                  <a:gd name="connsiteX3" fmla="*/ 456990 w 534820"/>
                  <a:gd name="connsiteY3" fmla="*/ 8 h 303333"/>
                  <a:gd name="connsiteX4" fmla="*/ 507545 w 534820"/>
                  <a:gd name="connsiteY4" fmla="*/ 50563 h 303333"/>
                  <a:gd name="connsiteX5" fmla="*/ 507545 w 534820"/>
                  <a:gd name="connsiteY5" fmla="*/ 252778 h 303333"/>
                  <a:gd name="connsiteX6" fmla="*/ 456990 w 534820"/>
                  <a:gd name="connsiteY6" fmla="*/ 303333 h 303333"/>
                  <a:gd name="connsiteX7" fmla="*/ 259608 w 534820"/>
                  <a:gd name="connsiteY7" fmla="*/ 188446 h 303333"/>
                  <a:gd name="connsiteX8" fmla="*/ 80521 w 534820"/>
                  <a:gd name="connsiteY8" fmla="*/ 303333 h 303333"/>
                  <a:gd name="connsiteX9" fmla="*/ 29966 w 534820"/>
                  <a:gd name="connsiteY9" fmla="*/ 252778 h 303333"/>
                  <a:gd name="connsiteX10" fmla="*/ 29966 w 534820"/>
                  <a:gd name="connsiteY10" fmla="*/ 50563 h 303333"/>
                  <a:gd name="connsiteX0" fmla="*/ 21843 w 526697"/>
                  <a:gd name="connsiteY0" fmla="*/ 50563 h 303333"/>
                  <a:gd name="connsiteX1" fmla="*/ 72398 w 526697"/>
                  <a:gd name="connsiteY1" fmla="*/ 8 h 303333"/>
                  <a:gd name="connsiteX2" fmla="*/ 261782 w 526697"/>
                  <a:gd name="connsiteY2" fmla="*/ 115525 h 303333"/>
                  <a:gd name="connsiteX3" fmla="*/ 448867 w 526697"/>
                  <a:gd name="connsiteY3" fmla="*/ 8 h 303333"/>
                  <a:gd name="connsiteX4" fmla="*/ 499422 w 526697"/>
                  <a:gd name="connsiteY4" fmla="*/ 50563 h 303333"/>
                  <a:gd name="connsiteX5" fmla="*/ 499422 w 526697"/>
                  <a:gd name="connsiteY5" fmla="*/ 252778 h 303333"/>
                  <a:gd name="connsiteX6" fmla="*/ 448867 w 526697"/>
                  <a:gd name="connsiteY6" fmla="*/ 303333 h 303333"/>
                  <a:gd name="connsiteX7" fmla="*/ 251485 w 526697"/>
                  <a:gd name="connsiteY7" fmla="*/ 188446 h 303333"/>
                  <a:gd name="connsiteX8" fmla="*/ 72398 w 526697"/>
                  <a:gd name="connsiteY8" fmla="*/ 303333 h 303333"/>
                  <a:gd name="connsiteX9" fmla="*/ 21843 w 526697"/>
                  <a:gd name="connsiteY9" fmla="*/ 252778 h 303333"/>
                  <a:gd name="connsiteX10" fmla="*/ 21843 w 526697"/>
                  <a:gd name="connsiteY10" fmla="*/ 50563 h 303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6697" h="303333">
                    <a:moveTo>
                      <a:pt x="21843" y="50563"/>
                    </a:moveTo>
                    <a:cubicBezTo>
                      <a:pt x="21843" y="22642"/>
                      <a:pt x="44477" y="8"/>
                      <a:pt x="72398" y="8"/>
                    </a:cubicBezTo>
                    <a:cubicBezTo>
                      <a:pt x="131126" y="-1138"/>
                      <a:pt x="203054" y="116671"/>
                      <a:pt x="261782" y="115525"/>
                    </a:cubicBezTo>
                    <a:cubicBezTo>
                      <a:pt x="328544" y="116671"/>
                      <a:pt x="382105" y="-1138"/>
                      <a:pt x="448867" y="8"/>
                    </a:cubicBezTo>
                    <a:cubicBezTo>
                      <a:pt x="476788" y="8"/>
                      <a:pt x="499422" y="22642"/>
                      <a:pt x="499422" y="50563"/>
                    </a:cubicBezTo>
                    <a:cubicBezTo>
                      <a:pt x="536469" y="115043"/>
                      <a:pt x="535103" y="175480"/>
                      <a:pt x="499422" y="252778"/>
                    </a:cubicBezTo>
                    <a:cubicBezTo>
                      <a:pt x="499422" y="280699"/>
                      <a:pt x="476788" y="303333"/>
                      <a:pt x="448867" y="303333"/>
                    </a:cubicBezTo>
                    <a:cubicBezTo>
                      <a:pt x="384240" y="300500"/>
                      <a:pt x="316112" y="191279"/>
                      <a:pt x="251485" y="188446"/>
                    </a:cubicBezTo>
                    <a:lnTo>
                      <a:pt x="72398" y="303333"/>
                    </a:lnTo>
                    <a:cubicBezTo>
                      <a:pt x="44477" y="303333"/>
                      <a:pt x="21843" y="280699"/>
                      <a:pt x="21843" y="252778"/>
                    </a:cubicBezTo>
                    <a:cubicBezTo>
                      <a:pt x="2308" y="196439"/>
                      <a:pt x="-15532" y="133979"/>
                      <a:pt x="21843" y="5056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: Rounded Corners 7">
                <a:extLst>
                  <a:ext uri="{FF2B5EF4-FFF2-40B4-BE49-F238E27FC236}">
                    <a16:creationId xmlns:a16="http://schemas.microsoft.com/office/drawing/2014/main" id="{C697A4FD-A924-4552-9B42-D2F5433724F7}"/>
                  </a:ext>
                </a:extLst>
              </p:cNvPr>
              <p:cNvSpPr/>
              <p:nvPr/>
            </p:nvSpPr>
            <p:spPr>
              <a:xfrm rot="15905296">
                <a:off x="7353744" y="5475755"/>
                <a:ext cx="492324" cy="164099"/>
              </a:xfrm>
              <a:custGeom>
                <a:avLst/>
                <a:gdLst>
                  <a:gd name="connsiteX0" fmla="*/ 0 w 477579"/>
                  <a:gd name="connsiteY0" fmla="*/ 50555 h 303325"/>
                  <a:gd name="connsiteX1" fmla="*/ 50555 w 477579"/>
                  <a:gd name="connsiteY1" fmla="*/ 0 h 303325"/>
                  <a:gd name="connsiteX2" fmla="*/ 427024 w 477579"/>
                  <a:gd name="connsiteY2" fmla="*/ 0 h 303325"/>
                  <a:gd name="connsiteX3" fmla="*/ 477579 w 477579"/>
                  <a:gd name="connsiteY3" fmla="*/ 50555 h 303325"/>
                  <a:gd name="connsiteX4" fmla="*/ 477579 w 477579"/>
                  <a:gd name="connsiteY4" fmla="*/ 252770 h 303325"/>
                  <a:gd name="connsiteX5" fmla="*/ 427024 w 477579"/>
                  <a:gd name="connsiteY5" fmla="*/ 303325 h 303325"/>
                  <a:gd name="connsiteX6" fmla="*/ 50555 w 477579"/>
                  <a:gd name="connsiteY6" fmla="*/ 303325 h 303325"/>
                  <a:gd name="connsiteX7" fmla="*/ 0 w 477579"/>
                  <a:gd name="connsiteY7" fmla="*/ 252770 h 303325"/>
                  <a:gd name="connsiteX8" fmla="*/ 0 w 477579"/>
                  <a:gd name="connsiteY8" fmla="*/ 50555 h 303325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50555 w 477579"/>
                  <a:gd name="connsiteY7" fmla="*/ 303333 h 303333"/>
                  <a:gd name="connsiteX8" fmla="*/ 0 w 477579"/>
                  <a:gd name="connsiteY8" fmla="*/ 252778 h 303333"/>
                  <a:gd name="connsiteX9" fmla="*/ 0 w 477579"/>
                  <a:gd name="connsiteY9" fmla="*/ 50563 h 303333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229642 w 477579"/>
                  <a:gd name="connsiteY7" fmla="*/ 188446 h 303333"/>
                  <a:gd name="connsiteX8" fmla="*/ 50555 w 477579"/>
                  <a:gd name="connsiteY8" fmla="*/ 303333 h 303333"/>
                  <a:gd name="connsiteX9" fmla="*/ 0 w 477579"/>
                  <a:gd name="connsiteY9" fmla="*/ 252778 h 303333"/>
                  <a:gd name="connsiteX10" fmla="*/ 0 w 477579"/>
                  <a:gd name="connsiteY10" fmla="*/ 50563 h 303333"/>
                  <a:gd name="connsiteX0" fmla="*/ 0 w 493437"/>
                  <a:gd name="connsiteY0" fmla="*/ 50563 h 303333"/>
                  <a:gd name="connsiteX1" fmla="*/ 50555 w 493437"/>
                  <a:gd name="connsiteY1" fmla="*/ 8 h 303333"/>
                  <a:gd name="connsiteX2" fmla="*/ 239939 w 493437"/>
                  <a:gd name="connsiteY2" fmla="*/ 115525 h 303333"/>
                  <a:gd name="connsiteX3" fmla="*/ 427024 w 493437"/>
                  <a:gd name="connsiteY3" fmla="*/ 8 h 303333"/>
                  <a:gd name="connsiteX4" fmla="*/ 477579 w 493437"/>
                  <a:gd name="connsiteY4" fmla="*/ 50563 h 303333"/>
                  <a:gd name="connsiteX5" fmla="*/ 477579 w 493437"/>
                  <a:gd name="connsiteY5" fmla="*/ 252778 h 303333"/>
                  <a:gd name="connsiteX6" fmla="*/ 427024 w 493437"/>
                  <a:gd name="connsiteY6" fmla="*/ 303333 h 303333"/>
                  <a:gd name="connsiteX7" fmla="*/ 229642 w 493437"/>
                  <a:gd name="connsiteY7" fmla="*/ 188446 h 303333"/>
                  <a:gd name="connsiteX8" fmla="*/ 50555 w 493437"/>
                  <a:gd name="connsiteY8" fmla="*/ 303333 h 303333"/>
                  <a:gd name="connsiteX9" fmla="*/ 0 w 493437"/>
                  <a:gd name="connsiteY9" fmla="*/ 252778 h 303333"/>
                  <a:gd name="connsiteX10" fmla="*/ 0 w 493437"/>
                  <a:gd name="connsiteY10" fmla="*/ 50563 h 303333"/>
                  <a:gd name="connsiteX0" fmla="*/ 0 w 504854"/>
                  <a:gd name="connsiteY0" fmla="*/ 50563 h 303333"/>
                  <a:gd name="connsiteX1" fmla="*/ 50555 w 504854"/>
                  <a:gd name="connsiteY1" fmla="*/ 8 h 303333"/>
                  <a:gd name="connsiteX2" fmla="*/ 239939 w 504854"/>
                  <a:gd name="connsiteY2" fmla="*/ 115525 h 303333"/>
                  <a:gd name="connsiteX3" fmla="*/ 427024 w 504854"/>
                  <a:gd name="connsiteY3" fmla="*/ 8 h 303333"/>
                  <a:gd name="connsiteX4" fmla="*/ 477579 w 504854"/>
                  <a:gd name="connsiteY4" fmla="*/ 50563 h 303333"/>
                  <a:gd name="connsiteX5" fmla="*/ 477579 w 504854"/>
                  <a:gd name="connsiteY5" fmla="*/ 252778 h 303333"/>
                  <a:gd name="connsiteX6" fmla="*/ 427024 w 504854"/>
                  <a:gd name="connsiteY6" fmla="*/ 303333 h 303333"/>
                  <a:gd name="connsiteX7" fmla="*/ 229642 w 504854"/>
                  <a:gd name="connsiteY7" fmla="*/ 188446 h 303333"/>
                  <a:gd name="connsiteX8" fmla="*/ 50555 w 504854"/>
                  <a:gd name="connsiteY8" fmla="*/ 303333 h 303333"/>
                  <a:gd name="connsiteX9" fmla="*/ 0 w 504854"/>
                  <a:gd name="connsiteY9" fmla="*/ 252778 h 303333"/>
                  <a:gd name="connsiteX10" fmla="*/ 0 w 504854"/>
                  <a:gd name="connsiteY10" fmla="*/ 50563 h 303333"/>
                  <a:gd name="connsiteX0" fmla="*/ 16611 w 521465"/>
                  <a:gd name="connsiteY0" fmla="*/ 50563 h 303333"/>
                  <a:gd name="connsiteX1" fmla="*/ 67166 w 521465"/>
                  <a:gd name="connsiteY1" fmla="*/ 8 h 303333"/>
                  <a:gd name="connsiteX2" fmla="*/ 256550 w 521465"/>
                  <a:gd name="connsiteY2" fmla="*/ 115525 h 303333"/>
                  <a:gd name="connsiteX3" fmla="*/ 443635 w 521465"/>
                  <a:gd name="connsiteY3" fmla="*/ 8 h 303333"/>
                  <a:gd name="connsiteX4" fmla="*/ 494190 w 521465"/>
                  <a:gd name="connsiteY4" fmla="*/ 50563 h 303333"/>
                  <a:gd name="connsiteX5" fmla="*/ 494190 w 521465"/>
                  <a:gd name="connsiteY5" fmla="*/ 252778 h 303333"/>
                  <a:gd name="connsiteX6" fmla="*/ 443635 w 521465"/>
                  <a:gd name="connsiteY6" fmla="*/ 303333 h 303333"/>
                  <a:gd name="connsiteX7" fmla="*/ 246253 w 521465"/>
                  <a:gd name="connsiteY7" fmla="*/ 188446 h 303333"/>
                  <a:gd name="connsiteX8" fmla="*/ 67166 w 521465"/>
                  <a:gd name="connsiteY8" fmla="*/ 303333 h 303333"/>
                  <a:gd name="connsiteX9" fmla="*/ 16611 w 521465"/>
                  <a:gd name="connsiteY9" fmla="*/ 252778 h 303333"/>
                  <a:gd name="connsiteX10" fmla="*/ 16611 w 521465"/>
                  <a:gd name="connsiteY10" fmla="*/ 50563 h 303333"/>
                  <a:gd name="connsiteX0" fmla="*/ 29966 w 534820"/>
                  <a:gd name="connsiteY0" fmla="*/ 50563 h 303333"/>
                  <a:gd name="connsiteX1" fmla="*/ 80521 w 534820"/>
                  <a:gd name="connsiteY1" fmla="*/ 8 h 303333"/>
                  <a:gd name="connsiteX2" fmla="*/ 269905 w 534820"/>
                  <a:gd name="connsiteY2" fmla="*/ 115525 h 303333"/>
                  <a:gd name="connsiteX3" fmla="*/ 456990 w 534820"/>
                  <a:gd name="connsiteY3" fmla="*/ 8 h 303333"/>
                  <a:gd name="connsiteX4" fmla="*/ 507545 w 534820"/>
                  <a:gd name="connsiteY4" fmla="*/ 50563 h 303333"/>
                  <a:gd name="connsiteX5" fmla="*/ 507545 w 534820"/>
                  <a:gd name="connsiteY5" fmla="*/ 252778 h 303333"/>
                  <a:gd name="connsiteX6" fmla="*/ 456990 w 534820"/>
                  <a:gd name="connsiteY6" fmla="*/ 303333 h 303333"/>
                  <a:gd name="connsiteX7" fmla="*/ 259608 w 534820"/>
                  <a:gd name="connsiteY7" fmla="*/ 188446 h 303333"/>
                  <a:gd name="connsiteX8" fmla="*/ 80521 w 534820"/>
                  <a:gd name="connsiteY8" fmla="*/ 303333 h 303333"/>
                  <a:gd name="connsiteX9" fmla="*/ 29966 w 534820"/>
                  <a:gd name="connsiteY9" fmla="*/ 252778 h 303333"/>
                  <a:gd name="connsiteX10" fmla="*/ 29966 w 534820"/>
                  <a:gd name="connsiteY10" fmla="*/ 50563 h 303333"/>
                  <a:gd name="connsiteX0" fmla="*/ 21843 w 526697"/>
                  <a:gd name="connsiteY0" fmla="*/ 50563 h 303333"/>
                  <a:gd name="connsiteX1" fmla="*/ 72398 w 526697"/>
                  <a:gd name="connsiteY1" fmla="*/ 8 h 303333"/>
                  <a:gd name="connsiteX2" fmla="*/ 261782 w 526697"/>
                  <a:gd name="connsiteY2" fmla="*/ 115525 h 303333"/>
                  <a:gd name="connsiteX3" fmla="*/ 448867 w 526697"/>
                  <a:gd name="connsiteY3" fmla="*/ 8 h 303333"/>
                  <a:gd name="connsiteX4" fmla="*/ 499422 w 526697"/>
                  <a:gd name="connsiteY4" fmla="*/ 50563 h 303333"/>
                  <a:gd name="connsiteX5" fmla="*/ 499422 w 526697"/>
                  <a:gd name="connsiteY5" fmla="*/ 252778 h 303333"/>
                  <a:gd name="connsiteX6" fmla="*/ 448867 w 526697"/>
                  <a:gd name="connsiteY6" fmla="*/ 303333 h 303333"/>
                  <a:gd name="connsiteX7" fmla="*/ 251485 w 526697"/>
                  <a:gd name="connsiteY7" fmla="*/ 188446 h 303333"/>
                  <a:gd name="connsiteX8" fmla="*/ 72398 w 526697"/>
                  <a:gd name="connsiteY8" fmla="*/ 303333 h 303333"/>
                  <a:gd name="connsiteX9" fmla="*/ 21843 w 526697"/>
                  <a:gd name="connsiteY9" fmla="*/ 252778 h 303333"/>
                  <a:gd name="connsiteX10" fmla="*/ 21843 w 526697"/>
                  <a:gd name="connsiteY10" fmla="*/ 50563 h 303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6697" h="303333">
                    <a:moveTo>
                      <a:pt x="21843" y="50563"/>
                    </a:moveTo>
                    <a:cubicBezTo>
                      <a:pt x="21843" y="22642"/>
                      <a:pt x="44477" y="8"/>
                      <a:pt x="72398" y="8"/>
                    </a:cubicBezTo>
                    <a:cubicBezTo>
                      <a:pt x="131126" y="-1138"/>
                      <a:pt x="203054" y="116671"/>
                      <a:pt x="261782" y="115525"/>
                    </a:cubicBezTo>
                    <a:cubicBezTo>
                      <a:pt x="328544" y="116671"/>
                      <a:pt x="382105" y="-1138"/>
                      <a:pt x="448867" y="8"/>
                    </a:cubicBezTo>
                    <a:cubicBezTo>
                      <a:pt x="476788" y="8"/>
                      <a:pt x="499422" y="22642"/>
                      <a:pt x="499422" y="50563"/>
                    </a:cubicBezTo>
                    <a:cubicBezTo>
                      <a:pt x="536469" y="115043"/>
                      <a:pt x="535103" y="175480"/>
                      <a:pt x="499422" y="252778"/>
                    </a:cubicBezTo>
                    <a:cubicBezTo>
                      <a:pt x="499422" y="280699"/>
                      <a:pt x="476788" y="303333"/>
                      <a:pt x="448867" y="303333"/>
                    </a:cubicBezTo>
                    <a:cubicBezTo>
                      <a:pt x="384240" y="300500"/>
                      <a:pt x="316112" y="191279"/>
                      <a:pt x="251485" y="188446"/>
                    </a:cubicBezTo>
                    <a:lnTo>
                      <a:pt x="72398" y="303333"/>
                    </a:lnTo>
                    <a:cubicBezTo>
                      <a:pt x="44477" y="303333"/>
                      <a:pt x="21843" y="280699"/>
                      <a:pt x="21843" y="252778"/>
                    </a:cubicBezTo>
                    <a:cubicBezTo>
                      <a:pt x="2308" y="196439"/>
                      <a:pt x="-15532" y="133979"/>
                      <a:pt x="21843" y="50563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: Rounded Corners 7">
                <a:extLst>
                  <a:ext uri="{FF2B5EF4-FFF2-40B4-BE49-F238E27FC236}">
                    <a16:creationId xmlns:a16="http://schemas.microsoft.com/office/drawing/2014/main" id="{3421CBF3-3CB9-4E20-B28B-ED4C1C2646CE}"/>
                  </a:ext>
                </a:extLst>
              </p:cNvPr>
              <p:cNvSpPr/>
              <p:nvPr/>
            </p:nvSpPr>
            <p:spPr>
              <a:xfrm rot="12194765">
                <a:off x="6817285" y="5811219"/>
                <a:ext cx="492324" cy="226933"/>
              </a:xfrm>
              <a:custGeom>
                <a:avLst/>
                <a:gdLst>
                  <a:gd name="connsiteX0" fmla="*/ 0 w 477579"/>
                  <a:gd name="connsiteY0" fmla="*/ 50555 h 303325"/>
                  <a:gd name="connsiteX1" fmla="*/ 50555 w 477579"/>
                  <a:gd name="connsiteY1" fmla="*/ 0 h 303325"/>
                  <a:gd name="connsiteX2" fmla="*/ 427024 w 477579"/>
                  <a:gd name="connsiteY2" fmla="*/ 0 h 303325"/>
                  <a:gd name="connsiteX3" fmla="*/ 477579 w 477579"/>
                  <a:gd name="connsiteY3" fmla="*/ 50555 h 303325"/>
                  <a:gd name="connsiteX4" fmla="*/ 477579 w 477579"/>
                  <a:gd name="connsiteY4" fmla="*/ 252770 h 303325"/>
                  <a:gd name="connsiteX5" fmla="*/ 427024 w 477579"/>
                  <a:gd name="connsiteY5" fmla="*/ 303325 h 303325"/>
                  <a:gd name="connsiteX6" fmla="*/ 50555 w 477579"/>
                  <a:gd name="connsiteY6" fmla="*/ 303325 h 303325"/>
                  <a:gd name="connsiteX7" fmla="*/ 0 w 477579"/>
                  <a:gd name="connsiteY7" fmla="*/ 252770 h 303325"/>
                  <a:gd name="connsiteX8" fmla="*/ 0 w 477579"/>
                  <a:gd name="connsiteY8" fmla="*/ 50555 h 303325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50555 w 477579"/>
                  <a:gd name="connsiteY7" fmla="*/ 303333 h 303333"/>
                  <a:gd name="connsiteX8" fmla="*/ 0 w 477579"/>
                  <a:gd name="connsiteY8" fmla="*/ 252778 h 303333"/>
                  <a:gd name="connsiteX9" fmla="*/ 0 w 477579"/>
                  <a:gd name="connsiteY9" fmla="*/ 50563 h 303333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229642 w 477579"/>
                  <a:gd name="connsiteY7" fmla="*/ 188446 h 303333"/>
                  <a:gd name="connsiteX8" fmla="*/ 50555 w 477579"/>
                  <a:gd name="connsiteY8" fmla="*/ 303333 h 303333"/>
                  <a:gd name="connsiteX9" fmla="*/ 0 w 477579"/>
                  <a:gd name="connsiteY9" fmla="*/ 252778 h 303333"/>
                  <a:gd name="connsiteX10" fmla="*/ 0 w 477579"/>
                  <a:gd name="connsiteY10" fmla="*/ 50563 h 303333"/>
                  <a:gd name="connsiteX0" fmla="*/ 0 w 493437"/>
                  <a:gd name="connsiteY0" fmla="*/ 50563 h 303333"/>
                  <a:gd name="connsiteX1" fmla="*/ 50555 w 493437"/>
                  <a:gd name="connsiteY1" fmla="*/ 8 h 303333"/>
                  <a:gd name="connsiteX2" fmla="*/ 239939 w 493437"/>
                  <a:gd name="connsiteY2" fmla="*/ 115525 h 303333"/>
                  <a:gd name="connsiteX3" fmla="*/ 427024 w 493437"/>
                  <a:gd name="connsiteY3" fmla="*/ 8 h 303333"/>
                  <a:gd name="connsiteX4" fmla="*/ 477579 w 493437"/>
                  <a:gd name="connsiteY4" fmla="*/ 50563 h 303333"/>
                  <a:gd name="connsiteX5" fmla="*/ 477579 w 493437"/>
                  <a:gd name="connsiteY5" fmla="*/ 252778 h 303333"/>
                  <a:gd name="connsiteX6" fmla="*/ 427024 w 493437"/>
                  <a:gd name="connsiteY6" fmla="*/ 303333 h 303333"/>
                  <a:gd name="connsiteX7" fmla="*/ 229642 w 493437"/>
                  <a:gd name="connsiteY7" fmla="*/ 188446 h 303333"/>
                  <a:gd name="connsiteX8" fmla="*/ 50555 w 493437"/>
                  <a:gd name="connsiteY8" fmla="*/ 303333 h 303333"/>
                  <a:gd name="connsiteX9" fmla="*/ 0 w 493437"/>
                  <a:gd name="connsiteY9" fmla="*/ 252778 h 303333"/>
                  <a:gd name="connsiteX10" fmla="*/ 0 w 493437"/>
                  <a:gd name="connsiteY10" fmla="*/ 50563 h 303333"/>
                  <a:gd name="connsiteX0" fmla="*/ 0 w 504854"/>
                  <a:gd name="connsiteY0" fmla="*/ 50563 h 303333"/>
                  <a:gd name="connsiteX1" fmla="*/ 50555 w 504854"/>
                  <a:gd name="connsiteY1" fmla="*/ 8 h 303333"/>
                  <a:gd name="connsiteX2" fmla="*/ 239939 w 504854"/>
                  <a:gd name="connsiteY2" fmla="*/ 115525 h 303333"/>
                  <a:gd name="connsiteX3" fmla="*/ 427024 w 504854"/>
                  <a:gd name="connsiteY3" fmla="*/ 8 h 303333"/>
                  <a:gd name="connsiteX4" fmla="*/ 477579 w 504854"/>
                  <a:gd name="connsiteY4" fmla="*/ 50563 h 303333"/>
                  <a:gd name="connsiteX5" fmla="*/ 477579 w 504854"/>
                  <a:gd name="connsiteY5" fmla="*/ 252778 h 303333"/>
                  <a:gd name="connsiteX6" fmla="*/ 427024 w 504854"/>
                  <a:gd name="connsiteY6" fmla="*/ 303333 h 303333"/>
                  <a:gd name="connsiteX7" fmla="*/ 229642 w 504854"/>
                  <a:gd name="connsiteY7" fmla="*/ 188446 h 303333"/>
                  <a:gd name="connsiteX8" fmla="*/ 50555 w 504854"/>
                  <a:gd name="connsiteY8" fmla="*/ 303333 h 303333"/>
                  <a:gd name="connsiteX9" fmla="*/ 0 w 504854"/>
                  <a:gd name="connsiteY9" fmla="*/ 252778 h 303333"/>
                  <a:gd name="connsiteX10" fmla="*/ 0 w 504854"/>
                  <a:gd name="connsiteY10" fmla="*/ 50563 h 303333"/>
                  <a:gd name="connsiteX0" fmla="*/ 16611 w 521465"/>
                  <a:gd name="connsiteY0" fmla="*/ 50563 h 303333"/>
                  <a:gd name="connsiteX1" fmla="*/ 67166 w 521465"/>
                  <a:gd name="connsiteY1" fmla="*/ 8 h 303333"/>
                  <a:gd name="connsiteX2" fmla="*/ 256550 w 521465"/>
                  <a:gd name="connsiteY2" fmla="*/ 115525 h 303333"/>
                  <a:gd name="connsiteX3" fmla="*/ 443635 w 521465"/>
                  <a:gd name="connsiteY3" fmla="*/ 8 h 303333"/>
                  <a:gd name="connsiteX4" fmla="*/ 494190 w 521465"/>
                  <a:gd name="connsiteY4" fmla="*/ 50563 h 303333"/>
                  <a:gd name="connsiteX5" fmla="*/ 494190 w 521465"/>
                  <a:gd name="connsiteY5" fmla="*/ 252778 h 303333"/>
                  <a:gd name="connsiteX6" fmla="*/ 443635 w 521465"/>
                  <a:gd name="connsiteY6" fmla="*/ 303333 h 303333"/>
                  <a:gd name="connsiteX7" fmla="*/ 246253 w 521465"/>
                  <a:gd name="connsiteY7" fmla="*/ 188446 h 303333"/>
                  <a:gd name="connsiteX8" fmla="*/ 67166 w 521465"/>
                  <a:gd name="connsiteY8" fmla="*/ 303333 h 303333"/>
                  <a:gd name="connsiteX9" fmla="*/ 16611 w 521465"/>
                  <a:gd name="connsiteY9" fmla="*/ 252778 h 303333"/>
                  <a:gd name="connsiteX10" fmla="*/ 16611 w 521465"/>
                  <a:gd name="connsiteY10" fmla="*/ 50563 h 303333"/>
                  <a:gd name="connsiteX0" fmla="*/ 29966 w 534820"/>
                  <a:gd name="connsiteY0" fmla="*/ 50563 h 303333"/>
                  <a:gd name="connsiteX1" fmla="*/ 80521 w 534820"/>
                  <a:gd name="connsiteY1" fmla="*/ 8 h 303333"/>
                  <a:gd name="connsiteX2" fmla="*/ 269905 w 534820"/>
                  <a:gd name="connsiteY2" fmla="*/ 115525 h 303333"/>
                  <a:gd name="connsiteX3" fmla="*/ 456990 w 534820"/>
                  <a:gd name="connsiteY3" fmla="*/ 8 h 303333"/>
                  <a:gd name="connsiteX4" fmla="*/ 507545 w 534820"/>
                  <a:gd name="connsiteY4" fmla="*/ 50563 h 303333"/>
                  <a:gd name="connsiteX5" fmla="*/ 507545 w 534820"/>
                  <a:gd name="connsiteY5" fmla="*/ 252778 h 303333"/>
                  <a:gd name="connsiteX6" fmla="*/ 456990 w 534820"/>
                  <a:gd name="connsiteY6" fmla="*/ 303333 h 303333"/>
                  <a:gd name="connsiteX7" fmla="*/ 259608 w 534820"/>
                  <a:gd name="connsiteY7" fmla="*/ 188446 h 303333"/>
                  <a:gd name="connsiteX8" fmla="*/ 80521 w 534820"/>
                  <a:gd name="connsiteY8" fmla="*/ 303333 h 303333"/>
                  <a:gd name="connsiteX9" fmla="*/ 29966 w 534820"/>
                  <a:gd name="connsiteY9" fmla="*/ 252778 h 303333"/>
                  <a:gd name="connsiteX10" fmla="*/ 29966 w 534820"/>
                  <a:gd name="connsiteY10" fmla="*/ 50563 h 303333"/>
                  <a:gd name="connsiteX0" fmla="*/ 21843 w 526697"/>
                  <a:gd name="connsiteY0" fmla="*/ 50563 h 303333"/>
                  <a:gd name="connsiteX1" fmla="*/ 72398 w 526697"/>
                  <a:gd name="connsiteY1" fmla="*/ 8 h 303333"/>
                  <a:gd name="connsiteX2" fmla="*/ 261782 w 526697"/>
                  <a:gd name="connsiteY2" fmla="*/ 115525 h 303333"/>
                  <a:gd name="connsiteX3" fmla="*/ 448867 w 526697"/>
                  <a:gd name="connsiteY3" fmla="*/ 8 h 303333"/>
                  <a:gd name="connsiteX4" fmla="*/ 499422 w 526697"/>
                  <a:gd name="connsiteY4" fmla="*/ 50563 h 303333"/>
                  <a:gd name="connsiteX5" fmla="*/ 499422 w 526697"/>
                  <a:gd name="connsiteY5" fmla="*/ 252778 h 303333"/>
                  <a:gd name="connsiteX6" fmla="*/ 448867 w 526697"/>
                  <a:gd name="connsiteY6" fmla="*/ 303333 h 303333"/>
                  <a:gd name="connsiteX7" fmla="*/ 251485 w 526697"/>
                  <a:gd name="connsiteY7" fmla="*/ 188446 h 303333"/>
                  <a:gd name="connsiteX8" fmla="*/ 72398 w 526697"/>
                  <a:gd name="connsiteY8" fmla="*/ 303333 h 303333"/>
                  <a:gd name="connsiteX9" fmla="*/ 21843 w 526697"/>
                  <a:gd name="connsiteY9" fmla="*/ 252778 h 303333"/>
                  <a:gd name="connsiteX10" fmla="*/ 21843 w 526697"/>
                  <a:gd name="connsiteY10" fmla="*/ 50563 h 303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6697" h="303333">
                    <a:moveTo>
                      <a:pt x="21843" y="50563"/>
                    </a:moveTo>
                    <a:cubicBezTo>
                      <a:pt x="21843" y="22642"/>
                      <a:pt x="44477" y="8"/>
                      <a:pt x="72398" y="8"/>
                    </a:cubicBezTo>
                    <a:cubicBezTo>
                      <a:pt x="131126" y="-1138"/>
                      <a:pt x="203054" y="116671"/>
                      <a:pt x="261782" y="115525"/>
                    </a:cubicBezTo>
                    <a:cubicBezTo>
                      <a:pt x="328544" y="116671"/>
                      <a:pt x="382105" y="-1138"/>
                      <a:pt x="448867" y="8"/>
                    </a:cubicBezTo>
                    <a:cubicBezTo>
                      <a:pt x="476788" y="8"/>
                      <a:pt x="499422" y="22642"/>
                      <a:pt x="499422" y="50563"/>
                    </a:cubicBezTo>
                    <a:cubicBezTo>
                      <a:pt x="536469" y="115043"/>
                      <a:pt x="535103" y="175480"/>
                      <a:pt x="499422" y="252778"/>
                    </a:cubicBezTo>
                    <a:cubicBezTo>
                      <a:pt x="499422" y="280699"/>
                      <a:pt x="476788" y="303333"/>
                      <a:pt x="448867" y="303333"/>
                    </a:cubicBezTo>
                    <a:cubicBezTo>
                      <a:pt x="384240" y="300500"/>
                      <a:pt x="316112" y="191279"/>
                      <a:pt x="251485" y="188446"/>
                    </a:cubicBezTo>
                    <a:lnTo>
                      <a:pt x="72398" y="303333"/>
                    </a:lnTo>
                    <a:cubicBezTo>
                      <a:pt x="44477" y="303333"/>
                      <a:pt x="21843" y="280699"/>
                      <a:pt x="21843" y="252778"/>
                    </a:cubicBezTo>
                    <a:cubicBezTo>
                      <a:pt x="2308" y="196439"/>
                      <a:pt x="-15532" y="133979"/>
                      <a:pt x="21843" y="50563"/>
                    </a:cubicBezTo>
                    <a:close/>
                  </a:path>
                </a:pathLst>
              </a:cu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: Rounded Corners 7">
                <a:extLst>
                  <a:ext uri="{FF2B5EF4-FFF2-40B4-BE49-F238E27FC236}">
                    <a16:creationId xmlns:a16="http://schemas.microsoft.com/office/drawing/2014/main" id="{8D6F98CE-405E-471F-90A1-BC819612FF77}"/>
                  </a:ext>
                </a:extLst>
              </p:cNvPr>
              <p:cNvSpPr/>
              <p:nvPr/>
            </p:nvSpPr>
            <p:spPr>
              <a:xfrm rot="7295754">
                <a:off x="7196711" y="6515180"/>
                <a:ext cx="492324" cy="226933"/>
              </a:xfrm>
              <a:custGeom>
                <a:avLst/>
                <a:gdLst>
                  <a:gd name="connsiteX0" fmla="*/ 0 w 477579"/>
                  <a:gd name="connsiteY0" fmla="*/ 50555 h 303325"/>
                  <a:gd name="connsiteX1" fmla="*/ 50555 w 477579"/>
                  <a:gd name="connsiteY1" fmla="*/ 0 h 303325"/>
                  <a:gd name="connsiteX2" fmla="*/ 427024 w 477579"/>
                  <a:gd name="connsiteY2" fmla="*/ 0 h 303325"/>
                  <a:gd name="connsiteX3" fmla="*/ 477579 w 477579"/>
                  <a:gd name="connsiteY3" fmla="*/ 50555 h 303325"/>
                  <a:gd name="connsiteX4" fmla="*/ 477579 w 477579"/>
                  <a:gd name="connsiteY4" fmla="*/ 252770 h 303325"/>
                  <a:gd name="connsiteX5" fmla="*/ 427024 w 477579"/>
                  <a:gd name="connsiteY5" fmla="*/ 303325 h 303325"/>
                  <a:gd name="connsiteX6" fmla="*/ 50555 w 477579"/>
                  <a:gd name="connsiteY6" fmla="*/ 303325 h 303325"/>
                  <a:gd name="connsiteX7" fmla="*/ 0 w 477579"/>
                  <a:gd name="connsiteY7" fmla="*/ 252770 h 303325"/>
                  <a:gd name="connsiteX8" fmla="*/ 0 w 477579"/>
                  <a:gd name="connsiteY8" fmla="*/ 50555 h 303325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50555 w 477579"/>
                  <a:gd name="connsiteY7" fmla="*/ 303333 h 303333"/>
                  <a:gd name="connsiteX8" fmla="*/ 0 w 477579"/>
                  <a:gd name="connsiteY8" fmla="*/ 252778 h 303333"/>
                  <a:gd name="connsiteX9" fmla="*/ 0 w 477579"/>
                  <a:gd name="connsiteY9" fmla="*/ 50563 h 303333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229642 w 477579"/>
                  <a:gd name="connsiteY7" fmla="*/ 188446 h 303333"/>
                  <a:gd name="connsiteX8" fmla="*/ 50555 w 477579"/>
                  <a:gd name="connsiteY8" fmla="*/ 303333 h 303333"/>
                  <a:gd name="connsiteX9" fmla="*/ 0 w 477579"/>
                  <a:gd name="connsiteY9" fmla="*/ 252778 h 303333"/>
                  <a:gd name="connsiteX10" fmla="*/ 0 w 477579"/>
                  <a:gd name="connsiteY10" fmla="*/ 50563 h 303333"/>
                  <a:gd name="connsiteX0" fmla="*/ 0 w 493437"/>
                  <a:gd name="connsiteY0" fmla="*/ 50563 h 303333"/>
                  <a:gd name="connsiteX1" fmla="*/ 50555 w 493437"/>
                  <a:gd name="connsiteY1" fmla="*/ 8 h 303333"/>
                  <a:gd name="connsiteX2" fmla="*/ 239939 w 493437"/>
                  <a:gd name="connsiteY2" fmla="*/ 115525 h 303333"/>
                  <a:gd name="connsiteX3" fmla="*/ 427024 w 493437"/>
                  <a:gd name="connsiteY3" fmla="*/ 8 h 303333"/>
                  <a:gd name="connsiteX4" fmla="*/ 477579 w 493437"/>
                  <a:gd name="connsiteY4" fmla="*/ 50563 h 303333"/>
                  <a:gd name="connsiteX5" fmla="*/ 477579 w 493437"/>
                  <a:gd name="connsiteY5" fmla="*/ 252778 h 303333"/>
                  <a:gd name="connsiteX6" fmla="*/ 427024 w 493437"/>
                  <a:gd name="connsiteY6" fmla="*/ 303333 h 303333"/>
                  <a:gd name="connsiteX7" fmla="*/ 229642 w 493437"/>
                  <a:gd name="connsiteY7" fmla="*/ 188446 h 303333"/>
                  <a:gd name="connsiteX8" fmla="*/ 50555 w 493437"/>
                  <a:gd name="connsiteY8" fmla="*/ 303333 h 303333"/>
                  <a:gd name="connsiteX9" fmla="*/ 0 w 493437"/>
                  <a:gd name="connsiteY9" fmla="*/ 252778 h 303333"/>
                  <a:gd name="connsiteX10" fmla="*/ 0 w 493437"/>
                  <a:gd name="connsiteY10" fmla="*/ 50563 h 303333"/>
                  <a:gd name="connsiteX0" fmla="*/ 0 w 504854"/>
                  <a:gd name="connsiteY0" fmla="*/ 50563 h 303333"/>
                  <a:gd name="connsiteX1" fmla="*/ 50555 w 504854"/>
                  <a:gd name="connsiteY1" fmla="*/ 8 h 303333"/>
                  <a:gd name="connsiteX2" fmla="*/ 239939 w 504854"/>
                  <a:gd name="connsiteY2" fmla="*/ 115525 h 303333"/>
                  <a:gd name="connsiteX3" fmla="*/ 427024 w 504854"/>
                  <a:gd name="connsiteY3" fmla="*/ 8 h 303333"/>
                  <a:gd name="connsiteX4" fmla="*/ 477579 w 504854"/>
                  <a:gd name="connsiteY4" fmla="*/ 50563 h 303333"/>
                  <a:gd name="connsiteX5" fmla="*/ 477579 w 504854"/>
                  <a:gd name="connsiteY5" fmla="*/ 252778 h 303333"/>
                  <a:gd name="connsiteX6" fmla="*/ 427024 w 504854"/>
                  <a:gd name="connsiteY6" fmla="*/ 303333 h 303333"/>
                  <a:gd name="connsiteX7" fmla="*/ 229642 w 504854"/>
                  <a:gd name="connsiteY7" fmla="*/ 188446 h 303333"/>
                  <a:gd name="connsiteX8" fmla="*/ 50555 w 504854"/>
                  <a:gd name="connsiteY8" fmla="*/ 303333 h 303333"/>
                  <a:gd name="connsiteX9" fmla="*/ 0 w 504854"/>
                  <a:gd name="connsiteY9" fmla="*/ 252778 h 303333"/>
                  <a:gd name="connsiteX10" fmla="*/ 0 w 504854"/>
                  <a:gd name="connsiteY10" fmla="*/ 50563 h 303333"/>
                  <a:gd name="connsiteX0" fmla="*/ 16611 w 521465"/>
                  <a:gd name="connsiteY0" fmla="*/ 50563 h 303333"/>
                  <a:gd name="connsiteX1" fmla="*/ 67166 w 521465"/>
                  <a:gd name="connsiteY1" fmla="*/ 8 h 303333"/>
                  <a:gd name="connsiteX2" fmla="*/ 256550 w 521465"/>
                  <a:gd name="connsiteY2" fmla="*/ 115525 h 303333"/>
                  <a:gd name="connsiteX3" fmla="*/ 443635 w 521465"/>
                  <a:gd name="connsiteY3" fmla="*/ 8 h 303333"/>
                  <a:gd name="connsiteX4" fmla="*/ 494190 w 521465"/>
                  <a:gd name="connsiteY4" fmla="*/ 50563 h 303333"/>
                  <a:gd name="connsiteX5" fmla="*/ 494190 w 521465"/>
                  <a:gd name="connsiteY5" fmla="*/ 252778 h 303333"/>
                  <a:gd name="connsiteX6" fmla="*/ 443635 w 521465"/>
                  <a:gd name="connsiteY6" fmla="*/ 303333 h 303333"/>
                  <a:gd name="connsiteX7" fmla="*/ 246253 w 521465"/>
                  <a:gd name="connsiteY7" fmla="*/ 188446 h 303333"/>
                  <a:gd name="connsiteX8" fmla="*/ 67166 w 521465"/>
                  <a:gd name="connsiteY8" fmla="*/ 303333 h 303333"/>
                  <a:gd name="connsiteX9" fmla="*/ 16611 w 521465"/>
                  <a:gd name="connsiteY9" fmla="*/ 252778 h 303333"/>
                  <a:gd name="connsiteX10" fmla="*/ 16611 w 521465"/>
                  <a:gd name="connsiteY10" fmla="*/ 50563 h 303333"/>
                  <a:gd name="connsiteX0" fmla="*/ 29966 w 534820"/>
                  <a:gd name="connsiteY0" fmla="*/ 50563 h 303333"/>
                  <a:gd name="connsiteX1" fmla="*/ 80521 w 534820"/>
                  <a:gd name="connsiteY1" fmla="*/ 8 h 303333"/>
                  <a:gd name="connsiteX2" fmla="*/ 269905 w 534820"/>
                  <a:gd name="connsiteY2" fmla="*/ 115525 h 303333"/>
                  <a:gd name="connsiteX3" fmla="*/ 456990 w 534820"/>
                  <a:gd name="connsiteY3" fmla="*/ 8 h 303333"/>
                  <a:gd name="connsiteX4" fmla="*/ 507545 w 534820"/>
                  <a:gd name="connsiteY4" fmla="*/ 50563 h 303333"/>
                  <a:gd name="connsiteX5" fmla="*/ 507545 w 534820"/>
                  <a:gd name="connsiteY5" fmla="*/ 252778 h 303333"/>
                  <a:gd name="connsiteX6" fmla="*/ 456990 w 534820"/>
                  <a:gd name="connsiteY6" fmla="*/ 303333 h 303333"/>
                  <a:gd name="connsiteX7" fmla="*/ 259608 w 534820"/>
                  <a:gd name="connsiteY7" fmla="*/ 188446 h 303333"/>
                  <a:gd name="connsiteX8" fmla="*/ 80521 w 534820"/>
                  <a:gd name="connsiteY8" fmla="*/ 303333 h 303333"/>
                  <a:gd name="connsiteX9" fmla="*/ 29966 w 534820"/>
                  <a:gd name="connsiteY9" fmla="*/ 252778 h 303333"/>
                  <a:gd name="connsiteX10" fmla="*/ 29966 w 534820"/>
                  <a:gd name="connsiteY10" fmla="*/ 50563 h 303333"/>
                  <a:gd name="connsiteX0" fmla="*/ 21843 w 526697"/>
                  <a:gd name="connsiteY0" fmla="*/ 50563 h 303333"/>
                  <a:gd name="connsiteX1" fmla="*/ 72398 w 526697"/>
                  <a:gd name="connsiteY1" fmla="*/ 8 h 303333"/>
                  <a:gd name="connsiteX2" fmla="*/ 261782 w 526697"/>
                  <a:gd name="connsiteY2" fmla="*/ 115525 h 303333"/>
                  <a:gd name="connsiteX3" fmla="*/ 448867 w 526697"/>
                  <a:gd name="connsiteY3" fmla="*/ 8 h 303333"/>
                  <a:gd name="connsiteX4" fmla="*/ 499422 w 526697"/>
                  <a:gd name="connsiteY4" fmla="*/ 50563 h 303333"/>
                  <a:gd name="connsiteX5" fmla="*/ 499422 w 526697"/>
                  <a:gd name="connsiteY5" fmla="*/ 252778 h 303333"/>
                  <a:gd name="connsiteX6" fmla="*/ 448867 w 526697"/>
                  <a:gd name="connsiteY6" fmla="*/ 303333 h 303333"/>
                  <a:gd name="connsiteX7" fmla="*/ 251485 w 526697"/>
                  <a:gd name="connsiteY7" fmla="*/ 188446 h 303333"/>
                  <a:gd name="connsiteX8" fmla="*/ 72398 w 526697"/>
                  <a:gd name="connsiteY8" fmla="*/ 303333 h 303333"/>
                  <a:gd name="connsiteX9" fmla="*/ 21843 w 526697"/>
                  <a:gd name="connsiteY9" fmla="*/ 252778 h 303333"/>
                  <a:gd name="connsiteX10" fmla="*/ 21843 w 526697"/>
                  <a:gd name="connsiteY10" fmla="*/ 50563 h 303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6697" h="303333">
                    <a:moveTo>
                      <a:pt x="21843" y="50563"/>
                    </a:moveTo>
                    <a:cubicBezTo>
                      <a:pt x="21843" y="22642"/>
                      <a:pt x="44477" y="8"/>
                      <a:pt x="72398" y="8"/>
                    </a:cubicBezTo>
                    <a:cubicBezTo>
                      <a:pt x="131126" y="-1138"/>
                      <a:pt x="203054" y="116671"/>
                      <a:pt x="261782" y="115525"/>
                    </a:cubicBezTo>
                    <a:cubicBezTo>
                      <a:pt x="328544" y="116671"/>
                      <a:pt x="382105" y="-1138"/>
                      <a:pt x="448867" y="8"/>
                    </a:cubicBezTo>
                    <a:cubicBezTo>
                      <a:pt x="476788" y="8"/>
                      <a:pt x="499422" y="22642"/>
                      <a:pt x="499422" y="50563"/>
                    </a:cubicBezTo>
                    <a:cubicBezTo>
                      <a:pt x="536469" y="115043"/>
                      <a:pt x="535103" y="175480"/>
                      <a:pt x="499422" y="252778"/>
                    </a:cubicBezTo>
                    <a:cubicBezTo>
                      <a:pt x="499422" y="280699"/>
                      <a:pt x="476788" y="303333"/>
                      <a:pt x="448867" y="303333"/>
                    </a:cubicBezTo>
                    <a:cubicBezTo>
                      <a:pt x="384240" y="300500"/>
                      <a:pt x="316112" y="191279"/>
                      <a:pt x="251485" y="188446"/>
                    </a:cubicBezTo>
                    <a:lnTo>
                      <a:pt x="72398" y="303333"/>
                    </a:lnTo>
                    <a:cubicBezTo>
                      <a:pt x="44477" y="303333"/>
                      <a:pt x="21843" y="280699"/>
                      <a:pt x="21843" y="252778"/>
                    </a:cubicBezTo>
                    <a:cubicBezTo>
                      <a:pt x="2308" y="196439"/>
                      <a:pt x="-15532" y="133979"/>
                      <a:pt x="21843" y="50563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: Rounded Corners 7">
                <a:extLst>
                  <a:ext uri="{FF2B5EF4-FFF2-40B4-BE49-F238E27FC236}">
                    <a16:creationId xmlns:a16="http://schemas.microsoft.com/office/drawing/2014/main" id="{5D885D31-0C78-45AD-93BE-9420B1C2E044}"/>
                  </a:ext>
                </a:extLst>
              </p:cNvPr>
              <p:cNvSpPr/>
              <p:nvPr/>
            </p:nvSpPr>
            <p:spPr>
              <a:xfrm rot="2679090">
                <a:off x="8031450" y="6590461"/>
                <a:ext cx="492324" cy="226933"/>
              </a:xfrm>
              <a:custGeom>
                <a:avLst/>
                <a:gdLst>
                  <a:gd name="connsiteX0" fmla="*/ 0 w 477579"/>
                  <a:gd name="connsiteY0" fmla="*/ 50555 h 303325"/>
                  <a:gd name="connsiteX1" fmla="*/ 50555 w 477579"/>
                  <a:gd name="connsiteY1" fmla="*/ 0 h 303325"/>
                  <a:gd name="connsiteX2" fmla="*/ 427024 w 477579"/>
                  <a:gd name="connsiteY2" fmla="*/ 0 h 303325"/>
                  <a:gd name="connsiteX3" fmla="*/ 477579 w 477579"/>
                  <a:gd name="connsiteY3" fmla="*/ 50555 h 303325"/>
                  <a:gd name="connsiteX4" fmla="*/ 477579 w 477579"/>
                  <a:gd name="connsiteY4" fmla="*/ 252770 h 303325"/>
                  <a:gd name="connsiteX5" fmla="*/ 427024 w 477579"/>
                  <a:gd name="connsiteY5" fmla="*/ 303325 h 303325"/>
                  <a:gd name="connsiteX6" fmla="*/ 50555 w 477579"/>
                  <a:gd name="connsiteY6" fmla="*/ 303325 h 303325"/>
                  <a:gd name="connsiteX7" fmla="*/ 0 w 477579"/>
                  <a:gd name="connsiteY7" fmla="*/ 252770 h 303325"/>
                  <a:gd name="connsiteX8" fmla="*/ 0 w 477579"/>
                  <a:gd name="connsiteY8" fmla="*/ 50555 h 303325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50555 w 477579"/>
                  <a:gd name="connsiteY7" fmla="*/ 303333 h 303333"/>
                  <a:gd name="connsiteX8" fmla="*/ 0 w 477579"/>
                  <a:gd name="connsiteY8" fmla="*/ 252778 h 303333"/>
                  <a:gd name="connsiteX9" fmla="*/ 0 w 477579"/>
                  <a:gd name="connsiteY9" fmla="*/ 50563 h 303333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229642 w 477579"/>
                  <a:gd name="connsiteY7" fmla="*/ 188446 h 303333"/>
                  <a:gd name="connsiteX8" fmla="*/ 50555 w 477579"/>
                  <a:gd name="connsiteY8" fmla="*/ 303333 h 303333"/>
                  <a:gd name="connsiteX9" fmla="*/ 0 w 477579"/>
                  <a:gd name="connsiteY9" fmla="*/ 252778 h 303333"/>
                  <a:gd name="connsiteX10" fmla="*/ 0 w 477579"/>
                  <a:gd name="connsiteY10" fmla="*/ 50563 h 303333"/>
                  <a:gd name="connsiteX0" fmla="*/ 0 w 493437"/>
                  <a:gd name="connsiteY0" fmla="*/ 50563 h 303333"/>
                  <a:gd name="connsiteX1" fmla="*/ 50555 w 493437"/>
                  <a:gd name="connsiteY1" fmla="*/ 8 h 303333"/>
                  <a:gd name="connsiteX2" fmla="*/ 239939 w 493437"/>
                  <a:gd name="connsiteY2" fmla="*/ 115525 h 303333"/>
                  <a:gd name="connsiteX3" fmla="*/ 427024 w 493437"/>
                  <a:gd name="connsiteY3" fmla="*/ 8 h 303333"/>
                  <a:gd name="connsiteX4" fmla="*/ 477579 w 493437"/>
                  <a:gd name="connsiteY4" fmla="*/ 50563 h 303333"/>
                  <a:gd name="connsiteX5" fmla="*/ 477579 w 493437"/>
                  <a:gd name="connsiteY5" fmla="*/ 252778 h 303333"/>
                  <a:gd name="connsiteX6" fmla="*/ 427024 w 493437"/>
                  <a:gd name="connsiteY6" fmla="*/ 303333 h 303333"/>
                  <a:gd name="connsiteX7" fmla="*/ 229642 w 493437"/>
                  <a:gd name="connsiteY7" fmla="*/ 188446 h 303333"/>
                  <a:gd name="connsiteX8" fmla="*/ 50555 w 493437"/>
                  <a:gd name="connsiteY8" fmla="*/ 303333 h 303333"/>
                  <a:gd name="connsiteX9" fmla="*/ 0 w 493437"/>
                  <a:gd name="connsiteY9" fmla="*/ 252778 h 303333"/>
                  <a:gd name="connsiteX10" fmla="*/ 0 w 493437"/>
                  <a:gd name="connsiteY10" fmla="*/ 50563 h 303333"/>
                  <a:gd name="connsiteX0" fmla="*/ 0 w 504854"/>
                  <a:gd name="connsiteY0" fmla="*/ 50563 h 303333"/>
                  <a:gd name="connsiteX1" fmla="*/ 50555 w 504854"/>
                  <a:gd name="connsiteY1" fmla="*/ 8 h 303333"/>
                  <a:gd name="connsiteX2" fmla="*/ 239939 w 504854"/>
                  <a:gd name="connsiteY2" fmla="*/ 115525 h 303333"/>
                  <a:gd name="connsiteX3" fmla="*/ 427024 w 504854"/>
                  <a:gd name="connsiteY3" fmla="*/ 8 h 303333"/>
                  <a:gd name="connsiteX4" fmla="*/ 477579 w 504854"/>
                  <a:gd name="connsiteY4" fmla="*/ 50563 h 303333"/>
                  <a:gd name="connsiteX5" fmla="*/ 477579 w 504854"/>
                  <a:gd name="connsiteY5" fmla="*/ 252778 h 303333"/>
                  <a:gd name="connsiteX6" fmla="*/ 427024 w 504854"/>
                  <a:gd name="connsiteY6" fmla="*/ 303333 h 303333"/>
                  <a:gd name="connsiteX7" fmla="*/ 229642 w 504854"/>
                  <a:gd name="connsiteY7" fmla="*/ 188446 h 303333"/>
                  <a:gd name="connsiteX8" fmla="*/ 50555 w 504854"/>
                  <a:gd name="connsiteY8" fmla="*/ 303333 h 303333"/>
                  <a:gd name="connsiteX9" fmla="*/ 0 w 504854"/>
                  <a:gd name="connsiteY9" fmla="*/ 252778 h 303333"/>
                  <a:gd name="connsiteX10" fmla="*/ 0 w 504854"/>
                  <a:gd name="connsiteY10" fmla="*/ 50563 h 303333"/>
                  <a:gd name="connsiteX0" fmla="*/ 16611 w 521465"/>
                  <a:gd name="connsiteY0" fmla="*/ 50563 h 303333"/>
                  <a:gd name="connsiteX1" fmla="*/ 67166 w 521465"/>
                  <a:gd name="connsiteY1" fmla="*/ 8 h 303333"/>
                  <a:gd name="connsiteX2" fmla="*/ 256550 w 521465"/>
                  <a:gd name="connsiteY2" fmla="*/ 115525 h 303333"/>
                  <a:gd name="connsiteX3" fmla="*/ 443635 w 521465"/>
                  <a:gd name="connsiteY3" fmla="*/ 8 h 303333"/>
                  <a:gd name="connsiteX4" fmla="*/ 494190 w 521465"/>
                  <a:gd name="connsiteY4" fmla="*/ 50563 h 303333"/>
                  <a:gd name="connsiteX5" fmla="*/ 494190 w 521465"/>
                  <a:gd name="connsiteY5" fmla="*/ 252778 h 303333"/>
                  <a:gd name="connsiteX6" fmla="*/ 443635 w 521465"/>
                  <a:gd name="connsiteY6" fmla="*/ 303333 h 303333"/>
                  <a:gd name="connsiteX7" fmla="*/ 246253 w 521465"/>
                  <a:gd name="connsiteY7" fmla="*/ 188446 h 303333"/>
                  <a:gd name="connsiteX8" fmla="*/ 67166 w 521465"/>
                  <a:gd name="connsiteY8" fmla="*/ 303333 h 303333"/>
                  <a:gd name="connsiteX9" fmla="*/ 16611 w 521465"/>
                  <a:gd name="connsiteY9" fmla="*/ 252778 h 303333"/>
                  <a:gd name="connsiteX10" fmla="*/ 16611 w 521465"/>
                  <a:gd name="connsiteY10" fmla="*/ 50563 h 303333"/>
                  <a:gd name="connsiteX0" fmla="*/ 29966 w 534820"/>
                  <a:gd name="connsiteY0" fmla="*/ 50563 h 303333"/>
                  <a:gd name="connsiteX1" fmla="*/ 80521 w 534820"/>
                  <a:gd name="connsiteY1" fmla="*/ 8 h 303333"/>
                  <a:gd name="connsiteX2" fmla="*/ 269905 w 534820"/>
                  <a:gd name="connsiteY2" fmla="*/ 115525 h 303333"/>
                  <a:gd name="connsiteX3" fmla="*/ 456990 w 534820"/>
                  <a:gd name="connsiteY3" fmla="*/ 8 h 303333"/>
                  <a:gd name="connsiteX4" fmla="*/ 507545 w 534820"/>
                  <a:gd name="connsiteY4" fmla="*/ 50563 h 303333"/>
                  <a:gd name="connsiteX5" fmla="*/ 507545 w 534820"/>
                  <a:gd name="connsiteY5" fmla="*/ 252778 h 303333"/>
                  <a:gd name="connsiteX6" fmla="*/ 456990 w 534820"/>
                  <a:gd name="connsiteY6" fmla="*/ 303333 h 303333"/>
                  <a:gd name="connsiteX7" fmla="*/ 259608 w 534820"/>
                  <a:gd name="connsiteY7" fmla="*/ 188446 h 303333"/>
                  <a:gd name="connsiteX8" fmla="*/ 80521 w 534820"/>
                  <a:gd name="connsiteY8" fmla="*/ 303333 h 303333"/>
                  <a:gd name="connsiteX9" fmla="*/ 29966 w 534820"/>
                  <a:gd name="connsiteY9" fmla="*/ 252778 h 303333"/>
                  <a:gd name="connsiteX10" fmla="*/ 29966 w 534820"/>
                  <a:gd name="connsiteY10" fmla="*/ 50563 h 303333"/>
                  <a:gd name="connsiteX0" fmla="*/ 21843 w 526697"/>
                  <a:gd name="connsiteY0" fmla="*/ 50563 h 303333"/>
                  <a:gd name="connsiteX1" fmla="*/ 72398 w 526697"/>
                  <a:gd name="connsiteY1" fmla="*/ 8 h 303333"/>
                  <a:gd name="connsiteX2" fmla="*/ 261782 w 526697"/>
                  <a:gd name="connsiteY2" fmla="*/ 115525 h 303333"/>
                  <a:gd name="connsiteX3" fmla="*/ 448867 w 526697"/>
                  <a:gd name="connsiteY3" fmla="*/ 8 h 303333"/>
                  <a:gd name="connsiteX4" fmla="*/ 499422 w 526697"/>
                  <a:gd name="connsiteY4" fmla="*/ 50563 h 303333"/>
                  <a:gd name="connsiteX5" fmla="*/ 499422 w 526697"/>
                  <a:gd name="connsiteY5" fmla="*/ 252778 h 303333"/>
                  <a:gd name="connsiteX6" fmla="*/ 448867 w 526697"/>
                  <a:gd name="connsiteY6" fmla="*/ 303333 h 303333"/>
                  <a:gd name="connsiteX7" fmla="*/ 251485 w 526697"/>
                  <a:gd name="connsiteY7" fmla="*/ 188446 h 303333"/>
                  <a:gd name="connsiteX8" fmla="*/ 72398 w 526697"/>
                  <a:gd name="connsiteY8" fmla="*/ 303333 h 303333"/>
                  <a:gd name="connsiteX9" fmla="*/ 21843 w 526697"/>
                  <a:gd name="connsiteY9" fmla="*/ 252778 h 303333"/>
                  <a:gd name="connsiteX10" fmla="*/ 21843 w 526697"/>
                  <a:gd name="connsiteY10" fmla="*/ 50563 h 303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6697" h="303333">
                    <a:moveTo>
                      <a:pt x="21843" y="50563"/>
                    </a:moveTo>
                    <a:cubicBezTo>
                      <a:pt x="21843" y="22642"/>
                      <a:pt x="44477" y="8"/>
                      <a:pt x="72398" y="8"/>
                    </a:cubicBezTo>
                    <a:cubicBezTo>
                      <a:pt x="131126" y="-1138"/>
                      <a:pt x="203054" y="116671"/>
                      <a:pt x="261782" y="115525"/>
                    </a:cubicBezTo>
                    <a:cubicBezTo>
                      <a:pt x="328544" y="116671"/>
                      <a:pt x="382105" y="-1138"/>
                      <a:pt x="448867" y="8"/>
                    </a:cubicBezTo>
                    <a:cubicBezTo>
                      <a:pt x="476788" y="8"/>
                      <a:pt x="499422" y="22642"/>
                      <a:pt x="499422" y="50563"/>
                    </a:cubicBezTo>
                    <a:cubicBezTo>
                      <a:pt x="536469" y="115043"/>
                      <a:pt x="535103" y="175480"/>
                      <a:pt x="499422" y="252778"/>
                    </a:cubicBezTo>
                    <a:cubicBezTo>
                      <a:pt x="499422" y="280699"/>
                      <a:pt x="476788" y="303333"/>
                      <a:pt x="448867" y="303333"/>
                    </a:cubicBezTo>
                    <a:cubicBezTo>
                      <a:pt x="384240" y="300500"/>
                      <a:pt x="316112" y="191279"/>
                      <a:pt x="251485" y="188446"/>
                    </a:cubicBezTo>
                    <a:lnTo>
                      <a:pt x="72398" y="303333"/>
                    </a:lnTo>
                    <a:cubicBezTo>
                      <a:pt x="44477" y="303333"/>
                      <a:pt x="21843" y="280699"/>
                      <a:pt x="21843" y="252778"/>
                    </a:cubicBezTo>
                    <a:cubicBezTo>
                      <a:pt x="2308" y="196439"/>
                      <a:pt x="-15532" y="133979"/>
                      <a:pt x="21843" y="50563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: Rounded Corners 7">
                <a:extLst>
                  <a:ext uri="{FF2B5EF4-FFF2-40B4-BE49-F238E27FC236}">
                    <a16:creationId xmlns:a16="http://schemas.microsoft.com/office/drawing/2014/main" id="{33FCAD2F-990A-426F-B434-4876A97C7F79}"/>
                  </a:ext>
                </a:extLst>
              </p:cNvPr>
              <p:cNvSpPr/>
              <p:nvPr/>
            </p:nvSpPr>
            <p:spPr>
              <a:xfrm rot="922151">
                <a:off x="8030418" y="3257515"/>
                <a:ext cx="492324" cy="226933"/>
              </a:xfrm>
              <a:custGeom>
                <a:avLst/>
                <a:gdLst>
                  <a:gd name="connsiteX0" fmla="*/ 0 w 477579"/>
                  <a:gd name="connsiteY0" fmla="*/ 50555 h 303325"/>
                  <a:gd name="connsiteX1" fmla="*/ 50555 w 477579"/>
                  <a:gd name="connsiteY1" fmla="*/ 0 h 303325"/>
                  <a:gd name="connsiteX2" fmla="*/ 427024 w 477579"/>
                  <a:gd name="connsiteY2" fmla="*/ 0 h 303325"/>
                  <a:gd name="connsiteX3" fmla="*/ 477579 w 477579"/>
                  <a:gd name="connsiteY3" fmla="*/ 50555 h 303325"/>
                  <a:gd name="connsiteX4" fmla="*/ 477579 w 477579"/>
                  <a:gd name="connsiteY4" fmla="*/ 252770 h 303325"/>
                  <a:gd name="connsiteX5" fmla="*/ 427024 w 477579"/>
                  <a:gd name="connsiteY5" fmla="*/ 303325 h 303325"/>
                  <a:gd name="connsiteX6" fmla="*/ 50555 w 477579"/>
                  <a:gd name="connsiteY6" fmla="*/ 303325 h 303325"/>
                  <a:gd name="connsiteX7" fmla="*/ 0 w 477579"/>
                  <a:gd name="connsiteY7" fmla="*/ 252770 h 303325"/>
                  <a:gd name="connsiteX8" fmla="*/ 0 w 477579"/>
                  <a:gd name="connsiteY8" fmla="*/ 50555 h 303325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50555 w 477579"/>
                  <a:gd name="connsiteY7" fmla="*/ 303333 h 303333"/>
                  <a:gd name="connsiteX8" fmla="*/ 0 w 477579"/>
                  <a:gd name="connsiteY8" fmla="*/ 252778 h 303333"/>
                  <a:gd name="connsiteX9" fmla="*/ 0 w 477579"/>
                  <a:gd name="connsiteY9" fmla="*/ 50563 h 303333"/>
                  <a:gd name="connsiteX0" fmla="*/ 0 w 477579"/>
                  <a:gd name="connsiteY0" fmla="*/ 50563 h 303333"/>
                  <a:gd name="connsiteX1" fmla="*/ 50555 w 477579"/>
                  <a:gd name="connsiteY1" fmla="*/ 8 h 303333"/>
                  <a:gd name="connsiteX2" fmla="*/ 239939 w 477579"/>
                  <a:gd name="connsiteY2" fmla="*/ 115525 h 303333"/>
                  <a:gd name="connsiteX3" fmla="*/ 427024 w 477579"/>
                  <a:gd name="connsiteY3" fmla="*/ 8 h 303333"/>
                  <a:gd name="connsiteX4" fmla="*/ 477579 w 477579"/>
                  <a:gd name="connsiteY4" fmla="*/ 50563 h 303333"/>
                  <a:gd name="connsiteX5" fmla="*/ 477579 w 477579"/>
                  <a:gd name="connsiteY5" fmla="*/ 252778 h 303333"/>
                  <a:gd name="connsiteX6" fmla="*/ 427024 w 477579"/>
                  <a:gd name="connsiteY6" fmla="*/ 303333 h 303333"/>
                  <a:gd name="connsiteX7" fmla="*/ 229642 w 477579"/>
                  <a:gd name="connsiteY7" fmla="*/ 188446 h 303333"/>
                  <a:gd name="connsiteX8" fmla="*/ 50555 w 477579"/>
                  <a:gd name="connsiteY8" fmla="*/ 303333 h 303333"/>
                  <a:gd name="connsiteX9" fmla="*/ 0 w 477579"/>
                  <a:gd name="connsiteY9" fmla="*/ 252778 h 303333"/>
                  <a:gd name="connsiteX10" fmla="*/ 0 w 477579"/>
                  <a:gd name="connsiteY10" fmla="*/ 50563 h 303333"/>
                  <a:gd name="connsiteX0" fmla="*/ 0 w 493437"/>
                  <a:gd name="connsiteY0" fmla="*/ 50563 h 303333"/>
                  <a:gd name="connsiteX1" fmla="*/ 50555 w 493437"/>
                  <a:gd name="connsiteY1" fmla="*/ 8 h 303333"/>
                  <a:gd name="connsiteX2" fmla="*/ 239939 w 493437"/>
                  <a:gd name="connsiteY2" fmla="*/ 115525 h 303333"/>
                  <a:gd name="connsiteX3" fmla="*/ 427024 w 493437"/>
                  <a:gd name="connsiteY3" fmla="*/ 8 h 303333"/>
                  <a:gd name="connsiteX4" fmla="*/ 477579 w 493437"/>
                  <a:gd name="connsiteY4" fmla="*/ 50563 h 303333"/>
                  <a:gd name="connsiteX5" fmla="*/ 477579 w 493437"/>
                  <a:gd name="connsiteY5" fmla="*/ 252778 h 303333"/>
                  <a:gd name="connsiteX6" fmla="*/ 427024 w 493437"/>
                  <a:gd name="connsiteY6" fmla="*/ 303333 h 303333"/>
                  <a:gd name="connsiteX7" fmla="*/ 229642 w 493437"/>
                  <a:gd name="connsiteY7" fmla="*/ 188446 h 303333"/>
                  <a:gd name="connsiteX8" fmla="*/ 50555 w 493437"/>
                  <a:gd name="connsiteY8" fmla="*/ 303333 h 303333"/>
                  <a:gd name="connsiteX9" fmla="*/ 0 w 493437"/>
                  <a:gd name="connsiteY9" fmla="*/ 252778 h 303333"/>
                  <a:gd name="connsiteX10" fmla="*/ 0 w 493437"/>
                  <a:gd name="connsiteY10" fmla="*/ 50563 h 303333"/>
                  <a:gd name="connsiteX0" fmla="*/ 0 w 504854"/>
                  <a:gd name="connsiteY0" fmla="*/ 50563 h 303333"/>
                  <a:gd name="connsiteX1" fmla="*/ 50555 w 504854"/>
                  <a:gd name="connsiteY1" fmla="*/ 8 h 303333"/>
                  <a:gd name="connsiteX2" fmla="*/ 239939 w 504854"/>
                  <a:gd name="connsiteY2" fmla="*/ 115525 h 303333"/>
                  <a:gd name="connsiteX3" fmla="*/ 427024 w 504854"/>
                  <a:gd name="connsiteY3" fmla="*/ 8 h 303333"/>
                  <a:gd name="connsiteX4" fmla="*/ 477579 w 504854"/>
                  <a:gd name="connsiteY4" fmla="*/ 50563 h 303333"/>
                  <a:gd name="connsiteX5" fmla="*/ 477579 w 504854"/>
                  <a:gd name="connsiteY5" fmla="*/ 252778 h 303333"/>
                  <a:gd name="connsiteX6" fmla="*/ 427024 w 504854"/>
                  <a:gd name="connsiteY6" fmla="*/ 303333 h 303333"/>
                  <a:gd name="connsiteX7" fmla="*/ 229642 w 504854"/>
                  <a:gd name="connsiteY7" fmla="*/ 188446 h 303333"/>
                  <a:gd name="connsiteX8" fmla="*/ 50555 w 504854"/>
                  <a:gd name="connsiteY8" fmla="*/ 303333 h 303333"/>
                  <a:gd name="connsiteX9" fmla="*/ 0 w 504854"/>
                  <a:gd name="connsiteY9" fmla="*/ 252778 h 303333"/>
                  <a:gd name="connsiteX10" fmla="*/ 0 w 504854"/>
                  <a:gd name="connsiteY10" fmla="*/ 50563 h 303333"/>
                  <a:gd name="connsiteX0" fmla="*/ 16611 w 521465"/>
                  <a:gd name="connsiteY0" fmla="*/ 50563 h 303333"/>
                  <a:gd name="connsiteX1" fmla="*/ 67166 w 521465"/>
                  <a:gd name="connsiteY1" fmla="*/ 8 h 303333"/>
                  <a:gd name="connsiteX2" fmla="*/ 256550 w 521465"/>
                  <a:gd name="connsiteY2" fmla="*/ 115525 h 303333"/>
                  <a:gd name="connsiteX3" fmla="*/ 443635 w 521465"/>
                  <a:gd name="connsiteY3" fmla="*/ 8 h 303333"/>
                  <a:gd name="connsiteX4" fmla="*/ 494190 w 521465"/>
                  <a:gd name="connsiteY4" fmla="*/ 50563 h 303333"/>
                  <a:gd name="connsiteX5" fmla="*/ 494190 w 521465"/>
                  <a:gd name="connsiteY5" fmla="*/ 252778 h 303333"/>
                  <a:gd name="connsiteX6" fmla="*/ 443635 w 521465"/>
                  <a:gd name="connsiteY6" fmla="*/ 303333 h 303333"/>
                  <a:gd name="connsiteX7" fmla="*/ 246253 w 521465"/>
                  <a:gd name="connsiteY7" fmla="*/ 188446 h 303333"/>
                  <a:gd name="connsiteX8" fmla="*/ 67166 w 521465"/>
                  <a:gd name="connsiteY8" fmla="*/ 303333 h 303333"/>
                  <a:gd name="connsiteX9" fmla="*/ 16611 w 521465"/>
                  <a:gd name="connsiteY9" fmla="*/ 252778 h 303333"/>
                  <a:gd name="connsiteX10" fmla="*/ 16611 w 521465"/>
                  <a:gd name="connsiteY10" fmla="*/ 50563 h 303333"/>
                  <a:gd name="connsiteX0" fmla="*/ 29966 w 534820"/>
                  <a:gd name="connsiteY0" fmla="*/ 50563 h 303333"/>
                  <a:gd name="connsiteX1" fmla="*/ 80521 w 534820"/>
                  <a:gd name="connsiteY1" fmla="*/ 8 h 303333"/>
                  <a:gd name="connsiteX2" fmla="*/ 269905 w 534820"/>
                  <a:gd name="connsiteY2" fmla="*/ 115525 h 303333"/>
                  <a:gd name="connsiteX3" fmla="*/ 456990 w 534820"/>
                  <a:gd name="connsiteY3" fmla="*/ 8 h 303333"/>
                  <a:gd name="connsiteX4" fmla="*/ 507545 w 534820"/>
                  <a:gd name="connsiteY4" fmla="*/ 50563 h 303333"/>
                  <a:gd name="connsiteX5" fmla="*/ 507545 w 534820"/>
                  <a:gd name="connsiteY5" fmla="*/ 252778 h 303333"/>
                  <a:gd name="connsiteX6" fmla="*/ 456990 w 534820"/>
                  <a:gd name="connsiteY6" fmla="*/ 303333 h 303333"/>
                  <a:gd name="connsiteX7" fmla="*/ 259608 w 534820"/>
                  <a:gd name="connsiteY7" fmla="*/ 188446 h 303333"/>
                  <a:gd name="connsiteX8" fmla="*/ 80521 w 534820"/>
                  <a:gd name="connsiteY8" fmla="*/ 303333 h 303333"/>
                  <a:gd name="connsiteX9" fmla="*/ 29966 w 534820"/>
                  <a:gd name="connsiteY9" fmla="*/ 252778 h 303333"/>
                  <a:gd name="connsiteX10" fmla="*/ 29966 w 534820"/>
                  <a:gd name="connsiteY10" fmla="*/ 50563 h 303333"/>
                  <a:gd name="connsiteX0" fmla="*/ 21843 w 526697"/>
                  <a:gd name="connsiteY0" fmla="*/ 50563 h 303333"/>
                  <a:gd name="connsiteX1" fmla="*/ 72398 w 526697"/>
                  <a:gd name="connsiteY1" fmla="*/ 8 h 303333"/>
                  <a:gd name="connsiteX2" fmla="*/ 261782 w 526697"/>
                  <a:gd name="connsiteY2" fmla="*/ 115525 h 303333"/>
                  <a:gd name="connsiteX3" fmla="*/ 448867 w 526697"/>
                  <a:gd name="connsiteY3" fmla="*/ 8 h 303333"/>
                  <a:gd name="connsiteX4" fmla="*/ 499422 w 526697"/>
                  <a:gd name="connsiteY4" fmla="*/ 50563 h 303333"/>
                  <a:gd name="connsiteX5" fmla="*/ 499422 w 526697"/>
                  <a:gd name="connsiteY5" fmla="*/ 252778 h 303333"/>
                  <a:gd name="connsiteX6" fmla="*/ 448867 w 526697"/>
                  <a:gd name="connsiteY6" fmla="*/ 303333 h 303333"/>
                  <a:gd name="connsiteX7" fmla="*/ 251485 w 526697"/>
                  <a:gd name="connsiteY7" fmla="*/ 188446 h 303333"/>
                  <a:gd name="connsiteX8" fmla="*/ 72398 w 526697"/>
                  <a:gd name="connsiteY8" fmla="*/ 303333 h 303333"/>
                  <a:gd name="connsiteX9" fmla="*/ 21843 w 526697"/>
                  <a:gd name="connsiteY9" fmla="*/ 252778 h 303333"/>
                  <a:gd name="connsiteX10" fmla="*/ 21843 w 526697"/>
                  <a:gd name="connsiteY10" fmla="*/ 50563 h 303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6697" h="303333">
                    <a:moveTo>
                      <a:pt x="21843" y="50563"/>
                    </a:moveTo>
                    <a:cubicBezTo>
                      <a:pt x="21843" y="22642"/>
                      <a:pt x="44477" y="8"/>
                      <a:pt x="72398" y="8"/>
                    </a:cubicBezTo>
                    <a:cubicBezTo>
                      <a:pt x="131126" y="-1138"/>
                      <a:pt x="203054" y="116671"/>
                      <a:pt x="261782" y="115525"/>
                    </a:cubicBezTo>
                    <a:cubicBezTo>
                      <a:pt x="328544" y="116671"/>
                      <a:pt x="382105" y="-1138"/>
                      <a:pt x="448867" y="8"/>
                    </a:cubicBezTo>
                    <a:cubicBezTo>
                      <a:pt x="476788" y="8"/>
                      <a:pt x="499422" y="22642"/>
                      <a:pt x="499422" y="50563"/>
                    </a:cubicBezTo>
                    <a:cubicBezTo>
                      <a:pt x="536469" y="115043"/>
                      <a:pt x="535103" y="175480"/>
                      <a:pt x="499422" y="252778"/>
                    </a:cubicBezTo>
                    <a:cubicBezTo>
                      <a:pt x="499422" y="280699"/>
                      <a:pt x="476788" y="303333"/>
                      <a:pt x="448867" y="303333"/>
                    </a:cubicBezTo>
                    <a:cubicBezTo>
                      <a:pt x="384240" y="300500"/>
                      <a:pt x="316112" y="191279"/>
                      <a:pt x="251485" y="188446"/>
                    </a:cubicBezTo>
                    <a:lnTo>
                      <a:pt x="72398" y="303333"/>
                    </a:lnTo>
                    <a:cubicBezTo>
                      <a:pt x="44477" y="303333"/>
                      <a:pt x="21843" y="280699"/>
                      <a:pt x="21843" y="252778"/>
                    </a:cubicBezTo>
                    <a:cubicBezTo>
                      <a:pt x="2308" y="196439"/>
                      <a:pt x="-15532" y="133979"/>
                      <a:pt x="21843" y="5056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A074322A-C2F8-4D99-9B17-CFFE00F9754C}"/>
                  </a:ext>
                </a:extLst>
              </p:cNvPr>
              <p:cNvSpPr/>
              <p:nvPr/>
            </p:nvSpPr>
            <p:spPr>
              <a:xfrm>
                <a:off x="7051637" y="2786743"/>
                <a:ext cx="1671449" cy="3994256"/>
              </a:xfrm>
              <a:custGeom>
                <a:avLst/>
                <a:gdLst>
                  <a:gd name="connsiteX0" fmla="*/ 1673965 w 1673965"/>
                  <a:gd name="connsiteY0" fmla="*/ 0 h 4088202"/>
                  <a:gd name="connsiteX1" fmla="*/ 977279 w 1673965"/>
                  <a:gd name="connsiteY1" fmla="*/ 1161143 h 4088202"/>
                  <a:gd name="connsiteX2" fmla="*/ 1107908 w 1673965"/>
                  <a:gd name="connsiteY2" fmla="*/ 2264228 h 4088202"/>
                  <a:gd name="connsiteX3" fmla="*/ 1470765 w 1673965"/>
                  <a:gd name="connsiteY3" fmla="*/ 3106057 h 4088202"/>
                  <a:gd name="connsiteX4" fmla="*/ 1485279 w 1673965"/>
                  <a:gd name="connsiteY4" fmla="*/ 3759200 h 4088202"/>
                  <a:gd name="connsiteX5" fmla="*/ 686993 w 1673965"/>
                  <a:gd name="connsiteY5" fmla="*/ 3991428 h 4088202"/>
                  <a:gd name="connsiteX6" fmla="*/ 309622 w 1673965"/>
                  <a:gd name="connsiteY6" fmla="*/ 4020457 h 4088202"/>
                  <a:gd name="connsiteX7" fmla="*/ 4822 w 1673965"/>
                  <a:gd name="connsiteY7" fmla="*/ 3106057 h 4088202"/>
                  <a:gd name="connsiteX8" fmla="*/ 556365 w 1673965"/>
                  <a:gd name="connsiteY8" fmla="*/ 2772228 h 4088202"/>
                  <a:gd name="connsiteX9" fmla="*/ 686993 w 1673965"/>
                  <a:gd name="connsiteY9" fmla="*/ 2801257 h 4088202"/>
                  <a:gd name="connsiteX10" fmla="*/ 686993 w 1673965"/>
                  <a:gd name="connsiteY10" fmla="*/ 2801257 h 4088202"/>
                  <a:gd name="connsiteX0" fmla="*/ 1669892 w 1669892"/>
                  <a:gd name="connsiteY0" fmla="*/ 0 h 4023254"/>
                  <a:gd name="connsiteX1" fmla="*/ 973206 w 1669892"/>
                  <a:gd name="connsiteY1" fmla="*/ 1161143 h 4023254"/>
                  <a:gd name="connsiteX2" fmla="*/ 1103835 w 1669892"/>
                  <a:gd name="connsiteY2" fmla="*/ 2264228 h 4023254"/>
                  <a:gd name="connsiteX3" fmla="*/ 1466692 w 1669892"/>
                  <a:gd name="connsiteY3" fmla="*/ 3106057 h 4023254"/>
                  <a:gd name="connsiteX4" fmla="*/ 1481206 w 1669892"/>
                  <a:gd name="connsiteY4" fmla="*/ 3759200 h 4023254"/>
                  <a:gd name="connsiteX5" fmla="*/ 682920 w 1669892"/>
                  <a:gd name="connsiteY5" fmla="*/ 3991428 h 4023254"/>
                  <a:gd name="connsiteX6" fmla="*/ 749 w 1669892"/>
                  <a:gd name="connsiteY6" fmla="*/ 3106057 h 4023254"/>
                  <a:gd name="connsiteX7" fmla="*/ 552292 w 1669892"/>
                  <a:gd name="connsiteY7" fmla="*/ 2772228 h 4023254"/>
                  <a:gd name="connsiteX8" fmla="*/ 682920 w 1669892"/>
                  <a:gd name="connsiteY8" fmla="*/ 2801257 h 4023254"/>
                  <a:gd name="connsiteX9" fmla="*/ 682920 w 1669892"/>
                  <a:gd name="connsiteY9" fmla="*/ 2801257 h 4023254"/>
                  <a:gd name="connsiteX0" fmla="*/ 1669892 w 1669892"/>
                  <a:gd name="connsiteY0" fmla="*/ 0 h 3994256"/>
                  <a:gd name="connsiteX1" fmla="*/ 973206 w 1669892"/>
                  <a:gd name="connsiteY1" fmla="*/ 1161143 h 3994256"/>
                  <a:gd name="connsiteX2" fmla="*/ 1103835 w 1669892"/>
                  <a:gd name="connsiteY2" fmla="*/ 2264228 h 3994256"/>
                  <a:gd name="connsiteX3" fmla="*/ 1466692 w 1669892"/>
                  <a:gd name="connsiteY3" fmla="*/ 3106057 h 3994256"/>
                  <a:gd name="connsiteX4" fmla="*/ 1481206 w 1669892"/>
                  <a:gd name="connsiteY4" fmla="*/ 3759200 h 3994256"/>
                  <a:gd name="connsiteX5" fmla="*/ 682920 w 1669892"/>
                  <a:gd name="connsiteY5" fmla="*/ 3991428 h 3994256"/>
                  <a:gd name="connsiteX6" fmla="*/ 749 w 1669892"/>
                  <a:gd name="connsiteY6" fmla="*/ 3106057 h 3994256"/>
                  <a:gd name="connsiteX7" fmla="*/ 552292 w 1669892"/>
                  <a:gd name="connsiteY7" fmla="*/ 2772228 h 3994256"/>
                  <a:gd name="connsiteX8" fmla="*/ 682920 w 1669892"/>
                  <a:gd name="connsiteY8" fmla="*/ 2801257 h 3994256"/>
                  <a:gd name="connsiteX9" fmla="*/ 682920 w 1669892"/>
                  <a:gd name="connsiteY9" fmla="*/ 2801257 h 3994256"/>
                  <a:gd name="connsiteX0" fmla="*/ 1671449 w 1671449"/>
                  <a:gd name="connsiteY0" fmla="*/ 0 h 3994256"/>
                  <a:gd name="connsiteX1" fmla="*/ 974763 w 1671449"/>
                  <a:gd name="connsiteY1" fmla="*/ 1161143 h 3994256"/>
                  <a:gd name="connsiteX2" fmla="*/ 1105392 w 1671449"/>
                  <a:gd name="connsiteY2" fmla="*/ 2264228 h 3994256"/>
                  <a:gd name="connsiteX3" fmla="*/ 1468249 w 1671449"/>
                  <a:gd name="connsiteY3" fmla="*/ 3106057 h 3994256"/>
                  <a:gd name="connsiteX4" fmla="*/ 1482763 w 1671449"/>
                  <a:gd name="connsiteY4" fmla="*/ 3759200 h 3994256"/>
                  <a:gd name="connsiteX5" fmla="*/ 684477 w 1671449"/>
                  <a:gd name="connsiteY5" fmla="*/ 3991428 h 3994256"/>
                  <a:gd name="connsiteX6" fmla="*/ 2306 w 1671449"/>
                  <a:gd name="connsiteY6" fmla="*/ 3106057 h 3994256"/>
                  <a:gd name="connsiteX7" fmla="*/ 553849 w 1671449"/>
                  <a:gd name="connsiteY7" fmla="*/ 2772228 h 3994256"/>
                  <a:gd name="connsiteX8" fmla="*/ 684477 w 1671449"/>
                  <a:gd name="connsiteY8" fmla="*/ 2801257 h 3994256"/>
                  <a:gd name="connsiteX9" fmla="*/ 684477 w 1671449"/>
                  <a:gd name="connsiteY9" fmla="*/ 2801257 h 3994256"/>
                  <a:gd name="connsiteX0" fmla="*/ 1671449 w 1671449"/>
                  <a:gd name="connsiteY0" fmla="*/ 0 h 3994256"/>
                  <a:gd name="connsiteX1" fmla="*/ 974763 w 1671449"/>
                  <a:gd name="connsiteY1" fmla="*/ 1161143 h 3994256"/>
                  <a:gd name="connsiteX2" fmla="*/ 1105392 w 1671449"/>
                  <a:gd name="connsiteY2" fmla="*/ 2264228 h 3994256"/>
                  <a:gd name="connsiteX3" fmla="*/ 1468249 w 1671449"/>
                  <a:gd name="connsiteY3" fmla="*/ 3106057 h 3994256"/>
                  <a:gd name="connsiteX4" fmla="*/ 1482763 w 1671449"/>
                  <a:gd name="connsiteY4" fmla="*/ 3759200 h 3994256"/>
                  <a:gd name="connsiteX5" fmla="*/ 684477 w 1671449"/>
                  <a:gd name="connsiteY5" fmla="*/ 3991428 h 3994256"/>
                  <a:gd name="connsiteX6" fmla="*/ 2306 w 1671449"/>
                  <a:gd name="connsiteY6" fmla="*/ 3106057 h 3994256"/>
                  <a:gd name="connsiteX7" fmla="*/ 553849 w 1671449"/>
                  <a:gd name="connsiteY7" fmla="*/ 2772228 h 3994256"/>
                  <a:gd name="connsiteX8" fmla="*/ 684477 w 1671449"/>
                  <a:gd name="connsiteY8" fmla="*/ 2801257 h 3994256"/>
                  <a:gd name="connsiteX0" fmla="*/ 1671449 w 1671449"/>
                  <a:gd name="connsiteY0" fmla="*/ 0 h 3994256"/>
                  <a:gd name="connsiteX1" fmla="*/ 974763 w 1671449"/>
                  <a:gd name="connsiteY1" fmla="*/ 1161143 h 3994256"/>
                  <a:gd name="connsiteX2" fmla="*/ 1105392 w 1671449"/>
                  <a:gd name="connsiteY2" fmla="*/ 2264228 h 3994256"/>
                  <a:gd name="connsiteX3" fmla="*/ 1468249 w 1671449"/>
                  <a:gd name="connsiteY3" fmla="*/ 3106057 h 3994256"/>
                  <a:gd name="connsiteX4" fmla="*/ 1482763 w 1671449"/>
                  <a:gd name="connsiteY4" fmla="*/ 3759200 h 3994256"/>
                  <a:gd name="connsiteX5" fmla="*/ 684477 w 1671449"/>
                  <a:gd name="connsiteY5" fmla="*/ 3991428 h 3994256"/>
                  <a:gd name="connsiteX6" fmla="*/ 2306 w 1671449"/>
                  <a:gd name="connsiteY6" fmla="*/ 3106057 h 3994256"/>
                  <a:gd name="connsiteX7" fmla="*/ 553849 w 1671449"/>
                  <a:gd name="connsiteY7" fmla="*/ 2772228 h 3994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71449" h="3994256">
                    <a:moveTo>
                      <a:pt x="1671449" y="0"/>
                    </a:moveTo>
                    <a:cubicBezTo>
                      <a:pt x="1370277" y="391886"/>
                      <a:pt x="1069106" y="783772"/>
                      <a:pt x="974763" y="1161143"/>
                    </a:cubicBezTo>
                    <a:cubicBezTo>
                      <a:pt x="880420" y="1538514"/>
                      <a:pt x="1023144" y="1940076"/>
                      <a:pt x="1105392" y="2264228"/>
                    </a:cubicBezTo>
                    <a:cubicBezTo>
                      <a:pt x="1187640" y="2588380"/>
                      <a:pt x="1405354" y="2856895"/>
                      <a:pt x="1468249" y="3106057"/>
                    </a:cubicBezTo>
                    <a:cubicBezTo>
                      <a:pt x="1531144" y="3355219"/>
                      <a:pt x="1613392" y="3611638"/>
                      <a:pt x="1482763" y="3759200"/>
                    </a:cubicBezTo>
                    <a:cubicBezTo>
                      <a:pt x="1352134" y="3906762"/>
                      <a:pt x="1003792" y="4013199"/>
                      <a:pt x="684477" y="3991428"/>
                    </a:cubicBezTo>
                    <a:cubicBezTo>
                      <a:pt x="365162" y="3969657"/>
                      <a:pt x="-33981" y="3497942"/>
                      <a:pt x="2306" y="3106057"/>
                    </a:cubicBezTo>
                    <a:cubicBezTo>
                      <a:pt x="38593" y="2714172"/>
                      <a:pt x="440154" y="2823028"/>
                      <a:pt x="553849" y="2772228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" name="ttsMP3.com_VoiceText_2025-4-24_22-59-8">
            <a:hlinkClick r:id="" action="ppaction://media"/>
            <a:extLst>
              <a:ext uri="{FF2B5EF4-FFF2-40B4-BE49-F238E27FC236}">
                <a16:creationId xmlns:a16="http://schemas.microsoft.com/office/drawing/2014/main" id="{097B4190-8D96-449A-8BEB-71753E5754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12813" y="670784"/>
            <a:ext cx="609600" cy="609600"/>
          </a:xfrm>
          <a:prstGeom prst="rect">
            <a:avLst/>
          </a:prstGeom>
        </p:spPr>
      </p:pic>
      <p:pic>
        <p:nvPicPr>
          <p:cNvPr id="92" name="1sec">
            <a:hlinkClick r:id="" action="ppaction://media"/>
            <a:extLst>
              <a:ext uri="{FF2B5EF4-FFF2-40B4-BE49-F238E27FC236}">
                <a16:creationId xmlns:a16="http://schemas.microsoft.com/office/drawing/2014/main" id="{DC06EA31-2125-4286-B133-8ABF8A77015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319464" y="653905"/>
            <a:ext cx="609600" cy="609600"/>
          </a:xfrm>
          <a:prstGeom prst="rect">
            <a:avLst/>
          </a:prstGeom>
        </p:spPr>
      </p:pic>
      <p:pic>
        <p:nvPicPr>
          <p:cNvPr id="3" name="ttsMP3.com_VoiceText_2025-4-24_22-59-52">
            <a:hlinkClick r:id="" action="ppaction://media"/>
            <a:extLst>
              <a:ext uri="{FF2B5EF4-FFF2-40B4-BE49-F238E27FC236}">
                <a16:creationId xmlns:a16="http://schemas.microsoft.com/office/drawing/2014/main" id="{1B199F8B-FD43-4584-A38A-039A05FA4EB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57299" y="712393"/>
            <a:ext cx="609600" cy="609600"/>
          </a:xfrm>
          <a:prstGeom prst="rect">
            <a:avLst/>
          </a:prstGeom>
        </p:spPr>
      </p:pic>
      <p:pic>
        <p:nvPicPr>
          <p:cNvPr id="93" name="1sec">
            <a:hlinkClick r:id="" action="ppaction://media"/>
            <a:extLst>
              <a:ext uri="{FF2B5EF4-FFF2-40B4-BE49-F238E27FC236}">
                <a16:creationId xmlns:a16="http://schemas.microsoft.com/office/drawing/2014/main" id="{0EC91505-C3A6-4F68-931C-B3701CF2B76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796002" y="672577"/>
            <a:ext cx="609600" cy="609600"/>
          </a:xfrm>
          <a:prstGeom prst="rect">
            <a:avLst/>
          </a:prstGeom>
        </p:spPr>
      </p:pic>
      <p:pic>
        <p:nvPicPr>
          <p:cNvPr id="94" name="1sec">
            <a:hlinkClick r:id="" action="ppaction://media"/>
            <a:extLst>
              <a:ext uri="{FF2B5EF4-FFF2-40B4-BE49-F238E27FC236}">
                <a16:creationId xmlns:a16="http://schemas.microsoft.com/office/drawing/2014/main" id="{ABE40F13-DD8C-4B4D-A936-5D363AC984D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626636" y="68342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3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8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9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36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2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9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8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9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2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3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E370226-8762-487F-A74C-D4073D5FF368}"/>
              </a:ext>
            </a:extLst>
          </p:cNvPr>
          <p:cNvSpPr/>
          <p:nvPr/>
        </p:nvSpPr>
        <p:spPr>
          <a:xfrm>
            <a:off x="2556496" y="397122"/>
            <a:ext cx="4464633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Cr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EFA159"/>
                </a:solidFill>
              </a:rPr>
              <a:t>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75046A0-37C1-45F6-B0AC-2E870EAA455F}"/>
              </a:ext>
            </a:extLst>
          </p:cNvPr>
          <p:cNvSpPr/>
          <p:nvPr/>
        </p:nvSpPr>
        <p:spPr>
          <a:xfrm>
            <a:off x="495821" y="397122"/>
            <a:ext cx="1739379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EFA159"/>
                </a:solidFill>
              </a:rPr>
              <a:t>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52CE31F-AA53-4970-B1E8-46ED7DF67610}"/>
              </a:ext>
            </a:extLst>
          </p:cNvPr>
          <p:cNvGrpSpPr/>
          <p:nvPr/>
        </p:nvGrpSpPr>
        <p:grpSpPr>
          <a:xfrm>
            <a:off x="6464701" y="2000635"/>
            <a:ext cx="5573418" cy="4627900"/>
            <a:chOff x="1661038" y="-231759"/>
            <a:chExt cx="7706452" cy="6399070"/>
          </a:xfrm>
        </p:grpSpPr>
        <p:sp>
          <p:nvSpPr>
            <p:cNvPr id="16" name="Rectangle 36">
              <a:extLst>
                <a:ext uri="{FF2B5EF4-FFF2-40B4-BE49-F238E27FC236}">
                  <a16:creationId xmlns:a16="http://schemas.microsoft.com/office/drawing/2014/main" id="{9E3EC123-8BFB-48BB-99E4-0B1EFC2ABB3A}"/>
                </a:ext>
              </a:extLst>
            </p:cNvPr>
            <p:cNvSpPr/>
            <p:nvPr/>
          </p:nvSpPr>
          <p:spPr>
            <a:xfrm>
              <a:off x="3323661" y="1657350"/>
              <a:ext cx="4393543" cy="4509961"/>
            </a:xfrm>
            <a:custGeom>
              <a:avLst/>
              <a:gdLst>
                <a:gd name="connsiteX0" fmla="*/ 0 w 2746753"/>
                <a:gd name="connsiteY0" fmla="*/ 0 h 2528761"/>
                <a:gd name="connsiteX1" fmla="*/ 2746753 w 2746753"/>
                <a:gd name="connsiteY1" fmla="*/ 0 h 2528761"/>
                <a:gd name="connsiteX2" fmla="*/ 2746753 w 2746753"/>
                <a:gd name="connsiteY2" fmla="*/ 2528761 h 2528761"/>
                <a:gd name="connsiteX3" fmla="*/ 0 w 2746753"/>
                <a:gd name="connsiteY3" fmla="*/ 2528761 h 2528761"/>
                <a:gd name="connsiteX4" fmla="*/ 0 w 2746753"/>
                <a:gd name="connsiteY4" fmla="*/ 0 h 2528761"/>
                <a:gd name="connsiteX0" fmla="*/ 0 w 2746753"/>
                <a:gd name="connsiteY0" fmla="*/ 0 h 3767011"/>
                <a:gd name="connsiteX1" fmla="*/ 2746753 w 2746753"/>
                <a:gd name="connsiteY1" fmla="*/ 0 h 3767011"/>
                <a:gd name="connsiteX2" fmla="*/ 2746753 w 2746753"/>
                <a:gd name="connsiteY2" fmla="*/ 2528761 h 3767011"/>
                <a:gd name="connsiteX3" fmla="*/ 1581150 w 2746753"/>
                <a:gd name="connsiteY3" fmla="*/ 3767011 h 3767011"/>
                <a:gd name="connsiteX4" fmla="*/ 0 w 2746753"/>
                <a:gd name="connsiteY4" fmla="*/ 0 h 3767011"/>
                <a:gd name="connsiteX0" fmla="*/ 0 w 2746753"/>
                <a:gd name="connsiteY0" fmla="*/ 762000 h 4529011"/>
                <a:gd name="connsiteX1" fmla="*/ 1470403 w 2746753"/>
                <a:gd name="connsiteY1" fmla="*/ 0 h 4529011"/>
                <a:gd name="connsiteX2" fmla="*/ 2746753 w 2746753"/>
                <a:gd name="connsiteY2" fmla="*/ 3290761 h 4529011"/>
                <a:gd name="connsiteX3" fmla="*/ 1581150 w 2746753"/>
                <a:gd name="connsiteY3" fmla="*/ 4529011 h 4529011"/>
                <a:gd name="connsiteX4" fmla="*/ 0 w 2746753"/>
                <a:gd name="connsiteY4" fmla="*/ 762000 h 4529011"/>
                <a:gd name="connsiteX0" fmla="*/ 110747 w 1276350"/>
                <a:gd name="connsiteY0" fmla="*/ 4529011 h 4529011"/>
                <a:gd name="connsiteX1" fmla="*/ 0 w 1276350"/>
                <a:gd name="connsiteY1" fmla="*/ 0 h 4529011"/>
                <a:gd name="connsiteX2" fmla="*/ 1276350 w 1276350"/>
                <a:gd name="connsiteY2" fmla="*/ 3290761 h 4529011"/>
                <a:gd name="connsiteX3" fmla="*/ 110747 w 1276350"/>
                <a:gd name="connsiteY3" fmla="*/ 4529011 h 4529011"/>
                <a:gd name="connsiteX0" fmla="*/ 2283836 w 3449439"/>
                <a:gd name="connsiteY0" fmla="*/ 4529011 h 4529011"/>
                <a:gd name="connsiteX1" fmla="*/ 2173089 w 3449439"/>
                <a:gd name="connsiteY1" fmla="*/ 0 h 4529011"/>
                <a:gd name="connsiteX2" fmla="*/ 3449439 w 3449439"/>
                <a:gd name="connsiteY2" fmla="*/ 3290761 h 4529011"/>
                <a:gd name="connsiteX3" fmla="*/ 2283836 w 3449439"/>
                <a:gd name="connsiteY3" fmla="*/ 4529011 h 4529011"/>
                <a:gd name="connsiteX0" fmla="*/ 2636354 w 3801957"/>
                <a:gd name="connsiteY0" fmla="*/ 4529011 h 4529011"/>
                <a:gd name="connsiteX1" fmla="*/ 2525607 w 3801957"/>
                <a:gd name="connsiteY1" fmla="*/ 0 h 4529011"/>
                <a:gd name="connsiteX2" fmla="*/ 3801957 w 3801957"/>
                <a:gd name="connsiteY2" fmla="*/ 3290761 h 4529011"/>
                <a:gd name="connsiteX3" fmla="*/ 2636354 w 3801957"/>
                <a:gd name="connsiteY3" fmla="*/ 4529011 h 4529011"/>
                <a:gd name="connsiteX0" fmla="*/ 2220527 w 3386130"/>
                <a:gd name="connsiteY0" fmla="*/ 4529011 h 4529011"/>
                <a:gd name="connsiteX1" fmla="*/ 2109780 w 3386130"/>
                <a:gd name="connsiteY1" fmla="*/ 0 h 4529011"/>
                <a:gd name="connsiteX2" fmla="*/ 3386130 w 3386130"/>
                <a:gd name="connsiteY2" fmla="*/ 3290761 h 4529011"/>
                <a:gd name="connsiteX3" fmla="*/ 2220527 w 3386130"/>
                <a:gd name="connsiteY3" fmla="*/ 4529011 h 4529011"/>
                <a:gd name="connsiteX0" fmla="*/ 2278534 w 3444137"/>
                <a:gd name="connsiteY0" fmla="*/ 4529011 h 4529011"/>
                <a:gd name="connsiteX1" fmla="*/ 2167787 w 3444137"/>
                <a:gd name="connsiteY1" fmla="*/ 0 h 4529011"/>
                <a:gd name="connsiteX2" fmla="*/ 3444137 w 3444137"/>
                <a:gd name="connsiteY2" fmla="*/ 3290761 h 4529011"/>
                <a:gd name="connsiteX3" fmla="*/ 2278534 w 3444137"/>
                <a:gd name="connsiteY3" fmla="*/ 4529011 h 4529011"/>
                <a:gd name="connsiteX0" fmla="*/ 2365383 w 3530986"/>
                <a:gd name="connsiteY0" fmla="*/ 4529011 h 4529011"/>
                <a:gd name="connsiteX1" fmla="*/ 2254636 w 3530986"/>
                <a:gd name="connsiteY1" fmla="*/ 0 h 4529011"/>
                <a:gd name="connsiteX2" fmla="*/ 3530986 w 3530986"/>
                <a:gd name="connsiteY2" fmla="*/ 3290761 h 4529011"/>
                <a:gd name="connsiteX3" fmla="*/ 2365383 w 3530986"/>
                <a:gd name="connsiteY3" fmla="*/ 4529011 h 4529011"/>
                <a:gd name="connsiteX0" fmla="*/ 2250758 w 3416361"/>
                <a:gd name="connsiteY0" fmla="*/ 4529011 h 4529011"/>
                <a:gd name="connsiteX1" fmla="*/ 2140011 w 3416361"/>
                <a:gd name="connsiteY1" fmla="*/ 0 h 4529011"/>
                <a:gd name="connsiteX2" fmla="*/ 3416361 w 3416361"/>
                <a:gd name="connsiteY2" fmla="*/ 3290761 h 4529011"/>
                <a:gd name="connsiteX3" fmla="*/ 2250758 w 3416361"/>
                <a:gd name="connsiteY3" fmla="*/ 4529011 h 4529011"/>
                <a:gd name="connsiteX0" fmla="*/ 2250758 w 2250758"/>
                <a:gd name="connsiteY0" fmla="*/ 4529011 h 4529011"/>
                <a:gd name="connsiteX1" fmla="*/ 2140011 w 2250758"/>
                <a:gd name="connsiteY1" fmla="*/ 0 h 4529011"/>
                <a:gd name="connsiteX2" fmla="*/ 2250758 w 2250758"/>
                <a:gd name="connsiteY2" fmla="*/ 4529011 h 4529011"/>
                <a:gd name="connsiteX0" fmla="*/ 2250758 w 3348773"/>
                <a:gd name="connsiteY0" fmla="*/ 4529011 h 4529011"/>
                <a:gd name="connsiteX1" fmla="*/ 2140011 w 3348773"/>
                <a:gd name="connsiteY1" fmla="*/ 0 h 4529011"/>
                <a:gd name="connsiteX2" fmla="*/ 2250758 w 3348773"/>
                <a:gd name="connsiteY2" fmla="*/ 4529011 h 4529011"/>
                <a:gd name="connsiteX0" fmla="*/ 2250758 w 4371747"/>
                <a:gd name="connsiteY0" fmla="*/ 4529011 h 4529011"/>
                <a:gd name="connsiteX1" fmla="*/ 2140011 w 4371747"/>
                <a:gd name="connsiteY1" fmla="*/ 0 h 4529011"/>
                <a:gd name="connsiteX2" fmla="*/ 2250758 w 4371747"/>
                <a:gd name="connsiteY2" fmla="*/ 4529011 h 4529011"/>
                <a:gd name="connsiteX0" fmla="*/ 2250758 w 4385374"/>
                <a:gd name="connsiteY0" fmla="*/ 4529011 h 4529011"/>
                <a:gd name="connsiteX1" fmla="*/ 2140011 w 4385374"/>
                <a:gd name="connsiteY1" fmla="*/ 0 h 4529011"/>
                <a:gd name="connsiteX2" fmla="*/ 2250758 w 4385374"/>
                <a:gd name="connsiteY2" fmla="*/ 4529011 h 4529011"/>
                <a:gd name="connsiteX0" fmla="*/ 2250758 w 4385374"/>
                <a:gd name="connsiteY0" fmla="*/ 4509961 h 4509961"/>
                <a:gd name="connsiteX1" fmla="*/ 2140011 w 4385374"/>
                <a:gd name="connsiteY1" fmla="*/ 0 h 4509961"/>
                <a:gd name="connsiteX2" fmla="*/ 2250758 w 4385374"/>
                <a:gd name="connsiteY2" fmla="*/ 4509961 h 4509961"/>
                <a:gd name="connsiteX0" fmla="*/ 2258927 w 4393543"/>
                <a:gd name="connsiteY0" fmla="*/ 4509961 h 4509961"/>
                <a:gd name="connsiteX1" fmla="*/ 2148180 w 4393543"/>
                <a:gd name="connsiteY1" fmla="*/ 0 h 4509961"/>
                <a:gd name="connsiteX2" fmla="*/ 2258927 w 4393543"/>
                <a:gd name="connsiteY2" fmla="*/ 4509961 h 4509961"/>
                <a:gd name="connsiteX0" fmla="*/ 2258927 w 4393543"/>
                <a:gd name="connsiteY0" fmla="*/ 4509961 h 4509961"/>
                <a:gd name="connsiteX1" fmla="*/ 2148180 w 4393543"/>
                <a:gd name="connsiteY1" fmla="*/ 0 h 4509961"/>
                <a:gd name="connsiteX2" fmla="*/ 2258927 w 4393543"/>
                <a:gd name="connsiteY2" fmla="*/ 4509961 h 4509961"/>
                <a:gd name="connsiteX0" fmla="*/ 2258927 w 4393543"/>
                <a:gd name="connsiteY0" fmla="*/ 4509961 h 4509961"/>
                <a:gd name="connsiteX1" fmla="*/ 2148180 w 4393543"/>
                <a:gd name="connsiteY1" fmla="*/ 0 h 4509961"/>
                <a:gd name="connsiteX2" fmla="*/ 2258927 w 4393543"/>
                <a:gd name="connsiteY2" fmla="*/ 4509961 h 4509961"/>
                <a:gd name="connsiteX0" fmla="*/ 2258927 w 4393543"/>
                <a:gd name="connsiteY0" fmla="*/ 4509961 h 4509961"/>
                <a:gd name="connsiteX1" fmla="*/ 2148180 w 4393543"/>
                <a:gd name="connsiteY1" fmla="*/ 0 h 4509961"/>
                <a:gd name="connsiteX2" fmla="*/ 2258927 w 4393543"/>
                <a:gd name="connsiteY2" fmla="*/ 4509961 h 450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93543" h="4509961">
                  <a:moveTo>
                    <a:pt x="2258927" y="4509961"/>
                  </a:moveTo>
                  <a:cubicBezTo>
                    <a:pt x="469411" y="4486191"/>
                    <a:pt x="-1720154" y="652420"/>
                    <a:pt x="2148180" y="0"/>
                  </a:cubicBezTo>
                  <a:cubicBezTo>
                    <a:pt x="5423596" y="61870"/>
                    <a:pt x="4812811" y="4219491"/>
                    <a:pt x="2258927" y="4509961"/>
                  </a:cubicBezTo>
                  <a:close/>
                </a:path>
              </a:pathLst>
            </a:custGeom>
            <a:solidFill>
              <a:srgbClr val="FBDFD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0E5C25D-E66D-4375-9D41-824F1F95ADF0}"/>
                </a:ext>
              </a:extLst>
            </p:cNvPr>
            <p:cNvGrpSpPr/>
            <p:nvPr/>
          </p:nvGrpSpPr>
          <p:grpSpPr>
            <a:xfrm>
              <a:off x="6756401" y="-231759"/>
              <a:ext cx="2611089" cy="2807947"/>
              <a:chOff x="6756401" y="-231759"/>
              <a:chExt cx="2611089" cy="2807947"/>
            </a:xfrm>
          </p:grpSpPr>
          <p:sp>
            <p:nvSpPr>
              <p:cNvPr id="65" name="Rectangle 5">
                <a:extLst>
                  <a:ext uri="{FF2B5EF4-FFF2-40B4-BE49-F238E27FC236}">
                    <a16:creationId xmlns:a16="http://schemas.microsoft.com/office/drawing/2014/main" id="{3AF9D160-0CE8-4B6A-8D1A-754E01548A13}"/>
                  </a:ext>
                </a:extLst>
              </p:cNvPr>
              <p:cNvSpPr/>
              <p:nvPr/>
            </p:nvSpPr>
            <p:spPr>
              <a:xfrm>
                <a:off x="6756401" y="-231759"/>
                <a:ext cx="2611089" cy="2807947"/>
              </a:xfrm>
              <a:custGeom>
                <a:avLst/>
                <a:gdLst>
                  <a:gd name="connsiteX0" fmla="*/ 0 w 1562100"/>
                  <a:gd name="connsiteY0" fmla="*/ 0 h 1617724"/>
                  <a:gd name="connsiteX1" fmla="*/ 1562100 w 1562100"/>
                  <a:gd name="connsiteY1" fmla="*/ 0 h 1617724"/>
                  <a:gd name="connsiteX2" fmla="*/ 1562100 w 1562100"/>
                  <a:gd name="connsiteY2" fmla="*/ 1617724 h 1617724"/>
                  <a:gd name="connsiteX3" fmla="*/ 0 w 1562100"/>
                  <a:gd name="connsiteY3" fmla="*/ 1617724 h 1617724"/>
                  <a:gd name="connsiteX4" fmla="*/ 0 w 1562100"/>
                  <a:gd name="connsiteY4" fmla="*/ 0 h 1617724"/>
                  <a:gd name="connsiteX0" fmla="*/ 0 w 1562100"/>
                  <a:gd name="connsiteY0" fmla="*/ 0 h 2100324"/>
                  <a:gd name="connsiteX1" fmla="*/ 1562100 w 1562100"/>
                  <a:gd name="connsiteY1" fmla="*/ 0 h 2100324"/>
                  <a:gd name="connsiteX2" fmla="*/ 1562100 w 1562100"/>
                  <a:gd name="connsiteY2" fmla="*/ 1617724 h 2100324"/>
                  <a:gd name="connsiteX3" fmla="*/ 1066800 w 1562100"/>
                  <a:gd name="connsiteY3" fmla="*/ 2100324 h 2100324"/>
                  <a:gd name="connsiteX4" fmla="*/ 0 w 1562100"/>
                  <a:gd name="connsiteY4" fmla="*/ 0 h 2100324"/>
                  <a:gd name="connsiteX0" fmla="*/ 0 w 1562100"/>
                  <a:gd name="connsiteY0" fmla="*/ 0 h 2100324"/>
                  <a:gd name="connsiteX1" fmla="*/ 1562100 w 1562100"/>
                  <a:gd name="connsiteY1" fmla="*/ 0 h 2100324"/>
                  <a:gd name="connsiteX2" fmla="*/ 1485900 w 1562100"/>
                  <a:gd name="connsiteY2" fmla="*/ 1947924 h 2100324"/>
                  <a:gd name="connsiteX3" fmla="*/ 1066800 w 1562100"/>
                  <a:gd name="connsiteY3" fmla="*/ 2100324 h 2100324"/>
                  <a:gd name="connsiteX4" fmla="*/ 0 w 1562100"/>
                  <a:gd name="connsiteY4" fmla="*/ 0 h 2100324"/>
                  <a:gd name="connsiteX0" fmla="*/ 0 w 1981663"/>
                  <a:gd name="connsiteY0" fmla="*/ 0 h 2100324"/>
                  <a:gd name="connsiteX1" fmla="*/ 1562100 w 1981663"/>
                  <a:gd name="connsiteY1" fmla="*/ 0 h 2100324"/>
                  <a:gd name="connsiteX2" fmla="*/ 1981200 w 1981663"/>
                  <a:gd name="connsiteY2" fmla="*/ 1757424 h 2100324"/>
                  <a:gd name="connsiteX3" fmla="*/ 1485900 w 1981663"/>
                  <a:gd name="connsiteY3" fmla="*/ 1947924 h 2100324"/>
                  <a:gd name="connsiteX4" fmla="*/ 1066800 w 1981663"/>
                  <a:gd name="connsiteY4" fmla="*/ 2100324 h 2100324"/>
                  <a:gd name="connsiteX5" fmla="*/ 0 w 1981663"/>
                  <a:gd name="connsiteY5" fmla="*/ 0 h 2100324"/>
                  <a:gd name="connsiteX0" fmla="*/ 0 w 2247234"/>
                  <a:gd name="connsiteY0" fmla="*/ 0 h 2100324"/>
                  <a:gd name="connsiteX1" fmla="*/ 1562100 w 2247234"/>
                  <a:gd name="connsiteY1" fmla="*/ 0 h 2100324"/>
                  <a:gd name="connsiteX2" fmla="*/ 2235200 w 2247234"/>
                  <a:gd name="connsiteY2" fmla="*/ 1490724 h 2100324"/>
                  <a:gd name="connsiteX3" fmla="*/ 1981200 w 2247234"/>
                  <a:gd name="connsiteY3" fmla="*/ 1757424 h 2100324"/>
                  <a:gd name="connsiteX4" fmla="*/ 1485900 w 2247234"/>
                  <a:gd name="connsiteY4" fmla="*/ 1947924 h 2100324"/>
                  <a:gd name="connsiteX5" fmla="*/ 1066800 w 2247234"/>
                  <a:gd name="connsiteY5" fmla="*/ 2100324 h 2100324"/>
                  <a:gd name="connsiteX6" fmla="*/ 0 w 2247234"/>
                  <a:gd name="connsiteY6" fmla="*/ 0 h 2100324"/>
                  <a:gd name="connsiteX0" fmla="*/ 0 w 2393694"/>
                  <a:gd name="connsiteY0" fmla="*/ 0 h 2100324"/>
                  <a:gd name="connsiteX1" fmla="*/ 1562100 w 2393694"/>
                  <a:gd name="connsiteY1" fmla="*/ 0 h 2100324"/>
                  <a:gd name="connsiteX2" fmla="*/ 2362199 w 2393694"/>
                  <a:gd name="connsiteY2" fmla="*/ 1071624 h 2100324"/>
                  <a:gd name="connsiteX3" fmla="*/ 2235200 w 2393694"/>
                  <a:gd name="connsiteY3" fmla="*/ 1490724 h 2100324"/>
                  <a:gd name="connsiteX4" fmla="*/ 1981200 w 2393694"/>
                  <a:gd name="connsiteY4" fmla="*/ 1757424 h 2100324"/>
                  <a:gd name="connsiteX5" fmla="*/ 1485900 w 2393694"/>
                  <a:gd name="connsiteY5" fmla="*/ 1947924 h 2100324"/>
                  <a:gd name="connsiteX6" fmla="*/ 1066800 w 2393694"/>
                  <a:gd name="connsiteY6" fmla="*/ 2100324 h 2100324"/>
                  <a:gd name="connsiteX7" fmla="*/ 0 w 2393694"/>
                  <a:gd name="connsiteY7" fmla="*/ 0 h 2100324"/>
                  <a:gd name="connsiteX0" fmla="*/ 0 w 2365360"/>
                  <a:gd name="connsiteY0" fmla="*/ 79253 h 2179577"/>
                  <a:gd name="connsiteX1" fmla="*/ 1562100 w 2365360"/>
                  <a:gd name="connsiteY1" fmla="*/ 79253 h 2179577"/>
                  <a:gd name="connsiteX2" fmla="*/ 2146299 w 2365360"/>
                  <a:gd name="connsiteY2" fmla="*/ 58677 h 2179577"/>
                  <a:gd name="connsiteX3" fmla="*/ 2362199 w 2365360"/>
                  <a:gd name="connsiteY3" fmla="*/ 1150877 h 2179577"/>
                  <a:gd name="connsiteX4" fmla="*/ 2235200 w 2365360"/>
                  <a:gd name="connsiteY4" fmla="*/ 1569977 h 2179577"/>
                  <a:gd name="connsiteX5" fmla="*/ 1981200 w 2365360"/>
                  <a:gd name="connsiteY5" fmla="*/ 1836677 h 2179577"/>
                  <a:gd name="connsiteX6" fmla="*/ 1485900 w 2365360"/>
                  <a:gd name="connsiteY6" fmla="*/ 2027177 h 2179577"/>
                  <a:gd name="connsiteX7" fmla="*/ 1066800 w 2365360"/>
                  <a:gd name="connsiteY7" fmla="*/ 2179577 h 2179577"/>
                  <a:gd name="connsiteX8" fmla="*/ 0 w 2365360"/>
                  <a:gd name="connsiteY8" fmla="*/ 79253 h 2179577"/>
                  <a:gd name="connsiteX0" fmla="*/ 0 w 2365360"/>
                  <a:gd name="connsiteY0" fmla="*/ 533400 h 2633724"/>
                  <a:gd name="connsiteX1" fmla="*/ 1587500 w 2365360"/>
                  <a:gd name="connsiteY1" fmla="*/ 0 h 2633724"/>
                  <a:gd name="connsiteX2" fmla="*/ 2146299 w 2365360"/>
                  <a:gd name="connsiteY2" fmla="*/ 512824 h 2633724"/>
                  <a:gd name="connsiteX3" fmla="*/ 2362199 w 2365360"/>
                  <a:gd name="connsiteY3" fmla="*/ 1605024 h 2633724"/>
                  <a:gd name="connsiteX4" fmla="*/ 2235200 w 2365360"/>
                  <a:gd name="connsiteY4" fmla="*/ 2024124 h 2633724"/>
                  <a:gd name="connsiteX5" fmla="*/ 1981200 w 2365360"/>
                  <a:gd name="connsiteY5" fmla="*/ 2290824 h 2633724"/>
                  <a:gd name="connsiteX6" fmla="*/ 1485900 w 2365360"/>
                  <a:gd name="connsiteY6" fmla="*/ 2481324 h 2633724"/>
                  <a:gd name="connsiteX7" fmla="*/ 1066800 w 2365360"/>
                  <a:gd name="connsiteY7" fmla="*/ 2633724 h 2633724"/>
                  <a:gd name="connsiteX8" fmla="*/ 0 w 2365360"/>
                  <a:gd name="connsiteY8" fmla="*/ 533400 h 2633724"/>
                  <a:gd name="connsiteX0" fmla="*/ 0 w 2365360"/>
                  <a:gd name="connsiteY0" fmla="*/ 533400 h 2633724"/>
                  <a:gd name="connsiteX1" fmla="*/ 698499 w 2365360"/>
                  <a:gd name="connsiteY1" fmla="*/ 55625 h 2633724"/>
                  <a:gd name="connsiteX2" fmla="*/ 1587500 w 2365360"/>
                  <a:gd name="connsiteY2" fmla="*/ 0 h 2633724"/>
                  <a:gd name="connsiteX3" fmla="*/ 2146299 w 2365360"/>
                  <a:gd name="connsiteY3" fmla="*/ 512824 h 2633724"/>
                  <a:gd name="connsiteX4" fmla="*/ 2362199 w 2365360"/>
                  <a:gd name="connsiteY4" fmla="*/ 1605024 h 2633724"/>
                  <a:gd name="connsiteX5" fmla="*/ 2235200 w 2365360"/>
                  <a:gd name="connsiteY5" fmla="*/ 2024124 h 2633724"/>
                  <a:gd name="connsiteX6" fmla="*/ 1981200 w 2365360"/>
                  <a:gd name="connsiteY6" fmla="*/ 2290824 h 2633724"/>
                  <a:gd name="connsiteX7" fmla="*/ 1485900 w 2365360"/>
                  <a:gd name="connsiteY7" fmla="*/ 2481324 h 2633724"/>
                  <a:gd name="connsiteX8" fmla="*/ 1066800 w 2365360"/>
                  <a:gd name="connsiteY8" fmla="*/ 2633724 h 2633724"/>
                  <a:gd name="connsiteX9" fmla="*/ 0 w 2365360"/>
                  <a:gd name="connsiteY9" fmla="*/ 533400 h 2633724"/>
                  <a:gd name="connsiteX0" fmla="*/ 0 w 2441560"/>
                  <a:gd name="connsiteY0" fmla="*/ 622300 h 2633724"/>
                  <a:gd name="connsiteX1" fmla="*/ 774699 w 2441560"/>
                  <a:gd name="connsiteY1" fmla="*/ 55625 h 2633724"/>
                  <a:gd name="connsiteX2" fmla="*/ 1663700 w 2441560"/>
                  <a:gd name="connsiteY2" fmla="*/ 0 h 2633724"/>
                  <a:gd name="connsiteX3" fmla="*/ 2222499 w 2441560"/>
                  <a:gd name="connsiteY3" fmla="*/ 512824 h 2633724"/>
                  <a:gd name="connsiteX4" fmla="*/ 2438399 w 2441560"/>
                  <a:gd name="connsiteY4" fmla="*/ 1605024 h 2633724"/>
                  <a:gd name="connsiteX5" fmla="*/ 2311400 w 2441560"/>
                  <a:gd name="connsiteY5" fmla="*/ 2024124 h 2633724"/>
                  <a:gd name="connsiteX6" fmla="*/ 2057400 w 2441560"/>
                  <a:gd name="connsiteY6" fmla="*/ 2290824 h 2633724"/>
                  <a:gd name="connsiteX7" fmla="*/ 1562100 w 2441560"/>
                  <a:gd name="connsiteY7" fmla="*/ 2481324 h 2633724"/>
                  <a:gd name="connsiteX8" fmla="*/ 1143000 w 2441560"/>
                  <a:gd name="connsiteY8" fmla="*/ 2633724 h 2633724"/>
                  <a:gd name="connsiteX9" fmla="*/ 0 w 2441560"/>
                  <a:gd name="connsiteY9" fmla="*/ 622300 h 2633724"/>
                  <a:gd name="connsiteX0" fmla="*/ 0 w 2441560"/>
                  <a:gd name="connsiteY0" fmla="*/ 622300 h 2633724"/>
                  <a:gd name="connsiteX1" fmla="*/ 774699 w 2441560"/>
                  <a:gd name="connsiteY1" fmla="*/ 55625 h 2633724"/>
                  <a:gd name="connsiteX2" fmla="*/ 1663700 w 2441560"/>
                  <a:gd name="connsiteY2" fmla="*/ 0 h 2633724"/>
                  <a:gd name="connsiteX3" fmla="*/ 2222499 w 2441560"/>
                  <a:gd name="connsiteY3" fmla="*/ 512824 h 2633724"/>
                  <a:gd name="connsiteX4" fmla="*/ 2438399 w 2441560"/>
                  <a:gd name="connsiteY4" fmla="*/ 1605024 h 2633724"/>
                  <a:gd name="connsiteX5" fmla="*/ 2311400 w 2441560"/>
                  <a:gd name="connsiteY5" fmla="*/ 2024124 h 2633724"/>
                  <a:gd name="connsiteX6" fmla="*/ 2057400 w 2441560"/>
                  <a:gd name="connsiteY6" fmla="*/ 2290824 h 2633724"/>
                  <a:gd name="connsiteX7" fmla="*/ 1562100 w 2441560"/>
                  <a:gd name="connsiteY7" fmla="*/ 2481324 h 2633724"/>
                  <a:gd name="connsiteX8" fmla="*/ 1143000 w 2441560"/>
                  <a:gd name="connsiteY8" fmla="*/ 2633724 h 2633724"/>
                  <a:gd name="connsiteX9" fmla="*/ 0 w 2441560"/>
                  <a:gd name="connsiteY9" fmla="*/ 622300 h 2633724"/>
                  <a:gd name="connsiteX0" fmla="*/ 0 w 2441560"/>
                  <a:gd name="connsiteY0" fmla="*/ 622300 h 2633724"/>
                  <a:gd name="connsiteX1" fmla="*/ 774699 w 2441560"/>
                  <a:gd name="connsiteY1" fmla="*/ 55625 h 2633724"/>
                  <a:gd name="connsiteX2" fmla="*/ 1663700 w 2441560"/>
                  <a:gd name="connsiteY2" fmla="*/ 0 h 2633724"/>
                  <a:gd name="connsiteX3" fmla="*/ 2222499 w 2441560"/>
                  <a:gd name="connsiteY3" fmla="*/ 512824 h 2633724"/>
                  <a:gd name="connsiteX4" fmla="*/ 2438399 w 2441560"/>
                  <a:gd name="connsiteY4" fmla="*/ 1605024 h 2633724"/>
                  <a:gd name="connsiteX5" fmla="*/ 2311400 w 2441560"/>
                  <a:gd name="connsiteY5" fmla="*/ 2024124 h 2633724"/>
                  <a:gd name="connsiteX6" fmla="*/ 2057400 w 2441560"/>
                  <a:gd name="connsiteY6" fmla="*/ 2290824 h 2633724"/>
                  <a:gd name="connsiteX7" fmla="*/ 1562100 w 2441560"/>
                  <a:gd name="connsiteY7" fmla="*/ 2481324 h 2633724"/>
                  <a:gd name="connsiteX8" fmla="*/ 1143000 w 2441560"/>
                  <a:gd name="connsiteY8" fmla="*/ 2633724 h 2633724"/>
                  <a:gd name="connsiteX9" fmla="*/ 0 w 2441560"/>
                  <a:gd name="connsiteY9" fmla="*/ 622300 h 2633724"/>
                  <a:gd name="connsiteX0" fmla="*/ 0 w 2441560"/>
                  <a:gd name="connsiteY0" fmla="*/ 687995 h 2699419"/>
                  <a:gd name="connsiteX1" fmla="*/ 774699 w 2441560"/>
                  <a:gd name="connsiteY1" fmla="*/ 121320 h 2699419"/>
                  <a:gd name="connsiteX2" fmla="*/ 1663700 w 2441560"/>
                  <a:gd name="connsiteY2" fmla="*/ 65695 h 2699419"/>
                  <a:gd name="connsiteX3" fmla="*/ 2222499 w 2441560"/>
                  <a:gd name="connsiteY3" fmla="*/ 578519 h 2699419"/>
                  <a:gd name="connsiteX4" fmla="*/ 2438399 w 2441560"/>
                  <a:gd name="connsiteY4" fmla="*/ 1670719 h 2699419"/>
                  <a:gd name="connsiteX5" fmla="*/ 2311400 w 2441560"/>
                  <a:gd name="connsiteY5" fmla="*/ 2089819 h 2699419"/>
                  <a:gd name="connsiteX6" fmla="*/ 2057400 w 2441560"/>
                  <a:gd name="connsiteY6" fmla="*/ 2356519 h 2699419"/>
                  <a:gd name="connsiteX7" fmla="*/ 1562100 w 2441560"/>
                  <a:gd name="connsiteY7" fmla="*/ 2547019 h 2699419"/>
                  <a:gd name="connsiteX8" fmla="*/ 1143000 w 2441560"/>
                  <a:gd name="connsiteY8" fmla="*/ 2699419 h 2699419"/>
                  <a:gd name="connsiteX9" fmla="*/ 0 w 2441560"/>
                  <a:gd name="connsiteY9" fmla="*/ 687995 h 2699419"/>
                  <a:gd name="connsiteX0" fmla="*/ 0 w 2441560"/>
                  <a:gd name="connsiteY0" fmla="*/ 785733 h 2797157"/>
                  <a:gd name="connsiteX1" fmla="*/ 774699 w 2441560"/>
                  <a:gd name="connsiteY1" fmla="*/ 219058 h 2797157"/>
                  <a:gd name="connsiteX2" fmla="*/ 1663700 w 2441560"/>
                  <a:gd name="connsiteY2" fmla="*/ 163433 h 2797157"/>
                  <a:gd name="connsiteX3" fmla="*/ 2222499 w 2441560"/>
                  <a:gd name="connsiteY3" fmla="*/ 676257 h 2797157"/>
                  <a:gd name="connsiteX4" fmla="*/ 2438399 w 2441560"/>
                  <a:gd name="connsiteY4" fmla="*/ 1768457 h 2797157"/>
                  <a:gd name="connsiteX5" fmla="*/ 2311400 w 2441560"/>
                  <a:gd name="connsiteY5" fmla="*/ 2187557 h 2797157"/>
                  <a:gd name="connsiteX6" fmla="*/ 2057400 w 2441560"/>
                  <a:gd name="connsiteY6" fmla="*/ 2454257 h 2797157"/>
                  <a:gd name="connsiteX7" fmla="*/ 1562100 w 2441560"/>
                  <a:gd name="connsiteY7" fmla="*/ 2644757 h 2797157"/>
                  <a:gd name="connsiteX8" fmla="*/ 1143000 w 2441560"/>
                  <a:gd name="connsiteY8" fmla="*/ 2797157 h 2797157"/>
                  <a:gd name="connsiteX9" fmla="*/ 0 w 2441560"/>
                  <a:gd name="connsiteY9" fmla="*/ 785733 h 2797157"/>
                  <a:gd name="connsiteX0" fmla="*/ 0 w 2441560"/>
                  <a:gd name="connsiteY0" fmla="*/ 785733 h 2797157"/>
                  <a:gd name="connsiteX1" fmla="*/ 774699 w 2441560"/>
                  <a:gd name="connsiteY1" fmla="*/ 219058 h 2797157"/>
                  <a:gd name="connsiteX2" fmla="*/ 1663700 w 2441560"/>
                  <a:gd name="connsiteY2" fmla="*/ 163433 h 2797157"/>
                  <a:gd name="connsiteX3" fmla="*/ 2222499 w 2441560"/>
                  <a:gd name="connsiteY3" fmla="*/ 676257 h 2797157"/>
                  <a:gd name="connsiteX4" fmla="*/ 2438399 w 2441560"/>
                  <a:gd name="connsiteY4" fmla="*/ 1768457 h 2797157"/>
                  <a:gd name="connsiteX5" fmla="*/ 2311400 w 2441560"/>
                  <a:gd name="connsiteY5" fmla="*/ 2187557 h 2797157"/>
                  <a:gd name="connsiteX6" fmla="*/ 2057400 w 2441560"/>
                  <a:gd name="connsiteY6" fmla="*/ 2454257 h 2797157"/>
                  <a:gd name="connsiteX7" fmla="*/ 1562100 w 2441560"/>
                  <a:gd name="connsiteY7" fmla="*/ 2644757 h 2797157"/>
                  <a:gd name="connsiteX8" fmla="*/ 1143000 w 2441560"/>
                  <a:gd name="connsiteY8" fmla="*/ 2797157 h 2797157"/>
                  <a:gd name="connsiteX9" fmla="*/ 0 w 2441560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62100 w 2611089"/>
                  <a:gd name="connsiteY7" fmla="*/ 264475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62100 w 2611089"/>
                  <a:gd name="connsiteY7" fmla="*/ 264475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62100 w 2611089"/>
                  <a:gd name="connsiteY7" fmla="*/ 264475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77340 w 2611089"/>
                  <a:gd name="connsiteY7" fmla="*/ 265237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77340 w 2611089"/>
                  <a:gd name="connsiteY7" fmla="*/ 265237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77340 w 2611089"/>
                  <a:gd name="connsiteY7" fmla="*/ 265237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807947"/>
                  <a:gd name="connsiteX1" fmla="*/ 774699 w 2611089"/>
                  <a:gd name="connsiteY1" fmla="*/ 219058 h 2807947"/>
                  <a:gd name="connsiteX2" fmla="*/ 1663700 w 2611089"/>
                  <a:gd name="connsiteY2" fmla="*/ 163433 h 2807947"/>
                  <a:gd name="connsiteX3" fmla="*/ 2222499 w 2611089"/>
                  <a:gd name="connsiteY3" fmla="*/ 676257 h 2807947"/>
                  <a:gd name="connsiteX4" fmla="*/ 2438399 w 2611089"/>
                  <a:gd name="connsiteY4" fmla="*/ 1768457 h 2807947"/>
                  <a:gd name="connsiteX5" fmla="*/ 2311400 w 2611089"/>
                  <a:gd name="connsiteY5" fmla="*/ 2187557 h 2807947"/>
                  <a:gd name="connsiteX6" fmla="*/ 2057400 w 2611089"/>
                  <a:gd name="connsiteY6" fmla="*/ 2454257 h 2807947"/>
                  <a:gd name="connsiteX7" fmla="*/ 1577340 w 2611089"/>
                  <a:gd name="connsiteY7" fmla="*/ 2652377 h 2807947"/>
                  <a:gd name="connsiteX8" fmla="*/ 1143000 w 2611089"/>
                  <a:gd name="connsiteY8" fmla="*/ 2797157 h 2807947"/>
                  <a:gd name="connsiteX9" fmla="*/ 0 w 2611089"/>
                  <a:gd name="connsiteY9" fmla="*/ 785733 h 2807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11089" h="2807947">
                    <a:moveTo>
                      <a:pt x="0" y="785733"/>
                    </a:moveTo>
                    <a:cubicBezTo>
                      <a:pt x="215900" y="338608"/>
                      <a:pt x="495299" y="221683"/>
                      <a:pt x="774699" y="219058"/>
                    </a:cubicBezTo>
                    <a:cubicBezTo>
                      <a:pt x="1231053" y="-28084"/>
                      <a:pt x="1717886" y="-92345"/>
                      <a:pt x="1663700" y="163433"/>
                    </a:cubicBezTo>
                    <a:cubicBezTo>
                      <a:pt x="2010833" y="259487"/>
                      <a:pt x="2317749" y="497653"/>
                      <a:pt x="2222499" y="676257"/>
                    </a:cubicBezTo>
                    <a:cubicBezTo>
                      <a:pt x="2355849" y="854861"/>
                      <a:pt x="2877819" y="1608437"/>
                      <a:pt x="2438399" y="1768457"/>
                    </a:cubicBezTo>
                    <a:cubicBezTo>
                      <a:pt x="2463799" y="1920857"/>
                      <a:pt x="2701713" y="2333607"/>
                      <a:pt x="2311400" y="2187557"/>
                    </a:cubicBezTo>
                    <a:cubicBezTo>
                      <a:pt x="2294467" y="2308207"/>
                      <a:pt x="2371090" y="2663807"/>
                      <a:pt x="2057400" y="2454257"/>
                    </a:cubicBezTo>
                    <a:cubicBezTo>
                      <a:pt x="2011680" y="2558397"/>
                      <a:pt x="1874520" y="3013057"/>
                      <a:pt x="1577340" y="2652377"/>
                    </a:cubicBezTo>
                    <a:cubicBezTo>
                      <a:pt x="1485900" y="2921617"/>
                      <a:pt x="1287780" y="2748897"/>
                      <a:pt x="1143000" y="2797157"/>
                    </a:cubicBezTo>
                    <a:lnTo>
                      <a:pt x="0" y="785733"/>
                    </a:lnTo>
                    <a:close/>
                  </a:path>
                </a:pathLst>
              </a:custGeom>
              <a:solidFill>
                <a:srgbClr val="EFA1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340E93A9-337B-47DD-9E8C-F103EB59A63C}"/>
                  </a:ext>
                </a:extLst>
              </p:cNvPr>
              <p:cNvSpPr/>
              <p:nvPr/>
            </p:nvSpPr>
            <p:spPr>
              <a:xfrm rot="18973335">
                <a:off x="7107362" y="591053"/>
                <a:ext cx="635000" cy="946242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C44DCA4-681C-4731-9EBC-30A05E8CA5B0}"/>
                </a:ext>
              </a:extLst>
            </p:cNvPr>
            <p:cNvGrpSpPr/>
            <p:nvPr/>
          </p:nvGrpSpPr>
          <p:grpSpPr>
            <a:xfrm flipH="1">
              <a:off x="1661038" y="-157158"/>
              <a:ext cx="2611089" cy="2807947"/>
              <a:chOff x="6756401" y="-231759"/>
              <a:chExt cx="2611089" cy="2807947"/>
            </a:xfrm>
          </p:grpSpPr>
          <p:sp>
            <p:nvSpPr>
              <p:cNvPr id="63" name="Rectangle 5">
                <a:extLst>
                  <a:ext uri="{FF2B5EF4-FFF2-40B4-BE49-F238E27FC236}">
                    <a16:creationId xmlns:a16="http://schemas.microsoft.com/office/drawing/2014/main" id="{133029B3-601E-4091-B99B-A5B69D177758}"/>
                  </a:ext>
                </a:extLst>
              </p:cNvPr>
              <p:cNvSpPr/>
              <p:nvPr/>
            </p:nvSpPr>
            <p:spPr>
              <a:xfrm>
                <a:off x="6756401" y="-231759"/>
                <a:ext cx="2611089" cy="2807947"/>
              </a:xfrm>
              <a:custGeom>
                <a:avLst/>
                <a:gdLst>
                  <a:gd name="connsiteX0" fmla="*/ 0 w 1562100"/>
                  <a:gd name="connsiteY0" fmla="*/ 0 h 1617724"/>
                  <a:gd name="connsiteX1" fmla="*/ 1562100 w 1562100"/>
                  <a:gd name="connsiteY1" fmla="*/ 0 h 1617724"/>
                  <a:gd name="connsiteX2" fmla="*/ 1562100 w 1562100"/>
                  <a:gd name="connsiteY2" fmla="*/ 1617724 h 1617724"/>
                  <a:gd name="connsiteX3" fmla="*/ 0 w 1562100"/>
                  <a:gd name="connsiteY3" fmla="*/ 1617724 h 1617724"/>
                  <a:gd name="connsiteX4" fmla="*/ 0 w 1562100"/>
                  <a:gd name="connsiteY4" fmla="*/ 0 h 1617724"/>
                  <a:gd name="connsiteX0" fmla="*/ 0 w 1562100"/>
                  <a:gd name="connsiteY0" fmla="*/ 0 h 2100324"/>
                  <a:gd name="connsiteX1" fmla="*/ 1562100 w 1562100"/>
                  <a:gd name="connsiteY1" fmla="*/ 0 h 2100324"/>
                  <a:gd name="connsiteX2" fmla="*/ 1562100 w 1562100"/>
                  <a:gd name="connsiteY2" fmla="*/ 1617724 h 2100324"/>
                  <a:gd name="connsiteX3" fmla="*/ 1066800 w 1562100"/>
                  <a:gd name="connsiteY3" fmla="*/ 2100324 h 2100324"/>
                  <a:gd name="connsiteX4" fmla="*/ 0 w 1562100"/>
                  <a:gd name="connsiteY4" fmla="*/ 0 h 2100324"/>
                  <a:gd name="connsiteX0" fmla="*/ 0 w 1562100"/>
                  <a:gd name="connsiteY0" fmla="*/ 0 h 2100324"/>
                  <a:gd name="connsiteX1" fmla="*/ 1562100 w 1562100"/>
                  <a:gd name="connsiteY1" fmla="*/ 0 h 2100324"/>
                  <a:gd name="connsiteX2" fmla="*/ 1485900 w 1562100"/>
                  <a:gd name="connsiteY2" fmla="*/ 1947924 h 2100324"/>
                  <a:gd name="connsiteX3" fmla="*/ 1066800 w 1562100"/>
                  <a:gd name="connsiteY3" fmla="*/ 2100324 h 2100324"/>
                  <a:gd name="connsiteX4" fmla="*/ 0 w 1562100"/>
                  <a:gd name="connsiteY4" fmla="*/ 0 h 2100324"/>
                  <a:gd name="connsiteX0" fmla="*/ 0 w 1981663"/>
                  <a:gd name="connsiteY0" fmla="*/ 0 h 2100324"/>
                  <a:gd name="connsiteX1" fmla="*/ 1562100 w 1981663"/>
                  <a:gd name="connsiteY1" fmla="*/ 0 h 2100324"/>
                  <a:gd name="connsiteX2" fmla="*/ 1981200 w 1981663"/>
                  <a:gd name="connsiteY2" fmla="*/ 1757424 h 2100324"/>
                  <a:gd name="connsiteX3" fmla="*/ 1485900 w 1981663"/>
                  <a:gd name="connsiteY3" fmla="*/ 1947924 h 2100324"/>
                  <a:gd name="connsiteX4" fmla="*/ 1066800 w 1981663"/>
                  <a:gd name="connsiteY4" fmla="*/ 2100324 h 2100324"/>
                  <a:gd name="connsiteX5" fmla="*/ 0 w 1981663"/>
                  <a:gd name="connsiteY5" fmla="*/ 0 h 2100324"/>
                  <a:gd name="connsiteX0" fmla="*/ 0 w 2247234"/>
                  <a:gd name="connsiteY0" fmla="*/ 0 h 2100324"/>
                  <a:gd name="connsiteX1" fmla="*/ 1562100 w 2247234"/>
                  <a:gd name="connsiteY1" fmla="*/ 0 h 2100324"/>
                  <a:gd name="connsiteX2" fmla="*/ 2235200 w 2247234"/>
                  <a:gd name="connsiteY2" fmla="*/ 1490724 h 2100324"/>
                  <a:gd name="connsiteX3" fmla="*/ 1981200 w 2247234"/>
                  <a:gd name="connsiteY3" fmla="*/ 1757424 h 2100324"/>
                  <a:gd name="connsiteX4" fmla="*/ 1485900 w 2247234"/>
                  <a:gd name="connsiteY4" fmla="*/ 1947924 h 2100324"/>
                  <a:gd name="connsiteX5" fmla="*/ 1066800 w 2247234"/>
                  <a:gd name="connsiteY5" fmla="*/ 2100324 h 2100324"/>
                  <a:gd name="connsiteX6" fmla="*/ 0 w 2247234"/>
                  <a:gd name="connsiteY6" fmla="*/ 0 h 2100324"/>
                  <a:gd name="connsiteX0" fmla="*/ 0 w 2393694"/>
                  <a:gd name="connsiteY0" fmla="*/ 0 h 2100324"/>
                  <a:gd name="connsiteX1" fmla="*/ 1562100 w 2393694"/>
                  <a:gd name="connsiteY1" fmla="*/ 0 h 2100324"/>
                  <a:gd name="connsiteX2" fmla="*/ 2362199 w 2393694"/>
                  <a:gd name="connsiteY2" fmla="*/ 1071624 h 2100324"/>
                  <a:gd name="connsiteX3" fmla="*/ 2235200 w 2393694"/>
                  <a:gd name="connsiteY3" fmla="*/ 1490724 h 2100324"/>
                  <a:gd name="connsiteX4" fmla="*/ 1981200 w 2393694"/>
                  <a:gd name="connsiteY4" fmla="*/ 1757424 h 2100324"/>
                  <a:gd name="connsiteX5" fmla="*/ 1485900 w 2393694"/>
                  <a:gd name="connsiteY5" fmla="*/ 1947924 h 2100324"/>
                  <a:gd name="connsiteX6" fmla="*/ 1066800 w 2393694"/>
                  <a:gd name="connsiteY6" fmla="*/ 2100324 h 2100324"/>
                  <a:gd name="connsiteX7" fmla="*/ 0 w 2393694"/>
                  <a:gd name="connsiteY7" fmla="*/ 0 h 2100324"/>
                  <a:gd name="connsiteX0" fmla="*/ 0 w 2365360"/>
                  <a:gd name="connsiteY0" fmla="*/ 79253 h 2179577"/>
                  <a:gd name="connsiteX1" fmla="*/ 1562100 w 2365360"/>
                  <a:gd name="connsiteY1" fmla="*/ 79253 h 2179577"/>
                  <a:gd name="connsiteX2" fmla="*/ 2146299 w 2365360"/>
                  <a:gd name="connsiteY2" fmla="*/ 58677 h 2179577"/>
                  <a:gd name="connsiteX3" fmla="*/ 2362199 w 2365360"/>
                  <a:gd name="connsiteY3" fmla="*/ 1150877 h 2179577"/>
                  <a:gd name="connsiteX4" fmla="*/ 2235200 w 2365360"/>
                  <a:gd name="connsiteY4" fmla="*/ 1569977 h 2179577"/>
                  <a:gd name="connsiteX5" fmla="*/ 1981200 w 2365360"/>
                  <a:gd name="connsiteY5" fmla="*/ 1836677 h 2179577"/>
                  <a:gd name="connsiteX6" fmla="*/ 1485900 w 2365360"/>
                  <a:gd name="connsiteY6" fmla="*/ 2027177 h 2179577"/>
                  <a:gd name="connsiteX7" fmla="*/ 1066800 w 2365360"/>
                  <a:gd name="connsiteY7" fmla="*/ 2179577 h 2179577"/>
                  <a:gd name="connsiteX8" fmla="*/ 0 w 2365360"/>
                  <a:gd name="connsiteY8" fmla="*/ 79253 h 2179577"/>
                  <a:gd name="connsiteX0" fmla="*/ 0 w 2365360"/>
                  <a:gd name="connsiteY0" fmla="*/ 533400 h 2633724"/>
                  <a:gd name="connsiteX1" fmla="*/ 1587500 w 2365360"/>
                  <a:gd name="connsiteY1" fmla="*/ 0 h 2633724"/>
                  <a:gd name="connsiteX2" fmla="*/ 2146299 w 2365360"/>
                  <a:gd name="connsiteY2" fmla="*/ 512824 h 2633724"/>
                  <a:gd name="connsiteX3" fmla="*/ 2362199 w 2365360"/>
                  <a:gd name="connsiteY3" fmla="*/ 1605024 h 2633724"/>
                  <a:gd name="connsiteX4" fmla="*/ 2235200 w 2365360"/>
                  <a:gd name="connsiteY4" fmla="*/ 2024124 h 2633724"/>
                  <a:gd name="connsiteX5" fmla="*/ 1981200 w 2365360"/>
                  <a:gd name="connsiteY5" fmla="*/ 2290824 h 2633724"/>
                  <a:gd name="connsiteX6" fmla="*/ 1485900 w 2365360"/>
                  <a:gd name="connsiteY6" fmla="*/ 2481324 h 2633724"/>
                  <a:gd name="connsiteX7" fmla="*/ 1066800 w 2365360"/>
                  <a:gd name="connsiteY7" fmla="*/ 2633724 h 2633724"/>
                  <a:gd name="connsiteX8" fmla="*/ 0 w 2365360"/>
                  <a:gd name="connsiteY8" fmla="*/ 533400 h 2633724"/>
                  <a:gd name="connsiteX0" fmla="*/ 0 w 2365360"/>
                  <a:gd name="connsiteY0" fmla="*/ 533400 h 2633724"/>
                  <a:gd name="connsiteX1" fmla="*/ 698499 w 2365360"/>
                  <a:gd name="connsiteY1" fmla="*/ 55625 h 2633724"/>
                  <a:gd name="connsiteX2" fmla="*/ 1587500 w 2365360"/>
                  <a:gd name="connsiteY2" fmla="*/ 0 h 2633724"/>
                  <a:gd name="connsiteX3" fmla="*/ 2146299 w 2365360"/>
                  <a:gd name="connsiteY3" fmla="*/ 512824 h 2633724"/>
                  <a:gd name="connsiteX4" fmla="*/ 2362199 w 2365360"/>
                  <a:gd name="connsiteY4" fmla="*/ 1605024 h 2633724"/>
                  <a:gd name="connsiteX5" fmla="*/ 2235200 w 2365360"/>
                  <a:gd name="connsiteY5" fmla="*/ 2024124 h 2633724"/>
                  <a:gd name="connsiteX6" fmla="*/ 1981200 w 2365360"/>
                  <a:gd name="connsiteY6" fmla="*/ 2290824 h 2633724"/>
                  <a:gd name="connsiteX7" fmla="*/ 1485900 w 2365360"/>
                  <a:gd name="connsiteY7" fmla="*/ 2481324 h 2633724"/>
                  <a:gd name="connsiteX8" fmla="*/ 1066800 w 2365360"/>
                  <a:gd name="connsiteY8" fmla="*/ 2633724 h 2633724"/>
                  <a:gd name="connsiteX9" fmla="*/ 0 w 2365360"/>
                  <a:gd name="connsiteY9" fmla="*/ 533400 h 2633724"/>
                  <a:gd name="connsiteX0" fmla="*/ 0 w 2441560"/>
                  <a:gd name="connsiteY0" fmla="*/ 622300 h 2633724"/>
                  <a:gd name="connsiteX1" fmla="*/ 774699 w 2441560"/>
                  <a:gd name="connsiteY1" fmla="*/ 55625 h 2633724"/>
                  <a:gd name="connsiteX2" fmla="*/ 1663700 w 2441560"/>
                  <a:gd name="connsiteY2" fmla="*/ 0 h 2633724"/>
                  <a:gd name="connsiteX3" fmla="*/ 2222499 w 2441560"/>
                  <a:gd name="connsiteY3" fmla="*/ 512824 h 2633724"/>
                  <a:gd name="connsiteX4" fmla="*/ 2438399 w 2441560"/>
                  <a:gd name="connsiteY4" fmla="*/ 1605024 h 2633724"/>
                  <a:gd name="connsiteX5" fmla="*/ 2311400 w 2441560"/>
                  <a:gd name="connsiteY5" fmla="*/ 2024124 h 2633724"/>
                  <a:gd name="connsiteX6" fmla="*/ 2057400 w 2441560"/>
                  <a:gd name="connsiteY6" fmla="*/ 2290824 h 2633724"/>
                  <a:gd name="connsiteX7" fmla="*/ 1562100 w 2441560"/>
                  <a:gd name="connsiteY7" fmla="*/ 2481324 h 2633724"/>
                  <a:gd name="connsiteX8" fmla="*/ 1143000 w 2441560"/>
                  <a:gd name="connsiteY8" fmla="*/ 2633724 h 2633724"/>
                  <a:gd name="connsiteX9" fmla="*/ 0 w 2441560"/>
                  <a:gd name="connsiteY9" fmla="*/ 622300 h 2633724"/>
                  <a:gd name="connsiteX0" fmla="*/ 0 w 2441560"/>
                  <a:gd name="connsiteY0" fmla="*/ 622300 h 2633724"/>
                  <a:gd name="connsiteX1" fmla="*/ 774699 w 2441560"/>
                  <a:gd name="connsiteY1" fmla="*/ 55625 h 2633724"/>
                  <a:gd name="connsiteX2" fmla="*/ 1663700 w 2441560"/>
                  <a:gd name="connsiteY2" fmla="*/ 0 h 2633724"/>
                  <a:gd name="connsiteX3" fmla="*/ 2222499 w 2441560"/>
                  <a:gd name="connsiteY3" fmla="*/ 512824 h 2633724"/>
                  <a:gd name="connsiteX4" fmla="*/ 2438399 w 2441560"/>
                  <a:gd name="connsiteY4" fmla="*/ 1605024 h 2633724"/>
                  <a:gd name="connsiteX5" fmla="*/ 2311400 w 2441560"/>
                  <a:gd name="connsiteY5" fmla="*/ 2024124 h 2633724"/>
                  <a:gd name="connsiteX6" fmla="*/ 2057400 w 2441560"/>
                  <a:gd name="connsiteY6" fmla="*/ 2290824 h 2633724"/>
                  <a:gd name="connsiteX7" fmla="*/ 1562100 w 2441560"/>
                  <a:gd name="connsiteY7" fmla="*/ 2481324 h 2633724"/>
                  <a:gd name="connsiteX8" fmla="*/ 1143000 w 2441560"/>
                  <a:gd name="connsiteY8" fmla="*/ 2633724 h 2633724"/>
                  <a:gd name="connsiteX9" fmla="*/ 0 w 2441560"/>
                  <a:gd name="connsiteY9" fmla="*/ 622300 h 2633724"/>
                  <a:gd name="connsiteX0" fmla="*/ 0 w 2441560"/>
                  <a:gd name="connsiteY0" fmla="*/ 622300 h 2633724"/>
                  <a:gd name="connsiteX1" fmla="*/ 774699 w 2441560"/>
                  <a:gd name="connsiteY1" fmla="*/ 55625 h 2633724"/>
                  <a:gd name="connsiteX2" fmla="*/ 1663700 w 2441560"/>
                  <a:gd name="connsiteY2" fmla="*/ 0 h 2633724"/>
                  <a:gd name="connsiteX3" fmla="*/ 2222499 w 2441560"/>
                  <a:gd name="connsiteY3" fmla="*/ 512824 h 2633724"/>
                  <a:gd name="connsiteX4" fmla="*/ 2438399 w 2441560"/>
                  <a:gd name="connsiteY4" fmla="*/ 1605024 h 2633724"/>
                  <a:gd name="connsiteX5" fmla="*/ 2311400 w 2441560"/>
                  <a:gd name="connsiteY5" fmla="*/ 2024124 h 2633724"/>
                  <a:gd name="connsiteX6" fmla="*/ 2057400 w 2441560"/>
                  <a:gd name="connsiteY6" fmla="*/ 2290824 h 2633724"/>
                  <a:gd name="connsiteX7" fmla="*/ 1562100 w 2441560"/>
                  <a:gd name="connsiteY7" fmla="*/ 2481324 h 2633724"/>
                  <a:gd name="connsiteX8" fmla="*/ 1143000 w 2441560"/>
                  <a:gd name="connsiteY8" fmla="*/ 2633724 h 2633724"/>
                  <a:gd name="connsiteX9" fmla="*/ 0 w 2441560"/>
                  <a:gd name="connsiteY9" fmla="*/ 622300 h 2633724"/>
                  <a:gd name="connsiteX0" fmla="*/ 0 w 2441560"/>
                  <a:gd name="connsiteY0" fmla="*/ 687995 h 2699419"/>
                  <a:gd name="connsiteX1" fmla="*/ 774699 w 2441560"/>
                  <a:gd name="connsiteY1" fmla="*/ 121320 h 2699419"/>
                  <a:gd name="connsiteX2" fmla="*/ 1663700 w 2441560"/>
                  <a:gd name="connsiteY2" fmla="*/ 65695 h 2699419"/>
                  <a:gd name="connsiteX3" fmla="*/ 2222499 w 2441560"/>
                  <a:gd name="connsiteY3" fmla="*/ 578519 h 2699419"/>
                  <a:gd name="connsiteX4" fmla="*/ 2438399 w 2441560"/>
                  <a:gd name="connsiteY4" fmla="*/ 1670719 h 2699419"/>
                  <a:gd name="connsiteX5" fmla="*/ 2311400 w 2441560"/>
                  <a:gd name="connsiteY5" fmla="*/ 2089819 h 2699419"/>
                  <a:gd name="connsiteX6" fmla="*/ 2057400 w 2441560"/>
                  <a:gd name="connsiteY6" fmla="*/ 2356519 h 2699419"/>
                  <a:gd name="connsiteX7" fmla="*/ 1562100 w 2441560"/>
                  <a:gd name="connsiteY7" fmla="*/ 2547019 h 2699419"/>
                  <a:gd name="connsiteX8" fmla="*/ 1143000 w 2441560"/>
                  <a:gd name="connsiteY8" fmla="*/ 2699419 h 2699419"/>
                  <a:gd name="connsiteX9" fmla="*/ 0 w 2441560"/>
                  <a:gd name="connsiteY9" fmla="*/ 687995 h 2699419"/>
                  <a:gd name="connsiteX0" fmla="*/ 0 w 2441560"/>
                  <a:gd name="connsiteY0" fmla="*/ 785733 h 2797157"/>
                  <a:gd name="connsiteX1" fmla="*/ 774699 w 2441560"/>
                  <a:gd name="connsiteY1" fmla="*/ 219058 h 2797157"/>
                  <a:gd name="connsiteX2" fmla="*/ 1663700 w 2441560"/>
                  <a:gd name="connsiteY2" fmla="*/ 163433 h 2797157"/>
                  <a:gd name="connsiteX3" fmla="*/ 2222499 w 2441560"/>
                  <a:gd name="connsiteY3" fmla="*/ 676257 h 2797157"/>
                  <a:gd name="connsiteX4" fmla="*/ 2438399 w 2441560"/>
                  <a:gd name="connsiteY4" fmla="*/ 1768457 h 2797157"/>
                  <a:gd name="connsiteX5" fmla="*/ 2311400 w 2441560"/>
                  <a:gd name="connsiteY5" fmla="*/ 2187557 h 2797157"/>
                  <a:gd name="connsiteX6" fmla="*/ 2057400 w 2441560"/>
                  <a:gd name="connsiteY6" fmla="*/ 2454257 h 2797157"/>
                  <a:gd name="connsiteX7" fmla="*/ 1562100 w 2441560"/>
                  <a:gd name="connsiteY7" fmla="*/ 2644757 h 2797157"/>
                  <a:gd name="connsiteX8" fmla="*/ 1143000 w 2441560"/>
                  <a:gd name="connsiteY8" fmla="*/ 2797157 h 2797157"/>
                  <a:gd name="connsiteX9" fmla="*/ 0 w 2441560"/>
                  <a:gd name="connsiteY9" fmla="*/ 785733 h 2797157"/>
                  <a:gd name="connsiteX0" fmla="*/ 0 w 2441560"/>
                  <a:gd name="connsiteY0" fmla="*/ 785733 h 2797157"/>
                  <a:gd name="connsiteX1" fmla="*/ 774699 w 2441560"/>
                  <a:gd name="connsiteY1" fmla="*/ 219058 h 2797157"/>
                  <a:gd name="connsiteX2" fmla="*/ 1663700 w 2441560"/>
                  <a:gd name="connsiteY2" fmla="*/ 163433 h 2797157"/>
                  <a:gd name="connsiteX3" fmla="*/ 2222499 w 2441560"/>
                  <a:gd name="connsiteY3" fmla="*/ 676257 h 2797157"/>
                  <a:gd name="connsiteX4" fmla="*/ 2438399 w 2441560"/>
                  <a:gd name="connsiteY4" fmla="*/ 1768457 h 2797157"/>
                  <a:gd name="connsiteX5" fmla="*/ 2311400 w 2441560"/>
                  <a:gd name="connsiteY5" fmla="*/ 2187557 h 2797157"/>
                  <a:gd name="connsiteX6" fmla="*/ 2057400 w 2441560"/>
                  <a:gd name="connsiteY6" fmla="*/ 2454257 h 2797157"/>
                  <a:gd name="connsiteX7" fmla="*/ 1562100 w 2441560"/>
                  <a:gd name="connsiteY7" fmla="*/ 2644757 h 2797157"/>
                  <a:gd name="connsiteX8" fmla="*/ 1143000 w 2441560"/>
                  <a:gd name="connsiteY8" fmla="*/ 2797157 h 2797157"/>
                  <a:gd name="connsiteX9" fmla="*/ 0 w 2441560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62100 w 2611089"/>
                  <a:gd name="connsiteY7" fmla="*/ 264475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62100 w 2611089"/>
                  <a:gd name="connsiteY7" fmla="*/ 264475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62100 w 2611089"/>
                  <a:gd name="connsiteY7" fmla="*/ 264475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77340 w 2611089"/>
                  <a:gd name="connsiteY7" fmla="*/ 265237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77340 w 2611089"/>
                  <a:gd name="connsiteY7" fmla="*/ 265237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77340 w 2611089"/>
                  <a:gd name="connsiteY7" fmla="*/ 265237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807947"/>
                  <a:gd name="connsiteX1" fmla="*/ 774699 w 2611089"/>
                  <a:gd name="connsiteY1" fmla="*/ 219058 h 2807947"/>
                  <a:gd name="connsiteX2" fmla="*/ 1663700 w 2611089"/>
                  <a:gd name="connsiteY2" fmla="*/ 163433 h 2807947"/>
                  <a:gd name="connsiteX3" fmla="*/ 2222499 w 2611089"/>
                  <a:gd name="connsiteY3" fmla="*/ 676257 h 2807947"/>
                  <a:gd name="connsiteX4" fmla="*/ 2438399 w 2611089"/>
                  <a:gd name="connsiteY4" fmla="*/ 1768457 h 2807947"/>
                  <a:gd name="connsiteX5" fmla="*/ 2311400 w 2611089"/>
                  <a:gd name="connsiteY5" fmla="*/ 2187557 h 2807947"/>
                  <a:gd name="connsiteX6" fmla="*/ 2057400 w 2611089"/>
                  <a:gd name="connsiteY6" fmla="*/ 2454257 h 2807947"/>
                  <a:gd name="connsiteX7" fmla="*/ 1577340 w 2611089"/>
                  <a:gd name="connsiteY7" fmla="*/ 2652377 h 2807947"/>
                  <a:gd name="connsiteX8" fmla="*/ 1143000 w 2611089"/>
                  <a:gd name="connsiteY8" fmla="*/ 2797157 h 2807947"/>
                  <a:gd name="connsiteX9" fmla="*/ 0 w 2611089"/>
                  <a:gd name="connsiteY9" fmla="*/ 785733 h 2807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11089" h="2807947">
                    <a:moveTo>
                      <a:pt x="0" y="785733"/>
                    </a:moveTo>
                    <a:cubicBezTo>
                      <a:pt x="215900" y="338608"/>
                      <a:pt x="495299" y="221683"/>
                      <a:pt x="774699" y="219058"/>
                    </a:cubicBezTo>
                    <a:cubicBezTo>
                      <a:pt x="1231053" y="-28084"/>
                      <a:pt x="1717886" y="-92345"/>
                      <a:pt x="1663700" y="163433"/>
                    </a:cubicBezTo>
                    <a:cubicBezTo>
                      <a:pt x="2010833" y="259487"/>
                      <a:pt x="2317749" y="497653"/>
                      <a:pt x="2222499" y="676257"/>
                    </a:cubicBezTo>
                    <a:cubicBezTo>
                      <a:pt x="2355849" y="854861"/>
                      <a:pt x="2877819" y="1608437"/>
                      <a:pt x="2438399" y="1768457"/>
                    </a:cubicBezTo>
                    <a:cubicBezTo>
                      <a:pt x="2463799" y="1920857"/>
                      <a:pt x="2701713" y="2333607"/>
                      <a:pt x="2311400" y="2187557"/>
                    </a:cubicBezTo>
                    <a:cubicBezTo>
                      <a:pt x="2294467" y="2308207"/>
                      <a:pt x="2371090" y="2663807"/>
                      <a:pt x="2057400" y="2454257"/>
                    </a:cubicBezTo>
                    <a:cubicBezTo>
                      <a:pt x="2011680" y="2558397"/>
                      <a:pt x="1874520" y="3013057"/>
                      <a:pt x="1577340" y="2652377"/>
                    </a:cubicBezTo>
                    <a:cubicBezTo>
                      <a:pt x="1485900" y="2921617"/>
                      <a:pt x="1287780" y="2748897"/>
                      <a:pt x="1143000" y="2797157"/>
                    </a:cubicBezTo>
                    <a:lnTo>
                      <a:pt x="0" y="785733"/>
                    </a:lnTo>
                    <a:close/>
                  </a:path>
                </a:pathLst>
              </a:custGeom>
              <a:solidFill>
                <a:srgbClr val="EFA1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94ACE9A9-D7CC-4B1F-9BFC-DA4E4B47726C}"/>
                  </a:ext>
                </a:extLst>
              </p:cNvPr>
              <p:cNvSpPr/>
              <p:nvPr/>
            </p:nvSpPr>
            <p:spPr>
              <a:xfrm rot="18973335">
                <a:off x="7107362" y="591053"/>
                <a:ext cx="635000" cy="946242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Rectangle 3">
              <a:extLst>
                <a:ext uri="{FF2B5EF4-FFF2-40B4-BE49-F238E27FC236}">
                  <a16:creationId xmlns:a16="http://schemas.microsoft.com/office/drawing/2014/main" id="{41A9CD1C-FA74-4CBE-AA6F-869EFE8963AC}"/>
                </a:ext>
              </a:extLst>
            </p:cNvPr>
            <p:cNvSpPr/>
            <p:nvPr/>
          </p:nvSpPr>
          <p:spPr>
            <a:xfrm>
              <a:off x="2990735" y="349088"/>
              <a:ext cx="5088553" cy="3476151"/>
            </a:xfrm>
            <a:custGeom>
              <a:avLst/>
              <a:gdLst>
                <a:gd name="connsiteX0" fmla="*/ 0 w 3124200"/>
                <a:gd name="connsiteY0" fmla="*/ 0 h 3535680"/>
                <a:gd name="connsiteX1" fmla="*/ 3124200 w 3124200"/>
                <a:gd name="connsiteY1" fmla="*/ 0 h 3535680"/>
                <a:gd name="connsiteX2" fmla="*/ 3124200 w 3124200"/>
                <a:gd name="connsiteY2" fmla="*/ 3535680 h 3535680"/>
                <a:gd name="connsiteX3" fmla="*/ 0 w 3124200"/>
                <a:gd name="connsiteY3" fmla="*/ 3535680 h 3535680"/>
                <a:gd name="connsiteX4" fmla="*/ 0 w 3124200"/>
                <a:gd name="connsiteY4" fmla="*/ 0 h 3535680"/>
                <a:gd name="connsiteX0" fmla="*/ 0 w 3124200"/>
                <a:gd name="connsiteY0" fmla="*/ 92 h 3535772"/>
                <a:gd name="connsiteX1" fmla="*/ 845820 w 3124200"/>
                <a:gd name="connsiteY1" fmla="*/ 45812 h 3535772"/>
                <a:gd name="connsiteX2" fmla="*/ 3124200 w 3124200"/>
                <a:gd name="connsiteY2" fmla="*/ 92 h 3535772"/>
                <a:gd name="connsiteX3" fmla="*/ 3124200 w 3124200"/>
                <a:gd name="connsiteY3" fmla="*/ 3535772 h 3535772"/>
                <a:gd name="connsiteX4" fmla="*/ 0 w 3124200"/>
                <a:gd name="connsiteY4" fmla="*/ 3535772 h 3535772"/>
                <a:gd name="connsiteX5" fmla="*/ 0 w 3124200"/>
                <a:gd name="connsiteY5" fmla="*/ 92 h 3535772"/>
                <a:gd name="connsiteX0" fmla="*/ 0 w 4320540"/>
                <a:gd name="connsiteY0" fmla="*/ 3467100 h 3535680"/>
                <a:gd name="connsiteX1" fmla="*/ 2042160 w 4320540"/>
                <a:gd name="connsiteY1" fmla="*/ 45720 h 3535680"/>
                <a:gd name="connsiteX2" fmla="*/ 4320540 w 4320540"/>
                <a:gd name="connsiteY2" fmla="*/ 0 h 3535680"/>
                <a:gd name="connsiteX3" fmla="*/ 4320540 w 4320540"/>
                <a:gd name="connsiteY3" fmla="*/ 3535680 h 3535680"/>
                <a:gd name="connsiteX4" fmla="*/ 1196340 w 4320540"/>
                <a:gd name="connsiteY4" fmla="*/ 3535680 h 3535680"/>
                <a:gd name="connsiteX5" fmla="*/ 0 w 4320540"/>
                <a:gd name="connsiteY5" fmla="*/ 3467100 h 3535680"/>
                <a:gd name="connsiteX0" fmla="*/ 261980 w 4582520"/>
                <a:gd name="connsiteY0" fmla="*/ 3467100 h 3535680"/>
                <a:gd name="connsiteX1" fmla="*/ 2304140 w 4582520"/>
                <a:gd name="connsiteY1" fmla="*/ 45720 h 3535680"/>
                <a:gd name="connsiteX2" fmla="*/ 4582520 w 4582520"/>
                <a:gd name="connsiteY2" fmla="*/ 0 h 3535680"/>
                <a:gd name="connsiteX3" fmla="*/ 4582520 w 4582520"/>
                <a:gd name="connsiteY3" fmla="*/ 3535680 h 3535680"/>
                <a:gd name="connsiteX4" fmla="*/ 1458320 w 4582520"/>
                <a:gd name="connsiteY4" fmla="*/ 3535680 h 3535680"/>
                <a:gd name="connsiteX5" fmla="*/ 261980 w 4582520"/>
                <a:gd name="connsiteY5" fmla="*/ 3467100 h 3535680"/>
                <a:gd name="connsiteX0" fmla="*/ 509769 w 4830309"/>
                <a:gd name="connsiteY0" fmla="*/ 3467100 h 3535680"/>
                <a:gd name="connsiteX1" fmla="*/ 2551929 w 4830309"/>
                <a:gd name="connsiteY1" fmla="*/ 45720 h 3535680"/>
                <a:gd name="connsiteX2" fmla="*/ 4830309 w 4830309"/>
                <a:gd name="connsiteY2" fmla="*/ 0 h 3535680"/>
                <a:gd name="connsiteX3" fmla="*/ 4830309 w 4830309"/>
                <a:gd name="connsiteY3" fmla="*/ 3535680 h 3535680"/>
                <a:gd name="connsiteX4" fmla="*/ 1706109 w 4830309"/>
                <a:gd name="connsiteY4" fmla="*/ 3535680 h 3535680"/>
                <a:gd name="connsiteX5" fmla="*/ 509769 w 4830309"/>
                <a:gd name="connsiteY5" fmla="*/ 3467100 h 3535680"/>
                <a:gd name="connsiteX0" fmla="*/ 445885 w 4766425"/>
                <a:gd name="connsiteY0" fmla="*/ 3467100 h 3535680"/>
                <a:gd name="connsiteX1" fmla="*/ 2488045 w 4766425"/>
                <a:gd name="connsiteY1" fmla="*/ 45720 h 3535680"/>
                <a:gd name="connsiteX2" fmla="*/ 4766425 w 4766425"/>
                <a:gd name="connsiteY2" fmla="*/ 0 h 3535680"/>
                <a:gd name="connsiteX3" fmla="*/ 4766425 w 4766425"/>
                <a:gd name="connsiteY3" fmla="*/ 3535680 h 3535680"/>
                <a:gd name="connsiteX4" fmla="*/ 1642225 w 4766425"/>
                <a:gd name="connsiteY4" fmla="*/ 3535680 h 3535680"/>
                <a:gd name="connsiteX5" fmla="*/ 445885 w 4766425"/>
                <a:gd name="connsiteY5" fmla="*/ 3467100 h 3535680"/>
                <a:gd name="connsiteX0" fmla="*/ 445885 w 4766425"/>
                <a:gd name="connsiteY0" fmla="*/ 3467100 h 3535680"/>
                <a:gd name="connsiteX1" fmla="*/ 2488045 w 4766425"/>
                <a:gd name="connsiteY1" fmla="*/ 45720 h 3535680"/>
                <a:gd name="connsiteX2" fmla="*/ 4766425 w 4766425"/>
                <a:gd name="connsiteY2" fmla="*/ 0 h 3535680"/>
                <a:gd name="connsiteX3" fmla="*/ 4674985 w 4766425"/>
                <a:gd name="connsiteY3" fmla="*/ 3459480 h 3535680"/>
                <a:gd name="connsiteX4" fmla="*/ 1642225 w 4766425"/>
                <a:gd name="connsiteY4" fmla="*/ 3535680 h 3535680"/>
                <a:gd name="connsiteX5" fmla="*/ 445885 w 4766425"/>
                <a:gd name="connsiteY5" fmla="*/ 3467100 h 3535680"/>
                <a:gd name="connsiteX0" fmla="*/ 445885 w 4674985"/>
                <a:gd name="connsiteY0" fmla="*/ 3453328 h 3521908"/>
                <a:gd name="connsiteX1" fmla="*/ 2488045 w 4674985"/>
                <a:gd name="connsiteY1" fmla="*/ 31948 h 3521908"/>
                <a:gd name="connsiteX2" fmla="*/ 4674985 w 4674985"/>
                <a:gd name="connsiteY2" fmla="*/ 3445708 h 3521908"/>
                <a:gd name="connsiteX3" fmla="*/ 1642225 w 4674985"/>
                <a:gd name="connsiteY3" fmla="*/ 3521908 h 3521908"/>
                <a:gd name="connsiteX4" fmla="*/ 445885 w 4674985"/>
                <a:gd name="connsiteY4" fmla="*/ 3453328 h 3521908"/>
                <a:gd name="connsiteX0" fmla="*/ 445885 w 4989646"/>
                <a:gd name="connsiteY0" fmla="*/ 3453328 h 3521908"/>
                <a:gd name="connsiteX1" fmla="*/ 2488045 w 4989646"/>
                <a:gd name="connsiteY1" fmla="*/ 31948 h 3521908"/>
                <a:gd name="connsiteX2" fmla="*/ 4674985 w 4989646"/>
                <a:gd name="connsiteY2" fmla="*/ 3445708 h 3521908"/>
                <a:gd name="connsiteX3" fmla="*/ 1642225 w 4989646"/>
                <a:gd name="connsiteY3" fmla="*/ 3521908 h 3521908"/>
                <a:gd name="connsiteX4" fmla="*/ 445885 w 4989646"/>
                <a:gd name="connsiteY4" fmla="*/ 3453328 h 3521908"/>
                <a:gd name="connsiteX0" fmla="*/ 445885 w 5088553"/>
                <a:gd name="connsiteY0" fmla="*/ 3476151 h 3544731"/>
                <a:gd name="connsiteX1" fmla="*/ 2488045 w 5088553"/>
                <a:gd name="connsiteY1" fmla="*/ 54771 h 3544731"/>
                <a:gd name="connsiteX2" fmla="*/ 4674985 w 5088553"/>
                <a:gd name="connsiteY2" fmla="*/ 3468531 h 3544731"/>
                <a:gd name="connsiteX3" fmla="*/ 1642225 w 5088553"/>
                <a:gd name="connsiteY3" fmla="*/ 3544731 h 3544731"/>
                <a:gd name="connsiteX4" fmla="*/ 445885 w 5088553"/>
                <a:gd name="connsiteY4" fmla="*/ 3476151 h 3544731"/>
                <a:gd name="connsiteX0" fmla="*/ 445885 w 5088553"/>
                <a:gd name="connsiteY0" fmla="*/ 3476151 h 3476151"/>
                <a:gd name="connsiteX1" fmla="*/ 2488045 w 5088553"/>
                <a:gd name="connsiteY1" fmla="*/ 54771 h 3476151"/>
                <a:gd name="connsiteX2" fmla="*/ 4674985 w 5088553"/>
                <a:gd name="connsiteY2" fmla="*/ 3468531 h 3476151"/>
                <a:gd name="connsiteX3" fmla="*/ 2404225 w 5088553"/>
                <a:gd name="connsiteY3" fmla="*/ 1347631 h 3476151"/>
                <a:gd name="connsiteX4" fmla="*/ 445885 w 5088553"/>
                <a:gd name="connsiteY4" fmla="*/ 3476151 h 3476151"/>
                <a:gd name="connsiteX0" fmla="*/ 445885 w 5088553"/>
                <a:gd name="connsiteY0" fmla="*/ 3476151 h 3476151"/>
                <a:gd name="connsiteX1" fmla="*/ 2488045 w 5088553"/>
                <a:gd name="connsiteY1" fmla="*/ 54771 h 3476151"/>
                <a:gd name="connsiteX2" fmla="*/ 4674985 w 5088553"/>
                <a:gd name="connsiteY2" fmla="*/ 3468531 h 3476151"/>
                <a:gd name="connsiteX3" fmla="*/ 2404225 w 5088553"/>
                <a:gd name="connsiteY3" fmla="*/ 1347631 h 3476151"/>
                <a:gd name="connsiteX4" fmla="*/ 445885 w 5088553"/>
                <a:gd name="connsiteY4" fmla="*/ 3476151 h 3476151"/>
                <a:gd name="connsiteX0" fmla="*/ 445885 w 5088553"/>
                <a:gd name="connsiteY0" fmla="*/ 3476151 h 3476151"/>
                <a:gd name="connsiteX1" fmla="*/ 2488045 w 5088553"/>
                <a:gd name="connsiteY1" fmla="*/ 54771 h 3476151"/>
                <a:gd name="connsiteX2" fmla="*/ 4674985 w 5088553"/>
                <a:gd name="connsiteY2" fmla="*/ 3468531 h 3476151"/>
                <a:gd name="connsiteX3" fmla="*/ 2404225 w 5088553"/>
                <a:gd name="connsiteY3" fmla="*/ 1347631 h 3476151"/>
                <a:gd name="connsiteX4" fmla="*/ 445885 w 5088553"/>
                <a:gd name="connsiteY4" fmla="*/ 3476151 h 3476151"/>
                <a:gd name="connsiteX0" fmla="*/ 445885 w 5088553"/>
                <a:gd name="connsiteY0" fmla="*/ 3476151 h 3476151"/>
                <a:gd name="connsiteX1" fmla="*/ 2488045 w 5088553"/>
                <a:gd name="connsiteY1" fmla="*/ 54771 h 3476151"/>
                <a:gd name="connsiteX2" fmla="*/ 4674985 w 5088553"/>
                <a:gd name="connsiteY2" fmla="*/ 3468531 h 3476151"/>
                <a:gd name="connsiteX3" fmla="*/ 2404225 w 5088553"/>
                <a:gd name="connsiteY3" fmla="*/ 1347631 h 3476151"/>
                <a:gd name="connsiteX4" fmla="*/ 445885 w 5088553"/>
                <a:gd name="connsiteY4" fmla="*/ 3476151 h 3476151"/>
                <a:gd name="connsiteX0" fmla="*/ 445885 w 5088553"/>
                <a:gd name="connsiteY0" fmla="*/ 3476151 h 3476151"/>
                <a:gd name="connsiteX1" fmla="*/ 2488045 w 5088553"/>
                <a:gd name="connsiteY1" fmla="*/ 54771 h 3476151"/>
                <a:gd name="connsiteX2" fmla="*/ 4674985 w 5088553"/>
                <a:gd name="connsiteY2" fmla="*/ 3468531 h 3476151"/>
                <a:gd name="connsiteX3" fmla="*/ 2404225 w 5088553"/>
                <a:gd name="connsiteY3" fmla="*/ 1347631 h 3476151"/>
                <a:gd name="connsiteX4" fmla="*/ 445885 w 5088553"/>
                <a:gd name="connsiteY4" fmla="*/ 3476151 h 347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8553" h="3476151">
                  <a:moveTo>
                    <a:pt x="445885" y="3476151"/>
                  </a:moveTo>
                  <a:cubicBezTo>
                    <a:pt x="-542175" y="2406811"/>
                    <a:pt x="100445" y="-300829"/>
                    <a:pt x="2488045" y="54771"/>
                  </a:cubicBezTo>
                  <a:cubicBezTo>
                    <a:pt x="4184765" y="-331309"/>
                    <a:pt x="5896725" y="1378111"/>
                    <a:pt x="4674985" y="3468531"/>
                  </a:cubicBezTo>
                  <a:cubicBezTo>
                    <a:pt x="4578465" y="1288364"/>
                    <a:pt x="3161145" y="2054598"/>
                    <a:pt x="2404225" y="1347631"/>
                  </a:cubicBezTo>
                  <a:cubicBezTo>
                    <a:pt x="1751445" y="2057138"/>
                    <a:pt x="184265" y="1776044"/>
                    <a:pt x="445885" y="3476151"/>
                  </a:cubicBezTo>
                  <a:close/>
                </a:path>
              </a:pathLst>
            </a:custGeom>
            <a:solidFill>
              <a:srgbClr val="EFA1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7BB0B3A-3CDA-401D-8AE3-E74754BEBE48}"/>
                </a:ext>
              </a:extLst>
            </p:cNvPr>
            <p:cNvGrpSpPr/>
            <p:nvPr/>
          </p:nvGrpSpPr>
          <p:grpSpPr>
            <a:xfrm>
              <a:off x="2888369" y="3489029"/>
              <a:ext cx="679856" cy="1007091"/>
              <a:chOff x="2799804" y="3644228"/>
              <a:chExt cx="727168" cy="1077175"/>
            </a:xfrm>
            <a:solidFill>
              <a:srgbClr val="FBDFD2"/>
            </a:solidFill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293A8504-6A2F-4443-A35F-23AF65550D84}"/>
                  </a:ext>
                </a:extLst>
              </p:cNvPr>
              <p:cNvSpPr/>
              <p:nvPr/>
            </p:nvSpPr>
            <p:spPr>
              <a:xfrm>
                <a:off x="2799804" y="3644228"/>
                <a:ext cx="727168" cy="1077175"/>
              </a:xfrm>
              <a:custGeom>
                <a:avLst/>
                <a:gdLst>
                  <a:gd name="connsiteX0" fmla="*/ 0 w 58058"/>
                  <a:gd name="connsiteY0" fmla="*/ 0 h 870857"/>
                  <a:gd name="connsiteX1" fmla="*/ 58058 w 58058"/>
                  <a:gd name="connsiteY1" fmla="*/ 870857 h 870857"/>
                  <a:gd name="connsiteX2" fmla="*/ 58058 w 58058"/>
                  <a:gd name="connsiteY2" fmla="*/ 870857 h 870857"/>
                  <a:gd name="connsiteX0" fmla="*/ 445370 w 503428"/>
                  <a:gd name="connsiteY0" fmla="*/ 193827 h 1064684"/>
                  <a:gd name="connsiteX1" fmla="*/ 503428 w 503428"/>
                  <a:gd name="connsiteY1" fmla="*/ 1064684 h 1064684"/>
                  <a:gd name="connsiteX2" fmla="*/ 503428 w 503428"/>
                  <a:gd name="connsiteY2" fmla="*/ 1064684 h 1064684"/>
                  <a:gd name="connsiteX0" fmla="*/ 677421 w 735479"/>
                  <a:gd name="connsiteY0" fmla="*/ 160317 h 1035724"/>
                  <a:gd name="connsiteX1" fmla="*/ 735479 w 735479"/>
                  <a:gd name="connsiteY1" fmla="*/ 1031174 h 1035724"/>
                  <a:gd name="connsiteX2" fmla="*/ 735479 w 735479"/>
                  <a:gd name="connsiteY2" fmla="*/ 1031174 h 1035724"/>
                  <a:gd name="connsiteX0" fmla="*/ 625567 w 683625"/>
                  <a:gd name="connsiteY0" fmla="*/ 202057 h 1077175"/>
                  <a:gd name="connsiteX1" fmla="*/ 683625 w 683625"/>
                  <a:gd name="connsiteY1" fmla="*/ 1072914 h 1077175"/>
                  <a:gd name="connsiteX2" fmla="*/ 683625 w 683625"/>
                  <a:gd name="connsiteY2" fmla="*/ 1072914 h 1077175"/>
                  <a:gd name="connsiteX0" fmla="*/ 625567 w 727168"/>
                  <a:gd name="connsiteY0" fmla="*/ 202057 h 1077175"/>
                  <a:gd name="connsiteX1" fmla="*/ 683625 w 727168"/>
                  <a:gd name="connsiteY1" fmla="*/ 1072914 h 1077175"/>
                  <a:gd name="connsiteX2" fmla="*/ 727168 w 727168"/>
                  <a:gd name="connsiteY2" fmla="*/ 1029371 h 107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27168" h="1077175">
                    <a:moveTo>
                      <a:pt x="625567" y="202057"/>
                    </a:moveTo>
                    <a:cubicBezTo>
                      <a:pt x="-269479" y="-581714"/>
                      <a:pt x="-163042" y="1174514"/>
                      <a:pt x="683625" y="1072914"/>
                    </a:cubicBezTo>
                    <a:lnTo>
                      <a:pt x="727168" y="1029371"/>
                    </a:ln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7AD57A1-3169-445B-8F43-57E773C7346F}"/>
                  </a:ext>
                </a:extLst>
              </p:cNvPr>
              <p:cNvSpPr/>
              <p:nvPr/>
            </p:nvSpPr>
            <p:spPr>
              <a:xfrm>
                <a:off x="2989720" y="3950088"/>
                <a:ext cx="392110" cy="493098"/>
              </a:xfrm>
              <a:custGeom>
                <a:avLst/>
                <a:gdLst>
                  <a:gd name="connsiteX0" fmla="*/ 0 w 377372"/>
                  <a:gd name="connsiteY0" fmla="*/ 0 h 101600"/>
                  <a:gd name="connsiteX1" fmla="*/ 377372 w 377372"/>
                  <a:gd name="connsiteY1" fmla="*/ 101600 h 101600"/>
                  <a:gd name="connsiteX2" fmla="*/ 377372 w 377372"/>
                  <a:gd name="connsiteY2" fmla="*/ 101600 h 101600"/>
                  <a:gd name="connsiteX0" fmla="*/ 0 w 358322"/>
                  <a:gd name="connsiteY0" fmla="*/ 0 h 53975"/>
                  <a:gd name="connsiteX1" fmla="*/ 358322 w 358322"/>
                  <a:gd name="connsiteY1" fmla="*/ 53975 h 53975"/>
                  <a:gd name="connsiteX2" fmla="*/ 358322 w 358322"/>
                  <a:gd name="connsiteY2" fmla="*/ 53975 h 53975"/>
                  <a:gd name="connsiteX0" fmla="*/ 0 w 358322"/>
                  <a:gd name="connsiteY0" fmla="*/ 211072 h 265047"/>
                  <a:gd name="connsiteX1" fmla="*/ 358322 w 358322"/>
                  <a:gd name="connsiteY1" fmla="*/ 265047 h 265047"/>
                  <a:gd name="connsiteX2" fmla="*/ 358322 w 358322"/>
                  <a:gd name="connsiteY2" fmla="*/ 265047 h 265047"/>
                  <a:gd name="connsiteX0" fmla="*/ 39498 w 397820"/>
                  <a:gd name="connsiteY0" fmla="*/ 189953 h 243928"/>
                  <a:gd name="connsiteX1" fmla="*/ 397820 w 397820"/>
                  <a:gd name="connsiteY1" fmla="*/ 243928 h 243928"/>
                  <a:gd name="connsiteX2" fmla="*/ 397820 w 397820"/>
                  <a:gd name="connsiteY2" fmla="*/ 243928 h 243928"/>
                  <a:gd name="connsiteX0" fmla="*/ 34289 w 392611"/>
                  <a:gd name="connsiteY0" fmla="*/ 237822 h 291797"/>
                  <a:gd name="connsiteX1" fmla="*/ 392611 w 392611"/>
                  <a:gd name="connsiteY1" fmla="*/ 291797 h 291797"/>
                  <a:gd name="connsiteX2" fmla="*/ 392611 w 392611"/>
                  <a:gd name="connsiteY2" fmla="*/ 291797 h 291797"/>
                  <a:gd name="connsiteX0" fmla="*/ 33788 w 392110"/>
                  <a:gd name="connsiteY0" fmla="*/ 248623 h 302598"/>
                  <a:gd name="connsiteX1" fmla="*/ 392110 w 392110"/>
                  <a:gd name="connsiteY1" fmla="*/ 302598 h 302598"/>
                  <a:gd name="connsiteX2" fmla="*/ 392110 w 392110"/>
                  <a:gd name="connsiteY2" fmla="*/ 302598 h 302598"/>
                  <a:gd name="connsiteX0" fmla="*/ 33788 w 392110"/>
                  <a:gd name="connsiteY0" fmla="*/ 248623 h 493098"/>
                  <a:gd name="connsiteX1" fmla="*/ 392110 w 392110"/>
                  <a:gd name="connsiteY1" fmla="*/ 302598 h 493098"/>
                  <a:gd name="connsiteX2" fmla="*/ 296860 w 392110"/>
                  <a:gd name="connsiteY2" fmla="*/ 493098 h 493098"/>
                  <a:gd name="connsiteX0" fmla="*/ 33788 w 392110"/>
                  <a:gd name="connsiteY0" fmla="*/ 248623 h 493098"/>
                  <a:gd name="connsiteX1" fmla="*/ 392110 w 392110"/>
                  <a:gd name="connsiteY1" fmla="*/ 302598 h 493098"/>
                  <a:gd name="connsiteX2" fmla="*/ 296860 w 392110"/>
                  <a:gd name="connsiteY2" fmla="*/ 493098 h 493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2110" h="493098">
                    <a:moveTo>
                      <a:pt x="33788" y="248623"/>
                    </a:moveTo>
                    <a:cubicBezTo>
                      <a:pt x="-132521" y="-200110"/>
                      <a:pt x="367919" y="46481"/>
                      <a:pt x="392110" y="302598"/>
                    </a:cubicBezTo>
                    <a:cubicBezTo>
                      <a:pt x="360360" y="366098"/>
                      <a:pt x="147635" y="286723"/>
                      <a:pt x="296860" y="493098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4181B70-9B98-422B-8B8F-2B0104A106DC}"/>
                </a:ext>
              </a:extLst>
            </p:cNvPr>
            <p:cNvSpPr/>
            <p:nvPr/>
          </p:nvSpPr>
          <p:spPr>
            <a:xfrm rot="20800086">
              <a:off x="5269265" y="4838680"/>
              <a:ext cx="414134" cy="561641"/>
            </a:xfrm>
            <a:custGeom>
              <a:avLst/>
              <a:gdLst>
                <a:gd name="connsiteX0" fmla="*/ 217525 w 416307"/>
                <a:gd name="connsiteY0" fmla="*/ 0 h 556591"/>
                <a:gd name="connsiteX1" fmla="*/ 5490 w 416307"/>
                <a:gd name="connsiteY1" fmla="*/ 410817 h 556591"/>
                <a:gd name="connsiteX2" fmla="*/ 416307 w 416307"/>
                <a:gd name="connsiteY2" fmla="*/ 556591 h 556591"/>
                <a:gd name="connsiteX3" fmla="*/ 416307 w 416307"/>
                <a:gd name="connsiteY3" fmla="*/ 556591 h 556591"/>
                <a:gd name="connsiteX0" fmla="*/ 216363 w 415145"/>
                <a:gd name="connsiteY0" fmla="*/ 0 h 556591"/>
                <a:gd name="connsiteX1" fmla="*/ 4328 w 415145"/>
                <a:gd name="connsiteY1" fmla="*/ 410817 h 556591"/>
                <a:gd name="connsiteX2" fmla="*/ 415145 w 415145"/>
                <a:gd name="connsiteY2" fmla="*/ 556591 h 556591"/>
                <a:gd name="connsiteX3" fmla="*/ 415145 w 415145"/>
                <a:gd name="connsiteY3" fmla="*/ 556591 h 556591"/>
                <a:gd name="connsiteX0" fmla="*/ 216363 w 415145"/>
                <a:gd name="connsiteY0" fmla="*/ 0 h 556591"/>
                <a:gd name="connsiteX1" fmla="*/ 4328 w 415145"/>
                <a:gd name="connsiteY1" fmla="*/ 410817 h 556591"/>
                <a:gd name="connsiteX2" fmla="*/ 415145 w 415145"/>
                <a:gd name="connsiteY2" fmla="*/ 556591 h 556591"/>
                <a:gd name="connsiteX0" fmla="*/ 231594 w 430376"/>
                <a:gd name="connsiteY0" fmla="*/ 0 h 561641"/>
                <a:gd name="connsiteX1" fmla="*/ 19559 w 430376"/>
                <a:gd name="connsiteY1" fmla="*/ 410817 h 561641"/>
                <a:gd name="connsiteX2" fmla="*/ 430376 w 430376"/>
                <a:gd name="connsiteY2" fmla="*/ 556591 h 561641"/>
                <a:gd name="connsiteX0" fmla="*/ 215352 w 414134"/>
                <a:gd name="connsiteY0" fmla="*/ 0 h 561641"/>
                <a:gd name="connsiteX1" fmla="*/ 3317 w 414134"/>
                <a:gd name="connsiteY1" fmla="*/ 410817 h 561641"/>
                <a:gd name="connsiteX2" fmla="*/ 414134 w 414134"/>
                <a:gd name="connsiteY2" fmla="*/ 556591 h 561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134" h="561641">
                  <a:moveTo>
                    <a:pt x="215352" y="0"/>
                  </a:moveTo>
                  <a:cubicBezTo>
                    <a:pt x="135632" y="311426"/>
                    <a:pt x="-25051" y="346626"/>
                    <a:pt x="3317" y="410817"/>
                  </a:cubicBezTo>
                  <a:cubicBezTo>
                    <a:pt x="88835" y="603595"/>
                    <a:pt x="414134" y="556591"/>
                    <a:pt x="414134" y="55659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2">
              <a:extLst>
                <a:ext uri="{FF2B5EF4-FFF2-40B4-BE49-F238E27FC236}">
                  <a16:creationId xmlns:a16="http://schemas.microsoft.com/office/drawing/2014/main" id="{AC4B6611-EE67-4CBB-A7D4-31446977F77B}"/>
                </a:ext>
              </a:extLst>
            </p:cNvPr>
            <p:cNvSpPr/>
            <p:nvPr/>
          </p:nvSpPr>
          <p:spPr>
            <a:xfrm>
              <a:off x="3203954" y="918992"/>
              <a:ext cx="4662113" cy="3103728"/>
            </a:xfrm>
            <a:custGeom>
              <a:avLst/>
              <a:gdLst>
                <a:gd name="connsiteX0" fmla="*/ 0 w 1944915"/>
                <a:gd name="connsiteY0" fmla="*/ 0 h 870857"/>
                <a:gd name="connsiteX1" fmla="*/ 1944915 w 1944915"/>
                <a:gd name="connsiteY1" fmla="*/ 0 h 870857"/>
                <a:gd name="connsiteX2" fmla="*/ 1944915 w 1944915"/>
                <a:gd name="connsiteY2" fmla="*/ 870857 h 870857"/>
                <a:gd name="connsiteX3" fmla="*/ 0 w 1944915"/>
                <a:gd name="connsiteY3" fmla="*/ 870857 h 870857"/>
                <a:gd name="connsiteX4" fmla="*/ 0 w 1944915"/>
                <a:gd name="connsiteY4" fmla="*/ 0 h 870857"/>
                <a:gd name="connsiteX0" fmla="*/ 928914 w 2873829"/>
                <a:gd name="connsiteY0" fmla="*/ 0 h 2220686"/>
                <a:gd name="connsiteX1" fmla="*/ 2873829 w 2873829"/>
                <a:gd name="connsiteY1" fmla="*/ 0 h 2220686"/>
                <a:gd name="connsiteX2" fmla="*/ 2873829 w 2873829"/>
                <a:gd name="connsiteY2" fmla="*/ 870857 h 2220686"/>
                <a:gd name="connsiteX3" fmla="*/ 0 w 2873829"/>
                <a:gd name="connsiteY3" fmla="*/ 2220686 h 2220686"/>
                <a:gd name="connsiteX4" fmla="*/ 928914 w 2873829"/>
                <a:gd name="connsiteY4" fmla="*/ 0 h 2220686"/>
                <a:gd name="connsiteX0" fmla="*/ 928914 w 2873829"/>
                <a:gd name="connsiteY0" fmla="*/ 0 h 2220686"/>
                <a:gd name="connsiteX1" fmla="*/ 2873829 w 2873829"/>
                <a:gd name="connsiteY1" fmla="*/ 0 h 2220686"/>
                <a:gd name="connsiteX2" fmla="*/ 2873829 w 2873829"/>
                <a:gd name="connsiteY2" fmla="*/ 870857 h 2220686"/>
                <a:gd name="connsiteX3" fmla="*/ 261257 w 2873829"/>
                <a:gd name="connsiteY3" fmla="*/ 1828799 h 2220686"/>
                <a:gd name="connsiteX4" fmla="*/ 0 w 2873829"/>
                <a:gd name="connsiteY4" fmla="*/ 2220686 h 2220686"/>
                <a:gd name="connsiteX5" fmla="*/ 928914 w 2873829"/>
                <a:gd name="connsiteY5" fmla="*/ 0 h 2220686"/>
                <a:gd name="connsiteX0" fmla="*/ 928914 w 2873829"/>
                <a:gd name="connsiteY0" fmla="*/ 0 h 2344985"/>
                <a:gd name="connsiteX1" fmla="*/ 2873829 w 2873829"/>
                <a:gd name="connsiteY1" fmla="*/ 0 h 2344985"/>
                <a:gd name="connsiteX2" fmla="*/ 2873829 w 2873829"/>
                <a:gd name="connsiteY2" fmla="*/ 870857 h 2344985"/>
                <a:gd name="connsiteX3" fmla="*/ 522514 w 2873829"/>
                <a:gd name="connsiteY3" fmla="*/ 2322285 h 2344985"/>
                <a:gd name="connsiteX4" fmla="*/ 261257 w 2873829"/>
                <a:gd name="connsiteY4" fmla="*/ 1828799 h 2344985"/>
                <a:gd name="connsiteX5" fmla="*/ 0 w 2873829"/>
                <a:gd name="connsiteY5" fmla="*/ 2220686 h 2344985"/>
                <a:gd name="connsiteX6" fmla="*/ 928914 w 2873829"/>
                <a:gd name="connsiteY6" fmla="*/ 0 h 2344985"/>
                <a:gd name="connsiteX0" fmla="*/ 928914 w 2873829"/>
                <a:gd name="connsiteY0" fmla="*/ 0 h 2342843"/>
                <a:gd name="connsiteX1" fmla="*/ 2873829 w 2873829"/>
                <a:gd name="connsiteY1" fmla="*/ 0 h 2342843"/>
                <a:gd name="connsiteX2" fmla="*/ 2873829 w 2873829"/>
                <a:gd name="connsiteY2" fmla="*/ 870857 h 2342843"/>
                <a:gd name="connsiteX3" fmla="*/ 580572 w 2873829"/>
                <a:gd name="connsiteY3" fmla="*/ 2046514 h 2342843"/>
                <a:gd name="connsiteX4" fmla="*/ 522514 w 2873829"/>
                <a:gd name="connsiteY4" fmla="*/ 2322285 h 2342843"/>
                <a:gd name="connsiteX5" fmla="*/ 261257 w 2873829"/>
                <a:gd name="connsiteY5" fmla="*/ 1828799 h 2342843"/>
                <a:gd name="connsiteX6" fmla="*/ 0 w 2873829"/>
                <a:gd name="connsiteY6" fmla="*/ 2220686 h 2342843"/>
                <a:gd name="connsiteX7" fmla="*/ 928914 w 2873829"/>
                <a:gd name="connsiteY7" fmla="*/ 0 h 2342843"/>
                <a:gd name="connsiteX0" fmla="*/ 928914 w 2873829"/>
                <a:gd name="connsiteY0" fmla="*/ 0 h 2599403"/>
                <a:gd name="connsiteX1" fmla="*/ 2873829 w 2873829"/>
                <a:gd name="connsiteY1" fmla="*/ 0 h 2599403"/>
                <a:gd name="connsiteX2" fmla="*/ 2873829 w 2873829"/>
                <a:gd name="connsiteY2" fmla="*/ 870857 h 2599403"/>
                <a:gd name="connsiteX3" fmla="*/ 1219200 w 2873829"/>
                <a:gd name="connsiteY3" fmla="*/ 2569028 h 2599403"/>
                <a:gd name="connsiteX4" fmla="*/ 580572 w 2873829"/>
                <a:gd name="connsiteY4" fmla="*/ 2046514 h 2599403"/>
                <a:gd name="connsiteX5" fmla="*/ 522514 w 2873829"/>
                <a:gd name="connsiteY5" fmla="*/ 2322285 h 2599403"/>
                <a:gd name="connsiteX6" fmla="*/ 261257 w 2873829"/>
                <a:gd name="connsiteY6" fmla="*/ 1828799 h 2599403"/>
                <a:gd name="connsiteX7" fmla="*/ 0 w 2873829"/>
                <a:gd name="connsiteY7" fmla="*/ 2220686 h 2599403"/>
                <a:gd name="connsiteX8" fmla="*/ 928914 w 2873829"/>
                <a:gd name="connsiteY8" fmla="*/ 0 h 2599403"/>
                <a:gd name="connsiteX0" fmla="*/ 928914 w 2873829"/>
                <a:gd name="connsiteY0" fmla="*/ 0 h 2604539"/>
                <a:gd name="connsiteX1" fmla="*/ 2873829 w 2873829"/>
                <a:gd name="connsiteY1" fmla="*/ 0 h 2604539"/>
                <a:gd name="connsiteX2" fmla="*/ 2873829 w 2873829"/>
                <a:gd name="connsiteY2" fmla="*/ 870857 h 2604539"/>
                <a:gd name="connsiteX3" fmla="*/ 1233714 w 2873829"/>
                <a:gd name="connsiteY3" fmla="*/ 2351314 h 2604539"/>
                <a:gd name="connsiteX4" fmla="*/ 1219200 w 2873829"/>
                <a:gd name="connsiteY4" fmla="*/ 2569028 h 2604539"/>
                <a:gd name="connsiteX5" fmla="*/ 580572 w 2873829"/>
                <a:gd name="connsiteY5" fmla="*/ 2046514 h 2604539"/>
                <a:gd name="connsiteX6" fmla="*/ 522514 w 2873829"/>
                <a:gd name="connsiteY6" fmla="*/ 2322285 h 2604539"/>
                <a:gd name="connsiteX7" fmla="*/ 261257 w 2873829"/>
                <a:gd name="connsiteY7" fmla="*/ 1828799 h 2604539"/>
                <a:gd name="connsiteX8" fmla="*/ 0 w 2873829"/>
                <a:gd name="connsiteY8" fmla="*/ 2220686 h 2604539"/>
                <a:gd name="connsiteX9" fmla="*/ 928914 w 2873829"/>
                <a:gd name="connsiteY9" fmla="*/ 0 h 2604539"/>
                <a:gd name="connsiteX0" fmla="*/ 928914 w 2873829"/>
                <a:gd name="connsiteY0" fmla="*/ 0 h 2657957"/>
                <a:gd name="connsiteX1" fmla="*/ 2873829 w 2873829"/>
                <a:gd name="connsiteY1" fmla="*/ 0 h 2657957"/>
                <a:gd name="connsiteX2" fmla="*/ 2873829 w 2873829"/>
                <a:gd name="connsiteY2" fmla="*/ 870857 h 2657957"/>
                <a:gd name="connsiteX3" fmla="*/ 1843314 w 2873829"/>
                <a:gd name="connsiteY3" fmla="*/ 2598056 h 2657957"/>
                <a:gd name="connsiteX4" fmla="*/ 1233714 w 2873829"/>
                <a:gd name="connsiteY4" fmla="*/ 2351314 h 2657957"/>
                <a:gd name="connsiteX5" fmla="*/ 1219200 w 2873829"/>
                <a:gd name="connsiteY5" fmla="*/ 2569028 h 2657957"/>
                <a:gd name="connsiteX6" fmla="*/ 580572 w 2873829"/>
                <a:gd name="connsiteY6" fmla="*/ 2046514 h 2657957"/>
                <a:gd name="connsiteX7" fmla="*/ 522514 w 2873829"/>
                <a:gd name="connsiteY7" fmla="*/ 2322285 h 2657957"/>
                <a:gd name="connsiteX8" fmla="*/ 261257 w 2873829"/>
                <a:gd name="connsiteY8" fmla="*/ 1828799 h 2657957"/>
                <a:gd name="connsiteX9" fmla="*/ 0 w 2873829"/>
                <a:gd name="connsiteY9" fmla="*/ 2220686 h 2657957"/>
                <a:gd name="connsiteX10" fmla="*/ 928914 w 2873829"/>
                <a:gd name="connsiteY10" fmla="*/ 0 h 2657957"/>
                <a:gd name="connsiteX0" fmla="*/ 928914 w 2873829"/>
                <a:gd name="connsiteY0" fmla="*/ 0 h 2655593"/>
                <a:gd name="connsiteX1" fmla="*/ 2873829 w 2873829"/>
                <a:gd name="connsiteY1" fmla="*/ 0 h 2655593"/>
                <a:gd name="connsiteX2" fmla="*/ 2873829 w 2873829"/>
                <a:gd name="connsiteY2" fmla="*/ 870857 h 2655593"/>
                <a:gd name="connsiteX3" fmla="*/ 1872343 w 2873829"/>
                <a:gd name="connsiteY3" fmla="*/ 2481942 h 2655593"/>
                <a:gd name="connsiteX4" fmla="*/ 1843314 w 2873829"/>
                <a:gd name="connsiteY4" fmla="*/ 2598056 h 2655593"/>
                <a:gd name="connsiteX5" fmla="*/ 1233714 w 2873829"/>
                <a:gd name="connsiteY5" fmla="*/ 2351314 h 2655593"/>
                <a:gd name="connsiteX6" fmla="*/ 1219200 w 2873829"/>
                <a:gd name="connsiteY6" fmla="*/ 2569028 h 2655593"/>
                <a:gd name="connsiteX7" fmla="*/ 580572 w 2873829"/>
                <a:gd name="connsiteY7" fmla="*/ 2046514 h 2655593"/>
                <a:gd name="connsiteX8" fmla="*/ 522514 w 2873829"/>
                <a:gd name="connsiteY8" fmla="*/ 2322285 h 2655593"/>
                <a:gd name="connsiteX9" fmla="*/ 261257 w 2873829"/>
                <a:gd name="connsiteY9" fmla="*/ 1828799 h 2655593"/>
                <a:gd name="connsiteX10" fmla="*/ 0 w 2873829"/>
                <a:gd name="connsiteY10" fmla="*/ 2220686 h 2655593"/>
                <a:gd name="connsiteX11" fmla="*/ 928914 w 2873829"/>
                <a:gd name="connsiteY11" fmla="*/ 0 h 2655593"/>
                <a:gd name="connsiteX0" fmla="*/ 928914 w 2873829"/>
                <a:gd name="connsiteY0" fmla="*/ 0 h 2602730"/>
                <a:gd name="connsiteX1" fmla="*/ 2873829 w 2873829"/>
                <a:gd name="connsiteY1" fmla="*/ 0 h 2602730"/>
                <a:gd name="connsiteX2" fmla="*/ 2873829 w 2873829"/>
                <a:gd name="connsiteY2" fmla="*/ 870857 h 2602730"/>
                <a:gd name="connsiteX3" fmla="*/ 2177143 w 2873829"/>
                <a:gd name="connsiteY3" fmla="*/ 2365828 h 2602730"/>
                <a:gd name="connsiteX4" fmla="*/ 1872343 w 2873829"/>
                <a:gd name="connsiteY4" fmla="*/ 2481942 h 2602730"/>
                <a:gd name="connsiteX5" fmla="*/ 1843314 w 2873829"/>
                <a:gd name="connsiteY5" fmla="*/ 2598056 h 2602730"/>
                <a:gd name="connsiteX6" fmla="*/ 1233714 w 2873829"/>
                <a:gd name="connsiteY6" fmla="*/ 2351314 h 2602730"/>
                <a:gd name="connsiteX7" fmla="*/ 1219200 w 2873829"/>
                <a:gd name="connsiteY7" fmla="*/ 2569028 h 2602730"/>
                <a:gd name="connsiteX8" fmla="*/ 580572 w 2873829"/>
                <a:gd name="connsiteY8" fmla="*/ 2046514 h 2602730"/>
                <a:gd name="connsiteX9" fmla="*/ 522514 w 2873829"/>
                <a:gd name="connsiteY9" fmla="*/ 2322285 h 2602730"/>
                <a:gd name="connsiteX10" fmla="*/ 261257 w 2873829"/>
                <a:gd name="connsiteY10" fmla="*/ 1828799 h 2602730"/>
                <a:gd name="connsiteX11" fmla="*/ 0 w 2873829"/>
                <a:gd name="connsiteY11" fmla="*/ 2220686 h 2602730"/>
                <a:gd name="connsiteX12" fmla="*/ 928914 w 2873829"/>
                <a:gd name="connsiteY12" fmla="*/ 0 h 2602730"/>
                <a:gd name="connsiteX0" fmla="*/ 928914 w 2873829"/>
                <a:gd name="connsiteY0" fmla="*/ 0 h 2602730"/>
                <a:gd name="connsiteX1" fmla="*/ 2873829 w 2873829"/>
                <a:gd name="connsiteY1" fmla="*/ 0 h 2602730"/>
                <a:gd name="connsiteX2" fmla="*/ 2873829 w 2873829"/>
                <a:gd name="connsiteY2" fmla="*/ 870857 h 2602730"/>
                <a:gd name="connsiteX3" fmla="*/ 2699657 w 2873829"/>
                <a:gd name="connsiteY3" fmla="*/ 2249714 h 2602730"/>
                <a:gd name="connsiteX4" fmla="*/ 2177143 w 2873829"/>
                <a:gd name="connsiteY4" fmla="*/ 2365828 h 2602730"/>
                <a:gd name="connsiteX5" fmla="*/ 1872343 w 2873829"/>
                <a:gd name="connsiteY5" fmla="*/ 2481942 h 2602730"/>
                <a:gd name="connsiteX6" fmla="*/ 1843314 w 2873829"/>
                <a:gd name="connsiteY6" fmla="*/ 2598056 h 2602730"/>
                <a:gd name="connsiteX7" fmla="*/ 1233714 w 2873829"/>
                <a:gd name="connsiteY7" fmla="*/ 2351314 h 2602730"/>
                <a:gd name="connsiteX8" fmla="*/ 1219200 w 2873829"/>
                <a:gd name="connsiteY8" fmla="*/ 2569028 h 2602730"/>
                <a:gd name="connsiteX9" fmla="*/ 580572 w 2873829"/>
                <a:gd name="connsiteY9" fmla="*/ 2046514 h 2602730"/>
                <a:gd name="connsiteX10" fmla="*/ 522514 w 2873829"/>
                <a:gd name="connsiteY10" fmla="*/ 2322285 h 2602730"/>
                <a:gd name="connsiteX11" fmla="*/ 261257 w 2873829"/>
                <a:gd name="connsiteY11" fmla="*/ 1828799 h 2602730"/>
                <a:gd name="connsiteX12" fmla="*/ 0 w 2873829"/>
                <a:gd name="connsiteY12" fmla="*/ 2220686 h 2602730"/>
                <a:gd name="connsiteX13" fmla="*/ 928914 w 2873829"/>
                <a:gd name="connsiteY13" fmla="*/ 0 h 2602730"/>
                <a:gd name="connsiteX0" fmla="*/ 928914 w 2873829"/>
                <a:gd name="connsiteY0" fmla="*/ 0 h 2602730"/>
                <a:gd name="connsiteX1" fmla="*/ 2873829 w 2873829"/>
                <a:gd name="connsiteY1" fmla="*/ 0 h 2602730"/>
                <a:gd name="connsiteX2" fmla="*/ 2873829 w 2873829"/>
                <a:gd name="connsiteY2" fmla="*/ 870857 h 2602730"/>
                <a:gd name="connsiteX3" fmla="*/ 2676797 w 2873829"/>
                <a:gd name="connsiteY3" fmla="*/ 2249714 h 2602730"/>
                <a:gd name="connsiteX4" fmla="*/ 2177143 w 2873829"/>
                <a:gd name="connsiteY4" fmla="*/ 2365828 h 2602730"/>
                <a:gd name="connsiteX5" fmla="*/ 1872343 w 2873829"/>
                <a:gd name="connsiteY5" fmla="*/ 2481942 h 2602730"/>
                <a:gd name="connsiteX6" fmla="*/ 1843314 w 2873829"/>
                <a:gd name="connsiteY6" fmla="*/ 2598056 h 2602730"/>
                <a:gd name="connsiteX7" fmla="*/ 1233714 w 2873829"/>
                <a:gd name="connsiteY7" fmla="*/ 2351314 h 2602730"/>
                <a:gd name="connsiteX8" fmla="*/ 1219200 w 2873829"/>
                <a:gd name="connsiteY8" fmla="*/ 2569028 h 2602730"/>
                <a:gd name="connsiteX9" fmla="*/ 580572 w 2873829"/>
                <a:gd name="connsiteY9" fmla="*/ 2046514 h 2602730"/>
                <a:gd name="connsiteX10" fmla="*/ 522514 w 2873829"/>
                <a:gd name="connsiteY10" fmla="*/ 2322285 h 2602730"/>
                <a:gd name="connsiteX11" fmla="*/ 261257 w 2873829"/>
                <a:gd name="connsiteY11" fmla="*/ 1828799 h 2602730"/>
                <a:gd name="connsiteX12" fmla="*/ 0 w 2873829"/>
                <a:gd name="connsiteY12" fmla="*/ 2220686 h 2602730"/>
                <a:gd name="connsiteX13" fmla="*/ 928914 w 2873829"/>
                <a:gd name="connsiteY13" fmla="*/ 0 h 2602730"/>
                <a:gd name="connsiteX0" fmla="*/ 928914 w 3245773"/>
                <a:gd name="connsiteY0" fmla="*/ 0 h 2602730"/>
                <a:gd name="connsiteX1" fmla="*/ 2873829 w 3245773"/>
                <a:gd name="connsiteY1" fmla="*/ 0 h 2602730"/>
                <a:gd name="connsiteX2" fmla="*/ 2873829 w 3245773"/>
                <a:gd name="connsiteY2" fmla="*/ 870857 h 2602730"/>
                <a:gd name="connsiteX3" fmla="*/ 3243943 w 3245773"/>
                <a:gd name="connsiteY3" fmla="*/ 2091145 h 2602730"/>
                <a:gd name="connsiteX4" fmla="*/ 2676797 w 3245773"/>
                <a:gd name="connsiteY4" fmla="*/ 2249714 h 2602730"/>
                <a:gd name="connsiteX5" fmla="*/ 2177143 w 3245773"/>
                <a:gd name="connsiteY5" fmla="*/ 2365828 h 2602730"/>
                <a:gd name="connsiteX6" fmla="*/ 1872343 w 3245773"/>
                <a:gd name="connsiteY6" fmla="*/ 2481942 h 2602730"/>
                <a:gd name="connsiteX7" fmla="*/ 1843314 w 3245773"/>
                <a:gd name="connsiteY7" fmla="*/ 2598056 h 2602730"/>
                <a:gd name="connsiteX8" fmla="*/ 1233714 w 3245773"/>
                <a:gd name="connsiteY8" fmla="*/ 2351314 h 2602730"/>
                <a:gd name="connsiteX9" fmla="*/ 1219200 w 3245773"/>
                <a:gd name="connsiteY9" fmla="*/ 2569028 h 2602730"/>
                <a:gd name="connsiteX10" fmla="*/ 580572 w 3245773"/>
                <a:gd name="connsiteY10" fmla="*/ 2046514 h 2602730"/>
                <a:gd name="connsiteX11" fmla="*/ 522514 w 3245773"/>
                <a:gd name="connsiteY11" fmla="*/ 2322285 h 2602730"/>
                <a:gd name="connsiteX12" fmla="*/ 261257 w 3245773"/>
                <a:gd name="connsiteY12" fmla="*/ 1828799 h 2602730"/>
                <a:gd name="connsiteX13" fmla="*/ 0 w 3245773"/>
                <a:gd name="connsiteY13" fmla="*/ 2220686 h 2602730"/>
                <a:gd name="connsiteX14" fmla="*/ 928914 w 3245773"/>
                <a:gd name="connsiteY14" fmla="*/ 0 h 2602730"/>
                <a:gd name="connsiteX0" fmla="*/ 928914 w 3594523"/>
                <a:gd name="connsiteY0" fmla="*/ 0 h 2602730"/>
                <a:gd name="connsiteX1" fmla="*/ 2873829 w 3594523"/>
                <a:gd name="connsiteY1" fmla="*/ 0 h 2602730"/>
                <a:gd name="connsiteX2" fmla="*/ 2873829 w 3594523"/>
                <a:gd name="connsiteY2" fmla="*/ 870857 h 2602730"/>
                <a:gd name="connsiteX3" fmla="*/ 3586843 w 3594523"/>
                <a:gd name="connsiteY3" fmla="*/ 1984465 h 2602730"/>
                <a:gd name="connsiteX4" fmla="*/ 3243943 w 3594523"/>
                <a:gd name="connsiteY4" fmla="*/ 2091145 h 2602730"/>
                <a:gd name="connsiteX5" fmla="*/ 2676797 w 3594523"/>
                <a:gd name="connsiteY5" fmla="*/ 2249714 h 2602730"/>
                <a:gd name="connsiteX6" fmla="*/ 2177143 w 3594523"/>
                <a:gd name="connsiteY6" fmla="*/ 2365828 h 2602730"/>
                <a:gd name="connsiteX7" fmla="*/ 1872343 w 3594523"/>
                <a:gd name="connsiteY7" fmla="*/ 2481942 h 2602730"/>
                <a:gd name="connsiteX8" fmla="*/ 1843314 w 3594523"/>
                <a:gd name="connsiteY8" fmla="*/ 2598056 h 2602730"/>
                <a:gd name="connsiteX9" fmla="*/ 1233714 w 3594523"/>
                <a:gd name="connsiteY9" fmla="*/ 2351314 h 2602730"/>
                <a:gd name="connsiteX10" fmla="*/ 1219200 w 3594523"/>
                <a:gd name="connsiteY10" fmla="*/ 2569028 h 2602730"/>
                <a:gd name="connsiteX11" fmla="*/ 580572 w 3594523"/>
                <a:gd name="connsiteY11" fmla="*/ 2046514 h 2602730"/>
                <a:gd name="connsiteX12" fmla="*/ 522514 w 3594523"/>
                <a:gd name="connsiteY12" fmla="*/ 2322285 h 2602730"/>
                <a:gd name="connsiteX13" fmla="*/ 261257 w 3594523"/>
                <a:gd name="connsiteY13" fmla="*/ 1828799 h 2602730"/>
                <a:gd name="connsiteX14" fmla="*/ 0 w 3594523"/>
                <a:gd name="connsiteY14" fmla="*/ 2220686 h 2602730"/>
                <a:gd name="connsiteX15" fmla="*/ 928914 w 3594523"/>
                <a:gd name="connsiteY15" fmla="*/ 0 h 2602730"/>
                <a:gd name="connsiteX0" fmla="*/ 928914 w 3747511"/>
                <a:gd name="connsiteY0" fmla="*/ 0 h 2602730"/>
                <a:gd name="connsiteX1" fmla="*/ 2873829 w 3747511"/>
                <a:gd name="connsiteY1" fmla="*/ 0 h 2602730"/>
                <a:gd name="connsiteX2" fmla="*/ 3742509 w 3747511"/>
                <a:gd name="connsiteY2" fmla="*/ 2280557 h 2602730"/>
                <a:gd name="connsiteX3" fmla="*/ 3586843 w 3747511"/>
                <a:gd name="connsiteY3" fmla="*/ 1984465 h 2602730"/>
                <a:gd name="connsiteX4" fmla="*/ 3243943 w 3747511"/>
                <a:gd name="connsiteY4" fmla="*/ 2091145 h 2602730"/>
                <a:gd name="connsiteX5" fmla="*/ 2676797 w 3747511"/>
                <a:gd name="connsiteY5" fmla="*/ 2249714 h 2602730"/>
                <a:gd name="connsiteX6" fmla="*/ 2177143 w 3747511"/>
                <a:gd name="connsiteY6" fmla="*/ 2365828 h 2602730"/>
                <a:gd name="connsiteX7" fmla="*/ 1872343 w 3747511"/>
                <a:gd name="connsiteY7" fmla="*/ 2481942 h 2602730"/>
                <a:gd name="connsiteX8" fmla="*/ 1843314 w 3747511"/>
                <a:gd name="connsiteY8" fmla="*/ 2598056 h 2602730"/>
                <a:gd name="connsiteX9" fmla="*/ 1233714 w 3747511"/>
                <a:gd name="connsiteY9" fmla="*/ 2351314 h 2602730"/>
                <a:gd name="connsiteX10" fmla="*/ 1219200 w 3747511"/>
                <a:gd name="connsiteY10" fmla="*/ 2569028 h 2602730"/>
                <a:gd name="connsiteX11" fmla="*/ 580572 w 3747511"/>
                <a:gd name="connsiteY11" fmla="*/ 2046514 h 2602730"/>
                <a:gd name="connsiteX12" fmla="*/ 522514 w 3747511"/>
                <a:gd name="connsiteY12" fmla="*/ 2322285 h 2602730"/>
                <a:gd name="connsiteX13" fmla="*/ 261257 w 3747511"/>
                <a:gd name="connsiteY13" fmla="*/ 1828799 h 2602730"/>
                <a:gd name="connsiteX14" fmla="*/ 0 w 3747511"/>
                <a:gd name="connsiteY14" fmla="*/ 2220686 h 2602730"/>
                <a:gd name="connsiteX15" fmla="*/ 928914 w 3747511"/>
                <a:gd name="connsiteY15" fmla="*/ 0 h 2602730"/>
                <a:gd name="connsiteX0" fmla="*/ 928914 w 3885233"/>
                <a:gd name="connsiteY0" fmla="*/ 0 h 2602730"/>
                <a:gd name="connsiteX1" fmla="*/ 2873829 w 3885233"/>
                <a:gd name="connsiteY1" fmla="*/ 0 h 2602730"/>
                <a:gd name="connsiteX2" fmla="*/ 3742509 w 3885233"/>
                <a:gd name="connsiteY2" fmla="*/ 2280557 h 2602730"/>
                <a:gd name="connsiteX3" fmla="*/ 3586843 w 3885233"/>
                <a:gd name="connsiteY3" fmla="*/ 1984465 h 2602730"/>
                <a:gd name="connsiteX4" fmla="*/ 3243943 w 3885233"/>
                <a:gd name="connsiteY4" fmla="*/ 2091145 h 2602730"/>
                <a:gd name="connsiteX5" fmla="*/ 2676797 w 3885233"/>
                <a:gd name="connsiteY5" fmla="*/ 2249714 h 2602730"/>
                <a:gd name="connsiteX6" fmla="*/ 2177143 w 3885233"/>
                <a:gd name="connsiteY6" fmla="*/ 2365828 h 2602730"/>
                <a:gd name="connsiteX7" fmla="*/ 1872343 w 3885233"/>
                <a:gd name="connsiteY7" fmla="*/ 2481942 h 2602730"/>
                <a:gd name="connsiteX8" fmla="*/ 1843314 w 3885233"/>
                <a:gd name="connsiteY8" fmla="*/ 2598056 h 2602730"/>
                <a:gd name="connsiteX9" fmla="*/ 1233714 w 3885233"/>
                <a:gd name="connsiteY9" fmla="*/ 2351314 h 2602730"/>
                <a:gd name="connsiteX10" fmla="*/ 1219200 w 3885233"/>
                <a:gd name="connsiteY10" fmla="*/ 2569028 h 2602730"/>
                <a:gd name="connsiteX11" fmla="*/ 580572 w 3885233"/>
                <a:gd name="connsiteY11" fmla="*/ 2046514 h 2602730"/>
                <a:gd name="connsiteX12" fmla="*/ 522514 w 3885233"/>
                <a:gd name="connsiteY12" fmla="*/ 2322285 h 2602730"/>
                <a:gd name="connsiteX13" fmla="*/ 261257 w 3885233"/>
                <a:gd name="connsiteY13" fmla="*/ 1828799 h 2602730"/>
                <a:gd name="connsiteX14" fmla="*/ 0 w 3885233"/>
                <a:gd name="connsiteY14" fmla="*/ 2220686 h 2602730"/>
                <a:gd name="connsiteX15" fmla="*/ 928914 w 3885233"/>
                <a:gd name="connsiteY15" fmla="*/ 0 h 2602730"/>
                <a:gd name="connsiteX0" fmla="*/ 928914 w 3906909"/>
                <a:gd name="connsiteY0" fmla="*/ 0 h 2602730"/>
                <a:gd name="connsiteX1" fmla="*/ 2873829 w 3906909"/>
                <a:gd name="connsiteY1" fmla="*/ 0 h 2602730"/>
                <a:gd name="connsiteX2" fmla="*/ 3742509 w 3906909"/>
                <a:gd name="connsiteY2" fmla="*/ 2280557 h 2602730"/>
                <a:gd name="connsiteX3" fmla="*/ 3586843 w 3906909"/>
                <a:gd name="connsiteY3" fmla="*/ 1984465 h 2602730"/>
                <a:gd name="connsiteX4" fmla="*/ 3243943 w 3906909"/>
                <a:gd name="connsiteY4" fmla="*/ 2091145 h 2602730"/>
                <a:gd name="connsiteX5" fmla="*/ 2676797 w 3906909"/>
                <a:gd name="connsiteY5" fmla="*/ 2249714 h 2602730"/>
                <a:gd name="connsiteX6" fmla="*/ 2177143 w 3906909"/>
                <a:gd name="connsiteY6" fmla="*/ 2365828 h 2602730"/>
                <a:gd name="connsiteX7" fmla="*/ 1872343 w 3906909"/>
                <a:gd name="connsiteY7" fmla="*/ 2481942 h 2602730"/>
                <a:gd name="connsiteX8" fmla="*/ 1843314 w 3906909"/>
                <a:gd name="connsiteY8" fmla="*/ 2598056 h 2602730"/>
                <a:gd name="connsiteX9" fmla="*/ 1233714 w 3906909"/>
                <a:gd name="connsiteY9" fmla="*/ 2351314 h 2602730"/>
                <a:gd name="connsiteX10" fmla="*/ 1219200 w 3906909"/>
                <a:gd name="connsiteY10" fmla="*/ 2569028 h 2602730"/>
                <a:gd name="connsiteX11" fmla="*/ 580572 w 3906909"/>
                <a:gd name="connsiteY11" fmla="*/ 2046514 h 2602730"/>
                <a:gd name="connsiteX12" fmla="*/ 522514 w 3906909"/>
                <a:gd name="connsiteY12" fmla="*/ 2322285 h 2602730"/>
                <a:gd name="connsiteX13" fmla="*/ 261257 w 3906909"/>
                <a:gd name="connsiteY13" fmla="*/ 1828799 h 2602730"/>
                <a:gd name="connsiteX14" fmla="*/ 0 w 3906909"/>
                <a:gd name="connsiteY14" fmla="*/ 2220686 h 2602730"/>
                <a:gd name="connsiteX15" fmla="*/ 928914 w 3906909"/>
                <a:gd name="connsiteY15" fmla="*/ 0 h 2602730"/>
                <a:gd name="connsiteX0" fmla="*/ 928914 w 3906909"/>
                <a:gd name="connsiteY0" fmla="*/ 0 h 2602730"/>
                <a:gd name="connsiteX1" fmla="*/ 2873829 w 3906909"/>
                <a:gd name="connsiteY1" fmla="*/ 0 h 2602730"/>
                <a:gd name="connsiteX2" fmla="*/ 3742509 w 3906909"/>
                <a:gd name="connsiteY2" fmla="*/ 2280557 h 2602730"/>
                <a:gd name="connsiteX3" fmla="*/ 3586843 w 3906909"/>
                <a:gd name="connsiteY3" fmla="*/ 1984465 h 2602730"/>
                <a:gd name="connsiteX4" fmla="*/ 3243943 w 3906909"/>
                <a:gd name="connsiteY4" fmla="*/ 2091145 h 2602730"/>
                <a:gd name="connsiteX5" fmla="*/ 2676797 w 3906909"/>
                <a:gd name="connsiteY5" fmla="*/ 2249714 h 2602730"/>
                <a:gd name="connsiteX6" fmla="*/ 2177143 w 3906909"/>
                <a:gd name="connsiteY6" fmla="*/ 2365828 h 2602730"/>
                <a:gd name="connsiteX7" fmla="*/ 1872343 w 3906909"/>
                <a:gd name="connsiteY7" fmla="*/ 2481942 h 2602730"/>
                <a:gd name="connsiteX8" fmla="*/ 1843314 w 3906909"/>
                <a:gd name="connsiteY8" fmla="*/ 2598056 h 2602730"/>
                <a:gd name="connsiteX9" fmla="*/ 1233714 w 3906909"/>
                <a:gd name="connsiteY9" fmla="*/ 2351314 h 2602730"/>
                <a:gd name="connsiteX10" fmla="*/ 1219200 w 3906909"/>
                <a:gd name="connsiteY10" fmla="*/ 2569028 h 2602730"/>
                <a:gd name="connsiteX11" fmla="*/ 580572 w 3906909"/>
                <a:gd name="connsiteY11" fmla="*/ 2046514 h 2602730"/>
                <a:gd name="connsiteX12" fmla="*/ 522514 w 3906909"/>
                <a:gd name="connsiteY12" fmla="*/ 2322285 h 2602730"/>
                <a:gd name="connsiteX13" fmla="*/ 261257 w 3906909"/>
                <a:gd name="connsiteY13" fmla="*/ 1828799 h 2602730"/>
                <a:gd name="connsiteX14" fmla="*/ 0 w 3906909"/>
                <a:gd name="connsiteY14" fmla="*/ 2220686 h 2602730"/>
                <a:gd name="connsiteX15" fmla="*/ 928914 w 3906909"/>
                <a:gd name="connsiteY15" fmla="*/ 0 h 2602730"/>
                <a:gd name="connsiteX0" fmla="*/ 928914 w 3906909"/>
                <a:gd name="connsiteY0" fmla="*/ 0 h 2602730"/>
                <a:gd name="connsiteX1" fmla="*/ 2873829 w 3906909"/>
                <a:gd name="connsiteY1" fmla="*/ 0 h 2602730"/>
                <a:gd name="connsiteX2" fmla="*/ 3742509 w 3906909"/>
                <a:gd name="connsiteY2" fmla="*/ 2280557 h 2602730"/>
                <a:gd name="connsiteX3" fmla="*/ 3586843 w 3906909"/>
                <a:gd name="connsiteY3" fmla="*/ 1984465 h 2602730"/>
                <a:gd name="connsiteX4" fmla="*/ 3243943 w 3906909"/>
                <a:gd name="connsiteY4" fmla="*/ 2091145 h 2602730"/>
                <a:gd name="connsiteX5" fmla="*/ 2676797 w 3906909"/>
                <a:gd name="connsiteY5" fmla="*/ 2249714 h 2602730"/>
                <a:gd name="connsiteX6" fmla="*/ 2177143 w 3906909"/>
                <a:gd name="connsiteY6" fmla="*/ 2365828 h 2602730"/>
                <a:gd name="connsiteX7" fmla="*/ 1872343 w 3906909"/>
                <a:gd name="connsiteY7" fmla="*/ 2481942 h 2602730"/>
                <a:gd name="connsiteX8" fmla="*/ 1843314 w 3906909"/>
                <a:gd name="connsiteY8" fmla="*/ 2598056 h 2602730"/>
                <a:gd name="connsiteX9" fmla="*/ 1233714 w 3906909"/>
                <a:gd name="connsiteY9" fmla="*/ 2351314 h 2602730"/>
                <a:gd name="connsiteX10" fmla="*/ 1219200 w 3906909"/>
                <a:gd name="connsiteY10" fmla="*/ 2569028 h 2602730"/>
                <a:gd name="connsiteX11" fmla="*/ 580572 w 3906909"/>
                <a:gd name="connsiteY11" fmla="*/ 2046514 h 2602730"/>
                <a:gd name="connsiteX12" fmla="*/ 522514 w 3906909"/>
                <a:gd name="connsiteY12" fmla="*/ 2322285 h 2602730"/>
                <a:gd name="connsiteX13" fmla="*/ 261257 w 3906909"/>
                <a:gd name="connsiteY13" fmla="*/ 1828799 h 2602730"/>
                <a:gd name="connsiteX14" fmla="*/ 0 w 3906909"/>
                <a:gd name="connsiteY14" fmla="*/ 2220686 h 2602730"/>
                <a:gd name="connsiteX15" fmla="*/ 928914 w 3906909"/>
                <a:gd name="connsiteY15" fmla="*/ 0 h 2602730"/>
                <a:gd name="connsiteX0" fmla="*/ 928914 w 3906909"/>
                <a:gd name="connsiteY0" fmla="*/ 0 h 2602730"/>
                <a:gd name="connsiteX1" fmla="*/ 2873829 w 3906909"/>
                <a:gd name="connsiteY1" fmla="*/ 0 h 2602730"/>
                <a:gd name="connsiteX2" fmla="*/ 3742509 w 3906909"/>
                <a:gd name="connsiteY2" fmla="*/ 2280557 h 2602730"/>
                <a:gd name="connsiteX3" fmla="*/ 3586843 w 3906909"/>
                <a:gd name="connsiteY3" fmla="*/ 1984465 h 2602730"/>
                <a:gd name="connsiteX4" fmla="*/ 3243943 w 3906909"/>
                <a:gd name="connsiteY4" fmla="*/ 2091145 h 2602730"/>
                <a:gd name="connsiteX5" fmla="*/ 2676797 w 3906909"/>
                <a:gd name="connsiteY5" fmla="*/ 2249714 h 2602730"/>
                <a:gd name="connsiteX6" fmla="*/ 2177143 w 3906909"/>
                <a:gd name="connsiteY6" fmla="*/ 2365828 h 2602730"/>
                <a:gd name="connsiteX7" fmla="*/ 1872343 w 3906909"/>
                <a:gd name="connsiteY7" fmla="*/ 2481942 h 2602730"/>
                <a:gd name="connsiteX8" fmla="*/ 1843314 w 3906909"/>
                <a:gd name="connsiteY8" fmla="*/ 2598056 h 2602730"/>
                <a:gd name="connsiteX9" fmla="*/ 1233714 w 3906909"/>
                <a:gd name="connsiteY9" fmla="*/ 2351314 h 2602730"/>
                <a:gd name="connsiteX10" fmla="*/ 1219200 w 3906909"/>
                <a:gd name="connsiteY10" fmla="*/ 2569028 h 2602730"/>
                <a:gd name="connsiteX11" fmla="*/ 580572 w 3906909"/>
                <a:gd name="connsiteY11" fmla="*/ 2046514 h 2602730"/>
                <a:gd name="connsiteX12" fmla="*/ 522514 w 3906909"/>
                <a:gd name="connsiteY12" fmla="*/ 2322285 h 2602730"/>
                <a:gd name="connsiteX13" fmla="*/ 261257 w 3906909"/>
                <a:gd name="connsiteY13" fmla="*/ 1828799 h 2602730"/>
                <a:gd name="connsiteX14" fmla="*/ 0 w 3906909"/>
                <a:gd name="connsiteY14" fmla="*/ 2220686 h 2602730"/>
                <a:gd name="connsiteX15" fmla="*/ 928914 w 3906909"/>
                <a:gd name="connsiteY15" fmla="*/ 0 h 2602730"/>
                <a:gd name="connsiteX0" fmla="*/ 928914 w 3880191"/>
                <a:gd name="connsiteY0" fmla="*/ 0 h 2602730"/>
                <a:gd name="connsiteX1" fmla="*/ 2873829 w 3880191"/>
                <a:gd name="connsiteY1" fmla="*/ 0 h 2602730"/>
                <a:gd name="connsiteX2" fmla="*/ 3712029 w 3880191"/>
                <a:gd name="connsiteY2" fmla="*/ 2280557 h 2602730"/>
                <a:gd name="connsiteX3" fmla="*/ 3586843 w 3880191"/>
                <a:gd name="connsiteY3" fmla="*/ 1984465 h 2602730"/>
                <a:gd name="connsiteX4" fmla="*/ 3243943 w 3880191"/>
                <a:gd name="connsiteY4" fmla="*/ 2091145 h 2602730"/>
                <a:gd name="connsiteX5" fmla="*/ 2676797 w 3880191"/>
                <a:gd name="connsiteY5" fmla="*/ 2249714 h 2602730"/>
                <a:gd name="connsiteX6" fmla="*/ 2177143 w 3880191"/>
                <a:gd name="connsiteY6" fmla="*/ 2365828 h 2602730"/>
                <a:gd name="connsiteX7" fmla="*/ 1872343 w 3880191"/>
                <a:gd name="connsiteY7" fmla="*/ 2481942 h 2602730"/>
                <a:gd name="connsiteX8" fmla="*/ 1843314 w 3880191"/>
                <a:gd name="connsiteY8" fmla="*/ 2598056 h 2602730"/>
                <a:gd name="connsiteX9" fmla="*/ 1233714 w 3880191"/>
                <a:gd name="connsiteY9" fmla="*/ 2351314 h 2602730"/>
                <a:gd name="connsiteX10" fmla="*/ 1219200 w 3880191"/>
                <a:gd name="connsiteY10" fmla="*/ 2569028 h 2602730"/>
                <a:gd name="connsiteX11" fmla="*/ 580572 w 3880191"/>
                <a:gd name="connsiteY11" fmla="*/ 2046514 h 2602730"/>
                <a:gd name="connsiteX12" fmla="*/ 522514 w 3880191"/>
                <a:gd name="connsiteY12" fmla="*/ 2322285 h 2602730"/>
                <a:gd name="connsiteX13" fmla="*/ 261257 w 3880191"/>
                <a:gd name="connsiteY13" fmla="*/ 1828799 h 2602730"/>
                <a:gd name="connsiteX14" fmla="*/ 0 w 3880191"/>
                <a:gd name="connsiteY14" fmla="*/ 2220686 h 2602730"/>
                <a:gd name="connsiteX15" fmla="*/ 928914 w 3880191"/>
                <a:gd name="connsiteY15" fmla="*/ 0 h 2602730"/>
                <a:gd name="connsiteX0" fmla="*/ 928914 w 3880191"/>
                <a:gd name="connsiteY0" fmla="*/ 0 h 2602730"/>
                <a:gd name="connsiteX1" fmla="*/ 2873829 w 3880191"/>
                <a:gd name="connsiteY1" fmla="*/ 0 h 2602730"/>
                <a:gd name="connsiteX2" fmla="*/ 3712029 w 3880191"/>
                <a:gd name="connsiteY2" fmla="*/ 2280557 h 2602730"/>
                <a:gd name="connsiteX3" fmla="*/ 3586843 w 3880191"/>
                <a:gd name="connsiteY3" fmla="*/ 1984465 h 2602730"/>
                <a:gd name="connsiteX4" fmla="*/ 3243943 w 3880191"/>
                <a:gd name="connsiteY4" fmla="*/ 2091145 h 2602730"/>
                <a:gd name="connsiteX5" fmla="*/ 2676797 w 3880191"/>
                <a:gd name="connsiteY5" fmla="*/ 2249714 h 2602730"/>
                <a:gd name="connsiteX6" fmla="*/ 2177143 w 3880191"/>
                <a:gd name="connsiteY6" fmla="*/ 2365828 h 2602730"/>
                <a:gd name="connsiteX7" fmla="*/ 1872343 w 3880191"/>
                <a:gd name="connsiteY7" fmla="*/ 2481942 h 2602730"/>
                <a:gd name="connsiteX8" fmla="*/ 1843314 w 3880191"/>
                <a:gd name="connsiteY8" fmla="*/ 2598056 h 2602730"/>
                <a:gd name="connsiteX9" fmla="*/ 1233714 w 3880191"/>
                <a:gd name="connsiteY9" fmla="*/ 2351314 h 2602730"/>
                <a:gd name="connsiteX10" fmla="*/ 1219200 w 3880191"/>
                <a:gd name="connsiteY10" fmla="*/ 2569028 h 2602730"/>
                <a:gd name="connsiteX11" fmla="*/ 580572 w 3880191"/>
                <a:gd name="connsiteY11" fmla="*/ 2046514 h 2602730"/>
                <a:gd name="connsiteX12" fmla="*/ 522514 w 3880191"/>
                <a:gd name="connsiteY12" fmla="*/ 2322285 h 2602730"/>
                <a:gd name="connsiteX13" fmla="*/ 261257 w 3880191"/>
                <a:gd name="connsiteY13" fmla="*/ 1828799 h 2602730"/>
                <a:gd name="connsiteX14" fmla="*/ 0 w 3880191"/>
                <a:gd name="connsiteY14" fmla="*/ 2220686 h 2602730"/>
                <a:gd name="connsiteX15" fmla="*/ 928914 w 3880191"/>
                <a:gd name="connsiteY15" fmla="*/ 0 h 2602730"/>
                <a:gd name="connsiteX0" fmla="*/ 928914 w 3880191"/>
                <a:gd name="connsiteY0" fmla="*/ 0 h 2602730"/>
                <a:gd name="connsiteX1" fmla="*/ 2873829 w 3880191"/>
                <a:gd name="connsiteY1" fmla="*/ 0 h 2602730"/>
                <a:gd name="connsiteX2" fmla="*/ 3712029 w 3880191"/>
                <a:gd name="connsiteY2" fmla="*/ 2280557 h 2602730"/>
                <a:gd name="connsiteX3" fmla="*/ 3586843 w 3880191"/>
                <a:gd name="connsiteY3" fmla="*/ 1984465 h 2602730"/>
                <a:gd name="connsiteX4" fmla="*/ 3243943 w 3880191"/>
                <a:gd name="connsiteY4" fmla="*/ 2091145 h 2602730"/>
                <a:gd name="connsiteX5" fmla="*/ 2676797 w 3880191"/>
                <a:gd name="connsiteY5" fmla="*/ 2249714 h 2602730"/>
                <a:gd name="connsiteX6" fmla="*/ 2177143 w 3880191"/>
                <a:gd name="connsiteY6" fmla="*/ 2365828 h 2602730"/>
                <a:gd name="connsiteX7" fmla="*/ 1872343 w 3880191"/>
                <a:gd name="connsiteY7" fmla="*/ 2481942 h 2602730"/>
                <a:gd name="connsiteX8" fmla="*/ 1843314 w 3880191"/>
                <a:gd name="connsiteY8" fmla="*/ 2598056 h 2602730"/>
                <a:gd name="connsiteX9" fmla="*/ 1233714 w 3880191"/>
                <a:gd name="connsiteY9" fmla="*/ 2351314 h 2602730"/>
                <a:gd name="connsiteX10" fmla="*/ 1219200 w 3880191"/>
                <a:gd name="connsiteY10" fmla="*/ 2569028 h 2602730"/>
                <a:gd name="connsiteX11" fmla="*/ 580572 w 3880191"/>
                <a:gd name="connsiteY11" fmla="*/ 2046514 h 2602730"/>
                <a:gd name="connsiteX12" fmla="*/ 522514 w 3880191"/>
                <a:gd name="connsiteY12" fmla="*/ 2322285 h 2602730"/>
                <a:gd name="connsiteX13" fmla="*/ 261257 w 3880191"/>
                <a:gd name="connsiteY13" fmla="*/ 1828799 h 2602730"/>
                <a:gd name="connsiteX14" fmla="*/ 0 w 3880191"/>
                <a:gd name="connsiteY14" fmla="*/ 2220686 h 2602730"/>
                <a:gd name="connsiteX15" fmla="*/ 928914 w 3880191"/>
                <a:gd name="connsiteY15" fmla="*/ 0 h 2602730"/>
                <a:gd name="connsiteX0" fmla="*/ 928914 w 3880191"/>
                <a:gd name="connsiteY0" fmla="*/ 0 h 2602730"/>
                <a:gd name="connsiteX1" fmla="*/ 2873829 w 3880191"/>
                <a:gd name="connsiteY1" fmla="*/ 0 h 2602730"/>
                <a:gd name="connsiteX2" fmla="*/ 3712029 w 3880191"/>
                <a:gd name="connsiteY2" fmla="*/ 2280557 h 2602730"/>
                <a:gd name="connsiteX3" fmla="*/ 3586843 w 3880191"/>
                <a:gd name="connsiteY3" fmla="*/ 1984465 h 2602730"/>
                <a:gd name="connsiteX4" fmla="*/ 3243943 w 3880191"/>
                <a:gd name="connsiteY4" fmla="*/ 2091145 h 2602730"/>
                <a:gd name="connsiteX5" fmla="*/ 2676797 w 3880191"/>
                <a:gd name="connsiteY5" fmla="*/ 2249714 h 2602730"/>
                <a:gd name="connsiteX6" fmla="*/ 2177143 w 3880191"/>
                <a:gd name="connsiteY6" fmla="*/ 2365828 h 2602730"/>
                <a:gd name="connsiteX7" fmla="*/ 1872343 w 3880191"/>
                <a:gd name="connsiteY7" fmla="*/ 2481942 h 2602730"/>
                <a:gd name="connsiteX8" fmla="*/ 1843314 w 3880191"/>
                <a:gd name="connsiteY8" fmla="*/ 2598056 h 2602730"/>
                <a:gd name="connsiteX9" fmla="*/ 1233714 w 3880191"/>
                <a:gd name="connsiteY9" fmla="*/ 2351314 h 2602730"/>
                <a:gd name="connsiteX10" fmla="*/ 1219200 w 3880191"/>
                <a:gd name="connsiteY10" fmla="*/ 2569028 h 2602730"/>
                <a:gd name="connsiteX11" fmla="*/ 580572 w 3880191"/>
                <a:gd name="connsiteY11" fmla="*/ 2046514 h 2602730"/>
                <a:gd name="connsiteX12" fmla="*/ 522514 w 3880191"/>
                <a:gd name="connsiteY12" fmla="*/ 2322285 h 2602730"/>
                <a:gd name="connsiteX13" fmla="*/ 261257 w 3880191"/>
                <a:gd name="connsiteY13" fmla="*/ 1828799 h 2602730"/>
                <a:gd name="connsiteX14" fmla="*/ 0 w 3880191"/>
                <a:gd name="connsiteY14" fmla="*/ 2220686 h 2602730"/>
                <a:gd name="connsiteX15" fmla="*/ 928914 w 3880191"/>
                <a:gd name="connsiteY15" fmla="*/ 0 h 2602730"/>
                <a:gd name="connsiteX0" fmla="*/ 928914 w 3880191"/>
                <a:gd name="connsiteY0" fmla="*/ 0 h 2602730"/>
                <a:gd name="connsiteX1" fmla="*/ 2873829 w 3880191"/>
                <a:gd name="connsiteY1" fmla="*/ 0 h 2602730"/>
                <a:gd name="connsiteX2" fmla="*/ 3712029 w 3880191"/>
                <a:gd name="connsiteY2" fmla="*/ 2280557 h 2602730"/>
                <a:gd name="connsiteX3" fmla="*/ 3586843 w 3880191"/>
                <a:gd name="connsiteY3" fmla="*/ 1984465 h 2602730"/>
                <a:gd name="connsiteX4" fmla="*/ 3243943 w 3880191"/>
                <a:gd name="connsiteY4" fmla="*/ 2091145 h 2602730"/>
                <a:gd name="connsiteX5" fmla="*/ 2676797 w 3880191"/>
                <a:gd name="connsiteY5" fmla="*/ 2249714 h 2602730"/>
                <a:gd name="connsiteX6" fmla="*/ 2177143 w 3880191"/>
                <a:gd name="connsiteY6" fmla="*/ 2365828 h 2602730"/>
                <a:gd name="connsiteX7" fmla="*/ 1872343 w 3880191"/>
                <a:gd name="connsiteY7" fmla="*/ 2481942 h 2602730"/>
                <a:gd name="connsiteX8" fmla="*/ 1843314 w 3880191"/>
                <a:gd name="connsiteY8" fmla="*/ 2598056 h 2602730"/>
                <a:gd name="connsiteX9" fmla="*/ 1233714 w 3880191"/>
                <a:gd name="connsiteY9" fmla="*/ 2351314 h 2602730"/>
                <a:gd name="connsiteX10" fmla="*/ 1219200 w 3880191"/>
                <a:gd name="connsiteY10" fmla="*/ 2569028 h 2602730"/>
                <a:gd name="connsiteX11" fmla="*/ 580572 w 3880191"/>
                <a:gd name="connsiteY11" fmla="*/ 2046514 h 2602730"/>
                <a:gd name="connsiteX12" fmla="*/ 522514 w 3880191"/>
                <a:gd name="connsiteY12" fmla="*/ 2322285 h 2602730"/>
                <a:gd name="connsiteX13" fmla="*/ 261257 w 3880191"/>
                <a:gd name="connsiteY13" fmla="*/ 1828799 h 2602730"/>
                <a:gd name="connsiteX14" fmla="*/ 0 w 3880191"/>
                <a:gd name="connsiteY14" fmla="*/ 2220686 h 2602730"/>
                <a:gd name="connsiteX15" fmla="*/ 928914 w 3880191"/>
                <a:gd name="connsiteY15" fmla="*/ 0 h 2602730"/>
                <a:gd name="connsiteX0" fmla="*/ 928914 w 3880191"/>
                <a:gd name="connsiteY0" fmla="*/ 0 h 2602730"/>
                <a:gd name="connsiteX1" fmla="*/ 2873829 w 3880191"/>
                <a:gd name="connsiteY1" fmla="*/ 0 h 2602730"/>
                <a:gd name="connsiteX2" fmla="*/ 3712029 w 3880191"/>
                <a:gd name="connsiteY2" fmla="*/ 2280557 h 2602730"/>
                <a:gd name="connsiteX3" fmla="*/ 3586843 w 3880191"/>
                <a:gd name="connsiteY3" fmla="*/ 1984465 h 2602730"/>
                <a:gd name="connsiteX4" fmla="*/ 3243943 w 3880191"/>
                <a:gd name="connsiteY4" fmla="*/ 2091145 h 2602730"/>
                <a:gd name="connsiteX5" fmla="*/ 2676797 w 3880191"/>
                <a:gd name="connsiteY5" fmla="*/ 2249714 h 2602730"/>
                <a:gd name="connsiteX6" fmla="*/ 2177143 w 3880191"/>
                <a:gd name="connsiteY6" fmla="*/ 2365828 h 2602730"/>
                <a:gd name="connsiteX7" fmla="*/ 1872343 w 3880191"/>
                <a:gd name="connsiteY7" fmla="*/ 2481942 h 2602730"/>
                <a:gd name="connsiteX8" fmla="*/ 1843314 w 3880191"/>
                <a:gd name="connsiteY8" fmla="*/ 2598056 h 2602730"/>
                <a:gd name="connsiteX9" fmla="*/ 1233714 w 3880191"/>
                <a:gd name="connsiteY9" fmla="*/ 2351314 h 2602730"/>
                <a:gd name="connsiteX10" fmla="*/ 1219200 w 3880191"/>
                <a:gd name="connsiteY10" fmla="*/ 2569028 h 2602730"/>
                <a:gd name="connsiteX11" fmla="*/ 580572 w 3880191"/>
                <a:gd name="connsiteY11" fmla="*/ 2046514 h 2602730"/>
                <a:gd name="connsiteX12" fmla="*/ 522514 w 3880191"/>
                <a:gd name="connsiteY12" fmla="*/ 2322285 h 2602730"/>
                <a:gd name="connsiteX13" fmla="*/ 261257 w 3880191"/>
                <a:gd name="connsiteY13" fmla="*/ 1828799 h 2602730"/>
                <a:gd name="connsiteX14" fmla="*/ 0 w 3880191"/>
                <a:gd name="connsiteY14" fmla="*/ 2220686 h 2602730"/>
                <a:gd name="connsiteX15" fmla="*/ 928914 w 3880191"/>
                <a:gd name="connsiteY15" fmla="*/ 0 h 2602730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261257 w 3880191"/>
                <a:gd name="connsiteY13" fmla="*/ 18287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261257 w 3880191"/>
                <a:gd name="connsiteY13" fmla="*/ 18287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261257 w 3880191"/>
                <a:gd name="connsiteY13" fmla="*/ 18287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261257 w 3880191"/>
                <a:gd name="connsiteY13" fmla="*/ 18287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261257 w 3880191"/>
                <a:gd name="connsiteY13" fmla="*/ 18287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185057 w 3880191"/>
                <a:gd name="connsiteY13" fmla="*/ 18668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185057 w 3880191"/>
                <a:gd name="connsiteY13" fmla="*/ 18668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185057 w 3880191"/>
                <a:gd name="connsiteY13" fmla="*/ 18668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185057 w 3880191"/>
                <a:gd name="connsiteY13" fmla="*/ 18668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95353 w 3946630"/>
                <a:gd name="connsiteY0" fmla="*/ 0 h 2635685"/>
                <a:gd name="connsiteX1" fmla="*/ 2940268 w 3946630"/>
                <a:gd name="connsiteY1" fmla="*/ 0 h 2635685"/>
                <a:gd name="connsiteX2" fmla="*/ 3778468 w 3946630"/>
                <a:gd name="connsiteY2" fmla="*/ 2280557 h 2635685"/>
                <a:gd name="connsiteX3" fmla="*/ 3653282 w 3946630"/>
                <a:gd name="connsiteY3" fmla="*/ 1984465 h 2635685"/>
                <a:gd name="connsiteX4" fmla="*/ 3310382 w 3946630"/>
                <a:gd name="connsiteY4" fmla="*/ 2091145 h 2635685"/>
                <a:gd name="connsiteX5" fmla="*/ 2743236 w 3946630"/>
                <a:gd name="connsiteY5" fmla="*/ 2249714 h 2635685"/>
                <a:gd name="connsiteX6" fmla="*/ 2243582 w 3946630"/>
                <a:gd name="connsiteY6" fmla="*/ 2365828 h 2635685"/>
                <a:gd name="connsiteX7" fmla="*/ 1938782 w 3946630"/>
                <a:gd name="connsiteY7" fmla="*/ 2481942 h 2635685"/>
                <a:gd name="connsiteX8" fmla="*/ 1909753 w 3946630"/>
                <a:gd name="connsiteY8" fmla="*/ 2598056 h 2635685"/>
                <a:gd name="connsiteX9" fmla="*/ 1300153 w 3946630"/>
                <a:gd name="connsiteY9" fmla="*/ 2351314 h 2635685"/>
                <a:gd name="connsiteX10" fmla="*/ 1285639 w 3946630"/>
                <a:gd name="connsiteY10" fmla="*/ 2569028 h 2635685"/>
                <a:gd name="connsiteX11" fmla="*/ 647011 w 3946630"/>
                <a:gd name="connsiteY11" fmla="*/ 2046514 h 2635685"/>
                <a:gd name="connsiteX12" fmla="*/ 588953 w 3946630"/>
                <a:gd name="connsiteY12" fmla="*/ 2322285 h 2635685"/>
                <a:gd name="connsiteX13" fmla="*/ 251496 w 3946630"/>
                <a:gd name="connsiteY13" fmla="*/ 1866899 h 2635685"/>
                <a:gd name="connsiteX14" fmla="*/ 66439 w 3946630"/>
                <a:gd name="connsiteY14" fmla="*/ 2220686 h 2635685"/>
                <a:gd name="connsiteX15" fmla="*/ 995353 w 3946630"/>
                <a:gd name="connsiteY15" fmla="*/ 0 h 2635685"/>
                <a:gd name="connsiteX0" fmla="*/ 1038631 w 3944188"/>
                <a:gd name="connsiteY0" fmla="*/ 0 h 2635685"/>
                <a:gd name="connsiteX1" fmla="*/ 2937826 w 3944188"/>
                <a:gd name="connsiteY1" fmla="*/ 0 h 2635685"/>
                <a:gd name="connsiteX2" fmla="*/ 3776026 w 3944188"/>
                <a:gd name="connsiteY2" fmla="*/ 2280557 h 2635685"/>
                <a:gd name="connsiteX3" fmla="*/ 3650840 w 3944188"/>
                <a:gd name="connsiteY3" fmla="*/ 1984465 h 2635685"/>
                <a:gd name="connsiteX4" fmla="*/ 3307940 w 3944188"/>
                <a:gd name="connsiteY4" fmla="*/ 2091145 h 2635685"/>
                <a:gd name="connsiteX5" fmla="*/ 2740794 w 3944188"/>
                <a:gd name="connsiteY5" fmla="*/ 2249714 h 2635685"/>
                <a:gd name="connsiteX6" fmla="*/ 2241140 w 3944188"/>
                <a:gd name="connsiteY6" fmla="*/ 2365828 h 2635685"/>
                <a:gd name="connsiteX7" fmla="*/ 1936340 w 3944188"/>
                <a:gd name="connsiteY7" fmla="*/ 2481942 h 2635685"/>
                <a:gd name="connsiteX8" fmla="*/ 1907311 w 3944188"/>
                <a:gd name="connsiteY8" fmla="*/ 2598056 h 2635685"/>
                <a:gd name="connsiteX9" fmla="*/ 1297711 w 3944188"/>
                <a:gd name="connsiteY9" fmla="*/ 2351314 h 2635685"/>
                <a:gd name="connsiteX10" fmla="*/ 1283197 w 3944188"/>
                <a:gd name="connsiteY10" fmla="*/ 2569028 h 2635685"/>
                <a:gd name="connsiteX11" fmla="*/ 644569 w 3944188"/>
                <a:gd name="connsiteY11" fmla="*/ 2046514 h 2635685"/>
                <a:gd name="connsiteX12" fmla="*/ 586511 w 3944188"/>
                <a:gd name="connsiteY12" fmla="*/ 2322285 h 2635685"/>
                <a:gd name="connsiteX13" fmla="*/ 249054 w 3944188"/>
                <a:gd name="connsiteY13" fmla="*/ 1866899 h 2635685"/>
                <a:gd name="connsiteX14" fmla="*/ 63997 w 3944188"/>
                <a:gd name="connsiteY14" fmla="*/ 2220686 h 2635685"/>
                <a:gd name="connsiteX15" fmla="*/ 1038631 w 3944188"/>
                <a:gd name="connsiteY15" fmla="*/ 0 h 2635685"/>
                <a:gd name="connsiteX0" fmla="*/ 1053509 w 3959066"/>
                <a:gd name="connsiteY0" fmla="*/ 0 h 2635685"/>
                <a:gd name="connsiteX1" fmla="*/ 2952704 w 3959066"/>
                <a:gd name="connsiteY1" fmla="*/ 0 h 2635685"/>
                <a:gd name="connsiteX2" fmla="*/ 3790904 w 3959066"/>
                <a:gd name="connsiteY2" fmla="*/ 2280557 h 2635685"/>
                <a:gd name="connsiteX3" fmla="*/ 3665718 w 3959066"/>
                <a:gd name="connsiteY3" fmla="*/ 1984465 h 2635685"/>
                <a:gd name="connsiteX4" fmla="*/ 3322818 w 3959066"/>
                <a:gd name="connsiteY4" fmla="*/ 2091145 h 2635685"/>
                <a:gd name="connsiteX5" fmla="*/ 2755672 w 3959066"/>
                <a:gd name="connsiteY5" fmla="*/ 2249714 h 2635685"/>
                <a:gd name="connsiteX6" fmla="*/ 2256018 w 3959066"/>
                <a:gd name="connsiteY6" fmla="*/ 2365828 h 2635685"/>
                <a:gd name="connsiteX7" fmla="*/ 1951218 w 3959066"/>
                <a:gd name="connsiteY7" fmla="*/ 2481942 h 2635685"/>
                <a:gd name="connsiteX8" fmla="*/ 1922189 w 3959066"/>
                <a:gd name="connsiteY8" fmla="*/ 2598056 h 2635685"/>
                <a:gd name="connsiteX9" fmla="*/ 1312589 w 3959066"/>
                <a:gd name="connsiteY9" fmla="*/ 2351314 h 2635685"/>
                <a:gd name="connsiteX10" fmla="*/ 1298075 w 3959066"/>
                <a:gd name="connsiteY10" fmla="*/ 2569028 h 2635685"/>
                <a:gd name="connsiteX11" fmla="*/ 659447 w 3959066"/>
                <a:gd name="connsiteY11" fmla="*/ 2046514 h 2635685"/>
                <a:gd name="connsiteX12" fmla="*/ 601389 w 3959066"/>
                <a:gd name="connsiteY12" fmla="*/ 2322285 h 2635685"/>
                <a:gd name="connsiteX13" fmla="*/ 263932 w 3959066"/>
                <a:gd name="connsiteY13" fmla="*/ 1866899 h 2635685"/>
                <a:gd name="connsiteX14" fmla="*/ 78875 w 3959066"/>
                <a:gd name="connsiteY14" fmla="*/ 2220686 h 2635685"/>
                <a:gd name="connsiteX15" fmla="*/ 1053509 w 3959066"/>
                <a:gd name="connsiteY15" fmla="*/ 0 h 2635685"/>
                <a:gd name="connsiteX0" fmla="*/ 1053509 w 3959066"/>
                <a:gd name="connsiteY0" fmla="*/ 0 h 2635685"/>
                <a:gd name="connsiteX1" fmla="*/ 2952704 w 3959066"/>
                <a:gd name="connsiteY1" fmla="*/ 0 h 2635685"/>
                <a:gd name="connsiteX2" fmla="*/ 3790904 w 3959066"/>
                <a:gd name="connsiteY2" fmla="*/ 2280557 h 2635685"/>
                <a:gd name="connsiteX3" fmla="*/ 3665718 w 3959066"/>
                <a:gd name="connsiteY3" fmla="*/ 1984465 h 2635685"/>
                <a:gd name="connsiteX4" fmla="*/ 3322818 w 3959066"/>
                <a:gd name="connsiteY4" fmla="*/ 2091145 h 2635685"/>
                <a:gd name="connsiteX5" fmla="*/ 2755672 w 3959066"/>
                <a:gd name="connsiteY5" fmla="*/ 2249714 h 2635685"/>
                <a:gd name="connsiteX6" fmla="*/ 2256018 w 3959066"/>
                <a:gd name="connsiteY6" fmla="*/ 2365828 h 2635685"/>
                <a:gd name="connsiteX7" fmla="*/ 1951218 w 3959066"/>
                <a:gd name="connsiteY7" fmla="*/ 2481942 h 2635685"/>
                <a:gd name="connsiteX8" fmla="*/ 1922189 w 3959066"/>
                <a:gd name="connsiteY8" fmla="*/ 2598056 h 2635685"/>
                <a:gd name="connsiteX9" fmla="*/ 1312589 w 3959066"/>
                <a:gd name="connsiteY9" fmla="*/ 2351314 h 2635685"/>
                <a:gd name="connsiteX10" fmla="*/ 1298075 w 3959066"/>
                <a:gd name="connsiteY10" fmla="*/ 2569028 h 2635685"/>
                <a:gd name="connsiteX11" fmla="*/ 659447 w 3959066"/>
                <a:gd name="connsiteY11" fmla="*/ 2046514 h 2635685"/>
                <a:gd name="connsiteX12" fmla="*/ 601389 w 3959066"/>
                <a:gd name="connsiteY12" fmla="*/ 2322285 h 2635685"/>
                <a:gd name="connsiteX13" fmla="*/ 263932 w 3959066"/>
                <a:gd name="connsiteY13" fmla="*/ 1866899 h 2635685"/>
                <a:gd name="connsiteX14" fmla="*/ 78875 w 3959066"/>
                <a:gd name="connsiteY14" fmla="*/ 2220686 h 2635685"/>
                <a:gd name="connsiteX15" fmla="*/ 1053509 w 3959066"/>
                <a:gd name="connsiteY15" fmla="*/ 0 h 2635685"/>
                <a:gd name="connsiteX0" fmla="*/ 1053509 w 3959066"/>
                <a:gd name="connsiteY0" fmla="*/ 0 h 2635685"/>
                <a:gd name="connsiteX1" fmla="*/ 2952704 w 3959066"/>
                <a:gd name="connsiteY1" fmla="*/ 0 h 2635685"/>
                <a:gd name="connsiteX2" fmla="*/ 3790904 w 3959066"/>
                <a:gd name="connsiteY2" fmla="*/ 2280557 h 2635685"/>
                <a:gd name="connsiteX3" fmla="*/ 3665718 w 3959066"/>
                <a:gd name="connsiteY3" fmla="*/ 1984465 h 2635685"/>
                <a:gd name="connsiteX4" fmla="*/ 3322818 w 3959066"/>
                <a:gd name="connsiteY4" fmla="*/ 2091145 h 2635685"/>
                <a:gd name="connsiteX5" fmla="*/ 2755672 w 3959066"/>
                <a:gd name="connsiteY5" fmla="*/ 2249714 h 2635685"/>
                <a:gd name="connsiteX6" fmla="*/ 2256018 w 3959066"/>
                <a:gd name="connsiteY6" fmla="*/ 2365828 h 2635685"/>
                <a:gd name="connsiteX7" fmla="*/ 1951218 w 3959066"/>
                <a:gd name="connsiteY7" fmla="*/ 2481942 h 2635685"/>
                <a:gd name="connsiteX8" fmla="*/ 1922189 w 3959066"/>
                <a:gd name="connsiteY8" fmla="*/ 2598056 h 2635685"/>
                <a:gd name="connsiteX9" fmla="*/ 1312589 w 3959066"/>
                <a:gd name="connsiteY9" fmla="*/ 2351314 h 2635685"/>
                <a:gd name="connsiteX10" fmla="*/ 1298075 w 3959066"/>
                <a:gd name="connsiteY10" fmla="*/ 2569028 h 2635685"/>
                <a:gd name="connsiteX11" fmla="*/ 659447 w 3959066"/>
                <a:gd name="connsiteY11" fmla="*/ 2046514 h 2635685"/>
                <a:gd name="connsiteX12" fmla="*/ 601389 w 3959066"/>
                <a:gd name="connsiteY12" fmla="*/ 2322285 h 2635685"/>
                <a:gd name="connsiteX13" fmla="*/ 263932 w 3959066"/>
                <a:gd name="connsiteY13" fmla="*/ 1866899 h 2635685"/>
                <a:gd name="connsiteX14" fmla="*/ 78875 w 3959066"/>
                <a:gd name="connsiteY14" fmla="*/ 2220686 h 2635685"/>
                <a:gd name="connsiteX15" fmla="*/ 1053509 w 3959066"/>
                <a:gd name="connsiteY15" fmla="*/ 0 h 2635685"/>
                <a:gd name="connsiteX0" fmla="*/ 2952704 w 3959066"/>
                <a:gd name="connsiteY0" fmla="*/ 0 h 2635685"/>
                <a:gd name="connsiteX1" fmla="*/ 3790904 w 3959066"/>
                <a:gd name="connsiteY1" fmla="*/ 2280557 h 2635685"/>
                <a:gd name="connsiteX2" fmla="*/ 3665718 w 3959066"/>
                <a:gd name="connsiteY2" fmla="*/ 1984465 h 2635685"/>
                <a:gd name="connsiteX3" fmla="*/ 3322818 w 3959066"/>
                <a:gd name="connsiteY3" fmla="*/ 2091145 h 2635685"/>
                <a:gd name="connsiteX4" fmla="*/ 2755672 w 3959066"/>
                <a:gd name="connsiteY4" fmla="*/ 2249714 h 2635685"/>
                <a:gd name="connsiteX5" fmla="*/ 2256018 w 3959066"/>
                <a:gd name="connsiteY5" fmla="*/ 2365828 h 2635685"/>
                <a:gd name="connsiteX6" fmla="*/ 1951218 w 3959066"/>
                <a:gd name="connsiteY6" fmla="*/ 2481942 h 2635685"/>
                <a:gd name="connsiteX7" fmla="*/ 1922189 w 3959066"/>
                <a:gd name="connsiteY7" fmla="*/ 2598056 h 2635685"/>
                <a:gd name="connsiteX8" fmla="*/ 1312589 w 3959066"/>
                <a:gd name="connsiteY8" fmla="*/ 2351314 h 2635685"/>
                <a:gd name="connsiteX9" fmla="*/ 1298075 w 3959066"/>
                <a:gd name="connsiteY9" fmla="*/ 2569028 h 2635685"/>
                <a:gd name="connsiteX10" fmla="*/ 659447 w 3959066"/>
                <a:gd name="connsiteY10" fmla="*/ 2046514 h 2635685"/>
                <a:gd name="connsiteX11" fmla="*/ 601389 w 3959066"/>
                <a:gd name="connsiteY11" fmla="*/ 2322285 h 2635685"/>
                <a:gd name="connsiteX12" fmla="*/ 263932 w 3959066"/>
                <a:gd name="connsiteY12" fmla="*/ 1866899 h 2635685"/>
                <a:gd name="connsiteX13" fmla="*/ 78875 w 3959066"/>
                <a:gd name="connsiteY13" fmla="*/ 2220686 h 2635685"/>
                <a:gd name="connsiteX14" fmla="*/ 1053509 w 3959066"/>
                <a:gd name="connsiteY14" fmla="*/ 0 h 2635685"/>
                <a:gd name="connsiteX15" fmla="*/ 3044144 w 3959066"/>
                <a:gd name="connsiteY15" fmla="*/ 91440 h 2635685"/>
                <a:gd name="connsiteX0" fmla="*/ 2952704 w 3959066"/>
                <a:gd name="connsiteY0" fmla="*/ 0 h 2635685"/>
                <a:gd name="connsiteX1" fmla="*/ 3790904 w 3959066"/>
                <a:gd name="connsiteY1" fmla="*/ 2280557 h 2635685"/>
                <a:gd name="connsiteX2" fmla="*/ 3665718 w 3959066"/>
                <a:gd name="connsiteY2" fmla="*/ 1984465 h 2635685"/>
                <a:gd name="connsiteX3" fmla="*/ 3322818 w 3959066"/>
                <a:gd name="connsiteY3" fmla="*/ 2091145 h 2635685"/>
                <a:gd name="connsiteX4" fmla="*/ 2755672 w 3959066"/>
                <a:gd name="connsiteY4" fmla="*/ 2249714 h 2635685"/>
                <a:gd name="connsiteX5" fmla="*/ 2256018 w 3959066"/>
                <a:gd name="connsiteY5" fmla="*/ 2365828 h 2635685"/>
                <a:gd name="connsiteX6" fmla="*/ 1951218 w 3959066"/>
                <a:gd name="connsiteY6" fmla="*/ 2481942 h 2635685"/>
                <a:gd name="connsiteX7" fmla="*/ 1922189 w 3959066"/>
                <a:gd name="connsiteY7" fmla="*/ 2598056 h 2635685"/>
                <a:gd name="connsiteX8" fmla="*/ 1312589 w 3959066"/>
                <a:gd name="connsiteY8" fmla="*/ 2351314 h 2635685"/>
                <a:gd name="connsiteX9" fmla="*/ 1298075 w 3959066"/>
                <a:gd name="connsiteY9" fmla="*/ 2569028 h 2635685"/>
                <a:gd name="connsiteX10" fmla="*/ 659447 w 3959066"/>
                <a:gd name="connsiteY10" fmla="*/ 2046514 h 2635685"/>
                <a:gd name="connsiteX11" fmla="*/ 601389 w 3959066"/>
                <a:gd name="connsiteY11" fmla="*/ 2322285 h 2635685"/>
                <a:gd name="connsiteX12" fmla="*/ 263932 w 3959066"/>
                <a:gd name="connsiteY12" fmla="*/ 1866899 h 2635685"/>
                <a:gd name="connsiteX13" fmla="*/ 78875 w 3959066"/>
                <a:gd name="connsiteY13" fmla="*/ 2220686 h 2635685"/>
                <a:gd name="connsiteX14" fmla="*/ 1053509 w 3959066"/>
                <a:gd name="connsiteY14" fmla="*/ 0 h 2635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59066" h="2635685">
                  <a:moveTo>
                    <a:pt x="2952704" y="0"/>
                  </a:moveTo>
                  <a:cubicBezTo>
                    <a:pt x="3463244" y="333466"/>
                    <a:pt x="4324304" y="1428931"/>
                    <a:pt x="3790904" y="2280557"/>
                  </a:cubicBezTo>
                  <a:cubicBezTo>
                    <a:pt x="3712890" y="2274751"/>
                    <a:pt x="3703092" y="1781084"/>
                    <a:pt x="3665718" y="1984465"/>
                  </a:cubicBezTo>
                  <a:cubicBezTo>
                    <a:pt x="3620724" y="2149746"/>
                    <a:pt x="3353842" y="2662887"/>
                    <a:pt x="3322818" y="2091145"/>
                  </a:cubicBezTo>
                  <a:cubicBezTo>
                    <a:pt x="3246074" y="2189963"/>
                    <a:pt x="2869972" y="2692884"/>
                    <a:pt x="2755672" y="2249714"/>
                  </a:cubicBezTo>
                  <a:cubicBezTo>
                    <a:pt x="2656612" y="2347564"/>
                    <a:pt x="2436237" y="2752634"/>
                    <a:pt x="2256018" y="2365828"/>
                  </a:cubicBezTo>
                  <a:cubicBezTo>
                    <a:pt x="2151999" y="2481942"/>
                    <a:pt x="2149217" y="2585719"/>
                    <a:pt x="1951218" y="2481942"/>
                  </a:cubicBezTo>
                  <a:cubicBezTo>
                    <a:pt x="1897999" y="2576285"/>
                    <a:pt x="1936461" y="2533588"/>
                    <a:pt x="1922189" y="2598056"/>
                  </a:cubicBezTo>
                  <a:cubicBezTo>
                    <a:pt x="1778377" y="2700624"/>
                    <a:pt x="1531997" y="2585357"/>
                    <a:pt x="1312589" y="2351314"/>
                  </a:cubicBezTo>
                  <a:cubicBezTo>
                    <a:pt x="1230341" y="2460171"/>
                    <a:pt x="1339683" y="2581002"/>
                    <a:pt x="1298075" y="2569028"/>
                  </a:cubicBezTo>
                  <a:cubicBezTo>
                    <a:pt x="1088827" y="2640874"/>
                    <a:pt x="783181" y="2120174"/>
                    <a:pt x="659447" y="2046514"/>
                  </a:cubicBezTo>
                  <a:cubicBezTo>
                    <a:pt x="581433" y="2140494"/>
                    <a:pt x="676379" y="2390018"/>
                    <a:pt x="601389" y="2322285"/>
                  </a:cubicBezTo>
                  <a:cubicBezTo>
                    <a:pt x="450199" y="2338372"/>
                    <a:pt x="389481" y="1843192"/>
                    <a:pt x="263932" y="1866899"/>
                  </a:cubicBezTo>
                  <a:cubicBezTo>
                    <a:pt x="202246" y="1984828"/>
                    <a:pt x="239621" y="2262777"/>
                    <a:pt x="78875" y="2220686"/>
                  </a:cubicBezTo>
                  <a:cubicBezTo>
                    <a:pt x="-243947" y="1236617"/>
                    <a:pt x="492411" y="366849"/>
                    <a:pt x="1053509" y="0"/>
                  </a:cubicBezTo>
                </a:path>
              </a:pathLst>
            </a:custGeom>
            <a:solidFill>
              <a:srgbClr val="EFA1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DD69AF7-FDDA-435D-8856-80AEDBD382D7}"/>
                </a:ext>
              </a:extLst>
            </p:cNvPr>
            <p:cNvGrpSpPr/>
            <p:nvPr/>
          </p:nvGrpSpPr>
          <p:grpSpPr>
            <a:xfrm flipH="1">
              <a:off x="7513514" y="3510818"/>
              <a:ext cx="679856" cy="1007091"/>
              <a:chOff x="2799804" y="3644228"/>
              <a:chExt cx="727168" cy="1077175"/>
            </a:xfrm>
            <a:solidFill>
              <a:srgbClr val="FBDFD2"/>
            </a:solidFill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1ECD8DEF-BE0C-4938-A253-FC2D57F11E80}"/>
                  </a:ext>
                </a:extLst>
              </p:cNvPr>
              <p:cNvSpPr/>
              <p:nvPr/>
            </p:nvSpPr>
            <p:spPr>
              <a:xfrm>
                <a:off x="2799804" y="3644228"/>
                <a:ext cx="727168" cy="1077175"/>
              </a:xfrm>
              <a:custGeom>
                <a:avLst/>
                <a:gdLst>
                  <a:gd name="connsiteX0" fmla="*/ 0 w 58058"/>
                  <a:gd name="connsiteY0" fmla="*/ 0 h 870857"/>
                  <a:gd name="connsiteX1" fmla="*/ 58058 w 58058"/>
                  <a:gd name="connsiteY1" fmla="*/ 870857 h 870857"/>
                  <a:gd name="connsiteX2" fmla="*/ 58058 w 58058"/>
                  <a:gd name="connsiteY2" fmla="*/ 870857 h 870857"/>
                  <a:gd name="connsiteX0" fmla="*/ 445370 w 503428"/>
                  <a:gd name="connsiteY0" fmla="*/ 193827 h 1064684"/>
                  <a:gd name="connsiteX1" fmla="*/ 503428 w 503428"/>
                  <a:gd name="connsiteY1" fmla="*/ 1064684 h 1064684"/>
                  <a:gd name="connsiteX2" fmla="*/ 503428 w 503428"/>
                  <a:gd name="connsiteY2" fmla="*/ 1064684 h 1064684"/>
                  <a:gd name="connsiteX0" fmla="*/ 677421 w 735479"/>
                  <a:gd name="connsiteY0" fmla="*/ 160317 h 1035724"/>
                  <a:gd name="connsiteX1" fmla="*/ 735479 w 735479"/>
                  <a:gd name="connsiteY1" fmla="*/ 1031174 h 1035724"/>
                  <a:gd name="connsiteX2" fmla="*/ 735479 w 735479"/>
                  <a:gd name="connsiteY2" fmla="*/ 1031174 h 1035724"/>
                  <a:gd name="connsiteX0" fmla="*/ 625567 w 683625"/>
                  <a:gd name="connsiteY0" fmla="*/ 202057 h 1077175"/>
                  <a:gd name="connsiteX1" fmla="*/ 683625 w 683625"/>
                  <a:gd name="connsiteY1" fmla="*/ 1072914 h 1077175"/>
                  <a:gd name="connsiteX2" fmla="*/ 683625 w 683625"/>
                  <a:gd name="connsiteY2" fmla="*/ 1072914 h 1077175"/>
                  <a:gd name="connsiteX0" fmla="*/ 625567 w 727168"/>
                  <a:gd name="connsiteY0" fmla="*/ 202057 h 1077175"/>
                  <a:gd name="connsiteX1" fmla="*/ 683625 w 727168"/>
                  <a:gd name="connsiteY1" fmla="*/ 1072914 h 1077175"/>
                  <a:gd name="connsiteX2" fmla="*/ 727168 w 727168"/>
                  <a:gd name="connsiteY2" fmla="*/ 1029371 h 107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27168" h="1077175">
                    <a:moveTo>
                      <a:pt x="625567" y="202057"/>
                    </a:moveTo>
                    <a:cubicBezTo>
                      <a:pt x="-269479" y="-581714"/>
                      <a:pt x="-163042" y="1174514"/>
                      <a:pt x="683625" y="1072914"/>
                    </a:cubicBezTo>
                    <a:lnTo>
                      <a:pt x="727168" y="1029371"/>
                    </a:ln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AF4A3068-12B8-4523-8F88-2290745D42AD}"/>
                  </a:ext>
                </a:extLst>
              </p:cNvPr>
              <p:cNvSpPr/>
              <p:nvPr/>
            </p:nvSpPr>
            <p:spPr>
              <a:xfrm>
                <a:off x="2989720" y="3950088"/>
                <a:ext cx="392110" cy="493098"/>
              </a:xfrm>
              <a:custGeom>
                <a:avLst/>
                <a:gdLst>
                  <a:gd name="connsiteX0" fmla="*/ 0 w 377372"/>
                  <a:gd name="connsiteY0" fmla="*/ 0 h 101600"/>
                  <a:gd name="connsiteX1" fmla="*/ 377372 w 377372"/>
                  <a:gd name="connsiteY1" fmla="*/ 101600 h 101600"/>
                  <a:gd name="connsiteX2" fmla="*/ 377372 w 377372"/>
                  <a:gd name="connsiteY2" fmla="*/ 101600 h 101600"/>
                  <a:gd name="connsiteX0" fmla="*/ 0 w 358322"/>
                  <a:gd name="connsiteY0" fmla="*/ 0 h 53975"/>
                  <a:gd name="connsiteX1" fmla="*/ 358322 w 358322"/>
                  <a:gd name="connsiteY1" fmla="*/ 53975 h 53975"/>
                  <a:gd name="connsiteX2" fmla="*/ 358322 w 358322"/>
                  <a:gd name="connsiteY2" fmla="*/ 53975 h 53975"/>
                  <a:gd name="connsiteX0" fmla="*/ 0 w 358322"/>
                  <a:gd name="connsiteY0" fmla="*/ 211072 h 265047"/>
                  <a:gd name="connsiteX1" fmla="*/ 358322 w 358322"/>
                  <a:gd name="connsiteY1" fmla="*/ 265047 h 265047"/>
                  <a:gd name="connsiteX2" fmla="*/ 358322 w 358322"/>
                  <a:gd name="connsiteY2" fmla="*/ 265047 h 265047"/>
                  <a:gd name="connsiteX0" fmla="*/ 39498 w 397820"/>
                  <a:gd name="connsiteY0" fmla="*/ 189953 h 243928"/>
                  <a:gd name="connsiteX1" fmla="*/ 397820 w 397820"/>
                  <a:gd name="connsiteY1" fmla="*/ 243928 h 243928"/>
                  <a:gd name="connsiteX2" fmla="*/ 397820 w 397820"/>
                  <a:gd name="connsiteY2" fmla="*/ 243928 h 243928"/>
                  <a:gd name="connsiteX0" fmla="*/ 34289 w 392611"/>
                  <a:gd name="connsiteY0" fmla="*/ 237822 h 291797"/>
                  <a:gd name="connsiteX1" fmla="*/ 392611 w 392611"/>
                  <a:gd name="connsiteY1" fmla="*/ 291797 h 291797"/>
                  <a:gd name="connsiteX2" fmla="*/ 392611 w 392611"/>
                  <a:gd name="connsiteY2" fmla="*/ 291797 h 291797"/>
                  <a:gd name="connsiteX0" fmla="*/ 33788 w 392110"/>
                  <a:gd name="connsiteY0" fmla="*/ 248623 h 302598"/>
                  <a:gd name="connsiteX1" fmla="*/ 392110 w 392110"/>
                  <a:gd name="connsiteY1" fmla="*/ 302598 h 302598"/>
                  <a:gd name="connsiteX2" fmla="*/ 392110 w 392110"/>
                  <a:gd name="connsiteY2" fmla="*/ 302598 h 302598"/>
                  <a:gd name="connsiteX0" fmla="*/ 33788 w 392110"/>
                  <a:gd name="connsiteY0" fmla="*/ 248623 h 493098"/>
                  <a:gd name="connsiteX1" fmla="*/ 392110 w 392110"/>
                  <a:gd name="connsiteY1" fmla="*/ 302598 h 493098"/>
                  <a:gd name="connsiteX2" fmla="*/ 296860 w 392110"/>
                  <a:gd name="connsiteY2" fmla="*/ 493098 h 493098"/>
                  <a:gd name="connsiteX0" fmla="*/ 33788 w 392110"/>
                  <a:gd name="connsiteY0" fmla="*/ 248623 h 493098"/>
                  <a:gd name="connsiteX1" fmla="*/ 392110 w 392110"/>
                  <a:gd name="connsiteY1" fmla="*/ 302598 h 493098"/>
                  <a:gd name="connsiteX2" fmla="*/ 296860 w 392110"/>
                  <a:gd name="connsiteY2" fmla="*/ 493098 h 493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2110" h="493098">
                    <a:moveTo>
                      <a:pt x="33788" y="248623"/>
                    </a:moveTo>
                    <a:cubicBezTo>
                      <a:pt x="-132521" y="-200110"/>
                      <a:pt x="367919" y="46481"/>
                      <a:pt x="392110" y="302598"/>
                    </a:cubicBezTo>
                    <a:cubicBezTo>
                      <a:pt x="360360" y="366098"/>
                      <a:pt x="147635" y="286723"/>
                      <a:pt x="296860" y="493098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A1413A-5C02-46B1-91A2-002BD273A75A}"/>
              </a:ext>
            </a:extLst>
          </p:cNvPr>
          <p:cNvGrpSpPr/>
          <p:nvPr/>
        </p:nvGrpSpPr>
        <p:grpSpPr>
          <a:xfrm>
            <a:off x="9548784" y="5115384"/>
            <a:ext cx="982501" cy="1272140"/>
            <a:chOff x="6815390" y="2133319"/>
            <a:chExt cx="3639251" cy="471209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F0E2860-3417-4D87-AA9A-2C33D41FA62E}"/>
                </a:ext>
              </a:extLst>
            </p:cNvPr>
            <p:cNvGrpSpPr/>
            <p:nvPr/>
          </p:nvGrpSpPr>
          <p:grpSpPr>
            <a:xfrm>
              <a:off x="6815390" y="2133319"/>
              <a:ext cx="3639251" cy="4712094"/>
              <a:chOff x="6815390" y="2133319"/>
              <a:chExt cx="3639251" cy="4712094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194426E-5050-42B1-9056-5C3BA91605D6}"/>
                  </a:ext>
                </a:extLst>
              </p:cNvPr>
              <p:cNvSpPr/>
              <p:nvPr/>
            </p:nvSpPr>
            <p:spPr>
              <a:xfrm>
                <a:off x="6833447" y="2444349"/>
                <a:ext cx="3089628" cy="1205631"/>
              </a:xfrm>
              <a:custGeom>
                <a:avLst/>
                <a:gdLst>
                  <a:gd name="connsiteX0" fmla="*/ 0 w 1732550"/>
                  <a:gd name="connsiteY0" fmla="*/ 0 h 572308"/>
                  <a:gd name="connsiteX1" fmla="*/ 1732550 w 1732550"/>
                  <a:gd name="connsiteY1" fmla="*/ 0 h 572308"/>
                  <a:gd name="connsiteX2" fmla="*/ 1732550 w 1732550"/>
                  <a:gd name="connsiteY2" fmla="*/ 572308 h 572308"/>
                  <a:gd name="connsiteX3" fmla="*/ 0 w 1732550"/>
                  <a:gd name="connsiteY3" fmla="*/ 572308 h 572308"/>
                  <a:gd name="connsiteX4" fmla="*/ 0 w 1732550"/>
                  <a:gd name="connsiteY4" fmla="*/ 0 h 572308"/>
                  <a:gd name="connsiteX0" fmla="*/ 281940 w 2014490"/>
                  <a:gd name="connsiteY0" fmla="*/ 0 h 656128"/>
                  <a:gd name="connsiteX1" fmla="*/ 2014490 w 2014490"/>
                  <a:gd name="connsiteY1" fmla="*/ 0 h 656128"/>
                  <a:gd name="connsiteX2" fmla="*/ 2014490 w 2014490"/>
                  <a:gd name="connsiteY2" fmla="*/ 572308 h 656128"/>
                  <a:gd name="connsiteX3" fmla="*/ 0 w 2014490"/>
                  <a:gd name="connsiteY3" fmla="*/ 656128 h 656128"/>
                  <a:gd name="connsiteX4" fmla="*/ 281940 w 2014490"/>
                  <a:gd name="connsiteY4" fmla="*/ 0 h 656128"/>
                  <a:gd name="connsiteX0" fmla="*/ 281940 w 2852690"/>
                  <a:gd name="connsiteY0" fmla="*/ 0 h 656128"/>
                  <a:gd name="connsiteX1" fmla="*/ 2014490 w 2852690"/>
                  <a:gd name="connsiteY1" fmla="*/ 0 h 656128"/>
                  <a:gd name="connsiteX2" fmla="*/ 2852690 w 2852690"/>
                  <a:gd name="connsiteY2" fmla="*/ 252268 h 656128"/>
                  <a:gd name="connsiteX3" fmla="*/ 0 w 2852690"/>
                  <a:gd name="connsiteY3" fmla="*/ 656128 h 656128"/>
                  <a:gd name="connsiteX4" fmla="*/ 281940 w 2852690"/>
                  <a:gd name="connsiteY4" fmla="*/ 0 h 656128"/>
                  <a:gd name="connsiteX0" fmla="*/ 0 w 3035570"/>
                  <a:gd name="connsiteY0" fmla="*/ 144780 h 656128"/>
                  <a:gd name="connsiteX1" fmla="*/ 2197370 w 3035570"/>
                  <a:gd name="connsiteY1" fmla="*/ 0 h 656128"/>
                  <a:gd name="connsiteX2" fmla="*/ 3035570 w 3035570"/>
                  <a:gd name="connsiteY2" fmla="*/ 252268 h 656128"/>
                  <a:gd name="connsiteX3" fmla="*/ 182880 w 3035570"/>
                  <a:gd name="connsiteY3" fmla="*/ 656128 h 656128"/>
                  <a:gd name="connsiteX4" fmla="*/ 0 w 3035570"/>
                  <a:gd name="connsiteY4" fmla="*/ 144780 h 656128"/>
                  <a:gd name="connsiteX0" fmla="*/ 42490 w 3078060"/>
                  <a:gd name="connsiteY0" fmla="*/ 144780 h 656128"/>
                  <a:gd name="connsiteX1" fmla="*/ 2239860 w 3078060"/>
                  <a:gd name="connsiteY1" fmla="*/ 0 h 656128"/>
                  <a:gd name="connsiteX2" fmla="*/ 3078060 w 3078060"/>
                  <a:gd name="connsiteY2" fmla="*/ 252268 h 656128"/>
                  <a:gd name="connsiteX3" fmla="*/ 225370 w 3078060"/>
                  <a:gd name="connsiteY3" fmla="*/ 656128 h 656128"/>
                  <a:gd name="connsiteX4" fmla="*/ 42490 w 3078060"/>
                  <a:gd name="connsiteY4" fmla="*/ 144780 h 656128"/>
                  <a:gd name="connsiteX0" fmla="*/ 54058 w 3089628"/>
                  <a:gd name="connsiteY0" fmla="*/ 144780 h 656128"/>
                  <a:gd name="connsiteX1" fmla="*/ 2251428 w 3089628"/>
                  <a:gd name="connsiteY1" fmla="*/ 0 h 656128"/>
                  <a:gd name="connsiteX2" fmla="*/ 3089628 w 3089628"/>
                  <a:gd name="connsiteY2" fmla="*/ 252268 h 656128"/>
                  <a:gd name="connsiteX3" fmla="*/ 236938 w 3089628"/>
                  <a:gd name="connsiteY3" fmla="*/ 656128 h 656128"/>
                  <a:gd name="connsiteX4" fmla="*/ 54058 w 3089628"/>
                  <a:gd name="connsiteY4" fmla="*/ 144780 h 656128"/>
                  <a:gd name="connsiteX0" fmla="*/ 54058 w 3089628"/>
                  <a:gd name="connsiteY0" fmla="*/ 0 h 511348"/>
                  <a:gd name="connsiteX1" fmla="*/ 3089628 w 3089628"/>
                  <a:gd name="connsiteY1" fmla="*/ 107488 h 511348"/>
                  <a:gd name="connsiteX2" fmla="*/ 236938 w 3089628"/>
                  <a:gd name="connsiteY2" fmla="*/ 511348 h 511348"/>
                  <a:gd name="connsiteX3" fmla="*/ 54058 w 3089628"/>
                  <a:gd name="connsiteY3" fmla="*/ 0 h 511348"/>
                  <a:gd name="connsiteX0" fmla="*/ 54058 w 3089628"/>
                  <a:gd name="connsiteY0" fmla="*/ 635361 h 1146709"/>
                  <a:gd name="connsiteX1" fmla="*/ 3089628 w 3089628"/>
                  <a:gd name="connsiteY1" fmla="*/ 742849 h 1146709"/>
                  <a:gd name="connsiteX2" fmla="*/ 236938 w 3089628"/>
                  <a:gd name="connsiteY2" fmla="*/ 1146709 h 1146709"/>
                  <a:gd name="connsiteX3" fmla="*/ 54058 w 3089628"/>
                  <a:gd name="connsiteY3" fmla="*/ 635361 h 1146709"/>
                  <a:gd name="connsiteX0" fmla="*/ 54058 w 3089628"/>
                  <a:gd name="connsiteY0" fmla="*/ 675687 h 1187035"/>
                  <a:gd name="connsiteX1" fmla="*/ 3089628 w 3089628"/>
                  <a:gd name="connsiteY1" fmla="*/ 783175 h 1187035"/>
                  <a:gd name="connsiteX2" fmla="*/ 236938 w 3089628"/>
                  <a:gd name="connsiteY2" fmla="*/ 1187035 h 1187035"/>
                  <a:gd name="connsiteX3" fmla="*/ 54058 w 3089628"/>
                  <a:gd name="connsiteY3" fmla="*/ 675687 h 1187035"/>
                  <a:gd name="connsiteX0" fmla="*/ 54058 w 3089628"/>
                  <a:gd name="connsiteY0" fmla="*/ 668917 h 1180265"/>
                  <a:gd name="connsiteX1" fmla="*/ 3089628 w 3089628"/>
                  <a:gd name="connsiteY1" fmla="*/ 776405 h 1180265"/>
                  <a:gd name="connsiteX2" fmla="*/ 236938 w 3089628"/>
                  <a:gd name="connsiteY2" fmla="*/ 1180265 h 1180265"/>
                  <a:gd name="connsiteX3" fmla="*/ 54058 w 3089628"/>
                  <a:gd name="connsiteY3" fmla="*/ 668917 h 1180265"/>
                  <a:gd name="connsiteX0" fmla="*/ 54058 w 3089628"/>
                  <a:gd name="connsiteY0" fmla="*/ 668917 h 1205631"/>
                  <a:gd name="connsiteX1" fmla="*/ 3089628 w 3089628"/>
                  <a:gd name="connsiteY1" fmla="*/ 776405 h 1205631"/>
                  <a:gd name="connsiteX2" fmla="*/ 2150533 w 3089628"/>
                  <a:gd name="connsiteY2" fmla="*/ 1205631 h 1205631"/>
                  <a:gd name="connsiteX3" fmla="*/ 236938 w 3089628"/>
                  <a:gd name="connsiteY3" fmla="*/ 1180265 h 1205631"/>
                  <a:gd name="connsiteX4" fmla="*/ 54058 w 3089628"/>
                  <a:gd name="connsiteY4" fmla="*/ 668917 h 1205631"/>
                  <a:gd name="connsiteX0" fmla="*/ 54058 w 3089628"/>
                  <a:gd name="connsiteY0" fmla="*/ 668917 h 1205631"/>
                  <a:gd name="connsiteX1" fmla="*/ 3089628 w 3089628"/>
                  <a:gd name="connsiteY1" fmla="*/ 776405 h 1205631"/>
                  <a:gd name="connsiteX2" fmla="*/ 2150533 w 3089628"/>
                  <a:gd name="connsiteY2" fmla="*/ 1205631 h 1205631"/>
                  <a:gd name="connsiteX3" fmla="*/ 236938 w 3089628"/>
                  <a:gd name="connsiteY3" fmla="*/ 1180265 h 1205631"/>
                  <a:gd name="connsiteX4" fmla="*/ 54058 w 3089628"/>
                  <a:gd name="connsiteY4" fmla="*/ 668917 h 1205631"/>
                  <a:gd name="connsiteX0" fmla="*/ 54058 w 3089628"/>
                  <a:gd name="connsiteY0" fmla="*/ 668917 h 1205631"/>
                  <a:gd name="connsiteX1" fmla="*/ 3089628 w 3089628"/>
                  <a:gd name="connsiteY1" fmla="*/ 776405 h 1205631"/>
                  <a:gd name="connsiteX2" fmla="*/ 2150533 w 3089628"/>
                  <a:gd name="connsiteY2" fmla="*/ 1205631 h 1205631"/>
                  <a:gd name="connsiteX3" fmla="*/ 236938 w 3089628"/>
                  <a:gd name="connsiteY3" fmla="*/ 1180265 h 1205631"/>
                  <a:gd name="connsiteX4" fmla="*/ 54058 w 3089628"/>
                  <a:gd name="connsiteY4" fmla="*/ 668917 h 1205631"/>
                  <a:gd name="connsiteX0" fmla="*/ 54058 w 3089628"/>
                  <a:gd name="connsiteY0" fmla="*/ 668917 h 1205631"/>
                  <a:gd name="connsiteX1" fmla="*/ 3089628 w 3089628"/>
                  <a:gd name="connsiteY1" fmla="*/ 776405 h 1205631"/>
                  <a:gd name="connsiteX2" fmla="*/ 2150533 w 3089628"/>
                  <a:gd name="connsiteY2" fmla="*/ 1205631 h 1205631"/>
                  <a:gd name="connsiteX3" fmla="*/ 236938 w 3089628"/>
                  <a:gd name="connsiteY3" fmla="*/ 1180265 h 1205631"/>
                  <a:gd name="connsiteX4" fmla="*/ 54058 w 3089628"/>
                  <a:gd name="connsiteY4" fmla="*/ 668917 h 1205631"/>
                  <a:gd name="connsiteX0" fmla="*/ 54058 w 3089628"/>
                  <a:gd name="connsiteY0" fmla="*/ 668917 h 1205631"/>
                  <a:gd name="connsiteX1" fmla="*/ 3089628 w 3089628"/>
                  <a:gd name="connsiteY1" fmla="*/ 776405 h 1205631"/>
                  <a:gd name="connsiteX2" fmla="*/ 2150533 w 3089628"/>
                  <a:gd name="connsiteY2" fmla="*/ 1205631 h 1205631"/>
                  <a:gd name="connsiteX3" fmla="*/ 236938 w 3089628"/>
                  <a:gd name="connsiteY3" fmla="*/ 1180265 h 1205631"/>
                  <a:gd name="connsiteX4" fmla="*/ 54058 w 3089628"/>
                  <a:gd name="connsiteY4" fmla="*/ 668917 h 1205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89628" h="1205631">
                    <a:moveTo>
                      <a:pt x="54058" y="668917"/>
                    </a:moveTo>
                    <a:cubicBezTo>
                      <a:pt x="1370715" y="-788774"/>
                      <a:pt x="2976931" y="557696"/>
                      <a:pt x="3089628" y="776405"/>
                    </a:cubicBezTo>
                    <a:cubicBezTo>
                      <a:pt x="2687696" y="1026160"/>
                      <a:pt x="2346725" y="1146376"/>
                      <a:pt x="2150533" y="1205631"/>
                    </a:cubicBezTo>
                    <a:cubicBezTo>
                      <a:pt x="1703168" y="1136216"/>
                      <a:pt x="1111023" y="937260"/>
                      <a:pt x="236938" y="1180265"/>
                    </a:cubicBezTo>
                    <a:cubicBezTo>
                      <a:pt x="84538" y="1101256"/>
                      <a:pt x="-90722" y="1022246"/>
                      <a:pt x="54058" y="6689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DB7EAD0-1C4A-4DDF-856D-01E4CBDD98AC}"/>
                  </a:ext>
                </a:extLst>
              </p:cNvPr>
              <p:cNvSpPr/>
              <p:nvPr/>
            </p:nvSpPr>
            <p:spPr>
              <a:xfrm>
                <a:off x="6815390" y="2133319"/>
                <a:ext cx="3639251" cy="1059242"/>
              </a:xfrm>
              <a:custGeom>
                <a:avLst/>
                <a:gdLst>
                  <a:gd name="connsiteX0" fmla="*/ 0 w 1924859"/>
                  <a:gd name="connsiteY0" fmla="*/ 0 h 181708"/>
                  <a:gd name="connsiteX1" fmla="*/ 1924859 w 1924859"/>
                  <a:gd name="connsiteY1" fmla="*/ 0 h 181708"/>
                  <a:gd name="connsiteX2" fmla="*/ 1924859 w 1924859"/>
                  <a:gd name="connsiteY2" fmla="*/ 181708 h 181708"/>
                  <a:gd name="connsiteX3" fmla="*/ 0 w 1924859"/>
                  <a:gd name="connsiteY3" fmla="*/ 181708 h 181708"/>
                  <a:gd name="connsiteX4" fmla="*/ 0 w 1924859"/>
                  <a:gd name="connsiteY4" fmla="*/ 0 h 181708"/>
                  <a:gd name="connsiteX0" fmla="*/ 205740 w 2130599"/>
                  <a:gd name="connsiteY0" fmla="*/ 0 h 844648"/>
                  <a:gd name="connsiteX1" fmla="*/ 2130599 w 2130599"/>
                  <a:gd name="connsiteY1" fmla="*/ 0 h 844648"/>
                  <a:gd name="connsiteX2" fmla="*/ 2130599 w 2130599"/>
                  <a:gd name="connsiteY2" fmla="*/ 181708 h 844648"/>
                  <a:gd name="connsiteX3" fmla="*/ 0 w 2130599"/>
                  <a:gd name="connsiteY3" fmla="*/ 844648 h 844648"/>
                  <a:gd name="connsiteX4" fmla="*/ 205740 w 2130599"/>
                  <a:gd name="connsiteY4" fmla="*/ 0 h 844648"/>
                  <a:gd name="connsiteX0" fmla="*/ 22860 w 2130599"/>
                  <a:gd name="connsiteY0" fmla="*/ 0 h 1027528"/>
                  <a:gd name="connsiteX1" fmla="*/ 2130599 w 2130599"/>
                  <a:gd name="connsiteY1" fmla="*/ 182880 h 1027528"/>
                  <a:gd name="connsiteX2" fmla="*/ 2130599 w 2130599"/>
                  <a:gd name="connsiteY2" fmla="*/ 364588 h 1027528"/>
                  <a:gd name="connsiteX3" fmla="*/ 0 w 2130599"/>
                  <a:gd name="connsiteY3" fmla="*/ 1027528 h 1027528"/>
                  <a:gd name="connsiteX4" fmla="*/ 22860 w 2130599"/>
                  <a:gd name="connsiteY4" fmla="*/ 0 h 1027528"/>
                  <a:gd name="connsiteX0" fmla="*/ 22860 w 2130599"/>
                  <a:gd name="connsiteY0" fmla="*/ 0 h 1027528"/>
                  <a:gd name="connsiteX1" fmla="*/ 2130599 w 2130599"/>
                  <a:gd name="connsiteY1" fmla="*/ 182880 h 1027528"/>
                  <a:gd name="connsiteX2" fmla="*/ 2130599 w 2130599"/>
                  <a:gd name="connsiteY2" fmla="*/ 364588 h 1027528"/>
                  <a:gd name="connsiteX3" fmla="*/ 0 w 2130599"/>
                  <a:gd name="connsiteY3" fmla="*/ 1027528 h 1027528"/>
                  <a:gd name="connsiteX4" fmla="*/ 1017971 w 2130599"/>
                  <a:gd name="connsiteY4" fmla="*/ 198120 h 1027528"/>
                  <a:gd name="connsiteX5" fmla="*/ 22860 w 2130599"/>
                  <a:gd name="connsiteY5" fmla="*/ 0 h 1027528"/>
                  <a:gd name="connsiteX0" fmla="*/ 22860 w 3128819"/>
                  <a:gd name="connsiteY0" fmla="*/ 0 h 1050388"/>
                  <a:gd name="connsiteX1" fmla="*/ 2130599 w 3128819"/>
                  <a:gd name="connsiteY1" fmla="*/ 182880 h 1050388"/>
                  <a:gd name="connsiteX2" fmla="*/ 3128819 w 3128819"/>
                  <a:gd name="connsiteY2" fmla="*/ 1050388 h 1050388"/>
                  <a:gd name="connsiteX3" fmla="*/ 0 w 3128819"/>
                  <a:gd name="connsiteY3" fmla="*/ 1027528 h 1050388"/>
                  <a:gd name="connsiteX4" fmla="*/ 1017971 w 3128819"/>
                  <a:gd name="connsiteY4" fmla="*/ 198120 h 1050388"/>
                  <a:gd name="connsiteX5" fmla="*/ 22860 w 3128819"/>
                  <a:gd name="connsiteY5" fmla="*/ 0 h 1050388"/>
                  <a:gd name="connsiteX0" fmla="*/ 22860 w 3128819"/>
                  <a:gd name="connsiteY0" fmla="*/ 0 h 1050388"/>
                  <a:gd name="connsiteX1" fmla="*/ 3060239 w 3128819"/>
                  <a:gd name="connsiteY1" fmla="*/ 586740 h 1050388"/>
                  <a:gd name="connsiteX2" fmla="*/ 3128819 w 3128819"/>
                  <a:gd name="connsiteY2" fmla="*/ 1050388 h 1050388"/>
                  <a:gd name="connsiteX3" fmla="*/ 0 w 3128819"/>
                  <a:gd name="connsiteY3" fmla="*/ 1027528 h 1050388"/>
                  <a:gd name="connsiteX4" fmla="*/ 1017971 w 3128819"/>
                  <a:gd name="connsiteY4" fmla="*/ 198120 h 1050388"/>
                  <a:gd name="connsiteX5" fmla="*/ 22860 w 3128819"/>
                  <a:gd name="connsiteY5" fmla="*/ 0 h 1050388"/>
                  <a:gd name="connsiteX0" fmla="*/ 22860 w 3425891"/>
                  <a:gd name="connsiteY0" fmla="*/ 0 h 1050388"/>
                  <a:gd name="connsiteX1" fmla="*/ 3060239 w 3425891"/>
                  <a:gd name="connsiteY1" fmla="*/ 586740 h 1050388"/>
                  <a:gd name="connsiteX2" fmla="*/ 3425891 w 3425891"/>
                  <a:gd name="connsiteY2" fmla="*/ 571500 h 1050388"/>
                  <a:gd name="connsiteX3" fmla="*/ 3128819 w 3425891"/>
                  <a:gd name="connsiteY3" fmla="*/ 1050388 h 1050388"/>
                  <a:gd name="connsiteX4" fmla="*/ 0 w 3425891"/>
                  <a:gd name="connsiteY4" fmla="*/ 1027528 h 1050388"/>
                  <a:gd name="connsiteX5" fmla="*/ 1017971 w 3425891"/>
                  <a:gd name="connsiteY5" fmla="*/ 198120 h 1050388"/>
                  <a:gd name="connsiteX6" fmla="*/ 22860 w 3425891"/>
                  <a:gd name="connsiteY6" fmla="*/ 0 h 1050388"/>
                  <a:gd name="connsiteX0" fmla="*/ 22860 w 3425891"/>
                  <a:gd name="connsiteY0" fmla="*/ 0 h 1050388"/>
                  <a:gd name="connsiteX1" fmla="*/ 3060239 w 3425891"/>
                  <a:gd name="connsiteY1" fmla="*/ 586740 h 1050388"/>
                  <a:gd name="connsiteX2" fmla="*/ 3425891 w 3425891"/>
                  <a:gd name="connsiteY2" fmla="*/ 571500 h 1050388"/>
                  <a:gd name="connsiteX3" fmla="*/ 3243011 w 3425891"/>
                  <a:gd name="connsiteY3" fmla="*/ 708660 h 1050388"/>
                  <a:gd name="connsiteX4" fmla="*/ 3128819 w 3425891"/>
                  <a:gd name="connsiteY4" fmla="*/ 1050388 h 1050388"/>
                  <a:gd name="connsiteX5" fmla="*/ 0 w 3425891"/>
                  <a:gd name="connsiteY5" fmla="*/ 1027528 h 1050388"/>
                  <a:gd name="connsiteX6" fmla="*/ 1017971 w 3425891"/>
                  <a:gd name="connsiteY6" fmla="*/ 198120 h 1050388"/>
                  <a:gd name="connsiteX7" fmla="*/ 22860 w 3425891"/>
                  <a:gd name="connsiteY7" fmla="*/ 0 h 1050388"/>
                  <a:gd name="connsiteX0" fmla="*/ 22860 w 3640294"/>
                  <a:gd name="connsiteY0" fmla="*/ 0 h 1050388"/>
                  <a:gd name="connsiteX1" fmla="*/ 3060239 w 3640294"/>
                  <a:gd name="connsiteY1" fmla="*/ 586740 h 1050388"/>
                  <a:gd name="connsiteX2" fmla="*/ 3425891 w 3640294"/>
                  <a:gd name="connsiteY2" fmla="*/ 571500 h 1050388"/>
                  <a:gd name="connsiteX3" fmla="*/ 3243011 w 3640294"/>
                  <a:gd name="connsiteY3" fmla="*/ 708660 h 1050388"/>
                  <a:gd name="connsiteX4" fmla="*/ 3639251 w 3640294"/>
                  <a:gd name="connsiteY4" fmla="*/ 769620 h 1050388"/>
                  <a:gd name="connsiteX5" fmla="*/ 3128819 w 3640294"/>
                  <a:gd name="connsiteY5" fmla="*/ 1050388 h 1050388"/>
                  <a:gd name="connsiteX6" fmla="*/ 0 w 3640294"/>
                  <a:gd name="connsiteY6" fmla="*/ 1027528 h 1050388"/>
                  <a:gd name="connsiteX7" fmla="*/ 1017971 w 3640294"/>
                  <a:gd name="connsiteY7" fmla="*/ 198120 h 1050388"/>
                  <a:gd name="connsiteX8" fmla="*/ 22860 w 3640294"/>
                  <a:gd name="connsiteY8" fmla="*/ 0 h 1050388"/>
                  <a:gd name="connsiteX0" fmla="*/ 22860 w 3640294"/>
                  <a:gd name="connsiteY0" fmla="*/ 0 h 1050388"/>
                  <a:gd name="connsiteX1" fmla="*/ 3060239 w 3640294"/>
                  <a:gd name="connsiteY1" fmla="*/ 586740 h 1050388"/>
                  <a:gd name="connsiteX2" fmla="*/ 3425891 w 3640294"/>
                  <a:gd name="connsiteY2" fmla="*/ 571500 h 1050388"/>
                  <a:gd name="connsiteX3" fmla="*/ 3243011 w 3640294"/>
                  <a:gd name="connsiteY3" fmla="*/ 708660 h 1050388"/>
                  <a:gd name="connsiteX4" fmla="*/ 3639251 w 3640294"/>
                  <a:gd name="connsiteY4" fmla="*/ 769620 h 1050388"/>
                  <a:gd name="connsiteX5" fmla="*/ 3128819 w 3640294"/>
                  <a:gd name="connsiteY5" fmla="*/ 1050388 h 1050388"/>
                  <a:gd name="connsiteX6" fmla="*/ 0 w 3640294"/>
                  <a:gd name="connsiteY6" fmla="*/ 1027528 h 1050388"/>
                  <a:gd name="connsiteX7" fmla="*/ 1017971 w 3640294"/>
                  <a:gd name="connsiteY7" fmla="*/ 198120 h 1050388"/>
                  <a:gd name="connsiteX8" fmla="*/ 22860 w 3640294"/>
                  <a:gd name="connsiteY8" fmla="*/ 0 h 1050388"/>
                  <a:gd name="connsiteX0" fmla="*/ 22860 w 3640294"/>
                  <a:gd name="connsiteY0" fmla="*/ 0 h 1050388"/>
                  <a:gd name="connsiteX1" fmla="*/ 3060239 w 3640294"/>
                  <a:gd name="connsiteY1" fmla="*/ 586740 h 1050388"/>
                  <a:gd name="connsiteX2" fmla="*/ 3425891 w 3640294"/>
                  <a:gd name="connsiteY2" fmla="*/ 571500 h 1050388"/>
                  <a:gd name="connsiteX3" fmla="*/ 3243011 w 3640294"/>
                  <a:gd name="connsiteY3" fmla="*/ 708660 h 1050388"/>
                  <a:gd name="connsiteX4" fmla="*/ 3639251 w 3640294"/>
                  <a:gd name="connsiteY4" fmla="*/ 769620 h 1050388"/>
                  <a:gd name="connsiteX5" fmla="*/ 3128819 w 3640294"/>
                  <a:gd name="connsiteY5" fmla="*/ 1050388 h 1050388"/>
                  <a:gd name="connsiteX6" fmla="*/ 0 w 3640294"/>
                  <a:gd name="connsiteY6" fmla="*/ 1027528 h 1050388"/>
                  <a:gd name="connsiteX7" fmla="*/ 1017971 w 3640294"/>
                  <a:gd name="connsiteY7" fmla="*/ 198120 h 1050388"/>
                  <a:gd name="connsiteX8" fmla="*/ 22860 w 3640294"/>
                  <a:gd name="connsiteY8" fmla="*/ 0 h 1050388"/>
                  <a:gd name="connsiteX0" fmla="*/ 22860 w 3640294"/>
                  <a:gd name="connsiteY0" fmla="*/ 0 h 1050388"/>
                  <a:gd name="connsiteX1" fmla="*/ 3060239 w 3640294"/>
                  <a:gd name="connsiteY1" fmla="*/ 586740 h 1050388"/>
                  <a:gd name="connsiteX2" fmla="*/ 3425891 w 3640294"/>
                  <a:gd name="connsiteY2" fmla="*/ 571500 h 1050388"/>
                  <a:gd name="connsiteX3" fmla="*/ 3243011 w 3640294"/>
                  <a:gd name="connsiteY3" fmla="*/ 708660 h 1050388"/>
                  <a:gd name="connsiteX4" fmla="*/ 3639251 w 3640294"/>
                  <a:gd name="connsiteY4" fmla="*/ 769620 h 1050388"/>
                  <a:gd name="connsiteX5" fmla="*/ 3128819 w 3640294"/>
                  <a:gd name="connsiteY5" fmla="*/ 1050388 h 1050388"/>
                  <a:gd name="connsiteX6" fmla="*/ 0 w 3640294"/>
                  <a:gd name="connsiteY6" fmla="*/ 1027528 h 1050388"/>
                  <a:gd name="connsiteX7" fmla="*/ 1017971 w 3640294"/>
                  <a:gd name="connsiteY7" fmla="*/ 198120 h 1050388"/>
                  <a:gd name="connsiteX8" fmla="*/ 22860 w 3640294"/>
                  <a:gd name="connsiteY8" fmla="*/ 0 h 1050388"/>
                  <a:gd name="connsiteX0" fmla="*/ 22860 w 3640294"/>
                  <a:gd name="connsiteY0" fmla="*/ 0 h 1050388"/>
                  <a:gd name="connsiteX1" fmla="*/ 3060239 w 3640294"/>
                  <a:gd name="connsiteY1" fmla="*/ 586740 h 1050388"/>
                  <a:gd name="connsiteX2" fmla="*/ 3425891 w 3640294"/>
                  <a:gd name="connsiteY2" fmla="*/ 571500 h 1050388"/>
                  <a:gd name="connsiteX3" fmla="*/ 3243011 w 3640294"/>
                  <a:gd name="connsiteY3" fmla="*/ 708660 h 1050388"/>
                  <a:gd name="connsiteX4" fmla="*/ 3639251 w 3640294"/>
                  <a:gd name="connsiteY4" fmla="*/ 769620 h 1050388"/>
                  <a:gd name="connsiteX5" fmla="*/ 3128819 w 3640294"/>
                  <a:gd name="connsiteY5" fmla="*/ 1050388 h 1050388"/>
                  <a:gd name="connsiteX6" fmla="*/ 0 w 3640294"/>
                  <a:gd name="connsiteY6" fmla="*/ 1027528 h 1050388"/>
                  <a:gd name="connsiteX7" fmla="*/ 1017971 w 3640294"/>
                  <a:gd name="connsiteY7" fmla="*/ 198120 h 1050388"/>
                  <a:gd name="connsiteX8" fmla="*/ 22860 w 3640294"/>
                  <a:gd name="connsiteY8" fmla="*/ 0 h 1050388"/>
                  <a:gd name="connsiteX0" fmla="*/ 22860 w 3640294"/>
                  <a:gd name="connsiteY0" fmla="*/ 0 h 1069438"/>
                  <a:gd name="connsiteX1" fmla="*/ 3060239 w 3640294"/>
                  <a:gd name="connsiteY1" fmla="*/ 605790 h 1069438"/>
                  <a:gd name="connsiteX2" fmla="*/ 3425891 w 3640294"/>
                  <a:gd name="connsiteY2" fmla="*/ 590550 h 1069438"/>
                  <a:gd name="connsiteX3" fmla="*/ 3243011 w 3640294"/>
                  <a:gd name="connsiteY3" fmla="*/ 727710 h 1069438"/>
                  <a:gd name="connsiteX4" fmla="*/ 3639251 w 3640294"/>
                  <a:gd name="connsiteY4" fmla="*/ 788670 h 1069438"/>
                  <a:gd name="connsiteX5" fmla="*/ 3128819 w 3640294"/>
                  <a:gd name="connsiteY5" fmla="*/ 1069438 h 1069438"/>
                  <a:gd name="connsiteX6" fmla="*/ 0 w 3640294"/>
                  <a:gd name="connsiteY6" fmla="*/ 1046578 h 1069438"/>
                  <a:gd name="connsiteX7" fmla="*/ 1017971 w 3640294"/>
                  <a:gd name="connsiteY7" fmla="*/ 217170 h 1069438"/>
                  <a:gd name="connsiteX8" fmla="*/ 22860 w 3640294"/>
                  <a:gd name="connsiteY8" fmla="*/ 0 h 1069438"/>
                  <a:gd name="connsiteX0" fmla="*/ 22860 w 3640294"/>
                  <a:gd name="connsiteY0" fmla="*/ 0 h 1069438"/>
                  <a:gd name="connsiteX1" fmla="*/ 3060239 w 3640294"/>
                  <a:gd name="connsiteY1" fmla="*/ 605790 h 1069438"/>
                  <a:gd name="connsiteX2" fmla="*/ 3425891 w 3640294"/>
                  <a:gd name="connsiteY2" fmla="*/ 590550 h 1069438"/>
                  <a:gd name="connsiteX3" fmla="*/ 3243011 w 3640294"/>
                  <a:gd name="connsiteY3" fmla="*/ 727710 h 1069438"/>
                  <a:gd name="connsiteX4" fmla="*/ 3639251 w 3640294"/>
                  <a:gd name="connsiteY4" fmla="*/ 788670 h 1069438"/>
                  <a:gd name="connsiteX5" fmla="*/ 3128819 w 3640294"/>
                  <a:gd name="connsiteY5" fmla="*/ 1069438 h 1069438"/>
                  <a:gd name="connsiteX6" fmla="*/ 0 w 3640294"/>
                  <a:gd name="connsiteY6" fmla="*/ 1046578 h 1069438"/>
                  <a:gd name="connsiteX7" fmla="*/ 1017971 w 3640294"/>
                  <a:gd name="connsiteY7" fmla="*/ 217170 h 1069438"/>
                  <a:gd name="connsiteX8" fmla="*/ 22860 w 3640294"/>
                  <a:gd name="connsiteY8" fmla="*/ 0 h 1069438"/>
                  <a:gd name="connsiteX0" fmla="*/ 22860 w 3640294"/>
                  <a:gd name="connsiteY0" fmla="*/ 3458 h 1072896"/>
                  <a:gd name="connsiteX1" fmla="*/ 798260 w 3640294"/>
                  <a:gd name="connsiteY1" fmla="*/ 148873 h 1072896"/>
                  <a:gd name="connsiteX2" fmla="*/ 3060239 w 3640294"/>
                  <a:gd name="connsiteY2" fmla="*/ 609248 h 1072896"/>
                  <a:gd name="connsiteX3" fmla="*/ 3425891 w 3640294"/>
                  <a:gd name="connsiteY3" fmla="*/ 594008 h 1072896"/>
                  <a:gd name="connsiteX4" fmla="*/ 3243011 w 3640294"/>
                  <a:gd name="connsiteY4" fmla="*/ 731168 h 1072896"/>
                  <a:gd name="connsiteX5" fmla="*/ 3639251 w 3640294"/>
                  <a:gd name="connsiteY5" fmla="*/ 792128 h 1072896"/>
                  <a:gd name="connsiteX6" fmla="*/ 3128819 w 3640294"/>
                  <a:gd name="connsiteY6" fmla="*/ 1072896 h 1072896"/>
                  <a:gd name="connsiteX7" fmla="*/ 0 w 3640294"/>
                  <a:gd name="connsiteY7" fmla="*/ 1050036 h 1072896"/>
                  <a:gd name="connsiteX8" fmla="*/ 1017971 w 3640294"/>
                  <a:gd name="connsiteY8" fmla="*/ 220628 h 1072896"/>
                  <a:gd name="connsiteX9" fmla="*/ 22860 w 3640294"/>
                  <a:gd name="connsiteY9" fmla="*/ 3458 h 1072896"/>
                  <a:gd name="connsiteX0" fmla="*/ 22860 w 3640294"/>
                  <a:gd name="connsiteY0" fmla="*/ 3458 h 1072896"/>
                  <a:gd name="connsiteX1" fmla="*/ 798260 w 3640294"/>
                  <a:gd name="connsiteY1" fmla="*/ 148873 h 1072896"/>
                  <a:gd name="connsiteX2" fmla="*/ 3060239 w 3640294"/>
                  <a:gd name="connsiteY2" fmla="*/ 609248 h 1072896"/>
                  <a:gd name="connsiteX3" fmla="*/ 3425891 w 3640294"/>
                  <a:gd name="connsiteY3" fmla="*/ 594008 h 1072896"/>
                  <a:gd name="connsiteX4" fmla="*/ 3243011 w 3640294"/>
                  <a:gd name="connsiteY4" fmla="*/ 731168 h 1072896"/>
                  <a:gd name="connsiteX5" fmla="*/ 3639251 w 3640294"/>
                  <a:gd name="connsiteY5" fmla="*/ 792128 h 1072896"/>
                  <a:gd name="connsiteX6" fmla="*/ 3128819 w 3640294"/>
                  <a:gd name="connsiteY6" fmla="*/ 1072896 h 1072896"/>
                  <a:gd name="connsiteX7" fmla="*/ 0 w 3640294"/>
                  <a:gd name="connsiteY7" fmla="*/ 1050036 h 1072896"/>
                  <a:gd name="connsiteX8" fmla="*/ 1017971 w 3640294"/>
                  <a:gd name="connsiteY8" fmla="*/ 220628 h 1072896"/>
                  <a:gd name="connsiteX9" fmla="*/ 22860 w 3640294"/>
                  <a:gd name="connsiteY9" fmla="*/ 3458 h 1072896"/>
                  <a:gd name="connsiteX0" fmla="*/ 22860 w 3640294"/>
                  <a:gd name="connsiteY0" fmla="*/ 3458 h 1072896"/>
                  <a:gd name="connsiteX1" fmla="*/ 798260 w 3640294"/>
                  <a:gd name="connsiteY1" fmla="*/ 148873 h 1072896"/>
                  <a:gd name="connsiteX2" fmla="*/ 3060239 w 3640294"/>
                  <a:gd name="connsiteY2" fmla="*/ 609248 h 1072896"/>
                  <a:gd name="connsiteX3" fmla="*/ 3425891 w 3640294"/>
                  <a:gd name="connsiteY3" fmla="*/ 594008 h 1072896"/>
                  <a:gd name="connsiteX4" fmla="*/ 3243011 w 3640294"/>
                  <a:gd name="connsiteY4" fmla="*/ 731168 h 1072896"/>
                  <a:gd name="connsiteX5" fmla="*/ 3639251 w 3640294"/>
                  <a:gd name="connsiteY5" fmla="*/ 792128 h 1072896"/>
                  <a:gd name="connsiteX6" fmla="*/ 3128819 w 3640294"/>
                  <a:gd name="connsiteY6" fmla="*/ 1072896 h 1072896"/>
                  <a:gd name="connsiteX7" fmla="*/ 0 w 3640294"/>
                  <a:gd name="connsiteY7" fmla="*/ 1050036 h 1072896"/>
                  <a:gd name="connsiteX8" fmla="*/ 1017971 w 3640294"/>
                  <a:gd name="connsiteY8" fmla="*/ 220628 h 1072896"/>
                  <a:gd name="connsiteX9" fmla="*/ 22860 w 3640294"/>
                  <a:gd name="connsiteY9" fmla="*/ 3458 h 1072896"/>
                  <a:gd name="connsiteX0" fmla="*/ 22860 w 3640294"/>
                  <a:gd name="connsiteY0" fmla="*/ 3458 h 1072896"/>
                  <a:gd name="connsiteX1" fmla="*/ 798260 w 3640294"/>
                  <a:gd name="connsiteY1" fmla="*/ 148873 h 1072896"/>
                  <a:gd name="connsiteX2" fmla="*/ 3060239 w 3640294"/>
                  <a:gd name="connsiteY2" fmla="*/ 609248 h 1072896"/>
                  <a:gd name="connsiteX3" fmla="*/ 3425891 w 3640294"/>
                  <a:gd name="connsiteY3" fmla="*/ 594008 h 1072896"/>
                  <a:gd name="connsiteX4" fmla="*/ 3243011 w 3640294"/>
                  <a:gd name="connsiteY4" fmla="*/ 731168 h 1072896"/>
                  <a:gd name="connsiteX5" fmla="*/ 3639251 w 3640294"/>
                  <a:gd name="connsiteY5" fmla="*/ 792128 h 1072896"/>
                  <a:gd name="connsiteX6" fmla="*/ 3128819 w 3640294"/>
                  <a:gd name="connsiteY6" fmla="*/ 1072896 h 1072896"/>
                  <a:gd name="connsiteX7" fmla="*/ 0 w 3640294"/>
                  <a:gd name="connsiteY7" fmla="*/ 1050036 h 1072896"/>
                  <a:gd name="connsiteX8" fmla="*/ 1017971 w 3640294"/>
                  <a:gd name="connsiteY8" fmla="*/ 220628 h 1072896"/>
                  <a:gd name="connsiteX9" fmla="*/ 22860 w 3640294"/>
                  <a:gd name="connsiteY9" fmla="*/ 3458 h 1072896"/>
                  <a:gd name="connsiteX0" fmla="*/ 22860 w 3640294"/>
                  <a:gd name="connsiteY0" fmla="*/ 1153 h 1070591"/>
                  <a:gd name="connsiteX1" fmla="*/ 798260 w 3640294"/>
                  <a:gd name="connsiteY1" fmla="*/ 146568 h 1070591"/>
                  <a:gd name="connsiteX2" fmla="*/ 3060239 w 3640294"/>
                  <a:gd name="connsiteY2" fmla="*/ 606943 h 1070591"/>
                  <a:gd name="connsiteX3" fmla="*/ 3425891 w 3640294"/>
                  <a:gd name="connsiteY3" fmla="*/ 591703 h 1070591"/>
                  <a:gd name="connsiteX4" fmla="*/ 3243011 w 3640294"/>
                  <a:gd name="connsiteY4" fmla="*/ 728863 h 1070591"/>
                  <a:gd name="connsiteX5" fmla="*/ 3639251 w 3640294"/>
                  <a:gd name="connsiteY5" fmla="*/ 789823 h 1070591"/>
                  <a:gd name="connsiteX6" fmla="*/ 3128819 w 3640294"/>
                  <a:gd name="connsiteY6" fmla="*/ 1070591 h 1070591"/>
                  <a:gd name="connsiteX7" fmla="*/ 0 w 3640294"/>
                  <a:gd name="connsiteY7" fmla="*/ 1047731 h 1070591"/>
                  <a:gd name="connsiteX8" fmla="*/ 1017971 w 3640294"/>
                  <a:gd name="connsiteY8" fmla="*/ 218323 h 1070591"/>
                  <a:gd name="connsiteX9" fmla="*/ 22860 w 3640294"/>
                  <a:gd name="connsiteY9" fmla="*/ 1153 h 1070591"/>
                  <a:gd name="connsiteX0" fmla="*/ 22860 w 3640294"/>
                  <a:gd name="connsiteY0" fmla="*/ 4021 h 1073459"/>
                  <a:gd name="connsiteX1" fmla="*/ 798260 w 3640294"/>
                  <a:gd name="connsiteY1" fmla="*/ 149436 h 1073459"/>
                  <a:gd name="connsiteX2" fmla="*/ 3060239 w 3640294"/>
                  <a:gd name="connsiteY2" fmla="*/ 609811 h 1073459"/>
                  <a:gd name="connsiteX3" fmla="*/ 3425891 w 3640294"/>
                  <a:gd name="connsiteY3" fmla="*/ 594571 h 1073459"/>
                  <a:gd name="connsiteX4" fmla="*/ 3243011 w 3640294"/>
                  <a:gd name="connsiteY4" fmla="*/ 731731 h 1073459"/>
                  <a:gd name="connsiteX5" fmla="*/ 3639251 w 3640294"/>
                  <a:gd name="connsiteY5" fmla="*/ 792691 h 1073459"/>
                  <a:gd name="connsiteX6" fmla="*/ 3128819 w 3640294"/>
                  <a:gd name="connsiteY6" fmla="*/ 1073459 h 1073459"/>
                  <a:gd name="connsiteX7" fmla="*/ 0 w 3640294"/>
                  <a:gd name="connsiteY7" fmla="*/ 1050599 h 1073459"/>
                  <a:gd name="connsiteX8" fmla="*/ 1017971 w 3640294"/>
                  <a:gd name="connsiteY8" fmla="*/ 221191 h 1073459"/>
                  <a:gd name="connsiteX9" fmla="*/ 22860 w 3640294"/>
                  <a:gd name="connsiteY9" fmla="*/ 4021 h 1073459"/>
                  <a:gd name="connsiteX0" fmla="*/ 22860 w 3640294"/>
                  <a:gd name="connsiteY0" fmla="*/ 4021 h 1073459"/>
                  <a:gd name="connsiteX1" fmla="*/ 798260 w 3640294"/>
                  <a:gd name="connsiteY1" fmla="*/ 149436 h 1073459"/>
                  <a:gd name="connsiteX2" fmla="*/ 3060239 w 3640294"/>
                  <a:gd name="connsiteY2" fmla="*/ 609811 h 1073459"/>
                  <a:gd name="connsiteX3" fmla="*/ 3425891 w 3640294"/>
                  <a:gd name="connsiteY3" fmla="*/ 594571 h 1073459"/>
                  <a:gd name="connsiteX4" fmla="*/ 3243011 w 3640294"/>
                  <a:gd name="connsiteY4" fmla="*/ 731731 h 1073459"/>
                  <a:gd name="connsiteX5" fmla="*/ 3639251 w 3640294"/>
                  <a:gd name="connsiteY5" fmla="*/ 792691 h 1073459"/>
                  <a:gd name="connsiteX6" fmla="*/ 3128819 w 3640294"/>
                  <a:gd name="connsiteY6" fmla="*/ 1073459 h 1073459"/>
                  <a:gd name="connsiteX7" fmla="*/ 0 w 3640294"/>
                  <a:gd name="connsiteY7" fmla="*/ 1050599 h 1073459"/>
                  <a:gd name="connsiteX8" fmla="*/ 1017971 w 3640294"/>
                  <a:gd name="connsiteY8" fmla="*/ 221191 h 1073459"/>
                  <a:gd name="connsiteX9" fmla="*/ 22860 w 3640294"/>
                  <a:gd name="connsiteY9" fmla="*/ 4021 h 1073459"/>
                  <a:gd name="connsiteX0" fmla="*/ 22860 w 3640294"/>
                  <a:gd name="connsiteY0" fmla="*/ 4021 h 1073459"/>
                  <a:gd name="connsiteX1" fmla="*/ 798260 w 3640294"/>
                  <a:gd name="connsiteY1" fmla="*/ 149436 h 1073459"/>
                  <a:gd name="connsiteX2" fmla="*/ 3060239 w 3640294"/>
                  <a:gd name="connsiteY2" fmla="*/ 609811 h 1073459"/>
                  <a:gd name="connsiteX3" fmla="*/ 3425891 w 3640294"/>
                  <a:gd name="connsiteY3" fmla="*/ 594571 h 1073459"/>
                  <a:gd name="connsiteX4" fmla="*/ 3243011 w 3640294"/>
                  <a:gd name="connsiteY4" fmla="*/ 731731 h 1073459"/>
                  <a:gd name="connsiteX5" fmla="*/ 3639251 w 3640294"/>
                  <a:gd name="connsiteY5" fmla="*/ 792691 h 1073459"/>
                  <a:gd name="connsiteX6" fmla="*/ 3128819 w 3640294"/>
                  <a:gd name="connsiteY6" fmla="*/ 1073459 h 1073459"/>
                  <a:gd name="connsiteX7" fmla="*/ 0 w 3640294"/>
                  <a:gd name="connsiteY7" fmla="*/ 1050599 h 1073459"/>
                  <a:gd name="connsiteX8" fmla="*/ 1017971 w 3640294"/>
                  <a:gd name="connsiteY8" fmla="*/ 221191 h 1073459"/>
                  <a:gd name="connsiteX9" fmla="*/ 22860 w 3640294"/>
                  <a:gd name="connsiteY9" fmla="*/ 4021 h 1073459"/>
                  <a:gd name="connsiteX0" fmla="*/ 22860 w 3640294"/>
                  <a:gd name="connsiteY0" fmla="*/ 4021 h 1073459"/>
                  <a:gd name="connsiteX1" fmla="*/ 798260 w 3640294"/>
                  <a:gd name="connsiteY1" fmla="*/ 149436 h 1073459"/>
                  <a:gd name="connsiteX2" fmla="*/ 3060239 w 3640294"/>
                  <a:gd name="connsiteY2" fmla="*/ 609811 h 1073459"/>
                  <a:gd name="connsiteX3" fmla="*/ 3425891 w 3640294"/>
                  <a:gd name="connsiteY3" fmla="*/ 594571 h 1073459"/>
                  <a:gd name="connsiteX4" fmla="*/ 3243011 w 3640294"/>
                  <a:gd name="connsiteY4" fmla="*/ 731731 h 1073459"/>
                  <a:gd name="connsiteX5" fmla="*/ 3639251 w 3640294"/>
                  <a:gd name="connsiteY5" fmla="*/ 792691 h 1073459"/>
                  <a:gd name="connsiteX6" fmla="*/ 3128819 w 3640294"/>
                  <a:gd name="connsiteY6" fmla="*/ 1073459 h 1073459"/>
                  <a:gd name="connsiteX7" fmla="*/ 0 w 3640294"/>
                  <a:gd name="connsiteY7" fmla="*/ 1050599 h 1073459"/>
                  <a:gd name="connsiteX8" fmla="*/ 1017971 w 3640294"/>
                  <a:gd name="connsiteY8" fmla="*/ 221191 h 1073459"/>
                  <a:gd name="connsiteX9" fmla="*/ 22860 w 3640294"/>
                  <a:gd name="connsiteY9" fmla="*/ 4021 h 1073459"/>
                  <a:gd name="connsiteX0" fmla="*/ 22860 w 3640294"/>
                  <a:gd name="connsiteY0" fmla="*/ 4021 h 1073459"/>
                  <a:gd name="connsiteX1" fmla="*/ 798260 w 3640294"/>
                  <a:gd name="connsiteY1" fmla="*/ 149436 h 1073459"/>
                  <a:gd name="connsiteX2" fmla="*/ 3060239 w 3640294"/>
                  <a:gd name="connsiteY2" fmla="*/ 609811 h 1073459"/>
                  <a:gd name="connsiteX3" fmla="*/ 3425891 w 3640294"/>
                  <a:gd name="connsiteY3" fmla="*/ 594571 h 1073459"/>
                  <a:gd name="connsiteX4" fmla="*/ 3243011 w 3640294"/>
                  <a:gd name="connsiteY4" fmla="*/ 731731 h 1073459"/>
                  <a:gd name="connsiteX5" fmla="*/ 3639251 w 3640294"/>
                  <a:gd name="connsiteY5" fmla="*/ 792691 h 1073459"/>
                  <a:gd name="connsiteX6" fmla="*/ 3128819 w 3640294"/>
                  <a:gd name="connsiteY6" fmla="*/ 1073459 h 1073459"/>
                  <a:gd name="connsiteX7" fmla="*/ 0 w 3640294"/>
                  <a:gd name="connsiteY7" fmla="*/ 1050599 h 1073459"/>
                  <a:gd name="connsiteX8" fmla="*/ 1017971 w 3640294"/>
                  <a:gd name="connsiteY8" fmla="*/ 221191 h 1073459"/>
                  <a:gd name="connsiteX9" fmla="*/ 22860 w 3640294"/>
                  <a:gd name="connsiteY9" fmla="*/ 4021 h 1073459"/>
                  <a:gd name="connsiteX0" fmla="*/ 22860 w 3640294"/>
                  <a:gd name="connsiteY0" fmla="*/ 4091 h 1073529"/>
                  <a:gd name="connsiteX1" fmla="*/ 798260 w 3640294"/>
                  <a:gd name="connsiteY1" fmla="*/ 149506 h 1073529"/>
                  <a:gd name="connsiteX2" fmla="*/ 3060239 w 3640294"/>
                  <a:gd name="connsiteY2" fmla="*/ 609881 h 1073529"/>
                  <a:gd name="connsiteX3" fmla="*/ 3425891 w 3640294"/>
                  <a:gd name="connsiteY3" fmla="*/ 594641 h 1073529"/>
                  <a:gd name="connsiteX4" fmla="*/ 3243011 w 3640294"/>
                  <a:gd name="connsiteY4" fmla="*/ 731801 h 1073529"/>
                  <a:gd name="connsiteX5" fmla="*/ 3639251 w 3640294"/>
                  <a:gd name="connsiteY5" fmla="*/ 792761 h 1073529"/>
                  <a:gd name="connsiteX6" fmla="*/ 3128819 w 3640294"/>
                  <a:gd name="connsiteY6" fmla="*/ 1073529 h 1073529"/>
                  <a:gd name="connsiteX7" fmla="*/ 0 w 3640294"/>
                  <a:gd name="connsiteY7" fmla="*/ 1050669 h 1073529"/>
                  <a:gd name="connsiteX8" fmla="*/ 1017971 w 3640294"/>
                  <a:gd name="connsiteY8" fmla="*/ 221261 h 1073529"/>
                  <a:gd name="connsiteX9" fmla="*/ 22860 w 3640294"/>
                  <a:gd name="connsiteY9" fmla="*/ 4091 h 1073529"/>
                  <a:gd name="connsiteX0" fmla="*/ 22860 w 3640294"/>
                  <a:gd name="connsiteY0" fmla="*/ 4091 h 1073529"/>
                  <a:gd name="connsiteX1" fmla="*/ 798260 w 3640294"/>
                  <a:gd name="connsiteY1" fmla="*/ 149506 h 1073529"/>
                  <a:gd name="connsiteX2" fmla="*/ 3060239 w 3640294"/>
                  <a:gd name="connsiteY2" fmla="*/ 609881 h 1073529"/>
                  <a:gd name="connsiteX3" fmla="*/ 3425891 w 3640294"/>
                  <a:gd name="connsiteY3" fmla="*/ 594641 h 1073529"/>
                  <a:gd name="connsiteX4" fmla="*/ 3243011 w 3640294"/>
                  <a:gd name="connsiteY4" fmla="*/ 731801 h 1073529"/>
                  <a:gd name="connsiteX5" fmla="*/ 3639251 w 3640294"/>
                  <a:gd name="connsiteY5" fmla="*/ 792761 h 1073529"/>
                  <a:gd name="connsiteX6" fmla="*/ 3128819 w 3640294"/>
                  <a:gd name="connsiteY6" fmla="*/ 1073529 h 1073529"/>
                  <a:gd name="connsiteX7" fmla="*/ 0 w 3640294"/>
                  <a:gd name="connsiteY7" fmla="*/ 1050669 h 1073529"/>
                  <a:gd name="connsiteX8" fmla="*/ 1017971 w 3640294"/>
                  <a:gd name="connsiteY8" fmla="*/ 221261 h 1073529"/>
                  <a:gd name="connsiteX9" fmla="*/ 22860 w 3640294"/>
                  <a:gd name="connsiteY9" fmla="*/ 4091 h 1073529"/>
                  <a:gd name="connsiteX0" fmla="*/ 22860 w 3640294"/>
                  <a:gd name="connsiteY0" fmla="*/ 4091 h 1073529"/>
                  <a:gd name="connsiteX1" fmla="*/ 798260 w 3640294"/>
                  <a:gd name="connsiteY1" fmla="*/ 149506 h 1073529"/>
                  <a:gd name="connsiteX2" fmla="*/ 3060239 w 3640294"/>
                  <a:gd name="connsiteY2" fmla="*/ 609881 h 1073529"/>
                  <a:gd name="connsiteX3" fmla="*/ 3425891 w 3640294"/>
                  <a:gd name="connsiteY3" fmla="*/ 594641 h 1073529"/>
                  <a:gd name="connsiteX4" fmla="*/ 3243011 w 3640294"/>
                  <a:gd name="connsiteY4" fmla="*/ 731801 h 1073529"/>
                  <a:gd name="connsiteX5" fmla="*/ 3639251 w 3640294"/>
                  <a:gd name="connsiteY5" fmla="*/ 792761 h 1073529"/>
                  <a:gd name="connsiteX6" fmla="*/ 3128819 w 3640294"/>
                  <a:gd name="connsiteY6" fmla="*/ 1073529 h 1073529"/>
                  <a:gd name="connsiteX7" fmla="*/ 0 w 3640294"/>
                  <a:gd name="connsiteY7" fmla="*/ 1050669 h 1073529"/>
                  <a:gd name="connsiteX8" fmla="*/ 1017971 w 3640294"/>
                  <a:gd name="connsiteY8" fmla="*/ 221261 h 1073529"/>
                  <a:gd name="connsiteX9" fmla="*/ 22860 w 3640294"/>
                  <a:gd name="connsiteY9" fmla="*/ 4091 h 1073529"/>
                  <a:gd name="connsiteX0" fmla="*/ 22860 w 3640294"/>
                  <a:gd name="connsiteY0" fmla="*/ 4091 h 1073529"/>
                  <a:gd name="connsiteX1" fmla="*/ 798260 w 3640294"/>
                  <a:gd name="connsiteY1" fmla="*/ 149506 h 1073529"/>
                  <a:gd name="connsiteX2" fmla="*/ 3060239 w 3640294"/>
                  <a:gd name="connsiteY2" fmla="*/ 609881 h 1073529"/>
                  <a:gd name="connsiteX3" fmla="*/ 3425891 w 3640294"/>
                  <a:gd name="connsiteY3" fmla="*/ 594641 h 1073529"/>
                  <a:gd name="connsiteX4" fmla="*/ 3243011 w 3640294"/>
                  <a:gd name="connsiteY4" fmla="*/ 731801 h 1073529"/>
                  <a:gd name="connsiteX5" fmla="*/ 3639251 w 3640294"/>
                  <a:gd name="connsiteY5" fmla="*/ 792761 h 1073529"/>
                  <a:gd name="connsiteX6" fmla="*/ 3128819 w 3640294"/>
                  <a:gd name="connsiteY6" fmla="*/ 1073529 h 1073529"/>
                  <a:gd name="connsiteX7" fmla="*/ 0 w 3640294"/>
                  <a:gd name="connsiteY7" fmla="*/ 1050669 h 1073529"/>
                  <a:gd name="connsiteX8" fmla="*/ 1017971 w 3640294"/>
                  <a:gd name="connsiteY8" fmla="*/ 221261 h 1073529"/>
                  <a:gd name="connsiteX9" fmla="*/ 22860 w 3640294"/>
                  <a:gd name="connsiteY9" fmla="*/ 4091 h 1073529"/>
                  <a:gd name="connsiteX0" fmla="*/ 22860 w 3640294"/>
                  <a:gd name="connsiteY0" fmla="*/ 4091 h 1073529"/>
                  <a:gd name="connsiteX1" fmla="*/ 798260 w 3640294"/>
                  <a:gd name="connsiteY1" fmla="*/ 149506 h 1073529"/>
                  <a:gd name="connsiteX2" fmla="*/ 3060239 w 3640294"/>
                  <a:gd name="connsiteY2" fmla="*/ 609881 h 1073529"/>
                  <a:gd name="connsiteX3" fmla="*/ 3425891 w 3640294"/>
                  <a:gd name="connsiteY3" fmla="*/ 594641 h 1073529"/>
                  <a:gd name="connsiteX4" fmla="*/ 3243011 w 3640294"/>
                  <a:gd name="connsiteY4" fmla="*/ 731801 h 1073529"/>
                  <a:gd name="connsiteX5" fmla="*/ 3639251 w 3640294"/>
                  <a:gd name="connsiteY5" fmla="*/ 792761 h 1073529"/>
                  <a:gd name="connsiteX6" fmla="*/ 3128819 w 3640294"/>
                  <a:gd name="connsiteY6" fmla="*/ 1073529 h 1073529"/>
                  <a:gd name="connsiteX7" fmla="*/ 0 w 3640294"/>
                  <a:gd name="connsiteY7" fmla="*/ 1050669 h 1073529"/>
                  <a:gd name="connsiteX8" fmla="*/ 1017971 w 3640294"/>
                  <a:gd name="connsiteY8" fmla="*/ 221261 h 1073529"/>
                  <a:gd name="connsiteX9" fmla="*/ 22860 w 3640294"/>
                  <a:gd name="connsiteY9" fmla="*/ 4091 h 1073529"/>
                  <a:gd name="connsiteX0" fmla="*/ 22860 w 3640294"/>
                  <a:gd name="connsiteY0" fmla="*/ 4091 h 1059242"/>
                  <a:gd name="connsiteX1" fmla="*/ 798260 w 3640294"/>
                  <a:gd name="connsiteY1" fmla="*/ 149506 h 1059242"/>
                  <a:gd name="connsiteX2" fmla="*/ 3060239 w 3640294"/>
                  <a:gd name="connsiteY2" fmla="*/ 609881 h 1059242"/>
                  <a:gd name="connsiteX3" fmla="*/ 3425891 w 3640294"/>
                  <a:gd name="connsiteY3" fmla="*/ 594641 h 1059242"/>
                  <a:gd name="connsiteX4" fmla="*/ 3243011 w 3640294"/>
                  <a:gd name="connsiteY4" fmla="*/ 731801 h 1059242"/>
                  <a:gd name="connsiteX5" fmla="*/ 3639251 w 3640294"/>
                  <a:gd name="connsiteY5" fmla="*/ 792761 h 1059242"/>
                  <a:gd name="connsiteX6" fmla="*/ 3114531 w 3640294"/>
                  <a:gd name="connsiteY6" fmla="*/ 1059242 h 1059242"/>
                  <a:gd name="connsiteX7" fmla="*/ 0 w 3640294"/>
                  <a:gd name="connsiteY7" fmla="*/ 1050669 h 1059242"/>
                  <a:gd name="connsiteX8" fmla="*/ 1017971 w 3640294"/>
                  <a:gd name="connsiteY8" fmla="*/ 221261 h 1059242"/>
                  <a:gd name="connsiteX9" fmla="*/ 22860 w 3640294"/>
                  <a:gd name="connsiteY9" fmla="*/ 4091 h 1059242"/>
                  <a:gd name="connsiteX0" fmla="*/ 22860 w 3640294"/>
                  <a:gd name="connsiteY0" fmla="*/ 4091 h 1059242"/>
                  <a:gd name="connsiteX1" fmla="*/ 798260 w 3640294"/>
                  <a:gd name="connsiteY1" fmla="*/ 149506 h 1059242"/>
                  <a:gd name="connsiteX2" fmla="*/ 3060239 w 3640294"/>
                  <a:gd name="connsiteY2" fmla="*/ 609881 h 1059242"/>
                  <a:gd name="connsiteX3" fmla="*/ 3425891 w 3640294"/>
                  <a:gd name="connsiteY3" fmla="*/ 594641 h 1059242"/>
                  <a:gd name="connsiteX4" fmla="*/ 3243011 w 3640294"/>
                  <a:gd name="connsiteY4" fmla="*/ 731801 h 1059242"/>
                  <a:gd name="connsiteX5" fmla="*/ 3639251 w 3640294"/>
                  <a:gd name="connsiteY5" fmla="*/ 792761 h 1059242"/>
                  <a:gd name="connsiteX6" fmla="*/ 3114531 w 3640294"/>
                  <a:gd name="connsiteY6" fmla="*/ 1059242 h 1059242"/>
                  <a:gd name="connsiteX7" fmla="*/ 0 w 3640294"/>
                  <a:gd name="connsiteY7" fmla="*/ 1050669 h 1059242"/>
                  <a:gd name="connsiteX8" fmla="*/ 1017971 w 3640294"/>
                  <a:gd name="connsiteY8" fmla="*/ 221261 h 1059242"/>
                  <a:gd name="connsiteX9" fmla="*/ 22860 w 3640294"/>
                  <a:gd name="connsiteY9" fmla="*/ 4091 h 1059242"/>
                  <a:gd name="connsiteX0" fmla="*/ 22860 w 3640294"/>
                  <a:gd name="connsiteY0" fmla="*/ 4091 h 1059242"/>
                  <a:gd name="connsiteX1" fmla="*/ 798260 w 3640294"/>
                  <a:gd name="connsiteY1" fmla="*/ 149506 h 1059242"/>
                  <a:gd name="connsiteX2" fmla="*/ 3060239 w 3640294"/>
                  <a:gd name="connsiteY2" fmla="*/ 609881 h 1059242"/>
                  <a:gd name="connsiteX3" fmla="*/ 3425891 w 3640294"/>
                  <a:gd name="connsiteY3" fmla="*/ 594641 h 1059242"/>
                  <a:gd name="connsiteX4" fmla="*/ 3243011 w 3640294"/>
                  <a:gd name="connsiteY4" fmla="*/ 731801 h 1059242"/>
                  <a:gd name="connsiteX5" fmla="*/ 3639251 w 3640294"/>
                  <a:gd name="connsiteY5" fmla="*/ 792761 h 1059242"/>
                  <a:gd name="connsiteX6" fmla="*/ 3114531 w 3640294"/>
                  <a:gd name="connsiteY6" fmla="*/ 1059242 h 1059242"/>
                  <a:gd name="connsiteX7" fmla="*/ 0 w 3640294"/>
                  <a:gd name="connsiteY7" fmla="*/ 1050669 h 1059242"/>
                  <a:gd name="connsiteX8" fmla="*/ 1017971 w 3640294"/>
                  <a:gd name="connsiteY8" fmla="*/ 221261 h 1059242"/>
                  <a:gd name="connsiteX9" fmla="*/ 22860 w 3640294"/>
                  <a:gd name="connsiteY9" fmla="*/ 4091 h 1059242"/>
                  <a:gd name="connsiteX0" fmla="*/ 22860 w 3640294"/>
                  <a:gd name="connsiteY0" fmla="*/ 4091 h 1059242"/>
                  <a:gd name="connsiteX1" fmla="*/ 798260 w 3640294"/>
                  <a:gd name="connsiteY1" fmla="*/ 149506 h 1059242"/>
                  <a:gd name="connsiteX2" fmla="*/ 3060239 w 3640294"/>
                  <a:gd name="connsiteY2" fmla="*/ 609881 h 1059242"/>
                  <a:gd name="connsiteX3" fmla="*/ 3425891 w 3640294"/>
                  <a:gd name="connsiteY3" fmla="*/ 594641 h 1059242"/>
                  <a:gd name="connsiteX4" fmla="*/ 3243011 w 3640294"/>
                  <a:gd name="connsiteY4" fmla="*/ 731801 h 1059242"/>
                  <a:gd name="connsiteX5" fmla="*/ 3639251 w 3640294"/>
                  <a:gd name="connsiteY5" fmla="*/ 792761 h 1059242"/>
                  <a:gd name="connsiteX6" fmla="*/ 3114531 w 3640294"/>
                  <a:gd name="connsiteY6" fmla="*/ 1059242 h 1059242"/>
                  <a:gd name="connsiteX7" fmla="*/ 0 w 3640294"/>
                  <a:gd name="connsiteY7" fmla="*/ 1050669 h 1059242"/>
                  <a:gd name="connsiteX8" fmla="*/ 1017971 w 3640294"/>
                  <a:gd name="connsiteY8" fmla="*/ 221261 h 1059242"/>
                  <a:gd name="connsiteX9" fmla="*/ 22860 w 3640294"/>
                  <a:gd name="connsiteY9" fmla="*/ 4091 h 1059242"/>
                  <a:gd name="connsiteX0" fmla="*/ 22860 w 3640294"/>
                  <a:gd name="connsiteY0" fmla="*/ 4091 h 1059242"/>
                  <a:gd name="connsiteX1" fmla="*/ 798260 w 3640294"/>
                  <a:gd name="connsiteY1" fmla="*/ 149506 h 1059242"/>
                  <a:gd name="connsiteX2" fmla="*/ 3060239 w 3640294"/>
                  <a:gd name="connsiteY2" fmla="*/ 609881 h 1059242"/>
                  <a:gd name="connsiteX3" fmla="*/ 3425891 w 3640294"/>
                  <a:gd name="connsiteY3" fmla="*/ 594641 h 1059242"/>
                  <a:gd name="connsiteX4" fmla="*/ 3243011 w 3640294"/>
                  <a:gd name="connsiteY4" fmla="*/ 731801 h 1059242"/>
                  <a:gd name="connsiteX5" fmla="*/ 3639251 w 3640294"/>
                  <a:gd name="connsiteY5" fmla="*/ 792761 h 1059242"/>
                  <a:gd name="connsiteX6" fmla="*/ 3114531 w 3640294"/>
                  <a:gd name="connsiteY6" fmla="*/ 1059242 h 1059242"/>
                  <a:gd name="connsiteX7" fmla="*/ 0 w 3640294"/>
                  <a:gd name="connsiteY7" fmla="*/ 1050669 h 1059242"/>
                  <a:gd name="connsiteX8" fmla="*/ 1017971 w 3640294"/>
                  <a:gd name="connsiteY8" fmla="*/ 221261 h 1059242"/>
                  <a:gd name="connsiteX9" fmla="*/ 22860 w 3640294"/>
                  <a:gd name="connsiteY9" fmla="*/ 4091 h 1059242"/>
                  <a:gd name="connsiteX0" fmla="*/ 22860 w 3640305"/>
                  <a:gd name="connsiteY0" fmla="*/ 4091 h 1059242"/>
                  <a:gd name="connsiteX1" fmla="*/ 798260 w 3640305"/>
                  <a:gd name="connsiteY1" fmla="*/ 149506 h 1059242"/>
                  <a:gd name="connsiteX2" fmla="*/ 3060239 w 3640305"/>
                  <a:gd name="connsiteY2" fmla="*/ 609881 h 1059242"/>
                  <a:gd name="connsiteX3" fmla="*/ 3425891 w 3640305"/>
                  <a:gd name="connsiteY3" fmla="*/ 594641 h 1059242"/>
                  <a:gd name="connsiteX4" fmla="*/ 3247774 w 3640305"/>
                  <a:gd name="connsiteY4" fmla="*/ 746088 h 1059242"/>
                  <a:gd name="connsiteX5" fmla="*/ 3639251 w 3640305"/>
                  <a:gd name="connsiteY5" fmla="*/ 792761 h 1059242"/>
                  <a:gd name="connsiteX6" fmla="*/ 3114531 w 3640305"/>
                  <a:gd name="connsiteY6" fmla="*/ 1059242 h 1059242"/>
                  <a:gd name="connsiteX7" fmla="*/ 0 w 3640305"/>
                  <a:gd name="connsiteY7" fmla="*/ 1050669 h 1059242"/>
                  <a:gd name="connsiteX8" fmla="*/ 1017971 w 3640305"/>
                  <a:gd name="connsiteY8" fmla="*/ 221261 h 1059242"/>
                  <a:gd name="connsiteX9" fmla="*/ 22860 w 3640305"/>
                  <a:gd name="connsiteY9" fmla="*/ 4091 h 1059242"/>
                  <a:gd name="connsiteX0" fmla="*/ 22860 w 3640305"/>
                  <a:gd name="connsiteY0" fmla="*/ 4091 h 1059242"/>
                  <a:gd name="connsiteX1" fmla="*/ 798260 w 3640305"/>
                  <a:gd name="connsiteY1" fmla="*/ 149506 h 1059242"/>
                  <a:gd name="connsiteX2" fmla="*/ 3060239 w 3640305"/>
                  <a:gd name="connsiteY2" fmla="*/ 609881 h 1059242"/>
                  <a:gd name="connsiteX3" fmla="*/ 3425891 w 3640305"/>
                  <a:gd name="connsiteY3" fmla="*/ 594641 h 1059242"/>
                  <a:gd name="connsiteX4" fmla="*/ 3247774 w 3640305"/>
                  <a:gd name="connsiteY4" fmla="*/ 746088 h 1059242"/>
                  <a:gd name="connsiteX5" fmla="*/ 3639251 w 3640305"/>
                  <a:gd name="connsiteY5" fmla="*/ 768949 h 1059242"/>
                  <a:gd name="connsiteX6" fmla="*/ 3114531 w 3640305"/>
                  <a:gd name="connsiteY6" fmla="*/ 1059242 h 1059242"/>
                  <a:gd name="connsiteX7" fmla="*/ 0 w 3640305"/>
                  <a:gd name="connsiteY7" fmla="*/ 1050669 h 1059242"/>
                  <a:gd name="connsiteX8" fmla="*/ 1017971 w 3640305"/>
                  <a:gd name="connsiteY8" fmla="*/ 221261 h 1059242"/>
                  <a:gd name="connsiteX9" fmla="*/ 22860 w 3640305"/>
                  <a:gd name="connsiteY9" fmla="*/ 4091 h 1059242"/>
                  <a:gd name="connsiteX0" fmla="*/ 22860 w 3639251"/>
                  <a:gd name="connsiteY0" fmla="*/ 4091 h 1059242"/>
                  <a:gd name="connsiteX1" fmla="*/ 798260 w 3639251"/>
                  <a:gd name="connsiteY1" fmla="*/ 149506 h 1059242"/>
                  <a:gd name="connsiteX2" fmla="*/ 3060239 w 3639251"/>
                  <a:gd name="connsiteY2" fmla="*/ 609881 h 1059242"/>
                  <a:gd name="connsiteX3" fmla="*/ 3425891 w 3639251"/>
                  <a:gd name="connsiteY3" fmla="*/ 594641 h 1059242"/>
                  <a:gd name="connsiteX4" fmla="*/ 3247774 w 3639251"/>
                  <a:gd name="connsiteY4" fmla="*/ 746088 h 1059242"/>
                  <a:gd name="connsiteX5" fmla="*/ 3639251 w 3639251"/>
                  <a:gd name="connsiteY5" fmla="*/ 768949 h 1059242"/>
                  <a:gd name="connsiteX6" fmla="*/ 3114531 w 3639251"/>
                  <a:gd name="connsiteY6" fmla="*/ 1059242 h 1059242"/>
                  <a:gd name="connsiteX7" fmla="*/ 0 w 3639251"/>
                  <a:gd name="connsiteY7" fmla="*/ 1050669 h 1059242"/>
                  <a:gd name="connsiteX8" fmla="*/ 1017971 w 3639251"/>
                  <a:gd name="connsiteY8" fmla="*/ 221261 h 1059242"/>
                  <a:gd name="connsiteX9" fmla="*/ 22860 w 3639251"/>
                  <a:gd name="connsiteY9" fmla="*/ 4091 h 1059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39251" h="1059242">
                    <a:moveTo>
                      <a:pt x="22860" y="4091"/>
                    </a:moveTo>
                    <a:cubicBezTo>
                      <a:pt x="49741" y="-34326"/>
                      <a:pt x="207892" y="212054"/>
                      <a:pt x="798260" y="149506"/>
                    </a:cubicBezTo>
                    <a:cubicBezTo>
                      <a:pt x="1850703" y="55314"/>
                      <a:pt x="2585646" y="316723"/>
                      <a:pt x="3060239" y="609881"/>
                    </a:cubicBezTo>
                    <a:cubicBezTo>
                      <a:pt x="3072903" y="686081"/>
                      <a:pt x="3413227" y="547016"/>
                      <a:pt x="3425891" y="594641"/>
                    </a:cubicBezTo>
                    <a:cubicBezTo>
                      <a:pt x="3375091" y="673381"/>
                      <a:pt x="3298574" y="667348"/>
                      <a:pt x="3247774" y="746088"/>
                    </a:cubicBezTo>
                    <a:cubicBezTo>
                      <a:pt x="3222374" y="819748"/>
                      <a:pt x="3545589" y="771489"/>
                      <a:pt x="3639251" y="768949"/>
                    </a:cubicBezTo>
                    <a:lnTo>
                      <a:pt x="3114531" y="1059242"/>
                    </a:lnTo>
                    <a:cubicBezTo>
                      <a:pt x="2890741" y="908747"/>
                      <a:pt x="1409652" y="-560961"/>
                      <a:pt x="0" y="1050669"/>
                    </a:cubicBezTo>
                    <a:cubicBezTo>
                      <a:pt x="68179" y="934537"/>
                      <a:pt x="521167" y="356443"/>
                      <a:pt x="1017971" y="221261"/>
                    </a:cubicBezTo>
                    <a:cubicBezTo>
                      <a:pt x="338605" y="307621"/>
                      <a:pt x="-31198" y="106961"/>
                      <a:pt x="22860" y="409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0DEA6B8-FF54-4839-A562-9A21EE0E74DF}"/>
                  </a:ext>
                </a:extLst>
              </p:cNvPr>
              <p:cNvSpPr/>
              <p:nvPr/>
            </p:nvSpPr>
            <p:spPr>
              <a:xfrm>
                <a:off x="7048500" y="3510493"/>
                <a:ext cx="1938338" cy="156632"/>
              </a:xfrm>
              <a:custGeom>
                <a:avLst/>
                <a:gdLst>
                  <a:gd name="connsiteX0" fmla="*/ 0 w 1938338"/>
                  <a:gd name="connsiteY0" fmla="*/ 0 h 52387"/>
                  <a:gd name="connsiteX1" fmla="*/ 1938338 w 1938338"/>
                  <a:gd name="connsiteY1" fmla="*/ 52387 h 52387"/>
                  <a:gd name="connsiteX2" fmla="*/ 1938338 w 1938338"/>
                  <a:gd name="connsiteY2" fmla="*/ 52387 h 52387"/>
                  <a:gd name="connsiteX0" fmla="*/ 0 w 1938338"/>
                  <a:gd name="connsiteY0" fmla="*/ 93497 h 145884"/>
                  <a:gd name="connsiteX1" fmla="*/ 1938338 w 1938338"/>
                  <a:gd name="connsiteY1" fmla="*/ 145884 h 145884"/>
                  <a:gd name="connsiteX2" fmla="*/ 1938338 w 1938338"/>
                  <a:gd name="connsiteY2" fmla="*/ 145884 h 145884"/>
                  <a:gd name="connsiteX0" fmla="*/ 0 w 1938338"/>
                  <a:gd name="connsiteY0" fmla="*/ 93497 h 145884"/>
                  <a:gd name="connsiteX1" fmla="*/ 1938338 w 1938338"/>
                  <a:gd name="connsiteY1" fmla="*/ 145884 h 145884"/>
                  <a:gd name="connsiteX2" fmla="*/ 1938338 w 1938338"/>
                  <a:gd name="connsiteY2" fmla="*/ 145884 h 145884"/>
                  <a:gd name="connsiteX0" fmla="*/ 0 w 1938338"/>
                  <a:gd name="connsiteY0" fmla="*/ 104245 h 156632"/>
                  <a:gd name="connsiteX1" fmla="*/ 1938338 w 1938338"/>
                  <a:gd name="connsiteY1" fmla="*/ 156632 h 156632"/>
                  <a:gd name="connsiteX2" fmla="*/ 1938338 w 1938338"/>
                  <a:gd name="connsiteY2" fmla="*/ 156632 h 156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8338" h="156632">
                    <a:moveTo>
                      <a:pt x="0" y="104245"/>
                    </a:moveTo>
                    <a:cubicBezTo>
                      <a:pt x="879476" y="-125943"/>
                      <a:pt x="1654175" y="86783"/>
                      <a:pt x="1938338" y="156632"/>
                    </a:cubicBezTo>
                    <a:lnTo>
                      <a:pt x="1938338" y="156632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9452460-E8F1-4DC1-90CE-57FB0F13AA15}"/>
                  </a:ext>
                </a:extLst>
              </p:cNvPr>
              <p:cNvSpPr/>
              <p:nvPr/>
            </p:nvSpPr>
            <p:spPr>
              <a:xfrm>
                <a:off x="8465133" y="3421948"/>
                <a:ext cx="1226039" cy="2036443"/>
              </a:xfrm>
              <a:custGeom>
                <a:avLst/>
                <a:gdLst>
                  <a:gd name="connsiteX0" fmla="*/ 0 w 329036"/>
                  <a:gd name="connsiteY0" fmla="*/ 0 h 64504"/>
                  <a:gd name="connsiteX1" fmla="*/ 329036 w 329036"/>
                  <a:gd name="connsiteY1" fmla="*/ 0 h 64504"/>
                  <a:gd name="connsiteX2" fmla="*/ 329036 w 329036"/>
                  <a:gd name="connsiteY2" fmla="*/ 64504 h 64504"/>
                  <a:gd name="connsiteX3" fmla="*/ 0 w 329036"/>
                  <a:gd name="connsiteY3" fmla="*/ 64504 h 64504"/>
                  <a:gd name="connsiteX4" fmla="*/ 0 w 329036"/>
                  <a:gd name="connsiteY4" fmla="*/ 0 h 64504"/>
                  <a:gd name="connsiteX0" fmla="*/ 0 w 419523"/>
                  <a:gd name="connsiteY0" fmla="*/ 0 h 126417"/>
                  <a:gd name="connsiteX1" fmla="*/ 419523 w 419523"/>
                  <a:gd name="connsiteY1" fmla="*/ 61913 h 126417"/>
                  <a:gd name="connsiteX2" fmla="*/ 419523 w 419523"/>
                  <a:gd name="connsiteY2" fmla="*/ 126417 h 126417"/>
                  <a:gd name="connsiteX3" fmla="*/ 90487 w 419523"/>
                  <a:gd name="connsiteY3" fmla="*/ 126417 h 126417"/>
                  <a:gd name="connsiteX4" fmla="*/ 0 w 419523"/>
                  <a:gd name="connsiteY4" fmla="*/ 0 h 126417"/>
                  <a:gd name="connsiteX0" fmla="*/ 176213 w 595736"/>
                  <a:gd name="connsiteY0" fmla="*/ 0 h 126417"/>
                  <a:gd name="connsiteX1" fmla="*/ 595736 w 595736"/>
                  <a:gd name="connsiteY1" fmla="*/ 61913 h 126417"/>
                  <a:gd name="connsiteX2" fmla="*/ 595736 w 595736"/>
                  <a:gd name="connsiteY2" fmla="*/ 126417 h 126417"/>
                  <a:gd name="connsiteX3" fmla="*/ 0 w 595736"/>
                  <a:gd name="connsiteY3" fmla="*/ 69267 h 126417"/>
                  <a:gd name="connsiteX4" fmla="*/ 176213 w 595736"/>
                  <a:gd name="connsiteY4" fmla="*/ 0 h 126417"/>
                  <a:gd name="connsiteX0" fmla="*/ 176213 w 595736"/>
                  <a:gd name="connsiteY0" fmla="*/ 0 h 216904"/>
                  <a:gd name="connsiteX1" fmla="*/ 595736 w 595736"/>
                  <a:gd name="connsiteY1" fmla="*/ 61913 h 216904"/>
                  <a:gd name="connsiteX2" fmla="*/ 529061 w 595736"/>
                  <a:gd name="connsiteY2" fmla="*/ 216904 h 216904"/>
                  <a:gd name="connsiteX3" fmla="*/ 0 w 595736"/>
                  <a:gd name="connsiteY3" fmla="*/ 69267 h 216904"/>
                  <a:gd name="connsiteX4" fmla="*/ 176213 w 595736"/>
                  <a:gd name="connsiteY4" fmla="*/ 0 h 216904"/>
                  <a:gd name="connsiteX0" fmla="*/ 176213 w 671936"/>
                  <a:gd name="connsiteY0" fmla="*/ 0 h 216904"/>
                  <a:gd name="connsiteX1" fmla="*/ 671936 w 671936"/>
                  <a:gd name="connsiteY1" fmla="*/ 119063 h 216904"/>
                  <a:gd name="connsiteX2" fmla="*/ 529061 w 671936"/>
                  <a:gd name="connsiteY2" fmla="*/ 216904 h 216904"/>
                  <a:gd name="connsiteX3" fmla="*/ 0 w 671936"/>
                  <a:gd name="connsiteY3" fmla="*/ 69267 h 216904"/>
                  <a:gd name="connsiteX4" fmla="*/ 176213 w 671936"/>
                  <a:gd name="connsiteY4" fmla="*/ 0 h 216904"/>
                  <a:gd name="connsiteX0" fmla="*/ 176213 w 671936"/>
                  <a:gd name="connsiteY0" fmla="*/ 0 h 316970"/>
                  <a:gd name="connsiteX1" fmla="*/ 671936 w 671936"/>
                  <a:gd name="connsiteY1" fmla="*/ 119063 h 316970"/>
                  <a:gd name="connsiteX2" fmla="*/ 609017 w 671936"/>
                  <a:gd name="connsiteY2" fmla="*/ 316970 h 316970"/>
                  <a:gd name="connsiteX3" fmla="*/ 529061 w 671936"/>
                  <a:gd name="connsiteY3" fmla="*/ 216904 h 316970"/>
                  <a:gd name="connsiteX4" fmla="*/ 0 w 671936"/>
                  <a:gd name="connsiteY4" fmla="*/ 69267 h 316970"/>
                  <a:gd name="connsiteX5" fmla="*/ 176213 w 671936"/>
                  <a:gd name="connsiteY5" fmla="*/ 0 h 316970"/>
                  <a:gd name="connsiteX0" fmla="*/ 176213 w 1098192"/>
                  <a:gd name="connsiteY0" fmla="*/ 0 h 1124364"/>
                  <a:gd name="connsiteX1" fmla="*/ 671936 w 1098192"/>
                  <a:gd name="connsiteY1" fmla="*/ 119063 h 1124364"/>
                  <a:gd name="connsiteX2" fmla="*/ 1097967 w 1098192"/>
                  <a:gd name="connsiteY2" fmla="*/ 1123420 h 1124364"/>
                  <a:gd name="connsiteX3" fmla="*/ 609017 w 1098192"/>
                  <a:gd name="connsiteY3" fmla="*/ 316970 h 1124364"/>
                  <a:gd name="connsiteX4" fmla="*/ 529061 w 1098192"/>
                  <a:gd name="connsiteY4" fmla="*/ 216904 h 1124364"/>
                  <a:gd name="connsiteX5" fmla="*/ 0 w 1098192"/>
                  <a:gd name="connsiteY5" fmla="*/ 69267 h 1124364"/>
                  <a:gd name="connsiteX6" fmla="*/ 176213 w 1098192"/>
                  <a:gd name="connsiteY6" fmla="*/ 0 h 1124364"/>
                  <a:gd name="connsiteX0" fmla="*/ 176213 w 1179325"/>
                  <a:gd name="connsiteY0" fmla="*/ 0 h 1128678"/>
                  <a:gd name="connsiteX1" fmla="*/ 671936 w 1179325"/>
                  <a:gd name="connsiteY1" fmla="*/ 119063 h 1128678"/>
                  <a:gd name="connsiteX2" fmla="*/ 1148767 w 1179325"/>
                  <a:gd name="connsiteY2" fmla="*/ 507470 h 1128678"/>
                  <a:gd name="connsiteX3" fmla="*/ 1097967 w 1179325"/>
                  <a:gd name="connsiteY3" fmla="*/ 1123420 h 1128678"/>
                  <a:gd name="connsiteX4" fmla="*/ 609017 w 1179325"/>
                  <a:gd name="connsiteY4" fmla="*/ 316970 h 1128678"/>
                  <a:gd name="connsiteX5" fmla="*/ 529061 w 1179325"/>
                  <a:gd name="connsiteY5" fmla="*/ 216904 h 1128678"/>
                  <a:gd name="connsiteX6" fmla="*/ 0 w 1179325"/>
                  <a:gd name="connsiteY6" fmla="*/ 69267 h 1128678"/>
                  <a:gd name="connsiteX7" fmla="*/ 176213 w 1179325"/>
                  <a:gd name="connsiteY7" fmla="*/ 0 h 1128678"/>
                  <a:gd name="connsiteX0" fmla="*/ 176213 w 1170363"/>
                  <a:gd name="connsiteY0" fmla="*/ 0 h 2017494"/>
                  <a:gd name="connsiteX1" fmla="*/ 671936 w 1170363"/>
                  <a:gd name="connsiteY1" fmla="*/ 119063 h 2017494"/>
                  <a:gd name="connsiteX2" fmla="*/ 1148767 w 1170363"/>
                  <a:gd name="connsiteY2" fmla="*/ 507470 h 2017494"/>
                  <a:gd name="connsiteX3" fmla="*/ 1031292 w 1170363"/>
                  <a:gd name="connsiteY3" fmla="*/ 2009245 h 2017494"/>
                  <a:gd name="connsiteX4" fmla="*/ 1097967 w 1170363"/>
                  <a:gd name="connsiteY4" fmla="*/ 1123420 h 2017494"/>
                  <a:gd name="connsiteX5" fmla="*/ 609017 w 1170363"/>
                  <a:gd name="connsiteY5" fmla="*/ 316970 h 2017494"/>
                  <a:gd name="connsiteX6" fmla="*/ 529061 w 1170363"/>
                  <a:gd name="connsiteY6" fmla="*/ 216904 h 2017494"/>
                  <a:gd name="connsiteX7" fmla="*/ 0 w 1170363"/>
                  <a:gd name="connsiteY7" fmla="*/ 69267 h 2017494"/>
                  <a:gd name="connsiteX8" fmla="*/ 176213 w 1170363"/>
                  <a:gd name="connsiteY8" fmla="*/ 0 h 2017494"/>
                  <a:gd name="connsiteX0" fmla="*/ 176213 w 1170363"/>
                  <a:gd name="connsiteY0" fmla="*/ 0 h 2023961"/>
                  <a:gd name="connsiteX1" fmla="*/ 671936 w 1170363"/>
                  <a:gd name="connsiteY1" fmla="*/ 119063 h 2023961"/>
                  <a:gd name="connsiteX2" fmla="*/ 1148767 w 1170363"/>
                  <a:gd name="connsiteY2" fmla="*/ 507470 h 2023961"/>
                  <a:gd name="connsiteX3" fmla="*/ 1031292 w 1170363"/>
                  <a:gd name="connsiteY3" fmla="*/ 2009245 h 2023961"/>
                  <a:gd name="connsiteX4" fmla="*/ 1097967 w 1170363"/>
                  <a:gd name="connsiteY4" fmla="*/ 1123420 h 2023961"/>
                  <a:gd name="connsiteX5" fmla="*/ 609017 w 1170363"/>
                  <a:gd name="connsiteY5" fmla="*/ 316970 h 2023961"/>
                  <a:gd name="connsiteX6" fmla="*/ 529061 w 1170363"/>
                  <a:gd name="connsiteY6" fmla="*/ 216904 h 2023961"/>
                  <a:gd name="connsiteX7" fmla="*/ 0 w 1170363"/>
                  <a:gd name="connsiteY7" fmla="*/ 69267 h 2023961"/>
                  <a:gd name="connsiteX8" fmla="*/ 176213 w 1170363"/>
                  <a:gd name="connsiteY8" fmla="*/ 0 h 2023961"/>
                  <a:gd name="connsiteX0" fmla="*/ 176213 w 1199031"/>
                  <a:gd name="connsiteY0" fmla="*/ 0 h 2023961"/>
                  <a:gd name="connsiteX1" fmla="*/ 671936 w 1199031"/>
                  <a:gd name="connsiteY1" fmla="*/ 119063 h 2023961"/>
                  <a:gd name="connsiteX2" fmla="*/ 1148767 w 1199031"/>
                  <a:gd name="connsiteY2" fmla="*/ 507470 h 2023961"/>
                  <a:gd name="connsiteX3" fmla="*/ 1031292 w 1199031"/>
                  <a:gd name="connsiteY3" fmla="*/ 2009245 h 2023961"/>
                  <a:gd name="connsiteX4" fmla="*/ 1097967 w 1199031"/>
                  <a:gd name="connsiteY4" fmla="*/ 1123420 h 2023961"/>
                  <a:gd name="connsiteX5" fmla="*/ 609017 w 1199031"/>
                  <a:gd name="connsiteY5" fmla="*/ 316970 h 2023961"/>
                  <a:gd name="connsiteX6" fmla="*/ 529061 w 1199031"/>
                  <a:gd name="connsiteY6" fmla="*/ 216904 h 2023961"/>
                  <a:gd name="connsiteX7" fmla="*/ 0 w 1199031"/>
                  <a:gd name="connsiteY7" fmla="*/ 69267 h 2023961"/>
                  <a:gd name="connsiteX8" fmla="*/ 176213 w 1199031"/>
                  <a:gd name="connsiteY8" fmla="*/ 0 h 2023961"/>
                  <a:gd name="connsiteX0" fmla="*/ 176213 w 1199031"/>
                  <a:gd name="connsiteY0" fmla="*/ 0 h 2019677"/>
                  <a:gd name="connsiteX1" fmla="*/ 671936 w 1199031"/>
                  <a:gd name="connsiteY1" fmla="*/ 119063 h 2019677"/>
                  <a:gd name="connsiteX2" fmla="*/ 1148767 w 1199031"/>
                  <a:gd name="connsiteY2" fmla="*/ 507470 h 2019677"/>
                  <a:gd name="connsiteX3" fmla="*/ 1031292 w 1199031"/>
                  <a:gd name="connsiteY3" fmla="*/ 2009245 h 2019677"/>
                  <a:gd name="connsiteX4" fmla="*/ 1097967 w 1199031"/>
                  <a:gd name="connsiteY4" fmla="*/ 1123420 h 2019677"/>
                  <a:gd name="connsiteX5" fmla="*/ 609017 w 1199031"/>
                  <a:gd name="connsiteY5" fmla="*/ 316970 h 2019677"/>
                  <a:gd name="connsiteX6" fmla="*/ 529061 w 1199031"/>
                  <a:gd name="connsiteY6" fmla="*/ 216904 h 2019677"/>
                  <a:gd name="connsiteX7" fmla="*/ 0 w 1199031"/>
                  <a:gd name="connsiteY7" fmla="*/ 69267 h 2019677"/>
                  <a:gd name="connsiteX8" fmla="*/ 176213 w 1199031"/>
                  <a:gd name="connsiteY8" fmla="*/ 0 h 2019677"/>
                  <a:gd name="connsiteX0" fmla="*/ 176213 w 1199031"/>
                  <a:gd name="connsiteY0" fmla="*/ 0 h 2019677"/>
                  <a:gd name="connsiteX1" fmla="*/ 671936 w 1199031"/>
                  <a:gd name="connsiteY1" fmla="*/ 119063 h 2019677"/>
                  <a:gd name="connsiteX2" fmla="*/ 1148767 w 1199031"/>
                  <a:gd name="connsiteY2" fmla="*/ 507470 h 2019677"/>
                  <a:gd name="connsiteX3" fmla="*/ 1031292 w 1199031"/>
                  <a:gd name="connsiteY3" fmla="*/ 2009245 h 2019677"/>
                  <a:gd name="connsiteX4" fmla="*/ 1097967 w 1199031"/>
                  <a:gd name="connsiteY4" fmla="*/ 1123420 h 2019677"/>
                  <a:gd name="connsiteX5" fmla="*/ 609017 w 1199031"/>
                  <a:gd name="connsiteY5" fmla="*/ 316970 h 2019677"/>
                  <a:gd name="connsiteX6" fmla="*/ 529061 w 1199031"/>
                  <a:gd name="connsiteY6" fmla="*/ 216904 h 2019677"/>
                  <a:gd name="connsiteX7" fmla="*/ 0 w 1199031"/>
                  <a:gd name="connsiteY7" fmla="*/ 69267 h 2019677"/>
                  <a:gd name="connsiteX8" fmla="*/ 176213 w 1199031"/>
                  <a:gd name="connsiteY8" fmla="*/ 0 h 2019677"/>
                  <a:gd name="connsiteX0" fmla="*/ 176213 w 1197656"/>
                  <a:gd name="connsiteY0" fmla="*/ 0 h 2019677"/>
                  <a:gd name="connsiteX1" fmla="*/ 671936 w 1197656"/>
                  <a:gd name="connsiteY1" fmla="*/ 119063 h 2019677"/>
                  <a:gd name="connsiteX2" fmla="*/ 1148767 w 1197656"/>
                  <a:gd name="connsiteY2" fmla="*/ 507470 h 2019677"/>
                  <a:gd name="connsiteX3" fmla="*/ 1164642 w 1197656"/>
                  <a:gd name="connsiteY3" fmla="*/ 1361545 h 2019677"/>
                  <a:gd name="connsiteX4" fmla="*/ 1031292 w 1197656"/>
                  <a:gd name="connsiteY4" fmla="*/ 2009245 h 2019677"/>
                  <a:gd name="connsiteX5" fmla="*/ 1097967 w 1197656"/>
                  <a:gd name="connsiteY5" fmla="*/ 1123420 h 2019677"/>
                  <a:gd name="connsiteX6" fmla="*/ 609017 w 1197656"/>
                  <a:gd name="connsiteY6" fmla="*/ 316970 h 2019677"/>
                  <a:gd name="connsiteX7" fmla="*/ 529061 w 1197656"/>
                  <a:gd name="connsiteY7" fmla="*/ 216904 h 2019677"/>
                  <a:gd name="connsiteX8" fmla="*/ 0 w 1197656"/>
                  <a:gd name="connsiteY8" fmla="*/ 69267 h 2019677"/>
                  <a:gd name="connsiteX9" fmla="*/ 176213 w 1197656"/>
                  <a:gd name="connsiteY9" fmla="*/ 0 h 2019677"/>
                  <a:gd name="connsiteX0" fmla="*/ 176213 w 1226039"/>
                  <a:gd name="connsiteY0" fmla="*/ 0 h 2019677"/>
                  <a:gd name="connsiteX1" fmla="*/ 671936 w 1226039"/>
                  <a:gd name="connsiteY1" fmla="*/ 119063 h 2019677"/>
                  <a:gd name="connsiteX2" fmla="*/ 1148767 w 1226039"/>
                  <a:gd name="connsiteY2" fmla="*/ 507470 h 2019677"/>
                  <a:gd name="connsiteX3" fmla="*/ 1164642 w 1226039"/>
                  <a:gd name="connsiteY3" fmla="*/ 1361545 h 2019677"/>
                  <a:gd name="connsiteX4" fmla="*/ 1031292 w 1226039"/>
                  <a:gd name="connsiteY4" fmla="*/ 2009245 h 2019677"/>
                  <a:gd name="connsiteX5" fmla="*/ 1097967 w 1226039"/>
                  <a:gd name="connsiteY5" fmla="*/ 1123420 h 2019677"/>
                  <a:gd name="connsiteX6" fmla="*/ 609017 w 1226039"/>
                  <a:gd name="connsiteY6" fmla="*/ 316970 h 2019677"/>
                  <a:gd name="connsiteX7" fmla="*/ 529061 w 1226039"/>
                  <a:gd name="connsiteY7" fmla="*/ 216904 h 2019677"/>
                  <a:gd name="connsiteX8" fmla="*/ 0 w 1226039"/>
                  <a:gd name="connsiteY8" fmla="*/ 69267 h 2019677"/>
                  <a:gd name="connsiteX9" fmla="*/ 176213 w 1226039"/>
                  <a:gd name="connsiteY9" fmla="*/ 0 h 2019677"/>
                  <a:gd name="connsiteX0" fmla="*/ 176213 w 1226039"/>
                  <a:gd name="connsiteY0" fmla="*/ 0 h 2019677"/>
                  <a:gd name="connsiteX1" fmla="*/ 671936 w 1226039"/>
                  <a:gd name="connsiteY1" fmla="*/ 119063 h 2019677"/>
                  <a:gd name="connsiteX2" fmla="*/ 1148767 w 1226039"/>
                  <a:gd name="connsiteY2" fmla="*/ 507470 h 2019677"/>
                  <a:gd name="connsiteX3" fmla="*/ 1164642 w 1226039"/>
                  <a:gd name="connsiteY3" fmla="*/ 1361545 h 2019677"/>
                  <a:gd name="connsiteX4" fmla="*/ 1031292 w 1226039"/>
                  <a:gd name="connsiteY4" fmla="*/ 2009245 h 2019677"/>
                  <a:gd name="connsiteX5" fmla="*/ 1097967 w 1226039"/>
                  <a:gd name="connsiteY5" fmla="*/ 1123420 h 2019677"/>
                  <a:gd name="connsiteX6" fmla="*/ 609017 w 1226039"/>
                  <a:gd name="connsiteY6" fmla="*/ 316970 h 2019677"/>
                  <a:gd name="connsiteX7" fmla="*/ 529061 w 1226039"/>
                  <a:gd name="connsiteY7" fmla="*/ 216904 h 2019677"/>
                  <a:gd name="connsiteX8" fmla="*/ 0 w 1226039"/>
                  <a:gd name="connsiteY8" fmla="*/ 69267 h 2019677"/>
                  <a:gd name="connsiteX9" fmla="*/ 176213 w 1226039"/>
                  <a:gd name="connsiteY9" fmla="*/ 0 h 2019677"/>
                  <a:gd name="connsiteX0" fmla="*/ 176213 w 1226039"/>
                  <a:gd name="connsiteY0" fmla="*/ 0 h 2019677"/>
                  <a:gd name="connsiteX1" fmla="*/ 671936 w 1226039"/>
                  <a:gd name="connsiteY1" fmla="*/ 119063 h 2019677"/>
                  <a:gd name="connsiteX2" fmla="*/ 1148767 w 1226039"/>
                  <a:gd name="connsiteY2" fmla="*/ 507470 h 2019677"/>
                  <a:gd name="connsiteX3" fmla="*/ 1164642 w 1226039"/>
                  <a:gd name="connsiteY3" fmla="*/ 1361545 h 2019677"/>
                  <a:gd name="connsiteX4" fmla="*/ 1031292 w 1226039"/>
                  <a:gd name="connsiteY4" fmla="*/ 2009245 h 2019677"/>
                  <a:gd name="connsiteX5" fmla="*/ 1097967 w 1226039"/>
                  <a:gd name="connsiteY5" fmla="*/ 1123420 h 2019677"/>
                  <a:gd name="connsiteX6" fmla="*/ 609017 w 1226039"/>
                  <a:gd name="connsiteY6" fmla="*/ 316970 h 2019677"/>
                  <a:gd name="connsiteX7" fmla="*/ 529061 w 1226039"/>
                  <a:gd name="connsiteY7" fmla="*/ 216904 h 2019677"/>
                  <a:gd name="connsiteX8" fmla="*/ 0 w 1226039"/>
                  <a:gd name="connsiteY8" fmla="*/ 69267 h 2019677"/>
                  <a:gd name="connsiteX9" fmla="*/ 176213 w 1226039"/>
                  <a:gd name="connsiteY9" fmla="*/ 0 h 2019677"/>
                  <a:gd name="connsiteX0" fmla="*/ 176213 w 1226039"/>
                  <a:gd name="connsiteY0" fmla="*/ 0 h 2009812"/>
                  <a:gd name="connsiteX1" fmla="*/ 671936 w 1226039"/>
                  <a:gd name="connsiteY1" fmla="*/ 119063 h 2009812"/>
                  <a:gd name="connsiteX2" fmla="*/ 1148767 w 1226039"/>
                  <a:gd name="connsiteY2" fmla="*/ 507470 h 2009812"/>
                  <a:gd name="connsiteX3" fmla="*/ 1164642 w 1226039"/>
                  <a:gd name="connsiteY3" fmla="*/ 1361545 h 2009812"/>
                  <a:gd name="connsiteX4" fmla="*/ 1031292 w 1226039"/>
                  <a:gd name="connsiteY4" fmla="*/ 2009245 h 2009812"/>
                  <a:gd name="connsiteX5" fmla="*/ 1097967 w 1226039"/>
                  <a:gd name="connsiteY5" fmla="*/ 1123420 h 2009812"/>
                  <a:gd name="connsiteX6" fmla="*/ 609017 w 1226039"/>
                  <a:gd name="connsiteY6" fmla="*/ 316970 h 2009812"/>
                  <a:gd name="connsiteX7" fmla="*/ 529061 w 1226039"/>
                  <a:gd name="connsiteY7" fmla="*/ 216904 h 2009812"/>
                  <a:gd name="connsiteX8" fmla="*/ 0 w 1226039"/>
                  <a:gd name="connsiteY8" fmla="*/ 69267 h 2009812"/>
                  <a:gd name="connsiteX9" fmla="*/ 176213 w 1226039"/>
                  <a:gd name="connsiteY9" fmla="*/ 0 h 2009812"/>
                  <a:gd name="connsiteX0" fmla="*/ 176213 w 1226039"/>
                  <a:gd name="connsiteY0" fmla="*/ 22522 h 2032334"/>
                  <a:gd name="connsiteX1" fmla="*/ 671936 w 1226039"/>
                  <a:gd name="connsiteY1" fmla="*/ 141585 h 2032334"/>
                  <a:gd name="connsiteX2" fmla="*/ 1148767 w 1226039"/>
                  <a:gd name="connsiteY2" fmla="*/ 529992 h 2032334"/>
                  <a:gd name="connsiteX3" fmla="*/ 1164642 w 1226039"/>
                  <a:gd name="connsiteY3" fmla="*/ 1384067 h 2032334"/>
                  <a:gd name="connsiteX4" fmla="*/ 1031292 w 1226039"/>
                  <a:gd name="connsiteY4" fmla="*/ 2031767 h 2032334"/>
                  <a:gd name="connsiteX5" fmla="*/ 1097967 w 1226039"/>
                  <a:gd name="connsiteY5" fmla="*/ 1145942 h 2032334"/>
                  <a:gd name="connsiteX6" fmla="*/ 609017 w 1226039"/>
                  <a:gd name="connsiteY6" fmla="*/ 339492 h 2032334"/>
                  <a:gd name="connsiteX7" fmla="*/ 529061 w 1226039"/>
                  <a:gd name="connsiteY7" fmla="*/ 239426 h 2032334"/>
                  <a:gd name="connsiteX8" fmla="*/ 0 w 1226039"/>
                  <a:gd name="connsiteY8" fmla="*/ 91789 h 2032334"/>
                  <a:gd name="connsiteX9" fmla="*/ 176213 w 1226039"/>
                  <a:gd name="connsiteY9" fmla="*/ 22522 h 2032334"/>
                  <a:gd name="connsiteX0" fmla="*/ 176213 w 1226039"/>
                  <a:gd name="connsiteY0" fmla="*/ 26631 h 2036443"/>
                  <a:gd name="connsiteX1" fmla="*/ 671936 w 1226039"/>
                  <a:gd name="connsiteY1" fmla="*/ 145694 h 2036443"/>
                  <a:gd name="connsiteX2" fmla="*/ 1148767 w 1226039"/>
                  <a:gd name="connsiteY2" fmla="*/ 534101 h 2036443"/>
                  <a:gd name="connsiteX3" fmla="*/ 1164642 w 1226039"/>
                  <a:gd name="connsiteY3" fmla="*/ 1388176 h 2036443"/>
                  <a:gd name="connsiteX4" fmla="*/ 1031292 w 1226039"/>
                  <a:gd name="connsiteY4" fmla="*/ 2035876 h 2036443"/>
                  <a:gd name="connsiteX5" fmla="*/ 1097967 w 1226039"/>
                  <a:gd name="connsiteY5" fmla="*/ 1150051 h 2036443"/>
                  <a:gd name="connsiteX6" fmla="*/ 609017 w 1226039"/>
                  <a:gd name="connsiteY6" fmla="*/ 343601 h 2036443"/>
                  <a:gd name="connsiteX7" fmla="*/ 529061 w 1226039"/>
                  <a:gd name="connsiteY7" fmla="*/ 243535 h 2036443"/>
                  <a:gd name="connsiteX8" fmla="*/ 0 w 1226039"/>
                  <a:gd name="connsiteY8" fmla="*/ 95898 h 2036443"/>
                  <a:gd name="connsiteX9" fmla="*/ 176213 w 1226039"/>
                  <a:gd name="connsiteY9" fmla="*/ 26631 h 2036443"/>
                  <a:gd name="connsiteX0" fmla="*/ 176213 w 1226039"/>
                  <a:gd name="connsiteY0" fmla="*/ 26631 h 2036443"/>
                  <a:gd name="connsiteX1" fmla="*/ 671936 w 1226039"/>
                  <a:gd name="connsiteY1" fmla="*/ 145694 h 2036443"/>
                  <a:gd name="connsiteX2" fmla="*/ 1148767 w 1226039"/>
                  <a:gd name="connsiteY2" fmla="*/ 534101 h 2036443"/>
                  <a:gd name="connsiteX3" fmla="*/ 1164642 w 1226039"/>
                  <a:gd name="connsiteY3" fmla="*/ 1388176 h 2036443"/>
                  <a:gd name="connsiteX4" fmla="*/ 1031292 w 1226039"/>
                  <a:gd name="connsiteY4" fmla="*/ 2035876 h 2036443"/>
                  <a:gd name="connsiteX5" fmla="*/ 1097967 w 1226039"/>
                  <a:gd name="connsiteY5" fmla="*/ 1150051 h 2036443"/>
                  <a:gd name="connsiteX6" fmla="*/ 609017 w 1226039"/>
                  <a:gd name="connsiteY6" fmla="*/ 343601 h 2036443"/>
                  <a:gd name="connsiteX7" fmla="*/ 529061 w 1226039"/>
                  <a:gd name="connsiteY7" fmla="*/ 243535 h 2036443"/>
                  <a:gd name="connsiteX8" fmla="*/ 0 w 1226039"/>
                  <a:gd name="connsiteY8" fmla="*/ 114948 h 2036443"/>
                  <a:gd name="connsiteX9" fmla="*/ 176213 w 1226039"/>
                  <a:gd name="connsiteY9" fmla="*/ 26631 h 2036443"/>
                  <a:gd name="connsiteX0" fmla="*/ 176213 w 1226039"/>
                  <a:gd name="connsiteY0" fmla="*/ 26631 h 2036443"/>
                  <a:gd name="connsiteX1" fmla="*/ 671936 w 1226039"/>
                  <a:gd name="connsiteY1" fmla="*/ 145694 h 2036443"/>
                  <a:gd name="connsiteX2" fmla="*/ 1148767 w 1226039"/>
                  <a:gd name="connsiteY2" fmla="*/ 534101 h 2036443"/>
                  <a:gd name="connsiteX3" fmla="*/ 1164642 w 1226039"/>
                  <a:gd name="connsiteY3" fmla="*/ 1388176 h 2036443"/>
                  <a:gd name="connsiteX4" fmla="*/ 1031292 w 1226039"/>
                  <a:gd name="connsiteY4" fmla="*/ 2035876 h 2036443"/>
                  <a:gd name="connsiteX5" fmla="*/ 1097967 w 1226039"/>
                  <a:gd name="connsiteY5" fmla="*/ 1150051 h 2036443"/>
                  <a:gd name="connsiteX6" fmla="*/ 609017 w 1226039"/>
                  <a:gd name="connsiteY6" fmla="*/ 343601 h 2036443"/>
                  <a:gd name="connsiteX7" fmla="*/ 529061 w 1226039"/>
                  <a:gd name="connsiteY7" fmla="*/ 243535 h 2036443"/>
                  <a:gd name="connsiteX8" fmla="*/ 0 w 1226039"/>
                  <a:gd name="connsiteY8" fmla="*/ 119711 h 2036443"/>
                  <a:gd name="connsiteX9" fmla="*/ 176213 w 1226039"/>
                  <a:gd name="connsiteY9" fmla="*/ 26631 h 203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6039" h="2036443">
                    <a:moveTo>
                      <a:pt x="176213" y="26631"/>
                    </a:moveTo>
                    <a:cubicBezTo>
                      <a:pt x="671654" y="-54331"/>
                      <a:pt x="595595" y="67906"/>
                      <a:pt x="671936" y="145694"/>
                    </a:cubicBezTo>
                    <a:cubicBezTo>
                      <a:pt x="798045" y="260964"/>
                      <a:pt x="1077762" y="366708"/>
                      <a:pt x="1148767" y="534101"/>
                    </a:cubicBezTo>
                    <a:cubicBezTo>
                      <a:pt x="1235647" y="741181"/>
                      <a:pt x="1260421" y="1147405"/>
                      <a:pt x="1164642" y="1388176"/>
                    </a:cubicBezTo>
                    <a:cubicBezTo>
                      <a:pt x="1145063" y="1638472"/>
                      <a:pt x="1151942" y="2037463"/>
                      <a:pt x="1031292" y="2035876"/>
                    </a:cubicBezTo>
                    <a:cubicBezTo>
                      <a:pt x="860900" y="2052809"/>
                      <a:pt x="860371" y="1689272"/>
                      <a:pt x="1097967" y="1150051"/>
                    </a:cubicBezTo>
                    <a:cubicBezTo>
                      <a:pt x="1078388" y="991830"/>
                      <a:pt x="1246760" y="569829"/>
                      <a:pt x="609017" y="343601"/>
                    </a:cubicBezTo>
                    <a:lnTo>
                      <a:pt x="529061" y="243535"/>
                    </a:lnTo>
                    <a:lnTo>
                      <a:pt x="0" y="119711"/>
                    </a:lnTo>
                    <a:lnTo>
                      <a:pt x="176213" y="26631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9EA44A3-1E73-4EB7-B31D-C70F0901659B}"/>
                  </a:ext>
                </a:extLst>
              </p:cNvPr>
              <p:cNvSpPr/>
              <p:nvPr/>
            </p:nvSpPr>
            <p:spPr>
              <a:xfrm>
                <a:off x="9469660" y="5685832"/>
                <a:ext cx="198677" cy="632451"/>
              </a:xfrm>
              <a:custGeom>
                <a:avLst/>
                <a:gdLst>
                  <a:gd name="connsiteX0" fmla="*/ 0 w 80990"/>
                  <a:gd name="connsiteY0" fmla="*/ 0 h 198111"/>
                  <a:gd name="connsiteX1" fmla="*/ 80990 w 80990"/>
                  <a:gd name="connsiteY1" fmla="*/ 0 h 198111"/>
                  <a:gd name="connsiteX2" fmla="*/ 80990 w 80990"/>
                  <a:gd name="connsiteY2" fmla="*/ 198111 h 198111"/>
                  <a:gd name="connsiteX3" fmla="*/ 0 w 80990"/>
                  <a:gd name="connsiteY3" fmla="*/ 198111 h 198111"/>
                  <a:gd name="connsiteX4" fmla="*/ 0 w 80990"/>
                  <a:gd name="connsiteY4" fmla="*/ 0 h 198111"/>
                  <a:gd name="connsiteX0" fmla="*/ 30480 w 111470"/>
                  <a:gd name="connsiteY0" fmla="*/ 0 h 571491"/>
                  <a:gd name="connsiteX1" fmla="*/ 111470 w 111470"/>
                  <a:gd name="connsiteY1" fmla="*/ 0 h 571491"/>
                  <a:gd name="connsiteX2" fmla="*/ 111470 w 111470"/>
                  <a:gd name="connsiteY2" fmla="*/ 198111 h 571491"/>
                  <a:gd name="connsiteX3" fmla="*/ 0 w 111470"/>
                  <a:gd name="connsiteY3" fmla="*/ 571491 h 571491"/>
                  <a:gd name="connsiteX4" fmla="*/ 30480 w 111470"/>
                  <a:gd name="connsiteY4" fmla="*/ 0 h 571491"/>
                  <a:gd name="connsiteX0" fmla="*/ 45720 w 111470"/>
                  <a:gd name="connsiteY0" fmla="*/ 0 h 632451"/>
                  <a:gd name="connsiteX1" fmla="*/ 111470 w 111470"/>
                  <a:gd name="connsiteY1" fmla="*/ 60960 h 632451"/>
                  <a:gd name="connsiteX2" fmla="*/ 111470 w 111470"/>
                  <a:gd name="connsiteY2" fmla="*/ 259071 h 632451"/>
                  <a:gd name="connsiteX3" fmla="*/ 0 w 111470"/>
                  <a:gd name="connsiteY3" fmla="*/ 632451 h 632451"/>
                  <a:gd name="connsiteX4" fmla="*/ 45720 w 111470"/>
                  <a:gd name="connsiteY4" fmla="*/ 0 h 632451"/>
                  <a:gd name="connsiteX0" fmla="*/ 84181 w 149931"/>
                  <a:gd name="connsiteY0" fmla="*/ 0 h 632451"/>
                  <a:gd name="connsiteX1" fmla="*/ 149931 w 149931"/>
                  <a:gd name="connsiteY1" fmla="*/ 60960 h 632451"/>
                  <a:gd name="connsiteX2" fmla="*/ 149931 w 149931"/>
                  <a:gd name="connsiteY2" fmla="*/ 259071 h 632451"/>
                  <a:gd name="connsiteX3" fmla="*/ 38461 w 149931"/>
                  <a:gd name="connsiteY3" fmla="*/ 632451 h 632451"/>
                  <a:gd name="connsiteX4" fmla="*/ 84181 w 149931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62959 w 174429"/>
                  <a:gd name="connsiteY2" fmla="*/ 632451 h 632451"/>
                  <a:gd name="connsiteX3" fmla="*/ 108679 w 174429"/>
                  <a:gd name="connsiteY3" fmla="*/ 0 h 632451"/>
                  <a:gd name="connsiteX0" fmla="*/ 108679 w 108679"/>
                  <a:gd name="connsiteY0" fmla="*/ 0 h 632451"/>
                  <a:gd name="connsiteX1" fmla="*/ 62959 w 108679"/>
                  <a:gd name="connsiteY1" fmla="*/ 632451 h 632451"/>
                  <a:gd name="connsiteX2" fmla="*/ 108679 w 108679"/>
                  <a:gd name="connsiteY2" fmla="*/ 0 h 632451"/>
                  <a:gd name="connsiteX0" fmla="*/ 108679 w 173873"/>
                  <a:gd name="connsiteY0" fmla="*/ 0 h 632451"/>
                  <a:gd name="connsiteX1" fmla="*/ 62959 w 173873"/>
                  <a:gd name="connsiteY1" fmla="*/ 632451 h 632451"/>
                  <a:gd name="connsiteX2" fmla="*/ 108679 w 173873"/>
                  <a:gd name="connsiteY2" fmla="*/ 0 h 632451"/>
                  <a:gd name="connsiteX0" fmla="*/ 108679 w 198677"/>
                  <a:gd name="connsiteY0" fmla="*/ 0 h 632451"/>
                  <a:gd name="connsiteX1" fmla="*/ 62959 w 198677"/>
                  <a:gd name="connsiteY1" fmla="*/ 632451 h 632451"/>
                  <a:gd name="connsiteX2" fmla="*/ 108679 w 198677"/>
                  <a:gd name="connsiteY2" fmla="*/ 0 h 632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8677" h="632451">
                    <a:moveTo>
                      <a:pt x="108679" y="0"/>
                    </a:moveTo>
                    <a:cubicBezTo>
                      <a:pt x="177259" y="187957"/>
                      <a:pt x="291559" y="566414"/>
                      <a:pt x="62959" y="632451"/>
                    </a:cubicBezTo>
                    <a:cubicBezTo>
                      <a:pt x="1999" y="581654"/>
                      <a:pt x="-58961" y="439417"/>
                      <a:pt x="108679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8">
                <a:extLst>
                  <a:ext uri="{FF2B5EF4-FFF2-40B4-BE49-F238E27FC236}">
                    <a16:creationId xmlns:a16="http://schemas.microsoft.com/office/drawing/2014/main" id="{8AFE4BD3-A922-4397-981B-761AAE46CE9D}"/>
                  </a:ext>
                </a:extLst>
              </p:cNvPr>
              <p:cNvSpPr/>
              <p:nvPr/>
            </p:nvSpPr>
            <p:spPr>
              <a:xfrm rot="874961" flipH="1">
                <a:off x="10139881" y="4943161"/>
                <a:ext cx="78904" cy="147678"/>
              </a:xfrm>
              <a:custGeom>
                <a:avLst/>
                <a:gdLst>
                  <a:gd name="connsiteX0" fmla="*/ 0 w 80990"/>
                  <a:gd name="connsiteY0" fmla="*/ 0 h 198111"/>
                  <a:gd name="connsiteX1" fmla="*/ 80990 w 80990"/>
                  <a:gd name="connsiteY1" fmla="*/ 0 h 198111"/>
                  <a:gd name="connsiteX2" fmla="*/ 80990 w 80990"/>
                  <a:gd name="connsiteY2" fmla="*/ 198111 h 198111"/>
                  <a:gd name="connsiteX3" fmla="*/ 0 w 80990"/>
                  <a:gd name="connsiteY3" fmla="*/ 198111 h 198111"/>
                  <a:gd name="connsiteX4" fmla="*/ 0 w 80990"/>
                  <a:gd name="connsiteY4" fmla="*/ 0 h 198111"/>
                  <a:gd name="connsiteX0" fmla="*/ 30480 w 111470"/>
                  <a:gd name="connsiteY0" fmla="*/ 0 h 571491"/>
                  <a:gd name="connsiteX1" fmla="*/ 111470 w 111470"/>
                  <a:gd name="connsiteY1" fmla="*/ 0 h 571491"/>
                  <a:gd name="connsiteX2" fmla="*/ 111470 w 111470"/>
                  <a:gd name="connsiteY2" fmla="*/ 198111 h 571491"/>
                  <a:gd name="connsiteX3" fmla="*/ 0 w 111470"/>
                  <a:gd name="connsiteY3" fmla="*/ 571491 h 571491"/>
                  <a:gd name="connsiteX4" fmla="*/ 30480 w 111470"/>
                  <a:gd name="connsiteY4" fmla="*/ 0 h 571491"/>
                  <a:gd name="connsiteX0" fmla="*/ 45720 w 111470"/>
                  <a:gd name="connsiteY0" fmla="*/ 0 h 632451"/>
                  <a:gd name="connsiteX1" fmla="*/ 111470 w 111470"/>
                  <a:gd name="connsiteY1" fmla="*/ 60960 h 632451"/>
                  <a:gd name="connsiteX2" fmla="*/ 111470 w 111470"/>
                  <a:gd name="connsiteY2" fmla="*/ 259071 h 632451"/>
                  <a:gd name="connsiteX3" fmla="*/ 0 w 111470"/>
                  <a:gd name="connsiteY3" fmla="*/ 632451 h 632451"/>
                  <a:gd name="connsiteX4" fmla="*/ 45720 w 111470"/>
                  <a:gd name="connsiteY4" fmla="*/ 0 h 632451"/>
                  <a:gd name="connsiteX0" fmla="*/ 84181 w 149931"/>
                  <a:gd name="connsiteY0" fmla="*/ 0 h 632451"/>
                  <a:gd name="connsiteX1" fmla="*/ 149931 w 149931"/>
                  <a:gd name="connsiteY1" fmla="*/ 60960 h 632451"/>
                  <a:gd name="connsiteX2" fmla="*/ 149931 w 149931"/>
                  <a:gd name="connsiteY2" fmla="*/ 259071 h 632451"/>
                  <a:gd name="connsiteX3" fmla="*/ 38461 w 149931"/>
                  <a:gd name="connsiteY3" fmla="*/ 632451 h 632451"/>
                  <a:gd name="connsiteX4" fmla="*/ 84181 w 149931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62959 w 174429"/>
                  <a:gd name="connsiteY2" fmla="*/ 632451 h 632451"/>
                  <a:gd name="connsiteX3" fmla="*/ 108679 w 174429"/>
                  <a:gd name="connsiteY3" fmla="*/ 0 h 632451"/>
                  <a:gd name="connsiteX0" fmla="*/ 108679 w 108679"/>
                  <a:gd name="connsiteY0" fmla="*/ 0 h 632451"/>
                  <a:gd name="connsiteX1" fmla="*/ 62959 w 108679"/>
                  <a:gd name="connsiteY1" fmla="*/ 632451 h 632451"/>
                  <a:gd name="connsiteX2" fmla="*/ 108679 w 108679"/>
                  <a:gd name="connsiteY2" fmla="*/ 0 h 632451"/>
                  <a:gd name="connsiteX0" fmla="*/ 108679 w 173873"/>
                  <a:gd name="connsiteY0" fmla="*/ 0 h 632451"/>
                  <a:gd name="connsiteX1" fmla="*/ 62959 w 173873"/>
                  <a:gd name="connsiteY1" fmla="*/ 632451 h 632451"/>
                  <a:gd name="connsiteX2" fmla="*/ 108679 w 173873"/>
                  <a:gd name="connsiteY2" fmla="*/ 0 h 632451"/>
                  <a:gd name="connsiteX0" fmla="*/ 108679 w 198677"/>
                  <a:gd name="connsiteY0" fmla="*/ 0 h 632451"/>
                  <a:gd name="connsiteX1" fmla="*/ 62959 w 198677"/>
                  <a:gd name="connsiteY1" fmla="*/ 632451 h 632451"/>
                  <a:gd name="connsiteX2" fmla="*/ 108679 w 198677"/>
                  <a:gd name="connsiteY2" fmla="*/ 0 h 632451"/>
                  <a:gd name="connsiteX0" fmla="*/ 99611 w 201896"/>
                  <a:gd name="connsiteY0" fmla="*/ 0 h 553991"/>
                  <a:gd name="connsiteX1" fmla="*/ 74307 w 201896"/>
                  <a:gd name="connsiteY1" fmla="*/ 553991 h 553991"/>
                  <a:gd name="connsiteX2" fmla="*/ 99611 w 201896"/>
                  <a:gd name="connsiteY2" fmla="*/ 0 h 553991"/>
                  <a:gd name="connsiteX0" fmla="*/ 112336 w 214621"/>
                  <a:gd name="connsiteY0" fmla="*/ 0 h 553991"/>
                  <a:gd name="connsiteX1" fmla="*/ 87032 w 214621"/>
                  <a:gd name="connsiteY1" fmla="*/ 553991 h 553991"/>
                  <a:gd name="connsiteX2" fmla="*/ 112336 w 214621"/>
                  <a:gd name="connsiteY2" fmla="*/ 0 h 553991"/>
                  <a:gd name="connsiteX0" fmla="*/ 112336 w 248230"/>
                  <a:gd name="connsiteY0" fmla="*/ 0 h 553991"/>
                  <a:gd name="connsiteX1" fmla="*/ 87032 w 248230"/>
                  <a:gd name="connsiteY1" fmla="*/ 553991 h 553991"/>
                  <a:gd name="connsiteX2" fmla="*/ 112336 w 248230"/>
                  <a:gd name="connsiteY2" fmla="*/ 0 h 553991"/>
                  <a:gd name="connsiteX0" fmla="*/ 143482 w 279376"/>
                  <a:gd name="connsiteY0" fmla="*/ 0 h 553991"/>
                  <a:gd name="connsiteX1" fmla="*/ 118178 w 279376"/>
                  <a:gd name="connsiteY1" fmla="*/ 553991 h 553991"/>
                  <a:gd name="connsiteX2" fmla="*/ 143482 w 279376"/>
                  <a:gd name="connsiteY2" fmla="*/ 0 h 553991"/>
                  <a:gd name="connsiteX0" fmla="*/ 143482 w 319264"/>
                  <a:gd name="connsiteY0" fmla="*/ 0 h 553991"/>
                  <a:gd name="connsiteX1" fmla="*/ 118178 w 319264"/>
                  <a:gd name="connsiteY1" fmla="*/ 553991 h 553991"/>
                  <a:gd name="connsiteX2" fmla="*/ 143482 w 319264"/>
                  <a:gd name="connsiteY2" fmla="*/ 0 h 553991"/>
                  <a:gd name="connsiteX0" fmla="*/ 146058 w 321840"/>
                  <a:gd name="connsiteY0" fmla="*/ 0 h 553991"/>
                  <a:gd name="connsiteX1" fmla="*/ 120754 w 321840"/>
                  <a:gd name="connsiteY1" fmla="*/ 553991 h 553991"/>
                  <a:gd name="connsiteX2" fmla="*/ 146058 w 321840"/>
                  <a:gd name="connsiteY2" fmla="*/ 0 h 553991"/>
                  <a:gd name="connsiteX0" fmla="*/ 146058 w 298467"/>
                  <a:gd name="connsiteY0" fmla="*/ 0 h 558617"/>
                  <a:gd name="connsiteX1" fmla="*/ 120754 w 298467"/>
                  <a:gd name="connsiteY1" fmla="*/ 553991 h 558617"/>
                  <a:gd name="connsiteX2" fmla="*/ 146058 w 298467"/>
                  <a:gd name="connsiteY2" fmla="*/ 0 h 558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8467" h="558617">
                    <a:moveTo>
                      <a:pt x="146058" y="0"/>
                    </a:moveTo>
                    <a:cubicBezTo>
                      <a:pt x="313511" y="129911"/>
                      <a:pt x="391881" y="610700"/>
                      <a:pt x="120754" y="553991"/>
                    </a:cubicBezTo>
                    <a:cubicBezTo>
                      <a:pt x="-36811" y="552526"/>
                      <a:pt x="-52059" y="198807"/>
                      <a:pt x="146058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8">
                <a:extLst>
                  <a:ext uri="{FF2B5EF4-FFF2-40B4-BE49-F238E27FC236}">
                    <a16:creationId xmlns:a16="http://schemas.microsoft.com/office/drawing/2014/main" id="{FCA5F2DA-9BA4-4A78-B75E-E141650DBF5D}"/>
                  </a:ext>
                </a:extLst>
              </p:cNvPr>
              <p:cNvSpPr/>
              <p:nvPr/>
            </p:nvSpPr>
            <p:spPr>
              <a:xfrm rot="17212637" flipH="1">
                <a:off x="9812391" y="3845802"/>
                <a:ext cx="154296" cy="250201"/>
              </a:xfrm>
              <a:custGeom>
                <a:avLst/>
                <a:gdLst>
                  <a:gd name="connsiteX0" fmla="*/ 0 w 80990"/>
                  <a:gd name="connsiteY0" fmla="*/ 0 h 198111"/>
                  <a:gd name="connsiteX1" fmla="*/ 80990 w 80990"/>
                  <a:gd name="connsiteY1" fmla="*/ 0 h 198111"/>
                  <a:gd name="connsiteX2" fmla="*/ 80990 w 80990"/>
                  <a:gd name="connsiteY2" fmla="*/ 198111 h 198111"/>
                  <a:gd name="connsiteX3" fmla="*/ 0 w 80990"/>
                  <a:gd name="connsiteY3" fmla="*/ 198111 h 198111"/>
                  <a:gd name="connsiteX4" fmla="*/ 0 w 80990"/>
                  <a:gd name="connsiteY4" fmla="*/ 0 h 198111"/>
                  <a:gd name="connsiteX0" fmla="*/ 30480 w 111470"/>
                  <a:gd name="connsiteY0" fmla="*/ 0 h 571491"/>
                  <a:gd name="connsiteX1" fmla="*/ 111470 w 111470"/>
                  <a:gd name="connsiteY1" fmla="*/ 0 h 571491"/>
                  <a:gd name="connsiteX2" fmla="*/ 111470 w 111470"/>
                  <a:gd name="connsiteY2" fmla="*/ 198111 h 571491"/>
                  <a:gd name="connsiteX3" fmla="*/ 0 w 111470"/>
                  <a:gd name="connsiteY3" fmla="*/ 571491 h 571491"/>
                  <a:gd name="connsiteX4" fmla="*/ 30480 w 111470"/>
                  <a:gd name="connsiteY4" fmla="*/ 0 h 571491"/>
                  <a:gd name="connsiteX0" fmla="*/ 45720 w 111470"/>
                  <a:gd name="connsiteY0" fmla="*/ 0 h 632451"/>
                  <a:gd name="connsiteX1" fmla="*/ 111470 w 111470"/>
                  <a:gd name="connsiteY1" fmla="*/ 60960 h 632451"/>
                  <a:gd name="connsiteX2" fmla="*/ 111470 w 111470"/>
                  <a:gd name="connsiteY2" fmla="*/ 259071 h 632451"/>
                  <a:gd name="connsiteX3" fmla="*/ 0 w 111470"/>
                  <a:gd name="connsiteY3" fmla="*/ 632451 h 632451"/>
                  <a:gd name="connsiteX4" fmla="*/ 45720 w 111470"/>
                  <a:gd name="connsiteY4" fmla="*/ 0 h 632451"/>
                  <a:gd name="connsiteX0" fmla="*/ 84181 w 149931"/>
                  <a:gd name="connsiteY0" fmla="*/ 0 h 632451"/>
                  <a:gd name="connsiteX1" fmla="*/ 149931 w 149931"/>
                  <a:gd name="connsiteY1" fmla="*/ 60960 h 632451"/>
                  <a:gd name="connsiteX2" fmla="*/ 149931 w 149931"/>
                  <a:gd name="connsiteY2" fmla="*/ 259071 h 632451"/>
                  <a:gd name="connsiteX3" fmla="*/ 38461 w 149931"/>
                  <a:gd name="connsiteY3" fmla="*/ 632451 h 632451"/>
                  <a:gd name="connsiteX4" fmla="*/ 84181 w 149931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62959 w 174429"/>
                  <a:gd name="connsiteY2" fmla="*/ 632451 h 632451"/>
                  <a:gd name="connsiteX3" fmla="*/ 108679 w 174429"/>
                  <a:gd name="connsiteY3" fmla="*/ 0 h 632451"/>
                  <a:gd name="connsiteX0" fmla="*/ 108679 w 108679"/>
                  <a:gd name="connsiteY0" fmla="*/ 0 h 632451"/>
                  <a:gd name="connsiteX1" fmla="*/ 62959 w 108679"/>
                  <a:gd name="connsiteY1" fmla="*/ 632451 h 632451"/>
                  <a:gd name="connsiteX2" fmla="*/ 108679 w 108679"/>
                  <a:gd name="connsiteY2" fmla="*/ 0 h 632451"/>
                  <a:gd name="connsiteX0" fmla="*/ 108679 w 173873"/>
                  <a:gd name="connsiteY0" fmla="*/ 0 h 632451"/>
                  <a:gd name="connsiteX1" fmla="*/ 62959 w 173873"/>
                  <a:gd name="connsiteY1" fmla="*/ 632451 h 632451"/>
                  <a:gd name="connsiteX2" fmla="*/ 108679 w 173873"/>
                  <a:gd name="connsiteY2" fmla="*/ 0 h 632451"/>
                  <a:gd name="connsiteX0" fmla="*/ 108679 w 198677"/>
                  <a:gd name="connsiteY0" fmla="*/ 0 h 632451"/>
                  <a:gd name="connsiteX1" fmla="*/ 62959 w 198677"/>
                  <a:gd name="connsiteY1" fmla="*/ 632451 h 632451"/>
                  <a:gd name="connsiteX2" fmla="*/ 108679 w 198677"/>
                  <a:gd name="connsiteY2" fmla="*/ 0 h 632451"/>
                  <a:gd name="connsiteX0" fmla="*/ 99611 w 201896"/>
                  <a:gd name="connsiteY0" fmla="*/ 0 h 553991"/>
                  <a:gd name="connsiteX1" fmla="*/ 74307 w 201896"/>
                  <a:gd name="connsiteY1" fmla="*/ 553991 h 553991"/>
                  <a:gd name="connsiteX2" fmla="*/ 99611 w 201896"/>
                  <a:gd name="connsiteY2" fmla="*/ 0 h 553991"/>
                  <a:gd name="connsiteX0" fmla="*/ 112336 w 214621"/>
                  <a:gd name="connsiteY0" fmla="*/ 0 h 553991"/>
                  <a:gd name="connsiteX1" fmla="*/ 87032 w 214621"/>
                  <a:gd name="connsiteY1" fmla="*/ 553991 h 553991"/>
                  <a:gd name="connsiteX2" fmla="*/ 112336 w 214621"/>
                  <a:gd name="connsiteY2" fmla="*/ 0 h 553991"/>
                  <a:gd name="connsiteX0" fmla="*/ 112336 w 248230"/>
                  <a:gd name="connsiteY0" fmla="*/ 0 h 553991"/>
                  <a:gd name="connsiteX1" fmla="*/ 87032 w 248230"/>
                  <a:gd name="connsiteY1" fmla="*/ 553991 h 553991"/>
                  <a:gd name="connsiteX2" fmla="*/ 112336 w 248230"/>
                  <a:gd name="connsiteY2" fmla="*/ 0 h 553991"/>
                  <a:gd name="connsiteX0" fmla="*/ 143482 w 279376"/>
                  <a:gd name="connsiteY0" fmla="*/ 0 h 553991"/>
                  <a:gd name="connsiteX1" fmla="*/ 118178 w 279376"/>
                  <a:gd name="connsiteY1" fmla="*/ 553991 h 553991"/>
                  <a:gd name="connsiteX2" fmla="*/ 143482 w 279376"/>
                  <a:gd name="connsiteY2" fmla="*/ 0 h 553991"/>
                  <a:gd name="connsiteX0" fmla="*/ 143482 w 319264"/>
                  <a:gd name="connsiteY0" fmla="*/ 0 h 553991"/>
                  <a:gd name="connsiteX1" fmla="*/ 118178 w 319264"/>
                  <a:gd name="connsiteY1" fmla="*/ 553991 h 553991"/>
                  <a:gd name="connsiteX2" fmla="*/ 143482 w 319264"/>
                  <a:gd name="connsiteY2" fmla="*/ 0 h 553991"/>
                  <a:gd name="connsiteX0" fmla="*/ 146058 w 321840"/>
                  <a:gd name="connsiteY0" fmla="*/ 0 h 553991"/>
                  <a:gd name="connsiteX1" fmla="*/ 120754 w 321840"/>
                  <a:gd name="connsiteY1" fmla="*/ 553991 h 553991"/>
                  <a:gd name="connsiteX2" fmla="*/ 146058 w 321840"/>
                  <a:gd name="connsiteY2" fmla="*/ 0 h 553991"/>
                  <a:gd name="connsiteX0" fmla="*/ 146058 w 298467"/>
                  <a:gd name="connsiteY0" fmla="*/ 0 h 558617"/>
                  <a:gd name="connsiteX1" fmla="*/ 120754 w 298467"/>
                  <a:gd name="connsiteY1" fmla="*/ 553991 h 558617"/>
                  <a:gd name="connsiteX2" fmla="*/ 146058 w 298467"/>
                  <a:gd name="connsiteY2" fmla="*/ 0 h 558617"/>
                  <a:gd name="connsiteX0" fmla="*/ 100851 w 324458"/>
                  <a:gd name="connsiteY0" fmla="*/ 1 h 742394"/>
                  <a:gd name="connsiteX1" fmla="*/ 188853 w 324458"/>
                  <a:gd name="connsiteY1" fmla="*/ 738975 h 742394"/>
                  <a:gd name="connsiteX2" fmla="*/ 100851 w 324458"/>
                  <a:gd name="connsiteY2" fmla="*/ 1 h 742394"/>
                  <a:gd name="connsiteX0" fmla="*/ 58678 w 461595"/>
                  <a:gd name="connsiteY0" fmla="*/ 1 h 866817"/>
                  <a:gd name="connsiteX1" fmla="*/ 372334 w 461595"/>
                  <a:gd name="connsiteY1" fmla="*/ 863914 h 866817"/>
                  <a:gd name="connsiteX2" fmla="*/ 58678 w 461595"/>
                  <a:gd name="connsiteY2" fmla="*/ 1 h 866817"/>
                  <a:gd name="connsiteX0" fmla="*/ 108568 w 511485"/>
                  <a:gd name="connsiteY0" fmla="*/ 1 h 875411"/>
                  <a:gd name="connsiteX1" fmla="*/ 422224 w 511485"/>
                  <a:gd name="connsiteY1" fmla="*/ 863914 h 875411"/>
                  <a:gd name="connsiteX2" fmla="*/ 108568 w 511485"/>
                  <a:gd name="connsiteY2" fmla="*/ 1 h 875411"/>
                  <a:gd name="connsiteX0" fmla="*/ 108568 w 548411"/>
                  <a:gd name="connsiteY0" fmla="*/ 1 h 875411"/>
                  <a:gd name="connsiteX1" fmla="*/ 422224 w 548411"/>
                  <a:gd name="connsiteY1" fmla="*/ 863914 h 875411"/>
                  <a:gd name="connsiteX2" fmla="*/ 108568 w 548411"/>
                  <a:gd name="connsiteY2" fmla="*/ 1 h 875411"/>
                  <a:gd name="connsiteX0" fmla="*/ 122008 w 561855"/>
                  <a:gd name="connsiteY0" fmla="*/ 1 h 917497"/>
                  <a:gd name="connsiteX1" fmla="*/ 435664 w 561855"/>
                  <a:gd name="connsiteY1" fmla="*/ 863914 h 917497"/>
                  <a:gd name="connsiteX2" fmla="*/ 122008 w 561855"/>
                  <a:gd name="connsiteY2" fmla="*/ 1 h 917497"/>
                  <a:gd name="connsiteX0" fmla="*/ 109423 w 584301"/>
                  <a:gd name="connsiteY0" fmla="*/ 1 h 965461"/>
                  <a:gd name="connsiteX1" fmla="*/ 464337 w 584301"/>
                  <a:gd name="connsiteY1" fmla="*/ 914085 h 965461"/>
                  <a:gd name="connsiteX2" fmla="*/ 109423 w 584301"/>
                  <a:gd name="connsiteY2" fmla="*/ 1 h 965461"/>
                  <a:gd name="connsiteX0" fmla="*/ 109423 w 516807"/>
                  <a:gd name="connsiteY0" fmla="*/ 1 h 965461"/>
                  <a:gd name="connsiteX1" fmla="*/ 464337 w 516807"/>
                  <a:gd name="connsiteY1" fmla="*/ 914085 h 965461"/>
                  <a:gd name="connsiteX2" fmla="*/ 109423 w 516807"/>
                  <a:gd name="connsiteY2" fmla="*/ 1 h 965461"/>
                  <a:gd name="connsiteX0" fmla="*/ 109423 w 554123"/>
                  <a:gd name="connsiteY0" fmla="*/ 1 h 965461"/>
                  <a:gd name="connsiteX1" fmla="*/ 464337 w 554123"/>
                  <a:gd name="connsiteY1" fmla="*/ 914085 h 965461"/>
                  <a:gd name="connsiteX2" fmla="*/ 109423 w 554123"/>
                  <a:gd name="connsiteY2" fmla="*/ 1 h 965461"/>
                  <a:gd name="connsiteX0" fmla="*/ 138951 w 583651"/>
                  <a:gd name="connsiteY0" fmla="*/ 1 h 946427"/>
                  <a:gd name="connsiteX1" fmla="*/ 493865 w 583651"/>
                  <a:gd name="connsiteY1" fmla="*/ 914085 h 946427"/>
                  <a:gd name="connsiteX2" fmla="*/ 138951 w 583651"/>
                  <a:gd name="connsiteY2" fmla="*/ 1 h 946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83651" h="946427">
                    <a:moveTo>
                      <a:pt x="138951" y="1"/>
                    </a:moveTo>
                    <a:cubicBezTo>
                      <a:pt x="306404" y="129912"/>
                      <a:pt x="779713" y="674052"/>
                      <a:pt x="493865" y="914085"/>
                    </a:cubicBezTo>
                    <a:cubicBezTo>
                      <a:pt x="-125094" y="1130326"/>
                      <a:pt x="-59166" y="198808"/>
                      <a:pt x="138951" y="1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8">
                <a:extLst>
                  <a:ext uri="{FF2B5EF4-FFF2-40B4-BE49-F238E27FC236}">
                    <a16:creationId xmlns:a16="http://schemas.microsoft.com/office/drawing/2014/main" id="{A4650E36-AED5-4CC9-9C62-A679916213D1}"/>
                  </a:ext>
                </a:extLst>
              </p:cNvPr>
              <p:cNvSpPr/>
              <p:nvPr/>
            </p:nvSpPr>
            <p:spPr>
              <a:xfrm rot="20782350" flipH="1">
                <a:off x="9255515" y="6587817"/>
                <a:ext cx="137633" cy="257596"/>
              </a:xfrm>
              <a:custGeom>
                <a:avLst/>
                <a:gdLst>
                  <a:gd name="connsiteX0" fmla="*/ 0 w 80990"/>
                  <a:gd name="connsiteY0" fmla="*/ 0 h 198111"/>
                  <a:gd name="connsiteX1" fmla="*/ 80990 w 80990"/>
                  <a:gd name="connsiteY1" fmla="*/ 0 h 198111"/>
                  <a:gd name="connsiteX2" fmla="*/ 80990 w 80990"/>
                  <a:gd name="connsiteY2" fmla="*/ 198111 h 198111"/>
                  <a:gd name="connsiteX3" fmla="*/ 0 w 80990"/>
                  <a:gd name="connsiteY3" fmla="*/ 198111 h 198111"/>
                  <a:gd name="connsiteX4" fmla="*/ 0 w 80990"/>
                  <a:gd name="connsiteY4" fmla="*/ 0 h 198111"/>
                  <a:gd name="connsiteX0" fmla="*/ 30480 w 111470"/>
                  <a:gd name="connsiteY0" fmla="*/ 0 h 571491"/>
                  <a:gd name="connsiteX1" fmla="*/ 111470 w 111470"/>
                  <a:gd name="connsiteY1" fmla="*/ 0 h 571491"/>
                  <a:gd name="connsiteX2" fmla="*/ 111470 w 111470"/>
                  <a:gd name="connsiteY2" fmla="*/ 198111 h 571491"/>
                  <a:gd name="connsiteX3" fmla="*/ 0 w 111470"/>
                  <a:gd name="connsiteY3" fmla="*/ 571491 h 571491"/>
                  <a:gd name="connsiteX4" fmla="*/ 30480 w 111470"/>
                  <a:gd name="connsiteY4" fmla="*/ 0 h 571491"/>
                  <a:gd name="connsiteX0" fmla="*/ 45720 w 111470"/>
                  <a:gd name="connsiteY0" fmla="*/ 0 h 632451"/>
                  <a:gd name="connsiteX1" fmla="*/ 111470 w 111470"/>
                  <a:gd name="connsiteY1" fmla="*/ 60960 h 632451"/>
                  <a:gd name="connsiteX2" fmla="*/ 111470 w 111470"/>
                  <a:gd name="connsiteY2" fmla="*/ 259071 h 632451"/>
                  <a:gd name="connsiteX3" fmla="*/ 0 w 111470"/>
                  <a:gd name="connsiteY3" fmla="*/ 632451 h 632451"/>
                  <a:gd name="connsiteX4" fmla="*/ 45720 w 111470"/>
                  <a:gd name="connsiteY4" fmla="*/ 0 h 632451"/>
                  <a:gd name="connsiteX0" fmla="*/ 84181 w 149931"/>
                  <a:gd name="connsiteY0" fmla="*/ 0 h 632451"/>
                  <a:gd name="connsiteX1" fmla="*/ 149931 w 149931"/>
                  <a:gd name="connsiteY1" fmla="*/ 60960 h 632451"/>
                  <a:gd name="connsiteX2" fmla="*/ 149931 w 149931"/>
                  <a:gd name="connsiteY2" fmla="*/ 259071 h 632451"/>
                  <a:gd name="connsiteX3" fmla="*/ 38461 w 149931"/>
                  <a:gd name="connsiteY3" fmla="*/ 632451 h 632451"/>
                  <a:gd name="connsiteX4" fmla="*/ 84181 w 149931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62959 w 174429"/>
                  <a:gd name="connsiteY2" fmla="*/ 632451 h 632451"/>
                  <a:gd name="connsiteX3" fmla="*/ 108679 w 174429"/>
                  <a:gd name="connsiteY3" fmla="*/ 0 h 632451"/>
                  <a:gd name="connsiteX0" fmla="*/ 108679 w 108679"/>
                  <a:gd name="connsiteY0" fmla="*/ 0 h 632451"/>
                  <a:gd name="connsiteX1" fmla="*/ 62959 w 108679"/>
                  <a:gd name="connsiteY1" fmla="*/ 632451 h 632451"/>
                  <a:gd name="connsiteX2" fmla="*/ 108679 w 108679"/>
                  <a:gd name="connsiteY2" fmla="*/ 0 h 632451"/>
                  <a:gd name="connsiteX0" fmla="*/ 108679 w 173873"/>
                  <a:gd name="connsiteY0" fmla="*/ 0 h 632451"/>
                  <a:gd name="connsiteX1" fmla="*/ 62959 w 173873"/>
                  <a:gd name="connsiteY1" fmla="*/ 632451 h 632451"/>
                  <a:gd name="connsiteX2" fmla="*/ 108679 w 173873"/>
                  <a:gd name="connsiteY2" fmla="*/ 0 h 632451"/>
                  <a:gd name="connsiteX0" fmla="*/ 108679 w 198677"/>
                  <a:gd name="connsiteY0" fmla="*/ 0 h 632451"/>
                  <a:gd name="connsiteX1" fmla="*/ 62959 w 198677"/>
                  <a:gd name="connsiteY1" fmla="*/ 632451 h 632451"/>
                  <a:gd name="connsiteX2" fmla="*/ 108679 w 198677"/>
                  <a:gd name="connsiteY2" fmla="*/ 0 h 632451"/>
                  <a:gd name="connsiteX0" fmla="*/ 99611 w 201896"/>
                  <a:gd name="connsiteY0" fmla="*/ 0 h 553991"/>
                  <a:gd name="connsiteX1" fmla="*/ 74307 w 201896"/>
                  <a:gd name="connsiteY1" fmla="*/ 553991 h 553991"/>
                  <a:gd name="connsiteX2" fmla="*/ 99611 w 201896"/>
                  <a:gd name="connsiteY2" fmla="*/ 0 h 553991"/>
                  <a:gd name="connsiteX0" fmla="*/ 112336 w 214621"/>
                  <a:gd name="connsiteY0" fmla="*/ 0 h 553991"/>
                  <a:gd name="connsiteX1" fmla="*/ 87032 w 214621"/>
                  <a:gd name="connsiteY1" fmla="*/ 553991 h 553991"/>
                  <a:gd name="connsiteX2" fmla="*/ 112336 w 214621"/>
                  <a:gd name="connsiteY2" fmla="*/ 0 h 553991"/>
                  <a:gd name="connsiteX0" fmla="*/ 112336 w 248230"/>
                  <a:gd name="connsiteY0" fmla="*/ 0 h 553991"/>
                  <a:gd name="connsiteX1" fmla="*/ 87032 w 248230"/>
                  <a:gd name="connsiteY1" fmla="*/ 553991 h 553991"/>
                  <a:gd name="connsiteX2" fmla="*/ 112336 w 248230"/>
                  <a:gd name="connsiteY2" fmla="*/ 0 h 553991"/>
                  <a:gd name="connsiteX0" fmla="*/ 143482 w 279376"/>
                  <a:gd name="connsiteY0" fmla="*/ 0 h 553991"/>
                  <a:gd name="connsiteX1" fmla="*/ 118178 w 279376"/>
                  <a:gd name="connsiteY1" fmla="*/ 553991 h 553991"/>
                  <a:gd name="connsiteX2" fmla="*/ 143482 w 279376"/>
                  <a:gd name="connsiteY2" fmla="*/ 0 h 553991"/>
                  <a:gd name="connsiteX0" fmla="*/ 143482 w 319264"/>
                  <a:gd name="connsiteY0" fmla="*/ 0 h 553991"/>
                  <a:gd name="connsiteX1" fmla="*/ 118178 w 319264"/>
                  <a:gd name="connsiteY1" fmla="*/ 553991 h 553991"/>
                  <a:gd name="connsiteX2" fmla="*/ 143482 w 319264"/>
                  <a:gd name="connsiteY2" fmla="*/ 0 h 553991"/>
                  <a:gd name="connsiteX0" fmla="*/ 146058 w 321840"/>
                  <a:gd name="connsiteY0" fmla="*/ 0 h 553991"/>
                  <a:gd name="connsiteX1" fmla="*/ 120754 w 321840"/>
                  <a:gd name="connsiteY1" fmla="*/ 553991 h 553991"/>
                  <a:gd name="connsiteX2" fmla="*/ 146058 w 321840"/>
                  <a:gd name="connsiteY2" fmla="*/ 0 h 553991"/>
                  <a:gd name="connsiteX0" fmla="*/ 146058 w 298467"/>
                  <a:gd name="connsiteY0" fmla="*/ 0 h 558617"/>
                  <a:gd name="connsiteX1" fmla="*/ 120754 w 298467"/>
                  <a:gd name="connsiteY1" fmla="*/ 553991 h 558617"/>
                  <a:gd name="connsiteX2" fmla="*/ 146058 w 298467"/>
                  <a:gd name="connsiteY2" fmla="*/ 0 h 558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8467" h="558617">
                    <a:moveTo>
                      <a:pt x="146058" y="0"/>
                    </a:moveTo>
                    <a:cubicBezTo>
                      <a:pt x="313511" y="129911"/>
                      <a:pt x="391881" y="610700"/>
                      <a:pt x="120754" y="553991"/>
                    </a:cubicBezTo>
                    <a:cubicBezTo>
                      <a:pt x="-36811" y="552526"/>
                      <a:pt x="-52059" y="198807"/>
                      <a:pt x="146058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8">
                <a:extLst>
                  <a:ext uri="{FF2B5EF4-FFF2-40B4-BE49-F238E27FC236}">
                    <a16:creationId xmlns:a16="http://schemas.microsoft.com/office/drawing/2014/main" id="{F9CD4738-ED0F-4C7A-A099-ECFD3DC66AA4}"/>
                  </a:ext>
                </a:extLst>
              </p:cNvPr>
              <p:cNvSpPr/>
              <p:nvPr/>
            </p:nvSpPr>
            <p:spPr>
              <a:xfrm>
                <a:off x="9283270" y="4357688"/>
                <a:ext cx="45719" cy="96340"/>
              </a:xfrm>
              <a:custGeom>
                <a:avLst/>
                <a:gdLst>
                  <a:gd name="connsiteX0" fmla="*/ 0 w 80990"/>
                  <a:gd name="connsiteY0" fmla="*/ 0 h 198111"/>
                  <a:gd name="connsiteX1" fmla="*/ 80990 w 80990"/>
                  <a:gd name="connsiteY1" fmla="*/ 0 h 198111"/>
                  <a:gd name="connsiteX2" fmla="*/ 80990 w 80990"/>
                  <a:gd name="connsiteY2" fmla="*/ 198111 h 198111"/>
                  <a:gd name="connsiteX3" fmla="*/ 0 w 80990"/>
                  <a:gd name="connsiteY3" fmla="*/ 198111 h 198111"/>
                  <a:gd name="connsiteX4" fmla="*/ 0 w 80990"/>
                  <a:gd name="connsiteY4" fmla="*/ 0 h 198111"/>
                  <a:gd name="connsiteX0" fmla="*/ 30480 w 111470"/>
                  <a:gd name="connsiteY0" fmla="*/ 0 h 571491"/>
                  <a:gd name="connsiteX1" fmla="*/ 111470 w 111470"/>
                  <a:gd name="connsiteY1" fmla="*/ 0 h 571491"/>
                  <a:gd name="connsiteX2" fmla="*/ 111470 w 111470"/>
                  <a:gd name="connsiteY2" fmla="*/ 198111 h 571491"/>
                  <a:gd name="connsiteX3" fmla="*/ 0 w 111470"/>
                  <a:gd name="connsiteY3" fmla="*/ 571491 h 571491"/>
                  <a:gd name="connsiteX4" fmla="*/ 30480 w 111470"/>
                  <a:gd name="connsiteY4" fmla="*/ 0 h 571491"/>
                  <a:gd name="connsiteX0" fmla="*/ 45720 w 111470"/>
                  <a:gd name="connsiteY0" fmla="*/ 0 h 632451"/>
                  <a:gd name="connsiteX1" fmla="*/ 111470 w 111470"/>
                  <a:gd name="connsiteY1" fmla="*/ 60960 h 632451"/>
                  <a:gd name="connsiteX2" fmla="*/ 111470 w 111470"/>
                  <a:gd name="connsiteY2" fmla="*/ 259071 h 632451"/>
                  <a:gd name="connsiteX3" fmla="*/ 0 w 111470"/>
                  <a:gd name="connsiteY3" fmla="*/ 632451 h 632451"/>
                  <a:gd name="connsiteX4" fmla="*/ 45720 w 111470"/>
                  <a:gd name="connsiteY4" fmla="*/ 0 h 632451"/>
                  <a:gd name="connsiteX0" fmla="*/ 84181 w 149931"/>
                  <a:gd name="connsiteY0" fmla="*/ 0 h 632451"/>
                  <a:gd name="connsiteX1" fmla="*/ 149931 w 149931"/>
                  <a:gd name="connsiteY1" fmla="*/ 60960 h 632451"/>
                  <a:gd name="connsiteX2" fmla="*/ 149931 w 149931"/>
                  <a:gd name="connsiteY2" fmla="*/ 259071 h 632451"/>
                  <a:gd name="connsiteX3" fmla="*/ 38461 w 149931"/>
                  <a:gd name="connsiteY3" fmla="*/ 632451 h 632451"/>
                  <a:gd name="connsiteX4" fmla="*/ 84181 w 149931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62959 w 174429"/>
                  <a:gd name="connsiteY2" fmla="*/ 632451 h 632451"/>
                  <a:gd name="connsiteX3" fmla="*/ 108679 w 174429"/>
                  <a:gd name="connsiteY3" fmla="*/ 0 h 632451"/>
                  <a:gd name="connsiteX0" fmla="*/ 108679 w 108679"/>
                  <a:gd name="connsiteY0" fmla="*/ 0 h 632451"/>
                  <a:gd name="connsiteX1" fmla="*/ 62959 w 108679"/>
                  <a:gd name="connsiteY1" fmla="*/ 632451 h 632451"/>
                  <a:gd name="connsiteX2" fmla="*/ 108679 w 108679"/>
                  <a:gd name="connsiteY2" fmla="*/ 0 h 632451"/>
                  <a:gd name="connsiteX0" fmla="*/ 108679 w 173873"/>
                  <a:gd name="connsiteY0" fmla="*/ 0 h 632451"/>
                  <a:gd name="connsiteX1" fmla="*/ 62959 w 173873"/>
                  <a:gd name="connsiteY1" fmla="*/ 632451 h 632451"/>
                  <a:gd name="connsiteX2" fmla="*/ 108679 w 173873"/>
                  <a:gd name="connsiteY2" fmla="*/ 0 h 632451"/>
                  <a:gd name="connsiteX0" fmla="*/ 108679 w 198677"/>
                  <a:gd name="connsiteY0" fmla="*/ 0 h 632451"/>
                  <a:gd name="connsiteX1" fmla="*/ 62959 w 198677"/>
                  <a:gd name="connsiteY1" fmla="*/ 632451 h 632451"/>
                  <a:gd name="connsiteX2" fmla="*/ 108679 w 198677"/>
                  <a:gd name="connsiteY2" fmla="*/ 0 h 632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8677" h="632451">
                    <a:moveTo>
                      <a:pt x="108679" y="0"/>
                    </a:moveTo>
                    <a:cubicBezTo>
                      <a:pt x="177259" y="187957"/>
                      <a:pt x="291559" y="566414"/>
                      <a:pt x="62959" y="632451"/>
                    </a:cubicBezTo>
                    <a:cubicBezTo>
                      <a:pt x="1999" y="581654"/>
                      <a:pt x="-58961" y="439417"/>
                      <a:pt x="108679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913BE30-571C-4572-85CE-97637D832E43}"/>
                </a:ext>
              </a:extLst>
            </p:cNvPr>
            <p:cNvSpPr/>
            <p:nvPr/>
          </p:nvSpPr>
          <p:spPr>
            <a:xfrm>
              <a:off x="7629119" y="2683248"/>
              <a:ext cx="1005896" cy="872284"/>
            </a:xfrm>
            <a:custGeom>
              <a:avLst/>
              <a:gdLst>
                <a:gd name="connsiteX0" fmla="*/ 502948 w 1005896"/>
                <a:gd name="connsiteY0" fmla="*/ 0 h 872284"/>
                <a:gd name="connsiteX1" fmla="*/ 1005896 w 1005896"/>
                <a:gd name="connsiteY1" fmla="*/ 502948 h 872284"/>
                <a:gd name="connsiteX2" fmla="*/ 858586 w 1005896"/>
                <a:gd name="connsiteY2" fmla="*/ 858586 h 872284"/>
                <a:gd name="connsiteX3" fmla="*/ 841985 w 1005896"/>
                <a:gd name="connsiteY3" fmla="*/ 872284 h 872284"/>
                <a:gd name="connsiteX4" fmla="*/ 730277 w 1005896"/>
                <a:gd name="connsiteY4" fmla="*/ 853277 h 872284"/>
                <a:gd name="connsiteX5" fmla="*/ 259915 w 1005896"/>
                <a:gd name="connsiteY5" fmla="*/ 813449 h 872284"/>
                <a:gd name="connsiteX6" fmla="*/ 114017 w 1005896"/>
                <a:gd name="connsiteY6" fmla="*/ 818234 h 872284"/>
                <a:gd name="connsiteX7" fmla="*/ 85895 w 1005896"/>
                <a:gd name="connsiteY7" fmla="*/ 784151 h 872284"/>
                <a:gd name="connsiteX8" fmla="*/ 0 w 1005896"/>
                <a:gd name="connsiteY8" fmla="*/ 502948 h 872284"/>
                <a:gd name="connsiteX9" fmla="*/ 502948 w 1005896"/>
                <a:gd name="connsiteY9" fmla="*/ 0 h 87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5896" h="872284">
                  <a:moveTo>
                    <a:pt x="502948" y="0"/>
                  </a:moveTo>
                  <a:cubicBezTo>
                    <a:pt x="780719" y="0"/>
                    <a:pt x="1005896" y="225177"/>
                    <a:pt x="1005896" y="502948"/>
                  </a:cubicBezTo>
                  <a:cubicBezTo>
                    <a:pt x="1005896" y="641834"/>
                    <a:pt x="949602" y="767571"/>
                    <a:pt x="858586" y="858586"/>
                  </a:cubicBezTo>
                  <a:lnTo>
                    <a:pt x="841985" y="872284"/>
                  </a:lnTo>
                  <a:lnTo>
                    <a:pt x="730277" y="853277"/>
                  </a:lnTo>
                  <a:cubicBezTo>
                    <a:pt x="586468" y="831726"/>
                    <a:pt x="430395" y="815474"/>
                    <a:pt x="259915" y="813449"/>
                  </a:cubicBezTo>
                  <a:lnTo>
                    <a:pt x="114017" y="818234"/>
                  </a:lnTo>
                  <a:lnTo>
                    <a:pt x="85895" y="784151"/>
                  </a:lnTo>
                  <a:cubicBezTo>
                    <a:pt x="31666" y="703880"/>
                    <a:pt x="0" y="607112"/>
                    <a:pt x="0" y="502948"/>
                  </a:cubicBezTo>
                  <a:cubicBezTo>
                    <a:pt x="0" y="225177"/>
                    <a:pt x="225177" y="0"/>
                    <a:pt x="50294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BF54504-F8AE-401A-861E-09C2D946803D}"/>
              </a:ext>
            </a:extLst>
          </p:cNvPr>
          <p:cNvGrpSpPr/>
          <p:nvPr/>
        </p:nvGrpSpPr>
        <p:grpSpPr>
          <a:xfrm flipH="1">
            <a:off x="8066040" y="5102102"/>
            <a:ext cx="982501" cy="1272140"/>
            <a:chOff x="6815390" y="2133319"/>
            <a:chExt cx="3639251" cy="4712094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E642EA3D-F84E-4063-AD16-1632EC9C8541}"/>
                </a:ext>
              </a:extLst>
            </p:cNvPr>
            <p:cNvGrpSpPr/>
            <p:nvPr/>
          </p:nvGrpSpPr>
          <p:grpSpPr>
            <a:xfrm>
              <a:off x="6815390" y="2133319"/>
              <a:ext cx="3639251" cy="4712094"/>
              <a:chOff x="6815390" y="2133319"/>
              <a:chExt cx="3639251" cy="4712094"/>
            </a:xfrm>
          </p:grpSpPr>
          <p:sp>
            <p:nvSpPr>
              <p:cNvPr id="84" name="Rectangle 4">
                <a:extLst>
                  <a:ext uri="{FF2B5EF4-FFF2-40B4-BE49-F238E27FC236}">
                    <a16:creationId xmlns:a16="http://schemas.microsoft.com/office/drawing/2014/main" id="{609E7038-665E-4348-98E5-D8AB0E36DCB0}"/>
                  </a:ext>
                </a:extLst>
              </p:cNvPr>
              <p:cNvSpPr/>
              <p:nvPr/>
            </p:nvSpPr>
            <p:spPr>
              <a:xfrm>
                <a:off x="6833447" y="2444349"/>
                <a:ext cx="3089628" cy="1205631"/>
              </a:xfrm>
              <a:custGeom>
                <a:avLst/>
                <a:gdLst>
                  <a:gd name="connsiteX0" fmla="*/ 0 w 1732550"/>
                  <a:gd name="connsiteY0" fmla="*/ 0 h 572308"/>
                  <a:gd name="connsiteX1" fmla="*/ 1732550 w 1732550"/>
                  <a:gd name="connsiteY1" fmla="*/ 0 h 572308"/>
                  <a:gd name="connsiteX2" fmla="*/ 1732550 w 1732550"/>
                  <a:gd name="connsiteY2" fmla="*/ 572308 h 572308"/>
                  <a:gd name="connsiteX3" fmla="*/ 0 w 1732550"/>
                  <a:gd name="connsiteY3" fmla="*/ 572308 h 572308"/>
                  <a:gd name="connsiteX4" fmla="*/ 0 w 1732550"/>
                  <a:gd name="connsiteY4" fmla="*/ 0 h 572308"/>
                  <a:gd name="connsiteX0" fmla="*/ 281940 w 2014490"/>
                  <a:gd name="connsiteY0" fmla="*/ 0 h 656128"/>
                  <a:gd name="connsiteX1" fmla="*/ 2014490 w 2014490"/>
                  <a:gd name="connsiteY1" fmla="*/ 0 h 656128"/>
                  <a:gd name="connsiteX2" fmla="*/ 2014490 w 2014490"/>
                  <a:gd name="connsiteY2" fmla="*/ 572308 h 656128"/>
                  <a:gd name="connsiteX3" fmla="*/ 0 w 2014490"/>
                  <a:gd name="connsiteY3" fmla="*/ 656128 h 656128"/>
                  <a:gd name="connsiteX4" fmla="*/ 281940 w 2014490"/>
                  <a:gd name="connsiteY4" fmla="*/ 0 h 656128"/>
                  <a:gd name="connsiteX0" fmla="*/ 281940 w 2852690"/>
                  <a:gd name="connsiteY0" fmla="*/ 0 h 656128"/>
                  <a:gd name="connsiteX1" fmla="*/ 2014490 w 2852690"/>
                  <a:gd name="connsiteY1" fmla="*/ 0 h 656128"/>
                  <a:gd name="connsiteX2" fmla="*/ 2852690 w 2852690"/>
                  <a:gd name="connsiteY2" fmla="*/ 252268 h 656128"/>
                  <a:gd name="connsiteX3" fmla="*/ 0 w 2852690"/>
                  <a:gd name="connsiteY3" fmla="*/ 656128 h 656128"/>
                  <a:gd name="connsiteX4" fmla="*/ 281940 w 2852690"/>
                  <a:gd name="connsiteY4" fmla="*/ 0 h 656128"/>
                  <a:gd name="connsiteX0" fmla="*/ 0 w 3035570"/>
                  <a:gd name="connsiteY0" fmla="*/ 144780 h 656128"/>
                  <a:gd name="connsiteX1" fmla="*/ 2197370 w 3035570"/>
                  <a:gd name="connsiteY1" fmla="*/ 0 h 656128"/>
                  <a:gd name="connsiteX2" fmla="*/ 3035570 w 3035570"/>
                  <a:gd name="connsiteY2" fmla="*/ 252268 h 656128"/>
                  <a:gd name="connsiteX3" fmla="*/ 182880 w 3035570"/>
                  <a:gd name="connsiteY3" fmla="*/ 656128 h 656128"/>
                  <a:gd name="connsiteX4" fmla="*/ 0 w 3035570"/>
                  <a:gd name="connsiteY4" fmla="*/ 144780 h 656128"/>
                  <a:gd name="connsiteX0" fmla="*/ 42490 w 3078060"/>
                  <a:gd name="connsiteY0" fmla="*/ 144780 h 656128"/>
                  <a:gd name="connsiteX1" fmla="*/ 2239860 w 3078060"/>
                  <a:gd name="connsiteY1" fmla="*/ 0 h 656128"/>
                  <a:gd name="connsiteX2" fmla="*/ 3078060 w 3078060"/>
                  <a:gd name="connsiteY2" fmla="*/ 252268 h 656128"/>
                  <a:gd name="connsiteX3" fmla="*/ 225370 w 3078060"/>
                  <a:gd name="connsiteY3" fmla="*/ 656128 h 656128"/>
                  <a:gd name="connsiteX4" fmla="*/ 42490 w 3078060"/>
                  <a:gd name="connsiteY4" fmla="*/ 144780 h 656128"/>
                  <a:gd name="connsiteX0" fmla="*/ 54058 w 3089628"/>
                  <a:gd name="connsiteY0" fmla="*/ 144780 h 656128"/>
                  <a:gd name="connsiteX1" fmla="*/ 2251428 w 3089628"/>
                  <a:gd name="connsiteY1" fmla="*/ 0 h 656128"/>
                  <a:gd name="connsiteX2" fmla="*/ 3089628 w 3089628"/>
                  <a:gd name="connsiteY2" fmla="*/ 252268 h 656128"/>
                  <a:gd name="connsiteX3" fmla="*/ 236938 w 3089628"/>
                  <a:gd name="connsiteY3" fmla="*/ 656128 h 656128"/>
                  <a:gd name="connsiteX4" fmla="*/ 54058 w 3089628"/>
                  <a:gd name="connsiteY4" fmla="*/ 144780 h 656128"/>
                  <a:gd name="connsiteX0" fmla="*/ 54058 w 3089628"/>
                  <a:gd name="connsiteY0" fmla="*/ 0 h 511348"/>
                  <a:gd name="connsiteX1" fmla="*/ 3089628 w 3089628"/>
                  <a:gd name="connsiteY1" fmla="*/ 107488 h 511348"/>
                  <a:gd name="connsiteX2" fmla="*/ 236938 w 3089628"/>
                  <a:gd name="connsiteY2" fmla="*/ 511348 h 511348"/>
                  <a:gd name="connsiteX3" fmla="*/ 54058 w 3089628"/>
                  <a:gd name="connsiteY3" fmla="*/ 0 h 511348"/>
                  <a:gd name="connsiteX0" fmla="*/ 54058 w 3089628"/>
                  <a:gd name="connsiteY0" fmla="*/ 635361 h 1146709"/>
                  <a:gd name="connsiteX1" fmla="*/ 3089628 w 3089628"/>
                  <a:gd name="connsiteY1" fmla="*/ 742849 h 1146709"/>
                  <a:gd name="connsiteX2" fmla="*/ 236938 w 3089628"/>
                  <a:gd name="connsiteY2" fmla="*/ 1146709 h 1146709"/>
                  <a:gd name="connsiteX3" fmla="*/ 54058 w 3089628"/>
                  <a:gd name="connsiteY3" fmla="*/ 635361 h 1146709"/>
                  <a:gd name="connsiteX0" fmla="*/ 54058 w 3089628"/>
                  <a:gd name="connsiteY0" fmla="*/ 675687 h 1187035"/>
                  <a:gd name="connsiteX1" fmla="*/ 3089628 w 3089628"/>
                  <a:gd name="connsiteY1" fmla="*/ 783175 h 1187035"/>
                  <a:gd name="connsiteX2" fmla="*/ 236938 w 3089628"/>
                  <a:gd name="connsiteY2" fmla="*/ 1187035 h 1187035"/>
                  <a:gd name="connsiteX3" fmla="*/ 54058 w 3089628"/>
                  <a:gd name="connsiteY3" fmla="*/ 675687 h 1187035"/>
                  <a:gd name="connsiteX0" fmla="*/ 54058 w 3089628"/>
                  <a:gd name="connsiteY0" fmla="*/ 668917 h 1180265"/>
                  <a:gd name="connsiteX1" fmla="*/ 3089628 w 3089628"/>
                  <a:gd name="connsiteY1" fmla="*/ 776405 h 1180265"/>
                  <a:gd name="connsiteX2" fmla="*/ 236938 w 3089628"/>
                  <a:gd name="connsiteY2" fmla="*/ 1180265 h 1180265"/>
                  <a:gd name="connsiteX3" fmla="*/ 54058 w 3089628"/>
                  <a:gd name="connsiteY3" fmla="*/ 668917 h 1180265"/>
                  <a:gd name="connsiteX0" fmla="*/ 54058 w 3089628"/>
                  <a:gd name="connsiteY0" fmla="*/ 668917 h 1205631"/>
                  <a:gd name="connsiteX1" fmla="*/ 3089628 w 3089628"/>
                  <a:gd name="connsiteY1" fmla="*/ 776405 h 1205631"/>
                  <a:gd name="connsiteX2" fmla="*/ 2150533 w 3089628"/>
                  <a:gd name="connsiteY2" fmla="*/ 1205631 h 1205631"/>
                  <a:gd name="connsiteX3" fmla="*/ 236938 w 3089628"/>
                  <a:gd name="connsiteY3" fmla="*/ 1180265 h 1205631"/>
                  <a:gd name="connsiteX4" fmla="*/ 54058 w 3089628"/>
                  <a:gd name="connsiteY4" fmla="*/ 668917 h 1205631"/>
                  <a:gd name="connsiteX0" fmla="*/ 54058 w 3089628"/>
                  <a:gd name="connsiteY0" fmla="*/ 668917 h 1205631"/>
                  <a:gd name="connsiteX1" fmla="*/ 3089628 w 3089628"/>
                  <a:gd name="connsiteY1" fmla="*/ 776405 h 1205631"/>
                  <a:gd name="connsiteX2" fmla="*/ 2150533 w 3089628"/>
                  <a:gd name="connsiteY2" fmla="*/ 1205631 h 1205631"/>
                  <a:gd name="connsiteX3" fmla="*/ 236938 w 3089628"/>
                  <a:gd name="connsiteY3" fmla="*/ 1180265 h 1205631"/>
                  <a:gd name="connsiteX4" fmla="*/ 54058 w 3089628"/>
                  <a:gd name="connsiteY4" fmla="*/ 668917 h 1205631"/>
                  <a:gd name="connsiteX0" fmla="*/ 54058 w 3089628"/>
                  <a:gd name="connsiteY0" fmla="*/ 668917 h 1205631"/>
                  <a:gd name="connsiteX1" fmla="*/ 3089628 w 3089628"/>
                  <a:gd name="connsiteY1" fmla="*/ 776405 h 1205631"/>
                  <a:gd name="connsiteX2" fmla="*/ 2150533 w 3089628"/>
                  <a:gd name="connsiteY2" fmla="*/ 1205631 h 1205631"/>
                  <a:gd name="connsiteX3" fmla="*/ 236938 w 3089628"/>
                  <a:gd name="connsiteY3" fmla="*/ 1180265 h 1205631"/>
                  <a:gd name="connsiteX4" fmla="*/ 54058 w 3089628"/>
                  <a:gd name="connsiteY4" fmla="*/ 668917 h 1205631"/>
                  <a:gd name="connsiteX0" fmla="*/ 54058 w 3089628"/>
                  <a:gd name="connsiteY0" fmla="*/ 668917 h 1205631"/>
                  <a:gd name="connsiteX1" fmla="*/ 3089628 w 3089628"/>
                  <a:gd name="connsiteY1" fmla="*/ 776405 h 1205631"/>
                  <a:gd name="connsiteX2" fmla="*/ 2150533 w 3089628"/>
                  <a:gd name="connsiteY2" fmla="*/ 1205631 h 1205631"/>
                  <a:gd name="connsiteX3" fmla="*/ 236938 w 3089628"/>
                  <a:gd name="connsiteY3" fmla="*/ 1180265 h 1205631"/>
                  <a:gd name="connsiteX4" fmla="*/ 54058 w 3089628"/>
                  <a:gd name="connsiteY4" fmla="*/ 668917 h 1205631"/>
                  <a:gd name="connsiteX0" fmla="*/ 54058 w 3089628"/>
                  <a:gd name="connsiteY0" fmla="*/ 668917 h 1205631"/>
                  <a:gd name="connsiteX1" fmla="*/ 3089628 w 3089628"/>
                  <a:gd name="connsiteY1" fmla="*/ 776405 h 1205631"/>
                  <a:gd name="connsiteX2" fmla="*/ 2150533 w 3089628"/>
                  <a:gd name="connsiteY2" fmla="*/ 1205631 h 1205631"/>
                  <a:gd name="connsiteX3" fmla="*/ 236938 w 3089628"/>
                  <a:gd name="connsiteY3" fmla="*/ 1180265 h 1205631"/>
                  <a:gd name="connsiteX4" fmla="*/ 54058 w 3089628"/>
                  <a:gd name="connsiteY4" fmla="*/ 668917 h 1205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89628" h="1205631">
                    <a:moveTo>
                      <a:pt x="54058" y="668917"/>
                    </a:moveTo>
                    <a:cubicBezTo>
                      <a:pt x="1370715" y="-788774"/>
                      <a:pt x="2976931" y="557696"/>
                      <a:pt x="3089628" y="776405"/>
                    </a:cubicBezTo>
                    <a:cubicBezTo>
                      <a:pt x="2687696" y="1026160"/>
                      <a:pt x="2346725" y="1146376"/>
                      <a:pt x="2150533" y="1205631"/>
                    </a:cubicBezTo>
                    <a:cubicBezTo>
                      <a:pt x="1703168" y="1136216"/>
                      <a:pt x="1111023" y="937260"/>
                      <a:pt x="236938" y="1180265"/>
                    </a:cubicBezTo>
                    <a:cubicBezTo>
                      <a:pt x="84538" y="1101256"/>
                      <a:pt x="-90722" y="1022246"/>
                      <a:pt x="54058" y="6689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5">
                <a:extLst>
                  <a:ext uri="{FF2B5EF4-FFF2-40B4-BE49-F238E27FC236}">
                    <a16:creationId xmlns:a16="http://schemas.microsoft.com/office/drawing/2014/main" id="{F0EE05E9-B227-431C-8212-8541F8734900}"/>
                  </a:ext>
                </a:extLst>
              </p:cNvPr>
              <p:cNvSpPr/>
              <p:nvPr/>
            </p:nvSpPr>
            <p:spPr>
              <a:xfrm>
                <a:off x="6815390" y="2133319"/>
                <a:ext cx="3639251" cy="1059242"/>
              </a:xfrm>
              <a:custGeom>
                <a:avLst/>
                <a:gdLst>
                  <a:gd name="connsiteX0" fmla="*/ 0 w 1924859"/>
                  <a:gd name="connsiteY0" fmla="*/ 0 h 181708"/>
                  <a:gd name="connsiteX1" fmla="*/ 1924859 w 1924859"/>
                  <a:gd name="connsiteY1" fmla="*/ 0 h 181708"/>
                  <a:gd name="connsiteX2" fmla="*/ 1924859 w 1924859"/>
                  <a:gd name="connsiteY2" fmla="*/ 181708 h 181708"/>
                  <a:gd name="connsiteX3" fmla="*/ 0 w 1924859"/>
                  <a:gd name="connsiteY3" fmla="*/ 181708 h 181708"/>
                  <a:gd name="connsiteX4" fmla="*/ 0 w 1924859"/>
                  <a:gd name="connsiteY4" fmla="*/ 0 h 181708"/>
                  <a:gd name="connsiteX0" fmla="*/ 205740 w 2130599"/>
                  <a:gd name="connsiteY0" fmla="*/ 0 h 844648"/>
                  <a:gd name="connsiteX1" fmla="*/ 2130599 w 2130599"/>
                  <a:gd name="connsiteY1" fmla="*/ 0 h 844648"/>
                  <a:gd name="connsiteX2" fmla="*/ 2130599 w 2130599"/>
                  <a:gd name="connsiteY2" fmla="*/ 181708 h 844648"/>
                  <a:gd name="connsiteX3" fmla="*/ 0 w 2130599"/>
                  <a:gd name="connsiteY3" fmla="*/ 844648 h 844648"/>
                  <a:gd name="connsiteX4" fmla="*/ 205740 w 2130599"/>
                  <a:gd name="connsiteY4" fmla="*/ 0 h 844648"/>
                  <a:gd name="connsiteX0" fmla="*/ 22860 w 2130599"/>
                  <a:gd name="connsiteY0" fmla="*/ 0 h 1027528"/>
                  <a:gd name="connsiteX1" fmla="*/ 2130599 w 2130599"/>
                  <a:gd name="connsiteY1" fmla="*/ 182880 h 1027528"/>
                  <a:gd name="connsiteX2" fmla="*/ 2130599 w 2130599"/>
                  <a:gd name="connsiteY2" fmla="*/ 364588 h 1027528"/>
                  <a:gd name="connsiteX3" fmla="*/ 0 w 2130599"/>
                  <a:gd name="connsiteY3" fmla="*/ 1027528 h 1027528"/>
                  <a:gd name="connsiteX4" fmla="*/ 22860 w 2130599"/>
                  <a:gd name="connsiteY4" fmla="*/ 0 h 1027528"/>
                  <a:gd name="connsiteX0" fmla="*/ 22860 w 2130599"/>
                  <a:gd name="connsiteY0" fmla="*/ 0 h 1027528"/>
                  <a:gd name="connsiteX1" fmla="*/ 2130599 w 2130599"/>
                  <a:gd name="connsiteY1" fmla="*/ 182880 h 1027528"/>
                  <a:gd name="connsiteX2" fmla="*/ 2130599 w 2130599"/>
                  <a:gd name="connsiteY2" fmla="*/ 364588 h 1027528"/>
                  <a:gd name="connsiteX3" fmla="*/ 0 w 2130599"/>
                  <a:gd name="connsiteY3" fmla="*/ 1027528 h 1027528"/>
                  <a:gd name="connsiteX4" fmla="*/ 1017971 w 2130599"/>
                  <a:gd name="connsiteY4" fmla="*/ 198120 h 1027528"/>
                  <a:gd name="connsiteX5" fmla="*/ 22860 w 2130599"/>
                  <a:gd name="connsiteY5" fmla="*/ 0 h 1027528"/>
                  <a:gd name="connsiteX0" fmla="*/ 22860 w 3128819"/>
                  <a:gd name="connsiteY0" fmla="*/ 0 h 1050388"/>
                  <a:gd name="connsiteX1" fmla="*/ 2130599 w 3128819"/>
                  <a:gd name="connsiteY1" fmla="*/ 182880 h 1050388"/>
                  <a:gd name="connsiteX2" fmla="*/ 3128819 w 3128819"/>
                  <a:gd name="connsiteY2" fmla="*/ 1050388 h 1050388"/>
                  <a:gd name="connsiteX3" fmla="*/ 0 w 3128819"/>
                  <a:gd name="connsiteY3" fmla="*/ 1027528 h 1050388"/>
                  <a:gd name="connsiteX4" fmla="*/ 1017971 w 3128819"/>
                  <a:gd name="connsiteY4" fmla="*/ 198120 h 1050388"/>
                  <a:gd name="connsiteX5" fmla="*/ 22860 w 3128819"/>
                  <a:gd name="connsiteY5" fmla="*/ 0 h 1050388"/>
                  <a:gd name="connsiteX0" fmla="*/ 22860 w 3128819"/>
                  <a:gd name="connsiteY0" fmla="*/ 0 h 1050388"/>
                  <a:gd name="connsiteX1" fmla="*/ 3060239 w 3128819"/>
                  <a:gd name="connsiteY1" fmla="*/ 586740 h 1050388"/>
                  <a:gd name="connsiteX2" fmla="*/ 3128819 w 3128819"/>
                  <a:gd name="connsiteY2" fmla="*/ 1050388 h 1050388"/>
                  <a:gd name="connsiteX3" fmla="*/ 0 w 3128819"/>
                  <a:gd name="connsiteY3" fmla="*/ 1027528 h 1050388"/>
                  <a:gd name="connsiteX4" fmla="*/ 1017971 w 3128819"/>
                  <a:gd name="connsiteY4" fmla="*/ 198120 h 1050388"/>
                  <a:gd name="connsiteX5" fmla="*/ 22860 w 3128819"/>
                  <a:gd name="connsiteY5" fmla="*/ 0 h 1050388"/>
                  <a:gd name="connsiteX0" fmla="*/ 22860 w 3425891"/>
                  <a:gd name="connsiteY0" fmla="*/ 0 h 1050388"/>
                  <a:gd name="connsiteX1" fmla="*/ 3060239 w 3425891"/>
                  <a:gd name="connsiteY1" fmla="*/ 586740 h 1050388"/>
                  <a:gd name="connsiteX2" fmla="*/ 3425891 w 3425891"/>
                  <a:gd name="connsiteY2" fmla="*/ 571500 h 1050388"/>
                  <a:gd name="connsiteX3" fmla="*/ 3128819 w 3425891"/>
                  <a:gd name="connsiteY3" fmla="*/ 1050388 h 1050388"/>
                  <a:gd name="connsiteX4" fmla="*/ 0 w 3425891"/>
                  <a:gd name="connsiteY4" fmla="*/ 1027528 h 1050388"/>
                  <a:gd name="connsiteX5" fmla="*/ 1017971 w 3425891"/>
                  <a:gd name="connsiteY5" fmla="*/ 198120 h 1050388"/>
                  <a:gd name="connsiteX6" fmla="*/ 22860 w 3425891"/>
                  <a:gd name="connsiteY6" fmla="*/ 0 h 1050388"/>
                  <a:gd name="connsiteX0" fmla="*/ 22860 w 3425891"/>
                  <a:gd name="connsiteY0" fmla="*/ 0 h 1050388"/>
                  <a:gd name="connsiteX1" fmla="*/ 3060239 w 3425891"/>
                  <a:gd name="connsiteY1" fmla="*/ 586740 h 1050388"/>
                  <a:gd name="connsiteX2" fmla="*/ 3425891 w 3425891"/>
                  <a:gd name="connsiteY2" fmla="*/ 571500 h 1050388"/>
                  <a:gd name="connsiteX3" fmla="*/ 3243011 w 3425891"/>
                  <a:gd name="connsiteY3" fmla="*/ 708660 h 1050388"/>
                  <a:gd name="connsiteX4" fmla="*/ 3128819 w 3425891"/>
                  <a:gd name="connsiteY4" fmla="*/ 1050388 h 1050388"/>
                  <a:gd name="connsiteX5" fmla="*/ 0 w 3425891"/>
                  <a:gd name="connsiteY5" fmla="*/ 1027528 h 1050388"/>
                  <a:gd name="connsiteX6" fmla="*/ 1017971 w 3425891"/>
                  <a:gd name="connsiteY6" fmla="*/ 198120 h 1050388"/>
                  <a:gd name="connsiteX7" fmla="*/ 22860 w 3425891"/>
                  <a:gd name="connsiteY7" fmla="*/ 0 h 1050388"/>
                  <a:gd name="connsiteX0" fmla="*/ 22860 w 3640294"/>
                  <a:gd name="connsiteY0" fmla="*/ 0 h 1050388"/>
                  <a:gd name="connsiteX1" fmla="*/ 3060239 w 3640294"/>
                  <a:gd name="connsiteY1" fmla="*/ 586740 h 1050388"/>
                  <a:gd name="connsiteX2" fmla="*/ 3425891 w 3640294"/>
                  <a:gd name="connsiteY2" fmla="*/ 571500 h 1050388"/>
                  <a:gd name="connsiteX3" fmla="*/ 3243011 w 3640294"/>
                  <a:gd name="connsiteY3" fmla="*/ 708660 h 1050388"/>
                  <a:gd name="connsiteX4" fmla="*/ 3639251 w 3640294"/>
                  <a:gd name="connsiteY4" fmla="*/ 769620 h 1050388"/>
                  <a:gd name="connsiteX5" fmla="*/ 3128819 w 3640294"/>
                  <a:gd name="connsiteY5" fmla="*/ 1050388 h 1050388"/>
                  <a:gd name="connsiteX6" fmla="*/ 0 w 3640294"/>
                  <a:gd name="connsiteY6" fmla="*/ 1027528 h 1050388"/>
                  <a:gd name="connsiteX7" fmla="*/ 1017971 w 3640294"/>
                  <a:gd name="connsiteY7" fmla="*/ 198120 h 1050388"/>
                  <a:gd name="connsiteX8" fmla="*/ 22860 w 3640294"/>
                  <a:gd name="connsiteY8" fmla="*/ 0 h 1050388"/>
                  <a:gd name="connsiteX0" fmla="*/ 22860 w 3640294"/>
                  <a:gd name="connsiteY0" fmla="*/ 0 h 1050388"/>
                  <a:gd name="connsiteX1" fmla="*/ 3060239 w 3640294"/>
                  <a:gd name="connsiteY1" fmla="*/ 586740 h 1050388"/>
                  <a:gd name="connsiteX2" fmla="*/ 3425891 w 3640294"/>
                  <a:gd name="connsiteY2" fmla="*/ 571500 h 1050388"/>
                  <a:gd name="connsiteX3" fmla="*/ 3243011 w 3640294"/>
                  <a:gd name="connsiteY3" fmla="*/ 708660 h 1050388"/>
                  <a:gd name="connsiteX4" fmla="*/ 3639251 w 3640294"/>
                  <a:gd name="connsiteY4" fmla="*/ 769620 h 1050388"/>
                  <a:gd name="connsiteX5" fmla="*/ 3128819 w 3640294"/>
                  <a:gd name="connsiteY5" fmla="*/ 1050388 h 1050388"/>
                  <a:gd name="connsiteX6" fmla="*/ 0 w 3640294"/>
                  <a:gd name="connsiteY6" fmla="*/ 1027528 h 1050388"/>
                  <a:gd name="connsiteX7" fmla="*/ 1017971 w 3640294"/>
                  <a:gd name="connsiteY7" fmla="*/ 198120 h 1050388"/>
                  <a:gd name="connsiteX8" fmla="*/ 22860 w 3640294"/>
                  <a:gd name="connsiteY8" fmla="*/ 0 h 1050388"/>
                  <a:gd name="connsiteX0" fmla="*/ 22860 w 3640294"/>
                  <a:gd name="connsiteY0" fmla="*/ 0 h 1050388"/>
                  <a:gd name="connsiteX1" fmla="*/ 3060239 w 3640294"/>
                  <a:gd name="connsiteY1" fmla="*/ 586740 h 1050388"/>
                  <a:gd name="connsiteX2" fmla="*/ 3425891 w 3640294"/>
                  <a:gd name="connsiteY2" fmla="*/ 571500 h 1050388"/>
                  <a:gd name="connsiteX3" fmla="*/ 3243011 w 3640294"/>
                  <a:gd name="connsiteY3" fmla="*/ 708660 h 1050388"/>
                  <a:gd name="connsiteX4" fmla="*/ 3639251 w 3640294"/>
                  <a:gd name="connsiteY4" fmla="*/ 769620 h 1050388"/>
                  <a:gd name="connsiteX5" fmla="*/ 3128819 w 3640294"/>
                  <a:gd name="connsiteY5" fmla="*/ 1050388 h 1050388"/>
                  <a:gd name="connsiteX6" fmla="*/ 0 w 3640294"/>
                  <a:gd name="connsiteY6" fmla="*/ 1027528 h 1050388"/>
                  <a:gd name="connsiteX7" fmla="*/ 1017971 w 3640294"/>
                  <a:gd name="connsiteY7" fmla="*/ 198120 h 1050388"/>
                  <a:gd name="connsiteX8" fmla="*/ 22860 w 3640294"/>
                  <a:gd name="connsiteY8" fmla="*/ 0 h 1050388"/>
                  <a:gd name="connsiteX0" fmla="*/ 22860 w 3640294"/>
                  <a:gd name="connsiteY0" fmla="*/ 0 h 1050388"/>
                  <a:gd name="connsiteX1" fmla="*/ 3060239 w 3640294"/>
                  <a:gd name="connsiteY1" fmla="*/ 586740 h 1050388"/>
                  <a:gd name="connsiteX2" fmla="*/ 3425891 w 3640294"/>
                  <a:gd name="connsiteY2" fmla="*/ 571500 h 1050388"/>
                  <a:gd name="connsiteX3" fmla="*/ 3243011 w 3640294"/>
                  <a:gd name="connsiteY3" fmla="*/ 708660 h 1050388"/>
                  <a:gd name="connsiteX4" fmla="*/ 3639251 w 3640294"/>
                  <a:gd name="connsiteY4" fmla="*/ 769620 h 1050388"/>
                  <a:gd name="connsiteX5" fmla="*/ 3128819 w 3640294"/>
                  <a:gd name="connsiteY5" fmla="*/ 1050388 h 1050388"/>
                  <a:gd name="connsiteX6" fmla="*/ 0 w 3640294"/>
                  <a:gd name="connsiteY6" fmla="*/ 1027528 h 1050388"/>
                  <a:gd name="connsiteX7" fmla="*/ 1017971 w 3640294"/>
                  <a:gd name="connsiteY7" fmla="*/ 198120 h 1050388"/>
                  <a:gd name="connsiteX8" fmla="*/ 22860 w 3640294"/>
                  <a:gd name="connsiteY8" fmla="*/ 0 h 1050388"/>
                  <a:gd name="connsiteX0" fmla="*/ 22860 w 3640294"/>
                  <a:gd name="connsiteY0" fmla="*/ 0 h 1050388"/>
                  <a:gd name="connsiteX1" fmla="*/ 3060239 w 3640294"/>
                  <a:gd name="connsiteY1" fmla="*/ 586740 h 1050388"/>
                  <a:gd name="connsiteX2" fmla="*/ 3425891 w 3640294"/>
                  <a:gd name="connsiteY2" fmla="*/ 571500 h 1050388"/>
                  <a:gd name="connsiteX3" fmla="*/ 3243011 w 3640294"/>
                  <a:gd name="connsiteY3" fmla="*/ 708660 h 1050388"/>
                  <a:gd name="connsiteX4" fmla="*/ 3639251 w 3640294"/>
                  <a:gd name="connsiteY4" fmla="*/ 769620 h 1050388"/>
                  <a:gd name="connsiteX5" fmla="*/ 3128819 w 3640294"/>
                  <a:gd name="connsiteY5" fmla="*/ 1050388 h 1050388"/>
                  <a:gd name="connsiteX6" fmla="*/ 0 w 3640294"/>
                  <a:gd name="connsiteY6" fmla="*/ 1027528 h 1050388"/>
                  <a:gd name="connsiteX7" fmla="*/ 1017971 w 3640294"/>
                  <a:gd name="connsiteY7" fmla="*/ 198120 h 1050388"/>
                  <a:gd name="connsiteX8" fmla="*/ 22860 w 3640294"/>
                  <a:gd name="connsiteY8" fmla="*/ 0 h 1050388"/>
                  <a:gd name="connsiteX0" fmla="*/ 22860 w 3640294"/>
                  <a:gd name="connsiteY0" fmla="*/ 0 h 1069438"/>
                  <a:gd name="connsiteX1" fmla="*/ 3060239 w 3640294"/>
                  <a:gd name="connsiteY1" fmla="*/ 605790 h 1069438"/>
                  <a:gd name="connsiteX2" fmla="*/ 3425891 w 3640294"/>
                  <a:gd name="connsiteY2" fmla="*/ 590550 h 1069438"/>
                  <a:gd name="connsiteX3" fmla="*/ 3243011 w 3640294"/>
                  <a:gd name="connsiteY3" fmla="*/ 727710 h 1069438"/>
                  <a:gd name="connsiteX4" fmla="*/ 3639251 w 3640294"/>
                  <a:gd name="connsiteY4" fmla="*/ 788670 h 1069438"/>
                  <a:gd name="connsiteX5" fmla="*/ 3128819 w 3640294"/>
                  <a:gd name="connsiteY5" fmla="*/ 1069438 h 1069438"/>
                  <a:gd name="connsiteX6" fmla="*/ 0 w 3640294"/>
                  <a:gd name="connsiteY6" fmla="*/ 1046578 h 1069438"/>
                  <a:gd name="connsiteX7" fmla="*/ 1017971 w 3640294"/>
                  <a:gd name="connsiteY7" fmla="*/ 217170 h 1069438"/>
                  <a:gd name="connsiteX8" fmla="*/ 22860 w 3640294"/>
                  <a:gd name="connsiteY8" fmla="*/ 0 h 1069438"/>
                  <a:gd name="connsiteX0" fmla="*/ 22860 w 3640294"/>
                  <a:gd name="connsiteY0" fmla="*/ 0 h 1069438"/>
                  <a:gd name="connsiteX1" fmla="*/ 3060239 w 3640294"/>
                  <a:gd name="connsiteY1" fmla="*/ 605790 h 1069438"/>
                  <a:gd name="connsiteX2" fmla="*/ 3425891 w 3640294"/>
                  <a:gd name="connsiteY2" fmla="*/ 590550 h 1069438"/>
                  <a:gd name="connsiteX3" fmla="*/ 3243011 w 3640294"/>
                  <a:gd name="connsiteY3" fmla="*/ 727710 h 1069438"/>
                  <a:gd name="connsiteX4" fmla="*/ 3639251 w 3640294"/>
                  <a:gd name="connsiteY4" fmla="*/ 788670 h 1069438"/>
                  <a:gd name="connsiteX5" fmla="*/ 3128819 w 3640294"/>
                  <a:gd name="connsiteY5" fmla="*/ 1069438 h 1069438"/>
                  <a:gd name="connsiteX6" fmla="*/ 0 w 3640294"/>
                  <a:gd name="connsiteY6" fmla="*/ 1046578 h 1069438"/>
                  <a:gd name="connsiteX7" fmla="*/ 1017971 w 3640294"/>
                  <a:gd name="connsiteY7" fmla="*/ 217170 h 1069438"/>
                  <a:gd name="connsiteX8" fmla="*/ 22860 w 3640294"/>
                  <a:gd name="connsiteY8" fmla="*/ 0 h 1069438"/>
                  <a:gd name="connsiteX0" fmla="*/ 22860 w 3640294"/>
                  <a:gd name="connsiteY0" fmla="*/ 3458 h 1072896"/>
                  <a:gd name="connsiteX1" fmla="*/ 798260 w 3640294"/>
                  <a:gd name="connsiteY1" fmla="*/ 148873 h 1072896"/>
                  <a:gd name="connsiteX2" fmla="*/ 3060239 w 3640294"/>
                  <a:gd name="connsiteY2" fmla="*/ 609248 h 1072896"/>
                  <a:gd name="connsiteX3" fmla="*/ 3425891 w 3640294"/>
                  <a:gd name="connsiteY3" fmla="*/ 594008 h 1072896"/>
                  <a:gd name="connsiteX4" fmla="*/ 3243011 w 3640294"/>
                  <a:gd name="connsiteY4" fmla="*/ 731168 h 1072896"/>
                  <a:gd name="connsiteX5" fmla="*/ 3639251 w 3640294"/>
                  <a:gd name="connsiteY5" fmla="*/ 792128 h 1072896"/>
                  <a:gd name="connsiteX6" fmla="*/ 3128819 w 3640294"/>
                  <a:gd name="connsiteY6" fmla="*/ 1072896 h 1072896"/>
                  <a:gd name="connsiteX7" fmla="*/ 0 w 3640294"/>
                  <a:gd name="connsiteY7" fmla="*/ 1050036 h 1072896"/>
                  <a:gd name="connsiteX8" fmla="*/ 1017971 w 3640294"/>
                  <a:gd name="connsiteY8" fmla="*/ 220628 h 1072896"/>
                  <a:gd name="connsiteX9" fmla="*/ 22860 w 3640294"/>
                  <a:gd name="connsiteY9" fmla="*/ 3458 h 1072896"/>
                  <a:gd name="connsiteX0" fmla="*/ 22860 w 3640294"/>
                  <a:gd name="connsiteY0" fmla="*/ 3458 h 1072896"/>
                  <a:gd name="connsiteX1" fmla="*/ 798260 w 3640294"/>
                  <a:gd name="connsiteY1" fmla="*/ 148873 h 1072896"/>
                  <a:gd name="connsiteX2" fmla="*/ 3060239 w 3640294"/>
                  <a:gd name="connsiteY2" fmla="*/ 609248 h 1072896"/>
                  <a:gd name="connsiteX3" fmla="*/ 3425891 w 3640294"/>
                  <a:gd name="connsiteY3" fmla="*/ 594008 h 1072896"/>
                  <a:gd name="connsiteX4" fmla="*/ 3243011 w 3640294"/>
                  <a:gd name="connsiteY4" fmla="*/ 731168 h 1072896"/>
                  <a:gd name="connsiteX5" fmla="*/ 3639251 w 3640294"/>
                  <a:gd name="connsiteY5" fmla="*/ 792128 h 1072896"/>
                  <a:gd name="connsiteX6" fmla="*/ 3128819 w 3640294"/>
                  <a:gd name="connsiteY6" fmla="*/ 1072896 h 1072896"/>
                  <a:gd name="connsiteX7" fmla="*/ 0 w 3640294"/>
                  <a:gd name="connsiteY7" fmla="*/ 1050036 h 1072896"/>
                  <a:gd name="connsiteX8" fmla="*/ 1017971 w 3640294"/>
                  <a:gd name="connsiteY8" fmla="*/ 220628 h 1072896"/>
                  <a:gd name="connsiteX9" fmla="*/ 22860 w 3640294"/>
                  <a:gd name="connsiteY9" fmla="*/ 3458 h 1072896"/>
                  <a:gd name="connsiteX0" fmla="*/ 22860 w 3640294"/>
                  <a:gd name="connsiteY0" fmla="*/ 3458 h 1072896"/>
                  <a:gd name="connsiteX1" fmla="*/ 798260 w 3640294"/>
                  <a:gd name="connsiteY1" fmla="*/ 148873 h 1072896"/>
                  <a:gd name="connsiteX2" fmla="*/ 3060239 w 3640294"/>
                  <a:gd name="connsiteY2" fmla="*/ 609248 h 1072896"/>
                  <a:gd name="connsiteX3" fmla="*/ 3425891 w 3640294"/>
                  <a:gd name="connsiteY3" fmla="*/ 594008 h 1072896"/>
                  <a:gd name="connsiteX4" fmla="*/ 3243011 w 3640294"/>
                  <a:gd name="connsiteY4" fmla="*/ 731168 h 1072896"/>
                  <a:gd name="connsiteX5" fmla="*/ 3639251 w 3640294"/>
                  <a:gd name="connsiteY5" fmla="*/ 792128 h 1072896"/>
                  <a:gd name="connsiteX6" fmla="*/ 3128819 w 3640294"/>
                  <a:gd name="connsiteY6" fmla="*/ 1072896 h 1072896"/>
                  <a:gd name="connsiteX7" fmla="*/ 0 w 3640294"/>
                  <a:gd name="connsiteY7" fmla="*/ 1050036 h 1072896"/>
                  <a:gd name="connsiteX8" fmla="*/ 1017971 w 3640294"/>
                  <a:gd name="connsiteY8" fmla="*/ 220628 h 1072896"/>
                  <a:gd name="connsiteX9" fmla="*/ 22860 w 3640294"/>
                  <a:gd name="connsiteY9" fmla="*/ 3458 h 1072896"/>
                  <a:gd name="connsiteX0" fmla="*/ 22860 w 3640294"/>
                  <a:gd name="connsiteY0" fmla="*/ 3458 h 1072896"/>
                  <a:gd name="connsiteX1" fmla="*/ 798260 w 3640294"/>
                  <a:gd name="connsiteY1" fmla="*/ 148873 h 1072896"/>
                  <a:gd name="connsiteX2" fmla="*/ 3060239 w 3640294"/>
                  <a:gd name="connsiteY2" fmla="*/ 609248 h 1072896"/>
                  <a:gd name="connsiteX3" fmla="*/ 3425891 w 3640294"/>
                  <a:gd name="connsiteY3" fmla="*/ 594008 h 1072896"/>
                  <a:gd name="connsiteX4" fmla="*/ 3243011 w 3640294"/>
                  <a:gd name="connsiteY4" fmla="*/ 731168 h 1072896"/>
                  <a:gd name="connsiteX5" fmla="*/ 3639251 w 3640294"/>
                  <a:gd name="connsiteY5" fmla="*/ 792128 h 1072896"/>
                  <a:gd name="connsiteX6" fmla="*/ 3128819 w 3640294"/>
                  <a:gd name="connsiteY6" fmla="*/ 1072896 h 1072896"/>
                  <a:gd name="connsiteX7" fmla="*/ 0 w 3640294"/>
                  <a:gd name="connsiteY7" fmla="*/ 1050036 h 1072896"/>
                  <a:gd name="connsiteX8" fmla="*/ 1017971 w 3640294"/>
                  <a:gd name="connsiteY8" fmla="*/ 220628 h 1072896"/>
                  <a:gd name="connsiteX9" fmla="*/ 22860 w 3640294"/>
                  <a:gd name="connsiteY9" fmla="*/ 3458 h 1072896"/>
                  <a:gd name="connsiteX0" fmla="*/ 22860 w 3640294"/>
                  <a:gd name="connsiteY0" fmla="*/ 1153 h 1070591"/>
                  <a:gd name="connsiteX1" fmla="*/ 798260 w 3640294"/>
                  <a:gd name="connsiteY1" fmla="*/ 146568 h 1070591"/>
                  <a:gd name="connsiteX2" fmla="*/ 3060239 w 3640294"/>
                  <a:gd name="connsiteY2" fmla="*/ 606943 h 1070591"/>
                  <a:gd name="connsiteX3" fmla="*/ 3425891 w 3640294"/>
                  <a:gd name="connsiteY3" fmla="*/ 591703 h 1070591"/>
                  <a:gd name="connsiteX4" fmla="*/ 3243011 w 3640294"/>
                  <a:gd name="connsiteY4" fmla="*/ 728863 h 1070591"/>
                  <a:gd name="connsiteX5" fmla="*/ 3639251 w 3640294"/>
                  <a:gd name="connsiteY5" fmla="*/ 789823 h 1070591"/>
                  <a:gd name="connsiteX6" fmla="*/ 3128819 w 3640294"/>
                  <a:gd name="connsiteY6" fmla="*/ 1070591 h 1070591"/>
                  <a:gd name="connsiteX7" fmla="*/ 0 w 3640294"/>
                  <a:gd name="connsiteY7" fmla="*/ 1047731 h 1070591"/>
                  <a:gd name="connsiteX8" fmla="*/ 1017971 w 3640294"/>
                  <a:gd name="connsiteY8" fmla="*/ 218323 h 1070591"/>
                  <a:gd name="connsiteX9" fmla="*/ 22860 w 3640294"/>
                  <a:gd name="connsiteY9" fmla="*/ 1153 h 1070591"/>
                  <a:gd name="connsiteX0" fmla="*/ 22860 w 3640294"/>
                  <a:gd name="connsiteY0" fmla="*/ 4021 h 1073459"/>
                  <a:gd name="connsiteX1" fmla="*/ 798260 w 3640294"/>
                  <a:gd name="connsiteY1" fmla="*/ 149436 h 1073459"/>
                  <a:gd name="connsiteX2" fmla="*/ 3060239 w 3640294"/>
                  <a:gd name="connsiteY2" fmla="*/ 609811 h 1073459"/>
                  <a:gd name="connsiteX3" fmla="*/ 3425891 w 3640294"/>
                  <a:gd name="connsiteY3" fmla="*/ 594571 h 1073459"/>
                  <a:gd name="connsiteX4" fmla="*/ 3243011 w 3640294"/>
                  <a:gd name="connsiteY4" fmla="*/ 731731 h 1073459"/>
                  <a:gd name="connsiteX5" fmla="*/ 3639251 w 3640294"/>
                  <a:gd name="connsiteY5" fmla="*/ 792691 h 1073459"/>
                  <a:gd name="connsiteX6" fmla="*/ 3128819 w 3640294"/>
                  <a:gd name="connsiteY6" fmla="*/ 1073459 h 1073459"/>
                  <a:gd name="connsiteX7" fmla="*/ 0 w 3640294"/>
                  <a:gd name="connsiteY7" fmla="*/ 1050599 h 1073459"/>
                  <a:gd name="connsiteX8" fmla="*/ 1017971 w 3640294"/>
                  <a:gd name="connsiteY8" fmla="*/ 221191 h 1073459"/>
                  <a:gd name="connsiteX9" fmla="*/ 22860 w 3640294"/>
                  <a:gd name="connsiteY9" fmla="*/ 4021 h 1073459"/>
                  <a:gd name="connsiteX0" fmla="*/ 22860 w 3640294"/>
                  <a:gd name="connsiteY0" fmla="*/ 4021 h 1073459"/>
                  <a:gd name="connsiteX1" fmla="*/ 798260 w 3640294"/>
                  <a:gd name="connsiteY1" fmla="*/ 149436 h 1073459"/>
                  <a:gd name="connsiteX2" fmla="*/ 3060239 w 3640294"/>
                  <a:gd name="connsiteY2" fmla="*/ 609811 h 1073459"/>
                  <a:gd name="connsiteX3" fmla="*/ 3425891 w 3640294"/>
                  <a:gd name="connsiteY3" fmla="*/ 594571 h 1073459"/>
                  <a:gd name="connsiteX4" fmla="*/ 3243011 w 3640294"/>
                  <a:gd name="connsiteY4" fmla="*/ 731731 h 1073459"/>
                  <a:gd name="connsiteX5" fmla="*/ 3639251 w 3640294"/>
                  <a:gd name="connsiteY5" fmla="*/ 792691 h 1073459"/>
                  <a:gd name="connsiteX6" fmla="*/ 3128819 w 3640294"/>
                  <a:gd name="connsiteY6" fmla="*/ 1073459 h 1073459"/>
                  <a:gd name="connsiteX7" fmla="*/ 0 w 3640294"/>
                  <a:gd name="connsiteY7" fmla="*/ 1050599 h 1073459"/>
                  <a:gd name="connsiteX8" fmla="*/ 1017971 w 3640294"/>
                  <a:gd name="connsiteY8" fmla="*/ 221191 h 1073459"/>
                  <a:gd name="connsiteX9" fmla="*/ 22860 w 3640294"/>
                  <a:gd name="connsiteY9" fmla="*/ 4021 h 1073459"/>
                  <a:gd name="connsiteX0" fmla="*/ 22860 w 3640294"/>
                  <a:gd name="connsiteY0" fmla="*/ 4021 h 1073459"/>
                  <a:gd name="connsiteX1" fmla="*/ 798260 w 3640294"/>
                  <a:gd name="connsiteY1" fmla="*/ 149436 h 1073459"/>
                  <a:gd name="connsiteX2" fmla="*/ 3060239 w 3640294"/>
                  <a:gd name="connsiteY2" fmla="*/ 609811 h 1073459"/>
                  <a:gd name="connsiteX3" fmla="*/ 3425891 w 3640294"/>
                  <a:gd name="connsiteY3" fmla="*/ 594571 h 1073459"/>
                  <a:gd name="connsiteX4" fmla="*/ 3243011 w 3640294"/>
                  <a:gd name="connsiteY4" fmla="*/ 731731 h 1073459"/>
                  <a:gd name="connsiteX5" fmla="*/ 3639251 w 3640294"/>
                  <a:gd name="connsiteY5" fmla="*/ 792691 h 1073459"/>
                  <a:gd name="connsiteX6" fmla="*/ 3128819 w 3640294"/>
                  <a:gd name="connsiteY6" fmla="*/ 1073459 h 1073459"/>
                  <a:gd name="connsiteX7" fmla="*/ 0 w 3640294"/>
                  <a:gd name="connsiteY7" fmla="*/ 1050599 h 1073459"/>
                  <a:gd name="connsiteX8" fmla="*/ 1017971 w 3640294"/>
                  <a:gd name="connsiteY8" fmla="*/ 221191 h 1073459"/>
                  <a:gd name="connsiteX9" fmla="*/ 22860 w 3640294"/>
                  <a:gd name="connsiteY9" fmla="*/ 4021 h 1073459"/>
                  <a:gd name="connsiteX0" fmla="*/ 22860 w 3640294"/>
                  <a:gd name="connsiteY0" fmla="*/ 4021 h 1073459"/>
                  <a:gd name="connsiteX1" fmla="*/ 798260 w 3640294"/>
                  <a:gd name="connsiteY1" fmla="*/ 149436 h 1073459"/>
                  <a:gd name="connsiteX2" fmla="*/ 3060239 w 3640294"/>
                  <a:gd name="connsiteY2" fmla="*/ 609811 h 1073459"/>
                  <a:gd name="connsiteX3" fmla="*/ 3425891 w 3640294"/>
                  <a:gd name="connsiteY3" fmla="*/ 594571 h 1073459"/>
                  <a:gd name="connsiteX4" fmla="*/ 3243011 w 3640294"/>
                  <a:gd name="connsiteY4" fmla="*/ 731731 h 1073459"/>
                  <a:gd name="connsiteX5" fmla="*/ 3639251 w 3640294"/>
                  <a:gd name="connsiteY5" fmla="*/ 792691 h 1073459"/>
                  <a:gd name="connsiteX6" fmla="*/ 3128819 w 3640294"/>
                  <a:gd name="connsiteY6" fmla="*/ 1073459 h 1073459"/>
                  <a:gd name="connsiteX7" fmla="*/ 0 w 3640294"/>
                  <a:gd name="connsiteY7" fmla="*/ 1050599 h 1073459"/>
                  <a:gd name="connsiteX8" fmla="*/ 1017971 w 3640294"/>
                  <a:gd name="connsiteY8" fmla="*/ 221191 h 1073459"/>
                  <a:gd name="connsiteX9" fmla="*/ 22860 w 3640294"/>
                  <a:gd name="connsiteY9" fmla="*/ 4021 h 1073459"/>
                  <a:gd name="connsiteX0" fmla="*/ 22860 w 3640294"/>
                  <a:gd name="connsiteY0" fmla="*/ 4021 h 1073459"/>
                  <a:gd name="connsiteX1" fmla="*/ 798260 w 3640294"/>
                  <a:gd name="connsiteY1" fmla="*/ 149436 h 1073459"/>
                  <a:gd name="connsiteX2" fmla="*/ 3060239 w 3640294"/>
                  <a:gd name="connsiteY2" fmla="*/ 609811 h 1073459"/>
                  <a:gd name="connsiteX3" fmla="*/ 3425891 w 3640294"/>
                  <a:gd name="connsiteY3" fmla="*/ 594571 h 1073459"/>
                  <a:gd name="connsiteX4" fmla="*/ 3243011 w 3640294"/>
                  <a:gd name="connsiteY4" fmla="*/ 731731 h 1073459"/>
                  <a:gd name="connsiteX5" fmla="*/ 3639251 w 3640294"/>
                  <a:gd name="connsiteY5" fmla="*/ 792691 h 1073459"/>
                  <a:gd name="connsiteX6" fmla="*/ 3128819 w 3640294"/>
                  <a:gd name="connsiteY6" fmla="*/ 1073459 h 1073459"/>
                  <a:gd name="connsiteX7" fmla="*/ 0 w 3640294"/>
                  <a:gd name="connsiteY7" fmla="*/ 1050599 h 1073459"/>
                  <a:gd name="connsiteX8" fmla="*/ 1017971 w 3640294"/>
                  <a:gd name="connsiteY8" fmla="*/ 221191 h 1073459"/>
                  <a:gd name="connsiteX9" fmla="*/ 22860 w 3640294"/>
                  <a:gd name="connsiteY9" fmla="*/ 4021 h 1073459"/>
                  <a:gd name="connsiteX0" fmla="*/ 22860 w 3640294"/>
                  <a:gd name="connsiteY0" fmla="*/ 4091 h 1073529"/>
                  <a:gd name="connsiteX1" fmla="*/ 798260 w 3640294"/>
                  <a:gd name="connsiteY1" fmla="*/ 149506 h 1073529"/>
                  <a:gd name="connsiteX2" fmla="*/ 3060239 w 3640294"/>
                  <a:gd name="connsiteY2" fmla="*/ 609881 h 1073529"/>
                  <a:gd name="connsiteX3" fmla="*/ 3425891 w 3640294"/>
                  <a:gd name="connsiteY3" fmla="*/ 594641 h 1073529"/>
                  <a:gd name="connsiteX4" fmla="*/ 3243011 w 3640294"/>
                  <a:gd name="connsiteY4" fmla="*/ 731801 h 1073529"/>
                  <a:gd name="connsiteX5" fmla="*/ 3639251 w 3640294"/>
                  <a:gd name="connsiteY5" fmla="*/ 792761 h 1073529"/>
                  <a:gd name="connsiteX6" fmla="*/ 3128819 w 3640294"/>
                  <a:gd name="connsiteY6" fmla="*/ 1073529 h 1073529"/>
                  <a:gd name="connsiteX7" fmla="*/ 0 w 3640294"/>
                  <a:gd name="connsiteY7" fmla="*/ 1050669 h 1073529"/>
                  <a:gd name="connsiteX8" fmla="*/ 1017971 w 3640294"/>
                  <a:gd name="connsiteY8" fmla="*/ 221261 h 1073529"/>
                  <a:gd name="connsiteX9" fmla="*/ 22860 w 3640294"/>
                  <a:gd name="connsiteY9" fmla="*/ 4091 h 1073529"/>
                  <a:gd name="connsiteX0" fmla="*/ 22860 w 3640294"/>
                  <a:gd name="connsiteY0" fmla="*/ 4091 h 1073529"/>
                  <a:gd name="connsiteX1" fmla="*/ 798260 w 3640294"/>
                  <a:gd name="connsiteY1" fmla="*/ 149506 h 1073529"/>
                  <a:gd name="connsiteX2" fmla="*/ 3060239 w 3640294"/>
                  <a:gd name="connsiteY2" fmla="*/ 609881 h 1073529"/>
                  <a:gd name="connsiteX3" fmla="*/ 3425891 w 3640294"/>
                  <a:gd name="connsiteY3" fmla="*/ 594641 h 1073529"/>
                  <a:gd name="connsiteX4" fmla="*/ 3243011 w 3640294"/>
                  <a:gd name="connsiteY4" fmla="*/ 731801 h 1073529"/>
                  <a:gd name="connsiteX5" fmla="*/ 3639251 w 3640294"/>
                  <a:gd name="connsiteY5" fmla="*/ 792761 h 1073529"/>
                  <a:gd name="connsiteX6" fmla="*/ 3128819 w 3640294"/>
                  <a:gd name="connsiteY6" fmla="*/ 1073529 h 1073529"/>
                  <a:gd name="connsiteX7" fmla="*/ 0 w 3640294"/>
                  <a:gd name="connsiteY7" fmla="*/ 1050669 h 1073529"/>
                  <a:gd name="connsiteX8" fmla="*/ 1017971 w 3640294"/>
                  <a:gd name="connsiteY8" fmla="*/ 221261 h 1073529"/>
                  <a:gd name="connsiteX9" fmla="*/ 22860 w 3640294"/>
                  <a:gd name="connsiteY9" fmla="*/ 4091 h 1073529"/>
                  <a:gd name="connsiteX0" fmla="*/ 22860 w 3640294"/>
                  <a:gd name="connsiteY0" fmla="*/ 4091 h 1073529"/>
                  <a:gd name="connsiteX1" fmla="*/ 798260 w 3640294"/>
                  <a:gd name="connsiteY1" fmla="*/ 149506 h 1073529"/>
                  <a:gd name="connsiteX2" fmla="*/ 3060239 w 3640294"/>
                  <a:gd name="connsiteY2" fmla="*/ 609881 h 1073529"/>
                  <a:gd name="connsiteX3" fmla="*/ 3425891 w 3640294"/>
                  <a:gd name="connsiteY3" fmla="*/ 594641 h 1073529"/>
                  <a:gd name="connsiteX4" fmla="*/ 3243011 w 3640294"/>
                  <a:gd name="connsiteY4" fmla="*/ 731801 h 1073529"/>
                  <a:gd name="connsiteX5" fmla="*/ 3639251 w 3640294"/>
                  <a:gd name="connsiteY5" fmla="*/ 792761 h 1073529"/>
                  <a:gd name="connsiteX6" fmla="*/ 3128819 w 3640294"/>
                  <a:gd name="connsiteY6" fmla="*/ 1073529 h 1073529"/>
                  <a:gd name="connsiteX7" fmla="*/ 0 w 3640294"/>
                  <a:gd name="connsiteY7" fmla="*/ 1050669 h 1073529"/>
                  <a:gd name="connsiteX8" fmla="*/ 1017971 w 3640294"/>
                  <a:gd name="connsiteY8" fmla="*/ 221261 h 1073529"/>
                  <a:gd name="connsiteX9" fmla="*/ 22860 w 3640294"/>
                  <a:gd name="connsiteY9" fmla="*/ 4091 h 1073529"/>
                  <a:gd name="connsiteX0" fmla="*/ 22860 w 3640294"/>
                  <a:gd name="connsiteY0" fmla="*/ 4091 h 1073529"/>
                  <a:gd name="connsiteX1" fmla="*/ 798260 w 3640294"/>
                  <a:gd name="connsiteY1" fmla="*/ 149506 h 1073529"/>
                  <a:gd name="connsiteX2" fmla="*/ 3060239 w 3640294"/>
                  <a:gd name="connsiteY2" fmla="*/ 609881 h 1073529"/>
                  <a:gd name="connsiteX3" fmla="*/ 3425891 w 3640294"/>
                  <a:gd name="connsiteY3" fmla="*/ 594641 h 1073529"/>
                  <a:gd name="connsiteX4" fmla="*/ 3243011 w 3640294"/>
                  <a:gd name="connsiteY4" fmla="*/ 731801 h 1073529"/>
                  <a:gd name="connsiteX5" fmla="*/ 3639251 w 3640294"/>
                  <a:gd name="connsiteY5" fmla="*/ 792761 h 1073529"/>
                  <a:gd name="connsiteX6" fmla="*/ 3128819 w 3640294"/>
                  <a:gd name="connsiteY6" fmla="*/ 1073529 h 1073529"/>
                  <a:gd name="connsiteX7" fmla="*/ 0 w 3640294"/>
                  <a:gd name="connsiteY7" fmla="*/ 1050669 h 1073529"/>
                  <a:gd name="connsiteX8" fmla="*/ 1017971 w 3640294"/>
                  <a:gd name="connsiteY8" fmla="*/ 221261 h 1073529"/>
                  <a:gd name="connsiteX9" fmla="*/ 22860 w 3640294"/>
                  <a:gd name="connsiteY9" fmla="*/ 4091 h 1073529"/>
                  <a:gd name="connsiteX0" fmla="*/ 22860 w 3640294"/>
                  <a:gd name="connsiteY0" fmla="*/ 4091 h 1073529"/>
                  <a:gd name="connsiteX1" fmla="*/ 798260 w 3640294"/>
                  <a:gd name="connsiteY1" fmla="*/ 149506 h 1073529"/>
                  <a:gd name="connsiteX2" fmla="*/ 3060239 w 3640294"/>
                  <a:gd name="connsiteY2" fmla="*/ 609881 h 1073529"/>
                  <a:gd name="connsiteX3" fmla="*/ 3425891 w 3640294"/>
                  <a:gd name="connsiteY3" fmla="*/ 594641 h 1073529"/>
                  <a:gd name="connsiteX4" fmla="*/ 3243011 w 3640294"/>
                  <a:gd name="connsiteY4" fmla="*/ 731801 h 1073529"/>
                  <a:gd name="connsiteX5" fmla="*/ 3639251 w 3640294"/>
                  <a:gd name="connsiteY5" fmla="*/ 792761 h 1073529"/>
                  <a:gd name="connsiteX6" fmla="*/ 3128819 w 3640294"/>
                  <a:gd name="connsiteY6" fmla="*/ 1073529 h 1073529"/>
                  <a:gd name="connsiteX7" fmla="*/ 0 w 3640294"/>
                  <a:gd name="connsiteY7" fmla="*/ 1050669 h 1073529"/>
                  <a:gd name="connsiteX8" fmla="*/ 1017971 w 3640294"/>
                  <a:gd name="connsiteY8" fmla="*/ 221261 h 1073529"/>
                  <a:gd name="connsiteX9" fmla="*/ 22860 w 3640294"/>
                  <a:gd name="connsiteY9" fmla="*/ 4091 h 1073529"/>
                  <a:gd name="connsiteX0" fmla="*/ 22860 w 3640294"/>
                  <a:gd name="connsiteY0" fmla="*/ 4091 h 1059242"/>
                  <a:gd name="connsiteX1" fmla="*/ 798260 w 3640294"/>
                  <a:gd name="connsiteY1" fmla="*/ 149506 h 1059242"/>
                  <a:gd name="connsiteX2" fmla="*/ 3060239 w 3640294"/>
                  <a:gd name="connsiteY2" fmla="*/ 609881 h 1059242"/>
                  <a:gd name="connsiteX3" fmla="*/ 3425891 w 3640294"/>
                  <a:gd name="connsiteY3" fmla="*/ 594641 h 1059242"/>
                  <a:gd name="connsiteX4" fmla="*/ 3243011 w 3640294"/>
                  <a:gd name="connsiteY4" fmla="*/ 731801 h 1059242"/>
                  <a:gd name="connsiteX5" fmla="*/ 3639251 w 3640294"/>
                  <a:gd name="connsiteY5" fmla="*/ 792761 h 1059242"/>
                  <a:gd name="connsiteX6" fmla="*/ 3114531 w 3640294"/>
                  <a:gd name="connsiteY6" fmla="*/ 1059242 h 1059242"/>
                  <a:gd name="connsiteX7" fmla="*/ 0 w 3640294"/>
                  <a:gd name="connsiteY7" fmla="*/ 1050669 h 1059242"/>
                  <a:gd name="connsiteX8" fmla="*/ 1017971 w 3640294"/>
                  <a:gd name="connsiteY8" fmla="*/ 221261 h 1059242"/>
                  <a:gd name="connsiteX9" fmla="*/ 22860 w 3640294"/>
                  <a:gd name="connsiteY9" fmla="*/ 4091 h 1059242"/>
                  <a:gd name="connsiteX0" fmla="*/ 22860 w 3640294"/>
                  <a:gd name="connsiteY0" fmla="*/ 4091 h 1059242"/>
                  <a:gd name="connsiteX1" fmla="*/ 798260 w 3640294"/>
                  <a:gd name="connsiteY1" fmla="*/ 149506 h 1059242"/>
                  <a:gd name="connsiteX2" fmla="*/ 3060239 w 3640294"/>
                  <a:gd name="connsiteY2" fmla="*/ 609881 h 1059242"/>
                  <a:gd name="connsiteX3" fmla="*/ 3425891 w 3640294"/>
                  <a:gd name="connsiteY3" fmla="*/ 594641 h 1059242"/>
                  <a:gd name="connsiteX4" fmla="*/ 3243011 w 3640294"/>
                  <a:gd name="connsiteY4" fmla="*/ 731801 h 1059242"/>
                  <a:gd name="connsiteX5" fmla="*/ 3639251 w 3640294"/>
                  <a:gd name="connsiteY5" fmla="*/ 792761 h 1059242"/>
                  <a:gd name="connsiteX6" fmla="*/ 3114531 w 3640294"/>
                  <a:gd name="connsiteY6" fmla="*/ 1059242 h 1059242"/>
                  <a:gd name="connsiteX7" fmla="*/ 0 w 3640294"/>
                  <a:gd name="connsiteY7" fmla="*/ 1050669 h 1059242"/>
                  <a:gd name="connsiteX8" fmla="*/ 1017971 w 3640294"/>
                  <a:gd name="connsiteY8" fmla="*/ 221261 h 1059242"/>
                  <a:gd name="connsiteX9" fmla="*/ 22860 w 3640294"/>
                  <a:gd name="connsiteY9" fmla="*/ 4091 h 1059242"/>
                  <a:gd name="connsiteX0" fmla="*/ 22860 w 3640294"/>
                  <a:gd name="connsiteY0" fmla="*/ 4091 h 1059242"/>
                  <a:gd name="connsiteX1" fmla="*/ 798260 w 3640294"/>
                  <a:gd name="connsiteY1" fmla="*/ 149506 h 1059242"/>
                  <a:gd name="connsiteX2" fmla="*/ 3060239 w 3640294"/>
                  <a:gd name="connsiteY2" fmla="*/ 609881 h 1059242"/>
                  <a:gd name="connsiteX3" fmla="*/ 3425891 w 3640294"/>
                  <a:gd name="connsiteY3" fmla="*/ 594641 h 1059242"/>
                  <a:gd name="connsiteX4" fmla="*/ 3243011 w 3640294"/>
                  <a:gd name="connsiteY4" fmla="*/ 731801 h 1059242"/>
                  <a:gd name="connsiteX5" fmla="*/ 3639251 w 3640294"/>
                  <a:gd name="connsiteY5" fmla="*/ 792761 h 1059242"/>
                  <a:gd name="connsiteX6" fmla="*/ 3114531 w 3640294"/>
                  <a:gd name="connsiteY6" fmla="*/ 1059242 h 1059242"/>
                  <a:gd name="connsiteX7" fmla="*/ 0 w 3640294"/>
                  <a:gd name="connsiteY7" fmla="*/ 1050669 h 1059242"/>
                  <a:gd name="connsiteX8" fmla="*/ 1017971 w 3640294"/>
                  <a:gd name="connsiteY8" fmla="*/ 221261 h 1059242"/>
                  <a:gd name="connsiteX9" fmla="*/ 22860 w 3640294"/>
                  <a:gd name="connsiteY9" fmla="*/ 4091 h 1059242"/>
                  <a:gd name="connsiteX0" fmla="*/ 22860 w 3640294"/>
                  <a:gd name="connsiteY0" fmla="*/ 4091 h 1059242"/>
                  <a:gd name="connsiteX1" fmla="*/ 798260 w 3640294"/>
                  <a:gd name="connsiteY1" fmla="*/ 149506 h 1059242"/>
                  <a:gd name="connsiteX2" fmla="*/ 3060239 w 3640294"/>
                  <a:gd name="connsiteY2" fmla="*/ 609881 h 1059242"/>
                  <a:gd name="connsiteX3" fmla="*/ 3425891 w 3640294"/>
                  <a:gd name="connsiteY3" fmla="*/ 594641 h 1059242"/>
                  <a:gd name="connsiteX4" fmla="*/ 3243011 w 3640294"/>
                  <a:gd name="connsiteY4" fmla="*/ 731801 h 1059242"/>
                  <a:gd name="connsiteX5" fmla="*/ 3639251 w 3640294"/>
                  <a:gd name="connsiteY5" fmla="*/ 792761 h 1059242"/>
                  <a:gd name="connsiteX6" fmla="*/ 3114531 w 3640294"/>
                  <a:gd name="connsiteY6" fmla="*/ 1059242 h 1059242"/>
                  <a:gd name="connsiteX7" fmla="*/ 0 w 3640294"/>
                  <a:gd name="connsiteY7" fmla="*/ 1050669 h 1059242"/>
                  <a:gd name="connsiteX8" fmla="*/ 1017971 w 3640294"/>
                  <a:gd name="connsiteY8" fmla="*/ 221261 h 1059242"/>
                  <a:gd name="connsiteX9" fmla="*/ 22860 w 3640294"/>
                  <a:gd name="connsiteY9" fmla="*/ 4091 h 1059242"/>
                  <a:gd name="connsiteX0" fmla="*/ 22860 w 3640294"/>
                  <a:gd name="connsiteY0" fmla="*/ 4091 h 1059242"/>
                  <a:gd name="connsiteX1" fmla="*/ 798260 w 3640294"/>
                  <a:gd name="connsiteY1" fmla="*/ 149506 h 1059242"/>
                  <a:gd name="connsiteX2" fmla="*/ 3060239 w 3640294"/>
                  <a:gd name="connsiteY2" fmla="*/ 609881 h 1059242"/>
                  <a:gd name="connsiteX3" fmla="*/ 3425891 w 3640294"/>
                  <a:gd name="connsiteY3" fmla="*/ 594641 h 1059242"/>
                  <a:gd name="connsiteX4" fmla="*/ 3243011 w 3640294"/>
                  <a:gd name="connsiteY4" fmla="*/ 731801 h 1059242"/>
                  <a:gd name="connsiteX5" fmla="*/ 3639251 w 3640294"/>
                  <a:gd name="connsiteY5" fmla="*/ 792761 h 1059242"/>
                  <a:gd name="connsiteX6" fmla="*/ 3114531 w 3640294"/>
                  <a:gd name="connsiteY6" fmla="*/ 1059242 h 1059242"/>
                  <a:gd name="connsiteX7" fmla="*/ 0 w 3640294"/>
                  <a:gd name="connsiteY7" fmla="*/ 1050669 h 1059242"/>
                  <a:gd name="connsiteX8" fmla="*/ 1017971 w 3640294"/>
                  <a:gd name="connsiteY8" fmla="*/ 221261 h 1059242"/>
                  <a:gd name="connsiteX9" fmla="*/ 22860 w 3640294"/>
                  <a:gd name="connsiteY9" fmla="*/ 4091 h 1059242"/>
                  <a:gd name="connsiteX0" fmla="*/ 22860 w 3640305"/>
                  <a:gd name="connsiteY0" fmla="*/ 4091 h 1059242"/>
                  <a:gd name="connsiteX1" fmla="*/ 798260 w 3640305"/>
                  <a:gd name="connsiteY1" fmla="*/ 149506 h 1059242"/>
                  <a:gd name="connsiteX2" fmla="*/ 3060239 w 3640305"/>
                  <a:gd name="connsiteY2" fmla="*/ 609881 h 1059242"/>
                  <a:gd name="connsiteX3" fmla="*/ 3425891 w 3640305"/>
                  <a:gd name="connsiteY3" fmla="*/ 594641 h 1059242"/>
                  <a:gd name="connsiteX4" fmla="*/ 3247774 w 3640305"/>
                  <a:gd name="connsiteY4" fmla="*/ 746088 h 1059242"/>
                  <a:gd name="connsiteX5" fmla="*/ 3639251 w 3640305"/>
                  <a:gd name="connsiteY5" fmla="*/ 792761 h 1059242"/>
                  <a:gd name="connsiteX6" fmla="*/ 3114531 w 3640305"/>
                  <a:gd name="connsiteY6" fmla="*/ 1059242 h 1059242"/>
                  <a:gd name="connsiteX7" fmla="*/ 0 w 3640305"/>
                  <a:gd name="connsiteY7" fmla="*/ 1050669 h 1059242"/>
                  <a:gd name="connsiteX8" fmla="*/ 1017971 w 3640305"/>
                  <a:gd name="connsiteY8" fmla="*/ 221261 h 1059242"/>
                  <a:gd name="connsiteX9" fmla="*/ 22860 w 3640305"/>
                  <a:gd name="connsiteY9" fmla="*/ 4091 h 1059242"/>
                  <a:gd name="connsiteX0" fmla="*/ 22860 w 3640305"/>
                  <a:gd name="connsiteY0" fmla="*/ 4091 h 1059242"/>
                  <a:gd name="connsiteX1" fmla="*/ 798260 w 3640305"/>
                  <a:gd name="connsiteY1" fmla="*/ 149506 h 1059242"/>
                  <a:gd name="connsiteX2" fmla="*/ 3060239 w 3640305"/>
                  <a:gd name="connsiteY2" fmla="*/ 609881 h 1059242"/>
                  <a:gd name="connsiteX3" fmla="*/ 3425891 w 3640305"/>
                  <a:gd name="connsiteY3" fmla="*/ 594641 h 1059242"/>
                  <a:gd name="connsiteX4" fmla="*/ 3247774 w 3640305"/>
                  <a:gd name="connsiteY4" fmla="*/ 746088 h 1059242"/>
                  <a:gd name="connsiteX5" fmla="*/ 3639251 w 3640305"/>
                  <a:gd name="connsiteY5" fmla="*/ 768949 h 1059242"/>
                  <a:gd name="connsiteX6" fmla="*/ 3114531 w 3640305"/>
                  <a:gd name="connsiteY6" fmla="*/ 1059242 h 1059242"/>
                  <a:gd name="connsiteX7" fmla="*/ 0 w 3640305"/>
                  <a:gd name="connsiteY7" fmla="*/ 1050669 h 1059242"/>
                  <a:gd name="connsiteX8" fmla="*/ 1017971 w 3640305"/>
                  <a:gd name="connsiteY8" fmla="*/ 221261 h 1059242"/>
                  <a:gd name="connsiteX9" fmla="*/ 22860 w 3640305"/>
                  <a:gd name="connsiteY9" fmla="*/ 4091 h 1059242"/>
                  <a:gd name="connsiteX0" fmla="*/ 22860 w 3639251"/>
                  <a:gd name="connsiteY0" fmla="*/ 4091 h 1059242"/>
                  <a:gd name="connsiteX1" fmla="*/ 798260 w 3639251"/>
                  <a:gd name="connsiteY1" fmla="*/ 149506 h 1059242"/>
                  <a:gd name="connsiteX2" fmla="*/ 3060239 w 3639251"/>
                  <a:gd name="connsiteY2" fmla="*/ 609881 h 1059242"/>
                  <a:gd name="connsiteX3" fmla="*/ 3425891 w 3639251"/>
                  <a:gd name="connsiteY3" fmla="*/ 594641 h 1059242"/>
                  <a:gd name="connsiteX4" fmla="*/ 3247774 w 3639251"/>
                  <a:gd name="connsiteY4" fmla="*/ 746088 h 1059242"/>
                  <a:gd name="connsiteX5" fmla="*/ 3639251 w 3639251"/>
                  <a:gd name="connsiteY5" fmla="*/ 768949 h 1059242"/>
                  <a:gd name="connsiteX6" fmla="*/ 3114531 w 3639251"/>
                  <a:gd name="connsiteY6" fmla="*/ 1059242 h 1059242"/>
                  <a:gd name="connsiteX7" fmla="*/ 0 w 3639251"/>
                  <a:gd name="connsiteY7" fmla="*/ 1050669 h 1059242"/>
                  <a:gd name="connsiteX8" fmla="*/ 1017971 w 3639251"/>
                  <a:gd name="connsiteY8" fmla="*/ 221261 h 1059242"/>
                  <a:gd name="connsiteX9" fmla="*/ 22860 w 3639251"/>
                  <a:gd name="connsiteY9" fmla="*/ 4091 h 1059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39251" h="1059242">
                    <a:moveTo>
                      <a:pt x="22860" y="4091"/>
                    </a:moveTo>
                    <a:cubicBezTo>
                      <a:pt x="49741" y="-34326"/>
                      <a:pt x="207892" y="212054"/>
                      <a:pt x="798260" y="149506"/>
                    </a:cubicBezTo>
                    <a:cubicBezTo>
                      <a:pt x="1850703" y="55314"/>
                      <a:pt x="2585646" y="316723"/>
                      <a:pt x="3060239" y="609881"/>
                    </a:cubicBezTo>
                    <a:cubicBezTo>
                      <a:pt x="3072903" y="686081"/>
                      <a:pt x="3413227" y="547016"/>
                      <a:pt x="3425891" y="594641"/>
                    </a:cubicBezTo>
                    <a:cubicBezTo>
                      <a:pt x="3375091" y="673381"/>
                      <a:pt x="3298574" y="667348"/>
                      <a:pt x="3247774" y="746088"/>
                    </a:cubicBezTo>
                    <a:cubicBezTo>
                      <a:pt x="3222374" y="819748"/>
                      <a:pt x="3545589" y="771489"/>
                      <a:pt x="3639251" y="768949"/>
                    </a:cubicBezTo>
                    <a:lnTo>
                      <a:pt x="3114531" y="1059242"/>
                    </a:lnTo>
                    <a:cubicBezTo>
                      <a:pt x="2890741" y="908747"/>
                      <a:pt x="1409652" y="-560961"/>
                      <a:pt x="0" y="1050669"/>
                    </a:cubicBezTo>
                    <a:cubicBezTo>
                      <a:pt x="68179" y="934537"/>
                      <a:pt x="521167" y="356443"/>
                      <a:pt x="1017971" y="221261"/>
                    </a:cubicBezTo>
                    <a:cubicBezTo>
                      <a:pt x="338605" y="307621"/>
                      <a:pt x="-31198" y="106961"/>
                      <a:pt x="22860" y="409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92DBFC9C-8886-49B3-8369-964736841E65}"/>
                  </a:ext>
                </a:extLst>
              </p:cNvPr>
              <p:cNvSpPr/>
              <p:nvPr/>
            </p:nvSpPr>
            <p:spPr>
              <a:xfrm>
                <a:off x="7048500" y="3510493"/>
                <a:ext cx="1938338" cy="156632"/>
              </a:xfrm>
              <a:custGeom>
                <a:avLst/>
                <a:gdLst>
                  <a:gd name="connsiteX0" fmla="*/ 0 w 1938338"/>
                  <a:gd name="connsiteY0" fmla="*/ 0 h 52387"/>
                  <a:gd name="connsiteX1" fmla="*/ 1938338 w 1938338"/>
                  <a:gd name="connsiteY1" fmla="*/ 52387 h 52387"/>
                  <a:gd name="connsiteX2" fmla="*/ 1938338 w 1938338"/>
                  <a:gd name="connsiteY2" fmla="*/ 52387 h 52387"/>
                  <a:gd name="connsiteX0" fmla="*/ 0 w 1938338"/>
                  <a:gd name="connsiteY0" fmla="*/ 93497 h 145884"/>
                  <a:gd name="connsiteX1" fmla="*/ 1938338 w 1938338"/>
                  <a:gd name="connsiteY1" fmla="*/ 145884 h 145884"/>
                  <a:gd name="connsiteX2" fmla="*/ 1938338 w 1938338"/>
                  <a:gd name="connsiteY2" fmla="*/ 145884 h 145884"/>
                  <a:gd name="connsiteX0" fmla="*/ 0 w 1938338"/>
                  <a:gd name="connsiteY0" fmla="*/ 93497 h 145884"/>
                  <a:gd name="connsiteX1" fmla="*/ 1938338 w 1938338"/>
                  <a:gd name="connsiteY1" fmla="*/ 145884 h 145884"/>
                  <a:gd name="connsiteX2" fmla="*/ 1938338 w 1938338"/>
                  <a:gd name="connsiteY2" fmla="*/ 145884 h 145884"/>
                  <a:gd name="connsiteX0" fmla="*/ 0 w 1938338"/>
                  <a:gd name="connsiteY0" fmla="*/ 104245 h 156632"/>
                  <a:gd name="connsiteX1" fmla="*/ 1938338 w 1938338"/>
                  <a:gd name="connsiteY1" fmla="*/ 156632 h 156632"/>
                  <a:gd name="connsiteX2" fmla="*/ 1938338 w 1938338"/>
                  <a:gd name="connsiteY2" fmla="*/ 156632 h 156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8338" h="156632">
                    <a:moveTo>
                      <a:pt x="0" y="104245"/>
                    </a:moveTo>
                    <a:cubicBezTo>
                      <a:pt x="879476" y="-125943"/>
                      <a:pt x="1654175" y="86783"/>
                      <a:pt x="1938338" y="156632"/>
                    </a:cubicBezTo>
                    <a:lnTo>
                      <a:pt x="1938338" y="156632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7">
                <a:extLst>
                  <a:ext uri="{FF2B5EF4-FFF2-40B4-BE49-F238E27FC236}">
                    <a16:creationId xmlns:a16="http://schemas.microsoft.com/office/drawing/2014/main" id="{2BA006FE-175F-4C2C-B0FB-6FBDF2B2DB1D}"/>
                  </a:ext>
                </a:extLst>
              </p:cNvPr>
              <p:cNvSpPr/>
              <p:nvPr/>
            </p:nvSpPr>
            <p:spPr>
              <a:xfrm>
                <a:off x="8465133" y="3421948"/>
                <a:ext cx="1226039" cy="2036443"/>
              </a:xfrm>
              <a:custGeom>
                <a:avLst/>
                <a:gdLst>
                  <a:gd name="connsiteX0" fmla="*/ 0 w 329036"/>
                  <a:gd name="connsiteY0" fmla="*/ 0 h 64504"/>
                  <a:gd name="connsiteX1" fmla="*/ 329036 w 329036"/>
                  <a:gd name="connsiteY1" fmla="*/ 0 h 64504"/>
                  <a:gd name="connsiteX2" fmla="*/ 329036 w 329036"/>
                  <a:gd name="connsiteY2" fmla="*/ 64504 h 64504"/>
                  <a:gd name="connsiteX3" fmla="*/ 0 w 329036"/>
                  <a:gd name="connsiteY3" fmla="*/ 64504 h 64504"/>
                  <a:gd name="connsiteX4" fmla="*/ 0 w 329036"/>
                  <a:gd name="connsiteY4" fmla="*/ 0 h 64504"/>
                  <a:gd name="connsiteX0" fmla="*/ 0 w 419523"/>
                  <a:gd name="connsiteY0" fmla="*/ 0 h 126417"/>
                  <a:gd name="connsiteX1" fmla="*/ 419523 w 419523"/>
                  <a:gd name="connsiteY1" fmla="*/ 61913 h 126417"/>
                  <a:gd name="connsiteX2" fmla="*/ 419523 w 419523"/>
                  <a:gd name="connsiteY2" fmla="*/ 126417 h 126417"/>
                  <a:gd name="connsiteX3" fmla="*/ 90487 w 419523"/>
                  <a:gd name="connsiteY3" fmla="*/ 126417 h 126417"/>
                  <a:gd name="connsiteX4" fmla="*/ 0 w 419523"/>
                  <a:gd name="connsiteY4" fmla="*/ 0 h 126417"/>
                  <a:gd name="connsiteX0" fmla="*/ 176213 w 595736"/>
                  <a:gd name="connsiteY0" fmla="*/ 0 h 126417"/>
                  <a:gd name="connsiteX1" fmla="*/ 595736 w 595736"/>
                  <a:gd name="connsiteY1" fmla="*/ 61913 h 126417"/>
                  <a:gd name="connsiteX2" fmla="*/ 595736 w 595736"/>
                  <a:gd name="connsiteY2" fmla="*/ 126417 h 126417"/>
                  <a:gd name="connsiteX3" fmla="*/ 0 w 595736"/>
                  <a:gd name="connsiteY3" fmla="*/ 69267 h 126417"/>
                  <a:gd name="connsiteX4" fmla="*/ 176213 w 595736"/>
                  <a:gd name="connsiteY4" fmla="*/ 0 h 126417"/>
                  <a:gd name="connsiteX0" fmla="*/ 176213 w 595736"/>
                  <a:gd name="connsiteY0" fmla="*/ 0 h 216904"/>
                  <a:gd name="connsiteX1" fmla="*/ 595736 w 595736"/>
                  <a:gd name="connsiteY1" fmla="*/ 61913 h 216904"/>
                  <a:gd name="connsiteX2" fmla="*/ 529061 w 595736"/>
                  <a:gd name="connsiteY2" fmla="*/ 216904 h 216904"/>
                  <a:gd name="connsiteX3" fmla="*/ 0 w 595736"/>
                  <a:gd name="connsiteY3" fmla="*/ 69267 h 216904"/>
                  <a:gd name="connsiteX4" fmla="*/ 176213 w 595736"/>
                  <a:gd name="connsiteY4" fmla="*/ 0 h 216904"/>
                  <a:gd name="connsiteX0" fmla="*/ 176213 w 671936"/>
                  <a:gd name="connsiteY0" fmla="*/ 0 h 216904"/>
                  <a:gd name="connsiteX1" fmla="*/ 671936 w 671936"/>
                  <a:gd name="connsiteY1" fmla="*/ 119063 h 216904"/>
                  <a:gd name="connsiteX2" fmla="*/ 529061 w 671936"/>
                  <a:gd name="connsiteY2" fmla="*/ 216904 h 216904"/>
                  <a:gd name="connsiteX3" fmla="*/ 0 w 671936"/>
                  <a:gd name="connsiteY3" fmla="*/ 69267 h 216904"/>
                  <a:gd name="connsiteX4" fmla="*/ 176213 w 671936"/>
                  <a:gd name="connsiteY4" fmla="*/ 0 h 216904"/>
                  <a:gd name="connsiteX0" fmla="*/ 176213 w 671936"/>
                  <a:gd name="connsiteY0" fmla="*/ 0 h 316970"/>
                  <a:gd name="connsiteX1" fmla="*/ 671936 w 671936"/>
                  <a:gd name="connsiteY1" fmla="*/ 119063 h 316970"/>
                  <a:gd name="connsiteX2" fmla="*/ 609017 w 671936"/>
                  <a:gd name="connsiteY2" fmla="*/ 316970 h 316970"/>
                  <a:gd name="connsiteX3" fmla="*/ 529061 w 671936"/>
                  <a:gd name="connsiteY3" fmla="*/ 216904 h 316970"/>
                  <a:gd name="connsiteX4" fmla="*/ 0 w 671936"/>
                  <a:gd name="connsiteY4" fmla="*/ 69267 h 316970"/>
                  <a:gd name="connsiteX5" fmla="*/ 176213 w 671936"/>
                  <a:gd name="connsiteY5" fmla="*/ 0 h 316970"/>
                  <a:gd name="connsiteX0" fmla="*/ 176213 w 1098192"/>
                  <a:gd name="connsiteY0" fmla="*/ 0 h 1124364"/>
                  <a:gd name="connsiteX1" fmla="*/ 671936 w 1098192"/>
                  <a:gd name="connsiteY1" fmla="*/ 119063 h 1124364"/>
                  <a:gd name="connsiteX2" fmla="*/ 1097967 w 1098192"/>
                  <a:gd name="connsiteY2" fmla="*/ 1123420 h 1124364"/>
                  <a:gd name="connsiteX3" fmla="*/ 609017 w 1098192"/>
                  <a:gd name="connsiteY3" fmla="*/ 316970 h 1124364"/>
                  <a:gd name="connsiteX4" fmla="*/ 529061 w 1098192"/>
                  <a:gd name="connsiteY4" fmla="*/ 216904 h 1124364"/>
                  <a:gd name="connsiteX5" fmla="*/ 0 w 1098192"/>
                  <a:gd name="connsiteY5" fmla="*/ 69267 h 1124364"/>
                  <a:gd name="connsiteX6" fmla="*/ 176213 w 1098192"/>
                  <a:gd name="connsiteY6" fmla="*/ 0 h 1124364"/>
                  <a:gd name="connsiteX0" fmla="*/ 176213 w 1179325"/>
                  <a:gd name="connsiteY0" fmla="*/ 0 h 1128678"/>
                  <a:gd name="connsiteX1" fmla="*/ 671936 w 1179325"/>
                  <a:gd name="connsiteY1" fmla="*/ 119063 h 1128678"/>
                  <a:gd name="connsiteX2" fmla="*/ 1148767 w 1179325"/>
                  <a:gd name="connsiteY2" fmla="*/ 507470 h 1128678"/>
                  <a:gd name="connsiteX3" fmla="*/ 1097967 w 1179325"/>
                  <a:gd name="connsiteY3" fmla="*/ 1123420 h 1128678"/>
                  <a:gd name="connsiteX4" fmla="*/ 609017 w 1179325"/>
                  <a:gd name="connsiteY4" fmla="*/ 316970 h 1128678"/>
                  <a:gd name="connsiteX5" fmla="*/ 529061 w 1179325"/>
                  <a:gd name="connsiteY5" fmla="*/ 216904 h 1128678"/>
                  <a:gd name="connsiteX6" fmla="*/ 0 w 1179325"/>
                  <a:gd name="connsiteY6" fmla="*/ 69267 h 1128678"/>
                  <a:gd name="connsiteX7" fmla="*/ 176213 w 1179325"/>
                  <a:gd name="connsiteY7" fmla="*/ 0 h 1128678"/>
                  <a:gd name="connsiteX0" fmla="*/ 176213 w 1170363"/>
                  <a:gd name="connsiteY0" fmla="*/ 0 h 2017494"/>
                  <a:gd name="connsiteX1" fmla="*/ 671936 w 1170363"/>
                  <a:gd name="connsiteY1" fmla="*/ 119063 h 2017494"/>
                  <a:gd name="connsiteX2" fmla="*/ 1148767 w 1170363"/>
                  <a:gd name="connsiteY2" fmla="*/ 507470 h 2017494"/>
                  <a:gd name="connsiteX3" fmla="*/ 1031292 w 1170363"/>
                  <a:gd name="connsiteY3" fmla="*/ 2009245 h 2017494"/>
                  <a:gd name="connsiteX4" fmla="*/ 1097967 w 1170363"/>
                  <a:gd name="connsiteY4" fmla="*/ 1123420 h 2017494"/>
                  <a:gd name="connsiteX5" fmla="*/ 609017 w 1170363"/>
                  <a:gd name="connsiteY5" fmla="*/ 316970 h 2017494"/>
                  <a:gd name="connsiteX6" fmla="*/ 529061 w 1170363"/>
                  <a:gd name="connsiteY6" fmla="*/ 216904 h 2017494"/>
                  <a:gd name="connsiteX7" fmla="*/ 0 w 1170363"/>
                  <a:gd name="connsiteY7" fmla="*/ 69267 h 2017494"/>
                  <a:gd name="connsiteX8" fmla="*/ 176213 w 1170363"/>
                  <a:gd name="connsiteY8" fmla="*/ 0 h 2017494"/>
                  <a:gd name="connsiteX0" fmla="*/ 176213 w 1170363"/>
                  <a:gd name="connsiteY0" fmla="*/ 0 h 2023961"/>
                  <a:gd name="connsiteX1" fmla="*/ 671936 w 1170363"/>
                  <a:gd name="connsiteY1" fmla="*/ 119063 h 2023961"/>
                  <a:gd name="connsiteX2" fmla="*/ 1148767 w 1170363"/>
                  <a:gd name="connsiteY2" fmla="*/ 507470 h 2023961"/>
                  <a:gd name="connsiteX3" fmla="*/ 1031292 w 1170363"/>
                  <a:gd name="connsiteY3" fmla="*/ 2009245 h 2023961"/>
                  <a:gd name="connsiteX4" fmla="*/ 1097967 w 1170363"/>
                  <a:gd name="connsiteY4" fmla="*/ 1123420 h 2023961"/>
                  <a:gd name="connsiteX5" fmla="*/ 609017 w 1170363"/>
                  <a:gd name="connsiteY5" fmla="*/ 316970 h 2023961"/>
                  <a:gd name="connsiteX6" fmla="*/ 529061 w 1170363"/>
                  <a:gd name="connsiteY6" fmla="*/ 216904 h 2023961"/>
                  <a:gd name="connsiteX7" fmla="*/ 0 w 1170363"/>
                  <a:gd name="connsiteY7" fmla="*/ 69267 h 2023961"/>
                  <a:gd name="connsiteX8" fmla="*/ 176213 w 1170363"/>
                  <a:gd name="connsiteY8" fmla="*/ 0 h 2023961"/>
                  <a:gd name="connsiteX0" fmla="*/ 176213 w 1199031"/>
                  <a:gd name="connsiteY0" fmla="*/ 0 h 2023961"/>
                  <a:gd name="connsiteX1" fmla="*/ 671936 w 1199031"/>
                  <a:gd name="connsiteY1" fmla="*/ 119063 h 2023961"/>
                  <a:gd name="connsiteX2" fmla="*/ 1148767 w 1199031"/>
                  <a:gd name="connsiteY2" fmla="*/ 507470 h 2023961"/>
                  <a:gd name="connsiteX3" fmla="*/ 1031292 w 1199031"/>
                  <a:gd name="connsiteY3" fmla="*/ 2009245 h 2023961"/>
                  <a:gd name="connsiteX4" fmla="*/ 1097967 w 1199031"/>
                  <a:gd name="connsiteY4" fmla="*/ 1123420 h 2023961"/>
                  <a:gd name="connsiteX5" fmla="*/ 609017 w 1199031"/>
                  <a:gd name="connsiteY5" fmla="*/ 316970 h 2023961"/>
                  <a:gd name="connsiteX6" fmla="*/ 529061 w 1199031"/>
                  <a:gd name="connsiteY6" fmla="*/ 216904 h 2023961"/>
                  <a:gd name="connsiteX7" fmla="*/ 0 w 1199031"/>
                  <a:gd name="connsiteY7" fmla="*/ 69267 h 2023961"/>
                  <a:gd name="connsiteX8" fmla="*/ 176213 w 1199031"/>
                  <a:gd name="connsiteY8" fmla="*/ 0 h 2023961"/>
                  <a:gd name="connsiteX0" fmla="*/ 176213 w 1199031"/>
                  <a:gd name="connsiteY0" fmla="*/ 0 h 2019677"/>
                  <a:gd name="connsiteX1" fmla="*/ 671936 w 1199031"/>
                  <a:gd name="connsiteY1" fmla="*/ 119063 h 2019677"/>
                  <a:gd name="connsiteX2" fmla="*/ 1148767 w 1199031"/>
                  <a:gd name="connsiteY2" fmla="*/ 507470 h 2019677"/>
                  <a:gd name="connsiteX3" fmla="*/ 1031292 w 1199031"/>
                  <a:gd name="connsiteY3" fmla="*/ 2009245 h 2019677"/>
                  <a:gd name="connsiteX4" fmla="*/ 1097967 w 1199031"/>
                  <a:gd name="connsiteY4" fmla="*/ 1123420 h 2019677"/>
                  <a:gd name="connsiteX5" fmla="*/ 609017 w 1199031"/>
                  <a:gd name="connsiteY5" fmla="*/ 316970 h 2019677"/>
                  <a:gd name="connsiteX6" fmla="*/ 529061 w 1199031"/>
                  <a:gd name="connsiteY6" fmla="*/ 216904 h 2019677"/>
                  <a:gd name="connsiteX7" fmla="*/ 0 w 1199031"/>
                  <a:gd name="connsiteY7" fmla="*/ 69267 h 2019677"/>
                  <a:gd name="connsiteX8" fmla="*/ 176213 w 1199031"/>
                  <a:gd name="connsiteY8" fmla="*/ 0 h 2019677"/>
                  <a:gd name="connsiteX0" fmla="*/ 176213 w 1199031"/>
                  <a:gd name="connsiteY0" fmla="*/ 0 h 2019677"/>
                  <a:gd name="connsiteX1" fmla="*/ 671936 w 1199031"/>
                  <a:gd name="connsiteY1" fmla="*/ 119063 h 2019677"/>
                  <a:gd name="connsiteX2" fmla="*/ 1148767 w 1199031"/>
                  <a:gd name="connsiteY2" fmla="*/ 507470 h 2019677"/>
                  <a:gd name="connsiteX3" fmla="*/ 1031292 w 1199031"/>
                  <a:gd name="connsiteY3" fmla="*/ 2009245 h 2019677"/>
                  <a:gd name="connsiteX4" fmla="*/ 1097967 w 1199031"/>
                  <a:gd name="connsiteY4" fmla="*/ 1123420 h 2019677"/>
                  <a:gd name="connsiteX5" fmla="*/ 609017 w 1199031"/>
                  <a:gd name="connsiteY5" fmla="*/ 316970 h 2019677"/>
                  <a:gd name="connsiteX6" fmla="*/ 529061 w 1199031"/>
                  <a:gd name="connsiteY6" fmla="*/ 216904 h 2019677"/>
                  <a:gd name="connsiteX7" fmla="*/ 0 w 1199031"/>
                  <a:gd name="connsiteY7" fmla="*/ 69267 h 2019677"/>
                  <a:gd name="connsiteX8" fmla="*/ 176213 w 1199031"/>
                  <a:gd name="connsiteY8" fmla="*/ 0 h 2019677"/>
                  <a:gd name="connsiteX0" fmla="*/ 176213 w 1197656"/>
                  <a:gd name="connsiteY0" fmla="*/ 0 h 2019677"/>
                  <a:gd name="connsiteX1" fmla="*/ 671936 w 1197656"/>
                  <a:gd name="connsiteY1" fmla="*/ 119063 h 2019677"/>
                  <a:gd name="connsiteX2" fmla="*/ 1148767 w 1197656"/>
                  <a:gd name="connsiteY2" fmla="*/ 507470 h 2019677"/>
                  <a:gd name="connsiteX3" fmla="*/ 1164642 w 1197656"/>
                  <a:gd name="connsiteY3" fmla="*/ 1361545 h 2019677"/>
                  <a:gd name="connsiteX4" fmla="*/ 1031292 w 1197656"/>
                  <a:gd name="connsiteY4" fmla="*/ 2009245 h 2019677"/>
                  <a:gd name="connsiteX5" fmla="*/ 1097967 w 1197656"/>
                  <a:gd name="connsiteY5" fmla="*/ 1123420 h 2019677"/>
                  <a:gd name="connsiteX6" fmla="*/ 609017 w 1197656"/>
                  <a:gd name="connsiteY6" fmla="*/ 316970 h 2019677"/>
                  <a:gd name="connsiteX7" fmla="*/ 529061 w 1197656"/>
                  <a:gd name="connsiteY7" fmla="*/ 216904 h 2019677"/>
                  <a:gd name="connsiteX8" fmla="*/ 0 w 1197656"/>
                  <a:gd name="connsiteY8" fmla="*/ 69267 h 2019677"/>
                  <a:gd name="connsiteX9" fmla="*/ 176213 w 1197656"/>
                  <a:gd name="connsiteY9" fmla="*/ 0 h 2019677"/>
                  <a:gd name="connsiteX0" fmla="*/ 176213 w 1226039"/>
                  <a:gd name="connsiteY0" fmla="*/ 0 h 2019677"/>
                  <a:gd name="connsiteX1" fmla="*/ 671936 w 1226039"/>
                  <a:gd name="connsiteY1" fmla="*/ 119063 h 2019677"/>
                  <a:gd name="connsiteX2" fmla="*/ 1148767 w 1226039"/>
                  <a:gd name="connsiteY2" fmla="*/ 507470 h 2019677"/>
                  <a:gd name="connsiteX3" fmla="*/ 1164642 w 1226039"/>
                  <a:gd name="connsiteY3" fmla="*/ 1361545 h 2019677"/>
                  <a:gd name="connsiteX4" fmla="*/ 1031292 w 1226039"/>
                  <a:gd name="connsiteY4" fmla="*/ 2009245 h 2019677"/>
                  <a:gd name="connsiteX5" fmla="*/ 1097967 w 1226039"/>
                  <a:gd name="connsiteY5" fmla="*/ 1123420 h 2019677"/>
                  <a:gd name="connsiteX6" fmla="*/ 609017 w 1226039"/>
                  <a:gd name="connsiteY6" fmla="*/ 316970 h 2019677"/>
                  <a:gd name="connsiteX7" fmla="*/ 529061 w 1226039"/>
                  <a:gd name="connsiteY7" fmla="*/ 216904 h 2019677"/>
                  <a:gd name="connsiteX8" fmla="*/ 0 w 1226039"/>
                  <a:gd name="connsiteY8" fmla="*/ 69267 h 2019677"/>
                  <a:gd name="connsiteX9" fmla="*/ 176213 w 1226039"/>
                  <a:gd name="connsiteY9" fmla="*/ 0 h 2019677"/>
                  <a:gd name="connsiteX0" fmla="*/ 176213 w 1226039"/>
                  <a:gd name="connsiteY0" fmla="*/ 0 h 2019677"/>
                  <a:gd name="connsiteX1" fmla="*/ 671936 w 1226039"/>
                  <a:gd name="connsiteY1" fmla="*/ 119063 h 2019677"/>
                  <a:gd name="connsiteX2" fmla="*/ 1148767 w 1226039"/>
                  <a:gd name="connsiteY2" fmla="*/ 507470 h 2019677"/>
                  <a:gd name="connsiteX3" fmla="*/ 1164642 w 1226039"/>
                  <a:gd name="connsiteY3" fmla="*/ 1361545 h 2019677"/>
                  <a:gd name="connsiteX4" fmla="*/ 1031292 w 1226039"/>
                  <a:gd name="connsiteY4" fmla="*/ 2009245 h 2019677"/>
                  <a:gd name="connsiteX5" fmla="*/ 1097967 w 1226039"/>
                  <a:gd name="connsiteY5" fmla="*/ 1123420 h 2019677"/>
                  <a:gd name="connsiteX6" fmla="*/ 609017 w 1226039"/>
                  <a:gd name="connsiteY6" fmla="*/ 316970 h 2019677"/>
                  <a:gd name="connsiteX7" fmla="*/ 529061 w 1226039"/>
                  <a:gd name="connsiteY7" fmla="*/ 216904 h 2019677"/>
                  <a:gd name="connsiteX8" fmla="*/ 0 w 1226039"/>
                  <a:gd name="connsiteY8" fmla="*/ 69267 h 2019677"/>
                  <a:gd name="connsiteX9" fmla="*/ 176213 w 1226039"/>
                  <a:gd name="connsiteY9" fmla="*/ 0 h 2019677"/>
                  <a:gd name="connsiteX0" fmla="*/ 176213 w 1226039"/>
                  <a:gd name="connsiteY0" fmla="*/ 0 h 2019677"/>
                  <a:gd name="connsiteX1" fmla="*/ 671936 w 1226039"/>
                  <a:gd name="connsiteY1" fmla="*/ 119063 h 2019677"/>
                  <a:gd name="connsiteX2" fmla="*/ 1148767 w 1226039"/>
                  <a:gd name="connsiteY2" fmla="*/ 507470 h 2019677"/>
                  <a:gd name="connsiteX3" fmla="*/ 1164642 w 1226039"/>
                  <a:gd name="connsiteY3" fmla="*/ 1361545 h 2019677"/>
                  <a:gd name="connsiteX4" fmla="*/ 1031292 w 1226039"/>
                  <a:gd name="connsiteY4" fmla="*/ 2009245 h 2019677"/>
                  <a:gd name="connsiteX5" fmla="*/ 1097967 w 1226039"/>
                  <a:gd name="connsiteY5" fmla="*/ 1123420 h 2019677"/>
                  <a:gd name="connsiteX6" fmla="*/ 609017 w 1226039"/>
                  <a:gd name="connsiteY6" fmla="*/ 316970 h 2019677"/>
                  <a:gd name="connsiteX7" fmla="*/ 529061 w 1226039"/>
                  <a:gd name="connsiteY7" fmla="*/ 216904 h 2019677"/>
                  <a:gd name="connsiteX8" fmla="*/ 0 w 1226039"/>
                  <a:gd name="connsiteY8" fmla="*/ 69267 h 2019677"/>
                  <a:gd name="connsiteX9" fmla="*/ 176213 w 1226039"/>
                  <a:gd name="connsiteY9" fmla="*/ 0 h 2019677"/>
                  <a:gd name="connsiteX0" fmla="*/ 176213 w 1226039"/>
                  <a:gd name="connsiteY0" fmla="*/ 0 h 2009812"/>
                  <a:gd name="connsiteX1" fmla="*/ 671936 w 1226039"/>
                  <a:gd name="connsiteY1" fmla="*/ 119063 h 2009812"/>
                  <a:gd name="connsiteX2" fmla="*/ 1148767 w 1226039"/>
                  <a:gd name="connsiteY2" fmla="*/ 507470 h 2009812"/>
                  <a:gd name="connsiteX3" fmla="*/ 1164642 w 1226039"/>
                  <a:gd name="connsiteY3" fmla="*/ 1361545 h 2009812"/>
                  <a:gd name="connsiteX4" fmla="*/ 1031292 w 1226039"/>
                  <a:gd name="connsiteY4" fmla="*/ 2009245 h 2009812"/>
                  <a:gd name="connsiteX5" fmla="*/ 1097967 w 1226039"/>
                  <a:gd name="connsiteY5" fmla="*/ 1123420 h 2009812"/>
                  <a:gd name="connsiteX6" fmla="*/ 609017 w 1226039"/>
                  <a:gd name="connsiteY6" fmla="*/ 316970 h 2009812"/>
                  <a:gd name="connsiteX7" fmla="*/ 529061 w 1226039"/>
                  <a:gd name="connsiteY7" fmla="*/ 216904 h 2009812"/>
                  <a:gd name="connsiteX8" fmla="*/ 0 w 1226039"/>
                  <a:gd name="connsiteY8" fmla="*/ 69267 h 2009812"/>
                  <a:gd name="connsiteX9" fmla="*/ 176213 w 1226039"/>
                  <a:gd name="connsiteY9" fmla="*/ 0 h 2009812"/>
                  <a:gd name="connsiteX0" fmla="*/ 176213 w 1226039"/>
                  <a:gd name="connsiteY0" fmla="*/ 22522 h 2032334"/>
                  <a:gd name="connsiteX1" fmla="*/ 671936 w 1226039"/>
                  <a:gd name="connsiteY1" fmla="*/ 141585 h 2032334"/>
                  <a:gd name="connsiteX2" fmla="*/ 1148767 w 1226039"/>
                  <a:gd name="connsiteY2" fmla="*/ 529992 h 2032334"/>
                  <a:gd name="connsiteX3" fmla="*/ 1164642 w 1226039"/>
                  <a:gd name="connsiteY3" fmla="*/ 1384067 h 2032334"/>
                  <a:gd name="connsiteX4" fmla="*/ 1031292 w 1226039"/>
                  <a:gd name="connsiteY4" fmla="*/ 2031767 h 2032334"/>
                  <a:gd name="connsiteX5" fmla="*/ 1097967 w 1226039"/>
                  <a:gd name="connsiteY5" fmla="*/ 1145942 h 2032334"/>
                  <a:gd name="connsiteX6" fmla="*/ 609017 w 1226039"/>
                  <a:gd name="connsiteY6" fmla="*/ 339492 h 2032334"/>
                  <a:gd name="connsiteX7" fmla="*/ 529061 w 1226039"/>
                  <a:gd name="connsiteY7" fmla="*/ 239426 h 2032334"/>
                  <a:gd name="connsiteX8" fmla="*/ 0 w 1226039"/>
                  <a:gd name="connsiteY8" fmla="*/ 91789 h 2032334"/>
                  <a:gd name="connsiteX9" fmla="*/ 176213 w 1226039"/>
                  <a:gd name="connsiteY9" fmla="*/ 22522 h 2032334"/>
                  <a:gd name="connsiteX0" fmla="*/ 176213 w 1226039"/>
                  <a:gd name="connsiteY0" fmla="*/ 26631 h 2036443"/>
                  <a:gd name="connsiteX1" fmla="*/ 671936 w 1226039"/>
                  <a:gd name="connsiteY1" fmla="*/ 145694 h 2036443"/>
                  <a:gd name="connsiteX2" fmla="*/ 1148767 w 1226039"/>
                  <a:gd name="connsiteY2" fmla="*/ 534101 h 2036443"/>
                  <a:gd name="connsiteX3" fmla="*/ 1164642 w 1226039"/>
                  <a:gd name="connsiteY3" fmla="*/ 1388176 h 2036443"/>
                  <a:gd name="connsiteX4" fmla="*/ 1031292 w 1226039"/>
                  <a:gd name="connsiteY4" fmla="*/ 2035876 h 2036443"/>
                  <a:gd name="connsiteX5" fmla="*/ 1097967 w 1226039"/>
                  <a:gd name="connsiteY5" fmla="*/ 1150051 h 2036443"/>
                  <a:gd name="connsiteX6" fmla="*/ 609017 w 1226039"/>
                  <a:gd name="connsiteY6" fmla="*/ 343601 h 2036443"/>
                  <a:gd name="connsiteX7" fmla="*/ 529061 w 1226039"/>
                  <a:gd name="connsiteY7" fmla="*/ 243535 h 2036443"/>
                  <a:gd name="connsiteX8" fmla="*/ 0 w 1226039"/>
                  <a:gd name="connsiteY8" fmla="*/ 95898 h 2036443"/>
                  <a:gd name="connsiteX9" fmla="*/ 176213 w 1226039"/>
                  <a:gd name="connsiteY9" fmla="*/ 26631 h 2036443"/>
                  <a:gd name="connsiteX0" fmla="*/ 176213 w 1226039"/>
                  <a:gd name="connsiteY0" fmla="*/ 26631 h 2036443"/>
                  <a:gd name="connsiteX1" fmla="*/ 671936 w 1226039"/>
                  <a:gd name="connsiteY1" fmla="*/ 145694 h 2036443"/>
                  <a:gd name="connsiteX2" fmla="*/ 1148767 w 1226039"/>
                  <a:gd name="connsiteY2" fmla="*/ 534101 h 2036443"/>
                  <a:gd name="connsiteX3" fmla="*/ 1164642 w 1226039"/>
                  <a:gd name="connsiteY3" fmla="*/ 1388176 h 2036443"/>
                  <a:gd name="connsiteX4" fmla="*/ 1031292 w 1226039"/>
                  <a:gd name="connsiteY4" fmla="*/ 2035876 h 2036443"/>
                  <a:gd name="connsiteX5" fmla="*/ 1097967 w 1226039"/>
                  <a:gd name="connsiteY5" fmla="*/ 1150051 h 2036443"/>
                  <a:gd name="connsiteX6" fmla="*/ 609017 w 1226039"/>
                  <a:gd name="connsiteY6" fmla="*/ 343601 h 2036443"/>
                  <a:gd name="connsiteX7" fmla="*/ 529061 w 1226039"/>
                  <a:gd name="connsiteY7" fmla="*/ 243535 h 2036443"/>
                  <a:gd name="connsiteX8" fmla="*/ 0 w 1226039"/>
                  <a:gd name="connsiteY8" fmla="*/ 114948 h 2036443"/>
                  <a:gd name="connsiteX9" fmla="*/ 176213 w 1226039"/>
                  <a:gd name="connsiteY9" fmla="*/ 26631 h 2036443"/>
                  <a:gd name="connsiteX0" fmla="*/ 176213 w 1226039"/>
                  <a:gd name="connsiteY0" fmla="*/ 26631 h 2036443"/>
                  <a:gd name="connsiteX1" fmla="*/ 671936 w 1226039"/>
                  <a:gd name="connsiteY1" fmla="*/ 145694 h 2036443"/>
                  <a:gd name="connsiteX2" fmla="*/ 1148767 w 1226039"/>
                  <a:gd name="connsiteY2" fmla="*/ 534101 h 2036443"/>
                  <a:gd name="connsiteX3" fmla="*/ 1164642 w 1226039"/>
                  <a:gd name="connsiteY3" fmla="*/ 1388176 h 2036443"/>
                  <a:gd name="connsiteX4" fmla="*/ 1031292 w 1226039"/>
                  <a:gd name="connsiteY4" fmla="*/ 2035876 h 2036443"/>
                  <a:gd name="connsiteX5" fmla="*/ 1097967 w 1226039"/>
                  <a:gd name="connsiteY5" fmla="*/ 1150051 h 2036443"/>
                  <a:gd name="connsiteX6" fmla="*/ 609017 w 1226039"/>
                  <a:gd name="connsiteY6" fmla="*/ 343601 h 2036443"/>
                  <a:gd name="connsiteX7" fmla="*/ 529061 w 1226039"/>
                  <a:gd name="connsiteY7" fmla="*/ 243535 h 2036443"/>
                  <a:gd name="connsiteX8" fmla="*/ 0 w 1226039"/>
                  <a:gd name="connsiteY8" fmla="*/ 119711 h 2036443"/>
                  <a:gd name="connsiteX9" fmla="*/ 176213 w 1226039"/>
                  <a:gd name="connsiteY9" fmla="*/ 26631 h 203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6039" h="2036443">
                    <a:moveTo>
                      <a:pt x="176213" y="26631"/>
                    </a:moveTo>
                    <a:cubicBezTo>
                      <a:pt x="671654" y="-54331"/>
                      <a:pt x="595595" y="67906"/>
                      <a:pt x="671936" y="145694"/>
                    </a:cubicBezTo>
                    <a:cubicBezTo>
                      <a:pt x="798045" y="260964"/>
                      <a:pt x="1077762" y="366708"/>
                      <a:pt x="1148767" y="534101"/>
                    </a:cubicBezTo>
                    <a:cubicBezTo>
                      <a:pt x="1235647" y="741181"/>
                      <a:pt x="1260421" y="1147405"/>
                      <a:pt x="1164642" y="1388176"/>
                    </a:cubicBezTo>
                    <a:cubicBezTo>
                      <a:pt x="1145063" y="1638472"/>
                      <a:pt x="1151942" y="2037463"/>
                      <a:pt x="1031292" y="2035876"/>
                    </a:cubicBezTo>
                    <a:cubicBezTo>
                      <a:pt x="860900" y="2052809"/>
                      <a:pt x="860371" y="1689272"/>
                      <a:pt x="1097967" y="1150051"/>
                    </a:cubicBezTo>
                    <a:cubicBezTo>
                      <a:pt x="1078388" y="991830"/>
                      <a:pt x="1246760" y="569829"/>
                      <a:pt x="609017" y="343601"/>
                    </a:cubicBezTo>
                    <a:lnTo>
                      <a:pt x="529061" y="243535"/>
                    </a:lnTo>
                    <a:lnTo>
                      <a:pt x="0" y="119711"/>
                    </a:lnTo>
                    <a:lnTo>
                      <a:pt x="176213" y="26631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Rectangle 8">
                <a:extLst>
                  <a:ext uri="{FF2B5EF4-FFF2-40B4-BE49-F238E27FC236}">
                    <a16:creationId xmlns:a16="http://schemas.microsoft.com/office/drawing/2014/main" id="{FA9ED5E2-9CDE-46C0-9270-F9DA7614F2D3}"/>
                  </a:ext>
                </a:extLst>
              </p:cNvPr>
              <p:cNvSpPr/>
              <p:nvPr/>
            </p:nvSpPr>
            <p:spPr>
              <a:xfrm>
                <a:off x="9469660" y="5685832"/>
                <a:ext cx="198677" cy="632451"/>
              </a:xfrm>
              <a:custGeom>
                <a:avLst/>
                <a:gdLst>
                  <a:gd name="connsiteX0" fmla="*/ 0 w 80990"/>
                  <a:gd name="connsiteY0" fmla="*/ 0 h 198111"/>
                  <a:gd name="connsiteX1" fmla="*/ 80990 w 80990"/>
                  <a:gd name="connsiteY1" fmla="*/ 0 h 198111"/>
                  <a:gd name="connsiteX2" fmla="*/ 80990 w 80990"/>
                  <a:gd name="connsiteY2" fmla="*/ 198111 h 198111"/>
                  <a:gd name="connsiteX3" fmla="*/ 0 w 80990"/>
                  <a:gd name="connsiteY3" fmla="*/ 198111 h 198111"/>
                  <a:gd name="connsiteX4" fmla="*/ 0 w 80990"/>
                  <a:gd name="connsiteY4" fmla="*/ 0 h 198111"/>
                  <a:gd name="connsiteX0" fmla="*/ 30480 w 111470"/>
                  <a:gd name="connsiteY0" fmla="*/ 0 h 571491"/>
                  <a:gd name="connsiteX1" fmla="*/ 111470 w 111470"/>
                  <a:gd name="connsiteY1" fmla="*/ 0 h 571491"/>
                  <a:gd name="connsiteX2" fmla="*/ 111470 w 111470"/>
                  <a:gd name="connsiteY2" fmla="*/ 198111 h 571491"/>
                  <a:gd name="connsiteX3" fmla="*/ 0 w 111470"/>
                  <a:gd name="connsiteY3" fmla="*/ 571491 h 571491"/>
                  <a:gd name="connsiteX4" fmla="*/ 30480 w 111470"/>
                  <a:gd name="connsiteY4" fmla="*/ 0 h 571491"/>
                  <a:gd name="connsiteX0" fmla="*/ 45720 w 111470"/>
                  <a:gd name="connsiteY0" fmla="*/ 0 h 632451"/>
                  <a:gd name="connsiteX1" fmla="*/ 111470 w 111470"/>
                  <a:gd name="connsiteY1" fmla="*/ 60960 h 632451"/>
                  <a:gd name="connsiteX2" fmla="*/ 111470 w 111470"/>
                  <a:gd name="connsiteY2" fmla="*/ 259071 h 632451"/>
                  <a:gd name="connsiteX3" fmla="*/ 0 w 111470"/>
                  <a:gd name="connsiteY3" fmla="*/ 632451 h 632451"/>
                  <a:gd name="connsiteX4" fmla="*/ 45720 w 111470"/>
                  <a:gd name="connsiteY4" fmla="*/ 0 h 632451"/>
                  <a:gd name="connsiteX0" fmla="*/ 84181 w 149931"/>
                  <a:gd name="connsiteY0" fmla="*/ 0 h 632451"/>
                  <a:gd name="connsiteX1" fmla="*/ 149931 w 149931"/>
                  <a:gd name="connsiteY1" fmla="*/ 60960 h 632451"/>
                  <a:gd name="connsiteX2" fmla="*/ 149931 w 149931"/>
                  <a:gd name="connsiteY2" fmla="*/ 259071 h 632451"/>
                  <a:gd name="connsiteX3" fmla="*/ 38461 w 149931"/>
                  <a:gd name="connsiteY3" fmla="*/ 632451 h 632451"/>
                  <a:gd name="connsiteX4" fmla="*/ 84181 w 149931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62959 w 174429"/>
                  <a:gd name="connsiteY2" fmla="*/ 632451 h 632451"/>
                  <a:gd name="connsiteX3" fmla="*/ 108679 w 174429"/>
                  <a:gd name="connsiteY3" fmla="*/ 0 h 632451"/>
                  <a:gd name="connsiteX0" fmla="*/ 108679 w 108679"/>
                  <a:gd name="connsiteY0" fmla="*/ 0 h 632451"/>
                  <a:gd name="connsiteX1" fmla="*/ 62959 w 108679"/>
                  <a:gd name="connsiteY1" fmla="*/ 632451 h 632451"/>
                  <a:gd name="connsiteX2" fmla="*/ 108679 w 108679"/>
                  <a:gd name="connsiteY2" fmla="*/ 0 h 632451"/>
                  <a:gd name="connsiteX0" fmla="*/ 108679 w 173873"/>
                  <a:gd name="connsiteY0" fmla="*/ 0 h 632451"/>
                  <a:gd name="connsiteX1" fmla="*/ 62959 w 173873"/>
                  <a:gd name="connsiteY1" fmla="*/ 632451 h 632451"/>
                  <a:gd name="connsiteX2" fmla="*/ 108679 w 173873"/>
                  <a:gd name="connsiteY2" fmla="*/ 0 h 632451"/>
                  <a:gd name="connsiteX0" fmla="*/ 108679 w 198677"/>
                  <a:gd name="connsiteY0" fmla="*/ 0 h 632451"/>
                  <a:gd name="connsiteX1" fmla="*/ 62959 w 198677"/>
                  <a:gd name="connsiteY1" fmla="*/ 632451 h 632451"/>
                  <a:gd name="connsiteX2" fmla="*/ 108679 w 198677"/>
                  <a:gd name="connsiteY2" fmla="*/ 0 h 632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8677" h="632451">
                    <a:moveTo>
                      <a:pt x="108679" y="0"/>
                    </a:moveTo>
                    <a:cubicBezTo>
                      <a:pt x="177259" y="187957"/>
                      <a:pt x="291559" y="566414"/>
                      <a:pt x="62959" y="632451"/>
                    </a:cubicBezTo>
                    <a:cubicBezTo>
                      <a:pt x="1999" y="581654"/>
                      <a:pt x="-58961" y="439417"/>
                      <a:pt x="108679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">
                <a:extLst>
                  <a:ext uri="{FF2B5EF4-FFF2-40B4-BE49-F238E27FC236}">
                    <a16:creationId xmlns:a16="http://schemas.microsoft.com/office/drawing/2014/main" id="{07420E21-9192-4FEC-AEE2-2AE21D71788A}"/>
                  </a:ext>
                </a:extLst>
              </p:cNvPr>
              <p:cNvSpPr/>
              <p:nvPr/>
            </p:nvSpPr>
            <p:spPr>
              <a:xfrm rot="874961" flipH="1">
                <a:off x="10139881" y="4943161"/>
                <a:ext cx="78904" cy="147678"/>
              </a:xfrm>
              <a:custGeom>
                <a:avLst/>
                <a:gdLst>
                  <a:gd name="connsiteX0" fmla="*/ 0 w 80990"/>
                  <a:gd name="connsiteY0" fmla="*/ 0 h 198111"/>
                  <a:gd name="connsiteX1" fmla="*/ 80990 w 80990"/>
                  <a:gd name="connsiteY1" fmla="*/ 0 h 198111"/>
                  <a:gd name="connsiteX2" fmla="*/ 80990 w 80990"/>
                  <a:gd name="connsiteY2" fmla="*/ 198111 h 198111"/>
                  <a:gd name="connsiteX3" fmla="*/ 0 w 80990"/>
                  <a:gd name="connsiteY3" fmla="*/ 198111 h 198111"/>
                  <a:gd name="connsiteX4" fmla="*/ 0 w 80990"/>
                  <a:gd name="connsiteY4" fmla="*/ 0 h 198111"/>
                  <a:gd name="connsiteX0" fmla="*/ 30480 w 111470"/>
                  <a:gd name="connsiteY0" fmla="*/ 0 h 571491"/>
                  <a:gd name="connsiteX1" fmla="*/ 111470 w 111470"/>
                  <a:gd name="connsiteY1" fmla="*/ 0 h 571491"/>
                  <a:gd name="connsiteX2" fmla="*/ 111470 w 111470"/>
                  <a:gd name="connsiteY2" fmla="*/ 198111 h 571491"/>
                  <a:gd name="connsiteX3" fmla="*/ 0 w 111470"/>
                  <a:gd name="connsiteY3" fmla="*/ 571491 h 571491"/>
                  <a:gd name="connsiteX4" fmla="*/ 30480 w 111470"/>
                  <a:gd name="connsiteY4" fmla="*/ 0 h 571491"/>
                  <a:gd name="connsiteX0" fmla="*/ 45720 w 111470"/>
                  <a:gd name="connsiteY0" fmla="*/ 0 h 632451"/>
                  <a:gd name="connsiteX1" fmla="*/ 111470 w 111470"/>
                  <a:gd name="connsiteY1" fmla="*/ 60960 h 632451"/>
                  <a:gd name="connsiteX2" fmla="*/ 111470 w 111470"/>
                  <a:gd name="connsiteY2" fmla="*/ 259071 h 632451"/>
                  <a:gd name="connsiteX3" fmla="*/ 0 w 111470"/>
                  <a:gd name="connsiteY3" fmla="*/ 632451 h 632451"/>
                  <a:gd name="connsiteX4" fmla="*/ 45720 w 111470"/>
                  <a:gd name="connsiteY4" fmla="*/ 0 h 632451"/>
                  <a:gd name="connsiteX0" fmla="*/ 84181 w 149931"/>
                  <a:gd name="connsiteY0" fmla="*/ 0 h 632451"/>
                  <a:gd name="connsiteX1" fmla="*/ 149931 w 149931"/>
                  <a:gd name="connsiteY1" fmla="*/ 60960 h 632451"/>
                  <a:gd name="connsiteX2" fmla="*/ 149931 w 149931"/>
                  <a:gd name="connsiteY2" fmla="*/ 259071 h 632451"/>
                  <a:gd name="connsiteX3" fmla="*/ 38461 w 149931"/>
                  <a:gd name="connsiteY3" fmla="*/ 632451 h 632451"/>
                  <a:gd name="connsiteX4" fmla="*/ 84181 w 149931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62959 w 174429"/>
                  <a:gd name="connsiteY2" fmla="*/ 632451 h 632451"/>
                  <a:gd name="connsiteX3" fmla="*/ 108679 w 174429"/>
                  <a:gd name="connsiteY3" fmla="*/ 0 h 632451"/>
                  <a:gd name="connsiteX0" fmla="*/ 108679 w 108679"/>
                  <a:gd name="connsiteY0" fmla="*/ 0 h 632451"/>
                  <a:gd name="connsiteX1" fmla="*/ 62959 w 108679"/>
                  <a:gd name="connsiteY1" fmla="*/ 632451 h 632451"/>
                  <a:gd name="connsiteX2" fmla="*/ 108679 w 108679"/>
                  <a:gd name="connsiteY2" fmla="*/ 0 h 632451"/>
                  <a:gd name="connsiteX0" fmla="*/ 108679 w 173873"/>
                  <a:gd name="connsiteY0" fmla="*/ 0 h 632451"/>
                  <a:gd name="connsiteX1" fmla="*/ 62959 w 173873"/>
                  <a:gd name="connsiteY1" fmla="*/ 632451 h 632451"/>
                  <a:gd name="connsiteX2" fmla="*/ 108679 w 173873"/>
                  <a:gd name="connsiteY2" fmla="*/ 0 h 632451"/>
                  <a:gd name="connsiteX0" fmla="*/ 108679 w 198677"/>
                  <a:gd name="connsiteY0" fmla="*/ 0 h 632451"/>
                  <a:gd name="connsiteX1" fmla="*/ 62959 w 198677"/>
                  <a:gd name="connsiteY1" fmla="*/ 632451 h 632451"/>
                  <a:gd name="connsiteX2" fmla="*/ 108679 w 198677"/>
                  <a:gd name="connsiteY2" fmla="*/ 0 h 632451"/>
                  <a:gd name="connsiteX0" fmla="*/ 99611 w 201896"/>
                  <a:gd name="connsiteY0" fmla="*/ 0 h 553991"/>
                  <a:gd name="connsiteX1" fmla="*/ 74307 w 201896"/>
                  <a:gd name="connsiteY1" fmla="*/ 553991 h 553991"/>
                  <a:gd name="connsiteX2" fmla="*/ 99611 w 201896"/>
                  <a:gd name="connsiteY2" fmla="*/ 0 h 553991"/>
                  <a:gd name="connsiteX0" fmla="*/ 112336 w 214621"/>
                  <a:gd name="connsiteY0" fmla="*/ 0 h 553991"/>
                  <a:gd name="connsiteX1" fmla="*/ 87032 w 214621"/>
                  <a:gd name="connsiteY1" fmla="*/ 553991 h 553991"/>
                  <a:gd name="connsiteX2" fmla="*/ 112336 w 214621"/>
                  <a:gd name="connsiteY2" fmla="*/ 0 h 553991"/>
                  <a:gd name="connsiteX0" fmla="*/ 112336 w 248230"/>
                  <a:gd name="connsiteY0" fmla="*/ 0 h 553991"/>
                  <a:gd name="connsiteX1" fmla="*/ 87032 w 248230"/>
                  <a:gd name="connsiteY1" fmla="*/ 553991 h 553991"/>
                  <a:gd name="connsiteX2" fmla="*/ 112336 w 248230"/>
                  <a:gd name="connsiteY2" fmla="*/ 0 h 553991"/>
                  <a:gd name="connsiteX0" fmla="*/ 143482 w 279376"/>
                  <a:gd name="connsiteY0" fmla="*/ 0 h 553991"/>
                  <a:gd name="connsiteX1" fmla="*/ 118178 w 279376"/>
                  <a:gd name="connsiteY1" fmla="*/ 553991 h 553991"/>
                  <a:gd name="connsiteX2" fmla="*/ 143482 w 279376"/>
                  <a:gd name="connsiteY2" fmla="*/ 0 h 553991"/>
                  <a:gd name="connsiteX0" fmla="*/ 143482 w 319264"/>
                  <a:gd name="connsiteY0" fmla="*/ 0 h 553991"/>
                  <a:gd name="connsiteX1" fmla="*/ 118178 w 319264"/>
                  <a:gd name="connsiteY1" fmla="*/ 553991 h 553991"/>
                  <a:gd name="connsiteX2" fmla="*/ 143482 w 319264"/>
                  <a:gd name="connsiteY2" fmla="*/ 0 h 553991"/>
                  <a:gd name="connsiteX0" fmla="*/ 146058 w 321840"/>
                  <a:gd name="connsiteY0" fmla="*/ 0 h 553991"/>
                  <a:gd name="connsiteX1" fmla="*/ 120754 w 321840"/>
                  <a:gd name="connsiteY1" fmla="*/ 553991 h 553991"/>
                  <a:gd name="connsiteX2" fmla="*/ 146058 w 321840"/>
                  <a:gd name="connsiteY2" fmla="*/ 0 h 553991"/>
                  <a:gd name="connsiteX0" fmla="*/ 146058 w 298467"/>
                  <a:gd name="connsiteY0" fmla="*/ 0 h 558617"/>
                  <a:gd name="connsiteX1" fmla="*/ 120754 w 298467"/>
                  <a:gd name="connsiteY1" fmla="*/ 553991 h 558617"/>
                  <a:gd name="connsiteX2" fmla="*/ 146058 w 298467"/>
                  <a:gd name="connsiteY2" fmla="*/ 0 h 558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8467" h="558617">
                    <a:moveTo>
                      <a:pt x="146058" y="0"/>
                    </a:moveTo>
                    <a:cubicBezTo>
                      <a:pt x="313511" y="129911"/>
                      <a:pt x="391881" y="610700"/>
                      <a:pt x="120754" y="553991"/>
                    </a:cubicBezTo>
                    <a:cubicBezTo>
                      <a:pt x="-36811" y="552526"/>
                      <a:pt x="-52059" y="198807"/>
                      <a:pt x="146058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">
                <a:extLst>
                  <a:ext uri="{FF2B5EF4-FFF2-40B4-BE49-F238E27FC236}">
                    <a16:creationId xmlns:a16="http://schemas.microsoft.com/office/drawing/2014/main" id="{82EBCA72-6554-4729-A194-6E1F84150ACE}"/>
                  </a:ext>
                </a:extLst>
              </p:cNvPr>
              <p:cNvSpPr/>
              <p:nvPr/>
            </p:nvSpPr>
            <p:spPr>
              <a:xfrm rot="17212637" flipH="1">
                <a:off x="9812391" y="3845802"/>
                <a:ext cx="154296" cy="250201"/>
              </a:xfrm>
              <a:custGeom>
                <a:avLst/>
                <a:gdLst>
                  <a:gd name="connsiteX0" fmla="*/ 0 w 80990"/>
                  <a:gd name="connsiteY0" fmla="*/ 0 h 198111"/>
                  <a:gd name="connsiteX1" fmla="*/ 80990 w 80990"/>
                  <a:gd name="connsiteY1" fmla="*/ 0 h 198111"/>
                  <a:gd name="connsiteX2" fmla="*/ 80990 w 80990"/>
                  <a:gd name="connsiteY2" fmla="*/ 198111 h 198111"/>
                  <a:gd name="connsiteX3" fmla="*/ 0 w 80990"/>
                  <a:gd name="connsiteY3" fmla="*/ 198111 h 198111"/>
                  <a:gd name="connsiteX4" fmla="*/ 0 w 80990"/>
                  <a:gd name="connsiteY4" fmla="*/ 0 h 198111"/>
                  <a:gd name="connsiteX0" fmla="*/ 30480 w 111470"/>
                  <a:gd name="connsiteY0" fmla="*/ 0 h 571491"/>
                  <a:gd name="connsiteX1" fmla="*/ 111470 w 111470"/>
                  <a:gd name="connsiteY1" fmla="*/ 0 h 571491"/>
                  <a:gd name="connsiteX2" fmla="*/ 111470 w 111470"/>
                  <a:gd name="connsiteY2" fmla="*/ 198111 h 571491"/>
                  <a:gd name="connsiteX3" fmla="*/ 0 w 111470"/>
                  <a:gd name="connsiteY3" fmla="*/ 571491 h 571491"/>
                  <a:gd name="connsiteX4" fmla="*/ 30480 w 111470"/>
                  <a:gd name="connsiteY4" fmla="*/ 0 h 571491"/>
                  <a:gd name="connsiteX0" fmla="*/ 45720 w 111470"/>
                  <a:gd name="connsiteY0" fmla="*/ 0 h 632451"/>
                  <a:gd name="connsiteX1" fmla="*/ 111470 w 111470"/>
                  <a:gd name="connsiteY1" fmla="*/ 60960 h 632451"/>
                  <a:gd name="connsiteX2" fmla="*/ 111470 w 111470"/>
                  <a:gd name="connsiteY2" fmla="*/ 259071 h 632451"/>
                  <a:gd name="connsiteX3" fmla="*/ 0 w 111470"/>
                  <a:gd name="connsiteY3" fmla="*/ 632451 h 632451"/>
                  <a:gd name="connsiteX4" fmla="*/ 45720 w 111470"/>
                  <a:gd name="connsiteY4" fmla="*/ 0 h 632451"/>
                  <a:gd name="connsiteX0" fmla="*/ 84181 w 149931"/>
                  <a:gd name="connsiteY0" fmla="*/ 0 h 632451"/>
                  <a:gd name="connsiteX1" fmla="*/ 149931 w 149931"/>
                  <a:gd name="connsiteY1" fmla="*/ 60960 h 632451"/>
                  <a:gd name="connsiteX2" fmla="*/ 149931 w 149931"/>
                  <a:gd name="connsiteY2" fmla="*/ 259071 h 632451"/>
                  <a:gd name="connsiteX3" fmla="*/ 38461 w 149931"/>
                  <a:gd name="connsiteY3" fmla="*/ 632451 h 632451"/>
                  <a:gd name="connsiteX4" fmla="*/ 84181 w 149931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62959 w 174429"/>
                  <a:gd name="connsiteY2" fmla="*/ 632451 h 632451"/>
                  <a:gd name="connsiteX3" fmla="*/ 108679 w 174429"/>
                  <a:gd name="connsiteY3" fmla="*/ 0 h 632451"/>
                  <a:gd name="connsiteX0" fmla="*/ 108679 w 108679"/>
                  <a:gd name="connsiteY0" fmla="*/ 0 h 632451"/>
                  <a:gd name="connsiteX1" fmla="*/ 62959 w 108679"/>
                  <a:gd name="connsiteY1" fmla="*/ 632451 h 632451"/>
                  <a:gd name="connsiteX2" fmla="*/ 108679 w 108679"/>
                  <a:gd name="connsiteY2" fmla="*/ 0 h 632451"/>
                  <a:gd name="connsiteX0" fmla="*/ 108679 w 173873"/>
                  <a:gd name="connsiteY0" fmla="*/ 0 h 632451"/>
                  <a:gd name="connsiteX1" fmla="*/ 62959 w 173873"/>
                  <a:gd name="connsiteY1" fmla="*/ 632451 h 632451"/>
                  <a:gd name="connsiteX2" fmla="*/ 108679 w 173873"/>
                  <a:gd name="connsiteY2" fmla="*/ 0 h 632451"/>
                  <a:gd name="connsiteX0" fmla="*/ 108679 w 198677"/>
                  <a:gd name="connsiteY0" fmla="*/ 0 h 632451"/>
                  <a:gd name="connsiteX1" fmla="*/ 62959 w 198677"/>
                  <a:gd name="connsiteY1" fmla="*/ 632451 h 632451"/>
                  <a:gd name="connsiteX2" fmla="*/ 108679 w 198677"/>
                  <a:gd name="connsiteY2" fmla="*/ 0 h 632451"/>
                  <a:gd name="connsiteX0" fmla="*/ 99611 w 201896"/>
                  <a:gd name="connsiteY0" fmla="*/ 0 h 553991"/>
                  <a:gd name="connsiteX1" fmla="*/ 74307 w 201896"/>
                  <a:gd name="connsiteY1" fmla="*/ 553991 h 553991"/>
                  <a:gd name="connsiteX2" fmla="*/ 99611 w 201896"/>
                  <a:gd name="connsiteY2" fmla="*/ 0 h 553991"/>
                  <a:gd name="connsiteX0" fmla="*/ 112336 w 214621"/>
                  <a:gd name="connsiteY0" fmla="*/ 0 h 553991"/>
                  <a:gd name="connsiteX1" fmla="*/ 87032 w 214621"/>
                  <a:gd name="connsiteY1" fmla="*/ 553991 h 553991"/>
                  <a:gd name="connsiteX2" fmla="*/ 112336 w 214621"/>
                  <a:gd name="connsiteY2" fmla="*/ 0 h 553991"/>
                  <a:gd name="connsiteX0" fmla="*/ 112336 w 248230"/>
                  <a:gd name="connsiteY0" fmla="*/ 0 h 553991"/>
                  <a:gd name="connsiteX1" fmla="*/ 87032 w 248230"/>
                  <a:gd name="connsiteY1" fmla="*/ 553991 h 553991"/>
                  <a:gd name="connsiteX2" fmla="*/ 112336 w 248230"/>
                  <a:gd name="connsiteY2" fmla="*/ 0 h 553991"/>
                  <a:gd name="connsiteX0" fmla="*/ 143482 w 279376"/>
                  <a:gd name="connsiteY0" fmla="*/ 0 h 553991"/>
                  <a:gd name="connsiteX1" fmla="*/ 118178 w 279376"/>
                  <a:gd name="connsiteY1" fmla="*/ 553991 h 553991"/>
                  <a:gd name="connsiteX2" fmla="*/ 143482 w 279376"/>
                  <a:gd name="connsiteY2" fmla="*/ 0 h 553991"/>
                  <a:gd name="connsiteX0" fmla="*/ 143482 w 319264"/>
                  <a:gd name="connsiteY0" fmla="*/ 0 h 553991"/>
                  <a:gd name="connsiteX1" fmla="*/ 118178 w 319264"/>
                  <a:gd name="connsiteY1" fmla="*/ 553991 h 553991"/>
                  <a:gd name="connsiteX2" fmla="*/ 143482 w 319264"/>
                  <a:gd name="connsiteY2" fmla="*/ 0 h 553991"/>
                  <a:gd name="connsiteX0" fmla="*/ 146058 w 321840"/>
                  <a:gd name="connsiteY0" fmla="*/ 0 h 553991"/>
                  <a:gd name="connsiteX1" fmla="*/ 120754 w 321840"/>
                  <a:gd name="connsiteY1" fmla="*/ 553991 h 553991"/>
                  <a:gd name="connsiteX2" fmla="*/ 146058 w 321840"/>
                  <a:gd name="connsiteY2" fmla="*/ 0 h 553991"/>
                  <a:gd name="connsiteX0" fmla="*/ 146058 w 298467"/>
                  <a:gd name="connsiteY0" fmla="*/ 0 h 558617"/>
                  <a:gd name="connsiteX1" fmla="*/ 120754 w 298467"/>
                  <a:gd name="connsiteY1" fmla="*/ 553991 h 558617"/>
                  <a:gd name="connsiteX2" fmla="*/ 146058 w 298467"/>
                  <a:gd name="connsiteY2" fmla="*/ 0 h 558617"/>
                  <a:gd name="connsiteX0" fmla="*/ 100851 w 324458"/>
                  <a:gd name="connsiteY0" fmla="*/ 1 h 742394"/>
                  <a:gd name="connsiteX1" fmla="*/ 188853 w 324458"/>
                  <a:gd name="connsiteY1" fmla="*/ 738975 h 742394"/>
                  <a:gd name="connsiteX2" fmla="*/ 100851 w 324458"/>
                  <a:gd name="connsiteY2" fmla="*/ 1 h 742394"/>
                  <a:gd name="connsiteX0" fmla="*/ 58678 w 461595"/>
                  <a:gd name="connsiteY0" fmla="*/ 1 h 866817"/>
                  <a:gd name="connsiteX1" fmla="*/ 372334 w 461595"/>
                  <a:gd name="connsiteY1" fmla="*/ 863914 h 866817"/>
                  <a:gd name="connsiteX2" fmla="*/ 58678 w 461595"/>
                  <a:gd name="connsiteY2" fmla="*/ 1 h 866817"/>
                  <a:gd name="connsiteX0" fmla="*/ 108568 w 511485"/>
                  <a:gd name="connsiteY0" fmla="*/ 1 h 875411"/>
                  <a:gd name="connsiteX1" fmla="*/ 422224 w 511485"/>
                  <a:gd name="connsiteY1" fmla="*/ 863914 h 875411"/>
                  <a:gd name="connsiteX2" fmla="*/ 108568 w 511485"/>
                  <a:gd name="connsiteY2" fmla="*/ 1 h 875411"/>
                  <a:gd name="connsiteX0" fmla="*/ 108568 w 548411"/>
                  <a:gd name="connsiteY0" fmla="*/ 1 h 875411"/>
                  <a:gd name="connsiteX1" fmla="*/ 422224 w 548411"/>
                  <a:gd name="connsiteY1" fmla="*/ 863914 h 875411"/>
                  <a:gd name="connsiteX2" fmla="*/ 108568 w 548411"/>
                  <a:gd name="connsiteY2" fmla="*/ 1 h 875411"/>
                  <a:gd name="connsiteX0" fmla="*/ 122008 w 561855"/>
                  <a:gd name="connsiteY0" fmla="*/ 1 h 917497"/>
                  <a:gd name="connsiteX1" fmla="*/ 435664 w 561855"/>
                  <a:gd name="connsiteY1" fmla="*/ 863914 h 917497"/>
                  <a:gd name="connsiteX2" fmla="*/ 122008 w 561855"/>
                  <a:gd name="connsiteY2" fmla="*/ 1 h 917497"/>
                  <a:gd name="connsiteX0" fmla="*/ 109423 w 584301"/>
                  <a:gd name="connsiteY0" fmla="*/ 1 h 965461"/>
                  <a:gd name="connsiteX1" fmla="*/ 464337 w 584301"/>
                  <a:gd name="connsiteY1" fmla="*/ 914085 h 965461"/>
                  <a:gd name="connsiteX2" fmla="*/ 109423 w 584301"/>
                  <a:gd name="connsiteY2" fmla="*/ 1 h 965461"/>
                  <a:gd name="connsiteX0" fmla="*/ 109423 w 516807"/>
                  <a:gd name="connsiteY0" fmla="*/ 1 h 965461"/>
                  <a:gd name="connsiteX1" fmla="*/ 464337 w 516807"/>
                  <a:gd name="connsiteY1" fmla="*/ 914085 h 965461"/>
                  <a:gd name="connsiteX2" fmla="*/ 109423 w 516807"/>
                  <a:gd name="connsiteY2" fmla="*/ 1 h 965461"/>
                  <a:gd name="connsiteX0" fmla="*/ 109423 w 554123"/>
                  <a:gd name="connsiteY0" fmla="*/ 1 h 965461"/>
                  <a:gd name="connsiteX1" fmla="*/ 464337 w 554123"/>
                  <a:gd name="connsiteY1" fmla="*/ 914085 h 965461"/>
                  <a:gd name="connsiteX2" fmla="*/ 109423 w 554123"/>
                  <a:gd name="connsiteY2" fmla="*/ 1 h 965461"/>
                  <a:gd name="connsiteX0" fmla="*/ 138951 w 583651"/>
                  <a:gd name="connsiteY0" fmla="*/ 1 h 946427"/>
                  <a:gd name="connsiteX1" fmla="*/ 493865 w 583651"/>
                  <a:gd name="connsiteY1" fmla="*/ 914085 h 946427"/>
                  <a:gd name="connsiteX2" fmla="*/ 138951 w 583651"/>
                  <a:gd name="connsiteY2" fmla="*/ 1 h 946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83651" h="946427">
                    <a:moveTo>
                      <a:pt x="138951" y="1"/>
                    </a:moveTo>
                    <a:cubicBezTo>
                      <a:pt x="306404" y="129912"/>
                      <a:pt x="779713" y="674052"/>
                      <a:pt x="493865" y="914085"/>
                    </a:cubicBezTo>
                    <a:cubicBezTo>
                      <a:pt x="-125094" y="1130326"/>
                      <a:pt x="-59166" y="198808"/>
                      <a:pt x="138951" y="1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8">
                <a:extLst>
                  <a:ext uri="{FF2B5EF4-FFF2-40B4-BE49-F238E27FC236}">
                    <a16:creationId xmlns:a16="http://schemas.microsoft.com/office/drawing/2014/main" id="{6648B684-EEDF-4861-8537-071BF89487C3}"/>
                  </a:ext>
                </a:extLst>
              </p:cNvPr>
              <p:cNvSpPr/>
              <p:nvPr/>
            </p:nvSpPr>
            <p:spPr>
              <a:xfrm rot="20782350" flipH="1">
                <a:off x="9255515" y="6587817"/>
                <a:ext cx="137633" cy="257596"/>
              </a:xfrm>
              <a:custGeom>
                <a:avLst/>
                <a:gdLst>
                  <a:gd name="connsiteX0" fmla="*/ 0 w 80990"/>
                  <a:gd name="connsiteY0" fmla="*/ 0 h 198111"/>
                  <a:gd name="connsiteX1" fmla="*/ 80990 w 80990"/>
                  <a:gd name="connsiteY1" fmla="*/ 0 h 198111"/>
                  <a:gd name="connsiteX2" fmla="*/ 80990 w 80990"/>
                  <a:gd name="connsiteY2" fmla="*/ 198111 h 198111"/>
                  <a:gd name="connsiteX3" fmla="*/ 0 w 80990"/>
                  <a:gd name="connsiteY3" fmla="*/ 198111 h 198111"/>
                  <a:gd name="connsiteX4" fmla="*/ 0 w 80990"/>
                  <a:gd name="connsiteY4" fmla="*/ 0 h 198111"/>
                  <a:gd name="connsiteX0" fmla="*/ 30480 w 111470"/>
                  <a:gd name="connsiteY0" fmla="*/ 0 h 571491"/>
                  <a:gd name="connsiteX1" fmla="*/ 111470 w 111470"/>
                  <a:gd name="connsiteY1" fmla="*/ 0 h 571491"/>
                  <a:gd name="connsiteX2" fmla="*/ 111470 w 111470"/>
                  <a:gd name="connsiteY2" fmla="*/ 198111 h 571491"/>
                  <a:gd name="connsiteX3" fmla="*/ 0 w 111470"/>
                  <a:gd name="connsiteY3" fmla="*/ 571491 h 571491"/>
                  <a:gd name="connsiteX4" fmla="*/ 30480 w 111470"/>
                  <a:gd name="connsiteY4" fmla="*/ 0 h 571491"/>
                  <a:gd name="connsiteX0" fmla="*/ 45720 w 111470"/>
                  <a:gd name="connsiteY0" fmla="*/ 0 h 632451"/>
                  <a:gd name="connsiteX1" fmla="*/ 111470 w 111470"/>
                  <a:gd name="connsiteY1" fmla="*/ 60960 h 632451"/>
                  <a:gd name="connsiteX2" fmla="*/ 111470 w 111470"/>
                  <a:gd name="connsiteY2" fmla="*/ 259071 h 632451"/>
                  <a:gd name="connsiteX3" fmla="*/ 0 w 111470"/>
                  <a:gd name="connsiteY3" fmla="*/ 632451 h 632451"/>
                  <a:gd name="connsiteX4" fmla="*/ 45720 w 111470"/>
                  <a:gd name="connsiteY4" fmla="*/ 0 h 632451"/>
                  <a:gd name="connsiteX0" fmla="*/ 84181 w 149931"/>
                  <a:gd name="connsiteY0" fmla="*/ 0 h 632451"/>
                  <a:gd name="connsiteX1" fmla="*/ 149931 w 149931"/>
                  <a:gd name="connsiteY1" fmla="*/ 60960 h 632451"/>
                  <a:gd name="connsiteX2" fmla="*/ 149931 w 149931"/>
                  <a:gd name="connsiteY2" fmla="*/ 259071 h 632451"/>
                  <a:gd name="connsiteX3" fmla="*/ 38461 w 149931"/>
                  <a:gd name="connsiteY3" fmla="*/ 632451 h 632451"/>
                  <a:gd name="connsiteX4" fmla="*/ 84181 w 149931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62959 w 174429"/>
                  <a:gd name="connsiteY2" fmla="*/ 632451 h 632451"/>
                  <a:gd name="connsiteX3" fmla="*/ 108679 w 174429"/>
                  <a:gd name="connsiteY3" fmla="*/ 0 h 632451"/>
                  <a:gd name="connsiteX0" fmla="*/ 108679 w 108679"/>
                  <a:gd name="connsiteY0" fmla="*/ 0 h 632451"/>
                  <a:gd name="connsiteX1" fmla="*/ 62959 w 108679"/>
                  <a:gd name="connsiteY1" fmla="*/ 632451 h 632451"/>
                  <a:gd name="connsiteX2" fmla="*/ 108679 w 108679"/>
                  <a:gd name="connsiteY2" fmla="*/ 0 h 632451"/>
                  <a:gd name="connsiteX0" fmla="*/ 108679 w 173873"/>
                  <a:gd name="connsiteY0" fmla="*/ 0 h 632451"/>
                  <a:gd name="connsiteX1" fmla="*/ 62959 w 173873"/>
                  <a:gd name="connsiteY1" fmla="*/ 632451 h 632451"/>
                  <a:gd name="connsiteX2" fmla="*/ 108679 w 173873"/>
                  <a:gd name="connsiteY2" fmla="*/ 0 h 632451"/>
                  <a:gd name="connsiteX0" fmla="*/ 108679 w 198677"/>
                  <a:gd name="connsiteY0" fmla="*/ 0 h 632451"/>
                  <a:gd name="connsiteX1" fmla="*/ 62959 w 198677"/>
                  <a:gd name="connsiteY1" fmla="*/ 632451 h 632451"/>
                  <a:gd name="connsiteX2" fmla="*/ 108679 w 198677"/>
                  <a:gd name="connsiteY2" fmla="*/ 0 h 632451"/>
                  <a:gd name="connsiteX0" fmla="*/ 99611 w 201896"/>
                  <a:gd name="connsiteY0" fmla="*/ 0 h 553991"/>
                  <a:gd name="connsiteX1" fmla="*/ 74307 w 201896"/>
                  <a:gd name="connsiteY1" fmla="*/ 553991 h 553991"/>
                  <a:gd name="connsiteX2" fmla="*/ 99611 w 201896"/>
                  <a:gd name="connsiteY2" fmla="*/ 0 h 553991"/>
                  <a:gd name="connsiteX0" fmla="*/ 112336 w 214621"/>
                  <a:gd name="connsiteY0" fmla="*/ 0 h 553991"/>
                  <a:gd name="connsiteX1" fmla="*/ 87032 w 214621"/>
                  <a:gd name="connsiteY1" fmla="*/ 553991 h 553991"/>
                  <a:gd name="connsiteX2" fmla="*/ 112336 w 214621"/>
                  <a:gd name="connsiteY2" fmla="*/ 0 h 553991"/>
                  <a:gd name="connsiteX0" fmla="*/ 112336 w 248230"/>
                  <a:gd name="connsiteY0" fmla="*/ 0 h 553991"/>
                  <a:gd name="connsiteX1" fmla="*/ 87032 w 248230"/>
                  <a:gd name="connsiteY1" fmla="*/ 553991 h 553991"/>
                  <a:gd name="connsiteX2" fmla="*/ 112336 w 248230"/>
                  <a:gd name="connsiteY2" fmla="*/ 0 h 553991"/>
                  <a:gd name="connsiteX0" fmla="*/ 143482 w 279376"/>
                  <a:gd name="connsiteY0" fmla="*/ 0 h 553991"/>
                  <a:gd name="connsiteX1" fmla="*/ 118178 w 279376"/>
                  <a:gd name="connsiteY1" fmla="*/ 553991 h 553991"/>
                  <a:gd name="connsiteX2" fmla="*/ 143482 w 279376"/>
                  <a:gd name="connsiteY2" fmla="*/ 0 h 553991"/>
                  <a:gd name="connsiteX0" fmla="*/ 143482 w 319264"/>
                  <a:gd name="connsiteY0" fmla="*/ 0 h 553991"/>
                  <a:gd name="connsiteX1" fmla="*/ 118178 w 319264"/>
                  <a:gd name="connsiteY1" fmla="*/ 553991 h 553991"/>
                  <a:gd name="connsiteX2" fmla="*/ 143482 w 319264"/>
                  <a:gd name="connsiteY2" fmla="*/ 0 h 553991"/>
                  <a:gd name="connsiteX0" fmla="*/ 146058 w 321840"/>
                  <a:gd name="connsiteY0" fmla="*/ 0 h 553991"/>
                  <a:gd name="connsiteX1" fmla="*/ 120754 w 321840"/>
                  <a:gd name="connsiteY1" fmla="*/ 553991 h 553991"/>
                  <a:gd name="connsiteX2" fmla="*/ 146058 w 321840"/>
                  <a:gd name="connsiteY2" fmla="*/ 0 h 553991"/>
                  <a:gd name="connsiteX0" fmla="*/ 146058 w 298467"/>
                  <a:gd name="connsiteY0" fmla="*/ 0 h 558617"/>
                  <a:gd name="connsiteX1" fmla="*/ 120754 w 298467"/>
                  <a:gd name="connsiteY1" fmla="*/ 553991 h 558617"/>
                  <a:gd name="connsiteX2" fmla="*/ 146058 w 298467"/>
                  <a:gd name="connsiteY2" fmla="*/ 0 h 558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8467" h="558617">
                    <a:moveTo>
                      <a:pt x="146058" y="0"/>
                    </a:moveTo>
                    <a:cubicBezTo>
                      <a:pt x="313511" y="129911"/>
                      <a:pt x="391881" y="610700"/>
                      <a:pt x="120754" y="553991"/>
                    </a:cubicBezTo>
                    <a:cubicBezTo>
                      <a:pt x="-36811" y="552526"/>
                      <a:pt x="-52059" y="198807"/>
                      <a:pt x="146058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8">
                <a:extLst>
                  <a:ext uri="{FF2B5EF4-FFF2-40B4-BE49-F238E27FC236}">
                    <a16:creationId xmlns:a16="http://schemas.microsoft.com/office/drawing/2014/main" id="{AED5141E-EBD0-4219-8FB4-1C429AF96582}"/>
                  </a:ext>
                </a:extLst>
              </p:cNvPr>
              <p:cNvSpPr/>
              <p:nvPr/>
            </p:nvSpPr>
            <p:spPr>
              <a:xfrm>
                <a:off x="9283270" y="4357688"/>
                <a:ext cx="45719" cy="96340"/>
              </a:xfrm>
              <a:custGeom>
                <a:avLst/>
                <a:gdLst>
                  <a:gd name="connsiteX0" fmla="*/ 0 w 80990"/>
                  <a:gd name="connsiteY0" fmla="*/ 0 h 198111"/>
                  <a:gd name="connsiteX1" fmla="*/ 80990 w 80990"/>
                  <a:gd name="connsiteY1" fmla="*/ 0 h 198111"/>
                  <a:gd name="connsiteX2" fmla="*/ 80990 w 80990"/>
                  <a:gd name="connsiteY2" fmla="*/ 198111 h 198111"/>
                  <a:gd name="connsiteX3" fmla="*/ 0 w 80990"/>
                  <a:gd name="connsiteY3" fmla="*/ 198111 h 198111"/>
                  <a:gd name="connsiteX4" fmla="*/ 0 w 80990"/>
                  <a:gd name="connsiteY4" fmla="*/ 0 h 198111"/>
                  <a:gd name="connsiteX0" fmla="*/ 30480 w 111470"/>
                  <a:gd name="connsiteY0" fmla="*/ 0 h 571491"/>
                  <a:gd name="connsiteX1" fmla="*/ 111470 w 111470"/>
                  <a:gd name="connsiteY1" fmla="*/ 0 h 571491"/>
                  <a:gd name="connsiteX2" fmla="*/ 111470 w 111470"/>
                  <a:gd name="connsiteY2" fmla="*/ 198111 h 571491"/>
                  <a:gd name="connsiteX3" fmla="*/ 0 w 111470"/>
                  <a:gd name="connsiteY3" fmla="*/ 571491 h 571491"/>
                  <a:gd name="connsiteX4" fmla="*/ 30480 w 111470"/>
                  <a:gd name="connsiteY4" fmla="*/ 0 h 571491"/>
                  <a:gd name="connsiteX0" fmla="*/ 45720 w 111470"/>
                  <a:gd name="connsiteY0" fmla="*/ 0 h 632451"/>
                  <a:gd name="connsiteX1" fmla="*/ 111470 w 111470"/>
                  <a:gd name="connsiteY1" fmla="*/ 60960 h 632451"/>
                  <a:gd name="connsiteX2" fmla="*/ 111470 w 111470"/>
                  <a:gd name="connsiteY2" fmla="*/ 259071 h 632451"/>
                  <a:gd name="connsiteX3" fmla="*/ 0 w 111470"/>
                  <a:gd name="connsiteY3" fmla="*/ 632451 h 632451"/>
                  <a:gd name="connsiteX4" fmla="*/ 45720 w 111470"/>
                  <a:gd name="connsiteY4" fmla="*/ 0 h 632451"/>
                  <a:gd name="connsiteX0" fmla="*/ 84181 w 149931"/>
                  <a:gd name="connsiteY0" fmla="*/ 0 h 632451"/>
                  <a:gd name="connsiteX1" fmla="*/ 149931 w 149931"/>
                  <a:gd name="connsiteY1" fmla="*/ 60960 h 632451"/>
                  <a:gd name="connsiteX2" fmla="*/ 149931 w 149931"/>
                  <a:gd name="connsiteY2" fmla="*/ 259071 h 632451"/>
                  <a:gd name="connsiteX3" fmla="*/ 38461 w 149931"/>
                  <a:gd name="connsiteY3" fmla="*/ 632451 h 632451"/>
                  <a:gd name="connsiteX4" fmla="*/ 84181 w 149931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174429 w 174429"/>
                  <a:gd name="connsiteY2" fmla="*/ 259071 h 632451"/>
                  <a:gd name="connsiteX3" fmla="*/ 62959 w 174429"/>
                  <a:gd name="connsiteY3" fmla="*/ 632451 h 632451"/>
                  <a:gd name="connsiteX4" fmla="*/ 108679 w 174429"/>
                  <a:gd name="connsiteY4" fmla="*/ 0 h 632451"/>
                  <a:gd name="connsiteX0" fmla="*/ 108679 w 174429"/>
                  <a:gd name="connsiteY0" fmla="*/ 0 h 632451"/>
                  <a:gd name="connsiteX1" fmla="*/ 174429 w 174429"/>
                  <a:gd name="connsiteY1" fmla="*/ 60960 h 632451"/>
                  <a:gd name="connsiteX2" fmla="*/ 62959 w 174429"/>
                  <a:gd name="connsiteY2" fmla="*/ 632451 h 632451"/>
                  <a:gd name="connsiteX3" fmla="*/ 108679 w 174429"/>
                  <a:gd name="connsiteY3" fmla="*/ 0 h 632451"/>
                  <a:gd name="connsiteX0" fmla="*/ 108679 w 108679"/>
                  <a:gd name="connsiteY0" fmla="*/ 0 h 632451"/>
                  <a:gd name="connsiteX1" fmla="*/ 62959 w 108679"/>
                  <a:gd name="connsiteY1" fmla="*/ 632451 h 632451"/>
                  <a:gd name="connsiteX2" fmla="*/ 108679 w 108679"/>
                  <a:gd name="connsiteY2" fmla="*/ 0 h 632451"/>
                  <a:gd name="connsiteX0" fmla="*/ 108679 w 173873"/>
                  <a:gd name="connsiteY0" fmla="*/ 0 h 632451"/>
                  <a:gd name="connsiteX1" fmla="*/ 62959 w 173873"/>
                  <a:gd name="connsiteY1" fmla="*/ 632451 h 632451"/>
                  <a:gd name="connsiteX2" fmla="*/ 108679 w 173873"/>
                  <a:gd name="connsiteY2" fmla="*/ 0 h 632451"/>
                  <a:gd name="connsiteX0" fmla="*/ 108679 w 198677"/>
                  <a:gd name="connsiteY0" fmla="*/ 0 h 632451"/>
                  <a:gd name="connsiteX1" fmla="*/ 62959 w 198677"/>
                  <a:gd name="connsiteY1" fmla="*/ 632451 h 632451"/>
                  <a:gd name="connsiteX2" fmla="*/ 108679 w 198677"/>
                  <a:gd name="connsiteY2" fmla="*/ 0 h 632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8677" h="632451">
                    <a:moveTo>
                      <a:pt x="108679" y="0"/>
                    </a:moveTo>
                    <a:cubicBezTo>
                      <a:pt x="177259" y="187957"/>
                      <a:pt x="291559" y="566414"/>
                      <a:pt x="62959" y="632451"/>
                    </a:cubicBezTo>
                    <a:cubicBezTo>
                      <a:pt x="1999" y="581654"/>
                      <a:pt x="-58961" y="439417"/>
                      <a:pt x="108679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C7679C6-177A-40E5-81A3-240688E9CD6B}"/>
                </a:ext>
              </a:extLst>
            </p:cNvPr>
            <p:cNvSpPr/>
            <p:nvPr/>
          </p:nvSpPr>
          <p:spPr>
            <a:xfrm>
              <a:off x="7629119" y="2683248"/>
              <a:ext cx="1005896" cy="872284"/>
            </a:xfrm>
            <a:custGeom>
              <a:avLst/>
              <a:gdLst>
                <a:gd name="connsiteX0" fmla="*/ 502948 w 1005896"/>
                <a:gd name="connsiteY0" fmla="*/ 0 h 872284"/>
                <a:gd name="connsiteX1" fmla="*/ 1005896 w 1005896"/>
                <a:gd name="connsiteY1" fmla="*/ 502948 h 872284"/>
                <a:gd name="connsiteX2" fmla="*/ 858586 w 1005896"/>
                <a:gd name="connsiteY2" fmla="*/ 858586 h 872284"/>
                <a:gd name="connsiteX3" fmla="*/ 841985 w 1005896"/>
                <a:gd name="connsiteY3" fmla="*/ 872284 h 872284"/>
                <a:gd name="connsiteX4" fmla="*/ 730277 w 1005896"/>
                <a:gd name="connsiteY4" fmla="*/ 853277 h 872284"/>
                <a:gd name="connsiteX5" fmla="*/ 259915 w 1005896"/>
                <a:gd name="connsiteY5" fmla="*/ 813449 h 872284"/>
                <a:gd name="connsiteX6" fmla="*/ 114017 w 1005896"/>
                <a:gd name="connsiteY6" fmla="*/ 818234 h 872284"/>
                <a:gd name="connsiteX7" fmla="*/ 85895 w 1005896"/>
                <a:gd name="connsiteY7" fmla="*/ 784151 h 872284"/>
                <a:gd name="connsiteX8" fmla="*/ 0 w 1005896"/>
                <a:gd name="connsiteY8" fmla="*/ 502948 h 872284"/>
                <a:gd name="connsiteX9" fmla="*/ 502948 w 1005896"/>
                <a:gd name="connsiteY9" fmla="*/ 0 h 87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5896" h="872284">
                  <a:moveTo>
                    <a:pt x="502948" y="0"/>
                  </a:moveTo>
                  <a:cubicBezTo>
                    <a:pt x="780719" y="0"/>
                    <a:pt x="1005896" y="225177"/>
                    <a:pt x="1005896" y="502948"/>
                  </a:cubicBezTo>
                  <a:cubicBezTo>
                    <a:pt x="1005896" y="641834"/>
                    <a:pt x="949602" y="767571"/>
                    <a:pt x="858586" y="858586"/>
                  </a:cubicBezTo>
                  <a:lnTo>
                    <a:pt x="841985" y="872284"/>
                  </a:lnTo>
                  <a:lnTo>
                    <a:pt x="730277" y="853277"/>
                  </a:lnTo>
                  <a:cubicBezTo>
                    <a:pt x="586468" y="831726"/>
                    <a:pt x="430395" y="815474"/>
                    <a:pt x="259915" y="813449"/>
                  </a:cubicBezTo>
                  <a:lnTo>
                    <a:pt x="114017" y="818234"/>
                  </a:lnTo>
                  <a:lnTo>
                    <a:pt x="85895" y="784151"/>
                  </a:lnTo>
                  <a:cubicBezTo>
                    <a:pt x="31666" y="703880"/>
                    <a:pt x="0" y="607112"/>
                    <a:pt x="0" y="502948"/>
                  </a:cubicBezTo>
                  <a:cubicBezTo>
                    <a:pt x="0" y="225177"/>
                    <a:pt x="225177" y="0"/>
                    <a:pt x="50294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A1AC4C1-4A31-4DDE-BB7A-6F6E6037846A}"/>
              </a:ext>
            </a:extLst>
          </p:cNvPr>
          <p:cNvSpPr/>
          <p:nvPr/>
        </p:nvSpPr>
        <p:spPr>
          <a:xfrm>
            <a:off x="9069110" y="6239820"/>
            <a:ext cx="409431" cy="45719"/>
          </a:xfrm>
          <a:custGeom>
            <a:avLst/>
            <a:gdLst>
              <a:gd name="connsiteX0" fmla="*/ 0 w 533400"/>
              <a:gd name="connsiteY0" fmla="*/ 0 h 9525"/>
              <a:gd name="connsiteX1" fmla="*/ 533400 w 533400"/>
              <a:gd name="connsiteY1" fmla="*/ 9525 h 9525"/>
              <a:gd name="connsiteX2" fmla="*/ 533400 w 533400"/>
              <a:gd name="connsiteY2" fmla="*/ 9525 h 9525"/>
              <a:gd name="connsiteX0" fmla="*/ 0 w 10000"/>
              <a:gd name="connsiteY0" fmla="*/ 45630 h 55630"/>
              <a:gd name="connsiteX1" fmla="*/ 10000 w 10000"/>
              <a:gd name="connsiteY1" fmla="*/ 55630 h 55630"/>
              <a:gd name="connsiteX2" fmla="*/ 10000 w 10000"/>
              <a:gd name="connsiteY2" fmla="*/ 55630 h 55630"/>
              <a:gd name="connsiteX0" fmla="*/ 0 w 10000"/>
              <a:gd name="connsiteY0" fmla="*/ 52532 h 62532"/>
              <a:gd name="connsiteX1" fmla="*/ 10000 w 10000"/>
              <a:gd name="connsiteY1" fmla="*/ 62532 h 62532"/>
              <a:gd name="connsiteX2" fmla="*/ 10000 w 10000"/>
              <a:gd name="connsiteY2" fmla="*/ 62532 h 6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0" h="62532">
                <a:moveTo>
                  <a:pt x="0" y="52532"/>
                </a:moveTo>
                <a:cubicBezTo>
                  <a:pt x="5297" y="-54135"/>
                  <a:pt x="6667" y="29199"/>
                  <a:pt x="10000" y="62532"/>
                </a:cubicBezTo>
                <a:lnTo>
                  <a:pt x="10000" y="62532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ttsMP3.com_VoiceText_2025-4-24_23-1-35">
            <a:hlinkClick r:id="" action="ppaction://media"/>
            <a:extLst>
              <a:ext uri="{FF2B5EF4-FFF2-40B4-BE49-F238E27FC236}">
                <a16:creationId xmlns:a16="http://schemas.microsoft.com/office/drawing/2014/main" id="{3A748687-E5E3-44DD-B84C-DDDB3FCAFA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1491" y="2406409"/>
            <a:ext cx="609600" cy="609600"/>
          </a:xfrm>
          <a:prstGeom prst="rect">
            <a:avLst/>
          </a:prstGeom>
        </p:spPr>
      </p:pic>
      <p:pic>
        <p:nvPicPr>
          <p:cNvPr id="93" name="1sec">
            <a:hlinkClick r:id="" action="ppaction://media"/>
            <a:extLst>
              <a:ext uri="{FF2B5EF4-FFF2-40B4-BE49-F238E27FC236}">
                <a16:creationId xmlns:a16="http://schemas.microsoft.com/office/drawing/2014/main" id="{A199D9D6-7100-4988-9213-F39246000BD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560912" y="2460362"/>
            <a:ext cx="609600" cy="609600"/>
          </a:xfrm>
          <a:prstGeom prst="rect">
            <a:avLst/>
          </a:prstGeom>
        </p:spPr>
      </p:pic>
      <p:pic>
        <p:nvPicPr>
          <p:cNvPr id="14" name="ttsMP3.com_VoiceText_2025-4-24_23-2-1">
            <a:hlinkClick r:id="" action="ppaction://media"/>
            <a:extLst>
              <a:ext uri="{FF2B5EF4-FFF2-40B4-BE49-F238E27FC236}">
                <a16:creationId xmlns:a16="http://schemas.microsoft.com/office/drawing/2014/main" id="{FD2EDF19-6C85-4BCC-9A47-0A8BD73F9B8A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318298" y="2406409"/>
            <a:ext cx="609600" cy="609600"/>
          </a:xfrm>
          <a:prstGeom prst="rect">
            <a:avLst/>
          </a:prstGeom>
        </p:spPr>
      </p:pic>
      <p:pic>
        <p:nvPicPr>
          <p:cNvPr id="94" name="1sec">
            <a:hlinkClick r:id="" action="ppaction://media"/>
            <a:extLst>
              <a:ext uri="{FF2B5EF4-FFF2-40B4-BE49-F238E27FC236}">
                <a16:creationId xmlns:a16="http://schemas.microsoft.com/office/drawing/2014/main" id="{854ADBDD-034D-4302-BAC7-8F9B31DABDD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32168" y="2460362"/>
            <a:ext cx="609600" cy="609600"/>
          </a:xfrm>
          <a:prstGeom prst="rect">
            <a:avLst/>
          </a:prstGeom>
        </p:spPr>
      </p:pic>
      <p:pic>
        <p:nvPicPr>
          <p:cNvPr id="95" name="1sec">
            <a:hlinkClick r:id="" action="ppaction://media"/>
            <a:extLst>
              <a:ext uri="{FF2B5EF4-FFF2-40B4-BE49-F238E27FC236}">
                <a16:creationId xmlns:a16="http://schemas.microsoft.com/office/drawing/2014/main" id="{63B92139-B6F4-405B-B2F3-8E11570763D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051622" y="253195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83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9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4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70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9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6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9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3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4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Rectangle: Rounded Corners 506">
            <a:extLst>
              <a:ext uri="{FF2B5EF4-FFF2-40B4-BE49-F238E27FC236}">
                <a16:creationId xmlns:a16="http://schemas.microsoft.com/office/drawing/2014/main" id="{F1EA6ECC-FA2B-4B3E-90B2-383E568446FB}"/>
              </a:ext>
            </a:extLst>
          </p:cNvPr>
          <p:cNvSpPr/>
          <p:nvPr/>
        </p:nvSpPr>
        <p:spPr>
          <a:xfrm>
            <a:off x="2813955" y="1713573"/>
            <a:ext cx="3921534" cy="162079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L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</a:rPr>
              <a:t>igh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508" name="Rectangle: Rounded Corners 507">
            <a:extLst>
              <a:ext uri="{FF2B5EF4-FFF2-40B4-BE49-F238E27FC236}">
                <a16:creationId xmlns:a16="http://schemas.microsoft.com/office/drawing/2014/main" id="{F270F2AD-E03A-4158-AE6E-64AFBCC703D9}"/>
              </a:ext>
            </a:extLst>
          </p:cNvPr>
          <p:cNvSpPr/>
          <p:nvPr/>
        </p:nvSpPr>
        <p:spPr>
          <a:xfrm>
            <a:off x="170744" y="1713572"/>
            <a:ext cx="2420821" cy="162079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</a:rPr>
              <a:t>igh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FDBEE65-AB31-42C7-93D0-0893EF62DD82}"/>
              </a:ext>
            </a:extLst>
          </p:cNvPr>
          <p:cNvGrpSpPr/>
          <p:nvPr/>
        </p:nvGrpSpPr>
        <p:grpSpPr>
          <a:xfrm>
            <a:off x="7315364" y="168701"/>
            <a:ext cx="3620517" cy="6331328"/>
            <a:chOff x="4177360" y="258522"/>
            <a:chExt cx="3620517" cy="6331328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98FAB77-16A9-4206-990A-45B15308E244}"/>
                </a:ext>
              </a:extLst>
            </p:cNvPr>
            <p:cNvSpPr/>
            <p:nvPr/>
          </p:nvSpPr>
          <p:spPr>
            <a:xfrm>
              <a:off x="5731273" y="6194459"/>
              <a:ext cx="704850" cy="39539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12">
              <a:extLst>
                <a:ext uri="{FF2B5EF4-FFF2-40B4-BE49-F238E27FC236}">
                  <a16:creationId xmlns:a16="http://schemas.microsoft.com/office/drawing/2014/main" id="{EC9EEA0A-5734-4D4D-BA0F-D07D3A280448}"/>
                </a:ext>
              </a:extLst>
            </p:cNvPr>
            <p:cNvSpPr/>
            <p:nvPr/>
          </p:nvSpPr>
          <p:spPr>
            <a:xfrm>
              <a:off x="4177360" y="258522"/>
              <a:ext cx="3620517" cy="6198546"/>
            </a:xfrm>
            <a:custGeom>
              <a:avLst/>
              <a:gdLst>
                <a:gd name="connsiteX0" fmla="*/ 0 w 1638944"/>
                <a:gd name="connsiteY0" fmla="*/ 0 h 52388"/>
                <a:gd name="connsiteX1" fmla="*/ 1638944 w 1638944"/>
                <a:gd name="connsiteY1" fmla="*/ 0 h 52388"/>
                <a:gd name="connsiteX2" fmla="*/ 1638944 w 1638944"/>
                <a:gd name="connsiteY2" fmla="*/ 52388 h 52388"/>
                <a:gd name="connsiteX3" fmla="*/ 0 w 1638944"/>
                <a:gd name="connsiteY3" fmla="*/ 52388 h 52388"/>
                <a:gd name="connsiteX4" fmla="*/ 0 w 1638944"/>
                <a:gd name="connsiteY4" fmla="*/ 0 h 52388"/>
                <a:gd name="connsiteX0" fmla="*/ 0 w 1638944"/>
                <a:gd name="connsiteY0" fmla="*/ 0 h 195263"/>
                <a:gd name="connsiteX1" fmla="*/ 1638944 w 1638944"/>
                <a:gd name="connsiteY1" fmla="*/ 0 h 195263"/>
                <a:gd name="connsiteX2" fmla="*/ 1638944 w 1638944"/>
                <a:gd name="connsiteY2" fmla="*/ 52388 h 195263"/>
                <a:gd name="connsiteX3" fmla="*/ 104775 w 1638944"/>
                <a:gd name="connsiteY3" fmla="*/ 195263 h 195263"/>
                <a:gd name="connsiteX4" fmla="*/ 0 w 1638944"/>
                <a:gd name="connsiteY4" fmla="*/ 0 h 195263"/>
                <a:gd name="connsiteX0" fmla="*/ 0 w 1638944"/>
                <a:gd name="connsiteY0" fmla="*/ 0 h 200026"/>
                <a:gd name="connsiteX1" fmla="*/ 1638944 w 1638944"/>
                <a:gd name="connsiteY1" fmla="*/ 0 h 200026"/>
                <a:gd name="connsiteX2" fmla="*/ 1524644 w 1638944"/>
                <a:gd name="connsiteY2" fmla="*/ 200026 h 200026"/>
                <a:gd name="connsiteX3" fmla="*/ 104775 w 1638944"/>
                <a:gd name="connsiteY3" fmla="*/ 195263 h 200026"/>
                <a:gd name="connsiteX4" fmla="*/ 0 w 1638944"/>
                <a:gd name="connsiteY4" fmla="*/ 0 h 200026"/>
                <a:gd name="connsiteX0" fmla="*/ 0 w 1810394"/>
                <a:gd name="connsiteY0" fmla="*/ 0 h 219076"/>
                <a:gd name="connsiteX1" fmla="*/ 1638944 w 1810394"/>
                <a:gd name="connsiteY1" fmla="*/ 0 h 219076"/>
                <a:gd name="connsiteX2" fmla="*/ 1810394 w 1810394"/>
                <a:gd name="connsiteY2" fmla="*/ 219076 h 219076"/>
                <a:gd name="connsiteX3" fmla="*/ 104775 w 1810394"/>
                <a:gd name="connsiteY3" fmla="*/ 195263 h 219076"/>
                <a:gd name="connsiteX4" fmla="*/ 0 w 1810394"/>
                <a:gd name="connsiteY4" fmla="*/ 0 h 219076"/>
                <a:gd name="connsiteX0" fmla="*/ 0 w 2108844"/>
                <a:gd name="connsiteY0" fmla="*/ 800100 h 1019176"/>
                <a:gd name="connsiteX1" fmla="*/ 2108844 w 2108844"/>
                <a:gd name="connsiteY1" fmla="*/ 0 h 1019176"/>
                <a:gd name="connsiteX2" fmla="*/ 1810394 w 2108844"/>
                <a:gd name="connsiteY2" fmla="*/ 1019176 h 1019176"/>
                <a:gd name="connsiteX3" fmla="*/ 104775 w 2108844"/>
                <a:gd name="connsiteY3" fmla="*/ 995363 h 1019176"/>
                <a:gd name="connsiteX4" fmla="*/ 0 w 2108844"/>
                <a:gd name="connsiteY4" fmla="*/ 800100 h 1019176"/>
                <a:gd name="connsiteX0" fmla="*/ 0 w 2356494"/>
                <a:gd name="connsiteY0" fmla="*/ 57150 h 1019176"/>
                <a:gd name="connsiteX1" fmla="*/ 2356494 w 2356494"/>
                <a:gd name="connsiteY1" fmla="*/ 0 h 1019176"/>
                <a:gd name="connsiteX2" fmla="*/ 2058044 w 2356494"/>
                <a:gd name="connsiteY2" fmla="*/ 1019176 h 1019176"/>
                <a:gd name="connsiteX3" fmla="*/ 352425 w 2356494"/>
                <a:gd name="connsiteY3" fmla="*/ 995363 h 1019176"/>
                <a:gd name="connsiteX4" fmla="*/ 0 w 2356494"/>
                <a:gd name="connsiteY4" fmla="*/ 57150 h 1019176"/>
                <a:gd name="connsiteX0" fmla="*/ 0 w 2356494"/>
                <a:gd name="connsiteY0" fmla="*/ 57150 h 1019176"/>
                <a:gd name="connsiteX1" fmla="*/ 2356494 w 2356494"/>
                <a:gd name="connsiteY1" fmla="*/ 0 h 1019176"/>
                <a:gd name="connsiteX2" fmla="*/ 2058044 w 2356494"/>
                <a:gd name="connsiteY2" fmla="*/ 1019176 h 1019176"/>
                <a:gd name="connsiteX3" fmla="*/ 352425 w 2356494"/>
                <a:gd name="connsiteY3" fmla="*/ 995363 h 1019176"/>
                <a:gd name="connsiteX4" fmla="*/ 0 w 2356494"/>
                <a:gd name="connsiteY4" fmla="*/ 57150 h 1019176"/>
                <a:gd name="connsiteX0" fmla="*/ 0 w 2356494"/>
                <a:gd name="connsiteY0" fmla="*/ 57150 h 1019176"/>
                <a:gd name="connsiteX1" fmla="*/ 2356494 w 2356494"/>
                <a:gd name="connsiteY1" fmla="*/ 0 h 1019176"/>
                <a:gd name="connsiteX2" fmla="*/ 2058044 w 2356494"/>
                <a:gd name="connsiteY2" fmla="*/ 1019176 h 1019176"/>
                <a:gd name="connsiteX3" fmla="*/ 352425 w 2356494"/>
                <a:gd name="connsiteY3" fmla="*/ 995363 h 1019176"/>
                <a:gd name="connsiteX4" fmla="*/ 0 w 2356494"/>
                <a:gd name="connsiteY4" fmla="*/ 57150 h 1019176"/>
                <a:gd name="connsiteX0" fmla="*/ 727008 w 3083502"/>
                <a:gd name="connsiteY0" fmla="*/ 1768406 h 2730432"/>
                <a:gd name="connsiteX1" fmla="*/ 3083502 w 3083502"/>
                <a:gd name="connsiteY1" fmla="*/ 1711256 h 2730432"/>
                <a:gd name="connsiteX2" fmla="*/ 2785052 w 3083502"/>
                <a:gd name="connsiteY2" fmla="*/ 2730432 h 2730432"/>
                <a:gd name="connsiteX3" fmla="*/ 1079433 w 3083502"/>
                <a:gd name="connsiteY3" fmla="*/ 2706619 h 2730432"/>
                <a:gd name="connsiteX4" fmla="*/ 727008 w 3083502"/>
                <a:gd name="connsiteY4" fmla="*/ 1768406 h 2730432"/>
                <a:gd name="connsiteX0" fmla="*/ 511033 w 3168874"/>
                <a:gd name="connsiteY0" fmla="*/ 3593254 h 4555280"/>
                <a:gd name="connsiteX1" fmla="*/ 2867527 w 3168874"/>
                <a:gd name="connsiteY1" fmla="*/ 3536104 h 4555280"/>
                <a:gd name="connsiteX2" fmla="*/ 2569077 w 3168874"/>
                <a:gd name="connsiteY2" fmla="*/ 4555280 h 4555280"/>
                <a:gd name="connsiteX3" fmla="*/ 863458 w 3168874"/>
                <a:gd name="connsiteY3" fmla="*/ 4531467 h 4555280"/>
                <a:gd name="connsiteX4" fmla="*/ 511033 w 3168874"/>
                <a:gd name="connsiteY4" fmla="*/ 3593254 h 4555280"/>
                <a:gd name="connsiteX0" fmla="*/ 453136 w 3440219"/>
                <a:gd name="connsiteY0" fmla="*/ 3326944 h 4288970"/>
                <a:gd name="connsiteX1" fmla="*/ 2809630 w 3440219"/>
                <a:gd name="connsiteY1" fmla="*/ 3269794 h 4288970"/>
                <a:gd name="connsiteX2" fmla="*/ 2511180 w 3440219"/>
                <a:gd name="connsiteY2" fmla="*/ 4288970 h 4288970"/>
                <a:gd name="connsiteX3" fmla="*/ 805561 w 3440219"/>
                <a:gd name="connsiteY3" fmla="*/ 4265157 h 4288970"/>
                <a:gd name="connsiteX4" fmla="*/ 453136 w 3440219"/>
                <a:gd name="connsiteY4" fmla="*/ 3326944 h 4288970"/>
                <a:gd name="connsiteX0" fmla="*/ 662598 w 3609831"/>
                <a:gd name="connsiteY0" fmla="*/ 3596002 h 4558028"/>
                <a:gd name="connsiteX1" fmla="*/ 3019092 w 3609831"/>
                <a:gd name="connsiteY1" fmla="*/ 3538852 h 4558028"/>
                <a:gd name="connsiteX2" fmla="*/ 2720642 w 3609831"/>
                <a:gd name="connsiteY2" fmla="*/ 4558028 h 4558028"/>
                <a:gd name="connsiteX3" fmla="*/ 1015023 w 3609831"/>
                <a:gd name="connsiteY3" fmla="*/ 4534215 h 4558028"/>
                <a:gd name="connsiteX4" fmla="*/ 662598 w 3609831"/>
                <a:gd name="connsiteY4" fmla="*/ 3596002 h 4558028"/>
                <a:gd name="connsiteX0" fmla="*/ 675479 w 3620517"/>
                <a:gd name="connsiteY0" fmla="*/ 3638473 h 4600499"/>
                <a:gd name="connsiteX1" fmla="*/ 3031973 w 3620517"/>
                <a:gd name="connsiteY1" fmla="*/ 3581323 h 4600499"/>
                <a:gd name="connsiteX2" fmla="*/ 2733523 w 3620517"/>
                <a:gd name="connsiteY2" fmla="*/ 4600499 h 4600499"/>
                <a:gd name="connsiteX3" fmla="*/ 1027904 w 3620517"/>
                <a:gd name="connsiteY3" fmla="*/ 4576686 h 4600499"/>
                <a:gd name="connsiteX4" fmla="*/ 675479 w 3620517"/>
                <a:gd name="connsiteY4" fmla="*/ 3638473 h 4600499"/>
                <a:gd name="connsiteX0" fmla="*/ 675479 w 3620517"/>
                <a:gd name="connsiteY0" fmla="*/ 3638473 h 5037508"/>
                <a:gd name="connsiteX1" fmla="*/ 3031973 w 3620517"/>
                <a:gd name="connsiteY1" fmla="*/ 3581323 h 5037508"/>
                <a:gd name="connsiteX2" fmla="*/ 2733523 w 3620517"/>
                <a:gd name="connsiteY2" fmla="*/ 4600499 h 5037508"/>
                <a:gd name="connsiteX3" fmla="*/ 1035990 w 3620517"/>
                <a:gd name="connsiteY3" fmla="*/ 5037380 h 5037508"/>
                <a:gd name="connsiteX4" fmla="*/ 1027904 w 3620517"/>
                <a:gd name="connsiteY4" fmla="*/ 4576686 h 5037508"/>
                <a:gd name="connsiteX5" fmla="*/ 675479 w 3620517"/>
                <a:gd name="connsiteY5" fmla="*/ 3638473 h 5037508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68064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68064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68064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69969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69969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69969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71874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71874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71874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062008"/>
                <a:gd name="connsiteX1" fmla="*/ 3031973 w 3620517"/>
                <a:gd name="connsiteY1" fmla="*/ 3581323 h 5062008"/>
                <a:gd name="connsiteX2" fmla="*/ 2733523 w 3620517"/>
                <a:gd name="connsiteY2" fmla="*/ 4600499 h 5062008"/>
                <a:gd name="connsiteX3" fmla="*/ 2718740 w 3620517"/>
                <a:gd name="connsiteY3" fmla="*/ 5024679 h 5062008"/>
                <a:gd name="connsiteX4" fmla="*/ 1035990 w 3620517"/>
                <a:gd name="connsiteY4" fmla="*/ 5037380 h 5062008"/>
                <a:gd name="connsiteX5" fmla="*/ 1027904 w 3620517"/>
                <a:gd name="connsiteY5" fmla="*/ 4576686 h 5062008"/>
                <a:gd name="connsiteX6" fmla="*/ 675479 w 3620517"/>
                <a:gd name="connsiteY6" fmla="*/ 3638473 h 5062008"/>
                <a:gd name="connsiteX0" fmla="*/ 675479 w 3620517"/>
                <a:gd name="connsiteY0" fmla="*/ 3638473 h 5045899"/>
                <a:gd name="connsiteX1" fmla="*/ 3031973 w 3620517"/>
                <a:gd name="connsiteY1" fmla="*/ 3581323 h 5045899"/>
                <a:gd name="connsiteX2" fmla="*/ 2733523 w 3620517"/>
                <a:gd name="connsiteY2" fmla="*/ 4600499 h 5045899"/>
                <a:gd name="connsiteX3" fmla="*/ 2718740 w 3620517"/>
                <a:gd name="connsiteY3" fmla="*/ 5024679 h 5045899"/>
                <a:gd name="connsiteX4" fmla="*/ 1035990 w 3620517"/>
                <a:gd name="connsiteY4" fmla="*/ 5037380 h 5045899"/>
                <a:gd name="connsiteX5" fmla="*/ 1027904 w 3620517"/>
                <a:gd name="connsiteY5" fmla="*/ 4576686 h 5045899"/>
                <a:gd name="connsiteX6" fmla="*/ 675479 w 3620517"/>
                <a:gd name="connsiteY6" fmla="*/ 3638473 h 5045899"/>
                <a:gd name="connsiteX0" fmla="*/ 675479 w 3620517"/>
                <a:gd name="connsiteY0" fmla="*/ 3638473 h 5049652"/>
                <a:gd name="connsiteX1" fmla="*/ 3031973 w 3620517"/>
                <a:gd name="connsiteY1" fmla="*/ 3581323 h 5049652"/>
                <a:gd name="connsiteX2" fmla="*/ 2733523 w 3620517"/>
                <a:gd name="connsiteY2" fmla="*/ 4600499 h 5049652"/>
                <a:gd name="connsiteX3" fmla="*/ 2718740 w 3620517"/>
                <a:gd name="connsiteY3" fmla="*/ 5031029 h 5049652"/>
                <a:gd name="connsiteX4" fmla="*/ 1035990 w 3620517"/>
                <a:gd name="connsiteY4" fmla="*/ 5037380 h 5049652"/>
                <a:gd name="connsiteX5" fmla="*/ 1027904 w 3620517"/>
                <a:gd name="connsiteY5" fmla="*/ 4576686 h 5049652"/>
                <a:gd name="connsiteX6" fmla="*/ 675479 w 3620517"/>
                <a:gd name="connsiteY6" fmla="*/ 3638473 h 5049652"/>
                <a:gd name="connsiteX0" fmla="*/ 675479 w 3620517"/>
                <a:gd name="connsiteY0" fmla="*/ 3638473 h 5215187"/>
                <a:gd name="connsiteX1" fmla="*/ 3031973 w 3620517"/>
                <a:gd name="connsiteY1" fmla="*/ 3581323 h 5215187"/>
                <a:gd name="connsiteX2" fmla="*/ 2733523 w 3620517"/>
                <a:gd name="connsiteY2" fmla="*/ 4600499 h 5215187"/>
                <a:gd name="connsiteX3" fmla="*/ 2718740 w 3620517"/>
                <a:gd name="connsiteY3" fmla="*/ 5031029 h 5215187"/>
                <a:gd name="connsiteX4" fmla="*/ 1201090 w 3620517"/>
                <a:gd name="connsiteY4" fmla="*/ 5215179 h 5215187"/>
                <a:gd name="connsiteX5" fmla="*/ 1035990 w 3620517"/>
                <a:gd name="connsiteY5" fmla="*/ 5037380 h 5215187"/>
                <a:gd name="connsiteX6" fmla="*/ 1027904 w 3620517"/>
                <a:gd name="connsiteY6" fmla="*/ 4576686 h 5215187"/>
                <a:gd name="connsiteX7" fmla="*/ 675479 w 3620517"/>
                <a:gd name="connsiteY7" fmla="*/ 3638473 h 5215187"/>
                <a:gd name="connsiteX0" fmla="*/ 675479 w 3620517"/>
                <a:gd name="connsiteY0" fmla="*/ 3638473 h 5230073"/>
                <a:gd name="connsiteX1" fmla="*/ 3031973 w 3620517"/>
                <a:gd name="connsiteY1" fmla="*/ 3581323 h 5230073"/>
                <a:gd name="connsiteX2" fmla="*/ 2733523 w 3620517"/>
                <a:gd name="connsiteY2" fmla="*/ 4600499 h 5230073"/>
                <a:gd name="connsiteX3" fmla="*/ 2718740 w 3620517"/>
                <a:gd name="connsiteY3" fmla="*/ 5031029 h 5230073"/>
                <a:gd name="connsiteX4" fmla="*/ 2591740 w 3620517"/>
                <a:gd name="connsiteY4" fmla="*/ 5215179 h 5230073"/>
                <a:gd name="connsiteX5" fmla="*/ 1201090 w 3620517"/>
                <a:gd name="connsiteY5" fmla="*/ 5215179 h 5230073"/>
                <a:gd name="connsiteX6" fmla="*/ 1035990 w 3620517"/>
                <a:gd name="connsiteY6" fmla="*/ 5037380 h 5230073"/>
                <a:gd name="connsiteX7" fmla="*/ 1027904 w 3620517"/>
                <a:gd name="connsiteY7" fmla="*/ 4576686 h 5230073"/>
                <a:gd name="connsiteX8" fmla="*/ 675479 w 3620517"/>
                <a:gd name="connsiteY8" fmla="*/ 3638473 h 5230073"/>
                <a:gd name="connsiteX0" fmla="*/ 675479 w 3620517"/>
                <a:gd name="connsiteY0" fmla="*/ 3638473 h 5230073"/>
                <a:gd name="connsiteX1" fmla="*/ 3031973 w 3620517"/>
                <a:gd name="connsiteY1" fmla="*/ 3581323 h 5230073"/>
                <a:gd name="connsiteX2" fmla="*/ 2733523 w 3620517"/>
                <a:gd name="connsiteY2" fmla="*/ 4600499 h 5230073"/>
                <a:gd name="connsiteX3" fmla="*/ 2718740 w 3620517"/>
                <a:gd name="connsiteY3" fmla="*/ 5031029 h 5230073"/>
                <a:gd name="connsiteX4" fmla="*/ 2591740 w 3620517"/>
                <a:gd name="connsiteY4" fmla="*/ 5215179 h 5230073"/>
                <a:gd name="connsiteX5" fmla="*/ 1201090 w 3620517"/>
                <a:gd name="connsiteY5" fmla="*/ 5215179 h 5230073"/>
                <a:gd name="connsiteX6" fmla="*/ 1035990 w 3620517"/>
                <a:gd name="connsiteY6" fmla="*/ 5037380 h 5230073"/>
                <a:gd name="connsiteX7" fmla="*/ 1027904 w 3620517"/>
                <a:gd name="connsiteY7" fmla="*/ 4576686 h 5230073"/>
                <a:gd name="connsiteX8" fmla="*/ 675479 w 3620517"/>
                <a:gd name="connsiteY8" fmla="*/ 3638473 h 5230073"/>
                <a:gd name="connsiteX0" fmla="*/ 675479 w 3620517"/>
                <a:gd name="connsiteY0" fmla="*/ 3638473 h 5230073"/>
                <a:gd name="connsiteX1" fmla="*/ 3031973 w 3620517"/>
                <a:gd name="connsiteY1" fmla="*/ 3581323 h 5230073"/>
                <a:gd name="connsiteX2" fmla="*/ 2733523 w 3620517"/>
                <a:gd name="connsiteY2" fmla="*/ 4600499 h 5230073"/>
                <a:gd name="connsiteX3" fmla="*/ 2718740 w 3620517"/>
                <a:gd name="connsiteY3" fmla="*/ 5031029 h 5230073"/>
                <a:gd name="connsiteX4" fmla="*/ 2591740 w 3620517"/>
                <a:gd name="connsiteY4" fmla="*/ 5215179 h 5230073"/>
                <a:gd name="connsiteX5" fmla="*/ 1201090 w 3620517"/>
                <a:gd name="connsiteY5" fmla="*/ 5215179 h 5230073"/>
                <a:gd name="connsiteX6" fmla="*/ 1035990 w 3620517"/>
                <a:gd name="connsiteY6" fmla="*/ 5037380 h 5230073"/>
                <a:gd name="connsiteX7" fmla="*/ 1027904 w 3620517"/>
                <a:gd name="connsiteY7" fmla="*/ 4576686 h 5230073"/>
                <a:gd name="connsiteX8" fmla="*/ 675479 w 3620517"/>
                <a:gd name="connsiteY8" fmla="*/ 3638473 h 5230073"/>
                <a:gd name="connsiteX0" fmla="*/ 675479 w 3620517"/>
                <a:gd name="connsiteY0" fmla="*/ 3638473 h 6091479"/>
                <a:gd name="connsiteX1" fmla="*/ 3031973 w 3620517"/>
                <a:gd name="connsiteY1" fmla="*/ 3581323 h 6091479"/>
                <a:gd name="connsiteX2" fmla="*/ 2733523 w 3620517"/>
                <a:gd name="connsiteY2" fmla="*/ 4600499 h 6091479"/>
                <a:gd name="connsiteX3" fmla="*/ 2718740 w 3620517"/>
                <a:gd name="connsiteY3" fmla="*/ 5031029 h 6091479"/>
                <a:gd name="connsiteX4" fmla="*/ 2591740 w 3620517"/>
                <a:gd name="connsiteY4" fmla="*/ 5215179 h 6091479"/>
                <a:gd name="connsiteX5" fmla="*/ 1328090 w 3620517"/>
                <a:gd name="connsiteY5" fmla="*/ 6091479 h 6091479"/>
                <a:gd name="connsiteX6" fmla="*/ 1201090 w 3620517"/>
                <a:gd name="connsiteY6" fmla="*/ 5215179 h 6091479"/>
                <a:gd name="connsiteX7" fmla="*/ 1035990 w 3620517"/>
                <a:gd name="connsiteY7" fmla="*/ 5037380 h 6091479"/>
                <a:gd name="connsiteX8" fmla="*/ 1027904 w 3620517"/>
                <a:gd name="connsiteY8" fmla="*/ 4576686 h 6091479"/>
                <a:gd name="connsiteX9" fmla="*/ 675479 w 3620517"/>
                <a:gd name="connsiteY9" fmla="*/ 3638473 h 6091479"/>
                <a:gd name="connsiteX0" fmla="*/ 675479 w 3620517"/>
                <a:gd name="connsiteY0" fmla="*/ 3638473 h 6144234"/>
                <a:gd name="connsiteX1" fmla="*/ 3031973 w 3620517"/>
                <a:gd name="connsiteY1" fmla="*/ 3581323 h 6144234"/>
                <a:gd name="connsiteX2" fmla="*/ 2733523 w 3620517"/>
                <a:gd name="connsiteY2" fmla="*/ 4600499 h 6144234"/>
                <a:gd name="connsiteX3" fmla="*/ 2718740 w 3620517"/>
                <a:gd name="connsiteY3" fmla="*/ 5031029 h 6144234"/>
                <a:gd name="connsiteX4" fmla="*/ 2591740 w 3620517"/>
                <a:gd name="connsiteY4" fmla="*/ 5215179 h 6144234"/>
                <a:gd name="connsiteX5" fmla="*/ 2515540 w 3620517"/>
                <a:gd name="connsiteY5" fmla="*/ 6059729 h 6144234"/>
                <a:gd name="connsiteX6" fmla="*/ 1328090 w 3620517"/>
                <a:gd name="connsiteY6" fmla="*/ 6091479 h 6144234"/>
                <a:gd name="connsiteX7" fmla="*/ 1201090 w 3620517"/>
                <a:gd name="connsiteY7" fmla="*/ 5215179 h 6144234"/>
                <a:gd name="connsiteX8" fmla="*/ 1035990 w 3620517"/>
                <a:gd name="connsiteY8" fmla="*/ 5037380 h 6144234"/>
                <a:gd name="connsiteX9" fmla="*/ 1027904 w 3620517"/>
                <a:gd name="connsiteY9" fmla="*/ 4576686 h 6144234"/>
                <a:gd name="connsiteX10" fmla="*/ 675479 w 3620517"/>
                <a:gd name="connsiteY10" fmla="*/ 3638473 h 6144234"/>
                <a:gd name="connsiteX0" fmla="*/ 675479 w 3620517"/>
                <a:gd name="connsiteY0" fmla="*/ 3638473 h 6144234"/>
                <a:gd name="connsiteX1" fmla="*/ 3031973 w 3620517"/>
                <a:gd name="connsiteY1" fmla="*/ 3581323 h 6144234"/>
                <a:gd name="connsiteX2" fmla="*/ 2733523 w 3620517"/>
                <a:gd name="connsiteY2" fmla="*/ 4600499 h 6144234"/>
                <a:gd name="connsiteX3" fmla="*/ 2718740 w 3620517"/>
                <a:gd name="connsiteY3" fmla="*/ 5031029 h 6144234"/>
                <a:gd name="connsiteX4" fmla="*/ 2591740 w 3620517"/>
                <a:gd name="connsiteY4" fmla="*/ 5215179 h 6144234"/>
                <a:gd name="connsiteX5" fmla="*/ 2515540 w 3620517"/>
                <a:gd name="connsiteY5" fmla="*/ 6059729 h 6144234"/>
                <a:gd name="connsiteX6" fmla="*/ 1328090 w 3620517"/>
                <a:gd name="connsiteY6" fmla="*/ 6091479 h 6144234"/>
                <a:gd name="connsiteX7" fmla="*/ 1201090 w 3620517"/>
                <a:gd name="connsiteY7" fmla="*/ 5215179 h 6144234"/>
                <a:gd name="connsiteX8" fmla="*/ 1035990 w 3620517"/>
                <a:gd name="connsiteY8" fmla="*/ 5037380 h 6144234"/>
                <a:gd name="connsiteX9" fmla="*/ 1027904 w 3620517"/>
                <a:gd name="connsiteY9" fmla="*/ 4576686 h 6144234"/>
                <a:gd name="connsiteX10" fmla="*/ 675479 w 3620517"/>
                <a:gd name="connsiteY10" fmla="*/ 3638473 h 6144234"/>
                <a:gd name="connsiteX0" fmla="*/ 675479 w 3620517"/>
                <a:gd name="connsiteY0" fmla="*/ 3638473 h 6116879"/>
                <a:gd name="connsiteX1" fmla="*/ 3031973 w 3620517"/>
                <a:gd name="connsiteY1" fmla="*/ 3581323 h 6116879"/>
                <a:gd name="connsiteX2" fmla="*/ 2733523 w 3620517"/>
                <a:gd name="connsiteY2" fmla="*/ 4600499 h 6116879"/>
                <a:gd name="connsiteX3" fmla="*/ 2718740 w 3620517"/>
                <a:gd name="connsiteY3" fmla="*/ 5031029 h 6116879"/>
                <a:gd name="connsiteX4" fmla="*/ 2591740 w 3620517"/>
                <a:gd name="connsiteY4" fmla="*/ 5215179 h 6116879"/>
                <a:gd name="connsiteX5" fmla="*/ 2604440 w 3620517"/>
                <a:gd name="connsiteY5" fmla="*/ 6002579 h 6116879"/>
                <a:gd name="connsiteX6" fmla="*/ 1328090 w 3620517"/>
                <a:gd name="connsiteY6" fmla="*/ 6091479 h 6116879"/>
                <a:gd name="connsiteX7" fmla="*/ 1201090 w 3620517"/>
                <a:gd name="connsiteY7" fmla="*/ 5215179 h 6116879"/>
                <a:gd name="connsiteX8" fmla="*/ 1035990 w 3620517"/>
                <a:gd name="connsiteY8" fmla="*/ 5037380 h 6116879"/>
                <a:gd name="connsiteX9" fmla="*/ 1027904 w 3620517"/>
                <a:gd name="connsiteY9" fmla="*/ 4576686 h 6116879"/>
                <a:gd name="connsiteX10" fmla="*/ 675479 w 3620517"/>
                <a:gd name="connsiteY10" fmla="*/ 3638473 h 6116879"/>
                <a:gd name="connsiteX0" fmla="*/ 675479 w 3620517"/>
                <a:gd name="connsiteY0" fmla="*/ 3638473 h 6116879"/>
                <a:gd name="connsiteX1" fmla="*/ 3031973 w 3620517"/>
                <a:gd name="connsiteY1" fmla="*/ 3581323 h 6116879"/>
                <a:gd name="connsiteX2" fmla="*/ 2733523 w 3620517"/>
                <a:gd name="connsiteY2" fmla="*/ 4600499 h 6116879"/>
                <a:gd name="connsiteX3" fmla="*/ 2718740 w 3620517"/>
                <a:gd name="connsiteY3" fmla="*/ 5031029 h 6116879"/>
                <a:gd name="connsiteX4" fmla="*/ 2591740 w 3620517"/>
                <a:gd name="connsiteY4" fmla="*/ 5215179 h 6116879"/>
                <a:gd name="connsiteX5" fmla="*/ 2604440 w 3620517"/>
                <a:gd name="connsiteY5" fmla="*/ 6002579 h 6116879"/>
                <a:gd name="connsiteX6" fmla="*/ 1328090 w 3620517"/>
                <a:gd name="connsiteY6" fmla="*/ 6091479 h 6116879"/>
                <a:gd name="connsiteX7" fmla="*/ 1201090 w 3620517"/>
                <a:gd name="connsiteY7" fmla="*/ 5215179 h 6116879"/>
                <a:gd name="connsiteX8" fmla="*/ 1035990 w 3620517"/>
                <a:gd name="connsiteY8" fmla="*/ 5037380 h 6116879"/>
                <a:gd name="connsiteX9" fmla="*/ 1027904 w 3620517"/>
                <a:gd name="connsiteY9" fmla="*/ 4576686 h 6116879"/>
                <a:gd name="connsiteX10" fmla="*/ 675479 w 3620517"/>
                <a:gd name="connsiteY10" fmla="*/ 3638473 h 6116879"/>
                <a:gd name="connsiteX0" fmla="*/ 675479 w 3620517"/>
                <a:gd name="connsiteY0" fmla="*/ 3638473 h 6092547"/>
                <a:gd name="connsiteX1" fmla="*/ 3031973 w 3620517"/>
                <a:gd name="connsiteY1" fmla="*/ 3581323 h 6092547"/>
                <a:gd name="connsiteX2" fmla="*/ 2733523 w 3620517"/>
                <a:gd name="connsiteY2" fmla="*/ 4600499 h 6092547"/>
                <a:gd name="connsiteX3" fmla="*/ 2718740 w 3620517"/>
                <a:gd name="connsiteY3" fmla="*/ 5031029 h 6092547"/>
                <a:gd name="connsiteX4" fmla="*/ 2591740 w 3620517"/>
                <a:gd name="connsiteY4" fmla="*/ 5215179 h 6092547"/>
                <a:gd name="connsiteX5" fmla="*/ 2604440 w 3620517"/>
                <a:gd name="connsiteY5" fmla="*/ 6002579 h 6092547"/>
                <a:gd name="connsiteX6" fmla="*/ 1226490 w 3620517"/>
                <a:gd name="connsiteY6" fmla="*/ 6047029 h 6092547"/>
                <a:gd name="connsiteX7" fmla="*/ 1201090 w 3620517"/>
                <a:gd name="connsiteY7" fmla="*/ 5215179 h 6092547"/>
                <a:gd name="connsiteX8" fmla="*/ 1035990 w 3620517"/>
                <a:gd name="connsiteY8" fmla="*/ 5037380 h 6092547"/>
                <a:gd name="connsiteX9" fmla="*/ 1027904 w 3620517"/>
                <a:gd name="connsiteY9" fmla="*/ 4576686 h 6092547"/>
                <a:gd name="connsiteX10" fmla="*/ 675479 w 3620517"/>
                <a:gd name="connsiteY10" fmla="*/ 3638473 h 6092547"/>
                <a:gd name="connsiteX0" fmla="*/ 675479 w 3620517"/>
                <a:gd name="connsiteY0" fmla="*/ 3638473 h 6095505"/>
                <a:gd name="connsiteX1" fmla="*/ 3031973 w 3620517"/>
                <a:gd name="connsiteY1" fmla="*/ 3581323 h 6095505"/>
                <a:gd name="connsiteX2" fmla="*/ 2733523 w 3620517"/>
                <a:gd name="connsiteY2" fmla="*/ 4600499 h 6095505"/>
                <a:gd name="connsiteX3" fmla="*/ 2718740 w 3620517"/>
                <a:gd name="connsiteY3" fmla="*/ 5031029 h 6095505"/>
                <a:gd name="connsiteX4" fmla="*/ 2591740 w 3620517"/>
                <a:gd name="connsiteY4" fmla="*/ 5215179 h 6095505"/>
                <a:gd name="connsiteX5" fmla="*/ 2604440 w 3620517"/>
                <a:gd name="connsiteY5" fmla="*/ 6002579 h 6095505"/>
                <a:gd name="connsiteX6" fmla="*/ 1251890 w 3620517"/>
                <a:gd name="connsiteY6" fmla="*/ 6053379 h 6095505"/>
                <a:gd name="connsiteX7" fmla="*/ 1201090 w 3620517"/>
                <a:gd name="connsiteY7" fmla="*/ 5215179 h 6095505"/>
                <a:gd name="connsiteX8" fmla="*/ 1035990 w 3620517"/>
                <a:gd name="connsiteY8" fmla="*/ 5037380 h 6095505"/>
                <a:gd name="connsiteX9" fmla="*/ 1027904 w 3620517"/>
                <a:gd name="connsiteY9" fmla="*/ 4576686 h 6095505"/>
                <a:gd name="connsiteX10" fmla="*/ 675479 w 3620517"/>
                <a:gd name="connsiteY10" fmla="*/ 3638473 h 6095505"/>
                <a:gd name="connsiteX0" fmla="*/ 675479 w 3620517"/>
                <a:gd name="connsiteY0" fmla="*/ 3638473 h 6095505"/>
                <a:gd name="connsiteX1" fmla="*/ 3031973 w 3620517"/>
                <a:gd name="connsiteY1" fmla="*/ 3581323 h 6095505"/>
                <a:gd name="connsiteX2" fmla="*/ 2733523 w 3620517"/>
                <a:gd name="connsiteY2" fmla="*/ 4600499 h 6095505"/>
                <a:gd name="connsiteX3" fmla="*/ 2718740 w 3620517"/>
                <a:gd name="connsiteY3" fmla="*/ 5031029 h 6095505"/>
                <a:gd name="connsiteX4" fmla="*/ 2591740 w 3620517"/>
                <a:gd name="connsiteY4" fmla="*/ 5215179 h 6095505"/>
                <a:gd name="connsiteX5" fmla="*/ 2604440 w 3620517"/>
                <a:gd name="connsiteY5" fmla="*/ 6002579 h 6095505"/>
                <a:gd name="connsiteX6" fmla="*/ 1251890 w 3620517"/>
                <a:gd name="connsiteY6" fmla="*/ 6053379 h 6095505"/>
                <a:gd name="connsiteX7" fmla="*/ 1201090 w 3620517"/>
                <a:gd name="connsiteY7" fmla="*/ 5215179 h 6095505"/>
                <a:gd name="connsiteX8" fmla="*/ 1035990 w 3620517"/>
                <a:gd name="connsiteY8" fmla="*/ 5037380 h 6095505"/>
                <a:gd name="connsiteX9" fmla="*/ 1027904 w 3620517"/>
                <a:gd name="connsiteY9" fmla="*/ 4576686 h 6095505"/>
                <a:gd name="connsiteX10" fmla="*/ 675479 w 3620517"/>
                <a:gd name="connsiteY10" fmla="*/ 3638473 h 6095505"/>
                <a:gd name="connsiteX0" fmla="*/ 675479 w 3620517"/>
                <a:gd name="connsiteY0" fmla="*/ 3638473 h 6095505"/>
                <a:gd name="connsiteX1" fmla="*/ 3031973 w 3620517"/>
                <a:gd name="connsiteY1" fmla="*/ 3581323 h 6095505"/>
                <a:gd name="connsiteX2" fmla="*/ 2733523 w 3620517"/>
                <a:gd name="connsiteY2" fmla="*/ 4600499 h 6095505"/>
                <a:gd name="connsiteX3" fmla="*/ 2718740 w 3620517"/>
                <a:gd name="connsiteY3" fmla="*/ 5031029 h 6095505"/>
                <a:gd name="connsiteX4" fmla="*/ 2591740 w 3620517"/>
                <a:gd name="connsiteY4" fmla="*/ 5215179 h 6095505"/>
                <a:gd name="connsiteX5" fmla="*/ 2604440 w 3620517"/>
                <a:gd name="connsiteY5" fmla="*/ 6002579 h 6095505"/>
                <a:gd name="connsiteX6" fmla="*/ 1270940 w 3620517"/>
                <a:gd name="connsiteY6" fmla="*/ 6053379 h 6095505"/>
                <a:gd name="connsiteX7" fmla="*/ 1201090 w 3620517"/>
                <a:gd name="connsiteY7" fmla="*/ 5215179 h 6095505"/>
                <a:gd name="connsiteX8" fmla="*/ 1035990 w 3620517"/>
                <a:gd name="connsiteY8" fmla="*/ 5037380 h 6095505"/>
                <a:gd name="connsiteX9" fmla="*/ 1027904 w 3620517"/>
                <a:gd name="connsiteY9" fmla="*/ 4576686 h 6095505"/>
                <a:gd name="connsiteX10" fmla="*/ 675479 w 3620517"/>
                <a:gd name="connsiteY10" fmla="*/ 3638473 h 6095505"/>
                <a:gd name="connsiteX0" fmla="*/ 675479 w 3620517"/>
                <a:gd name="connsiteY0" fmla="*/ 3638473 h 6082169"/>
                <a:gd name="connsiteX1" fmla="*/ 3031973 w 3620517"/>
                <a:gd name="connsiteY1" fmla="*/ 3581323 h 6082169"/>
                <a:gd name="connsiteX2" fmla="*/ 2733523 w 3620517"/>
                <a:gd name="connsiteY2" fmla="*/ 4600499 h 6082169"/>
                <a:gd name="connsiteX3" fmla="*/ 2718740 w 3620517"/>
                <a:gd name="connsiteY3" fmla="*/ 5031029 h 6082169"/>
                <a:gd name="connsiteX4" fmla="*/ 2591740 w 3620517"/>
                <a:gd name="connsiteY4" fmla="*/ 5215179 h 6082169"/>
                <a:gd name="connsiteX5" fmla="*/ 2604440 w 3620517"/>
                <a:gd name="connsiteY5" fmla="*/ 6002579 h 6082169"/>
                <a:gd name="connsiteX6" fmla="*/ 1213790 w 3620517"/>
                <a:gd name="connsiteY6" fmla="*/ 6021629 h 6082169"/>
                <a:gd name="connsiteX7" fmla="*/ 1201090 w 3620517"/>
                <a:gd name="connsiteY7" fmla="*/ 5215179 h 6082169"/>
                <a:gd name="connsiteX8" fmla="*/ 1035990 w 3620517"/>
                <a:gd name="connsiteY8" fmla="*/ 5037380 h 6082169"/>
                <a:gd name="connsiteX9" fmla="*/ 1027904 w 3620517"/>
                <a:gd name="connsiteY9" fmla="*/ 4576686 h 6082169"/>
                <a:gd name="connsiteX10" fmla="*/ 675479 w 3620517"/>
                <a:gd name="connsiteY10" fmla="*/ 3638473 h 6082169"/>
                <a:gd name="connsiteX0" fmla="*/ 675479 w 3620517"/>
                <a:gd name="connsiteY0" fmla="*/ 3638473 h 6082169"/>
                <a:gd name="connsiteX1" fmla="*/ 3031973 w 3620517"/>
                <a:gd name="connsiteY1" fmla="*/ 3581323 h 6082169"/>
                <a:gd name="connsiteX2" fmla="*/ 2733523 w 3620517"/>
                <a:gd name="connsiteY2" fmla="*/ 4600499 h 6082169"/>
                <a:gd name="connsiteX3" fmla="*/ 2718740 w 3620517"/>
                <a:gd name="connsiteY3" fmla="*/ 5031029 h 6082169"/>
                <a:gd name="connsiteX4" fmla="*/ 2591740 w 3620517"/>
                <a:gd name="connsiteY4" fmla="*/ 5215179 h 6082169"/>
                <a:gd name="connsiteX5" fmla="*/ 2604440 w 3620517"/>
                <a:gd name="connsiteY5" fmla="*/ 6002579 h 6082169"/>
                <a:gd name="connsiteX6" fmla="*/ 1213790 w 3620517"/>
                <a:gd name="connsiteY6" fmla="*/ 6021629 h 6082169"/>
                <a:gd name="connsiteX7" fmla="*/ 1201090 w 3620517"/>
                <a:gd name="connsiteY7" fmla="*/ 5215179 h 6082169"/>
                <a:gd name="connsiteX8" fmla="*/ 1035990 w 3620517"/>
                <a:gd name="connsiteY8" fmla="*/ 5037380 h 6082169"/>
                <a:gd name="connsiteX9" fmla="*/ 1027904 w 3620517"/>
                <a:gd name="connsiteY9" fmla="*/ 4576686 h 6082169"/>
                <a:gd name="connsiteX10" fmla="*/ 675479 w 3620517"/>
                <a:gd name="connsiteY10" fmla="*/ 3638473 h 6082169"/>
                <a:gd name="connsiteX0" fmla="*/ 675479 w 3620517"/>
                <a:gd name="connsiteY0" fmla="*/ 3638473 h 6180628"/>
                <a:gd name="connsiteX1" fmla="*/ 3031973 w 3620517"/>
                <a:gd name="connsiteY1" fmla="*/ 3581323 h 6180628"/>
                <a:gd name="connsiteX2" fmla="*/ 2733523 w 3620517"/>
                <a:gd name="connsiteY2" fmla="*/ 4600499 h 6180628"/>
                <a:gd name="connsiteX3" fmla="*/ 2718740 w 3620517"/>
                <a:gd name="connsiteY3" fmla="*/ 5031029 h 6180628"/>
                <a:gd name="connsiteX4" fmla="*/ 2591740 w 3620517"/>
                <a:gd name="connsiteY4" fmla="*/ 5215179 h 6180628"/>
                <a:gd name="connsiteX5" fmla="*/ 2604440 w 3620517"/>
                <a:gd name="connsiteY5" fmla="*/ 6002579 h 6180628"/>
                <a:gd name="connsiteX6" fmla="*/ 1399528 w 3620517"/>
                <a:gd name="connsiteY6" fmla="*/ 6180379 h 6180628"/>
                <a:gd name="connsiteX7" fmla="*/ 1213790 w 3620517"/>
                <a:gd name="connsiteY7" fmla="*/ 6021629 h 6180628"/>
                <a:gd name="connsiteX8" fmla="*/ 1201090 w 3620517"/>
                <a:gd name="connsiteY8" fmla="*/ 5215179 h 6180628"/>
                <a:gd name="connsiteX9" fmla="*/ 1035990 w 3620517"/>
                <a:gd name="connsiteY9" fmla="*/ 5037380 h 6180628"/>
                <a:gd name="connsiteX10" fmla="*/ 1027904 w 3620517"/>
                <a:gd name="connsiteY10" fmla="*/ 4576686 h 6180628"/>
                <a:gd name="connsiteX11" fmla="*/ 675479 w 3620517"/>
                <a:gd name="connsiteY11" fmla="*/ 3638473 h 6180628"/>
                <a:gd name="connsiteX0" fmla="*/ 675479 w 3620517"/>
                <a:gd name="connsiteY0" fmla="*/ 3638473 h 6198546"/>
                <a:gd name="connsiteX1" fmla="*/ 3031973 w 3620517"/>
                <a:gd name="connsiteY1" fmla="*/ 3581323 h 6198546"/>
                <a:gd name="connsiteX2" fmla="*/ 2733523 w 3620517"/>
                <a:gd name="connsiteY2" fmla="*/ 4600499 h 6198546"/>
                <a:gd name="connsiteX3" fmla="*/ 2718740 w 3620517"/>
                <a:gd name="connsiteY3" fmla="*/ 5031029 h 6198546"/>
                <a:gd name="connsiteX4" fmla="*/ 2591740 w 3620517"/>
                <a:gd name="connsiteY4" fmla="*/ 5215179 h 6198546"/>
                <a:gd name="connsiteX5" fmla="*/ 2604440 w 3620517"/>
                <a:gd name="connsiteY5" fmla="*/ 6002579 h 6198546"/>
                <a:gd name="connsiteX6" fmla="*/ 2409178 w 3620517"/>
                <a:gd name="connsiteY6" fmla="*/ 6185141 h 6198546"/>
                <a:gd name="connsiteX7" fmla="*/ 1399528 w 3620517"/>
                <a:gd name="connsiteY7" fmla="*/ 6180379 h 6198546"/>
                <a:gd name="connsiteX8" fmla="*/ 1213790 w 3620517"/>
                <a:gd name="connsiteY8" fmla="*/ 6021629 h 6198546"/>
                <a:gd name="connsiteX9" fmla="*/ 1201090 w 3620517"/>
                <a:gd name="connsiteY9" fmla="*/ 5215179 h 6198546"/>
                <a:gd name="connsiteX10" fmla="*/ 1035990 w 3620517"/>
                <a:gd name="connsiteY10" fmla="*/ 5037380 h 6198546"/>
                <a:gd name="connsiteX11" fmla="*/ 1027904 w 3620517"/>
                <a:gd name="connsiteY11" fmla="*/ 4576686 h 6198546"/>
                <a:gd name="connsiteX12" fmla="*/ 675479 w 3620517"/>
                <a:gd name="connsiteY12" fmla="*/ 3638473 h 6198546"/>
                <a:gd name="connsiteX0" fmla="*/ 675479 w 3620517"/>
                <a:gd name="connsiteY0" fmla="*/ 3638473 h 6198546"/>
                <a:gd name="connsiteX1" fmla="*/ 3031973 w 3620517"/>
                <a:gd name="connsiteY1" fmla="*/ 3581323 h 6198546"/>
                <a:gd name="connsiteX2" fmla="*/ 2733523 w 3620517"/>
                <a:gd name="connsiteY2" fmla="*/ 4600499 h 6198546"/>
                <a:gd name="connsiteX3" fmla="*/ 2718740 w 3620517"/>
                <a:gd name="connsiteY3" fmla="*/ 5031029 h 6198546"/>
                <a:gd name="connsiteX4" fmla="*/ 2591740 w 3620517"/>
                <a:gd name="connsiteY4" fmla="*/ 5215179 h 6198546"/>
                <a:gd name="connsiteX5" fmla="*/ 2604440 w 3620517"/>
                <a:gd name="connsiteY5" fmla="*/ 6002579 h 6198546"/>
                <a:gd name="connsiteX6" fmla="*/ 2409178 w 3620517"/>
                <a:gd name="connsiteY6" fmla="*/ 6185141 h 6198546"/>
                <a:gd name="connsiteX7" fmla="*/ 1399528 w 3620517"/>
                <a:gd name="connsiteY7" fmla="*/ 6180379 h 6198546"/>
                <a:gd name="connsiteX8" fmla="*/ 1213790 w 3620517"/>
                <a:gd name="connsiteY8" fmla="*/ 6021629 h 6198546"/>
                <a:gd name="connsiteX9" fmla="*/ 1201090 w 3620517"/>
                <a:gd name="connsiteY9" fmla="*/ 5215179 h 6198546"/>
                <a:gd name="connsiteX10" fmla="*/ 1035990 w 3620517"/>
                <a:gd name="connsiteY10" fmla="*/ 5037380 h 6198546"/>
                <a:gd name="connsiteX11" fmla="*/ 1027904 w 3620517"/>
                <a:gd name="connsiteY11" fmla="*/ 4576686 h 6198546"/>
                <a:gd name="connsiteX12" fmla="*/ 675479 w 3620517"/>
                <a:gd name="connsiteY12" fmla="*/ 3638473 h 6198546"/>
                <a:gd name="connsiteX0" fmla="*/ 675479 w 3620517"/>
                <a:gd name="connsiteY0" fmla="*/ 3638473 h 6198546"/>
                <a:gd name="connsiteX1" fmla="*/ 3031973 w 3620517"/>
                <a:gd name="connsiteY1" fmla="*/ 3581323 h 6198546"/>
                <a:gd name="connsiteX2" fmla="*/ 2733523 w 3620517"/>
                <a:gd name="connsiteY2" fmla="*/ 4600499 h 6198546"/>
                <a:gd name="connsiteX3" fmla="*/ 2718740 w 3620517"/>
                <a:gd name="connsiteY3" fmla="*/ 5031029 h 6198546"/>
                <a:gd name="connsiteX4" fmla="*/ 2591740 w 3620517"/>
                <a:gd name="connsiteY4" fmla="*/ 5215179 h 6198546"/>
                <a:gd name="connsiteX5" fmla="*/ 2604440 w 3620517"/>
                <a:gd name="connsiteY5" fmla="*/ 6002579 h 6198546"/>
                <a:gd name="connsiteX6" fmla="*/ 2409178 w 3620517"/>
                <a:gd name="connsiteY6" fmla="*/ 6185141 h 6198546"/>
                <a:gd name="connsiteX7" fmla="*/ 1399528 w 3620517"/>
                <a:gd name="connsiteY7" fmla="*/ 6180379 h 6198546"/>
                <a:gd name="connsiteX8" fmla="*/ 1213790 w 3620517"/>
                <a:gd name="connsiteY8" fmla="*/ 6021629 h 6198546"/>
                <a:gd name="connsiteX9" fmla="*/ 1201090 w 3620517"/>
                <a:gd name="connsiteY9" fmla="*/ 5215179 h 6198546"/>
                <a:gd name="connsiteX10" fmla="*/ 1035990 w 3620517"/>
                <a:gd name="connsiteY10" fmla="*/ 5037380 h 6198546"/>
                <a:gd name="connsiteX11" fmla="*/ 1027904 w 3620517"/>
                <a:gd name="connsiteY11" fmla="*/ 4576686 h 6198546"/>
                <a:gd name="connsiteX12" fmla="*/ 675479 w 3620517"/>
                <a:gd name="connsiteY12" fmla="*/ 3638473 h 6198546"/>
                <a:gd name="connsiteX0" fmla="*/ 675479 w 3620517"/>
                <a:gd name="connsiteY0" fmla="*/ 3638473 h 6198546"/>
                <a:gd name="connsiteX1" fmla="*/ 3031973 w 3620517"/>
                <a:gd name="connsiteY1" fmla="*/ 3581323 h 6198546"/>
                <a:gd name="connsiteX2" fmla="*/ 2733523 w 3620517"/>
                <a:gd name="connsiteY2" fmla="*/ 4600499 h 6198546"/>
                <a:gd name="connsiteX3" fmla="*/ 2718740 w 3620517"/>
                <a:gd name="connsiteY3" fmla="*/ 5031029 h 6198546"/>
                <a:gd name="connsiteX4" fmla="*/ 2591740 w 3620517"/>
                <a:gd name="connsiteY4" fmla="*/ 5215179 h 6198546"/>
                <a:gd name="connsiteX5" fmla="*/ 2604440 w 3620517"/>
                <a:gd name="connsiteY5" fmla="*/ 6002579 h 6198546"/>
                <a:gd name="connsiteX6" fmla="*/ 2409178 w 3620517"/>
                <a:gd name="connsiteY6" fmla="*/ 6185141 h 6198546"/>
                <a:gd name="connsiteX7" fmla="*/ 1399528 w 3620517"/>
                <a:gd name="connsiteY7" fmla="*/ 6180379 h 6198546"/>
                <a:gd name="connsiteX8" fmla="*/ 1213790 w 3620517"/>
                <a:gd name="connsiteY8" fmla="*/ 6021629 h 6198546"/>
                <a:gd name="connsiteX9" fmla="*/ 1201090 w 3620517"/>
                <a:gd name="connsiteY9" fmla="*/ 5215179 h 6198546"/>
                <a:gd name="connsiteX10" fmla="*/ 1035990 w 3620517"/>
                <a:gd name="connsiteY10" fmla="*/ 5037380 h 6198546"/>
                <a:gd name="connsiteX11" fmla="*/ 1027904 w 3620517"/>
                <a:gd name="connsiteY11" fmla="*/ 4576686 h 6198546"/>
                <a:gd name="connsiteX12" fmla="*/ 675479 w 3620517"/>
                <a:gd name="connsiteY12" fmla="*/ 3638473 h 6198546"/>
                <a:gd name="connsiteX0" fmla="*/ 675479 w 3620517"/>
                <a:gd name="connsiteY0" fmla="*/ 3638473 h 6198546"/>
                <a:gd name="connsiteX1" fmla="*/ 3031973 w 3620517"/>
                <a:gd name="connsiteY1" fmla="*/ 3581323 h 6198546"/>
                <a:gd name="connsiteX2" fmla="*/ 2733523 w 3620517"/>
                <a:gd name="connsiteY2" fmla="*/ 4600499 h 6198546"/>
                <a:gd name="connsiteX3" fmla="*/ 2718740 w 3620517"/>
                <a:gd name="connsiteY3" fmla="*/ 5031029 h 6198546"/>
                <a:gd name="connsiteX4" fmla="*/ 2591740 w 3620517"/>
                <a:gd name="connsiteY4" fmla="*/ 5215179 h 6198546"/>
                <a:gd name="connsiteX5" fmla="*/ 2604440 w 3620517"/>
                <a:gd name="connsiteY5" fmla="*/ 6002579 h 6198546"/>
                <a:gd name="connsiteX6" fmla="*/ 2409178 w 3620517"/>
                <a:gd name="connsiteY6" fmla="*/ 6185141 h 6198546"/>
                <a:gd name="connsiteX7" fmla="*/ 1399528 w 3620517"/>
                <a:gd name="connsiteY7" fmla="*/ 6180379 h 6198546"/>
                <a:gd name="connsiteX8" fmla="*/ 1213790 w 3620517"/>
                <a:gd name="connsiteY8" fmla="*/ 6021629 h 6198546"/>
                <a:gd name="connsiteX9" fmla="*/ 1201090 w 3620517"/>
                <a:gd name="connsiteY9" fmla="*/ 5215179 h 6198546"/>
                <a:gd name="connsiteX10" fmla="*/ 1035990 w 3620517"/>
                <a:gd name="connsiteY10" fmla="*/ 5037380 h 6198546"/>
                <a:gd name="connsiteX11" fmla="*/ 1027904 w 3620517"/>
                <a:gd name="connsiteY11" fmla="*/ 4576686 h 6198546"/>
                <a:gd name="connsiteX12" fmla="*/ 675479 w 3620517"/>
                <a:gd name="connsiteY12" fmla="*/ 3638473 h 619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20517" h="6198546">
                  <a:moveTo>
                    <a:pt x="675479" y="3638473"/>
                  </a:moveTo>
                  <a:cubicBezTo>
                    <a:pt x="-2325831" y="-1173723"/>
                    <a:pt x="5812138" y="-1232529"/>
                    <a:pt x="3031973" y="3581323"/>
                  </a:cubicBezTo>
                  <a:cubicBezTo>
                    <a:pt x="2932490" y="3921048"/>
                    <a:pt x="3080656" y="4330624"/>
                    <a:pt x="2733523" y="4600499"/>
                  </a:cubicBezTo>
                  <a:cubicBezTo>
                    <a:pt x="2732118" y="4720408"/>
                    <a:pt x="2715912" y="4888366"/>
                    <a:pt x="2718740" y="5031029"/>
                  </a:cubicBezTo>
                  <a:cubicBezTo>
                    <a:pt x="2694051" y="5109134"/>
                    <a:pt x="2641482" y="5190837"/>
                    <a:pt x="2591740" y="5215179"/>
                  </a:cubicBezTo>
                  <a:cubicBezTo>
                    <a:pt x="2517657" y="5279737"/>
                    <a:pt x="2611848" y="5970829"/>
                    <a:pt x="2604440" y="6002579"/>
                  </a:cubicBezTo>
                  <a:cubicBezTo>
                    <a:pt x="2520038" y="6081689"/>
                    <a:pt x="2467122" y="6107883"/>
                    <a:pt x="2409178" y="6185141"/>
                  </a:cubicBezTo>
                  <a:cubicBezTo>
                    <a:pt x="2208359" y="6214774"/>
                    <a:pt x="1606697" y="6186993"/>
                    <a:pt x="1399528" y="6180379"/>
                  </a:cubicBezTo>
                  <a:cubicBezTo>
                    <a:pt x="1354284" y="6145190"/>
                    <a:pt x="1315920" y="6100740"/>
                    <a:pt x="1213790" y="6021629"/>
                  </a:cubicBezTo>
                  <a:cubicBezTo>
                    <a:pt x="1180982" y="5968712"/>
                    <a:pt x="1192623" y="5291379"/>
                    <a:pt x="1201090" y="5215179"/>
                  </a:cubicBezTo>
                  <a:cubicBezTo>
                    <a:pt x="1190507" y="5197188"/>
                    <a:pt x="1068029" y="5114162"/>
                    <a:pt x="1035990" y="5037380"/>
                  </a:cubicBezTo>
                  <a:lnTo>
                    <a:pt x="1027904" y="4576686"/>
                  </a:lnTo>
                  <a:cubicBezTo>
                    <a:pt x="777079" y="4429048"/>
                    <a:pt x="792954" y="3951211"/>
                    <a:pt x="675479" y="363847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26C6792-E232-43D4-95A2-0C21936DE794}"/>
                </a:ext>
              </a:extLst>
            </p:cNvPr>
            <p:cNvSpPr/>
            <p:nvPr/>
          </p:nvSpPr>
          <p:spPr>
            <a:xfrm>
              <a:off x="5202532" y="4837772"/>
              <a:ext cx="1729786" cy="1619296"/>
            </a:xfrm>
            <a:custGeom>
              <a:avLst/>
              <a:gdLst>
                <a:gd name="connsiteX0" fmla="*/ 0 w 1729786"/>
                <a:gd name="connsiteY0" fmla="*/ 0 h 1619296"/>
                <a:gd name="connsiteX1" fmla="*/ 1729786 w 1729786"/>
                <a:gd name="connsiteY1" fmla="*/ 0 h 1619296"/>
                <a:gd name="connsiteX2" fmla="*/ 1705574 w 1729786"/>
                <a:gd name="connsiteY2" fmla="*/ 21249 h 1619296"/>
                <a:gd name="connsiteX3" fmla="*/ 1690791 w 1729786"/>
                <a:gd name="connsiteY3" fmla="*/ 451779 h 1619296"/>
                <a:gd name="connsiteX4" fmla="*/ 1563791 w 1729786"/>
                <a:gd name="connsiteY4" fmla="*/ 635929 h 1619296"/>
                <a:gd name="connsiteX5" fmla="*/ 1576491 w 1729786"/>
                <a:gd name="connsiteY5" fmla="*/ 1423329 h 1619296"/>
                <a:gd name="connsiteX6" fmla="*/ 1381229 w 1729786"/>
                <a:gd name="connsiteY6" fmla="*/ 1605891 h 1619296"/>
                <a:gd name="connsiteX7" fmla="*/ 371579 w 1729786"/>
                <a:gd name="connsiteY7" fmla="*/ 1601129 h 1619296"/>
                <a:gd name="connsiteX8" fmla="*/ 185841 w 1729786"/>
                <a:gd name="connsiteY8" fmla="*/ 1442379 h 1619296"/>
                <a:gd name="connsiteX9" fmla="*/ 173141 w 1729786"/>
                <a:gd name="connsiteY9" fmla="*/ 635929 h 1619296"/>
                <a:gd name="connsiteX10" fmla="*/ 8041 w 1729786"/>
                <a:gd name="connsiteY10" fmla="*/ 458130 h 1619296"/>
                <a:gd name="connsiteX11" fmla="*/ 0 w 1729786"/>
                <a:gd name="connsiteY11" fmla="*/ 0 h 1619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29786" h="1619296">
                  <a:moveTo>
                    <a:pt x="0" y="0"/>
                  </a:moveTo>
                  <a:lnTo>
                    <a:pt x="1729786" y="0"/>
                  </a:lnTo>
                  <a:lnTo>
                    <a:pt x="1705574" y="21249"/>
                  </a:lnTo>
                  <a:cubicBezTo>
                    <a:pt x="1704169" y="141158"/>
                    <a:pt x="1687963" y="309116"/>
                    <a:pt x="1690791" y="451779"/>
                  </a:cubicBezTo>
                  <a:cubicBezTo>
                    <a:pt x="1666102" y="529884"/>
                    <a:pt x="1613533" y="611587"/>
                    <a:pt x="1563791" y="635929"/>
                  </a:cubicBezTo>
                  <a:cubicBezTo>
                    <a:pt x="1489708" y="700487"/>
                    <a:pt x="1583899" y="1391579"/>
                    <a:pt x="1576491" y="1423329"/>
                  </a:cubicBezTo>
                  <a:cubicBezTo>
                    <a:pt x="1492089" y="1502439"/>
                    <a:pt x="1439173" y="1528633"/>
                    <a:pt x="1381229" y="1605891"/>
                  </a:cubicBezTo>
                  <a:cubicBezTo>
                    <a:pt x="1180410" y="1635524"/>
                    <a:pt x="578748" y="1607743"/>
                    <a:pt x="371579" y="1601129"/>
                  </a:cubicBezTo>
                  <a:cubicBezTo>
                    <a:pt x="326335" y="1565940"/>
                    <a:pt x="287971" y="1521490"/>
                    <a:pt x="185841" y="1442379"/>
                  </a:cubicBezTo>
                  <a:cubicBezTo>
                    <a:pt x="153033" y="1389462"/>
                    <a:pt x="164674" y="712129"/>
                    <a:pt x="173141" y="635929"/>
                  </a:cubicBezTo>
                  <a:cubicBezTo>
                    <a:pt x="162558" y="617938"/>
                    <a:pt x="40080" y="534912"/>
                    <a:pt x="8041" y="4581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A1C0CBB-E02F-4D86-A6A8-6863E2177FEC}"/>
                </a:ext>
              </a:extLst>
            </p:cNvPr>
            <p:cNvCxnSpPr>
              <a:stCxn id="32" idx="9"/>
              <a:endCxn id="32" idx="4"/>
            </p:cNvCxnSpPr>
            <p:nvPr/>
          </p:nvCxnSpPr>
          <p:spPr>
            <a:xfrm>
              <a:off x="5375673" y="5473701"/>
              <a:ext cx="13906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6F7A40E-FFD9-45C7-8F4B-58D33DFDA674}"/>
                </a:ext>
              </a:extLst>
            </p:cNvPr>
            <p:cNvCxnSpPr>
              <a:stCxn id="32" idx="8"/>
              <a:endCxn id="32" idx="5"/>
            </p:cNvCxnSpPr>
            <p:nvPr/>
          </p:nvCxnSpPr>
          <p:spPr>
            <a:xfrm flipV="1">
              <a:off x="5388373" y="6261101"/>
              <a:ext cx="1390650" cy="19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ttsMP3.com_VoiceText_2025-4-24_23-9-42">
            <a:hlinkClick r:id="" action="ppaction://media"/>
            <a:extLst>
              <a:ext uri="{FF2B5EF4-FFF2-40B4-BE49-F238E27FC236}">
                <a16:creationId xmlns:a16="http://schemas.microsoft.com/office/drawing/2014/main" id="{C3441437-5FDB-4D05-9C3E-E97AE6FD0E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17490" y="468086"/>
            <a:ext cx="609600" cy="609600"/>
          </a:xfrm>
          <a:prstGeom prst="rect">
            <a:avLst/>
          </a:prstGeom>
        </p:spPr>
      </p:pic>
      <p:pic>
        <p:nvPicPr>
          <p:cNvPr id="39" name="1sec">
            <a:hlinkClick r:id="" action="ppaction://media"/>
            <a:extLst>
              <a:ext uri="{FF2B5EF4-FFF2-40B4-BE49-F238E27FC236}">
                <a16:creationId xmlns:a16="http://schemas.microsoft.com/office/drawing/2014/main" id="{65DE5359-79E9-496B-9B6F-D5D7AA5E374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381154" y="468086"/>
            <a:ext cx="609600" cy="609600"/>
          </a:xfrm>
          <a:prstGeom prst="rect">
            <a:avLst/>
          </a:prstGeom>
        </p:spPr>
      </p:pic>
      <p:pic>
        <p:nvPicPr>
          <p:cNvPr id="7" name="ttsMP3.com_VoiceText_2025-4-24_23-12-11">
            <a:hlinkClick r:id="" action="ppaction://media"/>
            <a:extLst>
              <a:ext uri="{FF2B5EF4-FFF2-40B4-BE49-F238E27FC236}">
                <a16:creationId xmlns:a16="http://schemas.microsoft.com/office/drawing/2014/main" id="{14CDB26E-8214-4941-B720-724BED0AF4D9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265829" y="468086"/>
            <a:ext cx="609600" cy="609600"/>
          </a:xfrm>
          <a:prstGeom prst="rect">
            <a:avLst/>
          </a:prstGeom>
        </p:spPr>
      </p:pic>
      <p:pic>
        <p:nvPicPr>
          <p:cNvPr id="41" name="1sec">
            <a:hlinkClick r:id="" action="ppaction://media"/>
            <a:extLst>
              <a:ext uri="{FF2B5EF4-FFF2-40B4-BE49-F238E27FC236}">
                <a16:creationId xmlns:a16="http://schemas.microsoft.com/office/drawing/2014/main" id="{3F34DDB1-7EA1-46CC-8250-800976AB299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42257" y="442686"/>
            <a:ext cx="609600" cy="609600"/>
          </a:xfrm>
          <a:prstGeom prst="rect">
            <a:avLst/>
          </a:prstGeom>
        </p:spPr>
      </p:pic>
      <p:pic>
        <p:nvPicPr>
          <p:cNvPr id="42" name="1sec">
            <a:hlinkClick r:id="" action="ppaction://media"/>
            <a:extLst>
              <a:ext uri="{FF2B5EF4-FFF2-40B4-BE49-F238E27FC236}">
                <a16:creationId xmlns:a16="http://schemas.microsoft.com/office/drawing/2014/main" id="{DF50101A-8855-4074-9FF4-71C68688BC0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207578" y="44268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5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2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59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176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232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6F2224-B766-4A59-B238-0050C0DF58CE}"/>
              </a:ext>
            </a:extLst>
          </p:cNvPr>
          <p:cNvSpPr/>
          <p:nvPr/>
        </p:nvSpPr>
        <p:spPr>
          <a:xfrm>
            <a:off x="2696577" y="575206"/>
            <a:ext cx="5130761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B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EAB575"/>
                </a:solidFill>
              </a:rPr>
              <a:t>ye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7460342-6C16-4604-BB12-A8F7FD271A6C}"/>
              </a:ext>
            </a:extLst>
          </p:cNvPr>
          <p:cNvSpPr/>
          <p:nvPr/>
        </p:nvSpPr>
        <p:spPr>
          <a:xfrm>
            <a:off x="275936" y="575205"/>
            <a:ext cx="2059805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EAB575"/>
                </a:solidFill>
              </a:rPr>
              <a:t>ye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AFAC9F0-107F-481D-9CE7-7AA9D33F4CED}"/>
              </a:ext>
            </a:extLst>
          </p:cNvPr>
          <p:cNvGrpSpPr/>
          <p:nvPr/>
        </p:nvGrpSpPr>
        <p:grpSpPr>
          <a:xfrm>
            <a:off x="7827338" y="214426"/>
            <a:ext cx="3603625" cy="6429148"/>
            <a:chOff x="4868027" y="194213"/>
            <a:chExt cx="3603625" cy="6429148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D9B43A0E-4654-4449-A37D-02F623CE9888}"/>
                </a:ext>
              </a:extLst>
            </p:cNvPr>
            <p:cNvGrpSpPr/>
            <p:nvPr/>
          </p:nvGrpSpPr>
          <p:grpSpPr>
            <a:xfrm>
              <a:off x="6027701" y="5293659"/>
              <a:ext cx="782187" cy="1329702"/>
              <a:chOff x="6039012" y="5274365"/>
              <a:chExt cx="782187" cy="1329702"/>
            </a:xfrm>
          </p:grpSpPr>
          <p:sp>
            <p:nvSpPr>
              <p:cNvPr id="68" name="Rectangle 8">
                <a:extLst>
                  <a:ext uri="{FF2B5EF4-FFF2-40B4-BE49-F238E27FC236}">
                    <a16:creationId xmlns:a16="http://schemas.microsoft.com/office/drawing/2014/main" id="{F720AED8-E11B-4322-BB72-728E6F9F2726}"/>
                  </a:ext>
                </a:extLst>
              </p:cNvPr>
              <p:cNvSpPr/>
              <p:nvPr/>
            </p:nvSpPr>
            <p:spPr>
              <a:xfrm>
                <a:off x="6470867" y="5274365"/>
                <a:ext cx="350332" cy="894129"/>
              </a:xfrm>
              <a:custGeom>
                <a:avLst/>
                <a:gdLst>
                  <a:gd name="connsiteX0" fmla="*/ 0 w 388376"/>
                  <a:gd name="connsiteY0" fmla="*/ 0 h 1008429"/>
                  <a:gd name="connsiteX1" fmla="*/ 388376 w 388376"/>
                  <a:gd name="connsiteY1" fmla="*/ 0 h 1008429"/>
                  <a:gd name="connsiteX2" fmla="*/ 388376 w 388376"/>
                  <a:gd name="connsiteY2" fmla="*/ 1008429 h 1008429"/>
                  <a:gd name="connsiteX3" fmla="*/ 0 w 388376"/>
                  <a:gd name="connsiteY3" fmla="*/ 1008429 h 1008429"/>
                  <a:gd name="connsiteX4" fmla="*/ 0 w 388376"/>
                  <a:gd name="connsiteY4" fmla="*/ 0 h 1008429"/>
                  <a:gd name="connsiteX0" fmla="*/ 47625 w 388376"/>
                  <a:gd name="connsiteY0" fmla="*/ 0 h 1008429"/>
                  <a:gd name="connsiteX1" fmla="*/ 388376 w 388376"/>
                  <a:gd name="connsiteY1" fmla="*/ 0 h 1008429"/>
                  <a:gd name="connsiteX2" fmla="*/ 388376 w 388376"/>
                  <a:gd name="connsiteY2" fmla="*/ 1008429 h 1008429"/>
                  <a:gd name="connsiteX3" fmla="*/ 0 w 388376"/>
                  <a:gd name="connsiteY3" fmla="*/ 1008429 h 1008429"/>
                  <a:gd name="connsiteX4" fmla="*/ 47625 w 388376"/>
                  <a:gd name="connsiteY4" fmla="*/ 0 h 1008429"/>
                  <a:gd name="connsiteX0" fmla="*/ 0 w 340751"/>
                  <a:gd name="connsiteY0" fmla="*/ 0 h 1008429"/>
                  <a:gd name="connsiteX1" fmla="*/ 340751 w 340751"/>
                  <a:gd name="connsiteY1" fmla="*/ 0 h 1008429"/>
                  <a:gd name="connsiteX2" fmla="*/ 340751 w 340751"/>
                  <a:gd name="connsiteY2" fmla="*/ 1008429 h 1008429"/>
                  <a:gd name="connsiteX3" fmla="*/ 14287 w 340751"/>
                  <a:gd name="connsiteY3" fmla="*/ 863173 h 1008429"/>
                  <a:gd name="connsiteX4" fmla="*/ 0 w 340751"/>
                  <a:gd name="connsiteY4" fmla="*/ 0 h 1008429"/>
                  <a:gd name="connsiteX0" fmla="*/ 0 w 340751"/>
                  <a:gd name="connsiteY0" fmla="*/ 0 h 894129"/>
                  <a:gd name="connsiteX1" fmla="*/ 340751 w 340751"/>
                  <a:gd name="connsiteY1" fmla="*/ 0 h 894129"/>
                  <a:gd name="connsiteX2" fmla="*/ 305033 w 340751"/>
                  <a:gd name="connsiteY2" fmla="*/ 894129 h 894129"/>
                  <a:gd name="connsiteX3" fmla="*/ 14287 w 340751"/>
                  <a:gd name="connsiteY3" fmla="*/ 863173 h 894129"/>
                  <a:gd name="connsiteX4" fmla="*/ 0 w 340751"/>
                  <a:gd name="connsiteY4" fmla="*/ 0 h 894129"/>
                  <a:gd name="connsiteX0" fmla="*/ 0 w 350332"/>
                  <a:gd name="connsiteY0" fmla="*/ 0 h 894129"/>
                  <a:gd name="connsiteX1" fmla="*/ 340751 w 350332"/>
                  <a:gd name="connsiteY1" fmla="*/ 0 h 894129"/>
                  <a:gd name="connsiteX2" fmla="*/ 305033 w 350332"/>
                  <a:gd name="connsiteY2" fmla="*/ 894129 h 894129"/>
                  <a:gd name="connsiteX3" fmla="*/ 14287 w 350332"/>
                  <a:gd name="connsiteY3" fmla="*/ 863173 h 894129"/>
                  <a:gd name="connsiteX4" fmla="*/ 0 w 350332"/>
                  <a:gd name="connsiteY4" fmla="*/ 0 h 894129"/>
                  <a:gd name="connsiteX0" fmla="*/ 0 w 350332"/>
                  <a:gd name="connsiteY0" fmla="*/ 0 h 894129"/>
                  <a:gd name="connsiteX1" fmla="*/ 340751 w 350332"/>
                  <a:gd name="connsiteY1" fmla="*/ 0 h 894129"/>
                  <a:gd name="connsiteX2" fmla="*/ 305033 w 350332"/>
                  <a:gd name="connsiteY2" fmla="*/ 894129 h 894129"/>
                  <a:gd name="connsiteX3" fmla="*/ 14287 w 350332"/>
                  <a:gd name="connsiteY3" fmla="*/ 863173 h 894129"/>
                  <a:gd name="connsiteX4" fmla="*/ 0 w 350332"/>
                  <a:gd name="connsiteY4" fmla="*/ 0 h 894129"/>
                  <a:gd name="connsiteX0" fmla="*/ 0 w 350332"/>
                  <a:gd name="connsiteY0" fmla="*/ 0 h 894129"/>
                  <a:gd name="connsiteX1" fmla="*/ 340751 w 350332"/>
                  <a:gd name="connsiteY1" fmla="*/ 0 h 894129"/>
                  <a:gd name="connsiteX2" fmla="*/ 305033 w 350332"/>
                  <a:gd name="connsiteY2" fmla="*/ 894129 h 894129"/>
                  <a:gd name="connsiteX3" fmla="*/ 14287 w 350332"/>
                  <a:gd name="connsiteY3" fmla="*/ 882223 h 894129"/>
                  <a:gd name="connsiteX4" fmla="*/ 0 w 350332"/>
                  <a:gd name="connsiteY4" fmla="*/ 0 h 894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0332" h="894129">
                    <a:moveTo>
                      <a:pt x="0" y="0"/>
                    </a:moveTo>
                    <a:lnTo>
                      <a:pt x="340751" y="0"/>
                    </a:lnTo>
                    <a:cubicBezTo>
                      <a:pt x="328845" y="298043"/>
                      <a:pt x="388376" y="217468"/>
                      <a:pt x="305033" y="894129"/>
                    </a:cubicBezTo>
                    <a:lnTo>
                      <a:pt x="14287" y="8822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B57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69" name="Rectangle 9">
                <a:extLst>
                  <a:ext uri="{FF2B5EF4-FFF2-40B4-BE49-F238E27FC236}">
                    <a16:creationId xmlns:a16="http://schemas.microsoft.com/office/drawing/2014/main" id="{E0CEC642-81C3-4DD3-ABE0-33B5F2052634}"/>
                  </a:ext>
                </a:extLst>
              </p:cNvPr>
              <p:cNvSpPr/>
              <p:nvPr/>
            </p:nvSpPr>
            <p:spPr>
              <a:xfrm>
                <a:off x="6460804" y="6131720"/>
                <a:ext cx="334088" cy="235743"/>
              </a:xfrm>
              <a:custGeom>
                <a:avLst/>
                <a:gdLst>
                  <a:gd name="connsiteX0" fmla="*/ 0 w 303789"/>
                  <a:gd name="connsiteY0" fmla="*/ 0 h 128587"/>
                  <a:gd name="connsiteX1" fmla="*/ 303789 w 303789"/>
                  <a:gd name="connsiteY1" fmla="*/ 0 h 128587"/>
                  <a:gd name="connsiteX2" fmla="*/ 303789 w 303789"/>
                  <a:gd name="connsiteY2" fmla="*/ 128587 h 128587"/>
                  <a:gd name="connsiteX3" fmla="*/ 0 w 303789"/>
                  <a:gd name="connsiteY3" fmla="*/ 128587 h 128587"/>
                  <a:gd name="connsiteX4" fmla="*/ 0 w 303789"/>
                  <a:gd name="connsiteY4" fmla="*/ 0 h 128587"/>
                  <a:gd name="connsiteX0" fmla="*/ 0 w 315695"/>
                  <a:gd name="connsiteY0" fmla="*/ 0 h 128587"/>
                  <a:gd name="connsiteX1" fmla="*/ 315695 w 315695"/>
                  <a:gd name="connsiteY1" fmla="*/ 0 h 128587"/>
                  <a:gd name="connsiteX2" fmla="*/ 303789 w 315695"/>
                  <a:gd name="connsiteY2" fmla="*/ 128587 h 128587"/>
                  <a:gd name="connsiteX3" fmla="*/ 0 w 315695"/>
                  <a:gd name="connsiteY3" fmla="*/ 128587 h 128587"/>
                  <a:gd name="connsiteX4" fmla="*/ 0 w 315695"/>
                  <a:gd name="connsiteY4" fmla="*/ 0 h 128587"/>
                  <a:gd name="connsiteX0" fmla="*/ 0 w 315695"/>
                  <a:gd name="connsiteY0" fmla="*/ 0 h 233362"/>
                  <a:gd name="connsiteX1" fmla="*/ 315695 w 315695"/>
                  <a:gd name="connsiteY1" fmla="*/ 0 h 233362"/>
                  <a:gd name="connsiteX2" fmla="*/ 270451 w 315695"/>
                  <a:gd name="connsiteY2" fmla="*/ 233362 h 233362"/>
                  <a:gd name="connsiteX3" fmla="*/ 0 w 315695"/>
                  <a:gd name="connsiteY3" fmla="*/ 128587 h 233362"/>
                  <a:gd name="connsiteX4" fmla="*/ 0 w 315695"/>
                  <a:gd name="connsiteY4" fmla="*/ 0 h 233362"/>
                  <a:gd name="connsiteX0" fmla="*/ 0 w 315695"/>
                  <a:gd name="connsiteY0" fmla="*/ 0 h 235743"/>
                  <a:gd name="connsiteX1" fmla="*/ 315695 w 315695"/>
                  <a:gd name="connsiteY1" fmla="*/ 0 h 235743"/>
                  <a:gd name="connsiteX2" fmla="*/ 270451 w 315695"/>
                  <a:gd name="connsiteY2" fmla="*/ 233362 h 235743"/>
                  <a:gd name="connsiteX3" fmla="*/ 9525 w 315695"/>
                  <a:gd name="connsiteY3" fmla="*/ 235743 h 235743"/>
                  <a:gd name="connsiteX4" fmla="*/ 0 w 315695"/>
                  <a:gd name="connsiteY4" fmla="*/ 0 h 235743"/>
                  <a:gd name="connsiteX0" fmla="*/ 2381 w 306170"/>
                  <a:gd name="connsiteY0" fmla="*/ 0 h 235743"/>
                  <a:gd name="connsiteX1" fmla="*/ 306170 w 306170"/>
                  <a:gd name="connsiteY1" fmla="*/ 0 h 235743"/>
                  <a:gd name="connsiteX2" fmla="*/ 260926 w 306170"/>
                  <a:gd name="connsiteY2" fmla="*/ 233362 h 235743"/>
                  <a:gd name="connsiteX3" fmla="*/ 0 w 306170"/>
                  <a:gd name="connsiteY3" fmla="*/ 235743 h 235743"/>
                  <a:gd name="connsiteX4" fmla="*/ 2381 w 306170"/>
                  <a:gd name="connsiteY4" fmla="*/ 0 h 235743"/>
                  <a:gd name="connsiteX0" fmla="*/ 21970 w 325759"/>
                  <a:gd name="connsiteY0" fmla="*/ 0 h 235743"/>
                  <a:gd name="connsiteX1" fmla="*/ 325759 w 325759"/>
                  <a:gd name="connsiteY1" fmla="*/ 0 h 235743"/>
                  <a:gd name="connsiteX2" fmla="*/ 280515 w 325759"/>
                  <a:gd name="connsiteY2" fmla="*/ 233362 h 235743"/>
                  <a:gd name="connsiteX3" fmla="*/ 19589 w 325759"/>
                  <a:gd name="connsiteY3" fmla="*/ 235743 h 235743"/>
                  <a:gd name="connsiteX4" fmla="*/ 21970 w 325759"/>
                  <a:gd name="connsiteY4" fmla="*/ 0 h 235743"/>
                  <a:gd name="connsiteX0" fmla="*/ 21970 w 339714"/>
                  <a:gd name="connsiteY0" fmla="*/ 0 h 235743"/>
                  <a:gd name="connsiteX1" fmla="*/ 325759 w 339714"/>
                  <a:gd name="connsiteY1" fmla="*/ 0 h 235743"/>
                  <a:gd name="connsiteX2" fmla="*/ 280515 w 339714"/>
                  <a:gd name="connsiteY2" fmla="*/ 233362 h 235743"/>
                  <a:gd name="connsiteX3" fmla="*/ 19589 w 339714"/>
                  <a:gd name="connsiteY3" fmla="*/ 235743 h 235743"/>
                  <a:gd name="connsiteX4" fmla="*/ 21970 w 339714"/>
                  <a:gd name="connsiteY4" fmla="*/ 0 h 235743"/>
                  <a:gd name="connsiteX0" fmla="*/ 21970 w 334088"/>
                  <a:gd name="connsiteY0" fmla="*/ 0 h 235743"/>
                  <a:gd name="connsiteX1" fmla="*/ 325759 w 334088"/>
                  <a:gd name="connsiteY1" fmla="*/ 0 h 235743"/>
                  <a:gd name="connsiteX2" fmla="*/ 280515 w 334088"/>
                  <a:gd name="connsiteY2" fmla="*/ 233362 h 235743"/>
                  <a:gd name="connsiteX3" fmla="*/ 19589 w 334088"/>
                  <a:gd name="connsiteY3" fmla="*/ 235743 h 235743"/>
                  <a:gd name="connsiteX4" fmla="*/ 21970 w 334088"/>
                  <a:gd name="connsiteY4" fmla="*/ 0 h 235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4088" h="235743">
                    <a:moveTo>
                      <a:pt x="21970" y="0"/>
                    </a:moveTo>
                    <a:lnTo>
                      <a:pt x="325759" y="0"/>
                    </a:lnTo>
                    <a:cubicBezTo>
                      <a:pt x="355922" y="20637"/>
                      <a:pt x="295596" y="155575"/>
                      <a:pt x="280515" y="233362"/>
                    </a:cubicBezTo>
                    <a:lnTo>
                      <a:pt x="19589" y="235743"/>
                    </a:lnTo>
                    <a:cubicBezTo>
                      <a:pt x="20383" y="157162"/>
                      <a:pt x="-26449" y="2381"/>
                      <a:pt x="2197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10">
                <a:extLst>
                  <a:ext uri="{FF2B5EF4-FFF2-40B4-BE49-F238E27FC236}">
                    <a16:creationId xmlns:a16="http://schemas.microsoft.com/office/drawing/2014/main" id="{A1150191-4946-49DF-97D4-159AE4C0DC34}"/>
                  </a:ext>
                </a:extLst>
              </p:cNvPr>
              <p:cNvSpPr/>
              <p:nvPr/>
            </p:nvSpPr>
            <p:spPr>
              <a:xfrm>
                <a:off x="6039012" y="6281450"/>
                <a:ext cx="770876" cy="322617"/>
              </a:xfrm>
              <a:custGeom>
                <a:avLst/>
                <a:gdLst>
                  <a:gd name="connsiteX0" fmla="*/ 0 w 334088"/>
                  <a:gd name="connsiteY0" fmla="*/ 0 h 161925"/>
                  <a:gd name="connsiteX1" fmla="*/ 334088 w 334088"/>
                  <a:gd name="connsiteY1" fmla="*/ 0 h 161925"/>
                  <a:gd name="connsiteX2" fmla="*/ 334088 w 334088"/>
                  <a:gd name="connsiteY2" fmla="*/ 161925 h 161925"/>
                  <a:gd name="connsiteX3" fmla="*/ 0 w 334088"/>
                  <a:gd name="connsiteY3" fmla="*/ 161925 h 161925"/>
                  <a:gd name="connsiteX4" fmla="*/ 0 w 334088"/>
                  <a:gd name="connsiteY4" fmla="*/ 0 h 161925"/>
                  <a:gd name="connsiteX0" fmla="*/ 0 w 350757"/>
                  <a:gd name="connsiteY0" fmla="*/ 0 h 161925"/>
                  <a:gd name="connsiteX1" fmla="*/ 350757 w 350757"/>
                  <a:gd name="connsiteY1" fmla="*/ 2381 h 161925"/>
                  <a:gd name="connsiteX2" fmla="*/ 334088 w 350757"/>
                  <a:gd name="connsiteY2" fmla="*/ 161925 h 161925"/>
                  <a:gd name="connsiteX3" fmla="*/ 0 w 350757"/>
                  <a:gd name="connsiteY3" fmla="*/ 161925 h 161925"/>
                  <a:gd name="connsiteX4" fmla="*/ 0 w 350757"/>
                  <a:gd name="connsiteY4" fmla="*/ 0 h 161925"/>
                  <a:gd name="connsiteX0" fmla="*/ 0 w 405526"/>
                  <a:gd name="connsiteY0" fmla="*/ 0 h 211932"/>
                  <a:gd name="connsiteX1" fmla="*/ 350757 w 405526"/>
                  <a:gd name="connsiteY1" fmla="*/ 2381 h 211932"/>
                  <a:gd name="connsiteX2" fmla="*/ 405526 w 405526"/>
                  <a:gd name="connsiteY2" fmla="*/ 211932 h 211932"/>
                  <a:gd name="connsiteX3" fmla="*/ 0 w 405526"/>
                  <a:gd name="connsiteY3" fmla="*/ 161925 h 211932"/>
                  <a:gd name="connsiteX4" fmla="*/ 0 w 405526"/>
                  <a:gd name="connsiteY4" fmla="*/ 0 h 211932"/>
                  <a:gd name="connsiteX0" fmla="*/ 340519 w 746045"/>
                  <a:gd name="connsiteY0" fmla="*/ 0 h 242887"/>
                  <a:gd name="connsiteX1" fmla="*/ 691276 w 746045"/>
                  <a:gd name="connsiteY1" fmla="*/ 2381 h 242887"/>
                  <a:gd name="connsiteX2" fmla="*/ 746045 w 746045"/>
                  <a:gd name="connsiteY2" fmla="*/ 211932 h 242887"/>
                  <a:gd name="connsiteX3" fmla="*/ 0 w 746045"/>
                  <a:gd name="connsiteY3" fmla="*/ 242887 h 242887"/>
                  <a:gd name="connsiteX4" fmla="*/ 340519 w 746045"/>
                  <a:gd name="connsiteY4" fmla="*/ 0 h 242887"/>
                  <a:gd name="connsiteX0" fmla="*/ 426244 w 746045"/>
                  <a:gd name="connsiteY0" fmla="*/ 0 h 297656"/>
                  <a:gd name="connsiteX1" fmla="*/ 691276 w 746045"/>
                  <a:gd name="connsiteY1" fmla="*/ 57150 h 297656"/>
                  <a:gd name="connsiteX2" fmla="*/ 746045 w 746045"/>
                  <a:gd name="connsiteY2" fmla="*/ 266701 h 297656"/>
                  <a:gd name="connsiteX3" fmla="*/ 0 w 746045"/>
                  <a:gd name="connsiteY3" fmla="*/ 297656 h 297656"/>
                  <a:gd name="connsiteX4" fmla="*/ 426244 w 746045"/>
                  <a:gd name="connsiteY4" fmla="*/ 0 h 297656"/>
                  <a:gd name="connsiteX0" fmla="*/ 426244 w 746045"/>
                  <a:gd name="connsiteY0" fmla="*/ 0 h 297656"/>
                  <a:gd name="connsiteX1" fmla="*/ 691276 w 746045"/>
                  <a:gd name="connsiteY1" fmla="*/ 57150 h 297656"/>
                  <a:gd name="connsiteX2" fmla="*/ 746045 w 746045"/>
                  <a:gd name="connsiteY2" fmla="*/ 266701 h 297656"/>
                  <a:gd name="connsiteX3" fmla="*/ 0 w 746045"/>
                  <a:gd name="connsiteY3" fmla="*/ 297656 h 297656"/>
                  <a:gd name="connsiteX4" fmla="*/ 426244 w 746045"/>
                  <a:gd name="connsiteY4" fmla="*/ 0 h 297656"/>
                  <a:gd name="connsiteX0" fmla="*/ 439335 w 759136"/>
                  <a:gd name="connsiteY0" fmla="*/ 0 h 297656"/>
                  <a:gd name="connsiteX1" fmla="*/ 704367 w 759136"/>
                  <a:gd name="connsiteY1" fmla="*/ 57150 h 297656"/>
                  <a:gd name="connsiteX2" fmla="*/ 759136 w 759136"/>
                  <a:gd name="connsiteY2" fmla="*/ 266701 h 297656"/>
                  <a:gd name="connsiteX3" fmla="*/ 13091 w 759136"/>
                  <a:gd name="connsiteY3" fmla="*/ 297656 h 297656"/>
                  <a:gd name="connsiteX4" fmla="*/ 439335 w 759136"/>
                  <a:gd name="connsiteY4" fmla="*/ 0 h 297656"/>
                  <a:gd name="connsiteX0" fmla="*/ 428377 w 748178"/>
                  <a:gd name="connsiteY0" fmla="*/ 1 h 297657"/>
                  <a:gd name="connsiteX1" fmla="*/ 693409 w 748178"/>
                  <a:gd name="connsiteY1" fmla="*/ 57151 h 297657"/>
                  <a:gd name="connsiteX2" fmla="*/ 748178 w 748178"/>
                  <a:gd name="connsiteY2" fmla="*/ 266702 h 297657"/>
                  <a:gd name="connsiteX3" fmla="*/ 2133 w 748178"/>
                  <a:gd name="connsiteY3" fmla="*/ 297657 h 297657"/>
                  <a:gd name="connsiteX4" fmla="*/ 428377 w 748178"/>
                  <a:gd name="connsiteY4" fmla="*/ 1 h 297657"/>
                  <a:gd name="connsiteX0" fmla="*/ 428377 w 748178"/>
                  <a:gd name="connsiteY0" fmla="*/ 1 h 316731"/>
                  <a:gd name="connsiteX1" fmla="*/ 693409 w 748178"/>
                  <a:gd name="connsiteY1" fmla="*/ 57151 h 316731"/>
                  <a:gd name="connsiteX2" fmla="*/ 748178 w 748178"/>
                  <a:gd name="connsiteY2" fmla="*/ 266702 h 316731"/>
                  <a:gd name="connsiteX3" fmla="*/ 2133 w 748178"/>
                  <a:gd name="connsiteY3" fmla="*/ 297657 h 316731"/>
                  <a:gd name="connsiteX4" fmla="*/ 428377 w 748178"/>
                  <a:gd name="connsiteY4" fmla="*/ 1 h 316731"/>
                  <a:gd name="connsiteX0" fmla="*/ 428377 w 748178"/>
                  <a:gd name="connsiteY0" fmla="*/ 1 h 322617"/>
                  <a:gd name="connsiteX1" fmla="*/ 693409 w 748178"/>
                  <a:gd name="connsiteY1" fmla="*/ 57151 h 322617"/>
                  <a:gd name="connsiteX2" fmla="*/ 748178 w 748178"/>
                  <a:gd name="connsiteY2" fmla="*/ 266702 h 322617"/>
                  <a:gd name="connsiteX3" fmla="*/ 2133 w 748178"/>
                  <a:gd name="connsiteY3" fmla="*/ 297657 h 322617"/>
                  <a:gd name="connsiteX4" fmla="*/ 428377 w 748178"/>
                  <a:gd name="connsiteY4" fmla="*/ 1 h 322617"/>
                  <a:gd name="connsiteX0" fmla="*/ 428377 w 759169"/>
                  <a:gd name="connsiteY0" fmla="*/ 1 h 322617"/>
                  <a:gd name="connsiteX1" fmla="*/ 693409 w 759169"/>
                  <a:gd name="connsiteY1" fmla="*/ 57151 h 322617"/>
                  <a:gd name="connsiteX2" fmla="*/ 748178 w 759169"/>
                  <a:gd name="connsiteY2" fmla="*/ 266702 h 322617"/>
                  <a:gd name="connsiteX3" fmla="*/ 2133 w 759169"/>
                  <a:gd name="connsiteY3" fmla="*/ 297657 h 322617"/>
                  <a:gd name="connsiteX4" fmla="*/ 428377 w 759169"/>
                  <a:gd name="connsiteY4" fmla="*/ 1 h 322617"/>
                  <a:gd name="connsiteX0" fmla="*/ 428377 w 763644"/>
                  <a:gd name="connsiteY0" fmla="*/ 1 h 322617"/>
                  <a:gd name="connsiteX1" fmla="*/ 693409 w 763644"/>
                  <a:gd name="connsiteY1" fmla="*/ 57151 h 322617"/>
                  <a:gd name="connsiteX2" fmla="*/ 748178 w 763644"/>
                  <a:gd name="connsiteY2" fmla="*/ 266702 h 322617"/>
                  <a:gd name="connsiteX3" fmla="*/ 2133 w 763644"/>
                  <a:gd name="connsiteY3" fmla="*/ 297657 h 322617"/>
                  <a:gd name="connsiteX4" fmla="*/ 428377 w 763644"/>
                  <a:gd name="connsiteY4" fmla="*/ 1 h 322617"/>
                  <a:gd name="connsiteX0" fmla="*/ 428377 w 763644"/>
                  <a:gd name="connsiteY0" fmla="*/ 1 h 322617"/>
                  <a:gd name="connsiteX1" fmla="*/ 522831 w 763644"/>
                  <a:gd name="connsiteY1" fmla="*/ 59025 h 322617"/>
                  <a:gd name="connsiteX2" fmla="*/ 693409 w 763644"/>
                  <a:gd name="connsiteY2" fmla="*/ 57151 h 322617"/>
                  <a:gd name="connsiteX3" fmla="*/ 748178 w 763644"/>
                  <a:gd name="connsiteY3" fmla="*/ 266702 h 322617"/>
                  <a:gd name="connsiteX4" fmla="*/ 2133 w 763644"/>
                  <a:gd name="connsiteY4" fmla="*/ 297657 h 322617"/>
                  <a:gd name="connsiteX5" fmla="*/ 428377 w 763644"/>
                  <a:gd name="connsiteY5" fmla="*/ 1 h 322617"/>
                  <a:gd name="connsiteX0" fmla="*/ 435609 w 770876"/>
                  <a:gd name="connsiteY0" fmla="*/ 1 h 322617"/>
                  <a:gd name="connsiteX1" fmla="*/ 530063 w 770876"/>
                  <a:gd name="connsiteY1" fmla="*/ 59025 h 322617"/>
                  <a:gd name="connsiteX2" fmla="*/ 700641 w 770876"/>
                  <a:gd name="connsiteY2" fmla="*/ 57151 h 322617"/>
                  <a:gd name="connsiteX3" fmla="*/ 755410 w 770876"/>
                  <a:gd name="connsiteY3" fmla="*/ 266702 h 322617"/>
                  <a:gd name="connsiteX4" fmla="*/ 9365 w 770876"/>
                  <a:gd name="connsiteY4" fmla="*/ 297657 h 322617"/>
                  <a:gd name="connsiteX5" fmla="*/ 435609 w 770876"/>
                  <a:gd name="connsiteY5" fmla="*/ 1 h 322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70876" h="322617">
                    <a:moveTo>
                      <a:pt x="435609" y="1"/>
                    </a:moveTo>
                    <a:cubicBezTo>
                      <a:pt x="459685" y="4859"/>
                      <a:pt x="505987" y="54167"/>
                      <a:pt x="530063" y="59025"/>
                    </a:cubicBezTo>
                    <a:lnTo>
                      <a:pt x="700641" y="57151"/>
                    </a:lnTo>
                    <a:cubicBezTo>
                      <a:pt x="753822" y="107951"/>
                      <a:pt x="794304" y="165102"/>
                      <a:pt x="755410" y="266702"/>
                    </a:cubicBezTo>
                    <a:cubicBezTo>
                      <a:pt x="652778" y="308770"/>
                      <a:pt x="286622" y="350839"/>
                      <a:pt x="9365" y="297657"/>
                    </a:cubicBezTo>
                    <a:cubicBezTo>
                      <a:pt x="6191" y="260350"/>
                      <a:pt x="-93029" y="-792"/>
                      <a:pt x="43560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3B5ECA3-242A-49AF-9D1A-354CD5901EB9}"/>
                </a:ext>
              </a:extLst>
            </p:cNvPr>
            <p:cNvGrpSpPr/>
            <p:nvPr/>
          </p:nvGrpSpPr>
          <p:grpSpPr>
            <a:xfrm flipH="1">
              <a:off x="7067908" y="5293659"/>
              <a:ext cx="782187" cy="1329702"/>
              <a:chOff x="6039012" y="5274365"/>
              <a:chExt cx="782187" cy="1329702"/>
            </a:xfrm>
          </p:grpSpPr>
          <p:sp>
            <p:nvSpPr>
              <p:cNvPr id="59" name="Rectangle 8">
                <a:extLst>
                  <a:ext uri="{FF2B5EF4-FFF2-40B4-BE49-F238E27FC236}">
                    <a16:creationId xmlns:a16="http://schemas.microsoft.com/office/drawing/2014/main" id="{6036E7D3-B515-425A-9D0F-7E7C575D6BFF}"/>
                  </a:ext>
                </a:extLst>
              </p:cNvPr>
              <p:cNvSpPr/>
              <p:nvPr/>
            </p:nvSpPr>
            <p:spPr>
              <a:xfrm>
                <a:off x="6470867" y="5274365"/>
                <a:ext cx="350332" cy="894129"/>
              </a:xfrm>
              <a:custGeom>
                <a:avLst/>
                <a:gdLst>
                  <a:gd name="connsiteX0" fmla="*/ 0 w 388376"/>
                  <a:gd name="connsiteY0" fmla="*/ 0 h 1008429"/>
                  <a:gd name="connsiteX1" fmla="*/ 388376 w 388376"/>
                  <a:gd name="connsiteY1" fmla="*/ 0 h 1008429"/>
                  <a:gd name="connsiteX2" fmla="*/ 388376 w 388376"/>
                  <a:gd name="connsiteY2" fmla="*/ 1008429 h 1008429"/>
                  <a:gd name="connsiteX3" fmla="*/ 0 w 388376"/>
                  <a:gd name="connsiteY3" fmla="*/ 1008429 h 1008429"/>
                  <a:gd name="connsiteX4" fmla="*/ 0 w 388376"/>
                  <a:gd name="connsiteY4" fmla="*/ 0 h 1008429"/>
                  <a:gd name="connsiteX0" fmla="*/ 47625 w 388376"/>
                  <a:gd name="connsiteY0" fmla="*/ 0 h 1008429"/>
                  <a:gd name="connsiteX1" fmla="*/ 388376 w 388376"/>
                  <a:gd name="connsiteY1" fmla="*/ 0 h 1008429"/>
                  <a:gd name="connsiteX2" fmla="*/ 388376 w 388376"/>
                  <a:gd name="connsiteY2" fmla="*/ 1008429 h 1008429"/>
                  <a:gd name="connsiteX3" fmla="*/ 0 w 388376"/>
                  <a:gd name="connsiteY3" fmla="*/ 1008429 h 1008429"/>
                  <a:gd name="connsiteX4" fmla="*/ 47625 w 388376"/>
                  <a:gd name="connsiteY4" fmla="*/ 0 h 1008429"/>
                  <a:gd name="connsiteX0" fmla="*/ 0 w 340751"/>
                  <a:gd name="connsiteY0" fmla="*/ 0 h 1008429"/>
                  <a:gd name="connsiteX1" fmla="*/ 340751 w 340751"/>
                  <a:gd name="connsiteY1" fmla="*/ 0 h 1008429"/>
                  <a:gd name="connsiteX2" fmla="*/ 340751 w 340751"/>
                  <a:gd name="connsiteY2" fmla="*/ 1008429 h 1008429"/>
                  <a:gd name="connsiteX3" fmla="*/ 14287 w 340751"/>
                  <a:gd name="connsiteY3" fmla="*/ 863173 h 1008429"/>
                  <a:gd name="connsiteX4" fmla="*/ 0 w 340751"/>
                  <a:gd name="connsiteY4" fmla="*/ 0 h 1008429"/>
                  <a:gd name="connsiteX0" fmla="*/ 0 w 340751"/>
                  <a:gd name="connsiteY0" fmla="*/ 0 h 894129"/>
                  <a:gd name="connsiteX1" fmla="*/ 340751 w 340751"/>
                  <a:gd name="connsiteY1" fmla="*/ 0 h 894129"/>
                  <a:gd name="connsiteX2" fmla="*/ 305033 w 340751"/>
                  <a:gd name="connsiteY2" fmla="*/ 894129 h 894129"/>
                  <a:gd name="connsiteX3" fmla="*/ 14287 w 340751"/>
                  <a:gd name="connsiteY3" fmla="*/ 863173 h 894129"/>
                  <a:gd name="connsiteX4" fmla="*/ 0 w 340751"/>
                  <a:gd name="connsiteY4" fmla="*/ 0 h 894129"/>
                  <a:gd name="connsiteX0" fmla="*/ 0 w 350332"/>
                  <a:gd name="connsiteY0" fmla="*/ 0 h 894129"/>
                  <a:gd name="connsiteX1" fmla="*/ 340751 w 350332"/>
                  <a:gd name="connsiteY1" fmla="*/ 0 h 894129"/>
                  <a:gd name="connsiteX2" fmla="*/ 305033 w 350332"/>
                  <a:gd name="connsiteY2" fmla="*/ 894129 h 894129"/>
                  <a:gd name="connsiteX3" fmla="*/ 14287 w 350332"/>
                  <a:gd name="connsiteY3" fmla="*/ 863173 h 894129"/>
                  <a:gd name="connsiteX4" fmla="*/ 0 w 350332"/>
                  <a:gd name="connsiteY4" fmla="*/ 0 h 894129"/>
                  <a:gd name="connsiteX0" fmla="*/ 0 w 350332"/>
                  <a:gd name="connsiteY0" fmla="*/ 0 h 894129"/>
                  <a:gd name="connsiteX1" fmla="*/ 340751 w 350332"/>
                  <a:gd name="connsiteY1" fmla="*/ 0 h 894129"/>
                  <a:gd name="connsiteX2" fmla="*/ 305033 w 350332"/>
                  <a:gd name="connsiteY2" fmla="*/ 894129 h 894129"/>
                  <a:gd name="connsiteX3" fmla="*/ 14287 w 350332"/>
                  <a:gd name="connsiteY3" fmla="*/ 863173 h 894129"/>
                  <a:gd name="connsiteX4" fmla="*/ 0 w 350332"/>
                  <a:gd name="connsiteY4" fmla="*/ 0 h 894129"/>
                  <a:gd name="connsiteX0" fmla="*/ 0 w 350332"/>
                  <a:gd name="connsiteY0" fmla="*/ 0 h 894129"/>
                  <a:gd name="connsiteX1" fmla="*/ 340751 w 350332"/>
                  <a:gd name="connsiteY1" fmla="*/ 0 h 894129"/>
                  <a:gd name="connsiteX2" fmla="*/ 305033 w 350332"/>
                  <a:gd name="connsiteY2" fmla="*/ 894129 h 894129"/>
                  <a:gd name="connsiteX3" fmla="*/ 14287 w 350332"/>
                  <a:gd name="connsiteY3" fmla="*/ 882223 h 894129"/>
                  <a:gd name="connsiteX4" fmla="*/ 0 w 350332"/>
                  <a:gd name="connsiteY4" fmla="*/ 0 h 894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0332" h="894129">
                    <a:moveTo>
                      <a:pt x="0" y="0"/>
                    </a:moveTo>
                    <a:lnTo>
                      <a:pt x="340751" y="0"/>
                    </a:lnTo>
                    <a:cubicBezTo>
                      <a:pt x="328845" y="298043"/>
                      <a:pt x="388376" y="217468"/>
                      <a:pt x="305033" y="894129"/>
                    </a:cubicBezTo>
                    <a:lnTo>
                      <a:pt x="14287" y="8822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B57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60" name="Rectangle 9">
                <a:extLst>
                  <a:ext uri="{FF2B5EF4-FFF2-40B4-BE49-F238E27FC236}">
                    <a16:creationId xmlns:a16="http://schemas.microsoft.com/office/drawing/2014/main" id="{6B54552F-C2A7-414E-BD79-8E8691D1001C}"/>
                  </a:ext>
                </a:extLst>
              </p:cNvPr>
              <p:cNvSpPr/>
              <p:nvPr/>
            </p:nvSpPr>
            <p:spPr>
              <a:xfrm>
                <a:off x="6460804" y="6131720"/>
                <a:ext cx="334088" cy="235743"/>
              </a:xfrm>
              <a:custGeom>
                <a:avLst/>
                <a:gdLst>
                  <a:gd name="connsiteX0" fmla="*/ 0 w 303789"/>
                  <a:gd name="connsiteY0" fmla="*/ 0 h 128587"/>
                  <a:gd name="connsiteX1" fmla="*/ 303789 w 303789"/>
                  <a:gd name="connsiteY1" fmla="*/ 0 h 128587"/>
                  <a:gd name="connsiteX2" fmla="*/ 303789 w 303789"/>
                  <a:gd name="connsiteY2" fmla="*/ 128587 h 128587"/>
                  <a:gd name="connsiteX3" fmla="*/ 0 w 303789"/>
                  <a:gd name="connsiteY3" fmla="*/ 128587 h 128587"/>
                  <a:gd name="connsiteX4" fmla="*/ 0 w 303789"/>
                  <a:gd name="connsiteY4" fmla="*/ 0 h 128587"/>
                  <a:gd name="connsiteX0" fmla="*/ 0 w 315695"/>
                  <a:gd name="connsiteY0" fmla="*/ 0 h 128587"/>
                  <a:gd name="connsiteX1" fmla="*/ 315695 w 315695"/>
                  <a:gd name="connsiteY1" fmla="*/ 0 h 128587"/>
                  <a:gd name="connsiteX2" fmla="*/ 303789 w 315695"/>
                  <a:gd name="connsiteY2" fmla="*/ 128587 h 128587"/>
                  <a:gd name="connsiteX3" fmla="*/ 0 w 315695"/>
                  <a:gd name="connsiteY3" fmla="*/ 128587 h 128587"/>
                  <a:gd name="connsiteX4" fmla="*/ 0 w 315695"/>
                  <a:gd name="connsiteY4" fmla="*/ 0 h 128587"/>
                  <a:gd name="connsiteX0" fmla="*/ 0 w 315695"/>
                  <a:gd name="connsiteY0" fmla="*/ 0 h 233362"/>
                  <a:gd name="connsiteX1" fmla="*/ 315695 w 315695"/>
                  <a:gd name="connsiteY1" fmla="*/ 0 h 233362"/>
                  <a:gd name="connsiteX2" fmla="*/ 270451 w 315695"/>
                  <a:gd name="connsiteY2" fmla="*/ 233362 h 233362"/>
                  <a:gd name="connsiteX3" fmla="*/ 0 w 315695"/>
                  <a:gd name="connsiteY3" fmla="*/ 128587 h 233362"/>
                  <a:gd name="connsiteX4" fmla="*/ 0 w 315695"/>
                  <a:gd name="connsiteY4" fmla="*/ 0 h 233362"/>
                  <a:gd name="connsiteX0" fmla="*/ 0 w 315695"/>
                  <a:gd name="connsiteY0" fmla="*/ 0 h 235743"/>
                  <a:gd name="connsiteX1" fmla="*/ 315695 w 315695"/>
                  <a:gd name="connsiteY1" fmla="*/ 0 h 235743"/>
                  <a:gd name="connsiteX2" fmla="*/ 270451 w 315695"/>
                  <a:gd name="connsiteY2" fmla="*/ 233362 h 235743"/>
                  <a:gd name="connsiteX3" fmla="*/ 9525 w 315695"/>
                  <a:gd name="connsiteY3" fmla="*/ 235743 h 235743"/>
                  <a:gd name="connsiteX4" fmla="*/ 0 w 315695"/>
                  <a:gd name="connsiteY4" fmla="*/ 0 h 235743"/>
                  <a:gd name="connsiteX0" fmla="*/ 2381 w 306170"/>
                  <a:gd name="connsiteY0" fmla="*/ 0 h 235743"/>
                  <a:gd name="connsiteX1" fmla="*/ 306170 w 306170"/>
                  <a:gd name="connsiteY1" fmla="*/ 0 h 235743"/>
                  <a:gd name="connsiteX2" fmla="*/ 260926 w 306170"/>
                  <a:gd name="connsiteY2" fmla="*/ 233362 h 235743"/>
                  <a:gd name="connsiteX3" fmla="*/ 0 w 306170"/>
                  <a:gd name="connsiteY3" fmla="*/ 235743 h 235743"/>
                  <a:gd name="connsiteX4" fmla="*/ 2381 w 306170"/>
                  <a:gd name="connsiteY4" fmla="*/ 0 h 235743"/>
                  <a:gd name="connsiteX0" fmla="*/ 21970 w 325759"/>
                  <a:gd name="connsiteY0" fmla="*/ 0 h 235743"/>
                  <a:gd name="connsiteX1" fmla="*/ 325759 w 325759"/>
                  <a:gd name="connsiteY1" fmla="*/ 0 h 235743"/>
                  <a:gd name="connsiteX2" fmla="*/ 280515 w 325759"/>
                  <a:gd name="connsiteY2" fmla="*/ 233362 h 235743"/>
                  <a:gd name="connsiteX3" fmla="*/ 19589 w 325759"/>
                  <a:gd name="connsiteY3" fmla="*/ 235743 h 235743"/>
                  <a:gd name="connsiteX4" fmla="*/ 21970 w 325759"/>
                  <a:gd name="connsiteY4" fmla="*/ 0 h 235743"/>
                  <a:gd name="connsiteX0" fmla="*/ 21970 w 339714"/>
                  <a:gd name="connsiteY0" fmla="*/ 0 h 235743"/>
                  <a:gd name="connsiteX1" fmla="*/ 325759 w 339714"/>
                  <a:gd name="connsiteY1" fmla="*/ 0 h 235743"/>
                  <a:gd name="connsiteX2" fmla="*/ 280515 w 339714"/>
                  <a:gd name="connsiteY2" fmla="*/ 233362 h 235743"/>
                  <a:gd name="connsiteX3" fmla="*/ 19589 w 339714"/>
                  <a:gd name="connsiteY3" fmla="*/ 235743 h 235743"/>
                  <a:gd name="connsiteX4" fmla="*/ 21970 w 339714"/>
                  <a:gd name="connsiteY4" fmla="*/ 0 h 235743"/>
                  <a:gd name="connsiteX0" fmla="*/ 21970 w 334088"/>
                  <a:gd name="connsiteY0" fmla="*/ 0 h 235743"/>
                  <a:gd name="connsiteX1" fmla="*/ 325759 w 334088"/>
                  <a:gd name="connsiteY1" fmla="*/ 0 h 235743"/>
                  <a:gd name="connsiteX2" fmla="*/ 280515 w 334088"/>
                  <a:gd name="connsiteY2" fmla="*/ 233362 h 235743"/>
                  <a:gd name="connsiteX3" fmla="*/ 19589 w 334088"/>
                  <a:gd name="connsiteY3" fmla="*/ 235743 h 235743"/>
                  <a:gd name="connsiteX4" fmla="*/ 21970 w 334088"/>
                  <a:gd name="connsiteY4" fmla="*/ 0 h 235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4088" h="235743">
                    <a:moveTo>
                      <a:pt x="21970" y="0"/>
                    </a:moveTo>
                    <a:lnTo>
                      <a:pt x="325759" y="0"/>
                    </a:lnTo>
                    <a:cubicBezTo>
                      <a:pt x="355922" y="20637"/>
                      <a:pt x="295596" y="155575"/>
                      <a:pt x="280515" y="233362"/>
                    </a:cubicBezTo>
                    <a:lnTo>
                      <a:pt x="19589" y="235743"/>
                    </a:lnTo>
                    <a:cubicBezTo>
                      <a:pt x="20383" y="157162"/>
                      <a:pt x="-26449" y="2381"/>
                      <a:pt x="2197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10">
                <a:extLst>
                  <a:ext uri="{FF2B5EF4-FFF2-40B4-BE49-F238E27FC236}">
                    <a16:creationId xmlns:a16="http://schemas.microsoft.com/office/drawing/2014/main" id="{91EC614E-FD06-41B7-ABC6-984F4DD40730}"/>
                  </a:ext>
                </a:extLst>
              </p:cNvPr>
              <p:cNvSpPr/>
              <p:nvPr/>
            </p:nvSpPr>
            <p:spPr>
              <a:xfrm>
                <a:off x="6039012" y="6281450"/>
                <a:ext cx="770876" cy="322617"/>
              </a:xfrm>
              <a:custGeom>
                <a:avLst/>
                <a:gdLst>
                  <a:gd name="connsiteX0" fmla="*/ 0 w 334088"/>
                  <a:gd name="connsiteY0" fmla="*/ 0 h 161925"/>
                  <a:gd name="connsiteX1" fmla="*/ 334088 w 334088"/>
                  <a:gd name="connsiteY1" fmla="*/ 0 h 161925"/>
                  <a:gd name="connsiteX2" fmla="*/ 334088 w 334088"/>
                  <a:gd name="connsiteY2" fmla="*/ 161925 h 161925"/>
                  <a:gd name="connsiteX3" fmla="*/ 0 w 334088"/>
                  <a:gd name="connsiteY3" fmla="*/ 161925 h 161925"/>
                  <a:gd name="connsiteX4" fmla="*/ 0 w 334088"/>
                  <a:gd name="connsiteY4" fmla="*/ 0 h 161925"/>
                  <a:gd name="connsiteX0" fmla="*/ 0 w 350757"/>
                  <a:gd name="connsiteY0" fmla="*/ 0 h 161925"/>
                  <a:gd name="connsiteX1" fmla="*/ 350757 w 350757"/>
                  <a:gd name="connsiteY1" fmla="*/ 2381 h 161925"/>
                  <a:gd name="connsiteX2" fmla="*/ 334088 w 350757"/>
                  <a:gd name="connsiteY2" fmla="*/ 161925 h 161925"/>
                  <a:gd name="connsiteX3" fmla="*/ 0 w 350757"/>
                  <a:gd name="connsiteY3" fmla="*/ 161925 h 161925"/>
                  <a:gd name="connsiteX4" fmla="*/ 0 w 350757"/>
                  <a:gd name="connsiteY4" fmla="*/ 0 h 161925"/>
                  <a:gd name="connsiteX0" fmla="*/ 0 w 405526"/>
                  <a:gd name="connsiteY0" fmla="*/ 0 h 211932"/>
                  <a:gd name="connsiteX1" fmla="*/ 350757 w 405526"/>
                  <a:gd name="connsiteY1" fmla="*/ 2381 h 211932"/>
                  <a:gd name="connsiteX2" fmla="*/ 405526 w 405526"/>
                  <a:gd name="connsiteY2" fmla="*/ 211932 h 211932"/>
                  <a:gd name="connsiteX3" fmla="*/ 0 w 405526"/>
                  <a:gd name="connsiteY3" fmla="*/ 161925 h 211932"/>
                  <a:gd name="connsiteX4" fmla="*/ 0 w 405526"/>
                  <a:gd name="connsiteY4" fmla="*/ 0 h 211932"/>
                  <a:gd name="connsiteX0" fmla="*/ 340519 w 746045"/>
                  <a:gd name="connsiteY0" fmla="*/ 0 h 242887"/>
                  <a:gd name="connsiteX1" fmla="*/ 691276 w 746045"/>
                  <a:gd name="connsiteY1" fmla="*/ 2381 h 242887"/>
                  <a:gd name="connsiteX2" fmla="*/ 746045 w 746045"/>
                  <a:gd name="connsiteY2" fmla="*/ 211932 h 242887"/>
                  <a:gd name="connsiteX3" fmla="*/ 0 w 746045"/>
                  <a:gd name="connsiteY3" fmla="*/ 242887 h 242887"/>
                  <a:gd name="connsiteX4" fmla="*/ 340519 w 746045"/>
                  <a:gd name="connsiteY4" fmla="*/ 0 h 242887"/>
                  <a:gd name="connsiteX0" fmla="*/ 426244 w 746045"/>
                  <a:gd name="connsiteY0" fmla="*/ 0 h 297656"/>
                  <a:gd name="connsiteX1" fmla="*/ 691276 w 746045"/>
                  <a:gd name="connsiteY1" fmla="*/ 57150 h 297656"/>
                  <a:gd name="connsiteX2" fmla="*/ 746045 w 746045"/>
                  <a:gd name="connsiteY2" fmla="*/ 266701 h 297656"/>
                  <a:gd name="connsiteX3" fmla="*/ 0 w 746045"/>
                  <a:gd name="connsiteY3" fmla="*/ 297656 h 297656"/>
                  <a:gd name="connsiteX4" fmla="*/ 426244 w 746045"/>
                  <a:gd name="connsiteY4" fmla="*/ 0 h 297656"/>
                  <a:gd name="connsiteX0" fmla="*/ 426244 w 746045"/>
                  <a:gd name="connsiteY0" fmla="*/ 0 h 297656"/>
                  <a:gd name="connsiteX1" fmla="*/ 691276 w 746045"/>
                  <a:gd name="connsiteY1" fmla="*/ 57150 h 297656"/>
                  <a:gd name="connsiteX2" fmla="*/ 746045 w 746045"/>
                  <a:gd name="connsiteY2" fmla="*/ 266701 h 297656"/>
                  <a:gd name="connsiteX3" fmla="*/ 0 w 746045"/>
                  <a:gd name="connsiteY3" fmla="*/ 297656 h 297656"/>
                  <a:gd name="connsiteX4" fmla="*/ 426244 w 746045"/>
                  <a:gd name="connsiteY4" fmla="*/ 0 h 297656"/>
                  <a:gd name="connsiteX0" fmla="*/ 439335 w 759136"/>
                  <a:gd name="connsiteY0" fmla="*/ 0 h 297656"/>
                  <a:gd name="connsiteX1" fmla="*/ 704367 w 759136"/>
                  <a:gd name="connsiteY1" fmla="*/ 57150 h 297656"/>
                  <a:gd name="connsiteX2" fmla="*/ 759136 w 759136"/>
                  <a:gd name="connsiteY2" fmla="*/ 266701 h 297656"/>
                  <a:gd name="connsiteX3" fmla="*/ 13091 w 759136"/>
                  <a:gd name="connsiteY3" fmla="*/ 297656 h 297656"/>
                  <a:gd name="connsiteX4" fmla="*/ 439335 w 759136"/>
                  <a:gd name="connsiteY4" fmla="*/ 0 h 297656"/>
                  <a:gd name="connsiteX0" fmla="*/ 428377 w 748178"/>
                  <a:gd name="connsiteY0" fmla="*/ 1 h 297657"/>
                  <a:gd name="connsiteX1" fmla="*/ 693409 w 748178"/>
                  <a:gd name="connsiteY1" fmla="*/ 57151 h 297657"/>
                  <a:gd name="connsiteX2" fmla="*/ 748178 w 748178"/>
                  <a:gd name="connsiteY2" fmla="*/ 266702 h 297657"/>
                  <a:gd name="connsiteX3" fmla="*/ 2133 w 748178"/>
                  <a:gd name="connsiteY3" fmla="*/ 297657 h 297657"/>
                  <a:gd name="connsiteX4" fmla="*/ 428377 w 748178"/>
                  <a:gd name="connsiteY4" fmla="*/ 1 h 297657"/>
                  <a:gd name="connsiteX0" fmla="*/ 428377 w 748178"/>
                  <a:gd name="connsiteY0" fmla="*/ 1 h 316731"/>
                  <a:gd name="connsiteX1" fmla="*/ 693409 w 748178"/>
                  <a:gd name="connsiteY1" fmla="*/ 57151 h 316731"/>
                  <a:gd name="connsiteX2" fmla="*/ 748178 w 748178"/>
                  <a:gd name="connsiteY2" fmla="*/ 266702 h 316731"/>
                  <a:gd name="connsiteX3" fmla="*/ 2133 w 748178"/>
                  <a:gd name="connsiteY3" fmla="*/ 297657 h 316731"/>
                  <a:gd name="connsiteX4" fmla="*/ 428377 w 748178"/>
                  <a:gd name="connsiteY4" fmla="*/ 1 h 316731"/>
                  <a:gd name="connsiteX0" fmla="*/ 428377 w 748178"/>
                  <a:gd name="connsiteY0" fmla="*/ 1 h 322617"/>
                  <a:gd name="connsiteX1" fmla="*/ 693409 w 748178"/>
                  <a:gd name="connsiteY1" fmla="*/ 57151 h 322617"/>
                  <a:gd name="connsiteX2" fmla="*/ 748178 w 748178"/>
                  <a:gd name="connsiteY2" fmla="*/ 266702 h 322617"/>
                  <a:gd name="connsiteX3" fmla="*/ 2133 w 748178"/>
                  <a:gd name="connsiteY3" fmla="*/ 297657 h 322617"/>
                  <a:gd name="connsiteX4" fmla="*/ 428377 w 748178"/>
                  <a:gd name="connsiteY4" fmla="*/ 1 h 322617"/>
                  <a:gd name="connsiteX0" fmla="*/ 428377 w 759169"/>
                  <a:gd name="connsiteY0" fmla="*/ 1 h 322617"/>
                  <a:gd name="connsiteX1" fmla="*/ 693409 w 759169"/>
                  <a:gd name="connsiteY1" fmla="*/ 57151 h 322617"/>
                  <a:gd name="connsiteX2" fmla="*/ 748178 w 759169"/>
                  <a:gd name="connsiteY2" fmla="*/ 266702 h 322617"/>
                  <a:gd name="connsiteX3" fmla="*/ 2133 w 759169"/>
                  <a:gd name="connsiteY3" fmla="*/ 297657 h 322617"/>
                  <a:gd name="connsiteX4" fmla="*/ 428377 w 759169"/>
                  <a:gd name="connsiteY4" fmla="*/ 1 h 322617"/>
                  <a:gd name="connsiteX0" fmla="*/ 428377 w 763644"/>
                  <a:gd name="connsiteY0" fmla="*/ 1 h 322617"/>
                  <a:gd name="connsiteX1" fmla="*/ 693409 w 763644"/>
                  <a:gd name="connsiteY1" fmla="*/ 57151 h 322617"/>
                  <a:gd name="connsiteX2" fmla="*/ 748178 w 763644"/>
                  <a:gd name="connsiteY2" fmla="*/ 266702 h 322617"/>
                  <a:gd name="connsiteX3" fmla="*/ 2133 w 763644"/>
                  <a:gd name="connsiteY3" fmla="*/ 297657 h 322617"/>
                  <a:gd name="connsiteX4" fmla="*/ 428377 w 763644"/>
                  <a:gd name="connsiteY4" fmla="*/ 1 h 322617"/>
                  <a:gd name="connsiteX0" fmla="*/ 428377 w 763644"/>
                  <a:gd name="connsiteY0" fmla="*/ 1 h 322617"/>
                  <a:gd name="connsiteX1" fmla="*/ 522831 w 763644"/>
                  <a:gd name="connsiteY1" fmla="*/ 59025 h 322617"/>
                  <a:gd name="connsiteX2" fmla="*/ 693409 w 763644"/>
                  <a:gd name="connsiteY2" fmla="*/ 57151 h 322617"/>
                  <a:gd name="connsiteX3" fmla="*/ 748178 w 763644"/>
                  <a:gd name="connsiteY3" fmla="*/ 266702 h 322617"/>
                  <a:gd name="connsiteX4" fmla="*/ 2133 w 763644"/>
                  <a:gd name="connsiteY4" fmla="*/ 297657 h 322617"/>
                  <a:gd name="connsiteX5" fmla="*/ 428377 w 763644"/>
                  <a:gd name="connsiteY5" fmla="*/ 1 h 322617"/>
                  <a:gd name="connsiteX0" fmla="*/ 435609 w 770876"/>
                  <a:gd name="connsiteY0" fmla="*/ 1 h 322617"/>
                  <a:gd name="connsiteX1" fmla="*/ 530063 w 770876"/>
                  <a:gd name="connsiteY1" fmla="*/ 59025 h 322617"/>
                  <a:gd name="connsiteX2" fmla="*/ 700641 w 770876"/>
                  <a:gd name="connsiteY2" fmla="*/ 57151 h 322617"/>
                  <a:gd name="connsiteX3" fmla="*/ 755410 w 770876"/>
                  <a:gd name="connsiteY3" fmla="*/ 266702 h 322617"/>
                  <a:gd name="connsiteX4" fmla="*/ 9365 w 770876"/>
                  <a:gd name="connsiteY4" fmla="*/ 297657 h 322617"/>
                  <a:gd name="connsiteX5" fmla="*/ 435609 w 770876"/>
                  <a:gd name="connsiteY5" fmla="*/ 1 h 322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70876" h="322617">
                    <a:moveTo>
                      <a:pt x="435609" y="1"/>
                    </a:moveTo>
                    <a:cubicBezTo>
                      <a:pt x="459685" y="4859"/>
                      <a:pt x="505987" y="54167"/>
                      <a:pt x="530063" y="59025"/>
                    </a:cubicBezTo>
                    <a:lnTo>
                      <a:pt x="700641" y="57151"/>
                    </a:lnTo>
                    <a:cubicBezTo>
                      <a:pt x="753822" y="107951"/>
                      <a:pt x="794304" y="165102"/>
                      <a:pt x="755410" y="266702"/>
                    </a:cubicBezTo>
                    <a:cubicBezTo>
                      <a:pt x="652778" y="308770"/>
                      <a:pt x="286622" y="350839"/>
                      <a:pt x="9365" y="297657"/>
                    </a:cubicBezTo>
                    <a:cubicBezTo>
                      <a:pt x="6191" y="260350"/>
                      <a:pt x="-93029" y="-792"/>
                      <a:pt x="43560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1CDD7B4-46F6-4282-B426-3A64A3277116}"/>
                </a:ext>
              </a:extLst>
            </p:cNvPr>
            <p:cNvSpPr/>
            <p:nvPr/>
          </p:nvSpPr>
          <p:spPr>
            <a:xfrm>
              <a:off x="6276545" y="4684046"/>
              <a:ext cx="1376793" cy="951524"/>
            </a:xfrm>
            <a:custGeom>
              <a:avLst/>
              <a:gdLst>
                <a:gd name="connsiteX0" fmla="*/ 0 w 1376793"/>
                <a:gd name="connsiteY0" fmla="*/ 0 h 873793"/>
                <a:gd name="connsiteX1" fmla="*/ 1376793 w 1376793"/>
                <a:gd name="connsiteY1" fmla="*/ 0 h 873793"/>
                <a:gd name="connsiteX2" fmla="*/ 1376793 w 1376793"/>
                <a:gd name="connsiteY2" fmla="*/ 873793 h 873793"/>
                <a:gd name="connsiteX3" fmla="*/ 0 w 1376793"/>
                <a:gd name="connsiteY3" fmla="*/ 873793 h 873793"/>
                <a:gd name="connsiteX4" fmla="*/ 0 w 1376793"/>
                <a:gd name="connsiteY4" fmla="*/ 0 h 873793"/>
                <a:gd name="connsiteX0" fmla="*/ 0 w 1376793"/>
                <a:gd name="connsiteY0" fmla="*/ 0 h 878555"/>
                <a:gd name="connsiteX1" fmla="*/ 1376793 w 1376793"/>
                <a:gd name="connsiteY1" fmla="*/ 0 h 878555"/>
                <a:gd name="connsiteX2" fmla="*/ 1376793 w 1376793"/>
                <a:gd name="connsiteY2" fmla="*/ 873793 h 878555"/>
                <a:gd name="connsiteX3" fmla="*/ 619555 w 1376793"/>
                <a:gd name="connsiteY3" fmla="*/ 878555 h 878555"/>
                <a:gd name="connsiteX4" fmla="*/ 0 w 1376793"/>
                <a:gd name="connsiteY4" fmla="*/ 873793 h 878555"/>
                <a:gd name="connsiteX5" fmla="*/ 0 w 1376793"/>
                <a:gd name="connsiteY5" fmla="*/ 0 h 878555"/>
                <a:gd name="connsiteX0" fmla="*/ 0 w 1376793"/>
                <a:gd name="connsiteY0" fmla="*/ 0 h 878555"/>
                <a:gd name="connsiteX1" fmla="*/ 1376793 w 1376793"/>
                <a:gd name="connsiteY1" fmla="*/ 0 h 878555"/>
                <a:gd name="connsiteX2" fmla="*/ 1376793 w 1376793"/>
                <a:gd name="connsiteY2" fmla="*/ 873793 h 878555"/>
                <a:gd name="connsiteX3" fmla="*/ 743380 w 1376793"/>
                <a:gd name="connsiteY3" fmla="*/ 878555 h 878555"/>
                <a:gd name="connsiteX4" fmla="*/ 619555 w 1376793"/>
                <a:gd name="connsiteY4" fmla="*/ 878555 h 878555"/>
                <a:gd name="connsiteX5" fmla="*/ 0 w 1376793"/>
                <a:gd name="connsiteY5" fmla="*/ 873793 h 878555"/>
                <a:gd name="connsiteX6" fmla="*/ 0 w 1376793"/>
                <a:gd name="connsiteY6" fmla="*/ 0 h 878555"/>
                <a:gd name="connsiteX0" fmla="*/ 0 w 1376793"/>
                <a:gd name="connsiteY0" fmla="*/ 0 h 878555"/>
                <a:gd name="connsiteX1" fmla="*/ 1376793 w 1376793"/>
                <a:gd name="connsiteY1" fmla="*/ 0 h 878555"/>
                <a:gd name="connsiteX2" fmla="*/ 1376793 w 1376793"/>
                <a:gd name="connsiteY2" fmla="*/ 873793 h 878555"/>
                <a:gd name="connsiteX3" fmla="*/ 743380 w 1376793"/>
                <a:gd name="connsiteY3" fmla="*/ 878555 h 878555"/>
                <a:gd name="connsiteX4" fmla="*/ 686230 w 1376793"/>
                <a:gd name="connsiteY4" fmla="*/ 307055 h 878555"/>
                <a:gd name="connsiteX5" fmla="*/ 619555 w 1376793"/>
                <a:gd name="connsiteY5" fmla="*/ 878555 h 878555"/>
                <a:gd name="connsiteX6" fmla="*/ 0 w 1376793"/>
                <a:gd name="connsiteY6" fmla="*/ 873793 h 878555"/>
                <a:gd name="connsiteX7" fmla="*/ 0 w 1376793"/>
                <a:gd name="connsiteY7" fmla="*/ 0 h 878555"/>
                <a:gd name="connsiteX0" fmla="*/ 0 w 1376793"/>
                <a:gd name="connsiteY0" fmla="*/ 0 h 878555"/>
                <a:gd name="connsiteX1" fmla="*/ 1376793 w 1376793"/>
                <a:gd name="connsiteY1" fmla="*/ 0 h 878555"/>
                <a:gd name="connsiteX2" fmla="*/ 1376793 w 1376793"/>
                <a:gd name="connsiteY2" fmla="*/ 873793 h 878555"/>
                <a:gd name="connsiteX3" fmla="*/ 743380 w 1376793"/>
                <a:gd name="connsiteY3" fmla="*/ 878555 h 878555"/>
                <a:gd name="connsiteX4" fmla="*/ 686230 w 1376793"/>
                <a:gd name="connsiteY4" fmla="*/ 307055 h 878555"/>
                <a:gd name="connsiteX5" fmla="*/ 619555 w 1376793"/>
                <a:gd name="connsiteY5" fmla="*/ 878555 h 878555"/>
                <a:gd name="connsiteX6" fmla="*/ 0 w 1376793"/>
                <a:gd name="connsiteY6" fmla="*/ 873793 h 878555"/>
                <a:gd name="connsiteX7" fmla="*/ 0 w 1376793"/>
                <a:gd name="connsiteY7" fmla="*/ 0 h 878555"/>
                <a:gd name="connsiteX0" fmla="*/ 0 w 1376793"/>
                <a:gd name="connsiteY0" fmla="*/ 0 h 878555"/>
                <a:gd name="connsiteX1" fmla="*/ 1376793 w 1376793"/>
                <a:gd name="connsiteY1" fmla="*/ 0 h 878555"/>
                <a:gd name="connsiteX2" fmla="*/ 1376793 w 1376793"/>
                <a:gd name="connsiteY2" fmla="*/ 873793 h 878555"/>
                <a:gd name="connsiteX3" fmla="*/ 743380 w 1376793"/>
                <a:gd name="connsiteY3" fmla="*/ 878555 h 878555"/>
                <a:gd name="connsiteX4" fmla="*/ 686230 w 1376793"/>
                <a:gd name="connsiteY4" fmla="*/ 307055 h 878555"/>
                <a:gd name="connsiteX5" fmla="*/ 619555 w 1376793"/>
                <a:gd name="connsiteY5" fmla="*/ 878555 h 878555"/>
                <a:gd name="connsiteX6" fmla="*/ 0 w 1376793"/>
                <a:gd name="connsiteY6" fmla="*/ 873793 h 878555"/>
                <a:gd name="connsiteX7" fmla="*/ 0 w 1376793"/>
                <a:gd name="connsiteY7" fmla="*/ 0 h 878555"/>
                <a:gd name="connsiteX0" fmla="*/ 0 w 1376793"/>
                <a:gd name="connsiteY0" fmla="*/ 0 h 929900"/>
                <a:gd name="connsiteX1" fmla="*/ 1376793 w 1376793"/>
                <a:gd name="connsiteY1" fmla="*/ 0 h 929900"/>
                <a:gd name="connsiteX2" fmla="*/ 1376793 w 1376793"/>
                <a:gd name="connsiteY2" fmla="*/ 873793 h 929900"/>
                <a:gd name="connsiteX3" fmla="*/ 743380 w 1376793"/>
                <a:gd name="connsiteY3" fmla="*/ 878555 h 929900"/>
                <a:gd name="connsiteX4" fmla="*/ 686230 w 1376793"/>
                <a:gd name="connsiteY4" fmla="*/ 307055 h 929900"/>
                <a:gd name="connsiteX5" fmla="*/ 619555 w 1376793"/>
                <a:gd name="connsiteY5" fmla="*/ 878555 h 929900"/>
                <a:gd name="connsiteX6" fmla="*/ 0 w 1376793"/>
                <a:gd name="connsiteY6" fmla="*/ 873793 h 929900"/>
                <a:gd name="connsiteX7" fmla="*/ 0 w 1376793"/>
                <a:gd name="connsiteY7" fmla="*/ 0 h 929900"/>
                <a:gd name="connsiteX0" fmla="*/ 0 w 1376793"/>
                <a:gd name="connsiteY0" fmla="*/ 0 h 948998"/>
                <a:gd name="connsiteX1" fmla="*/ 1376793 w 1376793"/>
                <a:gd name="connsiteY1" fmla="*/ 0 h 948998"/>
                <a:gd name="connsiteX2" fmla="*/ 1376793 w 1376793"/>
                <a:gd name="connsiteY2" fmla="*/ 873793 h 948998"/>
                <a:gd name="connsiteX3" fmla="*/ 743380 w 1376793"/>
                <a:gd name="connsiteY3" fmla="*/ 878555 h 948998"/>
                <a:gd name="connsiteX4" fmla="*/ 686230 w 1376793"/>
                <a:gd name="connsiteY4" fmla="*/ 307055 h 948998"/>
                <a:gd name="connsiteX5" fmla="*/ 619555 w 1376793"/>
                <a:gd name="connsiteY5" fmla="*/ 878555 h 948998"/>
                <a:gd name="connsiteX6" fmla="*/ 0 w 1376793"/>
                <a:gd name="connsiteY6" fmla="*/ 873793 h 948998"/>
                <a:gd name="connsiteX7" fmla="*/ 0 w 1376793"/>
                <a:gd name="connsiteY7" fmla="*/ 0 h 948998"/>
                <a:gd name="connsiteX0" fmla="*/ 0 w 1376793"/>
                <a:gd name="connsiteY0" fmla="*/ 0 h 948998"/>
                <a:gd name="connsiteX1" fmla="*/ 1376793 w 1376793"/>
                <a:gd name="connsiteY1" fmla="*/ 0 h 948998"/>
                <a:gd name="connsiteX2" fmla="*/ 1376793 w 1376793"/>
                <a:gd name="connsiteY2" fmla="*/ 873793 h 948998"/>
                <a:gd name="connsiteX3" fmla="*/ 743380 w 1376793"/>
                <a:gd name="connsiteY3" fmla="*/ 878555 h 948998"/>
                <a:gd name="connsiteX4" fmla="*/ 686230 w 1376793"/>
                <a:gd name="connsiteY4" fmla="*/ 307055 h 948998"/>
                <a:gd name="connsiteX5" fmla="*/ 619555 w 1376793"/>
                <a:gd name="connsiteY5" fmla="*/ 878555 h 948998"/>
                <a:gd name="connsiteX6" fmla="*/ 0 w 1376793"/>
                <a:gd name="connsiteY6" fmla="*/ 873793 h 948998"/>
                <a:gd name="connsiteX7" fmla="*/ 0 w 1376793"/>
                <a:gd name="connsiteY7" fmla="*/ 0 h 948998"/>
                <a:gd name="connsiteX0" fmla="*/ 0 w 1376793"/>
                <a:gd name="connsiteY0" fmla="*/ 0 h 951524"/>
                <a:gd name="connsiteX1" fmla="*/ 1376793 w 1376793"/>
                <a:gd name="connsiteY1" fmla="*/ 0 h 951524"/>
                <a:gd name="connsiteX2" fmla="*/ 1376793 w 1376793"/>
                <a:gd name="connsiteY2" fmla="*/ 873793 h 951524"/>
                <a:gd name="connsiteX3" fmla="*/ 743380 w 1376793"/>
                <a:gd name="connsiteY3" fmla="*/ 878555 h 951524"/>
                <a:gd name="connsiteX4" fmla="*/ 686230 w 1376793"/>
                <a:gd name="connsiteY4" fmla="*/ 307055 h 951524"/>
                <a:gd name="connsiteX5" fmla="*/ 619555 w 1376793"/>
                <a:gd name="connsiteY5" fmla="*/ 878555 h 951524"/>
                <a:gd name="connsiteX6" fmla="*/ 0 w 1376793"/>
                <a:gd name="connsiteY6" fmla="*/ 873793 h 951524"/>
                <a:gd name="connsiteX7" fmla="*/ 0 w 1376793"/>
                <a:gd name="connsiteY7" fmla="*/ 0 h 951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76793" h="951524">
                  <a:moveTo>
                    <a:pt x="0" y="0"/>
                  </a:moveTo>
                  <a:lnTo>
                    <a:pt x="1376793" y="0"/>
                  </a:lnTo>
                  <a:lnTo>
                    <a:pt x="1376793" y="873793"/>
                  </a:lnTo>
                  <a:cubicBezTo>
                    <a:pt x="1203755" y="942055"/>
                    <a:pt x="921180" y="1005556"/>
                    <a:pt x="743380" y="878555"/>
                  </a:cubicBezTo>
                  <a:cubicBezTo>
                    <a:pt x="716393" y="878555"/>
                    <a:pt x="737030" y="311818"/>
                    <a:pt x="686230" y="307055"/>
                  </a:cubicBezTo>
                  <a:cubicBezTo>
                    <a:pt x="621143" y="302293"/>
                    <a:pt x="641780" y="688055"/>
                    <a:pt x="619555" y="878555"/>
                  </a:cubicBezTo>
                  <a:cubicBezTo>
                    <a:pt x="365412" y="996031"/>
                    <a:pt x="182706" y="946818"/>
                    <a:pt x="0" y="8737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104204A-45B9-4F36-8554-E9648BAE94F7}"/>
                </a:ext>
              </a:extLst>
            </p:cNvPr>
            <p:cNvSpPr/>
            <p:nvPr/>
          </p:nvSpPr>
          <p:spPr>
            <a:xfrm>
              <a:off x="5879240" y="3086102"/>
              <a:ext cx="2217011" cy="1714018"/>
            </a:xfrm>
            <a:custGeom>
              <a:avLst/>
              <a:gdLst>
                <a:gd name="connsiteX0" fmla="*/ 0 w 1054961"/>
                <a:gd name="connsiteY0" fmla="*/ 0 h 665319"/>
                <a:gd name="connsiteX1" fmla="*/ 1054961 w 1054961"/>
                <a:gd name="connsiteY1" fmla="*/ 0 h 665319"/>
                <a:gd name="connsiteX2" fmla="*/ 1054961 w 1054961"/>
                <a:gd name="connsiteY2" fmla="*/ 665319 h 665319"/>
                <a:gd name="connsiteX3" fmla="*/ 0 w 1054961"/>
                <a:gd name="connsiteY3" fmla="*/ 665319 h 665319"/>
                <a:gd name="connsiteX4" fmla="*/ 0 w 1054961"/>
                <a:gd name="connsiteY4" fmla="*/ 0 h 665319"/>
                <a:gd name="connsiteX0" fmla="*/ 0 w 2417036"/>
                <a:gd name="connsiteY0" fmla="*/ 0 h 838200"/>
                <a:gd name="connsiteX1" fmla="*/ 2417036 w 2417036"/>
                <a:gd name="connsiteY1" fmla="*/ 838200 h 838200"/>
                <a:gd name="connsiteX2" fmla="*/ 1054961 w 2417036"/>
                <a:gd name="connsiteY2" fmla="*/ 665319 h 838200"/>
                <a:gd name="connsiteX3" fmla="*/ 0 w 2417036"/>
                <a:gd name="connsiteY3" fmla="*/ 665319 h 838200"/>
                <a:gd name="connsiteX4" fmla="*/ 0 w 2417036"/>
                <a:gd name="connsiteY4" fmla="*/ 0 h 838200"/>
                <a:gd name="connsiteX0" fmla="*/ 0 w 2417036"/>
                <a:gd name="connsiteY0" fmla="*/ 0 h 838200"/>
                <a:gd name="connsiteX1" fmla="*/ 1950310 w 2417036"/>
                <a:gd name="connsiteY1" fmla="*/ 342899 h 838200"/>
                <a:gd name="connsiteX2" fmla="*/ 2417036 w 2417036"/>
                <a:gd name="connsiteY2" fmla="*/ 838200 h 838200"/>
                <a:gd name="connsiteX3" fmla="*/ 1054961 w 2417036"/>
                <a:gd name="connsiteY3" fmla="*/ 665319 h 838200"/>
                <a:gd name="connsiteX4" fmla="*/ 0 w 2417036"/>
                <a:gd name="connsiteY4" fmla="*/ 665319 h 838200"/>
                <a:gd name="connsiteX5" fmla="*/ 0 w 2417036"/>
                <a:gd name="connsiteY5" fmla="*/ 0 h 838200"/>
                <a:gd name="connsiteX0" fmla="*/ 209550 w 2417036"/>
                <a:gd name="connsiteY0" fmla="*/ 0 h 676275"/>
                <a:gd name="connsiteX1" fmla="*/ 1950310 w 2417036"/>
                <a:gd name="connsiteY1" fmla="*/ 180974 h 676275"/>
                <a:gd name="connsiteX2" fmla="*/ 2417036 w 2417036"/>
                <a:gd name="connsiteY2" fmla="*/ 676275 h 676275"/>
                <a:gd name="connsiteX3" fmla="*/ 1054961 w 2417036"/>
                <a:gd name="connsiteY3" fmla="*/ 503394 h 676275"/>
                <a:gd name="connsiteX4" fmla="*/ 0 w 2417036"/>
                <a:gd name="connsiteY4" fmla="*/ 503394 h 676275"/>
                <a:gd name="connsiteX5" fmla="*/ 209550 w 2417036"/>
                <a:gd name="connsiteY5" fmla="*/ 0 h 676275"/>
                <a:gd name="connsiteX0" fmla="*/ 209550 w 2417036"/>
                <a:gd name="connsiteY0" fmla="*/ 0 h 676275"/>
                <a:gd name="connsiteX1" fmla="*/ 1950310 w 2417036"/>
                <a:gd name="connsiteY1" fmla="*/ 180974 h 676275"/>
                <a:gd name="connsiteX2" fmla="*/ 2417036 w 2417036"/>
                <a:gd name="connsiteY2" fmla="*/ 676275 h 676275"/>
                <a:gd name="connsiteX3" fmla="*/ 1054961 w 2417036"/>
                <a:gd name="connsiteY3" fmla="*/ 503394 h 676275"/>
                <a:gd name="connsiteX4" fmla="*/ 0 w 2417036"/>
                <a:gd name="connsiteY4" fmla="*/ 503394 h 676275"/>
                <a:gd name="connsiteX5" fmla="*/ 209550 w 2417036"/>
                <a:gd name="connsiteY5" fmla="*/ 0 h 676275"/>
                <a:gd name="connsiteX0" fmla="*/ 9525 w 2217011"/>
                <a:gd name="connsiteY0" fmla="*/ 0 h 676275"/>
                <a:gd name="connsiteX1" fmla="*/ 1750285 w 2217011"/>
                <a:gd name="connsiteY1" fmla="*/ 180974 h 676275"/>
                <a:gd name="connsiteX2" fmla="*/ 2217011 w 2217011"/>
                <a:gd name="connsiteY2" fmla="*/ 676275 h 676275"/>
                <a:gd name="connsiteX3" fmla="*/ 854936 w 2217011"/>
                <a:gd name="connsiteY3" fmla="*/ 503394 h 676275"/>
                <a:gd name="connsiteX4" fmla="*/ 0 w 2217011"/>
                <a:gd name="connsiteY4" fmla="*/ 398619 h 676275"/>
                <a:gd name="connsiteX5" fmla="*/ 9525 w 2217011"/>
                <a:gd name="connsiteY5" fmla="*/ 0 h 676275"/>
                <a:gd name="connsiteX0" fmla="*/ 9525 w 2217011"/>
                <a:gd name="connsiteY0" fmla="*/ 0 h 676275"/>
                <a:gd name="connsiteX1" fmla="*/ 1750285 w 2217011"/>
                <a:gd name="connsiteY1" fmla="*/ 180974 h 676275"/>
                <a:gd name="connsiteX2" fmla="*/ 2217011 w 2217011"/>
                <a:gd name="connsiteY2" fmla="*/ 676275 h 676275"/>
                <a:gd name="connsiteX3" fmla="*/ 854936 w 2217011"/>
                <a:gd name="connsiteY3" fmla="*/ 503394 h 676275"/>
                <a:gd name="connsiteX4" fmla="*/ 416785 w 2217011"/>
                <a:gd name="connsiteY4" fmla="*/ 628649 h 676275"/>
                <a:gd name="connsiteX5" fmla="*/ 0 w 2217011"/>
                <a:gd name="connsiteY5" fmla="*/ 398619 h 676275"/>
                <a:gd name="connsiteX6" fmla="*/ 9525 w 2217011"/>
                <a:gd name="connsiteY6" fmla="*/ 0 h 676275"/>
                <a:gd name="connsiteX0" fmla="*/ 9525 w 2217011"/>
                <a:gd name="connsiteY0" fmla="*/ 0 h 1579719"/>
                <a:gd name="connsiteX1" fmla="*/ 1750285 w 2217011"/>
                <a:gd name="connsiteY1" fmla="*/ 180974 h 1579719"/>
                <a:gd name="connsiteX2" fmla="*/ 2217011 w 2217011"/>
                <a:gd name="connsiteY2" fmla="*/ 676275 h 1579719"/>
                <a:gd name="connsiteX3" fmla="*/ 369161 w 2217011"/>
                <a:gd name="connsiteY3" fmla="*/ 1579719 h 1579719"/>
                <a:gd name="connsiteX4" fmla="*/ 416785 w 2217011"/>
                <a:gd name="connsiteY4" fmla="*/ 628649 h 1579719"/>
                <a:gd name="connsiteX5" fmla="*/ 0 w 2217011"/>
                <a:gd name="connsiteY5" fmla="*/ 398619 h 1579719"/>
                <a:gd name="connsiteX6" fmla="*/ 9525 w 2217011"/>
                <a:gd name="connsiteY6" fmla="*/ 0 h 1579719"/>
                <a:gd name="connsiteX0" fmla="*/ 9525 w 2217011"/>
                <a:gd name="connsiteY0" fmla="*/ 0 h 1579719"/>
                <a:gd name="connsiteX1" fmla="*/ 1750285 w 2217011"/>
                <a:gd name="connsiteY1" fmla="*/ 180974 h 1579719"/>
                <a:gd name="connsiteX2" fmla="*/ 2217011 w 2217011"/>
                <a:gd name="connsiteY2" fmla="*/ 676275 h 1579719"/>
                <a:gd name="connsiteX3" fmla="*/ 369161 w 2217011"/>
                <a:gd name="connsiteY3" fmla="*/ 1579719 h 1579719"/>
                <a:gd name="connsiteX4" fmla="*/ 388210 w 2217011"/>
                <a:gd name="connsiteY4" fmla="*/ 628649 h 1579719"/>
                <a:gd name="connsiteX5" fmla="*/ 0 w 2217011"/>
                <a:gd name="connsiteY5" fmla="*/ 398619 h 1579719"/>
                <a:gd name="connsiteX6" fmla="*/ 9525 w 2217011"/>
                <a:gd name="connsiteY6" fmla="*/ 0 h 1579719"/>
                <a:gd name="connsiteX0" fmla="*/ 9525 w 2217011"/>
                <a:gd name="connsiteY0" fmla="*/ 0 h 1579719"/>
                <a:gd name="connsiteX1" fmla="*/ 1750285 w 2217011"/>
                <a:gd name="connsiteY1" fmla="*/ 180974 h 1579719"/>
                <a:gd name="connsiteX2" fmla="*/ 2217011 w 2217011"/>
                <a:gd name="connsiteY2" fmla="*/ 676275 h 1579719"/>
                <a:gd name="connsiteX3" fmla="*/ 1874110 w 2217011"/>
                <a:gd name="connsiteY3" fmla="*/ 857249 h 1579719"/>
                <a:gd name="connsiteX4" fmla="*/ 369161 w 2217011"/>
                <a:gd name="connsiteY4" fmla="*/ 1579719 h 1579719"/>
                <a:gd name="connsiteX5" fmla="*/ 388210 w 2217011"/>
                <a:gd name="connsiteY5" fmla="*/ 628649 h 1579719"/>
                <a:gd name="connsiteX6" fmla="*/ 0 w 2217011"/>
                <a:gd name="connsiteY6" fmla="*/ 398619 h 1579719"/>
                <a:gd name="connsiteX7" fmla="*/ 9525 w 2217011"/>
                <a:gd name="connsiteY7" fmla="*/ 0 h 1579719"/>
                <a:gd name="connsiteX0" fmla="*/ 9525 w 2217011"/>
                <a:gd name="connsiteY0" fmla="*/ 0 h 1579719"/>
                <a:gd name="connsiteX1" fmla="*/ 1750285 w 2217011"/>
                <a:gd name="connsiteY1" fmla="*/ 180974 h 1579719"/>
                <a:gd name="connsiteX2" fmla="*/ 2217011 w 2217011"/>
                <a:gd name="connsiteY2" fmla="*/ 676275 h 1579719"/>
                <a:gd name="connsiteX3" fmla="*/ 1874110 w 2217011"/>
                <a:gd name="connsiteY3" fmla="*/ 857249 h 1579719"/>
                <a:gd name="connsiteX4" fmla="*/ 1778860 w 2217011"/>
                <a:gd name="connsiteY4" fmla="*/ 800099 h 1579719"/>
                <a:gd name="connsiteX5" fmla="*/ 369161 w 2217011"/>
                <a:gd name="connsiteY5" fmla="*/ 1579719 h 1579719"/>
                <a:gd name="connsiteX6" fmla="*/ 388210 w 2217011"/>
                <a:gd name="connsiteY6" fmla="*/ 628649 h 1579719"/>
                <a:gd name="connsiteX7" fmla="*/ 0 w 2217011"/>
                <a:gd name="connsiteY7" fmla="*/ 398619 h 1579719"/>
                <a:gd name="connsiteX8" fmla="*/ 9525 w 2217011"/>
                <a:gd name="connsiteY8" fmla="*/ 0 h 1579719"/>
                <a:gd name="connsiteX0" fmla="*/ 9525 w 2217011"/>
                <a:gd name="connsiteY0" fmla="*/ 0 h 1590674"/>
                <a:gd name="connsiteX1" fmla="*/ 1750285 w 2217011"/>
                <a:gd name="connsiteY1" fmla="*/ 180974 h 1590674"/>
                <a:gd name="connsiteX2" fmla="*/ 2217011 w 2217011"/>
                <a:gd name="connsiteY2" fmla="*/ 676275 h 1590674"/>
                <a:gd name="connsiteX3" fmla="*/ 1874110 w 2217011"/>
                <a:gd name="connsiteY3" fmla="*/ 857249 h 1590674"/>
                <a:gd name="connsiteX4" fmla="*/ 1778860 w 2217011"/>
                <a:gd name="connsiteY4" fmla="*/ 800099 h 1590674"/>
                <a:gd name="connsiteX5" fmla="*/ 1788385 w 2217011"/>
                <a:gd name="connsiteY5" fmla="*/ 1590674 h 1590674"/>
                <a:gd name="connsiteX6" fmla="*/ 369161 w 2217011"/>
                <a:gd name="connsiteY6" fmla="*/ 1579719 h 1590674"/>
                <a:gd name="connsiteX7" fmla="*/ 388210 w 2217011"/>
                <a:gd name="connsiteY7" fmla="*/ 628649 h 1590674"/>
                <a:gd name="connsiteX8" fmla="*/ 0 w 2217011"/>
                <a:gd name="connsiteY8" fmla="*/ 398619 h 1590674"/>
                <a:gd name="connsiteX9" fmla="*/ 9525 w 2217011"/>
                <a:gd name="connsiteY9" fmla="*/ 0 h 1590674"/>
                <a:gd name="connsiteX0" fmla="*/ 9525 w 2217011"/>
                <a:gd name="connsiteY0" fmla="*/ 0 h 1684434"/>
                <a:gd name="connsiteX1" fmla="*/ 1750285 w 2217011"/>
                <a:gd name="connsiteY1" fmla="*/ 180974 h 1684434"/>
                <a:gd name="connsiteX2" fmla="*/ 2217011 w 2217011"/>
                <a:gd name="connsiteY2" fmla="*/ 676275 h 1684434"/>
                <a:gd name="connsiteX3" fmla="*/ 1874110 w 2217011"/>
                <a:gd name="connsiteY3" fmla="*/ 857249 h 1684434"/>
                <a:gd name="connsiteX4" fmla="*/ 1778860 w 2217011"/>
                <a:gd name="connsiteY4" fmla="*/ 800099 h 1684434"/>
                <a:gd name="connsiteX5" fmla="*/ 1788385 w 2217011"/>
                <a:gd name="connsiteY5" fmla="*/ 1590674 h 1684434"/>
                <a:gd name="connsiteX6" fmla="*/ 369161 w 2217011"/>
                <a:gd name="connsiteY6" fmla="*/ 1579719 h 1684434"/>
                <a:gd name="connsiteX7" fmla="*/ 388210 w 2217011"/>
                <a:gd name="connsiteY7" fmla="*/ 628649 h 1684434"/>
                <a:gd name="connsiteX8" fmla="*/ 0 w 2217011"/>
                <a:gd name="connsiteY8" fmla="*/ 398619 h 1684434"/>
                <a:gd name="connsiteX9" fmla="*/ 9525 w 2217011"/>
                <a:gd name="connsiteY9" fmla="*/ 0 h 1684434"/>
                <a:gd name="connsiteX0" fmla="*/ 9525 w 2217011"/>
                <a:gd name="connsiteY0" fmla="*/ 0 h 1714018"/>
                <a:gd name="connsiteX1" fmla="*/ 1750285 w 2217011"/>
                <a:gd name="connsiteY1" fmla="*/ 180974 h 1714018"/>
                <a:gd name="connsiteX2" fmla="*/ 2217011 w 2217011"/>
                <a:gd name="connsiteY2" fmla="*/ 676275 h 1714018"/>
                <a:gd name="connsiteX3" fmla="*/ 1874110 w 2217011"/>
                <a:gd name="connsiteY3" fmla="*/ 857249 h 1714018"/>
                <a:gd name="connsiteX4" fmla="*/ 1778860 w 2217011"/>
                <a:gd name="connsiteY4" fmla="*/ 800099 h 1714018"/>
                <a:gd name="connsiteX5" fmla="*/ 1788385 w 2217011"/>
                <a:gd name="connsiteY5" fmla="*/ 1590674 h 1714018"/>
                <a:gd name="connsiteX6" fmla="*/ 369161 w 2217011"/>
                <a:gd name="connsiteY6" fmla="*/ 1579719 h 1714018"/>
                <a:gd name="connsiteX7" fmla="*/ 388210 w 2217011"/>
                <a:gd name="connsiteY7" fmla="*/ 628649 h 1714018"/>
                <a:gd name="connsiteX8" fmla="*/ 0 w 2217011"/>
                <a:gd name="connsiteY8" fmla="*/ 398619 h 1714018"/>
                <a:gd name="connsiteX9" fmla="*/ 9525 w 2217011"/>
                <a:gd name="connsiteY9" fmla="*/ 0 h 1714018"/>
                <a:gd name="connsiteX0" fmla="*/ 9525 w 2217011"/>
                <a:gd name="connsiteY0" fmla="*/ 0 h 1714018"/>
                <a:gd name="connsiteX1" fmla="*/ 1745523 w 2217011"/>
                <a:gd name="connsiteY1" fmla="*/ 200024 h 1714018"/>
                <a:gd name="connsiteX2" fmla="*/ 2217011 w 2217011"/>
                <a:gd name="connsiteY2" fmla="*/ 676275 h 1714018"/>
                <a:gd name="connsiteX3" fmla="*/ 1874110 w 2217011"/>
                <a:gd name="connsiteY3" fmla="*/ 857249 h 1714018"/>
                <a:gd name="connsiteX4" fmla="*/ 1778860 w 2217011"/>
                <a:gd name="connsiteY4" fmla="*/ 800099 h 1714018"/>
                <a:gd name="connsiteX5" fmla="*/ 1788385 w 2217011"/>
                <a:gd name="connsiteY5" fmla="*/ 1590674 h 1714018"/>
                <a:gd name="connsiteX6" fmla="*/ 369161 w 2217011"/>
                <a:gd name="connsiteY6" fmla="*/ 1579719 h 1714018"/>
                <a:gd name="connsiteX7" fmla="*/ 388210 w 2217011"/>
                <a:gd name="connsiteY7" fmla="*/ 628649 h 1714018"/>
                <a:gd name="connsiteX8" fmla="*/ 0 w 2217011"/>
                <a:gd name="connsiteY8" fmla="*/ 398619 h 1714018"/>
                <a:gd name="connsiteX9" fmla="*/ 9525 w 2217011"/>
                <a:gd name="connsiteY9" fmla="*/ 0 h 1714018"/>
                <a:gd name="connsiteX0" fmla="*/ 9525 w 2217011"/>
                <a:gd name="connsiteY0" fmla="*/ 0 h 1714018"/>
                <a:gd name="connsiteX1" fmla="*/ 1745523 w 2217011"/>
                <a:gd name="connsiteY1" fmla="*/ 200024 h 1714018"/>
                <a:gd name="connsiteX2" fmla="*/ 2217011 w 2217011"/>
                <a:gd name="connsiteY2" fmla="*/ 676275 h 1714018"/>
                <a:gd name="connsiteX3" fmla="*/ 1874110 w 2217011"/>
                <a:gd name="connsiteY3" fmla="*/ 857249 h 1714018"/>
                <a:gd name="connsiteX4" fmla="*/ 1778860 w 2217011"/>
                <a:gd name="connsiteY4" fmla="*/ 800099 h 1714018"/>
                <a:gd name="connsiteX5" fmla="*/ 1788385 w 2217011"/>
                <a:gd name="connsiteY5" fmla="*/ 1590674 h 1714018"/>
                <a:gd name="connsiteX6" fmla="*/ 369161 w 2217011"/>
                <a:gd name="connsiteY6" fmla="*/ 1579719 h 1714018"/>
                <a:gd name="connsiteX7" fmla="*/ 388210 w 2217011"/>
                <a:gd name="connsiteY7" fmla="*/ 628649 h 1714018"/>
                <a:gd name="connsiteX8" fmla="*/ 0 w 2217011"/>
                <a:gd name="connsiteY8" fmla="*/ 398619 h 1714018"/>
                <a:gd name="connsiteX9" fmla="*/ 9525 w 2217011"/>
                <a:gd name="connsiteY9" fmla="*/ 0 h 1714018"/>
                <a:gd name="connsiteX0" fmla="*/ 9525 w 2217011"/>
                <a:gd name="connsiteY0" fmla="*/ 0 h 1714018"/>
                <a:gd name="connsiteX1" fmla="*/ 1745523 w 2217011"/>
                <a:gd name="connsiteY1" fmla="*/ 200024 h 1714018"/>
                <a:gd name="connsiteX2" fmla="*/ 2217011 w 2217011"/>
                <a:gd name="connsiteY2" fmla="*/ 676275 h 1714018"/>
                <a:gd name="connsiteX3" fmla="*/ 1874110 w 2217011"/>
                <a:gd name="connsiteY3" fmla="*/ 857249 h 1714018"/>
                <a:gd name="connsiteX4" fmla="*/ 1778860 w 2217011"/>
                <a:gd name="connsiteY4" fmla="*/ 800099 h 1714018"/>
                <a:gd name="connsiteX5" fmla="*/ 1788385 w 2217011"/>
                <a:gd name="connsiteY5" fmla="*/ 1590674 h 1714018"/>
                <a:gd name="connsiteX6" fmla="*/ 369161 w 2217011"/>
                <a:gd name="connsiteY6" fmla="*/ 1579719 h 1714018"/>
                <a:gd name="connsiteX7" fmla="*/ 388210 w 2217011"/>
                <a:gd name="connsiteY7" fmla="*/ 628649 h 1714018"/>
                <a:gd name="connsiteX8" fmla="*/ 0 w 2217011"/>
                <a:gd name="connsiteY8" fmla="*/ 398619 h 1714018"/>
                <a:gd name="connsiteX9" fmla="*/ 9525 w 2217011"/>
                <a:gd name="connsiteY9" fmla="*/ 0 h 171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17011" h="1714018">
                  <a:moveTo>
                    <a:pt x="9525" y="0"/>
                  </a:moveTo>
                  <a:cubicBezTo>
                    <a:pt x="542153" y="130175"/>
                    <a:pt x="1274807" y="-15876"/>
                    <a:pt x="1745523" y="200024"/>
                  </a:cubicBezTo>
                  <a:cubicBezTo>
                    <a:pt x="1831248" y="239711"/>
                    <a:pt x="2059848" y="517525"/>
                    <a:pt x="2217011" y="676275"/>
                  </a:cubicBezTo>
                  <a:cubicBezTo>
                    <a:pt x="2083661" y="742950"/>
                    <a:pt x="2007460" y="790574"/>
                    <a:pt x="1874110" y="857249"/>
                  </a:cubicBezTo>
                  <a:cubicBezTo>
                    <a:pt x="1826485" y="882649"/>
                    <a:pt x="1826485" y="774699"/>
                    <a:pt x="1778860" y="800099"/>
                  </a:cubicBezTo>
                  <a:cubicBezTo>
                    <a:pt x="1721710" y="828674"/>
                    <a:pt x="1845535" y="1562099"/>
                    <a:pt x="1788385" y="1590674"/>
                  </a:cubicBezTo>
                  <a:cubicBezTo>
                    <a:pt x="1201010" y="1806097"/>
                    <a:pt x="699361" y="1697671"/>
                    <a:pt x="369161" y="1579719"/>
                  </a:cubicBezTo>
                  <a:cubicBezTo>
                    <a:pt x="238986" y="1561146"/>
                    <a:pt x="518385" y="647222"/>
                    <a:pt x="388210" y="628649"/>
                  </a:cubicBezTo>
                  <a:lnTo>
                    <a:pt x="0" y="398619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5319DE-7DCC-4BD5-BD31-A0B40BA7B170}"/>
                </a:ext>
              </a:extLst>
            </p:cNvPr>
            <p:cNvSpPr/>
            <p:nvPr/>
          </p:nvSpPr>
          <p:spPr>
            <a:xfrm>
              <a:off x="7355821" y="3779044"/>
              <a:ext cx="769859" cy="965898"/>
            </a:xfrm>
            <a:custGeom>
              <a:avLst/>
              <a:gdLst>
                <a:gd name="connsiteX0" fmla="*/ 0 w 268913"/>
                <a:gd name="connsiteY0" fmla="*/ 0 h 295275"/>
                <a:gd name="connsiteX1" fmla="*/ 268913 w 268913"/>
                <a:gd name="connsiteY1" fmla="*/ 0 h 295275"/>
                <a:gd name="connsiteX2" fmla="*/ 268913 w 268913"/>
                <a:gd name="connsiteY2" fmla="*/ 295275 h 295275"/>
                <a:gd name="connsiteX3" fmla="*/ 0 w 268913"/>
                <a:gd name="connsiteY3" fmla="*/ 295275 h 295275"/>
                <a:gd name="connsiteX4" fmla="*/ 0 w 268913"/>
                <a:gd name="connsiteY4" fmla="*/ 0 h 295275"/>
                <a:gd name="connsiteX0" fmla="*/ 0 w 328445"/>
                <a:gd name="connsiteY0" fmla="*/ 104775 h 295275"/>
                <a:gd name="connsiteX1" fmla="*/ 328445 w 328445"/>
                <a:gd name="connsiteY1" fmla="*/ 0 h 295275"/>
                <a:gd name="connsiteX2" fmla="*/ 328445 w 328445"/>
                <a:gd name="connsiteY2" fmla="*/ 295275 h 295275"/>
                <a:gd name="connsiteX3" fmla="*/ 59532 w 328445"/>
                <a:gd name="connsiteY3" fmla="*/ 295275 h 295275"/>
                <a:gd name="connsiteX4" fmla="*/ 0 w 328445"/>
                <a:gd name="connsiteY4" fmla="*/ 104775 h 295275"/>
                <a:gd name="connsiteX0" fmla="*/ 0 w 328445"/>
                <a:gd name="connsiteY0" fmla="*/ 104775 h 295275"/>
                <a:gd name="connsiteX1" fmla="*/ 328445 w 328445"/>
                <a:gd name="connsiteY1" fmla="*/ 0 h 295275"/>
                <a:gd name="connsiteX2" fmla="*/ 328445 w 328445"/>
                <a:gd name="connsiteY2" fmla="*/ 295275 h 295275"/>
                <a:gd name="connsiteX3" fmla="*/ 59532 w 328445"/>
                <a:gd name="connsiteY3" fmla="*/ 295275 h 295275"/>
                <a:gd name="connsiteX4" fmla="*/ 35550 w 328445"/>
                <a:gd name="connsiteY4" fmla="*/ 140494 h 295275"/>
                <a:gd name="connsiteX5" fmla="*/ 0 w 328445"/>
                <a:gd name="connsiteY5" fmla="*/ 104775 h 295275"/>
                <a:gd name="connsiteX0" fmla="*/ 0 w 328445"/>
                <a:gd name="connsiteY0" fmla="*/ 164307 h 354807"/>
                <a:gd name="connsiteX1" fmla="*/ 304632 w 328445"/>
                <a:gd name="connsiteY1" fmla="*/ 0 h 354807"/>
                <a:gd name="connsiteX2" fmla="*/ 328445 w 328445"/>
                <a:gd name="connsiteY2" fmla="*/ 354807 h 354807"/>
                <a:gd name="connsiteX3" fmla="*/ 59532 w 328445"/>
                <a:gd name="connsiteY3" fmla="*/ 354807 h 354807"/>
                <a:gd name="connsiteX4" fmla="*/ 35550 w 328445"/>
                <a:gd name="connsiteY4" fmla="*/ 200026 h 354807"/>
                <a:gd name="connsiteX5" fmla="*/ 0 w 328445"/>
                <a:gd name="connsiteY5" fmla="*/ 164307 h 354807"/>
                <a:gd name="connsiteX0" fmla="*/ 50625 w 379070"/>
                <a:gd name="connsiteY0" fmla="*/ 164307 h 585788"/>
                <a:gd name="connsiteX1" fmla="*/ 355257 w 379070"/>
                <a:gd name="connsiteY1" fmla="*/ 0 h 585788"/>
                <a:gd name="connsiteX2" fmla="*/ 379070 w 379070"/>
                <a:gd name="connsiteY2" fmla="*/ 354807 h 585788"/>
                <a:gd name="connsiteX3" fmla="*/ 620 w 379070"/>
                <a:gd name="connsiteY3" fmla="*/ 585788 h 585788"/>
                <a:gd name="connsiteX4" fmla="*/ 86175 w 379070"/>
                <a:gd name="connsiteY4" fmla="*/ 200026 h 585788"/>
                <a:gd name="connsiteX5" fmla="*/ 50625 w 379070"/>
                <a:gd name="connsiteY5" fmla="*/ 164307 h 585788"/>
                <a:gd name="connsiteX0" fmla="*/ 50625 w 355257"/>
                <a:gd name="connsiteY0" fmla="*/ 164307 h 716757"/>
                <a:gd name="connsiteX1" fmla="*/ 355257 w 355257"/>
                <a:gd name="connsiteY1" fmla="*/ 0 h 716757"/>
                <a:gd name="connsiteX2" fmla="*/ 140945 w 355257"/>
                <a:gd name="connsiteY2" fmla="*/ 716757 h 716757"/>
                <a:gd name="connsiteX3" fmla="*/ 620 w 355257"/>
                <a:gd name="connsiteY3" fmla="*/ 585788 h 716757"/>
                <a:gd name="connsiteX4" fmla="*/ 86175 w 355257"/>
                <a:gd name="connsiteY4" fmla="*/ 200026 h 716757"/>
                <a:gd name="connsiteX5" fmla="*/ 50625 w 355257"/>
                <a:gd name="connsiteY5" fmla="*/ 164307 h 716757"/>
                <a:gd name="connsiteX0" fmla="*/ 50625 w 355257"/>
                <a:gd name="connsiteY0" fmla="*/ 164307 h 902495"/>
                <a:gd name="connsiteX1" fmla="*/ 355257 w 355257"/>
                <a:gd name="connsiteY1" fmla="*/ 0 h 902495"/>
                <a:gd name="connsiteX2" fmla="*/ 2833 w 355257"/>
                <a:gd name="connsiteY2" fmla="*/ 902495 h 902495"/>
                <a:gd name="connsiteX3" fmla="*/ 620 w 355257"/>
                <a:gd name="connsiteY3" fmla="*/ 585788 h 902495"/>
                <a:gd name="connsiteX4" fmla="*/ 86175 w 355257"/>
                <a:gd name="connsiteY4" fmla="*/ 200026 h 902495"/>
                <a:gd name="connsiteX5" fmla="*/ 50625 w 355257"/>
                <a:gd name="connsiteY5" fmla="*/ 164307 h 902495"/>
                <a:gd name="connsiteX0" fmla="*/ 50625 w 355257"/>
                <a:gd name="connsiteY0" fmla="*/ 164307 h 902495"/>
                <a:gd name="connsiteX1" fmla="*/ 355257 w 355257"/>
                <a:gd name="connsiteY1" fmla="*/ 0 h 902495"/>
                <a:gd name="connsiteX2" fmla="*/ 2833 w 355257"/>
                <a:gd name="connsiteY2" fmla="*/ 902495 h 902495"/>
                <a:gd name="connsiteX3" fmla="*/ 620 w 355257"/>
                <a:gd name="connsiteY3" fmla="*/ 585788 h 902495"/>
                <a:gd name="connsiteX4" fmla="*/ 86175 w 355257"/>
                <a:gd name="connsiteY4" fmla="*/ 200026 h 902495"/>
                <a:gd name="connsiteX5" fmla="*/ 50625 w 355257"/>
                <a:gd name="connsiteY5" fmla="*/ 164307 h 902495"/>
                <a:gd name="connsiteX0" fmla="*/ 50625 w 408501"/>
                <a:gd name="connsiteY0" fmla="*/ 164307 h 902495"/>
                <a:gd name="connsiteX1" fmla="*/ 355257 w 408501"/>
                <a:gd name="connsiteY1" fmla="*/ 0 h 902495"/>
                <a:gd name="connsiteX2" fmla="*/ 2833 w 408501"/>
                <a:gd name="connsiteY2" fmla="*/ 902495 h 902495"/>
                <a:gd name="connsiteX3" fmla="*/ 620 w 408501"/>
                <a:gd name="connsiteY3" fmla="*/ 585788 h 902495"/>
                <a:gd name="connsiteX4" fmla="*/ 86175 w 408501"/>
                <a:gd name="connsiteY4" fmla="*/ 200026 h 902495"/>
                <a:gd name="connsiteX5" fmla="*/ 50625 w 408501"/>
                <a:gd name="connsiteY5" fmla="*/ 164307 h 902495"/>
                <a:gd name="connsiteX0" fmla="*/ 50005 w 407881"/>
                <a:gd name="connsiteY0" fmla="*/ 164307 h 902495"/>
                <a:gd name="connsiteX1" fmla="*/ 354637 w 407881"/>
                <a:gd name="connsiteY1" fmla="*/ 0 h 902495"/>
                <a:gd name="connsiteX2" fmla="*/ 2213 w 407881"/>
                <a:gd name="connsiteY2" fmla="*/ 902495 h 902495"/>
                <a:gd name="connsiteX3" fmla="*/ 0 w 407881"/>
                <a:gd name="connsiteY3" fmla="*/ 585788 h 902495"/>
                <a:gd name="connsiteX4" fmla="*/ 85555 w 407881"/>
                <a:gd name="connsiteY4" fmla="*/ 200026 h 902495"/>
                <a:gd name="connsiteX5" fmla="*/ 50005 w 407881"/>
                <a:gd name="connsiteY5" fmla="*/ 164307 h 902495"/>
                <a:gd name="connsiteX0" fmla="*/ 107326 w 465202"/>
                <a:gd name="connsiteY0" fmla="*/ 164307 h 971799"/>
                <a:gd name="connsiteX1" fmla="*/ 411958 w 465202"/>
                <a:gd name="connsiteY1" fmla="*/ 0 h 971799"/>
                <a:gd name="connsiteX2" fmla="*/ 59534 w 465202"/>
                <a:gd name="connsiteY2" fmla="*/ 902495 h 971799"/>
                <a:gd name="connsiteX3" fmla="*/ 2 w 465202"/>
                <a:gd name="connsiteY3" fmla="*/ 878681 h 971799"/>
                <a:gd name="connsiteX4" fmla="*/ 57321 w 465202"/>
                <a:gd name="connsiteY4" fmla="*/ 585788 h 971799"/>
                <a:gd name="connsiteX5" fmla="*/ 142876 w 465202"/>
                <a:gd name="connsiteY5" fmla="*/ 200026 h 971799"/>
                <a:gd name="connsiteX6" fmla="*/ 107326 w 465202"/>
                <a:gd name="connsiteY6" fmla="*/ 164307 h 971799"/>
                <a:gd name="connsiteX0" fmla="*/ 107326 w 465202"/>
                <a:gd name="connsiteY0" fmla="*/ 164307 h 902495"/>
                <a:gd name="connsiteX1" fmla="*/ 411958 w 465202"/>
                <a:gd name="connsiteY1" fmla="*/ 0 h 902495"/>
                <a:gd name="connsiteX2" fmla="*/ 59534 w 465202"/>
                <a:gd name="connsiteY2" fmla="*/ 902495 h 902495"/>
                <a:gd name="connsiteX3" fmla="*/ 2 w 465202"/>
                <a:gd name="connsiteY3" fmla="*/ 878681 h 902495"/>
                <a:gd name="connsiteX4" fmla="*/ 57321 w 465202"/>
                <a:gd name="connsiteY4" fmla="*/ 585788 h 902495"/>
                <a:gd name="connsiteX5" fmla="*/ 142876 w 465202"/>
                <a:gd name="connsiteY5" fmla="*/ 200026 h 902495"/>
                <a:gd name="connsiteX6" fmla="*/ 107326 w 465202"/>
                <a:gd name="connsiteY6" fmla="*/ 164307 h 902495"/>
                <a:gd name="connsiteX0" fmla="*/ 107326 w 465202"/>
                <a:gd name="connsiteY0" fmla="*/ 164307 h 902495"/>
                <a:gd name="connsiteX1" fmla="*/ 411958 w 465202"/>
                <a:gd name="connsiteY1" fmla="*/ 0 h 902495"/>
                <a:gd name="connsiteX2" fmla="*/ 59534 w 465202"/>
                <a:gd name="connsiteY2" fmla="*/ 902495 h 902495"/>
                <a:gd name="connsiteX3" fmla="*/ 2 w 465202"/>
                <a:gd name="connsiteY3" fmla="*/ 878681 h 902495"/>
                <a:gd name="connsiteX4" fmla="*/ 57321 w 465202"/>
                <a:gd name="connsiteY4" fmla="*/ 585788 h 902495"/>
                <a:gd name="connsiteX5" fmla="*/ 142876 w 465202"/>
                <a:gd name="connsiteY5" fmla="*/ 200026 h 902495"/>
                <a:gd name="connsiteX6" fmla="*/ 107326 w 465202"/>
                <a:gd name="connsiteY6" fmla="*/ 164307 h 902495"/>
                <a:gd name="connsiteX0" fmla="*/ 107326 w 465202"/>
                <a:gd name="connsiteY0" fmla="*/ 164307 h 905543"/>
                <a:gd name="connsiteX1" fmla="*/ 411958 w 465202"/>
                <a:gd name="connsiteY1" fmla="*/ 0 h 905543"/>
                <a:gd name="connsiteX2" fmla="*/ 59534 w 465202"/>
                <a:gd name="connsiteY2" fmla="*/ 902495 h 905543"/>
                <a:gd name="connsiteX3" fmla="*/ 2 w 465202"/>
                <a:gd name="connsiteY3" fmla="*/ 878681 h 905543"/>
                <a:gd name="connsiteX4" fmla="*/ 57321 w 465202"/>
                <a:gd name="connsiteY4" fmla="*/ 585788 h 905543"/>
                <a:gd name="connsiteX5" fmla="*/ 142876 w 465202"/>
                <a:gd name="connsiteY5" fmla="*/ 200026 h 905543"/>
                <a:gd name="connsiteX6" fmla="*/ 107326 w 465202"/>
                <a:gd name="connsiteY6" fmla="*/ 164307 h 905543"/>
                <a:gd name="connsiteX0" fmla="*/ 262526 w 620402"/>
                <a:gd name="connsiteY0" fmla="*/ 164307 h 969655"/>
                <a:gd name="connsiteX1" fmla="*/ 567158 w 620402"/>
                <a:gd name="connsiteY1" fmla="*/ 0 h 969655"/>
                <a:gd name="connsiteX2" fmla="*/ 214734 w 620402"/>
                <a:gd name="connsiteY2" fmla="*/ 902495 h 969655"/>
                <a:gd name="connsiteX3" fmla="*/ 155202 w 620402"/>
                <a:gd name="connsiteY3" fmla="*/ 878681 h 969655"/>
                <a:gd name="connsiteX4" fmla="*/ 421 w 620402"/>
                <a:gd name="connsiteY4" fmla="*/ 959644 h 969655"/>
                <a:gd name="connsiteX5" fmla="*/ 212521 w 620402"/>
                <a:gd name="connsiteY5" fmla="*/ 585788 h 969655"/>
                <a:gd name="connsiteX6" fmla="*/ 298076 w 620402"/>
                <a:gd name="connsiteY6" fmla="*/ 200026 h 969655"/>
                <a:gd name="connsiteX7" fmla="*/ 262526 w 620402"/>
                <a:gd name="connsiteY7" fmla="*/ 164307 h 969655"/>
                <a:gd name="connsiteX0" fmla="*/ 265290 w 623166"/>
                <a:gd name="connsiteY0" fmla="*/ 164307 h 969655"/>
                <a:gd name="connsiteX1" fmla="*/ 569922 w 623166"/>
                <a:gd name="connsiteY1" fmla="*/ 0 h 969655"/>
                <a:gd name="connsiteX2" fmla="*/ 217498 w 623166"/>
                <a:gd name="connsiteY2" fmla="*/ 902495 h 969655"/>
                <a:gd name="connsiteX3" fmla="*/ 157966 w 623166"/>
                <a:gd name="connsiteY3" fmla="*/ 878681 h 969655"/>
                <a:gd name="connsiteX4" fmla="*/ 3185 w 623166"/>
                <a:gd name="connsiteY4" fmla="*/ 959644 h 969655"/>
                <a:gd name="connsiteX5" fmla="*/ 62716 w 623166"/>
                <a:gd name="connsiteY5" fmla="*/ 854869 h 969655"/>
                <a:gd name="connsiteX6" fmla="*/ 215285 w 623166"/>
                <a:gd name="connsiteY6" fmla="*/ 585788 h 969655"/>
                <a:gd name="connsiteX7" fmla="*/ 300840 w 623166"/>
                <a:gd name="connsiteY7" fmla="*/ 200026 h 969655"/>
                <a:gd name="connsiteX8" fmla="*/ 265290 w 623166"/>
                <a:gd name="connsiteY8" fmla="*/ 164307 h 969655"/>
                <a:gd name="connsiteX0" fmla="*/ 336056 w 693932"/>
                <a:gd name="connsiteY0" fmla="*/ 164307 h 969655"/>
                <a:gd name="connsiteX1" fmla="*/ 640688 w 693932"/>
                <a:gd name="connsiteY1" fmla="*/ 0 h 969655"/>
                <a:gd name="connsiteX2" fmla="*/ 288264 w 693932"/>
                <a:gd name="connsiteY2" fmla="*/ 902495 h 969655"/>
                <a:gd name="connsiteX3" fmla="*/ 228732 w 693932"/>
                <a:gd name="connsiteY3" fmla="*/ 878681 h 969655"/>
                <a:gd name="connsiteX4" fmla="*/ 73951 w 693932"/>
                <a:gd name="connsiteY4" fmla="*/ 959644 h 969655"/>
                <a:gd name="connsiteX5" fmla="*/ 133482 w 693932"/>
                <a:gd name="connsiteY5" fmla="*/ 854869 h 969655"/>
                <a:gd name="connsiteX6" fmla="*/ 2514 w 693932"/>
                <a:gd name="connsiteY6" fmla="*/ 895350 h 969655"/>
                <a:gd name="connsiteX7" fmla="*/ 286051 w 693932"/>
                <a:gd name="connsiteY7" fmla="*/ 585788 h 969655"/>
                <a:gd name="connsiteX8" fmla="*/ 371606 w 693932"/>
                <a:gd name="connsiteY8" fmla="*/ 200026 h 969655"/>
                <a:gd name="connsiteX9" fmla="*/ 336056 w 693932"/>
                <a:gd name="connsiteY9" fmla="*/ 164307 h 969655"/>
                <a:gd name="connsiteX0" fmla="*/ 336056 w 693932"/>
                <a:gd name="connsiteY0" fmla="*/ 164307 h 969655"/>
                <a:gd name="connsiteX1" fmla="*/ 640688 w 693932"/>
                <a:gd name="connsiteY1" fmla="*/ 0 h 969655"/>
                <a:gd name="connsiteX2" fmla="*/ 288264 w 693932"/>
                <a:gd name="connsiteY2" fmla="*/ 902495 h 969655"/>
                <a:gd name="connsiteX3" fmla="*/ 228732 w 693932"/>
                <a:gd name="connsiteY3" fmla="*/ 878681 h 969655"/>
                <a:gd name="connsiteX4" fmla="*/ 73951 w 693932"/>
                <a:gd name="connsiteY4" fmla="*/ 959644 h 969655"/>
                <a:gd name="connsiteX5" fmla="*/ 133482 w 693932"/>
                <a:gd name="connsiteY5" fmla="*/ 854869 h 969655"/>
                <a:gd name="connsiteX6" fmla="*/ 2514 w 693932"/>
                <a:gd name="connsiteY6" fmla="*/ 895350 h 969655"/>
                <a:gd name="connsiteX7" fmla="*/ 95382 w 693932"/>
                <a:gd name="connsiteY7" fmla="*/ 750094 h 969655"/>
                <a:gd name="connsiteX8" fmla="*/ 286051 w 693932"/>
                <a:gd name="connsiteY8" fmla="*/ 585788 h 969655"/>
                <a:gd name="connsiteX9" fmla="*/ 371606 w 693932"/>
                <a:gd name="connsiteY9" fmla="*/ 200026 h 969655"/>
                <a:gd name="connsiteX10" fmla="*/ 336056 w 693932"/>
                <a:gd name="connsiteY10" fmla="*/ 164307 h 969655"/>
                <a:gd name="connsiteX0" fmla="*/ 412737 w 770613"/>
                <a:gd name="connsiteY0" fmla="*/ 164307 h 969655"/>
                <a:gd name="connsiteX1" fmla="*/ 717369 w 770613"/>
                <a:gd name="connsiteY1" fmla="*/ 0 h 969655"/>
                <a:gd name="connsiteX2" fmla="*/ 364945 w 770613"/>
                <a:gd name="connsiteY2" fmla="*/ 902495 h 969655"/>
                <a:gd name="connsiteX3" fmla="*/ 305413 w 770613"/>
                <a:gd name="connsiteY3" fmla="*/ 878681 h 969655"/>
                <a:gd name="connsiteX4" fmla="*/ 150632 w 770613"/>
                <a:gd name="connsiteY4" fmla="*/ 959644 h 969655"/>
                <a:gd name="connsiteX5" fmla="*/ 210163 w 770613"/>
                <a:gd name="connsiteY5" fmla="*/ 854869 h 969655"/>
                <a:gd name="connsiteX6" fmla="*/ 79195 w 770613"/>
                <a:gd name="connsiteY6" fmla="*/ 895350 h 969655"/>
                <a:gd name="connsiteX7" fmla="*/ 172063 w 770613"/>
                <a:gd name="connsiteY7" fmla="*/ 750094 h 969655"/>
                <a:gd name="connsiteX8" fmla="*/ 2995 w 770613"/>
                <a:gd name="connsiteY8" fmla="*/ 790575 h 969655"/>
                <a:gd name="connsiteX9" fmla="*/ 362732 w 770613"/>
                <a:gd name="connsiteY9" fmla="*/ 585788 h 969655"/>
                <a:gd name="connsiteX10" fmla="*/ 448287 w 770613"/>
                <a:gd name="connsiteY10" fmla="*/ 200026 h 969655"/>
                <a:gd name="connsiteX11" fmla="*/ 412737 w 770613"/>
                <a:gd name="connsiteY11" fmla="*/ 164307 h 969655"/>
                <a:gd name="connsiteX0" fmla="*/ 412737 w 770613"/>
                <a:gd name="connsiteY0" fmla="*/ 164307 h 969655"/>
                <a:gd name="connsiteX1" fmla="*/ 717369 w 770613"/>
                <a:gd name="connsiteY1" fmla="*/ 0 h 969655"/>
                <a:gd name="connsiteX2" fmla="*/ 364945 w 770613"/>
                <a:gd name="connsiteY2" fmla="*/ 902495 h 969655"/>
                <a:gd name="connsiteX3" fmla="*/ 305413 w 770613"/>
                <a:gd name="connsiteY3" fmla="*/ 878681 h 969655"/>
                <a:gd name="connsiteX4" fmla="*/ 150632 w 770613"/>
                <a:gd name="connsiteY4" fmla="*/ 959644 h 969655"/>
                <a:gd name="connsiteX5" fmla="*/ 210163 w 770613"/>
                <a:gd name="connsiteY5" fmla="*/ 854869 h 969655"/>
                <a:gd name="connsiteX6" fmla="*/ 79195 w 770613"/>
                <a:gd name="connsiteY6" fmla="*/ 895350 h 969655"/>
                <a:gd name="connsiteX7" fmla="*/ 172063 w 770613"/>
                <a:gd name="connsiteY7" fmla="*/ 750094 h 969655"/>
                <a:gd name="connsiteX8" fmla="*/ 2995 w 770613"/>
                <a:gd name="connsiteY8" fmla="*/ 790575 h 969655"/>
                <a:gd name="connsiteX9" fmla="*/ 155396 w 770613"/>
                <a:gd name="connsiteY9" fmla="*/ 650081 h 969655"/>
                <a:gd name="connsiteX10" fmla="*/ 362732 w 770613"/>
                <a:gd name="connsiteY10" fmla="*/ 585788 h 969655"/>
                <a:gd name="connsiteX11" fmla="*/ 448287 w 770613"/>
                <a:gd name="connsiteY11" fmla="*/ 200026 h 969655"/>
                <a:gd name="connsiteX12" fmla="*/ 412737 w 770613"/>
                <a:gd name="connsiteY12" fmla="*/ 164307 h 969655"/>
                <a:gd name="connsiteX0" fmla="*/ 412737 w 770613"/>
                <a:gd name="connsiteY0" fmla="*/ 164307 h 969655"/>
                <a:gd name="connsiteX1" fmla="*/ 717369 w 770613"/>
                <a:gd name="connsiteY1" fmla="*/ 0 h 969655"/>
                <a:gd name="connsiteX2" fmla="*/ 364945 w 770613"/>
                <a:gd name="connsiteY2" fmla="*/ 902495 h 969655"/>
                <a:gd name="connsiteX3" fmla="*/ 305413 w 770613"/>
                <a:gd name="connsiteY3" fmla="*/ 878681 h 969655"/>
                <a:gd name="connsiteX4" fmla="*/ 150632 w 770613"/>
                <a:gd name="connsiteY4" fmla="*/ 959644 h 969655"/>
                <a:gd name="connsiteX5" fmla="*/ 210163 w 770613"/>
                <a:gd name="connsiteY5" fmla="*/ 854869 h 969655"/>
                <a:gd name="connsiteX6" fmla="*/ 79195 w 770613"/>
                <a:gd name="connsiteY6" fmla="*/ 895350 h 969655"/>
                <a:gd name="connsiteX7" fmla="*/ 172063 w 770613"/>
                <a:gd name="connsiteY7" fmla="*/ 750094 h 969655"/>
                <a:gd name="connsiteX8" fmla="*/ 2995 w 770613"/>
                <a:gd name="connsiteY8" fmla="*/ 790575 h 969655"/>
                <a:gd name="connsiteX9" fmla="*/ 155396 w 770613"/>
                <a:gd name="connsiteY9" fmla="*/ 650081 h 969655"/>
                <a:gd name="connsiteX10" fmla="*/ 24427 w 770613"/>
                <a:gd name="connsiteY10" fmla="*/ 654844 h 969655"/>
                <a:gd name="connsiteX11" fmla="*/ 362732 w 770613"/>
                <a:gd name="connsiteY11" fmla="*/ 585788 h 969655"/>
                <a:gd name="connsiteX12" fmla="*/ 448287 w 770613"/>
                <a:gd name="connsiteY12" fmla="*/ 200026 h 969655"/>
                <a:gd name="connsiteX13" fmla="*/ 412737 w 770613"/>
                <a:gd name="connsiteY13" fmla="*/ 164307 h 969655"/>
                <a:gd name="connsiteX0" fmla="*/ 412737 w 770613"/>
                <a:gd name="connsiteY0" fmla="*/ 164307 h 969655"/>
                <a:gd name="connsiteX1" fmla="*/ 717369 w 770613"/>
                <a:gd name="connsiteY1" fmla="*/ 0 h 969655"/>
                <a:gd name="connsiteX2" fmla="*/ 364945 w 770613"/>
                <a:gd name="connsiteY2" fmla="*/ 902495 h 969655"/>
                <a:gd name="connsiteX3" fmla="*/ 305413 w 770613"/>
                <a:gd name="connsiteY3" fmla="*/ 878681 h 969655"/>
                <a:gd name="connsiteX4" fmla="*/ 150632 w 770613"/>
                <a:gd name="connsiteY4" fmla="*/ 959644 h 969655"/>
                <a:gd name="connsiteX5" fmla="*/ 210163 w 770613"/>
                <a:gd name="connsiteY5" fmla="*/ 854869 h 969655"/>
                <a:gd name="connsiteX6" fmla="*/ 79195 w 770613"/>
                <a:gd name="connsiteY6" fmla="*/ 895350 h 969655"/>
                <a:gd name="connsiteX7" fmla="*/ 172063 w 770613"/>
                <a:gd name="connsiteY7" fmla="*/ 750094 h 969655"/>
                <a:gd name="connsiteX8" fmla="*/ 2995 w 770613"/>
                <a:gd name="connsiteY8" fmla="*/ 790575 h 969655"/>
                <a:gd name="connsiteX9" fmla="*/ 155396 w 770613"/>
                <a:gd name="connsiteY9" fmla="*/ 650081 h 969655"/>
                <a:gd name="connsiteX10" fmla="*/ 24427 w 770613"/>
                <a:gd name="connsiteY10" fmla="*/ 654844 h 969655"/>
                <a:gd name="connsiteX11" fmla="*/ 362732 w 770613"/>
                <a:gd name="connsiteY11" fmla="*/ 585788 h 969655"/>
                <a:gd name="connsiteX12" fmla="*/ 448287 w 770613"/>
                <a:gd name="connsiteY12" fmla="*/ 200026 h 969655"/>
                <a:gd name="connsiteX13" fmla="*/ 412737 w 770613"/>
                <a:gd name="connsiteY13" fmla="*/ 164307 h 969655"/>
                <a:gd name="connsiteX0" fmla="*/ 412737 w 770613"/>
                <a:gd name="connsiteY0" fmla="*/ 164307 h 969655"/>
                <a:gd name="connsiteX1" fmla="*/ 717369 w 770613"/>
                <a:gd name="connsiteY1" fmla="*/ 0 h 969655"/>
                <a:gd name="connsiteX2" fmla="*/ 364945 w 770613"/>
                <a:gd name="connsiteY2" fmla="*/ 902495 h 969655"/>
                <a:gd name="connsiteX3" fmla="*/ 305413 w 770613"/>
                <a:gd name="connsiteY3" fmla="*/ 878681 h 969655"/>
                <a:gd name="connsiteX4" fmla="*/ 150632 w 770613"/>
                <a:gd name="connsiteY4" fmla="*/ 959644 h 969655"/>
                <a:gd name="connsiteX5" fmla="*/ 210163 w 770613"/>
                <a:gd name="connsiteY5" fmla="*/ 854869 h 969655"/>
                <a:gd name="connsiteX6" fmla="*/ 79195 w 770613"/>
                <a:gd name="connsiteY6" fmla="*/ 895350 h 969655"/>
                <a:gd name="connsiteX7" fmla="*/ 172063 w 770613"/>
                <a:gd name="connsiteY7" fmla="*/ 750094 h 969655"/>
                <a:gd name="connsiteX8" fmla="*/ 2995 w 770613"/>
                <a:gd name="connsiteY8" fmla="*/ 790575 h 969655"/>
                <a:gd name="connsiteX9" fmla="*/ 155396 w 770613"/>
                <a:gd name="connsiteY9" fmla="*/ 650081 h 969655"/>
                <a:gd name="connsiteX10" fmla="*/ 24427 w 770613"/>
                <a:gd name="connsiteY10" fmla="*/ 654844 h 969655"/>
                <a:gd name="connsiteX11" fmla="*/ 362732 w 770613"/>
                <a:gd name="connsiteY11" fmla="*/ 585788 h 969655"/>
                <a:gd name="connsiteX12" fmla="*/ 448287 w 770613"/>
                <a:gd name="connsiteY12" fmla="*/ 200026 h 969655"/>
                <a:gd name="connsiteX13" fmla="*/ 412737 w 770613"/>
                <a:gd name="connsiteY13" fmla="*/ 164307 h 969655"/>
                <a:gd name="connsiteX0" fmla="*/ 412737 w 770613"/>
                <a:gd name="connsiteY0" fmla="*/ 164307 h 969655"/>
                <a:gd name="connsiteX1" fmla="*/ 717369 w 770613"/>
                <a:gd name="connsiteY1" fmla="*/ 0 h 969655"/>
                <a:gd name="connsiteX2" fmla="*/ 364945 w 770613"/>
                <a:gd name="connsiteY2" fmla="*/ 902495 h 969655"/>
                <a:gd name="connsiteX3" fmla="*/ 305413 w 770613"/>
                <a:gd name="connsiteY3" fmla="*/ 878681 h 969655"/>
                <a:gd name="connsiteX4" fmla="*/ 150632 w 770613"/>
                <a:gd name="connsiteY4" fmla="*/ 959644 h 969655"/>
                <a:gd name="connsiteX5" fmla="*/ 210163 w 770613"/>
                <a:gd name="connsiteY5" fmla="*/ 854869 h 969655"/>
                <a:gd name="connsiteX6" fmla="*/ 79195 w 770613"/>
                <a:gd name="connsiteY6" fmla="*/ 895350 h 969655"/>
                <a:gd name="connsiteX7" fmla="*/ 172063 w 770613"/>
                <a:gd name="connsiteY7" fmla="*/ 750094 h 969655"/>
                <a:gd name="connsiteX8" fmla="*/ 2995 w 770613"/>
                <a:gd name="connsiteY8" fmla="*/ 790575 h 969655"/>
                <a:gd name="connsiteX9" fmla="*/ 155396 w 770613"/>
                <a:gd name="connsiteY9" fmla="*/ 650081 h 969655"/>
                <a:gd name="connsiteX10" fmla="*/ 24427 w 770613"/>
                <a:gd name="connsiteY10" fmla="*/ 654844 h 969655"/>
                <a:gd name="connsiteX11" fmla="*/ 362732 w 770613"/>
                <a:gd name="connsiteY11" fmla="*/ 585788 h 969655"/>
                <a:gd name="connsiteX12" fmla="*/ 448287 w 770613"/>
                <a:gd name="connsiteY12" fmla="*/ 200026 h 969655"/>
                <a:gd name="connsiteX13" fmla="*/ 412737 w 770613"/>
                <a:gd name="connsiteY13" fmla="*/ 164307 h 969655"/>
                <a:gd name="connsiteX0" fmla="*/ 412737 w 770613"/>
                <a:gd name="connsiteY0" fmla="*/ 164307 h 969655"/>
                <a:gd name="connsiteX1" fmla="*/ 717369 w 770613"/>
                <a:gd name="connsiteY1" fmla="*/ 0 h 969655"/>
                <a:gd name="connsiteX2" fmla="*/ 364945 w 770613"/>
                <a:gd name="connsiteY2" fmla="*/ 902495 h 969655"/>
                <a:gd name="connsiteX3" fmla="*/ 305413 w 770613"/>
                <a:gd name="connsiteY3" fmla="*/ 878681 h 969655"/>
                <a:gd name="connsiteX4" fmla="*/ 150632 w 770613"/>
                <a:gd name="connsiteY4" fmla="*/ 959644 h 969655"/>
                <a:gd name="connsiteX5" fmla="*/ 210163 w 770613"/>
                <a:gd name="connsiteY5" fmla="*/ 854869 h 969655"/>
                <a:gd name="connsiteX6" fmla="*/ 79195 w 770613"/>
                <a:gd name="connsiteY6" fmla="*/ 895350 h 969655"/>
                <a:gd name="connsiteX7" fmla="*/ 172063 w 770613"/>
                <a:gd name="connsiteY7" fmla="*/ 750094 h 969655"/>
                <a:gd name="connsiteX8" fmla="*/ 2995 w 770613"/>
                <a:gd name="connsiteY8" fmla="*/ 790575 h 969655"/>
                <a:gd name="connsiteX9" fmla="*/ 155396 w 770613"/>
                <a:gd name="connsiteY9" fmla="*/ 650081 h 969655"/>
                <a:gd name="connsiteX10" fmla="*/ 24427 w 770613"/>
                <a:gd name="connsiteY10" fmla="*/ 654844 h 969655"/>
                <a:gd name="connsiteX11" fmla="*/ 362732 w 770613"/>
                <a:gd name="connsiteY11" fmla="*/ 585788 h 969655"/>
                <a:gd name="connsiteX12" fmla="*/ 448287 w 770613"/>
                <a:gd name="connsiteY12" fmla="*/ 200026 h 969655"/>
                <a:gd name="connsiteX13" fmla="*/ 412737 w 770613"/>
                <a:gd name="connsiteY13" fmla="*/ 164307 h 969655"/>
                <a:gd name="connsiteX0" fmla="*/ 412737 w 770613"/>
                <a:gd name="connsiteY0" fmla="*/ 164307 h 969655"/>
                <a:gd name="connsiteX1" fmla="*/ 717369 w 770613"/>
                <a:gd name="connsiteY1" fmla="*/ 0 h 969655"/>
                <a:gd name="connsiteX2" fmla="*/ 364945 w 770613"/>
                <a:gd name="connsiteY2" fmla="*/ 902495 h 969655"/>
                <a:gd name="connsiteX3" fmla="*/ 305413 w 770613"/>
                <a:gd name="connsiteY3" fmla="*/ 878681 h 969655"/>
                <a:gd name="connsiteX4" fmla="*/ 150632 w 770613"/>
                <a:gd name="connsiteY4" fmla="*/ 959644 h 969655"/>
                <a:gd name="connsiteX5" fmla="*/ 210163 w 770613"/>
                <a:gd name="connsiteY5" fmla="*/ 854869 h 969655"/>
                <a:gd name="connsiteX6" fmla="*/ 79195 w 770613"/>
                <a:gd name="connsiteY6" fmla="*/ 895350 h 969655"/>
                <a:gd name="connsiteX7" fmla="*/ 172063 w 770613"/>
                <a:gd name="connsiteY7" fmla="*/ 750094 h 969655"/>
                <a:gd name="connsiteX8" fmla="*/ 2995 w 770613"/>
                <a:gd name="connsiteY8" fmla="*/ 790575 h 969655"/>
                <a:gd name="connsiteX9" fmla="*/ 155396 w 770613"/>
                <a:gd name="connsiteY9" fmla="*/ 650081 h 969655"/>
                <a:gd name="connsiteX10" fmla="*/ 24427 w 770613"/>
                <a:gd name="connsiteY10" fmla="*/ 654844 h 969655"/>
                <a:gd name="connsiteX11" fmla="*/ 362732 w 770613"/>
                <a:gd name="connsiteY11" fmla="*/ 585788 h 969655"/>
                <a:gd name="connsiteX12" fmla="*/ 448287 w 770613"/>
                <a:gd name="connsiteY12" fmla="*/ 200026 h 969655"/>
                <a:gd name="connsiteX13" fmla="*/ 412737 w 770613"/>
                <a:gd name="connsiteY13" fmla="*/ 164307 h 969655"/>
                <a:gd name="connsiteX0" fmla="*/ 416032 w 773908"/>
                <a:gd name="connsiteY0" fmla="*/ 164307 h 969655"/>
                <a:gd name="connsiteX1" fmla="*/ 720664 w 773908"/>
                <a:gd name="connsiteY1" fmla="*/ 0 h 969655"/>
                <a:gd name="connsiteX2" fmla="*/ 368240 w 773908"/>
                <a:gd name="connsiteY2" fmla="*/ 902495 h 969655"/>
                <a:gd name="connsiteX3" fmla="*/ 308708 w 773908"/>
                <a:gd name="connsiteY3" fmla="*/ 878681 h 969655"/>
                <a:gd name="connsiteX4" fmla="*/ 153927 w 773908"/>
                <a:gd name="connsiteY4" fmla="*/ 959644 h 969655"/>
                <a:gd name="connsiteX5" fmla="*/ 213458 w 773908"/>
                <a:gd name="connsiteY5" fmla="*/ 854869 h 969655"/>
                <a:gd name="connsiteX6" fmla="*/ 82490 w 773908"/>
                <a:gd name="connsiteY6" fmla="*/ 895350 h 969655"/>
                <a:gd name="connsiteX7" fmla="*/ 175358 w 773908"/>
                <a:gd name="connsiteY7" fmla="*/ 750094 h 969655"/>
                <a:gd name="connsiteX8" fmla="*/ 6290 w 773908"/>
                <a:gd name="connsiteY8" fmla="*/ 790575 h 969655"/>
                <a:gd name="connsiteX9" fmla="*/ 158691 w 773908"/>
                <a:gd name="connsiteY9" fmla="*/ 650081 h 969655"/>
                <a:gd name="connsiteX10" fmla="*/ 27722 w 773908"/>
                <a:gd name="connsiteY10" fmla="*/ 654844 h 969655"/>
                <a:gd name="connsiteX11" fmla="*/ 366027 w 773908"/>
                <a:gd name="connsiteY11" fmla="*/ 585788 h 969655"/>
                <a:gd name="connsiteX12" fmla="*/ 451582 w 773908"/>
                <a:gd name="connsiteY12" fmla="*/ 200026 h 969655"/>
                <a:gd name="connsiteX13" fmla="*/ 416032 w 773908"/>
                <a:gd name="connsiteY13" fmla="*/ 164307 h 969655"/>
                <a:gd name="connsiteX0" fmla="*/ 416032 w 773908"/>
                <a:gd name="connsiteY0" fmla="*/ 164307 h 969655"/>
                <a:gd name="connsiteX1" fmla="*/ 720664 w 773908"/>
                <a:gd name="connsiteY1" fmla="*/ 0 h 969655"/>
                <a:gd name="connsiteX2" fmla="*/ 368240 w 773908"/>
                <a:gd name="connsiteY2" fmla="*/ 902495 h 969655"/>
                <a:gd name="connsiteX3" fmla="*/ 308708 w 773908"/>
                <a:gd name="connsiteY3" fmla="*/ 878681 h 969655"/>
                <a:gd name="connsiteX4" fmla="*/ 153927 w 773908"/>
                <a:gd name="connsiteY4" fmla="*/ 959644 h 969655"/>
                <a:gd name="connsiteX5" fmla="*/ 213458 w 773908"/>
                <a:gd name="connsiteY5" fmla="*/ 854869 h 969655"/>
                <a:gd name="connsiteX6" fmla="*/ 82490 w 773908"/>
                <a:gd name="connsiteY6" fmla="*/ 895350 h 969655"/>
                <a:gd name="connsiteX7" fmla="*/ 175358 w 773908"/>
                <a:gd name="connsiteY7" fmla="*/ 750094 h 969655"/>
                <a:gd name="connsiteX8" fmla="*/ 6290 w 773908"/>
                <a:gd name="connsiteY8" fmla="*/ 790575 h 969655"/>
                <a:gd name="connsiteX9" fmla="*/ 158691 w 773908"/>
                <a:gd name="connsiteY9" fmla="*/ 650081 h 969655"/>
                <a:gd name="connsiteX10" fmla="*/ 27722 w 773908"/>
                <a:gd name="connsiteY10" fmla="*/ 654844 h 969655"/>
                <a:gd name="connsiteX11" fmla="*/ 366027 w 773908"/>
                <a:gd name="connsiteY11" fmla="*/ 585788 h 969655"/>
                <a:gd name="connsiteX12" fmla="*/ 451582 w 773908"/>
                <a:gd name="connsiteY12" fmla="*/ 200026 h 969655"/>
                <a:gd name="connsiteX13" fmla="*/ 416032 w 773908"/>
                <a:gd name="connsiteY13" fmla="*/ 164307 h 969655"/>
                <a:gd name="connsiteX0" fmla="*/ 411983 w 769859"/>
                <a:gd name="connsiteY0" fmla="*/ 164307 h 969655"/>
                <a:gd name="connsiteX1" fmla="*/ 716615 w 769859"/>
                <a:gd name="connsiteY1" fmla="*/ 0 h 969655"/>
                <a:gd name="connsiteX2" fmla="*/ 364191 w 769859"/>
                <a:gd name="connsiteY2" fmla="*/ 902495 h 969655"/>
                <a:gd name="connsiteX3" fmla="*/ 304659 w 769859"/>
                <a:gd name="connsiteY3" fmla="*/ 878681 h 969655"/>
                <a:gd name="connsiteX4" fmla="*/ 149878 w 769859"/>
                <a:gd name="connsiteY4" fmla="*/ 959644 h 969655"/>
                <a:gd name="connsiteX5" fmla="*/ 209409 w 769859"/>
                <a:gd name="connsiteY5" fmla="*/ 854869 h 969655"/>
                <a:gd name="connsiteX6" fmla="*/ 78441 w 769859"/>
                <a:gd name="connsiteY6" fmla="*/ 895350 h 969655"/>
                <a:gd name="connsiteX7" fmla="*/ 171309 w 769859"/>
                <a:gd name="connsiteY7" fmla="*/ 750094 h 969655"/>
                <a:gd name="connsiteX8" fmla="*/ 2241 w 769859"/>
                <a:gd name="connsiteY8" fmla="*/ 790575 h 969655"/>
                <a:gd name="connsiteX9" fmla="*/ 154642 w 769859"/>
                <a:gd name="connsiteY9" fmla="*/ 650081 h 969655"/>
                <a:gd name="connsiteX10" fmla="*/ 23673 w 769859"/>
                <a:gd name="connsiteY10" fmla="*/ 654844 h 969655"/>
                <a:gd name="connsiteX11" fmla="*/ 361978 w 769859"/>
                <a:gd name="connsiteY11" fmla="*/ 585788 h 969655"/>
                <a:gd name="connsiteX12" fmla="*/ 447533 w 769859"/>
                <a:gd name="connsiteY12" fmla="*/ 200026 h 969655"/>
                <a:gd name="connsiteX13" fmla="*/ 411983 w 769859"/>
                <a:gd name="connsiteY13" fmla="*/ 164307 h 969655"/>
                <a:gd name="connsiteX0" fmla="*/ 411983 w 769859"/>
                <a:gd name="connsiteY0" fmla="*/ 164307 h 969655"/>
                <a:gd name="connsiteX1" fmla="*/ 716615 w 769859"/>
                <a:gd name="connsiteY1" fmla="*/ 0 h 969655"/>
                <a:gd name="connsiteX2" fmla="*/ 364191 w 769859"/>
                <a:gd name="connsiteY2" fmla="*/ 902495 h 969655"/>
                <a:gd name="connsiteX3" fmla="*/ 304659 w 769859"/>
                <a:gd name="connsiteY3" fmla="*/ 878681 h 969655"/>
                <a:gd name="connsiteX4" fmla="*/ 149878 w 769859"/>
                <a:gd name="connsiteY4" fmla="*/ 959644 h 969655"/>
                <a:gd name="connsiteX5" fmla="*/ 209409 w 769859"/>
                <a:gd name="connsiteY5" fmla="*/ 854869 h 969655"/>
                <a:gd name="connsiteX6" fmla="*/ 78441 w 769859"/>
                <a:gd name="connsiteY6" fmla="*/ 895350 h 969655"/>
                <a:gd name="connsiteX7" fmla="*/ 171309 w 769859"/>
                <a:gd name="connsiteY7" fmla="*/ 750094 h 969655"/>
                <a:gd name="connsiteX8" fmla="*/ 2241 w 769859"/>
                <a:gd name="connsiteY8" fmla="*/ 790575 h 969655"/>
                <a:gd name="connsiteX9" fmla="*/ 154642 w 769859"/>
                <a:gd name="connsiteY9" fmla="*/ 650081 h 969655"/>
                <a:gd name="connsiteX10" fmla="*/ 23673 w 769859"/>
                <a:gd name="connsiteY10" fmla="*/ 654844 h 969655"/>
                <a:gd name="connsiteX11" fmla="*/ 361978 w 769859"/>
                <a:gd name="connsiteY11" fmla="*/ 585788 h 969655"/>
                <a:gd name="connsiteX12" fmla="*/ 447533 w 769859"/>
                <a:gd name="connsiteY12" fmla="*/ 200026 h 969655"/>
                <a:gd name="connsiteX13" fmla="*/ 411983 w 769859"/>
                <a:gd name="connsiteY13" fmla="*/ 164307 h 969655"/>
                <a:gd name="connsiteX0" fmla="*/ 411983 w 769859"/>
                <a:gd name="connsiteY0" fmla="*/ 164307 h 969655"/>
                <a:gd name="connsiteX1" fmla="*/ 716615 w 769859"/>
                <a:gd name="connsiteY1" fmla="*/ 0 h 969655"/>
                <a:gd name="connsiteX2" fmla="*/ 364191 w 769859"/>
                <a:gd name="connsiteY2" fmla="*/ 902495 h 969655"/>
                <a:gd name="connsiteX3" fmla="*/ 304659 w 769859"/>
                <a:gd name="connsiteY3" fmla="*/ 878681 h 969655"/>
                <a:gd name="connsiteX4" fmla="*/ 149878 w 769859"/>
                <a:gd name="connsiteY4" fmla="*/ 959644 h 969655"/>
                <a:gd name="connsiteX5" fmla="*/ 209409 w 769859"/>
                <a:gd name="connsiteY5" fmla="*/ 854869 h 969655"/>
                <a:gd name="connsiteX6" fmla="*/ 78441 w 769859"/>
                <a:gd name="connsiteY6" fmla="*/ 895350 h 969655"/>
                <a:gd name="connsiteX7" fmla="*/ 171309 w 769859"/>
                <a:gd name="connsiteY7" fmla="*/ 750094 h 969655"/>
                <a:gd name="connsiteX8" fmla="*/ 2241 w 769859"/>
                <a:gd name="connsiteY8" fmla="*/ 790575 h 969655"/>
                <a:gd name="connsiteX9" fmla="*/ 154642 w 769859"/>
                <a:gd name="connsiteY9" fmla="*/ 650081 h 969655"/>
                <a:gd name="connsiteX10" fmla="*/ 23673 w 769859"/>
                <a:gd name="connsiteY10" fmla="*/ 654844 h 969655"/>
                <a:gd name="connsiteX11" fmla="*/ 361978 w 769859"/>
                <a:gd name="connsiteY11" fmla="*/ 585788 h 969655"/>
                <a:gd name="connsiteX12" fmla="*/ 447533 w 769859"/>
                <a:gd name="connsiteY12" fmla="*/ 200026 h 969655"/>
                <a:gd name="connsiteX13" fmla="*/ 411983 w 769859"/>
                <a:gd name="connsiteY13" fmla="*/ 164307 h 969655"/>
                <a:gd name="connsiteX0" fmla="*/ 411983 w 769859"/>
                <a:gd name="connsiteY0" fmla="*/ 164307 h 969655"/>
                <a:gd name="connsiteX1" fmla="*/ 716615 w 769859"/>
                <a:gd name="connsiteY1" fmla="*/ 0 h 969655"/>
                <a:gd name="connsiteX2" fmla="*/ 364191 w 769859"/>
                <a:gd name="connsiteY2" fmla="*/ 902495 h 969655"/>
                <a:gd name="connsiteX3" fmla="*/ 304659 w 769859"/>
                <a:gd name="connsiteY3" fmla="*/ 878681 h 969655"/>
                <a:gd name="connsiteX4" fmla="*/ 149878 w 769859"/>
                <a:gd name="connsiteY4" fmla="*/ 959644 h 969655"/>
                <a:gd name="connsiteX5" fmla="*/ 209409 w 769859"/>
                <a:gd name="connsiteY5" fmla="*/ 854869 h 969655"/>
                <a:gd name="connsiteX6" fmla="*/ 78441 w 769859"/>
                <a:gd name="connsiteY6" fmla="*/ 895350 h 969655"/>
                <a:gd name="connsiteX7" fmla="*/ 171309 w 769859"/>
                <a:gd name="connsiteY7" fmla="*/ 750094 h 969655"/>
                <a:gd name="connsiteX8" fmla="*/ 2241 w 769859"/>
                <a:gd name="connsiteY8" fmla="*/ 790575 h 969655"/>
                <a:gd name="connsiteX9" fmla="*/ 154642 w 769859"/>
                <a:gd name="connsiteY9" fmla="*/ 650081 h 969655"/>
                <a:gd name="connsiteX10" fmla="*/ 23673 w 769859"/>
                <a:gd name="connsiteY10" fmla="*/ 654844 h 969655"/>
                <a:gd name="connsiteX11" fmla="*/ 361978 w 769859"/>
                <a:gd name="connsiteY11" fmla="*/ 585788 h 969655"/>
                <a:gd name="connsiteX12" fmla="*/ 447533 w 769859"/>
                <a:gd name="connsiteY12" fmla="*/ 200026 h 969655"/>
                <a:gd name="connsiteX13" fmla="*/ 411983 w 769859"/>
                <a:gd name="connsiteY13" fmla="*/ 164307 h 969655"/>
                <a:gd name="connsiteX0" fmla="*/ 411983 w 769859"/>
                <a:gd name="connsiteY0" fmla="*/ 164307 h 969655"/>
                <a:gd name="connsiteX1" fmla="*/ 716615 w 769859"/>
                <a:gd name="connsiteY1" fmla="*/ 0 h 969655"/>
                <a:gd name="connsiteX2" fmla="*/ 364191 w 769859"/>
                <a:gd name="connsiteY2" fmla="*/ 902495 h 969655"/>
                <a:gd name="connsiteX3" fmla="*/ 304659 w 769859"/>
                <a:gd name="connsiteY3" fmla="*/ 878681 h 969655"/>
                <a:gd name="connsiteX4" fmla="*/ 149878 w 769859"/>
                <a:gd name="connsiteY4" fmla="*/ 959644 h 969655"/>
                <a:gd name="connsiteX5" fmla="*/ 209409 w 769859"/>
                <a:gd name="connsiteY5" fmla="*/ 854869 h 969655"/>
                <a:gd name="connsiteX6" fmla="*/ 78441 w 769859"/>
                <a:gd name="connsiteY6" fmla="*/ 895350 h 969655"/>
                <a:gd name="connsiteX7" fmla="*/ 171309 w 769859"/>
                <a:gd name="connsiteY7" fmla="*/ 750094 h 969655"/>
                <a:gd name="connsiteX8" fmla="*/ 2241 w 769859"/>
                <a:gd name="connsiteY8" fmla="*/ 790575 h 969655"/>
                <a:gd name="connsiteX9" fmla="*/ 154642 w 769859"/>
                <a:gd name="connsiteY9" fmla="*/ 650081 h 969655"/>
                <a:gd name="connsiteX10" fmla="*/ 23673 w 769859"/>
                <a:gd name="connsiteY10" fmla="*/ 654844 h 969655"/>
                <a:gd name="connsiteX11" fmla="*/ 361978 w 769859"/>
                <a:gd name="connsiteY11" fmla="*/ 585788 h 969655"/>
                <a:gd name="connsiteX12" fmla="*/ 447533 w 769859"/>
                <a:gd name="connsiteY12" fmla="*/ 200026 h 969655"/>
                <a:gd name="connsiteX13" fmla="*/ 411983 w 769859"/>
                <a:gd name="connsiteY13" fmla="*/ 164307 h 969655"/>
                <a:gd name="connsiteX0" fmla="*/ 411983 w 769859"/>
                <a:gd name="connsiteY0" fmla="*/ 164307 h 969655"/>
                <a:gd name="connsiteX1" fmla="*/ 716615 w 769859"/>
                <a:gd name="connsiteY1" fmla="*/ 0 h 969655"/>
                <a:gd name="connsiteX2" fmla="*/ 364191 w 769859"/>
                <a:gd name="connsiteY2" fmla="*/ 902495 h 969655"/>
                <a:gd name="connsiteX3" fmla="*/ 304659 w 769859"/>
                <a:gd name="connsiteY3" fmla="*/ 878681 h 969655"/>
                <a:gd name="connsiteX4" fmla="*/ 149878 w 769859"/>
                <a:gd name="connsiteY4" fmla="*/ 959644 h 969655"/>
                <a:gd name="connsiteX5" fmla="*/ 209409 w 769859"/>
                <a:gd name="connsiteY5" fmla="*/ 854869 h 969655"/>
                <a:gd name="connsiteX6" fmla="*/ 78441 w 769859"/>
                <a:gd name="connsiteY6" fmla="*/ 895350 h 969655"/>
                <a:gd name="connsiteX7" fmla="*/ 171309 w 769859"/>
                <a:gd name="connsiteY7" fmla="*/ 750094 h 969655"/>
                <a:gd name="connsiteX8" fmla="*/ 2241 w 769859"/>
                <a:gd name="connsiteY8" fmla="*/ 790575 h 969655"/>
                <a:gd name="connsiteX9" fmla="*/ 154642 w 769859"/>
                <a:gd name="connsiteY9" fmla="*/ 650081 h 969655"/>
                <a:gd name="connsiteX10" fmla="*/ 23673 w 769859"/>
                <a:gd name="connsiteY10" fmla="*/ 654844 h 969655"/>
                <a:gd name="connsiteX11" fmla="*/ 361978 w 769859"/>
                <a:gd name="connsiteY11" fmla="*/ 585788 h 969655"/>
                <a:gd name="connsiteX12" fmla="*/ 447533 w 769859"/>
                <a:gd name="connsiteY12" fmla="*/ 200026 h 969655"/>
                <a:gd name="connsiteX13" fmla="*/ 411983 w 769859"/>
                <a:gd name="connsiteY13" fmla="*/ 164307 h 969655"/>
                <a:gd name="connsiteX0" fmla="*/ 411983 w 769859"/>
                <a:gd name="connsiteY0" fmla="*/ 164307 h 969655"/>
                <a:gd name="connsiteX1" fmla="*/ 716615 w 769859"/>
                <a:gd name="connsiteY1" fmla="*/ 0 h 969655"/>
                <a:gd name="connsiteX2" fmla="*/ 364191 w 769859"/>
                <a:gd name="connsiteY2" fmla="*/ 902495 h 969655"/>
                <a:gd name="connsiteX3" fmla="*/ 304659 w 769859"/>
                <a:gd name="connsiteY3" fmla="*/ 878681 h 969655"/>
                <a:gd name="connsiteX4" fmla="*/ 149878 w 769859"/>
                <a:gd name="connsiteY4" fmla="*/ 959644 h 969655"/>
                <a:gd name="connsiteX5" fmla="*/ 209409 w 769859"/>
                <a:gd name="connsiteY5" fmla="*/ 854869 h 969655"/>
                <a:gd name="connsiteX6" fmla="*/ 78441 w 769859"/>
                <a:gd name="connsiteY6" fmla="*/ 895350 h 969655"/>
                <a:gd name="connsiteX7" fmla="*/ 171309 w 769859"/>
                <a:gd name="connsiteY7" fmla="*/ 750094 h 969655"/>
                <a:gd name="connsiteX8" fmla="*/ 2241 w 769859"/>
                <a:gd name="connsiteY8" fmla="*/ 790575 h 969655"/>
                <a:gd name="connsiteX9" fmla="*/ 154642 w 769859"/>
                <a:gd name="connsiteY9" fmla="*/ 650081 h 969655"/>
                <a:gd name="connsiteX10" fmla="*/ 23673 w 769859"/>
                <a:gd name="connsiteY10" fmla="*/ 654844 h 969655"/>
                <a:gd name="connsiteX11" fmla="*/ 361978 w 769859"/>
                <a:gd name="connsiteY11" fmla="*/ 585788 h 969655"/>
                <a:gd name="connsiteX12" fmla="*/ 447533 w 769859"/>
                <a:gd name="connsiteY12" fmla="*/ 200026 h 969655"/>
                <a:gd name="connsiteX13" fmla="*/ 411983 w 769859"/>
                <a:gd name="connsiteY13" fmla="*/ 164307 h 969655"/>
                <a:gd name="connsiteX0" fmla="*/ 411983 w 769859"/>
                <a:gd name="connsiteY0" fmla="*/ 164307 h 969655"/>
                <a:gd name="connsiteX1" fmla="*/ 716615 w 769859"/>
                <a:gd name="connsiteY1" fmla="*/ 0 h 969655"/>
                <a:gd name="connsiteX2" fmla="*/ 364191 w 769859"/>
                <a:gd name="connsiteY2" fmla="*/ 902495 h 969655"/>
                <a:gd name="connsiteX3" fmla="*/ 304659 w 769859"/>
                <a:gd name="connsiteY3" fmla="*/ 878681 h 969655"/>
                <a:gd name="connsiteX4" fmla="*/ 149878 w 769859"/>
                <a:gd name="connsiteY4" fmla="*/ 959644 h 969655"/>
                <a:gd name="connsiteX5" fmla="*/ 209409 w 769859"/>
                <a:gd name="connsiteY5" fmla="*/ 854869 h 969655"/>
                <a:gd name="connsiteX6" fmla="*/ 78441 w 769859"/>
                <a:gd name="connsiteY6" fmla="*/ 895350 h 969655"/>
                <a:gd name="connsiteX7" fmla="*/ 171309 w 769859"/>
                <a:gd name="connsiteY7" fmla="*/ 750094 h 969655"/>
                <a:gd name="connsiteX8" fmla="*/ 2241 w 769859"/>
                <a:gd name="connsiteY8" fmla="*/ 790575 h 969655"/>
                <a:gd name="connsiteX9" fmla="*/ 154642 w 769859"/>
                <a:gd name="connsiteY9" fmla="*/ 650081 h 969655"/>
                <a:gd name="connsiteX10" fmla="*/ 23673 w 769859"/>
                <a:gd name="connsiteY10" fmla="*/ 654844 h 969655"/>
                <a:gd name="connsiteX11" fmla="*/ 361978 w 769859"/>
                <a:gd name="connsiteY11" fmla="*/ 585788 h 969655"/>
                <a:gd name="connsiteX12" fmla="*/ 447533 w 769859"/>
                <a:gd name="connsiteY12" fmla="*/ 200026 h 969655"/>
                <a:gd name="connsiteX13" fmla="*/ 411983 w 769859"/>
                <a:gd name="connsiteY13" fmla="*/ 164307 h 969655"/>
                <a:gd name="connsiteX0" fmla="*/ 411983 w 769859"/>
                <a:gd name="connsiteY0" fmla="*/ 164307 h 971905"/>
                <a:gd name="connsiteX1" fmla="*/ 716615 w 769859"/>
                <a:gd name="connsiteY1" fmla="*/ 0 h 971905"/>
                <a:gd name="connsiteX2" fmla="*/ 364191 w 769859"/>
                <a:gd name="connsiteY2" fmla="*/ 902495 h 971905"/>
                <a:gd name="connsiteX3" fmla="*/ 304659 w 769859"/>
                <a:gd name="connsiteY3" fmla="*/ 878681 h 971905"/>
                <a:gd name="connsiteX4" fmla="*/ 157022 w 769859"/>
                <a:gd name="connsiteY4" fmla="*/ 962026 h 971905"/>
                <a:gd name="connsiteX5" fmla="*/ 209409 w 769859"/>
                <a:gd name="connsiteY5" fmla="*/ 854869 h 971905"/>
                <a:gd name="connsiteX6" fmla="*/ 78441 w 769859"/>
                <a:gd name="connsiteY6" fmla="*/ 895350 h 971905"/>
                <a:gd name="connsiteX7" fmla="*/ 171309 w 769859"/>
                <a:gd name="connsiteY7" fmla="*/ 750094 h 971905"/>
                <a:gd name="connsiteX8" fmla="*/ 2241 w 769859"/>
                <a:gd name="connsiteY8" fmla="*/ 790575 h 971905"/>
                <a:gd name="connsiteX9" fmla="*/ 154642 w 769859"/>
                <a:gd name="connsiteY9" fmla="*/ 650081 h 971905"/>
                <a:gd name="connsiteX10" fmla="*/ 23673 w 769859"/>
                <a:gd name="connsiteY10" fmla="*/ 654844 h 971905"/>
                <a:gd name="connsiteX11" fmla="*/ 361978 w 769859"/>
                <a:gd name="connsiteY11" fmla="*/ 585788 h 971905"/>
                <a:gd name="connsiteX12" fmla="*/ 447533 w 769859"/>
                <a:gd name="connsiteY12" fmla="*/ 200026 h 971905"/>
                <a:gd name="connsiteX13" fmla="*/ 411983 w 769859"/>
                <a:gd name="connsiteY13" fmla="*/ 164307 h 971905"/>
                <a:gd name="connsiteX0" fmla="*/ 411983 w 769859"/>
                <a:gd name="connsiteY0" fmla="*/ 164307 h 971905"/>
                <a:gd name="connsiteX1" fmla="*/ 716615 w 769859"/>
                <a:gd name="connsiteY1" fmla="*/ 0 h 971905"/>
                <a:gd name="connsiteX2" fmla="*/ 364191 w 769859"/>
                <a:gd name="connsiteY2" fmla="*/ 902495 h 971905"/>
                <a:gd name="connsiteX3" fmla="*/ 304659 w 769859"/>
                <a:gd name="connsiteY3" fmla="*/ 878681 h 971905"/>
                <a:gd name="connsiteX4" fmla="*/ 157022 w 769859"/>
                <a:gd name="connsiteY4" fmla="*/ 962026 h 971905"/>
                <a:gd name="connsiteX5" fmla="*/ 209409 w 769859"/>
                <a:gd name="connsiteY5" fmla="*/ 854869 h 971905"/>
                <a:gd name="connsiteX6" fmla="*/ 78441 w 769859"/>
                <a:gd name="connsiteY6" fmla="*/ 895350 h 971905"/>
                <a:gd name="connsiteX7" fmla="*/ 171309 w 769859"/>
                <a:gd name="connsiteY7" fmla="*/ 750094 h 971905"/>
                <a:gd name="connsiteX8" fmla="*/ 2241 w 769859"/>
                <a:gd name="connsiteY8" fmla="*/ 790575 h 971905"/>
                <a:gd name="connsiteX9" fmla="*/ 154642 w 769859"/>
                <a:gd name="connsiteY9" fmla="*/ 650081 h 971905"/>
                <a:gd name="connsiteX10" fmla="*/ 23673 w 769859"/>
                <a:gd name="connsiteY10" fmla="*/ 654844 h 971905"/>
                <a:gd name="connsiteX11" fmla="*/ 361978 w 769859"/>
                <a:gd name="connsiteY11" fmla="*/ 585788 h 971905"/>
                <a:gd name="connsiteX12" fmla="*/ 447533 w 769859"/>
                <a:gd name="connsiteY12" fmla="*/ 200026 h 971905"/>
                <a:gd name="connsiteX13" fmla="*/ 411983 w 769859"/>
                <a:gd name="connsiteY13" fmla="*/ 164307 h 971905"/>
                <a:gd name="connsiteX0" fmla="*/ 411983 w 769859"/>
                <a:gd name="connsiteY0" fmla="*/ 164307 h 965898"/>
                <a:gd name="connsiteX1" fmla="*/ 716615 w 769859"/>
                <a:gd name="connsiteY1" fmla="*/ 0 h 965898"/>
                <a:gd name="connsiteX2" fmla="*/ 364191 w 769859"/>
                <a:gd name="connsiteY2" fmla="*/ 902495 h 965898"/>
                <a:gd name="connsiteX3" fmla="*/ 304659 w 769859"/>
                <a:gd name="connsiteY3" fmla="*/ 878681 h 965898"/>
                <a:gd name="connsiteX4" fmla="*/ 157022 w 769859"/>
                <a:gd name="connsiteY4" fmla="*/ 962026 h 965898"/>
                <a:gd name="connsiteX5" fmla="*/ 209409 w 769859"/>
                <a:gd name="connsiteY5" fmla="*/ 854869 h 965898"/>
                <a:gd name="connsiteX6" fmla="*/ 78441 w 769859"/>
                <a:gd name="connsiteY6" fmla="*/ 895350 h 965898"/>
                <a:gd name="connsiteX7" fmla="*/ 171309 w 769859"/>
                <a:gd name="connsiteY7" fmla="*/ 750094 h 965898"/>
                <a:gd name="connsiteX8" fmla="*/ 2241 w 769859"/>
                <a:gd name="connsiteY8" fmla="*/ 790575 h 965898"/>
                <a:gd name="connsiteX9" fmla="*/ 154642 w 769859"/>
                <a:gd name="connsiteY9" fmla="*/ 650081 h 965898"/>
                <a:gd name="connsiteX10" fmla="*/ 23673 w 769859"/>
                <a:gd name="connsiteY10" fmla="*/ 654844 h 965898"/>
                <a:gd name="connsiteX11" fmla="*/ 361978 w 769859"/>
                <a:gd name="connsiteY11" fmla="*/ 585788 h 965898"/>
                <a:gd name="connsiteX12" fmla="*/ 447533 w 769859"/>
                <a:gd name="connsiteY12" fmla="*/ 200026 h 965898"/>
                <a:gd name="connsiteX13" fmla="*/ 411983 w 769859"/>
                <a:gd name="connsiteY13" fmla="*/ 164307 h 965898"/>
                <a:gd name="connsiteX0" fmla="*/ 411983 w 769859"/>
                <a:gd name="connsiteY0" fmla="*/ 164307 h 965898"/>
                <a:gd name="connsiteX1" fmla="*/ 716615 w 769859"/>
                <a:gd name="connsiteY1" fmla="*/ 0 h 965898"/>
                <a:gd name="connsiteX2" fmla="*/ 364191 w 769859"/>
                <a:gd name="connsiteY2" fmla="*/ 902495 h 965898"/>
                <a:gd name="connsiteX3" fmla="*/ 304659 w 769859"/>
                <a:gd name="connsiteY3" fmla="*/ 878681 h 965898"/>
                <a:gd name="connsiteX4" fmla="*/ 157022 w 769859"/>
                <a:gd name="connsiteY4" fmla="*/ 962026 h 965898"/>
                <a:gd name="connsiteX5" fmla="*/ 209409 w 769859"/>
                <a:gd name="connsiteY5" fmla="*/ 854869 h 965898"/>
                <a:gd name="connsiteX6" fmla="*/ 78441 w 769859"/>
                <a:gd name="connsiteY6" fmla="*/ 895350 h 965898"/>
                <a:gd name="connsiteX7" fmla="*/ 171309 w 769859"/>
                <a:gd name="connsiteY7" fmla="*/ 750094 h 965898"/>
                <a:gd name="connsiteX8" fmla="*/ 2241 w 769859"/>
                <a:gd name="connsiteY8" fmla="*/ 790575 h 965898"/>
                <a:gd name="connsiteX9" fmla="*/ 154642 w 769859"/>
                <a:gd name="connsiteY9" fmla="*/ 650081 h 965898"/>
                <a:gd name="connsiteX10" fmla="*/ 23673 w 769859"/>
                <a:gd name="connsiteY10" fmla="*/ 654844 h 965898"/>
                <a:gd name="connsiteX11" fmla="*/ 361978 w 769859"/>
                <a:gd name="connsiteY11" fmla="*/ 585788 h 965898"/>
                <a:gd name="connsiteX12" fmla="*/ 447533 w 769859"/>
                <a:gd name="connsiteY12" fmla="*/ 200026 h 965898"/>
                <a:gd name="connsiteX13" fmla="*/ 411983 w 769859"/>
                <a:gd name="connsiteY13" fmla="*/ 164307 h 965898"/>
                <a:gd name="connsiteX0" fmla="*/ 411983 w 769859"/>
                <a:gd name="connsiteY0" fmla="*/ 164307 h 965898"/>
                <a:gd name="connsiteX1" fmla="*/ 716615 w 769859"/>
                <a:gd name="connsiteY1" fmla="*/ 0 h 965898"/>
                <a:gd name="connsiteX2" fmla="*/ 364191 w 769859"/>
                <a:gd name="connsiteY2" fmla="*/ 902495 h 965898"/>
                <a:gd name="connsiteX3" fmla="*/ 304659 w 769859"/>
                <a:gd name="connsiteY3" fmla="*/ 878681 h 965898"/>
                <a:gd name="connsiteX4" fmla="*/ 157022 w 769859"/>
                <a:gd name="connsiteY4" fmla="*/ 962026 h 965898"/>
                <a:gd name="connsiteX5" fmla="*/ 209409 w 769859"/>
                <a:gd name="connsiteY5" fmla="*/ 854869 h 965898"/>
                <a:gd name="connsiteX6" fmla="*/ 78441 w 769859"/>
                <a:gd name="connsiteY6" fmla="*/ 895350 h 965898"/>
                <a:gd name="connsiteX7" fmla="*/ 177659 w 769859"/>
                <a:gd name="connsiteY7" fmla="*/ 759619 h 965898"/>
                <a:gd name="connsiteX8" fmla="*/ 2241 w 769859"/>
                <a:gd name="connsiteY8" fmla="*/ 790575 h 965898"/>
                <a:gd name="connsiteX9" fmla="*/ 154642 w 769859"/>
                <a:gd name="connsiteY9" fmla="*/ 650081 h 965898"/>
                <a:gd name="connsiteX10" fmla="*/ 23673 w 769859"/>
                <a:gd name="connsiteY10" fmla="*/ 654844 h 965898"/>
                <a:gd name="connsiteX11" fmla="*/ 361978 w 769859"/>
                <a:gd name="connsiteY11" fmla="*/ 585788 h 965898"/>
                <a:gd name="connsiteX12" fmla="*/ 447533 w 769859"/>
                <a:gd name="connsiteY12" fmla="*/ 200026 h 965898"/>
                <a:gd name="connsiteX13" fmla="*/ 411983 w 769859"/>
                <a:gd name="connsiteY13" fmla="*/ 164307 h 965898"/>
                <a:gd name="connsiteX0" fmla="*/ 411983 w 769859"/>
                <a:gd name="connsiteY0" fmla="*/ 164307 h 965898"/>
                <a:gd name="connsiteX1" fmla="*/ 716615 w 769859"/>
                <a:gd name="connsiteY1" fmla="*/ 0 h 965898"/>
                <a:gd name="connsiteX2" fmla="*/ 364191 w 769859"/>
                <a:gd name="connsiteY2" fmla="*/ 902495 h 965898"/>
                <a:gd name="connsiteX3" fmla="*/ 304659 w 769859"/>
                <a:gd name="connsiteY3" fmla="*/ 878681 h 965898"/>
                <a:gd name="connsiteX4" fmla="*/ 157022 w 769859"/>
                <a:gd name="connsiteY4" fmla="*/ 962026 h 965898"/>
                <a:gd name="connsiteX5" fmla="*/ 209409 w 769859"/>
                <a:gd name="connsiteY5" fmla="*/ 854869 h 965898"/>
                <a:gd name="connsiteX6" fmla="*/ 78441 w 769859"/>
                <a:gd name="connsiteY6" fmla="*/ 895350 h 965898"/>
                <a:gd name="connsiteX7" fmla="*/ 177659 w 769859"/>
                <a:gd name="connsiteY7" fmla="*/ 759619 h 965898"/>
                <a:gd name="connsiteX8" fmla="*/ 2241 w 769859"/>
                <a:gd name="connsiteY8" fmla="*/ 790575 h 965898"/>
                <a:gd name="connsiteX9" fmla="*/ 154642 w 769859"/>
                <a:gd name="connsiteY9" fmla="*/ 650081 h 965898"/>
                <a:gd name="connsiteX10" fmla="*/ 23673 w 769859"/>
                <a:gd name="connsiteY10" fmla="*/ 654844 h 965898"/>
                <a:gd name="connsiteX11" fmla="*/ 361978 w 769859"/>
                <a:gd name="connsiteY11" fmla="*/ 585788 h 965898"/>
                <a:gd name="connsiteX12" fmla="*/ 447533 w 769859"/>
                <a:gd name="connsiteY12" fmla="*/ 200026 h 965898"/>
                <a:gd name="connsiteX13" fmla="*/ 411983 w 769859"/>
                <a:gd name="connsiteY13" fmla="*/ 164307 h 965898"/>
                <a:gd name="connsiteX0" fmla="*/ 411983 w 769859"/>
                <a:gd name="connsiteY0" fmla="*/ 164307 h 965898"/>
                <a:gd name="connsiteX1" fmla="*/ 716615 w 769859"/>
                <a:gd name="connsiteY1" fmla="*/ 0 h 965898"/>
                <a:gd name="connsiteX2" fmla="*/ 364191 w 769859"/>
                <a:gd name="connsiteY2" fmla="*/ 902495 h 965898"/>
                <a:gd name="connsiteX3" fmla="*/ 304659 w 769859"/>
                <a:gd name="connsiteY3" fmla="*/ 878681 h 965898"/>
                <a:gd name="connsiteX4" fmla="*/ 157022 w 769859"/>
                <a:gd name="connsiteY4" fmla="*/ 962026 h 965898"/>
                <a:gd name="connsiteX5" fmla="*/ 209409 w 769859"/>
                <a:gd name="connsiteY5" fmla="*/ 854869 h 965898"/>
                <a:gd name="connsiteX6" fmla="*/ 78441 w 769859"/>
                <a:gd name="connsiteY6" fmla="*/ 895350 h 965898"/>
                <a:gd name="connsiteX7" fmla="*/ 177659 w 769859"/>
                <a:gd name="connsiteY7" fmla="*/ 759619 h 965898"/>
                <a:gd name="connsiteX8" fmla="*/ 2241 w 769859"/>
                <a:gd name="connsiteY8" fmla="*/ 790575 h 965898"/>
                <a:gd name="connsiteX9" fmla="*/ 154642 w 769859"/>
                <a:gd name="connsiteY9" fmla="*/ 650081 h 965898"/>
                <a:gd name="connsiteX10" fmla="*/ 23673 w 769859"/>
                <a:gd name="connsiteY10" fmla="*/ 654844 h 965898"/>
                <a:gd name="connsiteX11" fmla="*/ 361978 w 769859"/>
                <a:gd name="connsiteY11" fmla="*/ 585788 h 965898"/>
                <a:gd name="connsiteX12" fmla="*/ 447533 w 769859"/>
                <a:gd name="connsiteY12" fmla="*/ 200026 h 965898"/>
                <a:gd name="connsiteX13" fmla="*/ 411983 w 769859"/>
                <a:gd name="connsiteY13" fmla="*/ 164307 h 965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9859" h="965898">
                  <a:moveTo>
                    <a:pt x="411983" y="164307"/>
                  </a:moveTo>
                  <a:lnTo>
                    <a:pt x="716615" y="0"/>
                  </a:lnTo>
                  <a:cubicBezTo>
                    <a:pt x="856315" y="105569"/>
                    <a:pt x="715029" y="635000"/>
                    <a:pt x="364191" y="902495"/>
                  </a:cubicBezTo>
                  <a:cubicBezTo>
                    <a:pt x="343157" y="904876"/>
                    <a:pt x="314553" y="914796"/>
                    <a:pt x="304659" y="878681"/>
                  </a:cubicBezTo>
                  <a:cubicBezTo>
                    <a:pt x="296325" y="862012"/>
                    <a:pt x="192713" y="989410"/>
                    <a:pt x="157022" y="962026"/>
                  </a:cubicBezTo>
                  <a:cubicBezTo>
                    <a:pt x="132813" y="936626"/>
                    <a:pt x="174059" y="917178"/>
                    <a:pt x="209409" y="854869"/>
                  </a:cubicBezTo>
                  <a:cubicBezTo>
                    <a:pt x="229253" y="820738"/>
                    <a:pt x="107781" y="920353"/>
                    <a:pt x="78441" y="895350"/>
                  </a:cubicBezTo>
                  <a:cubicBezTo>
                    <a:pt x="56215" y="852487"/>
                    <a:pt x="130403" y="811213"/>
                    <a:pt x="177659" y="759619"/>
                  </a:cubicBezTo>
                  <a:cubicBezTo>
                    <a:pt x="209012" y="724694"/>
                    <a:pt x="27613" y="827484"/>
                    <a:pt x="2241" y="790575"/>
                  </a:cubicBezTo>
                  <a:cubicBezTo>
                    <a:pt x="-17205" y="750887"/>
                    <a:pt x="94686" y="684212"/>
                    <a:pt x="154642" y="650081"/>
                  </a:cubicBezTo>
                  <a:cubicBezTo>
                    <a:pt x="200282" y="624681"/>
                    <a:pt x="27216" y="715565"/>
                    <a:pt x="23673" y="654844"/>
                  </a:cubicBezTo>
                  <a:cubicBezTo>
                    <a:pt x="27272" y="596503"/>
                    <a:pt x="238153" y="465932"/>
                    <a:pt x="361978" y="585788"/>
                  </a:cubicBezTo>
                  <a:cubicBezTo>
                    <a:pt x="428597" y="433388"/>
                    <a:pt x="457114" y="233363"/>
                    <a:pt x="447533" y="200026"/>
                  </a:cubicBezTo>
                  <a:lnTo>
                    <a:pt x="411983" y="164307"/>
                  </a:lnTo>
                  <a:close/>
                </a:path>
              </a:pathLst>
            </a:custGeom>
            <a:solidFill>
              <a:srgbClr val="EAB57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3CA2308-5FAD-4B35-9766-17156100F444}"/>
                </a:ext>
              </a:extLst>
            </p:cNvPr>
            <p:cNvSpPr/>
            <p:nvPr/>
          </p:nvSpPr>
          <p:spPr>
            <a:xfrm>
              <a:off x="4868027" y="2049717"/>
              <a:ext cx="1025499" cy="1425582"/>
            </a:xfrm>
            <a:custGeom>
              <a:avLst/>
              <a:gdLst>
                <a:gd name="connsiteX0" fmla="*/ 0 w 200026"/>
                <a:gd name="connsiteY0" fmla="*/ 0 h 262992"/>
                <a:gd name="connsiteX1" fmla="*/ 200026 w 200026"/>
                <a:gd name="connsiteY1" fmla="*/ 0 h 262992"/>
                <a:gd name="connsiteX2" fmla="*/ 200026 w 200026"/>
                <a:gd name="connsiteY2" fmla="*/ 262992 h 262992"/>
                <a:gd name="connsiteX3" fmla="*/ 0 w 200026"/>
                <a:gd name="connsiteY3" fmla="*/ 262992 h 262992"/>
                <a:gd name="connsiteX4" fmla="*/ 0 w 200026"/>
                <a:gd name="connsiteY4" fmla="*/ 0 h 262992"/>
                <a:gd name="connsiteX0" fmla="*/ 0 w 214314"/>
                <a:gd name="connsiteY0" fmla="*/ 0 h 262992"/>
                <a:gd name="connsiteX1" fmla="*/ 214314 w 214314"/>
                <a:gd name="connsiteY1" fmla="*/ 11906 h 262992"/>
                <a:gd name="connsiteX2" fmla="*/ 200026 w 214314"/>
                <a:gd name="connsiteY2" fmla="*/ 262992 h 262992"/>
                <a:gd name="connsiteX3" fmla="*/ 0 w 214314"/>
                <a:gd name="connsiteY3" fmla="*/ 262992 h 262992"/>
                <a:gd name="connsiteX4" fmla="*/ 0 w 214314"/>
                <a:gd name="connsiteY4" fmla="*/ 0 h 262992"/>
                <a:gd name="connsiteX0" fmla="*/ 0 w 214314"/>
                <a:gd name="connsiteY0" fmla="*/ 0 h 403486"/>
                <a:gd name="connsiteX1" fmla="*/ 214314 w 214314"/>
                <a:gd name="connsiteY1" fmla="*/ 11906 h 403486"/>
                <a:gd name="connsiteX2" fmla="*/ 202407 w 214314"/>
                <a:gd name="connsiteY2" fmla="*/ 403486 h 403486"/>
                <a:gd name="connsiteX3" fmla="*/ 0 w 214314"/>
                <a:gd name="connsiteY3" fmla="*/ 262992 h 403486"/>
                <a:gd name="connsiteX4" fmla="*/ 0 w 214314"/>
                <a:gd name="connsiteY4" fmla="*/ 0 h 403486"/>
                <a:gd name="connsiteX0" fmla="*/ 0 w 433389"/>
                <a:gd name="connsiteY0" fmla="*/ 0 h 846399"/>
                <a:gd name="connsiteX1" fmla="*/ 433389 w 433389"/>
                <a:gd name="connsiteY1" fmla="*/ 454819 h 846399"/>
                <a:gd name="connsiteX2" fmla="*/ 421482 w 433389"/>
                <a:gd name="connsiteY2" fmla="*/ 846399 h 846399"/>
                <a:gd name="connsiteX3" fmla="*/ 219075 w 433389"/>
                <a:gd name="connsiteY3" fmla="*/ 705905 h 846399"/>
                <a:gd name="connsiteX4" fmla="*/ 0 w 433389"/>
                <a:gd name="connsiteY4" fmla="*/ 0 h 846399"/>
                <a:gd name="connsiteX0" fmla="*/ 211931 w 645320"/>
                <a:gd name="connsiteY0" fmla="*/ 0 h 846399"/>
                <a:gd name="connsiteX1" fmla="*/ 645320 w 645320"/>
                <a:gd name="connsiteY1" fmla="*/ 454819 h 846399"/>
                <a:gd name="connsiteX2" fmla="*/ 633413 w 645320"/>
                <a:gd name="connsiteY2" fmla="*/ 846399 h 846399"/>
                <a:gd name="connsiteX3" fmla="*/ 0 w 645320"/>
                <a:gd name="connsiteY3" fmla="*/ 65349 h 846399"/>
                <a:gd name="connsiteX4" fmla="*/ 211931 w 645320"/>
                <a:gd name="connsiteY4" fmla="*/ 0 h 846399"/>
                <a:gd name="connsiteX0" fmla="*/ 211931 w 645320"/>
                <a:gd name="connsiteY0" fmla="*/ 0 h 832111"/>
                <a:gd name="connsiteX1" fmla="*/ 645320 w 645320"/>
                <a:gd name="connsiteY1" fmla="*/ 454819 h 832111"/>
                <a:gd name="connsiteX2" fmla="*/ 633413 w 645320"/>
                <a:gd name="connsiteY2" fmla="*/ 832111 h 832111"/>
                <a:gd name="connsiteX3" fmla="*/ 0 w 645320"/>
                <a:gd name="connsiteY3" fmla="*/ 65349 h 832111"/>
                <a:gd name="connsiteX4" fmla="*/ 211931 w 645320"/>
                <a:gd name="connsiteY4" fmla="*/ 0 h 832111"/>
                <a:gd name="connsiteX0" fmla="*/ 211931 w 645320"/>
                <a:gd name="connsiteY0" fmla="*/ 0 h 832111"/>
                <a:gd name="connsiteX1" fmla="*/ 645320 w 645320"/>
                <a:gd name="connsiteY1" fmla="*/ 454819 h 832111"/>
                <a:gd name="connsiteX2" fmla="*/ 633413 w 645320"/>
                <a:gd name="connsiteY2" fmla="*/ 832111 h 832111"/>
                <a:gd name="connsiteX3" fmla="*/ 0 w 645320"/>
                <a:gd name="connsiteY3" fmla="*/ 65349 h 832111"/>
                <a:gd name="connsiteX4" fmla="*/ 211931 w 645320"/>
                <a:gd name="connsiteY4" fmla="*/ 0 h 832111"/>
                <a:gd name="connsiteX0" fmla="*/ 178594 w 645320"/>
                <a:gd name="connsiteY0" fmla="*/ 0 h 889261"/>
                <a:gd name="connsiteX1" fmla="*/ 645320 w 645320"/>
                <a:gd name="connsiteY1" fmla="*/ 511969 h 889261"/>
                <a:gd name="connsiteX2" fmla="*/ 633413 w 645320"/>
                <a:gd name="connsiteY2" fmla="*/ 889261 h 889261"/>
                <a:gd name="connsiteX3" fmla="*/ 0 w 645320"/>
                <a:gd name="connsiteY3" fmla="*/ 122499 h 889261"/>
                <a:gd name="connsiteX4" fmla="*/ 178594 w 645320"/>
                <a:gd name="connsiteY4" fmla="*/ 0 h 889261"/>
                <a:gd name="connsiteX0" fmla="*/ 557405 w 1024131"/>
                <a:gd name="connsiteY0" fmla="*/ 204788 h 1094049"/>
                <a:gd name="connsiteX1" fmla="*/ 1024131 w 1024131"/>
                <a:gd name="connsiteY1" fmla="*/ 716757 h 1094049"/>
                <a:gd name="connsiteX2" fmla="*/ 1012224 w 1024131"/>
                <a:gd name="connsiteY2" fmla="*/ 1094049 h 1094049"/>
                <a:gd name="connsiteX3" fmla="*/ 378811 w 1024131"/>
                <a:gd name="connsiteY3" fmla="*/ 327287 h 1094049"/>
                <a:gd name="connsiteX4" fmla="*/ 260 w 1024131"/>
                <a:gd name="connsiteY4" fmla="*/ 0 h 1094049"/>
                <a:gd name="connsiteX5" fmla="*/ 557405 w 1024131"/>
                <a:gd name="connsiteY5" fmla="*/ 204788 h 1094049"/>
                <a:gd name="connsiteX0" fmla="*/ 557405 w 1024131"/>
                <a:gd name="connsiteY0" fmla="*/ 204788 h 1094049"/>
                <a:gd name="connsiteX1" fmla="*/ 1024131 w 1024131"/>
                <a:gd name="connsiteY1" fmla="*/ 716757 h 1094049"/>
                <a:gd name="connsiteX2" fmla="*/ 1012224 w 1024131"/>
                <a:gd name="connsiteY2" fmla="*/ 1094049 h 1094049"/>
                <a:gd name="connsiteX3" fmla="*/ 378811 w 1024131"/>
                <a:gd name="connsiteY3" fmla="*/ 327287 h 1094049"/>
                <a:gd name="connsiteX4" fmla="*/ 260 w 1024131"/>
                <a:gd name="connsiteY4" fmla="*/ 0 h 1094049"/>
                <a:gd name="connsiteX5" fmla="*/ 190761 w 1024131"/>
                <a:gd name="connsiteY5" fmla="*/ 71438 h 1094049"/>
                <a:gd name="connsiteX6" fmla="*/ 557405 w 1024131"/>
                <a:gd name="connsiteY6" fmla="*/ 204788 h 1094049"/>
                <a:gd name="connsiteX0" fmla="*/ 557405 w 1024131"/>
                <a:gd name="connsiteY0" fmla="*/ 383469 h 1272730"/>
                <a:gd name="connsiteX1" fmla="*/ 1024131 w 1024131"/>
                <a:gd name="connsiteY1" fmla="*/ 895438 h 1272730"/>
                <a:gd name="connsiteX2" fmla="*/ 1012224 w 1024131"/>
                <a:gd name="connsiteY2" fmla="*/ 1272730 h 1272730"/>
                <a:gd name="connsiteX3" fmla="*/ 378811 w 1024131"/>
                <a:gd name="connsiteY3" fmla="*/ 505968 h 1272730"/>
                <a:gd name="connsiteX4" fmla="*/ 260 w 1024131"/>
                <a:gd name="connsiteY4" fmla="*/ 178681 h 1272730"/>
                <a:gd name="connsiteX5" fmla="*/ 190761 w 1024131"/>
                <a:gd name="connsiteY5" fmla="*/ 250119 h 1272730"/>
                <a:gd name="connsiteX6" fmla="*/ 71699 w 1024131"/>
                <a:gd name="connsiteY6" fmla="*/ 87 h 1272730"/>
                <a:gd name="connsiteX7" fmla="*/ 557405 w 1024131"/>
                <a:gd name="connsiteY7" fmla="*/ 383469 h 1272730"/>
                <a:gd name="connsiteX0" fmla="*/ 557405 w 1024131"/>
                <a:gd name="connsiteY0" fmla="*/ 383469 h 1272730"/>
                <a:gd name="connsiteX1" fmla="*/ 1024131 w 1024131"/>
                <a:gd name="connsiteY1" fmla="*/ 895438 h 1272730"/>
                <a:gd name="connsiteX2" fmla="*/ 1012224 w 1024131"/>
                <a:gd name="connsiteY2" fmla="*/ 1272730 h 1272730"/>
                <a:gd name="connsiteX3" fmla="*/ 378811 w 1024131"/>
                <a:gd name="connsiteY3" fmla="*/ 505968 h 1272730"/>
                <a:gd name="connsiteX4" fmla="*/ 260 w 1024131"/>
                <a:gd name="connsiteY4" fmla="*/ 178681 h 1272730"/>
                <a:gd name="connsiteX5" fmla="*/ 190761 w 1024131"/>
                <a:gd name="connsiteY5" fmla="*/ 250119 h 1272730"/>
                <a:gd name="connsiteX6" fmla="*/ 71699 w 1024131"/>
                <a:gd name="connsiteY6" fmla="*/ 87 h 1272730"/>
                <a:gd name="connsiteX7" fmla="*/ 262199 w 1024131"/>
                <a:gd name="connsiteY7" fmla="*/ 181062 h 1272730"/>
                <a:gd name="connsiteX8" fmla="*/ 557405 w 1024131"/>
                <a:gd name="connsiteY8" fmla="*/ 383469 h 1272730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557405 w 1024131"/>
                <a:gd name="connsiteY9" fmla="*/ 537432 h 1426693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369355 w 1024131"/>
                <a:gd name="connsiteY9" fmla="*/ 294545 h 1426693"/>
                <a:gd name="connsiteX10" fmla="*/ 557405 w 1024131"/>
                <a:gd name="connsiteY10" fmla="*/ 537432 h 1426693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369355 w 1024131"/>
                <a:gd name="connsiteY9" fmla="*/ 294545 h 1426693"/>
                <a:gd name="connsiteX10" fmla="*/ 402693 w 1024131"/>
                <a:gd name="connsiteY10" fmla="*/ 25464 h 1426693"/>
                <a:gd name="connsiteX11" fmla="*/ 557405 w 1024131"/>
                <a:gd name="connsiteY11" fmla="*/ 537432 h 1426693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369355 w 1024131"/>
                <a:gd name="connsiteY9" fmla="*/ 294545 h 1426693"/>
                <a:gd name="connsiteX10" fmla="*/ 402693 w 1024131"/>
                <a:gd name="connsiteY10" fmla="*/ 25464 h 1426693"/>
                <a:gd name="connsiteX11" fmla="*/ 478893 w 1024131"/>
                <a:gd name="connsiteY11" fmla="*/ 382651 h 1426693"/>
                <a:gd name="connsiteX12" fmla="*/ 557405 w 1024131"/>
                <a:gd name="connsiteY12" fmla="*/ 537432 h 1426693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369355 w 1024131"/>
                <a:gd name="connsiteY9" fmla="*/ 294545 h 1426693"/>
                <a:gd name="connsiteX10" fmla="*/ 402693 w 1024131"/>
                <a:gd name="connsiteY10" fmla="*/ 25464 h 1426693"/>
                <a:gd name="connsiteX11" fmla="*/ 478893 w 1024131"/>
                <a:gd name="connsiteY11" fmla="*/ 382651 h 1426693"/>
                <a:gd name="connsiteX12" fmla="*/ 624149 w 1024131"/>
                <a:gd name="connsiteY12" fmla="*/ 246920 h 1426693"/>
                <a:gd name="connsiteX13" fmla="*/ 557405 w 1024131"/>
                <a:gd name="connsiteY13" fmla="*/ 537432 h 1426693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369355 w 1024131"/>
                <a:gd name="connsiteY9" fmla="*/ 294545 h 1426693"/>
                <a:gd name="connsiteX10" fmla="*/ 402693 w 1024131"/>
                <a:gd name="connsiteY10" fmla="*/ 25464 h 1426693"/>
                <a:gd name="connsiteX11" fmla="*/ 478893 w 1024131"/>
                <a:gd name="connsiteY11" fmla="*/ 382651 h 1426693"/>
                <a:gd name="connsiteX12" fmla="*/ 624149 w 1024131"/>
                <a:gd name="connsiteY12" fmla="*/ 246920 h 1426693"/>
                <a:gd name="connsiteX13" fmla="*/ 557405 w 1024131"/>
                <a:gd name="connsiteY13" fmla="*/ 537432 h 1426693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369355 w 1024131"/>
                <a:gd name="connsiteY9" fmla="*/ 294545 h 1426693"/>
                <a:gd name="connsiteX10" fmla="*/ 402693 w 1024131"/>
                <a:gd name="connsiteY10" fmla="*/ 25464 h 1426693"/>
                <a:gd name="connsiteX11" fmla="*/ 478893 w 1024131"/>
                <a:gd name="connsiteY11" fmla="*/ 382651 h 1426693"/>
                <a:gd name="connsiteX12" fmla="*/ 624149 w 1024131"/>
                <a:gd name="connsiteY12" fmla="*/ 246920 h 1426693"/>
                <a:gd name="connsiteX13" fmla="*/ 557405 w 1024131"/>
                <a:gd name="connsiteY13" fmla="*/ 537432 h 1426693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369355 w 1024131"/>
                <a:gd name="connsiteY9" fmla="*/ 294545 h 1426693"/>
                <a:gd name="connsiteX10" fmla="*/ 402693 w 1024131"/>
                <a:gd name="connsiteY10" fmla="*/ 25464 h 1426693"/>
                <a:gd name="connsiteX11" fmla="*/ 478893 w 1024131"/>
                <a:gd name="connsiteY11" fmla="*/ 382651 h 1426693"/>
                <a:gd name="connsiteX12" fmla="*/ 624149 w 1024131"/>
                <a:gd name="connsiteY12" fmla="*/ 246920 h 1426693"/>
                <a:gd name="connsiteX13" fmla="*/ 557405 w 1024131"/>
                <a:gd name="connsiteY13" fmla="*/ 537432 h 1426693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369355 w 1024131"/>
                <a:gd name="connsiteY9" fmla="*/ 294545 h 1426693"/>
                <a:gd name="connsiteX10" fmla="*/ 402693 w 1024131"/>
                <a:gd name="connsiteY10" fmla="*/ 25464 h 1426693"/>
                <a:gd name="connsiteX11" fmla="*/ 478893 w 1024131"/>
                <a:gd name="connsiteY11" fmla="*/ 382651 h 1426693"/>
                <a:gd name="connsiteX12" fmla="*/ 624149 w 1024131"/>
                <a:gd name="connsiteY12" fmla="*/ 246920 h 1426693"/>
                <a:gd name="connsiteX13" fmla="*/ 557405 w 1024131"/>
                <a:gd name="connsiteY13" fmla="*/ 537432 h 1426693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369355 w 1024131"/>
                <a:gd name="connsiteY9" fmla="*/ 294545 h 1426693"/>
                <a:gd name="connsiteX10" fmla="*/ 402693 w 1024131"/>
                <a:gd name="connsiteY10" fmla="*/ 25464 h 1426693"/>
                <a:gd name="connsiteX11" fmla="*/ 478893 w 1024131"/>
                <a:gd name="connsiteY11" fmla="*/ 382651 h 1426693"/>
                <a:gd name="connsiteX12" fmla="*/ 624149 w 1024131"/>
                <a:gd name="connsiteY12" fmla="*/ 246920 h 1426693"/>
                <a:gd name="connsiteX13" fmla="*/ 557405 w 1024131"/>
                <a:gd name="connsiteY13" fmla="*/ 537432 h 1426693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369355 w 1024131"/>
                <a:gd name="connsiteY9" fmla="*/ 294545 h 1426693"/>
                <a:gd name="connsiteX10" fmla="*/ 402693 w 1024131"/>
                <a:gd name="connsiteY10" fmla="*/ 25464 h 1426693"/>
                <a:gd name="connsiteX11" fmla="*/ 478893 w 1024131"/>
                <a:gd name="connsiteY11" fmla="*/ 382651 h 1426693"/>
                <a:gd name="connsiteX12" fmla="*/ 624149 w 1024131"/>
                <a:gd name="connsiteY12" fmla="*/ 246920 h 1426693"/>
                <a:gd name="connsiteX13" fmla="*/ 557405 w 1024131"/>
                <a:gd name="connsiteY13" fmla="*/ 537432 h 1426693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362211 w 1024131"/>
                <a:gd name="connsiteY9" fmla="*/ 294545 h 1426693"/>
                <a:gd name="connsiteX10" fmla="*/ 402693 w 1024131"/>
                <a:gd name="connsiteY10" fmla="*/ 25464 h 1426693"/>
                <a:gd name="connsiteX11" fmla="*/ 478893 w 1024131"/>
                <a:gd name="connsiteY11" fmla="*/ 382651 h 1426693"/>
                <a:gd name="connsiteX12" fmla="*/ 624149 w 1024131"/>
                <a:gd name="connsiteY12" fmla="*/ 246920 h 1426693"/>
                <a:gd name="connsiteX13" fmla="*/ 557405 w 1024131"/>
                <a:gd name="connsiteY13" fmla="*/ 537432 h 1426693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362211 w 1024131"/>
                <a:gd name="connsiteY9" fmla="*/ 294545 h 1426693"/>
                <a:gd name="connsiteX10" fmla="*/ 402693 w 1024131"/>
                <a:gd name="connsiteY10" fmla="*/ 25464 h 1426693"/>
                <a:gd name="connsiteX11" fmla="*/ 478893 w 1024131"/>
                <a:gd name="connsiteY11" fmla="*/ 382651 h 1426693"/>
                <a:gd name="connsiteX12" fmla="*/ 624149 w 1024131"/>
                <a:gd name="connsiteY12" fmla="*/ 246920 h 1426693"/>
                <a:gd name="connsiteX13" fmla="*/ 557405 w 1024131"/>
                <a:gd name="connsiteY13" fmla="*/ 537432 h 1426693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362211 w 1024131"/>
                <a:gd name="connsiteY9" fmla="*/ 294545 h 1426693"/>
                <a:gd name="connsiteX10" fmla="*/ 402693 w 1024131"/>
                <a:gd name="connsiteY10" fmla="*/ 25464 h 1426693"/>
                <a:gd name="connsiteX11" fmla="*/ 478893 w 1024131"/>
                <a:gd name="connsiteY11" fmla="*/ 382651 h 1426693"/>
                <a:gd name="connsiteX12" fmla="*/ 624149 w 1024131"/>
                <a:gd name="connsiteY12" fmla="*/ 246920 h 1426693"/>
                <a:gd name="connsiteX13" fmla="*/ 557405 w 1024131"/>
                <a:gd name="connsiteY13" fmla="*/ 537432 h 1426693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362211 w 1024131"/>
                <a:gd name="connsiteY9" fmla="*/ 294545 h 1426693"/>
                <a:gd name="connsiteX10" fmla="*/ 402693 w 1024131"/>
                <a:gd name="connsiteY10" fmla="*/ 25464 h 1426693"/>
                <a:gd name="connsiteX11" fmla="*/ 478893 w 1024131"/>
                <a:gd name="connsiteY11" fmla="*/ 382651 h 1426693"/>
                <a:gd name="connsiteX12" fmla="*/ 624149 w 1024131"/>
                <a:gd name="connsiteY12" fmla="*/ 246920 h 1426693"/>
                <a:gd name="connsiteX13" fmla="*/ 557405 w 1024131"/>
                <a:gd name="connsiteY13" fmla="*/ 537432 h 1426693"/>
                <a:gd name="connsiteX0" fmla="*/ 557405 w 1024131"/>
                <a:gd name="connsiteY0" fmla="*/ 537432 h 1426693"/>
                <a:gd name="connsiteX1" fmla="*/ 1024131 w 1024131"/>
                <a:gd name="connsiteY1" fmla="*/ 1049401 h 1426693"/>
                <a:gd name="connsiteX2" fmla="*/ 1012224 w 1024131"/>
                <a:gd name="connsiteY2" fmla="*/ 1426693 h 1426693"/>
                <a:gd name="connsiteX3" fmla="*/ 378811 w 1024131"/>
                <a:gd name="connsiteY3" fmla="*/ 659931 h 1426693"/>
                <a:gd name="connsiteX4" fmla="*/ 260 w 1024131"/>
                <a:gd name="connsiteY4" fmla="*/ 332644 h 1426693"/>
                <a:gd name="connsiteX5" fmla="*/ 190761 w 1024131"/>
                <a:gd name="connsiteY5" fmla="*/ 404082 h 1426693"/>
                <a:gd name="connsiteX6" fmla="*/ 71699 w 1024131"/>
                <a:gd name="connsiteY6" fmla="*/ 154050 h 1426693"/>
                <a:gd name="connsiteX7" fmla="*/ 262199 w 1024131"/>
                <a:gd name="connsiteY7" fmla="*/ 335025 h 1426693"/>
                <a:gd name="connsiteX8" fmla="*/ 224099 w 1024131"/>
                <a:gd name="connsiteY8" fmla="*/ 1650 h 1426693"/>
                <a:gd name="connsiteX9" fmla="*/ 362211 w 1024131"/>
                <a:gd name="connsiteY9" fmla="*/ 294545 h 1426693"/>
                <a:gd name="connsiteX10" fmla="*/ 402693 w 1024131"/>
                <a:gd name="connsiteY10" fmla="*/ 25464 h 1426693"/>
                <a:gd name="connsiteX11" fmla="*/ 478893 w 1024131"/>
                <a:gd name="connsiteY11" fmla="*/ 382651 h 1426693"/>
                <a:gd name="connsiteX12" fmla="*/ 624149 w 1024131"/>
                <a:gd name="connsiteY12" fmla="*/ 246920 h 1426693"/>
                <a:gd name="connsiteX13" fmla="*/ 557405 w 1024131"/>
                <a:gd name="connsiteY13" fmla="*/ 537432 h 1426693"/>
                <a:gd name="connsiteX0" fmla="*/ 557405 w 1024131"/>
                <a:gd name="connsiteY0" fmla="*/ 536321 h 1425582"/>
                <a:gd name="connsiteX1" fmla="*/ 1024131 w 1024131"/>
                <a:gd name="connsiteY1" fmla="*/ 1048290 h 1425582"/>
                <a:gd name="connsiteX2" fmla="*/ 1012224 w 1024131"/>
                <a:gd name="connsiteY2" fmla="*/ 1425582 h 1425582"/>
                <a:gd name="connsiteX3" fmla="*/ 378811 w 1024131"/>
                <a:gd name="connsiteY3" fmla="*/ 658820 h 1425582"/>
                <a:gd name="connsiteX4" fmla="*/ 260 w 1024131"/>
                <a:gd name="connsiteY4" fmla="*/ 331533 h 1425582"/>
                <a:gd name="connsiteX5" fmla="*/ 190761 w 1024131"/>
                <a:gd name="connsiteY5" fmla="*/ 402971 h 1425582"/>
                <a:gd name="connsiteX6" fmla="*/ 71699 w 1024131"/>
                <a:gd name="connsiteY6" fmla="*/ 152939 h 1425582"/>
                <a:gd name="connsiteX7" fmla="*/ 262199 w 1024131"/>
                <a:gd name="connsiteY7" fmla="*/ 333914 h 1425582"/>
                <a:gd name="connsiteX8" fmla="*/ 224099 w 1024131"/>
                <a:gd name="connsiteY8" fmla="*/ 539 h 1425582"/>
                <a:gd name="connsiteX9" fmla="*/ 362211 w 1024131"/>
                <a:gd name="connsiteY9" fmla="*/ 293434 h 1425582"/>
                <a:gd name="connsiteX10" fmla="*/ 402693 w 1024131"/>
                <a:gd name="connsiteY10" fmla="*/ 24353 h 1425582"/>
                <a:gd name="connsiteX11" fmla="*/ 478893 w 1024131"/>
                <a:gd name="connsiteY11" fmla="*/ 381540 h 1425582"/>
                <a:gd name="connsiteX12" fmla="*/ 624149 w 1024131"/>
                <a:gd name="connsiteY12" fmla="*/ 245809 h 1425582"/>
                <a:gd name="connsiteX13" fmla="*/ 557405 w 1024131"/>
                <a:gd name="connsiteY13" fmla="*/ 536321 h 1425582"/>
                <a:gd name="connsiteX0" fmla="*/ 557405 w 1024131"/>
                <a:gd name="connsiteY0" fmla="*/ 536321 h 1425582"/>
                <a:gd name="connsiteX1" fmla="*/ 1024131 w 1024131"/>
                <a:gd name="connsiteY1" fmla="*/ 1048290 h 1425582"/>
                <a:gd name="connsiteX2" fmla="*/ 1012224 w 1024131"/>
                <a:gd name="connsiteY2" fmla="*/ 1425582 h 1425582"/>
                <a:gd name="connsiteX3" fmla="*/ 378811 w 1024131"/>
                <a:gd name="connsiteY3" fmla="*/ 658820 h 1425582"/>
                <a:gd name="connsiteX4" fmla="*/ 260 w 1024131"/>
                <a:gd name="connsiteY4" fmla="*/ 331533 h 1425582"/>
                <a:gd name="connsiteX5" fmla="*/ 190761 w 1024131"/>
                <a:gd name="connsiteY5" fmla="*/ 402971 h 1425582"/>
                <a:gd name="connsiteX6" fmla="*/ 71699 w 1024131"/>
                <a:gd name="connsiteY6" fmla="*/ 152939 h 1425582"/>
                <a:gd name="connsiteX7" fmla="*/ 262199 w 1024131"/>
                <a:gd name="connsiteY7" fmla="*/ 333914 h 1425582"/>
                <a:gd name="connsiteX8" fmla="*/ 224099 w 1024131"/>
                <a:gd name="connsiteY8" fmla="*/ 539 h 1425582"/>
                <a:gd name="connsiteX9" fmla="*/ 362211 w 1024131"/>
                <a:gd name="connsiteY9" fmla="*/ 293434 h 1425582"/>
                <a:gd name="connsiteX10" fmla="*/ 402693 w 1024131"/>
                <a:gd name="connsiteY10" fmla="*/ 24353 h 1425582"/>
                <a:gd name="connsiteX11" fmla="*/ 478893 w 1024131"/>
                <a:gd name="connsiteY11" fmla="*/ 381540 h 1425582"/>
                <a:gd name="connsiteX12" fmla="*/ 624149 w 1024131"/>
                <a:gd name="connsiteY12" fmla="*/ 245809 h 1425582"/>
                <a:gd name="connsiteX13" fmla="*/ 557405 w 1024131"/>
                <a:gd name="connsiteY13" fmla="*/ 536321 h 1425582"/>
                <a:gd name="connsiteX0" fmla="*/ 557405 w 1024131"/>
                <a:gd name="connsiteY0" fmla="*/ 536321 h 1425582"/>
                <a:gd name="connsiteX1" fmla="*/ 1024131 w 1024131"/>
                <a:gd name="connsiteY1" fmla="*/ 1048290 h 1425582"/>
                <a:gd name="connsiteX2" fmla="*/ 1012224 w 1024131"/>
                <a:gd name="connsiteY2" fmla="*/ 1425582 h 1425582"/>
                <a:gd name="connsiteX3" fmla="*/ 378811 w 1024131"/>
                <a:gd name="connsiteY3" fmla="*/ 658820 h 1425582"/>
                <a:gd name="connsiteX4" fmla="*/ 260 w 1024131"/>
                <a:gd name="connsiteY4" fmla="*/ 331533 h 1425582"/>
                <a:gd name="connsiteX5" fmla="*/ 190761 w 1024131"/>
                <a:gd name="connsiteY5" fmla="*/ 402971 h 1425582"/>
                <a:gd name="connsiteX6" fmla="*/ 71699 w 1024131"/>
                <a:gd name="connsiteY6" fmla="*/ 152939 h 1425582"/>
                <a:gd name="connsiteX7" fmla="*/ 262199 w 1024131"/>
                <a:gd name="connsiteY7" fmla="*/ 333914 h 1425582"/>
                <a:gd name="connsiteX8" fmla="*/ 224099 w 1024131"/>
                <a:gd name="connsiteY8" fmla="*/ 539 h 1425582"/>
                <a:gd name="connsiteX9" fmla="*/ 362211 w 1024131"/>
                <a:gd name="connsiteY9" fmla="*/ 293434 h 1425582"/>
                <a:gd name="connsiteX10" fmla="*/ 402693 w 1024131"/>
                <a:gd name="connsiteY10" fmla="*/ 24353 h 1425582"/>
                <a:gd name="connsiteX11" fmla="*/ 478893 w 1024131"/>
                <a:gd name="connsiteY11" fmla="*/ 381540 h 1425582"/>
                <a:gd name="connsiteX12" fmla="*/ 624149 w 1024131"/>
                <a:gd name="connsiteY12" fmla="*/ 245809 h 1425582"/>
                <a:gd name="connsiteX13" fmla="*/ 557405 w 1024131"/>
                <a:gd name="connsiteY13" fmla="*/ 536321 h 1425582"/>
                <a:gd name="connsiteX0" fmla="*/ 557405 w 1024131"/>
                <a:gd name="connsiteY0" fmla="*/ 536321 h 1425582"/>
                <a:gd name="connsiteX1" fmla="*/ 1024131 w 1024131"/>
                <a:gd name="connsiteY1" fmla="*/ 1048290 h 1425582"/>
                <a:gd name="connsiteX2" fmla="*/ 1012224 w 1024131"/>
                <a:gd name="connsiteY2" fmla="*/ 1425582 h 1425582"/>
                <a:gd name="connsiteX3" fmla="*/ 378811 w 1024131"/>
                <a:gd name="connsiteY3" fmla="*/ 658820 h 1425582"/>
                <a:gd name="connsiteX4" fmla="*/ 260 w 1024131"/>
                <a:gd name="connsiteY4" fmla="*/ 331533 h 1425582"/>
                <a:gd name="connsiteX5" fmla="*/ 190761 w 1024131"/>
                <a:gd name="connsiteY5" fmla="*/ 402971 h 1425582"/>
                <a:gd name="connsiteX6" fmla="*/ 71699 w 1024131"/>
                <a:gd name="connsiteY6" fmla="*/ 152939 h 1425582"/>
                <a:gd name="connsiteX7" fmla="*/ 262199 w 1024131"/>
                <a:gd name="connsiteY7" fmla="*/ 333914 h 1425582"/>
                <a:gd name="connsiteX8" fmla="*/ 224099 w 1024131"/>
                <a:gd name="connsiteY8" fmla="*/ 539 h 1425582"/>
                <a:gd name="connsiteX9" fmla="*/ 362211 w 1024131"/>
                <a:gd name="connsiteY9" fmla="*/ 293434 h 1425582"/>
                <a:gd name="connsiteX10" fmla="*/ 402693 w 1024131"/>
                <a:gd name="connsiteY10" fmla="*/ 24353 h 1425582"/>
                <a:gd name="connsiteX11" fmla="*/ 478893 w 1024131"/>
                <a:gd name="connsiteY11" fmla="*/ 381540 h 1425582"/>
                <a:gd name="connsiteX12" fmla="*/ 624149 w 1024131"/>
                <a:gd name="connsiteY12" fmla="*/ 245809 h 1425582"/>
                <a:gd name="connsiteX13" fmla="*/ 557405 w 1024131"/>
                <a:gd name="connsiteY13" fmla="*/ 536321 h 1425582"/>
                <a:gd name="connsiteX0" fmla="*/ 557405 w 1024131"/>
                <a:gd name="connsiteY0" fmla="*/ 536321 h 1425582"/>
                <a:gd name="connsiteX1" fmla="*/ 1024131 w 1024131"/>
                <a:gd name="connsiteY1" fmla="*/ 1048290 h 1425582"/>
                <a:gd name="connsiteX2" fmla="*/ 1012224 w 1024131"/>
                <a:gd name="connsiteY2" fmla="*/ 1425582 h 1425582"/>
                <a:gd name="connsiteX3" fmla="*/ 378811 w 1024131"/>
                <a:gd name="connsiteY3" fmla="*/ 658820 h 1425582"/>
                <a:gd name="connsiteX4" fmla="*/ 260 w 1024131"/>
                <a:gd name="connsiteY4" fmla="*/ 331533 h 1425582"/>
                <a:gd name="connsiteX5" fmla="*/ 190761 w 1024131"/>
                <a:gd name="connsiteY5" fmla="*/ 402971 h 1425582"/>
                <a:gd name="connsiteX6" fmla="*/ 71699 w 1024131"/>
                <a:gd name="connsiteY6" fmla="*/ 152939 h 1425582"/>
                <a:gd name="connsiteX7" fmla="*/ 262199 w 1024131"/>
                <a:gd name="connsiteY7" fmla="*/ 333914 h 1425582"/>
                <a:gd name="connsiteX8" fmla="*/ 224099 w 1024131"/>
                <a:gd name="connsiteY8" fmla="*/ 539 h 1425582"/>
                <a:gd name="connsiteX9" fmla="*/ 362211 w 1024131"/>
                <a:gd name="connsiteY9" fmla="*/ 293434 h 1425582"/>
                <a:gd name="connsiteX10" fmla="*/ 402693 w 1024131"/>
                <a:gd name="connsiteY10" fmla="*/ 24353 h 1425582"/>
                <a:gd name="connsiteX11" fmla="*/ 478893 w 1024131"/>
                <a:gd name="connsiteY11" fmla="*/ 381540 h 1425582"/>
                <a:gd name="connsiteX12" fmla="*/ 624149 w 1024131"/>
                <a:gd name="connsiteY12" fmla="*/ 245809 h 1425582"/>
                <a:gd name="connsiteX13" fmla="*/ 557405 w 1024131"/>
                <a:gd name="connsiteY13" fmla="*/ 536321 h 1425582"/>
                <a:gd name="connsiteX0" fmla="*/ 557405 w 1024131"/>
                <a:gd name="connsiteY0" fmla="*/ 536321 h 1425582"/>
                <a:gd name="connsiteX1" fmla="*/ 1024131 w 1024131"/>
                <a:gd name="connsiteY1" fmla="*/ 1048290 h 1425582"/>
                <a:gd name="connsiteX2" fmla="*/ 1012224 w 1024131"/>
                <a:gd name="connsiteY2" fmla="*/ 1425582 h 1425582"/>
                <a:gd name="connsiteX3" fmla="*/ 378811 w 1024131"/>
                <a:gd name="connsiteY3" fmla="*/ 658820 h 1425582"/>
                <a:gd name="connsiteX4" fmla="*/ 260 w 1024131"/>
                <a:gd name="connsiteY4" fmla="*/ 331533 h 1425582"/>
                <a:gd name="connsiteX5" fmla="*/ 190761 w 1024131"/>
                <a:gd name="connsiteY5" fmla="*/ 402971 h 1425582"/>
                <a:gd name="connsiteX6" fmla="*/ 71699 w 1024131"/>
                <a:gd name="connsiteY6" fmla="*/ 152939 h 1425582"/>
                <a:gd name="connsiteX7" fmla="*/ 262199 w 1024131"/>
                <a:gd name="connsiteY7" fmla="*/ 333914 h 1425582"/>
                <a:gd name="connsiteX8" fmla="*/ 224099 w 1024131"/>
                <a:gd name="connsiteY8" fmla="*/ 539 h 1425582"/>
                <a:gd name="connsiteX9" fmla="*/ 362211 w 1024131"/>
                <a:gd name="connsiteY9" fmla="*/ 293434 h 1425582"/>
                <a:gd name="connsiteX10" fmla="*/ 402693 w 1024131"/>
                <a:gd name="connsiteY10" fmla="*/ 24353 h 1425582"/>
                <a:gd name="connsiteX11" fmla="*/ 478893 w 1024131"/>
                <a:gd name="connsiteY11" fmla="*/ 381540 h 1425582"/>
                <a:gd name="connsiteX12" fmla="*/ 624149 w 1024131"/>
                <a:gd name="connsiteY12" fmla="*/ 245809 h 1425582"/>
                <a:gd name="connsiteX13" fmla="*/ 557405 w 1024131"/>
                <a:gd name="connsiteY13" fmla="*/ 536321 h 1425582"/>
                <a:gd name="connsiteX0" fmla="*/ 557405 w 1024131"/>
                <a:gd name="connsiteY0" fmla="*/ 536321 h 1425582"/>
                <a:gd name="connsiteX1" fmla="*/ 1024131 w 1024131"/>
                <a:gd name="connsiteY1" fmla="*/ 1048290 h 1425582"/>
                <a:gd name="connsiteX2" fmla="*/ 1012224 w 1024131"/>
                <a:gd name="connsiteY2" fmla="*/ 1425582 h 1425582"/>
                <a:gd name="connsiteX3" fmla="*/ 378811 w 1024131"/>
                <a:gd name="connsiteY3" fmla="*/ 658820 h 1425582"/>
                <a:gd name="connsiteX4" fmla="*/ 260 w 1024131"/>
                <a:gd name="connsiteY4" fmla="*/ 336296 h 1425582"/>
                <a:gd name="connsiteX5" fmla="*/ 190761 w 1024131"/>
                <a:gd name="connsiteY5" fmla="*/ 402971 h 1425582"/>
                <a:gd name="connsiteX6" fmla="*/ 71699 w 1024131"/>
                <a:gd name="connsiteY6" fmla="*/ 152939 h 1425582"/>
                <a:gd name="connsiteX7" fmla="*/ 262199 w 1024131"/>
                <a:gd name="connsiteY7" fmla="*/ 333914 h 1425582"/>
                <a:gd name="connsiteX8" fmla="*/ 224099 w 1024131"/>
                <a:gd name="connsiteY8" fmla="*/ 539 h 1425582"/>
                <a:gd name="connsiteX9" fmla="*/ 362211 w 1024131"/>
                <a:gd name="connsiteY9" fmla="*/ 293434 h 1425582"/>
                <a:gd name="connsiteX10" fmla="*/ 402693 w 1024131"/>
                <a:gd name="connsiteY10" fmla="*/ 24353 h 1425582"/>
                <a:gd name="connsiteX11" fmla="*/ 478893 w 1024131"/>
                <a:gd name="connsiteY11" fmla="*/ 381540 h 1425582"/>
                <a:gd name="connsiteX12" fmla="*/ 624149 w 1024131"/>
                <a:gd name="connsiteY12" fmla="*/ 245809 h 1425582"/>
                <a:gd name="connsiteX13" fmla="*/ 557405 w 1024131"/>
                <a:gd name="connsiteY13" fmla="*/ 536321 h 1425582"/>
                <a:gd name="connsiteX0" fmla="*/ 558773 w 1025499"/>
                <a:gd name="connsiteY0" fmla="*/ 536321 h 1425582"/>
                <a:gd name="connsiteX1" fmla="*/ 1025499 w 1025499"/>
                <a:gd name="connsiteY1" fmla="*/ 1048290 h 1425582"/>
                <a:gd name="connsiteX2" fmla="*/ 1013592 w 1025499"/>
                <a:gd name="connsiteY2" fmla="*/ 1425582 h 1425582"/>
                <a:gd name="connsiteX3" fmla="*/ 380179 w 1025499"/>
                <a:gd name="connsiteY3" fmla="*/ 658820 h 1425582"/>
                <a:gd name="connsiteX4" fmla="*/ 1628 w 1025499"/>
                <a:gd name="connsiteY4" fmla="*/ 336296 h 1425582"/>
                <a:gd name="connsiteX5" fmla="*/ 192129 w 1025499"/>
                <a:gd name="connsiteY5" fmla="*/ 402971 h 1425582"/>
                <a:gd name="connsiteX6" fmla="*/ 73067 w 1025499"/>
                <a:gd name="connsiteY6" fmla="*/ 152939 h 1425582"/>
                <a:gd name="connsiteX7" fmla="*/ 263567 w 1025499"/>
                <a:gd name="connsiteY7" fmla="*/ 333914 h 1425582"/>
                <a:gd name="connsiteX8" fmla="*/ 225467 w 1025499"/>
                <a:gd name="connsiteY8" fmla="*/ 539 h 1425582"/>
                <a:gd name="connsiteX9" fmla="*/ 363579 w 1025499"/>
                <a:gd name="connsiteY9" fmla="*/ 293434 h 1425582"/>
                <a:gd name="connsiteX10" fmla="*/ 404061 w 1025499"/>
                <a:gd name="connsiteY10" fmla="*/ 24353 h 1425582"/>
                <a:gd name="connsiteX11" fmla="*/ 480261 w 1025499"/>
                <a:gd name="connsiteY11" fmla="*/ 381540 h 1425582"/>
                <a:gd name="connsiteX12" fmla="*/ 625517 w 1025499"/>
                <a:gd name="connsiteY12" fmla="*/ 245809 h 1425582"/>
                <a:gd name="connsiteX13" fmla="*/ 558773 w 1025499"/>
                <a:gd name="connsiteY13" fmla="*/ 536321 h 142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5499" h="1425582">
                  <a:moveTo>
                    <a:pt x="558773" y="536321"/>
                  </a:moveTo>
                  <a:lnTo>
                    <a:pt x="1025499" y="1048290"/>
                  </a:lnTo>
                  <a:lnTo>
                    <a:pt x="1013592" y="1425582"/>
                  </a:lnTo>
                  <a:cubicBezTo>
                    <a:pt x="835791" y="1379545"/>
                    <a:pt x="591317" y="914407"/>
                    <a:pt x="380179" y="658820"/>
                  </a:cubicBezTo>
                  <a:cubicBezTo>
                    <a:pt x="392108" y="650531"/>
                    <a:pt x="-29351" y="387448"/>
                    <a:pt x="1628" y="336296"/>
                  </a:cubicBezTo>
                  <a:cubicBezTo>
                    <a:pt x="15122" y="298197"/>
                    <a:pt x="123866" y="379158"/>
                    <a:pt x="192129" y="402971"/>
                  </a:cubicBezTo>
                  <a:cubicBezTo>
                    <a:pt x="209592" y="408527"/>
                    <a:pt x="41317" y="178340"/>
                    <a:pt x="73067" y="152939"/>
                  </a:cubicBezTo>
                  <a:cubicBezTo>
                    <a:pt x="111961" y="110870"/>
                    <a:pt x="196098" y="283114"/>
                    <a:pt x="263567" y="333914"/>
                  </a:cubicBezTo>
                  <a:cubicBezTo>
                    <a:pt x="306429" y="364077"/>
                    <a:pt x="177843" y="18001"/>
                    <a:pt x="225467" y="539"/>
                  </a:cubicBezTo>
                  <a:cubicBezTo>
                    <a:pt x="292936" y="-14542"/>
                    <a:pt x="350878" y="291846"/>
                    <a:pt x="363579" y="293434"/>
                  </a:cubicBezTo>
                  <a:cubicBezTo>
                    <a:pt x="375485" y="283115"/>
                    <a:pt x="354055" y="25146"/>
                    <a:pt x="404061" y="24353"/>
                  </a:cubicBezTo>
                  <a:cubicBezTo>
                    <a:pt x="463592" y="26734"/>
                    <a:pt x="449305" y="274384"/>
                    <a:pt x="480261" y="381540"/>
                  </a:cubicBezTo>
                  <a:cubicBezTo>
                    <a:pt x="495342" y="409321"/>
                    <a:pt x="569954" y="215647"/>
                    <a:pt x="625517" y="245809"/>
                  </a:cubicBezTo>
                  <a:cubicBezTo>
                    <a:pt x="667563" y="287878"/>
                    <a:pt x="550065" y="437103"/>
                    <a:pt x="558773" y="536321"/>
                  </a:cubicBezTo>
                  <a:close/>
                </a:path>
              </a:pathLst>
            </a:custGeom>
            <a:solidFill>
              <a:srgbClr val="EAB57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D78D8E1-5270-4E91-9363-29FB7854E7DE}"/>
                </a:ext>
              </a:extLst>
            </p:cNvPr>
            <p:cNvSpPr/>
            <p:nvPr/>
          </p:nvSpPr>
          <p:spPr>
            <a:xfrm>
              <a:off x="6809888" y="2904493"/>
              <a:ext cx="303501" cy="410631"/>
            </a:xfrm>
            <a:prstGeom prst="roundRect">
              <a:avLst>
                <a:gd name="adj" fmla="val 34803"/>
              </a:avLst>
            </a:prstGeom>
            <a:solidFill>
              <a:srgbClr val="EAB57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B1891FE-3FA4-4DBE-B332-BC19028EC272}"/>
                </a:ext>
              </a:extLst>
            </p:cNvPr>
            <p:cNvSpPr/>
            <p:nvPr/>
          </p:nvSpPr>
          <p:spPr>
            <a:xfrm>
              <a:off x="5847990" y="857250"/>
              <a:ext cx="2153370" cy="2209800"/>
            </a:xfrm>
            <a:custGeom>
              <a:avLst/>
              <a:gdLst>
                <a:gd name="connsiteX0" fmla="*/ 0 w 2152650"/>
                <a:gd name="connsiteY0" fmla="*/ 1104900 h 2209800"/>
                <a:gd name="connsiteX1" fmla="*/ 1076325 w 2152650"/>
                <a:gd name="connsiteY1" fmla="*/ 0 h 2209800"/>
                <a:gd name="connsiteX2" fmla="*/ 2152650 w 2152650"/>
                <a:gd name="connsiteY2" fmla="*/ 1104900 h 2209800"/>
                <a:gd name="connsiteX3" fmla="*/ 1076325 w 2152650"/>
                <a:gd name="connsiteY3" fmla="*/ 2209800 h 2209800"/>
                <a:gd name="connsiteX4" fmla="*/ 0 w 2152650"/>
                <a:gd name="connsiteY4" fmla="*/ 1104900 h 2209800"/>
                <a:gd name="connsiteX0" fmla="*/ 0 w 2152650"/>
                <a:gd name="connsiteY0" fmla="*/ 1104900 h 2209800"/>
                <a:gd name="connsiteX1" fmla="*/ 1076325 w 2152650"/>
                <a:gd name="connsiteY1" fmla="*/ 0 h 2209800"/>
                <a:gd name="connsiteX2" fmla="*/ 2152650 w 2152650"/>
                <a:gd name="connsiteY2" fmla="*/ 1104900 h 2209800"/>
                <a:gd name="connsiteX3" fmla="*/ 1076325 w 2152650"/>
                <a:gd name="connsiteY3" fmla="*/ 2209800 h 2209800"/>
                <a:gd name="connsiteX4" fmla="*/ 0 w 2152650"/>
                <a:gd name="connsiteY4" fmla="*/ 1104900 h 2209800"/>
                <a:gd name="connsiteX0" fmla="*/ 360 w 2153370"/>
                <a:gd name="connsiteY0" fmla="*/ 1104900 h 2209800"/>
                <a:gd name="connsiteX1" fmla="*/ 1076685 w 2153370"/>
                <a:gd name="connsiteY1" fmla="*/ 0 h 2209800"/>
                <a:gd name="connsiteX2" fmla="*/ 2153010 w 2153370"/>
                <a:gd name="connsiteY2" fmla="*/ 1104900 h 2209800"/>
                <a:gd name="connsiteX3" fmla="*/ 1076685 w 2153370"/>
                <a:gd name="connsiteY3" fmla="*/ 2209800 h 2209800"/>
                <a:gd name="connsiteX4" fmla="*/ 360 w 2153370"/>
                <a:gd name="connsiteY4" fmla="*/ 1104900 h 220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3370" h="2209800">
                  <a:moveTo>
                    <a:pt x="360" y="1104900"/>
                  </a:moveTo>
                  <a:cubicBezTo>
                    <a:pt x="360" y="494681"/>
                    <a:pt x="482247" y="0"/>
                    <a:pt x="1076685" y="0"/>
                  </a:cubicBezTo>
                  <a:cubicBezTo>
                    <a:pt x="1671123" y="0"/>
                    <a:pt x="2153010" y="494681"/>
                    <a:pt x="2153010" y="1104900"/>
                  </a:cubicBezTo>
                  <a:cubicBezTo>
                    <a:pt x="2153010" y="1715119"/>
                    <a:pt x="2204523" y="2209800"/>
                    <a:pt x="1076685" y="2209800"/>
                  </a:cubicBezTo>
                  <a:cubicBezTo>
                    <a:pt x="-51153" y="2209800"/>
                    <a:pt x="360" y="1715119"/>
                    <a:pt x="360" y="1104900"/>
                  </a:cubicBezTo>
                  <a:close/>
                </a:path>
              </a:pathLst>
            </a:custGeom>
            <a:solidFill>
              <a:srgbClr val="EAB57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9CD30F-A2B1-42F4-A33A-AA84C0A34C92}"/>
                </a:ext>
              </a:extLst>
            </p:cNvPr>
            <p:cNvSpPr/>
            <p:nvPr/>
          </p:nvSpPr>
          <p:spPr>
            <a:xfrm>
              <a:off x="5679214" y="194213"/>
              <a:ext cx="2792438" cy="1953090"/>
            </a:xfrm>
            <a:custGeom>
              <a:avLst/>
              <a:gdLst>
                <a:gd name="connsiteX0" fmla="*/ 0 w 1596750"/>
                <a:gd name="connsiteY0" fmla="*/ 0 h 209920"/>
                <a:gd name="connsiteX1" fmla="*/ 1596750 w 1596750"/>
                <a:gd name="connsiteY1" fmla="*/ 0 h 209920"/>
                <a:gd name="connsiteX2" fmla="*/ 1596750 w 1596750"/>
                <a:gd name="connsiteY2" fmla="*/ 209920 h 209920"/>
                <a:gd name="connsiteX3" fmla="*/ 0 w 1596750"/>
                <a:gd name="connsiteY3" fmla="*/ 209920 h 209920"/>
                <a:gd name="connsiteX4" fmla="*/ 0 w 1596750"/>
                <a:gd name="connsiteY4" fmla="*/ 0 h 209920"/>
                <a:gd name="connsiteX0" fmla="*/ 152400 w 1749150"/>
                <a:gd name="connsiteY0" fmla="*/ 0 h 903340"/>
                <a:gd name="connsiteX1" fmla="*/ 1749150 w 1749150"/>
                <a:gd name="connsiteY1" fmla="*/ 0 h 903340"/>
                <a:gd name="connsiteX2" fmla="*/ 1749150 w 1749150"/>
                <a:gd name="connsiteY2" fmla="*/ 209920 h 903340"/>
                <a:gd name="connsiteX3" fmla="*/ 0 w 1749150"/>
                <a:gd name="connsiteY3" fmla="*/ 903340 h 903340"/>
                <a:gd name="connsiteX4" fmla="*/ 152400 w 1749150"/>
                <a:gd name="connsiteY4" fmla="*/ 0 h 903340"/>
                <a:gd name="connsiteX0" fmla="*/ 152400 w 1749150"/>
                <a:gd name="connsiteY0" fmla="*/ 0 h 903340"/>
                <a:gd name="connsiteX1" fmla="*/ 1749150 w 1749150"/>
                <a:gd name="connsiteY1" fmla="*/ 0 h 903340"/>
                <a:gd name="connsiteX2" fmla="*/ 1749150 w 1749150"/>
                <a:gd name="connsiteY2" fmla="*/ 209920 h 903340"/>
                <a:gd name="connsiteX3" fmla="*/ 552810 w 1749150"/>
                <a:gd name="connsiteY3" fmla="*/ 45720 h 903340"/>
                <a:gd name="connsiteX4" fmla="*/ 0 w 1749150"/>
                <a:gd name="connsiteY4" fmla="*/ 903340 h 903340"/>
                <a:gd name="connsiteX5" fmla="*/ 152400 w 1749150"/>
                <a:gd name="connsiteY5" fmla="*/ 0 h 903340"/>
                <a:gd name="connsiteX0" fmla="*/ 152400 w 1749150"/>
                <a:gd name="connsiteY0" fmla="*/ 9709 h 913049"/>
                <a:gd name="connsiteX1" fmla="*/ 1749150 w 1749150"/>
                <a:gd name="connsiteY1" fmla="*/ 9709 h 913049"/>
                <a:gd name="connsiteX2" fmla="*/ 1749150 w 1749150"/>
                <a:gd name="connsiteY2" fmla="*/ 219629 h 913049"/>
                <a:gd name="connsiteX3" fmla="*/ 1185270 w 1749150"/>
                <a:gd name="connsiteY3" fmla="*/ 63049 h 913049"/>
                <a:gd name="connsiteX4" fmla="*/ 552810 w 1749150"/>
                <a:gd name="connsiteY4" fmla="*/ 55429 h 913049"/>
                <a:gd name="connsiteX5" fmla="*/ 0 w 1749150"/>
                <a:gd name="connsiteY5" fmla="*/ 913049 h 913049"/>
                <a:gd name="connsiteX6" fmla="*/ 152400 w 1749150"/>
                <a:gd name="connsiteY6" fmla="*/ 9709 h 913049"/>
                <a:gd name="connsiteX0" fmla="*/ 152400 w 2335890"/>
                <a:gd name="connsiteY0" fmla="*/ 9709 h 913049"/>
                <a:gd name="connsiteX1" fmla="*/ 1749150 w 2335890"/>
                <a:gd name="connsiteY1" fmla="*/ 9709 h 913049"/>
                <a:gd name="connsiteX2" fmla="*/ 2335890 w 2335890"/>
                <a:gd name="connsiteY2" fmla="*/ 760649 h 913049"/>
                <a:gd name="connsiteX3" fmla="*/ 1185270 w 2335890"/>
                <a:gd name="connsiteY3" fmla="*/ 63049 h 913049"/>
                <a:gd name="connsiteX4" fmla="*/ 552810 w 2335890"/>
                <a:gd name="connsiteY4" fmla="*/ 55429 h 913049"/>
                <a:gd name="connsiteX5" fmla="*/ 0 w 2335890"/>
                <a:gd name="connsiteY5" fmla="*/ 913049 h 913049"/>
                <a:gd name="connsiteX6" fmla="*/ 152400 w 2335890"/>
                <a:gd name="connsiteY6" fmla="*/ 9709 h 913049"/>
                <a:gd name="connsiteX0" fmla="*/ 152400 w 2572110"/>
                <a:gd name="connsiteY0" fmla="*/ 9709 h 913049"/>
                <a:gd name="connsiteX1" fmla="*/ 2572110 w 2572110"/>
                <a:gd name="connsiteY1" fmla="*/ 24949 h 913049"/>
                <a:gd name="connsiteX2" fmla="*/ 2335890 w 2572110"/>
                <a:gd name="connsiteY2" fmla="*/ 760649 h 913049"/>
                <a:gd name="connsiteX3" fmla="*/ 1185270 w 2572110"/>
                <a:gd name="connsiteY3" fmla="*/ 63049 h 913049"/>
                <a:gd name="connsiteX4" fmla="*/ 552810 w 2572110"/>
                <a:gd name="connsiteY4" fmla="*/ 55429 h 913049"/>
                <a:gd name="connsiteX5" fmla="*/ 0 w 2572110"/>
                <a:gd name="connsiteY5" fmla="*/ 913049 h 913049"/>
                <a:gd name="connsiteX6" fmla="*/ 152400 w 2572110"/>
                <a:gd name="connsiteY6" fmla="*/ 9709 h 913049"/>
                <a:gd name="connsiteX0" fmla="*/ 152400 w 2572110"/>
                <a:gd name="connsiteY0" fmla="*/ 571507 h 1474847"/>
                <a:gd name="connsiteX1" fmla="*/ 2373990 w 2572110"/>
                <a:gd name="connsiteY1" fmla="*/ 8 h 1474847"/>
                <a:gd name="connsiteX2" fmla="*/ 2572110 w 2572110"/>
                <a:gd name="connsiteY2" fmla="*/ 586747 h 1474847"/>
                <a:gd name="connsiteX3" fmla="*/ 2335890 w 2572110"/>
                <a:gd name="connsiteY3" fmla="*/ 1322447 h 1474847"/>
                <a:gd name="connsiteX4" fmla="*/ 1185270 w 2572110"/>
                <a:gd name="connsiteY4" fmla="*/ 624847 h 1474847"/>
                <a:gd name="connsiteX5" fmla="*/ 552810 w 2572110"/>
                <a:gd name="connsiteY5" fmla="*/ 617227 h 1474847"/>
                <a:gd name="connsiteX6" fmla="*/ 0 w 2572110"/>
                <a:gd name="connsiteY6" fmla="*/ 1474847 h 1474847"/>
                <a:gd name="connsiteX7" fmla="*/ 152400 w 2572110"/>
                <a:gd name="connsiteY7" fmla="*/ 571507 h 1474847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185270 w 2572110"/>
                <a:gd name="connsiteY5" fmla="*/ 714026 h 1564026"/>
                <a:gd name="connsiteX6" fmla="*/ 552810 w 2572110"/>
                <a:gd name="connsiteY6" fmla="*/ 706406 h 1564026"/>
                <a:gd name="connsiteX7" fmla="*/ 0 w 2572110"/>
                <a:gd name="connsiteY7" fmla="*/ 1564026 h 1564026"/>
                <a:gd name="connsiteX8" fmla="*/ 152400 w 2572110"/>
                <a:gd name="connsiteY8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825350 w 2572110"/>
                <a:gd name="connsiteY5" fmla="*/ 653067 h 1564026"/>
                <a:gd name="connsiteX6" fmla="*/ 1185270 w 2572110"/>
                <a:gd name="connsiteY6" fmla="*/ 714026 h 1564026"/>
                <a:gd name="connsiteX7" fmla="*/ 552810 w 2572110"/>
                <a:gd name="connsiteY7" fmla="*/ 706406 h 1564026"/>
                <a:gd name="connsiteX8" fmla="*/ 0 w 2572110"/>
                <a:gd name="connsiteY8" fmla="*/ 1564026 h 1564026"/>
                <a:gd name="connsiteX9" fmla="*/ 152400 w 2572110"/>
                <a:gd name="connsiteY9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53067 h 1564026"/>
                <a:gd name="connsiteX7" fmla="*/ 1185270 w 2572110"/>
                <a:gd name="connsiteY7" fmla="*/ 714026 h 1564026"/>
                <a:gd name="connsiteX8" fmla="*/ 552810 w 2572110"/>
                <a:gd name="connsiteY8" fmla="*/ 706406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53067 h 1564026"/>
                <a:gd name="connsiteX7" fmla="*/ 1185270 w 2572110"/>
                <a:gd name="connsiteY7" fmla="*/ 714026 h 1564026"/>
                <a:gd name="connsiteX8" fmla="*/ 552810 w 2572110"/>
                <a:gd name="connsiteY8" fmla="*/ 706406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53067 h 1564026"/>
                <a:gd name="connsiteX7" fmla="*/ 1185270 w 2572110"/>
                <a:gd name="connsiteY7" fmla="*/ 714026 h 1564026"/>
                <a:gd name="connsiteX8" fmla="*/ 552810 w 2572110"/>
                <a:gd name="connsiteY8" fmla="*/ 706406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53067 h 1564026"/>
                <a:gd name="connsiteX7" fmla="*/ 1185270 w 2572110"/>
                <a:gd name="connsiteY7" fmla="*/ 714026 h 1564026"/>
                <a:gd name="connsiteX8" fmla="*/ 552810 w 2572110"/>
                <a:gd name="connsiteY8" fmla="*/ 706406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53067 h 1564026"/>
                <a:gd name="connsiteX7" fmla="*/ 1185270 w 2572110"/>
                <a:gd name="connsiteY7" fmla="*/ 714026 h 1564026"/>
                <a:gd name="connsiteX8" fmla="*/ 552810 w 2572110"/>
                <a:gd name="connsiteY8" fmla="*/ 706406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53067 h 1564026"/>
                <a:gd name="connsiteX7" fmla="*/ 1185270 w 2572110"/>
                <a:gd name="connsiteY7" fmla="*/ 714026 h 1564026"/>
                <a:gd name="connsiteX8" fmla="*/ 552810 w 2572110"/>
                <a:gd name="connsiteY8" fmla="*/ 706406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48305 h 1564026"/>
                <a:gd name="connsiteX7" fmla="*/ 1185270 w 2572110"/>
                <a:gd name="connsiteY7" fmla="*/ 714026 h 1564026"/>
                <a:gd name="connsiteX8" fmla="*/ 552810 w 2572110"/>
                <a:gd name="connsiteY8" fmla="*/ 706406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48305 h 1564026"/>
                <a:gd name="connsiteX7" fmla="*/ 1161457 w 2572110"/>
                <a:gd name="connsiteY7" fmla="*/ 697357 h 1564026"/>
                <a:gd name="connsiteX8" fmla="*/ 552810 w 2572110"/>
                <a:gd name="connsiteY8" fmla="*/ 706406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48305 h 1564026"/>
                <a:gd name="connsiteX7" fmla="*/ 1161457 w 2572110"/>
                <a:gd name="connsiteY7" fmla="*/ 697357 h 1564026"/>
                <a:gd name="connsiteX8" fmla="*/ 552810 w 2572110"/>
                <a:gd name="connsiteY8" fmla="*/ 706406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48305 h 1564026"/>
                <a:gd name="connsiteX7" fmla="*/ 1161457 w 2572110"/>
                <a:gd name="connsiteY7" fmla="*/ 697357 h 1564026"/>
                <a:gd name="connsiteX8" fmla="*/ 552810 w 2572110"/>
                <a:gd name="connsiteY8" fmla="*/ 706406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48305 h 1564026"/>
                <a:gd name="connsiteX7" fmla="*/ 1161457 w 2572110"/>
                <a:gd name="connsiteY7" fmla="*/ 697357 h 1564026"/>
                <a:gd name="connsiteX8" fmla="*/ 552810 w 2572110"/>
                <a:gd name="connsiteY8" fmla="*/ 706406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48305 h 1564026"/>
                <a:gd name="connsiteX7" fmla="*/ 1161457 w 2572110"/>
                <a:gd name="connsiteY7" fmla="*/ 697357 h 1564026"/>
                <a:gd name="connsiteX8" fmla="*/ 569479 w 2572110"/>
                <a:gd name="connsiteY8" fmla="*/ 699262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48305 h 1564026"/>
                <a:gd name="connsiteX7" fmla="*/ 1161457 w 2572110"/>
                <a:gd name="connsiteY7" fmla="*/ 697357 h 1564026"/>
                <a:gd name="connsiteX8" fmla="*/ 569479 w 2572110"/>
                <a:gd name="connsiteY8" fmla="*/ 699262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48305 h 1564026"/>
                <a:gd name="connsiteX7" fmla="*/ 1166219 w 2572110"/>
                <a:gd name="connsiteY7" fmla="*/ 694976 h 1564026"/>
                <a:gd name="connsiteX8" fmla="*/ 569479 w 2572110"/>
                <a:gd name="connsiteY8" fmla="*/ 699262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48305 h 1564026"/>
                <a:gd name="connsiteX7" fmla="*/ 1166219 w 2572110"/>
                <a:gd name="connsiteY7" fmla="*/ 694976 h 1564026"/>
                <a:gd name="connsiteX8" fmla="*/ 569479 w 2572110"/>
                <a:gd name="connsiteY8" fmla="*/ 699262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48305 h 1564026"/>
                <a:gd name="connsiteX7" fmla="*/ 1166219 w 2572110"/>
                <a:gd name="connsiteY7" fmla="*/ 694976 h 1564026"/>
                <a:gd name="connsiteX8" fmla="*/ 569479 w 2572110"/>
                <a:gd name="connsiteY8" fmla="*/ 699262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48305 h 1564026"/>
                <a:gd name="connsiteX7" fmla="*/ 1166219 w 2572110"/>
                <a:gd name="connsiteY7" fmla="*/ 694976 h 1564026"/>
                <a:gd name="connsiteX8" fmla="*/ 569479 w 2572110"/>
                <a:gd name="connsiteY8" fmla="*/ 699262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52400 w 2572110"/>
                <a:gd name="connsiteY0" fmla="*/ 660686 h 1564026"/>
                <a:gd name="connsiteX1" fmla="*/ 560430 w 2572110"/>
                <a:gd name="connsiteY1" fmla="*/ 43467 h 1564026"/>
                <a:gd name="connsiteX2" fmla="*/ 2373990 w 2572110"/>
                <a:gd name="connsiteY2" fmla="*/ 89187 h 1564026"/>
                <a:gd name="connsiteX3" fmla="*/ 2572110 w 2572110"/>
                <a:gd name="connsiteY3" fmla="*/ 675926 h 1564026"/>
                <a:gd name="connsiteX4" fmla="*/ 2335890 w 2572110"/>
                <a:gd name="connsiteY4" fmla="*/ 1411626 h 1564026"/>
                <a:gd name="connsiteX5" fmla="*/ 1985370 w 2572110"/>
                <a:gd name="connsiteY5" fmla="*/ 714027 h 1564026"/>
                <a:gd name="connsiteX6" fmla="*/ 1825350 w 2572110"/>
                <a:gd name="connsiteY6" fmla="*/ 648305 h 1564026"/>
                <a:gd name="connsiteX7" fmla="*/ 1166219 w 2572110"/>
                <a:gd name="connsiteY7" fmla="*/ 694976 h 1564026"/>
                <a:gd name="connsiteX8" fmla="*/ 569479 w 2572110"/>
                <a:gd name="connsiteY8" fmla="*/ 699262 h 1564026"/>
                <a:gd name="connsiteX9" fmla="*/ 0 w 2572110"/>
                <a:gd name="connsiteY9" fmla="*/ 1564026 h 1564026"/>
                <a:gd name="connsiteX10" fmla="*/ 152400 w 2572110"/>
                <a:gd name="connsiteY10" fmla="*/ 660686 h 1564026"/>
                <a:gd name="connsiteX0" fmla="*/ 171678 w 2591388"/>
                <a:gd name="connsiteY0" fmla="*/ 660686 h 1564026"/>
                <a:gd name="connsiteX1" fmla="*/ 579708 w 2591388"/>
                <a:gd name="connsiteY1" fmla="*/ 43467 h 1564026"/>
                <a:gd name="connsiteX2" fmla="*/ 2393268 w 2591388"/>
                <a:gd name="connsiteY2" fmla="*/ 89187 h 1564026"/>
                <a:gd name="connsiteX3" fmla="*/ 2591388 w 2591388"/>
                <a:gd name="connsiteY3" fmla="*/ 675926 h 1564026"/>
                <a:gd name="connsiteX4" fmla="*/ 2355168 w 2591388"/>
                <a:gd name="connsiteY4" fmla="*/ 1411626 h 1564026"/>
                <a:gd name="connsiteX5" fmla="*/ 2004648 w 2591388"/>
                <a:gd name="connsiteY5" fmla="*/ 714027 h 1564026"/>
                <a:gd name="connsiteX6" fmla="*/ 1844628 w 2591388"/>
                <a:gd name="connsiteY6" fmla="*/ 648305 h 1564026"/>
                <a:gd name="connsiteX7" fmla="*/ 1185497 w 2591388"/>
                <a:gd name="connsiteY7" fmla="*/ 694976 h 1564026"/>
                <a:gd name="connsiteX8" fmla="*/ 588757 w 2591388"/>
                <a:gd name="connsiteY8" fmla="*/ 699262 h 1564026"/>
                <a:gd name="connsiteX9" fmla="*/ 19278 w 2591388"/>
                <a:gd name="connsiteY9" fmla="*/ 1564026 h 1564026"/>
                <a:gd name="connsiteX10" fmla="*/ 171678 w 2591388"/>
                <a:gd name="connsiteY10" fmla="*/ 660686 h 1564026"/>
                <a:gd name="connsiteX0" fmla="*/ 137192 w 2556902"/>
                <a:gd name="connsiteY0" fmla="*/ 660686 h 1497351"/>
                <a:gd name="connsiteX1" fmla="*/ 545222 w 2556902"/>
                <a:gd name="connsiteY1" fmla="*/ 43467 h 1497351"/>
                <a:gd name="connsiteX2" fmla="*/ 2358782 w 2556902"/>
                <a:gd name="connsiteY2" fmla="*/ 89187 h 1497351"/>
                <a:gd name="connsiteX3" fmla="*/ 2556902 w 2556902"/>
                <a:gd name="connsiteY3" fmla="*/ 675926 h 1497351"/>
                <a:gd name="connsiteX4" fmla="*/ 2320682 w 2556902"/>
                <a:gd name="connsiteY4" fmla="*/ 1411626 h 1497351"/>
                <a:gd name="connsiteX5" fmla="*/ 1970162 w 2556902"/>
                <a:gd name="connsiteY5" fmla="*/ 714027 h 1497351"/>
                <a:gd name="connsiteX6" fmla="*/ 1810142 w 2556902"/>
                <a:gd name="connsiteY6" fmla="*/ 648305 h 1497351"/>
                <a:gd name="connsiteX7" fmla="*/ 1151011 w 2556902"/>
                <a:gd name="connsiteY7" fmla="*/ 694976 h 1497351"/>
                <a:gd name="connsiteX8" fmla="*/ 554271 w 2556902"/>
                <a:gd name="connsiteY8" fmla="*/ 699262 h 1497351"/>
                <a:gd name="connsiteX9" fmla="*/ 22892 w 2556902"/>
                <a:gd name="connsiteY9" fmla="*/ 1497351 h 1497351"/>
                <a:gd name="connsiteX10" fmla="*/ 137192 w 2556902"/>
                <a:gd name="connsiteY10" fmla="*/ 660686 h 1497351"/>
                <a:gd name="connsiteX0" fmla="*/ 164529 w 2584239"/>
                <a:gd name="connsiteY0" fmla="*/ 660686 h 1497351"/>
                <a:gd name="connsiteX1" fmla="*/ 572559 w 2584239"/>
                <a:gd name="connsiteY1" fmla="*/ 43467 h 1497351"/>
                <a:gd name="connsiteX2" fmla="*/ 2386119 w 2584239"/>
                <a:gd name="connsiteY2" fmla="*/ 89187 h 1497351"/>
                <a:gd name="connsiteX3" fmla="*/ 2584239 w 2584239"/>
                <a:gd name="connsiteY3" fmla="*/ 675926 h 1497351"/>
                <a:gd name="connsiteX4" fmla="*/ 2348019 w 2584239"/>
                <a:gd name="connsiteY4" fmla="*/ 1411626 h 1497351"/>
                <a:gd name="connsiteX5" fmla="*/ 1997499 w 2584239"/>
                <a:gd name="connsiteY5" fmla="*/ 714027 h 1497351"/>
                <a:gd name="connsiteX6" fmla="*/ 1837479 w 2584239"/>
                <a:gd name="connsiteY6" fmla="*/ 648305 h 1497351"/>
                <a:gd name="connsiteX7" fmla="*/ 1178348 w 2584239"/>
                <a:gd name="connsiteY7" fmla="*/ 694976 h 1497351"/>
                <a:gd name="connsiteX8" fmla="*/ 581608 w 2584239"/>
                <a:gd name="connsiteY8" fmla="*/ 699262 h 1497351"/>
                <a:gd name="connsiteX9" fmla="*/ 50229 w 2584239"/>
                <a:gd name="connsiteY9" fmla="*/ 1497351 h 1497351"/>
                <a:gd name="connsiteX10" fmla="*/ 164529 w 2584239"/>
                <a:gd name="connsiteY10" fmla="*/ 660686 h 1497351"/>
                <a:gd name="connsiteX0" fmla="*/ 13 w 2534023"/>
                <a:gd name="connsiteY0" fmla="*/ 1497351 h 1497351"/>
                <a:gd name="connsiteX1" fmla="*/ 522343 w 2534023"/>
                <a:gd name="connsiteY1" fmla="*/ 43467 h 1497351"/>
                <a:gd name="connsiteX2" fmla="*/ 2335903 w 2534023"/>
                <a:gd name="connsiteY2" fmla="*/ 89187 h 1497351"/>
                <a:gd name="connsiteX3" fmla="*/ 2534023 w 2534023"/>
                <a:gd name="connsiteY3" fmla="*/ 675926 h 1497351"/>
                <a:gd name="connsiteX4" fmla="*/ 2297803 w 2534023"/>
                <a:gd name="connsiteY4" fmla="*/ 1411626 h 1497351"/>
                <a:gd name="connsiteX5" fmla="*/ 1947283 w 2534023"/>
                <a:gd name="connsiteY5" fmla="*/ 714027 h 1497351"/>
                <a:gd name="connsiteX6" fmla="*/ 1787263 w 2534023"/>
                <a:gd name="connsiteY6" fmla="*/ 648305 h 1497351"/>
                <a:gd name="connsiteX7" fmla="*/ 1128132 w 2534023"/>
                <a:gd name="connsiteY7" fmla="*/ 694976 h 1497351"/>
                <a:gd name="connsiteX8" fmla="*/ 531392 w 2534023"/>
                <a:gd name="connsiteY8" fmla="*/ 699262 h 1497351"/>
                <a:gd name="connsiteX9" fmla="*/ 13 w 2534023"/>
                <a:gd name="connsiteY9" fmla="*/ 1497351 h 1497351"/>
                <a:gd name="connsiteX0" fmla="*/ 61614 w 2595624"/>
                <a:gd name="connsiteY0" fmla="*/ 1497351 h 1497351"/>
                <a:gd name="connsiteX1" fmla="*/ 583944 w 2595624"/>
                <a:gd name="connsiteY1" fmla="*/ 43467 h 1497351"/>
                <a:gd name="connsiteX2" fmla="*/ 2397504 w 2595624"/>
                <a:gd name="connsiteY2" fmla="*/ 89187 h 1497351"/>
                <a:gd name="connsiteX3" fmla="*/ 2595624 w 2595624"/>
                <a:gd name="connsiteY3" fmla="*/ 675926 h 1497351"/>
                <a:gd name="connsiteX4" fmla="*/ 2359404 w 2595624"/>
                <a:gd name="connsiteY4" fmla="*/ 1411626 h 1497351"/>
                <a:gd name="connsiteX5" fmla="*/ 2008884 w 2595624"/>
                <a:gd name="connsiteY5" fmla="*/ 714027 h 1497351"/>
                <a:gd name="connsiteX6" fmla="*/ 1848864 w 2595624"/>
                <a:gd name="connsiteY6" fmla="*/ 648305 h 1497351"/>
                <a:gd name="connsiteX7" fmla="*/ 1189733 w 2595624"/>
                <a:gd name="connsiteY7" fmla="*/ 694976 h 1497351"/>
                <a:gd name="connsiteX8" fmla="*/ 592993 w 2595624"/>
                <a:gd name="connsiteY8" fmla="*/ 699262 h 1497351"/>
                <a:gd name="connsiteX9" fmla="*/ 61614 w 2595624"/>
                <a:gd name="connsiteY9" fmla="*/ 1497351 h 1497351"/>
                <a:gd name="connsiteX0" fmla="*/ 61614 w 2595624"/>
                <a:gd name="connsiteY0" fmla="*/ 1804263 h 1804263"/>
                <a:gd name="connsiteX1" fmla="*/ 583944 w 2595624"/>
                <a:gd name="connsiteY1" fmla="*/ 350379 h 1804263"/>
                <a:gd name="connsiteX2" fmla="*/ 2397504 w 2595624"/>
                <a:gd name="connsiteY2" fmla="*/ 396099 h 1804263"/>
                <a:gd name="connsiteX3" fmla="*/ 2595624 w 2595624"/>
                <a:gd name="connsiteY3" fmla="*/ 982838 h 1804263"/>
                <a:gd name="connsiteX4" fmla="*/ 2359404 w 2595624"/>
                <a:gd name="connsiteY4" fmla="*/ 1718538 h 1804263"/>
                <a:gd name="connsiteX5" fmla="*/ 2008884 w 2595624"/>
                <a:gd name="connsiteY5" fmla="*/ 1020939 h 1804263"/>
                <a:gd name="connsiteX6" fmla="*/ 1848864 w 2595624"/>
                <a:gd name="connsiteY6" fmla="*/ 955217 h 1804263"/>
                <a:gd name="connsiteX7" fmla="*/ 1189733 w 2595624"/>
                <a:gd name="connsiteY7" fmla="*/ 1001888 h 1804263"/>
                <a:gd name="connsiteX8" fmla="*/ 592993 w 2595624"/>
                <a:gd name="connsiteY8" fmla="*/ 1006174 h 1804263"/>
                <a:gd name="connsiteX9" fmla="*/ 61614 w 2595624"/>
                <a:gd name="connsiteY9" fmla="*/ 1804263 h 1804263"/>
                <a:gd name="connsiteX0" fmla="*/ 71463 w 2605473"/>
                <a:gd name="connsiteY0" fmla="*/ 1804263 h 1804263"/>
                <a:gd name="connsiteX1" fmla="*/ 569980 w 2605473"/>
                <a:gd name="connsiteY1" fmla="*/ 350379 h 1804263"/>
                <a:gd name="connsiteX2" fmla="*/ 2407353 w 2605473"/>
                <a:gd name="connsiteY2" fmla="*/ 396099 h 1804263"/>
                <a:gd name="connsiteX3" fmla="*/ 2605473 w 2605473"/>
                <a:gd name="connsiteY3" fmla="*/ 982838 h 1804263"/>
                <a:gd name="connsiteX4" fmla="*/ 2369253 w 2605473"/>
                <a:gd name="connsiteY4" fmla="*/ 1718538 h 1804263"/>
                <a:gd name="connsiteX5" fmla="*/ 2018733 w 2605473"/>
                <a:gd name="connsiteY5" fmla="*/ 1020939 h 1804263"/>
                <a:gd name="connsiteX6" fmla="*/ 1858713 w 2605473"/>
                <a:gd name="connsiteY6" fmla="*/ 955217 h 1804263"/>
                <a:gd name="connsiteX7" fmla="*/ 1199582 w 2605473"/>
                <a:gd name="connsiteY7" fmla="*/ 1001888 h 1804263"/>
                <a:gd name="connsiteX8" fmla="*/ 602842 w 2605473"/>
                <a:gd name="connsiteY8" fmla="*/ 1006174 h 1804263"/>
                <a:gd name="connsiteX9" fmla="*/ 71463 w 2605473"/>
                <a:gd name="connsiteY9" fmla="*/ 1804263 h 1804263"/>
                <a:gd name="connsiteX0" fmla="*/ 54474 w 2588484"/>
                <a:gd name="connsiteY0" fmla="*/ 1804263 h 1804263"/>
                <a:gd name="connsiteX1" fmla="*/ 552991 w 2588484"/>
                <a:gd name="connsiteY1" fmla="*/ 350379 h 1804263"/>
                <a:gd name="connsiteX2" fmla="*/ 2390364 w 2588484"/>
                <a:gd name="connsiteY2" fmla="*/ 396099 h 1804263"/>
                <a:gd name="connsiteX3" fmla="*/ 2588484 w 2588484"/>
                <a:gd name="connsiteY3" fmla="*/ 982838 h 1804263"/>
                <a:gd name="connsiteX4" fmla="*/ 2352264 w 2588484"/>
                <a:gd name="connsiteY4" fmla="*/ 1718538 h 1804263"/>
                <a:gd name="connsiteX5" fmla="*/ 2001744 w 2588484"/>
                <a:gd name="connsiteY5" fmla="*/ 1020939 h 1804263"/>
                <a:gd name="connsiteX6" fmla="*/ 1841724 w 2588484"/>
                <a:gd name="connsiteY6" fmla="*/ 955217 h 1804263"/>
                <a:gd name="connsiteX7" fmla="*/ 1182593 w 2588484"/>
                <a:gd name="connsiteY7" fmla="*/ 1001888 h 1804263"/>
                <a:gd name="connsiteX8" fmla="*/ 585853 w 2588484"/>
                <a:gd name="connsiteY8" fmla="*/ 1006174 h 1804263"/>
                <a:gd name="connsiteX9" fmla="*/ 54474 w 2588484"/>
                <a:gd name="connsiteY9" fmla="*/ 1804263 h 1804263"/>
                <a:gd name="connsiteX0" fmla="*/ 54474 w 2588484"/>
                <a:gd name="connsiteY0" fmla="*/ 1953090 h 1953090"/>
                <a:gd name="connsiteX1" fmla="*/ 552991 w 2588484"/>
                <a:gd name="connsiteY1" fmla="*/ 499206 h 1953090"/>
                <a:gd name="connsiteX2" fmla="*/ 2390364 w 2588484"/>
                <a:gd name="connsiteY2" fmla="*/ 544926 h 1953090"/>
                <a:gd name="connsiteX3" fmla="*/ 2588484 w 2588484"/>
                <a:gd name="connsiteY3" fmla="*/ 1131665 h 1953090"/>
                <a:gd name="connsiteX4" fmla="*/ 2352264 w 2588484"/>
                <a:gd name="connsiteY4" fmla="*/ 1867365 h 1953090"/>
                <a:gd name="connsiteX5" fmla="*/ 2001744 w 2588484"/>
                <a:gd name="connsiteY5" fmla="*/ 1169766 h 1953090"/>
                <a:gd name="connsiteX6" fmla="*/ 1841724 w 2588484"/>
                <a:gd name="connsiteY6" fmla="*/ 1104044 h 1953090"/>
                <a:gd name="connsiteX7" fmla="*/ 1182593 w 2588484"/>
                <a:gd name="connsiteY7" fmla="*/ 1150715 h 1953090"/>
                <a:gd name="connsiteX8" fmla="*/ 585853 w 2588484"/>
                <a:gd name="connsiteY8" fmla="*/ 1155001 h 1953090"/>
                <a:gd name="connsiteX9" fmla="*/ 54474 w 2588484"/>
                <a:gd name="connsiteY9" fmla="*/ 1953090 h 1953090"/>
                <a:gd name="connsiteX0" fmla="*/ 54474 w 2720636"/>
                <a:gd name="connsiteY0" fmla="*/ 1953090 h 1953090"/>
                <a:gd name="connsiteX1" fmla="*/ 552991 w 2720636"/>
                <a:gd name="connsiteY1" fmla="*/ 499206 h 1953090"/>
                <a:gd name="connsiteX2" fmla="*/ 2390364 w 2720636"/>
                <a:gd name="connsiteY2" fmla="*/ 544926 h 1953090"/>
                <a:gd name="connsiteX3" fmla="*/ 2588484 w 2720636"/>
                <a:gd name="connsiteY3" fmla="*/ 1131665 h 1953090"/>
                <a:gd name="connsiteX4" fmla="*/ 2352264 w 2720636"/>
                <a:gd name="connsiteY4" fmla="*/ 1867365 h 1953090"/>
                <a:gd name="connsiteX5" fmla="*/ 2001744 w 2720636"/>
                <a:gd name="connsiteY5" fmla="*/ 1169766 h 1953090"/>
                <a:gd name="connsiteX6" fmla="*/ 1841724 w 2720636"/>
                <a:gd name="connsiteY6" fmla="*/ 1104044 h 1953090"/>
                <a:gd name="connsiteX7" fmla="*/ 1182593 w 2720636"/>
                <a:gd name="connsiteY7" fmla="*/ 1150715 h 1953090"/>
                <a:gd name="connsiteX8" fmla="*/ 585853 w 2720636"/>
                <a:gd name="connsiteY8" fmla="*/ 1155001 h 1953090"/>
                <a:gd name="connsiteX9" fmla="*/ 54474 w 2720636"/>
                <a:gd name="connsiteY9" fmla="*/ 1953090 h 1953090"/>
                <a:gd name="connsiteX0" fmla="*/ 54474 w 2715761"/>
                <a:gd name="connsiteY0" fmla="*/ 1953090 h 1953090"/>
                <a:gd name="connsiteX1" fmla="*/ 552991 w 2715761"/>
                <a:gd name="connsiteY1" fmla="*/ 499206 h 1953090"/>
                <a:gd name="connsiteX2" fmla="*/ 2390364 w 2715761"/>
                <a:gd name="connsiteY2" fmla="*/ 544926 h 1953090"/>
                <a:gd name="connsiteX3" fmla="*/ 2574196 w 2715761"/>
                <a:gd name="connsiteY3" fmla="*/ 1126903 h 1953090"/>
                <a:gd name="connsiteX4" fmla="*/ 2352264 w 2715761"/>
                <a:gd name="connsiteY4" fmla="*/ 1867365 h 1953090"/>
                <a:gd name="connsiteX5" fmla="*/ 2001744 w 2715761"/>
                <a:gd name="connsiteY5" fmla="*/ 1169766 h 1953090"/>
                <a:gd name="connsiteX6" fmla="*/ 1841724 w 2715761"/>
                <a:gd name="connsiteY6" fmla="*/ 1104044 h 1953090"/>
                <a:gd name="connsiteX7" fmla="*/ 1182593 w 2715761"/>
                <a:gd name="connsiteY7" fmla="*/ 1150715 h 1953090"/>
                <a:gd name="connsiteX8" fmla="*/ 585853 w 2715761"/>
                <a:gd name="connsiteY8" fmla="*/ 1155001 h 1953090"/>
                <a:gd name="connsiteX9" fmla="*/ 54474 w 2715761"/>
                <a:gd name="connsiteY9" fmla="*/ 1953090 h 1953090"/>
                <a:gd name="connsiteX0" fmla="*/ 54474 w 2823423"/>
                <a:gd name="connsiteY0" fmla="*/ 1953090 h 1953090"/>
                <a:gd name="connsiteX1" fmla="*/ 552991 w 2823423"/>
                <a:gd name="connsiteY1" fmla="*/ 499206 h 1953090"/>
                <a:gd name="connsiteX2" fmla="*/ 2390364 w 2823423"/>
                <a:gd name="connsiteY2" fmla="*/ 544926 h 1953090"/>
                <a:gd name="connsiteX3" fmla="*/ 2574196 w 2823423"/>
                <a:gd name="connsiteY3" fmla="*/ 1126903 h 1953090"/>
                <a:gd name="connsiteX4" fmla="*/ 2352264 w 2823423"/>
                <a:gd name="connsiteY4" fmla="*/ 1867365 h 1953090"/>
                <a:gd name="connsiteX5" fmla="*/ 2001744 w 2823423"/>
                <a:gd name="connsiteY5" fmla="*/ 1169766 h 1953090"/>
                <a:gd name="connsiteX6" fmla="*/ 1841724 w 2823423"/>
                <a:gd name="connsiteY6" fmla="*/ 1104044 h 1953090"/>
                <a:gd name="connsiteX7" fmla="*/ 1182593 w 2823423"/>
                <a:gd name="connsiteY7" fmla="*/ 1150715 h 1953090"/>
                <a:gd name="connsiteX8" fmla="*/ 585853 w 2823423"/>
                <a:gd name="connsiteY8" fmla="*/ 1155001 h 1953090"/>
                <a:gd name="connsiteX9" fmla="*/ 54474 w 2823423"/>
                <a:gd name="connsiteY9" fmla="*/ 1953090 h 1953090"/>
                <a:gd name="connsiteX0" fmla="*/ 54474 w 2802142"/>
                <a:gd name="connsiteY0" fmla="*/ 1953090 h 1953090"/>
                <a:gd name="connsiteX1" fmla="*/ 552991 w 2802142"/>
                <a:gd name="connsiteY1" fmla="*/ 499206 h 1953090"/>
                <a:gd name="connsiteX2" fmla="*/ 2390364 w 2802142"/>
                <a:gd name="connsiteY2" fmla="*/ 544926 h 1953090"/>
                <a:gd name="connsiteX3" fmla="*/ 2574196 w 2802142"/>
                <a:gd name="connsiteY3" fmla="*/ 1126903 h 1953090"/>
                <a:gd name="connsiteX4" fmla="*/ 2352264 w 2802142"/>
                <a:gd name="connsiteY4" fmla="*/ 1867365 h 1953090"/>
                <a:gd name="connsiteX5" fmla="*/ 2001744 w 2802142"/>
                <a:gd name="connsiteY5" fmla="*/ 1169766 h 1953090"/>
                <a:gd name="connsiteX6" fmla="*/ 1841724 w 2802142"/>
                <a:gd name="connsiteY6" fmla="*/ 1104044 h 1953090"/>
                <a:gd name="connsiteX7" fmla="*/ 1182593 w 2802142"/>
                <a:gd name="connsiteY7" fmla="*/ 1150715 h 1953090"/>
                <a:gd name="connsiteX8" fmla="*/ 585853 w 2802142"/>
                <a:gd name="connsiteY8" fmla="*/ 1155001 h 1953090"/>
                <a:gd name="connsiteX9" fmla="*/ 54474 w 2802142"/>
                <a:gd name="connsiteY9" fmla="*/ 1953090 h 1953090"/>
                <a:gd name="connsiteX0" fmla="*/ 54474 w 2802142"/>
                <a:gd name="connsiteY0" fmla="*/ 1953090 h 1953090"/>
                <a:gd name="connsiteX1" fmla="*/ 552991 w 2802142"/>
                <a:gd name="connsiteY1" fmla="*/ 499206 h 1953090"/>
                <a:gd name="connsiteX2" fmla="*/ 2390364 w 2802142"/>
                <a:gd name="connsiteY2" fmla="*/ 544926 h 1953090"/>
                <a:gd name="connsiteX3" fmla="*/ 2574196 w 2802142"/>
                <a:gd name="connsiteY3" fmla="*/ 1126903 h 1953090"/>
                <a:gd name="connsiteX4" fmla="*/ 2550386 w 2802142"/>
                <a:gd name="connsiteY4" fmla="*/ 1844137 h 1953090"/>
                <a:gd name="connsiteX5" fmla="*/ 2352264 w 2802142"/>
                <a:gd name="connsiteY5" fmla="*/ 1867365 h 1953090"/>
                <a:gd name="connsiteX6" fmla="*/ 2001744 w 2802142"/>
                <a:gd name="connsiteY6" fmla="*/ 1169766 h 1953090"/>
                <a:gd name="connsiteX7" fmla="*/ 1841724 w 2802142"/>
                <a:gd name="connsiteY7" fmla="*/ 1104044 h 1953090"/>
                <a:gd name="connsiteX8" fmla="*/ 1182593 w 2802142"/>
                <a:gd name="connsiteY8" fmla="*/ 1150715 h 1953090"/>
                <a:gd name="connsiteX9" fmla="*/ 585853 w 2802142"/>
                <a:gd name="connsiteY9" fmla="*/ 1155001 h 1953090"/>
                <a:gd name="connsiteX10" fmla="*/ 54474 w 2802142"/>
                <a:gd name="connsiteY10" fmla="*/ 1953090 h 1953090"/>
                <a:gd name="connsiteX0" fmla="*/ 54474 w 2802142"/>
                <a:gd name="connsiteY0" fmla="*/ 1953090 h 1953090"/>
                <a:gd name="connsiteX1" fmla="*/ 552991 w 2802142"/>
                <a:gd name="connsiteY1" fmla="*/ 499206 h 1953090"/>
                <a:gd name="connsiteX2" fmla="*/ 2390364 w 2802142"/>
                <a:gd name="connsiteY2" fmla="*/ 544926 h 1953090"/>
                <a:gd name="connsiteX3" fmla="*/ 2574196 w 2802142"/>
                <a:gd name="connsiteY3" fmla="*/ 1126903 h 1953090"/>
                <a:gd name="connsiteX4" fmla="*/ 2550386 w 2802142"/>
                <a:gd name="connsiteY4" fmla="*/ 1844137 h 1953090"/>
                <a:gd name="connsiteX5" fmla="*/ 2352264 w 2802142"/>
                <a:gd name="connsiteY5" fmla="*/ 1867365 h 1953090"/>
                <a:gd name="connsiteX6" fmla="*/ 2001744 w 2802142"/>
                <a:gd name="connsiteY6" fmla="*/ 1169766 h 1953090"/>
                <a:gd name="connsiteX7" fmla="*/ 1841724 w 2802142"/>
                <a:gd name="connsiteY7" fmla="*/ 1104044 h 1953090"/>
                <a:gd name="connsiteX8" fmla="*/ 1182593 w 2802142"/>
                <a:gd name="connsiteY8" fmla="*/ 1150715 h 1953090"/>
                <a:gd name="connsiteX9" fmla="*/ 585853 w 2802142"/>
                <a:gd name="connsiteY9" fmla="*/ 1155001 h 1953090"/>
                <a:gd name="connsiteX10" fmla="*/ 54474 w 2802142"/>
                <a:gd name="connsiteY10" fmla="*/ 1953090 h 1953090"/>
                <a:gd name="connsiteX0" fmla="*/ 54474 w 2794834"/>
                <a:gd name="connsiteY0" fmla="*/ 1953090 h 1953090"/>
                <a:gd name="connsiteX1" fmla="*/ 552991 w 2794834"/>
                <a:gd name="connsiteY1" fmla="*/ 499206 h 1953090"/>
                <a:gd name="connsiteX2" fmla="*/ 2390364 w 2794834"/>
                <a:gd name="connsiteY2" fmla="*/ 544926 h 1953090"/>
                <a:gd name="connsiteX3" fmla="*/ 2559908 w 2794834"/>
                <a:gd name="connsiteY3" fmla="*/ 1145953 h 1953090"/>
                <a:gd name="connsiteX4" fmla="*/ 2550386 w 2794834"/>
                <a:gd name="connsiteY4" fmla="*/ 1844137 h 1953090"/>
                <a:gd name="connsiteX5" fmla="*/ 2352264 w 2794834"/>
                <a:gd name="connsiteY5" fmla="*/ 1867365 h 1953090"/>
                <a:gd name="connsiteX6" fmla="*/ 2001744 w 2794834"/>
                <a:gd name="connsiteY6" fmla="*/ 1169766 h 1953090"/>
                <a:gd name="connsiteX7" fmla="*/ 1841724 w 2794834"/>
                <a:gd name="connsiteY7" fmla="*/ 1104044 h 1953090"/>
                <a:gd name="connsiteX8" fmla="*/ 1182593 w 2794834"/>
                <a:gd name="connsiteY8" fmla="*/ 1150715 h 1953090"/>
                <a:gd name="connsiteX9" fmla="*/ 585853 w 2794834"/>
                <a:gd name="connsiteY9" fmla="*/ 1155001 h 1953090"/>
                <a:gd name="connsiteX10" fmla="*/ 54474 w 2794834"/>
                <a:gd name="connsiteY10" fmla="*/ 1953090 h 1953090"/>
                <a:gd name="connsiteX0" fmla="*/ 54474 w 2792438"/>
                <a:gd name="connsiteY0" fmla="*/ 1953090 h 1953090"/>
                <a:gd name="connsiteX1" fmla="*/ 552991 w 2792438"/>
                <a:gd name="connsiteY1" fmla="*/ 499206 h 1953090"/>
                <a:gd name="connsiteX2" fmla="*/ 2390364 w 2792438"/>
                <a:gd name="connsiteY2" fmla="*/ 544926 h 1953090"/>
                <a:gd name="connsiteX3" fmla="*/ 2555146 w 2792438"/>
                <a:gd name="connsiteY3" fmla="*/ 1112616 h 1953090"/>
                <a:gd name="connsiteX4" fmla="*/ 2550386 w 2792438"/>
                <a:gd name="connsiteY4" fmla="*/ 1844137 h 1953090"/>
                <a:gd name="connsiteX5" fmla="*/ 2352264 w 2792438"/>
                <a:gd name="connsiteY5" fmla="*/ 1867365 h 1953090"/>
                <a:gd name="connsiteX6" fmla="*/ 2001744 w 2792438"/>
                <a:gd name="connsiteY6" fmla="*/ 1169766 h 1953090"/>
                <a:gd name="connsiteX7" fmla="*/ 1841724 w 2792438"/>
                <a:gd name="connsiteY7" fmla="*/ 1104044 h 1953090"/>
                <a:gd name="connsiteX8" fmla="*/ 1182593 w 2792438"/>
                <a:gd name="connsiteY8" fmla="*/ 1150715 h 1953090"/>
                <a:gd name="connsiteX9" fmla="*/ 585853 w 2792438"/>
                <a:gd name="connsiteY9" fmla="*/ 1155001 h 1953090"/>
                <a:gd name="connsiteX10" fmla="*/ 54474 w 2792438"/>
                <a:gd name="connsiteY10" fmla="*/ 1953090 h 1953090"/>
                <a:gd name="connsiteX0" fmla="*/ 54474 w 2792438"/>
                <a:gd name="connsiteY0" fmla="*/ 1953090 h 1953090"/>
                <a:gd name="connsiteX1" fmla="*/ 552991 w 2792438"/>
                <a:gd name="connsiteY1" fmla="*/ 499206 h 1953090"/>
                <a:gd name="connsiteX2" fmla="*/ 2390364 w 2792438"/>
                <a:gd name="connsiteY2" fmla="*/ 544926 h 1953090"/>
                <a:gd name="connsiteX3" fmla="*/ 2555146 w 2792438"/>
                <a:gd name="connsiteY3" fmla="*/ 1112616 h 1953090"/>
                <a:gd name="connsiteX4" fmla="*/ 2536098 w 2792438"/>
                <a:gd name="connsiteY4" fmla="*/ 1848899 h 1953090"/>
                <a:gd name="connsiteX5" fmla="*/ 2352264 w 2792438"/>
                <a:gd name="connsiteY5" fmla="*/ 1867365 h 1953090"/>
                <a:gd name="connsiteX6" fmla="*/ 2001744 w 2792438"/>
                <a:gd name="connsiteY6" fmla="*/ 1169766 h 1953090"/>
                <a:gd name="connsiteX7" fmla="*/ 1841724 w 2792438"/>
                <a:gd name="connsiteY7" fmla="*/ 1104044 h 1953090"/>
                <a:gd name="connsiteX8" fmla="*/ 1182593 w 2792438"/>
                <a:gd name="connsiteY8" fmla="*/ 1150715 h 1953090"/>
                <a:gd name="connsiteX9" fmla="*/ 585853 w 2792438"/>
                <a:gd name="connsiteY9" fmla="*/ 1155001 h 1953090"/>
                <a:gd name="connsiteX10" fmla="*/ 54474 w 2792438"/>
                <a:gd name="connsiteY10" fmla="*/ 1953090 h 1953090"/>
                <a:gd name="connsiteX0" fmla="*/ 54474 w 2792438"/>
                <a:gd name="connsiteY0" fmla="*/ 1953090 h 1953090"/>
                <a:gd name="connsiteX1" fmla="*/ 552991 w 2792438"/>
                <a:gd name="connsiteY1" fmla="*/ 499206 h 1953090"/>
                <a:gd name="connsiteX2" fmla="*/ 2390364 w 2792438"/>
                <a:gd name="connsiteY2" fmla="*/ 544926 h 1953090"/>
                <a:gd name="connsiteX3" fmla="*/ 2555146 w 2792438"/>
                <a:gd name="connsiteY3" fmla="*/ 1112616 h 1953090"/>
                <a:gd name="connsiteX4" fmla="*/ 2536098 w 2792438"/>
                <a:gd name="connsiteY4" fmla="*/ 1848899 h 1953090"/>
                <a:gd name="connsiteX5" fmla="*/ 2361789 w 2792438"/>
                <a:gd name="connsiteY5" fmla="*/ 1895940 h 1953090"/>
                <a:gd name="connsiteX6" fmla="*/ 2001744 w 2792438"/>
                <a:gd name="connsiteY6" fmla="*/ 1169766 h 1953090"/>
                <a:gd name="connsiteX7" fmla="*/ 1841724 w 2792438"/>
                <a:gd name="connsiteY7" fmla="*/ 1104044 h 1953090"/>
                <a:gd name="connsiteX8" fmla="*/ 1182593 w 2792438"/>
                <a:gd name="connsiteY8" fmla="*/ 1150715 h 1953090"/>
                <a:gd name="connsiteX9" fmla="*/ 585853 w 2792438"/>
                <a:gd name="connsiteY9" fmla="*/ 1155001 h 1953090"/>
                <a:gd name="connsiteX10" fmla="*/ 54474 w 2792438"/>
                <a:gd name="connsiteY10" fmla="*/ 1953090 h 1953090"/>
                <a:gd name="connsiteX0" fmla="*/ 54474 w 2792438"/>
                <a:gd name="connsiteY0" fmla="*/ 1953090 h 1953090"/>
                <a:gd name="connsiteX1" fmla="*/ 552991 w 2792438"/>
                <a:gd name="connsiteY1" fmla="*/ 499206 h 1953090"/>
                <a:gd name="connsiteX2" fmla="*/ 2390364 w 2792438"/>
                <a:gd name="connsiteY2" fmla="*/ 544926 h 1953090"/>
                <a:gd name="connsiteX3" fmla="*/ 2555146 w 2792438"/>
                <a:gd name="connsiteY3" fmla="*/ 1112616 h 1953090"/>
                <a:gd name="connsiteX4" fmla="*/ 2536098 w 2792438"/>
                <a:gd name="connsiteY4" fmla="*/ 1848899 h 1953090"/>
                <a:gd name="connsiteX5" fmla="*/ 2376076 w 2792438"/>
                <a:gd name="connsiteY5" fmla="*/ 1891177 h 1953090"/>
                <a:gd name="connsiteX6" fmla="*/ 2001744 w 2792438"/>
                <a:gd name="connsiteY6" fmla="*/ 1169766 h 1953090"/>
                <a:gd name="connsiteX7" fmla="*/ 1841724 w 2792438"/>
                <a:gd name="connsiteY7" fmla="*/ 1104044 h 1953090"/>
                <a:gd name="connsiteX8" fmla="*/ 1182593 w 2792438"/>
                <a:gd name="connsiteY8" fmla="*/ 1150715 h 1953090"/>
                <a:gd name="connsiteX9" fmla="*/ 585853 w 2792438"/>
                <a:gd name="connsiteY9" fmla="*/ 1155001 h 1953090"/>
                <a:gd name="connsiteX10" fmla="*/ 54474 w 2792438"/>
                <a:gd name="connsiteY10" fmla="*/ 1953090 h 1953090"/>
                <a:gd name="connsiteX0" fmla="*/ 54474 w 2792438"/>
                <a:gd name="connsiteY0" fmla="*/ 1953090 h 1953090"/>
                <a:gd name="connsiteX1" fmla="*/ 552991 w 2792438"/>
                <a:gd name="connsiteY1" fmla="*/ 499206 h 1953090"/>
                <a:gd name="connsiteX2" fmla="*/ 2390364 w 2792438"/>
                <a:gd name="connsiteY2" fmla="*/ 544926 h 1953090"/>
                <a:gd name="connsiteX3" fmla="*/ 2555146 w 2792438"/>
                <a:gd name="connsiteY3" fmla="*/ 1112616 h 1953090"/>
                <a:gd name="connsiteX4" fmla="*/ 2536098 w 2792438"/>
                <a:gd name="connsiteY4" fmla="*/ 1848899 h 1953090"/>
                <a:gd name="connsiteX5" fmla="*/ 2371314 w 2792438"/>
                <a:gd name="connsiteY5" fmla="*/ 1910227 h 1953090"/>
                <a:gd name="connsiteX6" fmla="*/ 2001744 w 2792438"/>
                <a:gd name="connsiteY6" fmla="*/ 1169766 h 1953090"/>
                <a:gd name="connsiteX7" fmla="*/ 1841724 w 2792438"/>
                <a:gd name="connsiteY7" fmla="*/ 1104044 h 1953090"/>
                <a:gd name="connsiteX8" fmla="*/ 1182593 w 2792438"/>
                <a:gd name="connsiteY8" fmla="*/ 1150715 h 1953090"/>
                <a:gd name="connsiteX9" fmla="*/ 585853 w 2792438"/>
                <a:gd name="connsiteY9" fmla="*/ 1155001 h 1953090"/>
                <a:gd name="connsiteX10" fmla="*/ 54474 w 2792438"/>
                <a:gd name="connsiteY10" fmla="*/ 1953090 h 1953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92438" h="1953090">
                  <a:moveTo>
                    <a:pt x="54474" y="1953090"/>
                  </a:moveTo>
                  <a:cubicBezTo>
                    <a:pt x="52966" y="1843791"/>
                    <a:pt x="-241136" y="605312"/>
                    <a:pt x="552991" y="499206"/>
                  </a:cubicBezTo>
                  <a:cubicBezTo>
                    <a:pt x="1056606" y="-286607"/>
                    <a:pt x="3147602" y="-46894"/>
                    <a:pt x="2390364" y="544926"/>
                  </a:cubicBezTo>
                  <a:cubicBezTo>
                    <a:pt x="2980279" y="564294"/>
                    <a:pt x="2817719" y="1007523"/>
                    <a:pt x="2555146" y="1112616"/>
                  </a:cubicBezTo>
                  <a:cubicBezTo>
                    <a:pt x="2604359" y="1407257"/>
                    <a:pt x="2591660" y="1659033"/>
                    <a:pt x="2536098" y="1848899"/>
                  </a:cubicBezTo>
                  <a:lnTo>
                    <a:pt x="2371314" y="1910227"/>
                  </a:lnTo>
                  <a:cubicBezTo>
                    <a:pt x="2273524" y="1939437"/>
                    <a:pt x="2086834" y="1296193"/>
                    <a:pt x="2001744" y="1169766"/>
                  </a:cubicBezTo>
                  <a:cubicBezTo>
                    <a:pt x="1966660" y="1133827"/>
                    <a:pt x="1921734" y="1119284"/>
                    <a:pt x="1841724" y="1104044"/>
                  </a:cubicBezTo>
                  <a:cubicBezTo>
                    <a:pt x="1708374" y="1081184"/>
                    <a:pt x="2466246" y="1734915"/>
                    <a:pt x="1182593" y="1150715"/>
                  </a:cubicBezTo>
                  <a:cubicBezTo>
                    <a:pt x="1189578" y="1189450"/>
                    <a:pt x="1489358" y="1785336"/>
                    <a:pt x="585853" y="1155001"/>
                  </a:cubicBezTo>
                  <a:cubicBezTo>
                    <a:pt x="238864" y="2014756"/>
                    <a:pt x="196675" y="1912485"/>
                    <a:pt x="54474" y="195309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79A0002-EE17-4CCC-837D-0B0FFDCC0CC2}"/>
                </a:ext>
              </a:extLst>
            </p:cNvPr>
            <p:cNvSpPr/>
            <p:nvPr/>
          </p:nvSpPr>
          <p:spPr>
            <a:xfrm>
              <a:off x="5513636" y="1947043"/>
              <a:ext cx="444303" cy="658159"/>
            </a:xfrm>
            <a:custGeom>
              <a:avLst/>
              <a:gdLst>
                <a:gd name="connsiteX0" fmla="*/ 0 w 58058"/>
                <a:gd name="connsiteY0" fmla="*/ 0 h 870857"/>
                <a:gd name="connsiteX1" fmla="*/ 58058 w 58058"/>
                <a:gd name="connsiteY1" fmla="*/ 870857 h 870857"/>
                <a:gd name="connsiteX2" fmla="*/ 58058 w 58058"/>
                <a:gd name="connsiteY2" fmla="*/ 870857 h 870857"/>
                <a:gd name="connsiteX0" fmla="*/ 445370 w 503428"/>
                <a:gd name="connsiteY0" fmla="*/ 193827 h 1064684"/>
                <a:gd name="connsiteX1" fmla="*/ 503428 w 503428"/>
                <a:gd name="connsiteY1" fmla="*/ 1064684 h 1064684"/>
                <a:gd name="connsiteX2" fmla="*/ 503428 w 503428"/>
                <a:gd name="connsiteY2" fmla="*/ 1064684 h 1064684"/>
                <a:gd name="connsiteX0" fmla="*/ 677421 w 735479"/>
                <a:gd name="connsiteY0" fmla="*/ 160317 h 1035724"/>
                <a:gd name="connsiteX1" fmla="*/ 735479 w 735479"/>
                <a:gd name="connsiteY1" fmla="*/ 1031174 h 1035724"/>
                <a:gd name="connsiteX2" fmla="*/ 735479 w 735479"/>
                <a:gd name="connsiteY2" fmla="*/ 1031174 h 1035724"/>
                <a:gd name="connsiteX0" fmla="*/ 625567 w 683625"/>
                <a:gd name="connsiteY0" fmla="*/ 202057 h 1077175"/>
                <a:gd name="connsiteX1" fmla="*/ 683625 w 683625"/>
                <a:gd name="connsiteY1" fmla="*/ 1072914 h 1077175"/>
                <a:gd name="connsiteX2" fmla="*/ 683625 w 683625"/>
                <a:gd name="connsiteY2" fmla="*/ 1072914 h 1077175"/>
                <a:gd name="connsiteX0" fmla="*/ 625567 w 727168"/>
                <a:gd name="connsiteY0" fmla="*/ 202057 h 1077175"/>
                <a:gd name="connsiteX1" fmla="*/ 683625 w 727168"/>
                <a:gd name="connsiteY1" fmla="*/ 1072914 h 1077175"/>
                <a:gd name="connsiteX2" fmla="*/ 727168 w 727168"/>
                <a:gd name="connsiteY2" fmla="*/ 1029371 h 107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168" h="1077175">
                  <a:moveTo>
                    <a:pt x="625567" y="202057"/>
                  </a:moveTo>
                  <a:cubicBezTo>
                    <a:pt x="-269479" y="-581714"/>
                    <a:pt x="-163042" y="1174514"/>
                    <a:pt x="683625" y="1072914"/>
                  </a:cubicBezTo>
                  <a:lnTo>
                    <a:pt x="727168" y="1029371"/>
                  </a:lnTo>
                </a:path>
              </a:pathLst>
            </a:custGeom>
            <a:solidFill>
              <a:srgbClr val="EAB57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8D201F5-12F0-4529-92B8-BEF7EF978D0B}"/>
                </a:ext>
              </a:extLst>
            </p:cNvPr>
            <p:cNvSpPr/>
            <p:nvPr/>
          </p:nvSpPr>
          <p:spPr>
            <a:xfrm flipH="1">
              <a:off x="7916945" y="1900729"/>
              <a:ext cx="444303" cy="658159"/>
            </a:xfrm>
            <a:custGeom>
              <a:avLst/>
              <a:gdLst>
                <a:gd name="connsiteX0" fmla="*/ 0 w 58058"/>
                <a:gd name="connsiteY0" fmla="*/ 0 h 870857"/>
                <a:gd name="connsiteX1" fmla="*/ 58058 w 58058"/>
                <a:gd name="connsiteY1" fmla="*/ 870857 h 870857"/>
                <a:gd name="connsiteX2" fmla="*/ 58058 w 58058"/>
                <a:gd name="connsiteY2" fmla="*/ 870857 h 870857"/>
                <a:gd name="connsiteX0" fmla="*/ 445370 w 503428"/>
                <a:gd name="connsiteY0" fmla="*/ 193827 h 1064684"/>
                <a:gd name="connsiteX1" fmla="*/ 503428 w 503428"/>
                <a:gd name="connsiteY1" fmla="*/ 1064684 h 1064684"/>
                <a:gd name="connsiteX2" fmla="*/ 503428 w 503428"/>
                <a:gd name="connsiteY2" fmla="*/ 1064684 h 1064684"/>
                <a:gd name="connsiteX0" fmla="*/ 677421 w 735479"/>
                <a:gd name="connsiteY0" fmla="*/ 160317 h 1035724"/>
                <a:gd name="connsiteX1" fmla="*/ 735479 w 735479"/>
                <a:gd name="connsiteY1" fmla="*/ 1031174 h 1035724"/>
                <a:gd name="connsiteX2" fmla="*/ 735479 w 735479"/>
                <a:gd name="connsiteY2" fmla="*/ 1031174 h 1035724"/>
                <a:gd name="connsiteX0" fmla="*/ 625567 w 683625"/>
                <a:gd name="connsiteY0" fmla="*/ 202057 h 1077175"/>
                <a:gd name="connsiteX1" fmla="*/ 683625 w 683625"/>
                <a:gd name="connsiteY1" fmla="*/ 1072914 h 1077175"/>
                <a:gd name="connsiteX2" fmla="*/ 683625 w 683625"/>
                <a:gd name="connsiteY2" fmla="*/ 1072914 h 1077175"/>
                <a:gd name="connsiteX0" fmla="*/ 625567 w 727168"/>
                <a:gd name="connsiteY0" fmla="*/ 202057 h 1077175"/>
                <a:gd name="connsiteX1" fmla="*/ 683625 w 727168"/>
                <a:gd name="connsiteY1" fmla="*/ 1072914 h 1077175"/>
                <a:gd name="connsiteX2" fmla="*/ 727168 w 727168"/>
                <a:gd name="connsiteY2" fmla="*/ 1029371 h 107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168" h="1077175">
                  <a:moveTo>
                    <a:pt x="625567" y="202057"/>
                  </a:moveTo>
                  <a:cubicBezTo>
                    <a:pt x="-269479" y="-581714"/>
                    <a:pt x="-163042" y="1174514"/>
                    <a:pt x="683625" y="1072914"/>
                  </a:cubicBezTo>
                  <a:lnTo>
                    <a:pt x="727168" y="1029371"/>
                  </a:lnTo>
                </a:path>
              </a:pathLst>
            </a:custGeom>
            <a:solidFill>
              <a:srgbClr val="EAB57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FBF3817-12DF-47CB-B9B3-21C22FEC4DFB}"/>
                </a:ext>
              </a:extLst>
            </p:cNvPr>
            <p:cNvSpPr/>
            <p:nvPr/>
          </p:nvSpPr>
          <p:spPr>
            <a:xfrm>
              <a:off x="7278050" y="1833805"/>
              <a:ext cx="431800" cy="431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D1C9385-7E7A-4F68-8775-D3005BC2061E}"/>
                </a:ext>
              </a:extLst>
            </p:cNvPr>
            <p:cNvSpPr/>
            <p:nvPr/>
          </p:nvSpPr>
          <p:spPr>
            <a:xfrm>
              <a:off x="6312838" y="1807128"/>
              <a:ext cx="431800" cy="431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1FAA8240-3B14-4CDD-8EA8-1AD5E7B96BA2}"/>
                </a:ext>
              </a:extLst>
            </p:cNvPr>
            <p:cNvSpPr/>
            <p:nvPr/>
          </p:nvSpPr>
          <p:spPr>
            <a:xfrm>
              <a:off x="7300582" y="1999022"/>
              <a:ext cx="215374" cy="21537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36C06D74-296F-46CA-9097-3204C3CD37DB}"/>
                </a:ext>
              </a:extLst>
            </p:cNvPr>
            <p:cNvSpPr/>
            <p:nvPr/>
          </p:nvSpPr>
          <p:spPr>
            <a:xfrm>
              <a:off x="6510307" y="1999022"/>
              <a:ext cx="215374" cy="21537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FBEFAA6-E6B4-48E2-A15F-8E4EBE432850}"/>
                </a:ext>
              </a:extLst>
            </p:cNvPr>
            <p:cNvSpPr/>
            <p:nvPr/>
          </p:nvSpPr>
          <p:spPr>
            <a:xfrm>
              <a:off x="6908703" y="2285385"/>
              <a:ext cx="76297" cy="223308"/>
            </a:xfrm>
            <a:custGeom>
              <a:avLst/>
              <a:gdLst>
                <a:gd name="connsiteX0" fmla="*/ 63597 w 76297"/>
                <a:gd name="connsiteY0" fmla="*/ 0 h 223308"/>
                <a:gd name="connsiteX1" fmla="*/ 97 w 76297"/>
                <a:gd name="connsiteY1" fmla="*/ 203200 h 223308"/>
                <a:gd name="connsiteX2" fmla="*/ 76297 w 76297"/>
                <a:gd name="connsiteY2" fmla="*/ 215900 h 223308"/>
                <a:gd name="connsiteX3" fmla="*/ 76297 w 76297"/>
                <a:gd name="connsiteY3" fmla="*/ 215900 h 2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97" h="223308">
                  <a:moveTo>
                    <a:pt x="63597" y="0"/>
                  </a:moveTo>
                  <a:cubicBezTo>
                    <a:pt x="30788" y="83608"/>
                    <a:pt x="-2020" y="167217"/>
                    <a:pt x="97" y="203200"/>
                  </a:cubicBezTo>
                  <a:cubicBezTo>
                    <a:pt x="2214" y="239183"/>
                    <a:pt x="76297" y="215900"/>
                    <a:pt x="76297" y="215900"/>
                  </a:cubicBezTo>
                  <a:lnTo>
                    <a:pt x="76297" y="21590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3580C096-6A73-43D0-ADAA-D1A04D6095AE}"/>
                </a:ext>
              </a:extLst>
            </p:cNvPr>
            <p:cNvSpPr/>
            <p:nvPr/>
          </p:nvSpPr>
          <p:spPr>
            <a:xfrm rot="8254335">
              <a:off x="6776227" y="2296293"/>
              <a:ext cx="433787" cy="433787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6" name="ttsMP3.com_VoiceText_2025-4-24_23-14-10">
            <a:hlinkClick r:id="" action="ppaction://media"/>
            <a:extLst>
              <a:ext uri="{FF2B5EF4-FFF2-40B4-BE49-F238E27FC236}">
                <a16:creationId xmlns:a16="http://schemas.microsoft.com/office/drawing/2014/main" id="{FC402A15-D529-482A-9AC8-C5EBB41E24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75936" y="2477663"/>
            <a:ext cx="609600" cy="609600"/>
          </a:xfrm>
          <a:prstGeom prst="rect">
            <a:avLst/>
          </a:prstGeom>
        </p:spPr>
      </p:pic>
      <p:pic>
        <p:nvPicPr>
          <p:cNvPr id="77" name="1sec">
            <a:hlinkClick r:id="" action="ppaction://media"/>
            <a:extLst>
              <a:ext uri="{FF2B5EF4-FFF2-40B4-BE49-F238E27FC236}">
                <a16:creationId xmlns:a16="http://schemas.microsoft.com/office/drawing/2014/main" id="{545EFA1B-3607-4540-85FA-6EC856E4E06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91470" y="2477663"/>
            <a:ext cx="609600" cy="609600"/>
          </a:xfrm>
          <a:prstGeom prst="rect">
            <a:avLst/>
          </a:prstGeom>
        </p:spPr>
      </p:pic>
      <p:pic>
        <p:nvPicPr>
          <p:cNvPr id="78" name="ttsMP3.com_VoiceText_2025-4-24_23-14-49">
            <a:hlinkClick r:id="" action="ppaction://media"/>
            <a:extLst>
              <a:ext uri="{FF2B5EF4-FFF2-40B4-BE49-F238E27FC236}">
                <a16:creationId xmlns:a16="http://schemas.microsoft.com/office/drawing/2014/main" id="{DECA02BE-4606-4C2C-96AF-5BA8F4210F8E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920746" y="2520421"/>
            <a:ext cx="609600" cy="609600"/>
          </a:xfrm>
          <a:prstGeom prst="rect">
            <a:avLst/>
          </a:prstGeom>
        </p:spPr>
      </p:pic>
      <p:pic>
        <p:nvPicPr>
          <p:cNvPr id="79" name="1sec">
            <a:hlinkClick r:id="" action="ppaction://media"/>
            <a:extLst>
              <a:ext uri="{FF2B5EF4-FFF2-40B4-BE49-F238E27FC236}">
                <a16:creationId xmlns:a16="http://schemas.microsoft.com/office/drawing/2014/main" id="{5230AE3A-BBF3-401E-A953-27DDB33BD5C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610511" y="2477663"/>
            <a:ext cx="609600" cy="609600"/>
          </a:xfrm>
          <a:prstGeom prst="rect">
            <a:avLst/>
          </a:prstGeom>
        </p:spPr>
      </p:pic>
      <p:pic>
        <p:nvPicPr>
          <p:cNvPr id="80" name="1sec">
            <a:hlinkClick r:id="" action="ppaction://media"/>
            <a:extLst>
              <a:ext uri="{FF2B5EF4-FFF2-40B4-BE49-F238E27FC236}">
                <a16:creationId xmlns:a16="http://schemas.microsoft.com/office/drawing/2014/main" id="{0609BBE4-498F-42FC-BCBE-B32C78D1FD2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361264" y="249671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7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7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7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720" fill="hold"/>
                                        <p:tgtEl>
                                          <p:spTgt spid="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28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336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6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7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8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9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4A8CD72-237D-4272-BBCF-F28D303611FC}"/>
              </a:ext>
            </a:extLst>
          </p:cNvPr>
          <p:cNvSpPr/>
          <p:nvPr/>
        </p:nvSpPr>
        <p:spPr>
          <a:xfrm>
            <a:off x="2693523" y="478911"/>
            <a:ext cx="3304676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T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bg2">
                    <a:lumMod val="75000"/>
                  </a:schemeClr>
                </a:solidFill>
              </a:rPr>
              <a:t>y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p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bg2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2220860-6529-4B09-941C-033C72C18089}"/>
              </a:ext>
            </a:extLst>
          </p:cNvPr>
          <p:cNvSpPr/>
          <p:nvPr/>
        </p:nvSpPr>
        <p:spPr>
          <a:xfrm>
            <a:off x="263947" y="478912"/>
            <a:ext cx="2269153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bg2">
                    <a:lumMod val="75000"/>
                  </a:schemeClr>
                </a:solidFill>
              </a:rPr>
              <a:t>y-e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5357C2-4811-4351-BC8D-9FA59DB90E89}"/>
              </a:ext>
            </a:extLst>
          </p:cNvPr>
          <p:cNvGrpSpPr/>
          <p:nvPr/>
        </p:nvGrpSpPr>
        <p:grpSpPr>
          <a:xfrm>
            <a:off x="4615543" y="1077843"/>
            <a:ext cx="8791870" cy="5995484"/>
            <a:chOff x="1638221" y="265043"/>
            <a:chExt cx="10071021" cy="6867782"/>
          </a:xfrm>
        </p:grpSpPr>
        <p:sp>
          <p:nvSpPr>
            <p:cNvPr id="15" name="Rectangle 59">
              <a:extLst>
                <a:ext uri="{FF2B5EF4-FFF2-40B4-BE49-F238E27FC236}">
                  <a16:creationId xmlns:a16="http://schemas.microsoft.com/office/drawing/2014/main" id="{44147856-FC36-442B-B887-37A4D289224D}"/>
                </a:ext>
              </a:extLst>
            </p:cNvPr>
            <p:cNvSpPr/>
            <p:nvPr/>
          </p:nvSpPr>
          <p:spPr>
            <a:xfrm>
              <a:off x="1638221" y="3429000"/>
              <a:ext cx="10071021" cy="3703825"/>
            </a:xfrm>
            <a:custGeom>
              <a:avLst/>
              <a:gdLst>
                <a:gd name="connsiteX0" fmla="*/ 0 w 8679544"/>
                <a:gd name="connsiteY0" fmla="*/ 0 h 3770086"/>
                <a:gd name="connsiteX1" fmla="*/ 8679544 w 8679544"/>
                <a:gd name="connsiteY1" fmla="*/ 0 h 3770086"/>
                <a:gd name="connsiteX2" fmla="*/ 8679544 w 8679544"/>
                <a:gd name="connsiteY2" fmla="*/ 3770086 h 3770086"/>
                <a:gd name="connsiteX3" fmla="*/ 0 w 8679544"/>
                <a:gd name="connsiteY3" fmla="*/ 3770086 h 3770086"/>
                <a:gd name="connsiteX4" fmla="*/ 0 w 8679544"/>
                <a:gd name="connsiteY4" fmla="*/ 0 h 3770086"/>
                <a:gd name="connsiteX0" fmla="*/ 278296 w 8957840"/>
                <a:gd name="connsiteY0" fmla="*/ 0 h 3770086"/>
                <a:gd name="connsiteX1" fmla="*/ 8957840 w 8957840"/>
                <a:gd name="connsiteY1" fmla="*/ 0 h 3770086"/>
                <a:gd name="connsiteX2" fmla="*/ 8957840 w 8957840"/>
                <a:gd name="connsiteY2" fmla="*/ 3770086 h 3770086"/>
                <a:gd name="connsiteX3" fmla="*/ 0 w 8957840"/>
                <a:gd name="connsiteY3" fmla="*/ 3650816 h 3770086"/>
                <a:gd name="connsiteX4" fmla="*/ 278296 w 8957840"/>
                <a:gd name="connsiteY4" fmla="*/ 0 h 3770086"/>
                <a:gd name="connsiteX0" fmla="*/ 596348 w 9275892"/>
                <a:gd name="connsiteY0" fmla="*/ 0 h 3770086"/>
                <a:gd name="connsiteX1" fmla="*/ 9275892 w 9275892"/>
                <a:gd name="connsiteY1" fmla="*/ 0 h 3770086"/>
                <a:gd name="connsiteX2" fmla="*/ 9275892 w 9275892"/>
                <a:gd name="connsiteY2" fmla="*/ 3770086 h 3770086"/>
                <a:gd name="connsiteX3" fmla="*/ 0 w 9275892"/>
                <a:gd name="connsiteY3" fmla="*/ 3677321 h 3770086"/>
                <a:gd name="connsiteX4" fmla="*/ 596348 w 9275892"/>
                <a:gd name="connsiteY4" fmla="*/ 0 h 3770086"/>
                <a:gd name="connsiteX0" fmla="*/ 596348 w 9925248"/>
                <a:gd name="connsiteY0" fmla="*/ 0 h 3703825"/>
                <a:gd name="connsiteX1" fmla="*/ 9275892 w 9925248"/>
                <a:gd name="connsiteY1" fmla="*/ 0 h 3703825"/>
                <a:gd name="connsiteX2" fmla="*/ 9925248 w 9925248"/>
                <a:gd name="connsiteY2" fmla="*/ 3703825 h 3703825"/>
                <a:gd name="connsiteX3" fmla="*/ 0 w 9925248"/>
                <a:gd name="connsiteY3" fmla="*/ 3677321 h 3703825"/>
                <a:gd name="connsiteX4" fmla="*/ 596348 w 9925248"/>
                <a:gd name="connsiteY4" fmla="*/ 0 h 3703825"/>
                <a:gd name="connsiteX0" fmla="*/ 742121 w 10071021"/>
                <a:gd name="connsiteY0" fmla="*/ 0 h 3703825"/>
                <a:gd name="connsiteX1" fmla="*/ 9421665 w 10071021"/>
                <a:gd name="connsiteY1" fmla="*/ 0 h 3703825"/>
                <a:gd name="connsiteX2" fmla="*/ 10071021 w 10071021"/>
                <a:gd name="connsiteY2" fmla="*/ 3703825 h 3703825"/>
                <a:gd name="connsiteX3" fmla="*/ 0 w 10071021"/>
                <a:gd name="connsiteY3" fmla="*/ 3677321 h 3703825"/>
                <a:gd name="connsiteX4" fmla="*/ 742121 w 10071021"/>
                <a:gd name="connsiteY4" fmla="*/ 0 h 3703825"/>
                <a:gd name="connsiteX0" fmla="*/ 742121 w 10071021"/>
                <a:gd name="connsiteY0" fmla="*/ 0 h 3703825"/>
                <a:gd name="connsiteX1" fmla="*/ 9421665 w 10071021"/>
                <a:gd name="connsiteY1" fmla="*/ 0 h 3703825"/>
                <a:gd name="connsiteX2" fmla="*/ 10071021 w 10071021"/>
                <a:gd name="connsiteY2" fmla="*/ 3703825 h 3703825"/>
                <a:gd name="connsiteX3" fmla="*/ 0 w 10071021"/>
                <a:gd name="connsiteY3" fmla="*/ 3677321 h 3703825"/>
                <a:gd name="connsiteX4" fmla="*/ 833561 w 10071021"/>
                <a:gd name="connsiteY4" fmla="*/ 91440 h 3703825"/>
                <a:gd name="connsiteX0" fmla="*/ 742121 w 10071021"/>
                <a:gd name="connsiteY0" fmla="*/ 0 h 3703825"/>
                <a:gd name="connsiteX1" fmla="*/ 9421665 w 10071021"/>
                <a:gd name="connsiteY1" fmla="*/ 0 h 3703825"/>
                <a:gd name="connsiteX2" fmla="*/ 10071021 w 10071021"/>
                <a:gd name="connsiteY2" fmla="*/ 3703825 h 3703825"/>
                <a:gd name="connsiteX3" fmla="*/ 0 w 10071021"/>
                <a:gd name="connsiteY3" fmla="*/ 3677321 h 3703825"/>
                <a:gd name="connsiteX0" fmla="*/ 1258956 w 10071021"/>
                <a:gd name="connsiteY0" fmla="*/ 13252 h 3703825"/>
                <a:gd name="connsiteX1" fmla="*/ 9421665 w 10071021"/>
                <a:gd name="connsiteY1" fmla="*/ 0 h 3703825"/>
                <a:gd name="connsiteX2" fmla="*/ 10071021 w 10071021"/>
                <a:gd name="connsiteY2" fmla="*/ 3703825 h 3703825"/>
                <a:gd name="connsiteX3" fmla="*/ 0 w 10071021"/>
                <a:gd name="connsiteY3" fmla="*/ 3677321 h 3703825"/>
                <a:gd name="connsiteX0" fmla="*/ 1258956 w 10071021"/>
                <a:gd name="connsiteY0" fmla="*/ 13252 h 3703825"/>
                <a:gd name="connsiteX1" fmla="*/ 8666291 w 10071021"/>
                <a:gd name="connsiteY1" fmla="*/ 0 h 3703825"/>
                <a:gd name="connsiteX2" fmla="*/ 10071021 w 10071021"/>
                <a:gd name="connsiteY2" fmla="*/ 3703825 h 3703825"/>
                <a:gd name="connsiteX3" fmla="*/ 0 w 10071021"/>
                <a:gd name="connsiteY3" fmla="*/ 3677321 h 37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1021" h="3703825">
                  <a:moveTo>
                    <a:pt x="1258956" y="13252"/>
                  </a:moveTo>
                  <a:lnTo>
                    <a:pt x="8666291" y="0"/>
                  </a:lnTo>
                  <a:lnTo>
                    <a:pt x="10071021" y="3703825"/>
                  </a:lnTo>
                  <a:lnTo>
                    <a:pt x="0" y="3677321"/>
                  </a:lnTo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1C4F8DB7-F7B8-46A7-A0D5-65D8BA3F3B3A}"/>
                </a:ext>
              </a:extLst>
            </p:cNvPr>
            <p:cNvSpPr/>
            <p:nvPr/>
          </p:nvSpPr>
          <p:spPr>
            <a:xfrm>
              <a:off x="4814582" y="4224040"/>
              <a:ext cx="2980424" cy="539911"/>
            </a:xfrm>
            <a:custGeom>
              <a:avLst/>
              <a:gdLst>
                <a:gd name="connsiteX0" fmla="*/ 0 w 2544417"/>
                <a:gd name="connsiteY0" fmla="*/ 0 h 344556"/>
                <a:gd name="connsiteX1" fmla="*/ 2544417 w 2544417"/>
                <a:gd name="connsiteY1" fmla="*/ 0 h 344556"/>
                <a:gd name="connsiteX2" fmla="*/ 2544417 w 2544417"/>
                <a:gd name="connsiteY2" fmla="*/ 344556 h 344556"/>
                <a:gd name="connsiteX3" fmla="*/ 0 w 2544417"/>
                <a:gd name="connsiteY3" fmla="*/ 344556 h 344556"/>
                <a:gd name="connsiteX4" fmla="*/ 0 w 2544417"/>
                <a:gd name="connsiteY4" fmla="*/ 0 h 344556"/>
                <a:gd name="connsiteX0" fmla="*/ 278296 w 2822713"/>
                <a:gd name="connsiteY0" fmla="*/ 0 h 384312"/>
                <a:gd name="connsiteX1" fmla="*/ 2822713 w 2822713"/>
                <a:gd name="connsiteY1" fmla="*/ 0 h 384312"/>
                <a:gd name="connsiteX2" fmla="*/ 2822713 w 2822713"/>
                <a:gd name="connsiteY2" fmla="*/ 344556 h 384312"/>
                <a:gd name="connsiteX3" fmla="*/ 0 w 2822713"/>
                <a:gd name="connsiteY3" fmla="*/ 384312 h 384312"/>
                <a:gd name="connsiteX4" fmla="*/ 278296 w 2822713"/>
                <a:gd name="connsiteY4" fmla="*/ 0 h 384312"/>
                <a:gd name="connsiteX0" fmla="*/ 185531 w 2822713"/>
                <a:gd name="connsiteY0" fmla="*/ 0 h 397564"/>
                <a:gd name="connsiteX1" fmla="*/ 2822713 w 2822713"/>
                <a:gd name="connsiteY1" fmla="*/ 13252 h 397564"/>
                <a:gd name="connsiteX2" fmla="*/ 2822713 w 2822713"/>
                <a:gd name="connsiteY2" fmla="*/ 357808 h 397564"/>
                <a:gd name="connsiteX3" fmla="*/ 0 w 2822713"/>
                <a:gd name="connsiteY3" fmla="*/ 397564 h 397564"/>
                <a:gd name="connsiteX4" fmla="*/ 185531 w 2822713"/>
                <a:gd name="connsiteY4" fmla="*/ 0 h 397564"/>
                <a:gd name="connsiteX0" fmla="*/ 185531 w 2968487"/>
                <a:gd name="connsiteY0" fmla="*/ 0 h 397564"/>
                <a:gd name="connsiteX1" fmla="*/ 2822713 w 2968487"/>
                <a:gd name="connsiteY1" fmla="*/ 13252 h 397564"/>
                <a:gd name="connsiteX2" fmla="*/ 2968487 w 2968487"/>
                <a:gd name="connsiteY2" fmla="*/ 357808 h 397564"/>
                <a:gd name="connsiteX3" fmla="*/ 0 w 2968487"/>
                <a:gd name="connsiteY3" fmla="*/ 397564 h 397564"/>
                <a:gd name="connsiteX4" fmla="*/ 185531 w 2968487"/>
                <a:gd name="connsiteY4" fmla="*/ 0 h 397564"/>
                <a:gd name="connsiteX0" fmla="*/ 185531 w 2968487"/>
                <a:gd name="connsiteY0" fmla="*/ 0 h 397564"/>
                <a:gd name="connsiteX1" fmla="*/ 2822713 w 2968487"/>
                <a:gd name="connsiteY1" fmla="*/ 13252 h 397564"/>
                <a:gd name="connsiteX2" fmla="*/ 2968487 w 2968487"/>
                <a:gd name="connsiteY2" fmla="*/ 357808 h 397564"/>
                <a:gd name="connsiteX3" fmla="*/ 0 w 2968487"/>
                <a:gd name="connsiteY3" fmla="*/ 397564 h 397564"/>
                <a:gd name="connsiteX4" fmla="*/ 185531 w 2968487"/>
                <a:gd name="connsiteY4" fmla="*/ 0 h 397564"/>
                <a:gd name="connsiteX0" fmla="*/ 185531 w 2968487"/>
                <a:gd name="connsiteY0" fmla="*/ 0 h 461617"/>
                <a:gd name="connsiteX1" fmla="*/ 2822713 w 2968487"/>
                <a:gd name="connsiteY1" fmla="*/ 13252 h 461617"/>
                <a:gd name="connsiteX2" fmla="*/ 2968487 w 2968487"/>
                <a:gd name="connsiteY2" fmla="*/ 357808 h 461617"/>
                <a:gd name="connsiteX3" fmla="*/ 0 w 2968487"/>
                <a:gd name="connsiteY3" fmla="*/ 397564 h 461617"/>
                <a:gd name="connsiteX4" fmla="*/ 185531 w 2968487"/>
                <a:gd name="connsiteY4" fmla="*/ 0 h 461617"/>
                <a:gd name="connsiteX0" fmla="*/ 185531 w 2968487"/>
                <a:gd name="connsiteY0" fmla="*/ 0 h 486618"/>
                <a:gd name="connsiteX1" fmla="*/ 2822713 w 2968487"/>
                <a:gd name="connsiteY1" fmla="*/ 13252 h 486618"/>
                <a:gd name="connsiteX2" fmla="*/ 2968487 w 2968487"/>
                <a:gd name="connsiteY2" fmla="*/ 357808 h 486618"/>
                <a:gd name="connsiteX3" fmla="*/ 0 w 2968487"/>
                <a:gd name="connsiteY3" fmla="*/ 397564 h 486618"/>
                <a:gd name="connsiteX4" fmla="*/ 185531 w 2968487"/>
                <a:gd name="connsiteY4" fmla="*/ 0 h 486618"/>
                <a:gd name="connsiteX0" fmla="*/ 185531 w 2970317"/>
                <a:gd name="connsiteY0" fmla="*/ 0 h 486618"/>
                <a:gd name="connsiteX1" fmla="*/ 2822713 w 2970317"/>
                <a:gd name="connsiteY1" fmla="*/ 13252 h 486618"/>
                <a:gd name="connsiteX2" fmla="*/ 2968487 w 2970317"/>
                <a:gd name="connsiteY2" fmla="*/ 357808 h 486618"/>
                <a:gd name="connsiteX3" fmla="*/ 0 w 2970317"/>
                <a:gd name="connsiteY3" fmla="*/ 397564 h 486618"/>
                <a:gd name="connsiteX4" fmla="*/ 185531 w 2970317"/>
                <a:gd name="connsiteY4" fmla="*/ 0 h 486618"/>
                <a:gd name="connsiteX0" fmla="*/ 192842 w 2977628"/>
                <a:gd name="connsiteY0" fmla="*/ 0 h 486618"/>
                <a:gd name="connsiteX1" fmla="*/ 2830024 w 2977628"/>
                <a:gd name="connsiteY1" fmla="*/ 13252 h 486618"/>
                <a:gd name="connsiteX2" fmla="*/ 2975798 w 2977628"/>
                <a:gd name="connsiteY2" fmla="*/ 357808 h 486618"/>
                <a:gd name="connsiteX3" fmla="*/ 7311 w 2977628"/>
                <a:gd name="connsiteY3" fmla="*/ 397564 h 486618"/>
                <a:gd name="connsiteX4" fmla="*/ 192842 w 2977628"/>
                <a:gd name="connsiteY4" fmla="*/ 0 h 486618"/>
                <a:gd name="connsiteX0" fmla="*/ 192842 w 2977628"/>
                <a:gd name="connsiteY0" fmla="*/ 0 h 496749"/>
                <a:gd name="connsiteX1" fmla="*/ 2830024 w 2977628"/>
                <a:gd name="connsiteY1" fmla="*/ 13252 h 496749"/>
                <a:gd name="connsiteX2" fmla="*/ 2975798 w 2977628"/>
                <a:gd name="connsiteY2" fmla="*/ 384313 h 496749"/>
                <a:gd name="connsiteX3" fmla="*/ 7311 w 2977628"/>
                <a:gd name="connsiteY3" fmla="*/ 397564 h 496749"/>
                <a:gd name="connsiteX4" fmla="*/ 192842 w 2977628"/>
                <a:gd name="connsiteY4" fmla="*/ 0 h 496749"/>
                <a:gd name="connsiteX0" fmla="*/ 194740 w 2979526"/>
                <a:gd name="connsiteY0" fmla="*/ 0 h 496749"/>
                <a:gd name="connsiteX1" fmla="*/ 2831922 w 2979526"/>
                <a:gd name="connsiteY1" fmla="*/ 13252 h 496749"/>
                <a:gd name="connsiteX2" fmla="*/ 2977696 w 2979526"/>
                <a:gd name="connsiteY2" fmla="*/ 384313 h 496749"/>
                <a:gd name="connsiteX3" fmla="*/ 9209 w 2979526"/>
                <a:gd name="connsiteY3" fmla="*/ 397564 h 496749"/>
                <a:gd name="connsiteX4" fmla="*/ 194740 w 2979526"/>
                <a:gd name="connsiteY4" fmla="*/ 0 h 496749"/>
                <a:gd name="connsiteX0" fmla="*/ 194740 w 2979526"/>
                <a:gd name="connsiteY0" fmla="*/ 32444 h 529193"/>
                <a:gd name="connsiteX1" fmla="*/ 2831922 w 2979526"/>
                <a:gd name="connsiteY1" fmla="*/ 45696 h 529193"/>
                <a:gd name="connsiteX2" fmla="*/ 2977696 w 2979526"/>
                <a:gd name="connsiteY2" fmla="*/ 416757 h 529193"/>
                <a:gd name="connsiteX3" fmla="*/ 9209 w 2979526"/>
                <a:gd name="connsiteY3" fmla="*/ 430008 h 529193"/>
                <a:gd name="connsiteX4" fmla="*/ 194740 w 2979526"/>
                <a:gd name="connsiteY4" fmla="*/ 32444 h 529193"/>
                <a:gd name="connsiteX0" fmla="*/ 194740 w 2979526"/>
                <a:gd name="connsiteY0" fmla="*/ 43162 h 539911"/>
                <a:gd name="connsiteX1" fmla="*/ 2831922 w 2979526"/>
                <a:gd name="connsiteY1" fmla="*/ 56414 h 539911"/>
                <a:gd name="connsiteX2" fmla="*/ 2977696 w 2979526"/>
                <a:gd name="connsiteY2" fmla="*/ 427475 h 539911"/>
                <a:gd name="connsiteX3" fmla="*/ 9209 w 2979526"/>
                <a:gd name="connsiteY3" fmla="*/ 440726 h 539911"/>
                <a:gd name="connsiteX4" fmla="*/ 194740 w 2979526"/>
                <a:gd name="connsiteY4" fmla="*/ 43162 h 539911"/>
                <a:gd name="connsiteX0" fmla="*/ 194740 w 2980424"/>
                <a:gd name="connsiteY0" fmla="*/ 43162 h 539911"/>
                <a:gd name="connsiteX1" fmla="*/ 2831922 w 2980424"/>
                <a:gd name="connsiteY1" fmla="*/ 56414 h 539911"/>
                <a:gd name="connsiteX2" fmla="*/ 2977696 w 2980424"/>
                <a:gd name="connsiteY2" fmla="*/ 427475 h 539911"/>
                <a:gd name="connsiteX3" fmla="*/ 9209 w 2980424"/>
                <a:gd name="connsiteY3" fmla="*/ 440726 h 539911"/>
                <a:gd name="connsiteX4" fmla="*/ 194740 w 2980424"/>
                <a:gd name="connsiteY4" fmla="*/ 43162 h 53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0424" h="539911">
                  <a:moveTo>
                    <a:pt x="194740" y="43162"/>
                  </a:moveTo>
                  <a:cubicBezTo>
                    <a:pt x="248301" y="-34971"/>
                    <a:pt x="2721211" y="7547"/>
                    <a:pt x="2831922" y="56414"/>
                  </a:cubicBezTo>
                  <a:cubicBezTo>
                    <a:pt x="2924963" y="133166"/>
                    <a:pt x="2995366" y="312623"/>
                    <a:pt x="2977696" y="427475"/>
                  </a:cubicBezTo>
                  <a:cubicBezTo>
                    <a:pt x="2650809" y="546745"/>
                    <a:pt x="190322" y="599752"/>
                    <a:pt x="9209" y="440726"/>
                  </a:cubicBezTo>
                  <a:cubicBezTo>
                    <a:pt x="-34964" y="241944"/>
                    <a:pt x="88446" y="124883"/>
                    <a:pt x="194740" y="43162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661D963-8F81-4EB2-B62A-3459DD5BE52F}"/>
                </a:ext>
              </a:extLst>
            </p:cNvPr>
            <p:cNvSpPr/>
            <p:nvPr/>
          </p:nvSpPr>
          <p:spPr>
            <a:xfrm>
              <a:off x="5539410" y="2716696"/>
              <a:ext cx="1524000" cy="1749287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EE3EFA0-72A9-475D-8F8D-DC9DEDEDD87A}"/>
                </a:ext>
              </a:extLst>
            </p:cNvPr>
            <p:cNvSpPr/>
            <p:nvPr/>
          </p:nvSpPr>
          <p:spPr>
            <a:xfrm>
              <a:off x="3405808" y="265043"/>
              <a:ext cx="5870713" cy="3631096"/>
            </a:xfrm>
            <a:prstGeom prst="roundRect">
              <a:avLst>
                <a:gd name="adj" fmla="val 790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FBB0B30-0EE9-445A-8441-69566B03BECD}"/>
                </a:ext>
              </a:extLst>
            </p:cNvPr>
            <p:cNvSpPr/>
            <p:nvPr/>
          </p:nvSpPr>
          <p:spPr>
            <a:xfrm>
              <a:off x="3701600" y="638451"/>
              <a:ext cx="5279127" cy="2906290"/>
            </a:xfrm>
            <a:prstGeom prst="roundRect">
              <a:avLst>
                <a:gd name="adj" fmla="val 7908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3C2BD71-6A6C-47EF-B6E0-B6F28E320C01}"/>
                </a:ext>
              </a:extLst>
            </p:cNvPr>
            <p:cNvSpPr/>
            <p:nvPr/>
          </p:nvSpPr>
          <p:spPr>
            <a:xfrm>
              <a:off x="7629525" y="4324275"/>
              <a:ext cx="1687694" cy="904950"/>
            </a:xfrm>
            <a:custGeom>
              <a:avLst/>
              <a:gdLst>
                <a:gd name="connsiteX0" fmla="*/ 0 w 1791469"/>
                <a:gd name="connsiteY0" fmla="*/ 0 h 723900"/>
                <a:gd name="connsiteX1" fmla="*/ 1676400 w 1791469"/>
                <a:gd name="connsiteY1" fmla="*/ 238125 h 723900"/>
                <a:gd name="connsiteX2" fmla="*/ 1647825 w 1791469"/>
                <a:gd name="connsiteY2" fmla="*/ 723900 h 723900"/>
                <a:gd name="connsiteX3" fmla="*/ 1647825 w 1791469"/>
                <a:gd name="connsiteY3" fmla="*/ 723900 h 723900"/>
                <a:gd name="connsiteX0" fmla="*/ 0 w 1791469"/>
                <a:gd name="connsiteY0" fmla="*/ 129420 h 853320"/>
                <a:gd name="connsiteX1" fmla="*/ 1676400 w 1791469"/>
                <a:gd name="connsiteY1" fmla="*/ 367545 h 853320"/>
                <a:gd name="connsiteX2" fmla="*/ 1647825 w 1791469"/>
                <a:gd name="connsiteY2" fmla="*/ 853320 h 853320"/>
                <a:gd name="connsiteX3" fmla="*/ 1647825 w 1791469"/>
                <a:gd name="connsiteY3" fmla="*/ 853320 h 853320"/>
                <a:gd name="connsiteX0" fmla="*/ 0 w 1687694"/>
                <a:gd name="connsiteY0" fmla="*/ 181050 h 904950"/>
                <a:gd name="connsiteX1" fmla="*/ 1676400 w 1687694"/>
                <a:gd name="connsiteY1" fmla="*/ 419175 h 904950"/>
                <a:gd name="connsiteX2" fmla="*/ 1647825 w 1687694"/>
                <a:gd name="connsiteY2" fmla="*/ 904950 h 904950"/>
                <a:gd name="connsiteX3" fmla="*/ 1647825 w 1687694"/>
                <a:gd name="connsiteY3" fmla="*/ 904950 h 904950"/>
                <a:gd name="connsiteX0" fmla="*/ 0 w 1687694"/>
                <a:gd name="connsiteY0" fmla="*/ 181050 h 904950"/>
                <a:gd name="connsiteX1" fmla="*/ 1676400 w 1687694"/>
                <a:gd name="connsiteY1" fmla="*/ 419175 h 904950"/>
                <a:gd name="connsiteX2" fmla="*/ 1647825 w 1687694"/>
                <a:gd name="connsiteY2" fmla="*/ 904950 h 904950"/>
                <a:gd name="connsiteX3" fmla="*/ 1647825 w 1687694"/>
                <a:gd name="connsiteY3" fmla="*/ 904950 h 904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7694" h="904950">
                  <a:moveTo>
                    <a:pt x="0" y="181050"/>
                  </a:moveTo>
                  <a:cubicBezTo>
                    <a:pt x="859631" y="-172963"/>
                    <a:pt x="1801813" y="38175"/>
                    <a:pt x="1676400" y="419175"/>
                  </a:cubicBezTo>
                  <a:cubicBezTo>
                    <a:pt x="1277937" y="679525"/>
                    <a:pt x="1647825" y="904950"/>
                    <a:pt x="1647825" y="904950"/>
                  </a:cubicBezTo>
                  <a:lnTo>
                    <a:pt x="1647825" y="90495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8E8C1C37-B52A-4562-9EB8-9A942658CF69}"/>
                </a:ext>
              </a:extLst>
            </p:cNvPr>
            <p:cNvSpPr/>
            <p:nvPr/>
          </p:nvSpPr>
          <p:spPr>
            <a:xfrm>
              <a:off x="9063550" y="5132820"/>
              <a:ext cx="1209637" cy="1348158"/>
            </a:xfrm>
            <a:custGeom>
              <a:avLst/>
              <a:gdLst>
                <a:gd name="connsiteX0" fmla="*/ 0 w 861392"/>
                <a:gd name="connsiteY0" fmla="*/ 0 h 999297"/>
                <a:gd name="connsiteX1" fmla="*/ 861392 w 861392"/>
                <a:gd name="connsiteY1" fmla="*/ 0 h 999297"/>
                <a:gd name="connsiteX2" fmla="*/ 861392 w 861392"/>
                <a:gd name="connsiteY2" fmla="*/ 999297 h 999297"/>
                <a:gd name="connsiteX3" fmla="*/ 0 w 861392"/>
                <a:gd name="connsiteY3" fmla="*/ 999297 h 999297"/>
                <a:gd name="connsiteX4" fmla="*/ 0 w 861392"/>
                <a:gd name="connsiteY4" fmla="*/ 0 h 999297"/>
                <a:gd name="connsiteX0" fmla="*/ 31750 w 861392"/>
                <a:gd name="connsiteY0" fmla="*/ 0 h 1024697"/>
                <a:gd name="connsiteX1" fmla="*/ 861392 w 861392"/>
                <a:gd name="connsiteY1" fmla="*/ 25400 h 1024697"/>
                <a:gd name="connsiteX2" fmla="*/ 861392 w 861392"/>
                <a:gd name="connsiteY2" fmla="*/ 1024697 h 1024697"/>
                <a:gd name="connsiteX3" fmla="*/ 0 w 861392"/>
                <a:gd name="connsiteY3" fmla="*/ 1024697 h 1024697"/>
                <a:gd name="connsiteX4" fmla="*/ 31750 w 861392"/>
                <a:gd name="connsiteY4" fmla="*/ 0 h 1024697"/>
                <a:gd name="connsiteX0" fmla="*/ 0 w 829642"/>
                <a:gd name="connsiteY0" fmla="*/ 0 h 1024697"/>
                <a:gd name="connsiteX1" fmla="*/ 829642 w 829642"/>
                <a:gd name="connsiteY1" fmla="*/ 25400 h 1024697"/>
                <a:gd name="connsiteX2" fmla="*/ 829642 w 829642"/>
                <a:gd name="connsiteY2" fmla="*/ 1024697 h 1024697"/>
                <a:gd name="connsiteX3" fmla="*/ 0 w 829642"/>
                <a:gd name="connsiteY3" fmla="*/ 0 h 1024697"/>
                <a:gd name="connsiteX0" fmla="*/ 78040 w 907682"/>
                <a:gd name="connsiteY0" fmla="*/ 0 h 1024697"/>
                <a:gd name="connsiteX1" fmla="*/ 907682 w 907682"/>
                <a:gd name="connsiteY1" fmla="*/ 25400 h 1024697"/>
                <a:gd name="connsiteX2" fmla="*/ 907682 w 907682"/>
                <a:gd name="connsiteY2" fmla="*/ 1024697 h 1024697"/>
                <a:gd name="connsiteX3" fmla="*/ 78040 w 907682"/>
                <a:gd name="connsiteY3" fmla="*/ 0 h 1024697"/>
                <a:gd name="connsiteX0" fmla="*/ 86454 w 916096"/>
                <a:gd name="connsiteY0" fmla="*/ 0 h 1253297"/>
                <a:gd name="connsiteX1" fmla="*/ 916096 w 916096"/>
                <a:gd name="connsiteY1" fmla="*/ 25400 h 1253297"/>
                <a:gd name="connsiteX2" fmla="*/ 801796 w 916096"/>
                <a:gd name="connsiteY2" fmla="*/ 1253297 h 1253297"/>
                <a:gd name="connsiteX3" fmla="*/ 86454 w 916096"/>
                <a:gd name="connsiteY3" fmla="*/ 0 h 1253297"/>
                <a:gd name="connsiteX0" fmla="*/ 229796 w 1059438"/>
                <a:gd name="connsiteY0" fmla="*/ 0 h 1253297"/>
                <a:gd name="connsiteX1" fmla="*/ 1059438 w 1059438"/>
                <a:gd name="connsiteY1" fmla="*/ 25400 h 1253297"/>
                <a:gd name="connsiteX2" fmla="*/ 945138 w 1059438"/>
                <a:gd name="connsiteY2" fmla="*/ 1253297 h 1253297"/>
                <a:gd name="connsiteX3" fmla="*/ 229796 w 1059438"/>
                <a:gd name="connsiteY3" fmla="*/ 0 h 1253297"/>
                <a:gd name="connsiteX0" fmla="*/ 260875 w 1090517"/>
                <a:gd name="connsiteY0" fmla="*/ 0 h 1277417"/>
                <a:gd name="connsiteX1" fmla="*/ 1090517 w 1090517"/>
                <a:gd name="connsiteY1" fmla="*/ 25400 h 1277417"/>
                <a:gd name="connsiteX2" fmla="*/ 976217 w 1090517"/>
                <a:gd name="connsiteY2" fmla="*/ 1253297 h 1277417"/>
                <a:gd name="connsiteX3" fmla="*/ 260875 w 1090517"/>
                <a:gd name="connsiteY3" fmla="*/ 0 h 1277417"/>
                <a:gd name="connsiteX0" fmla="*/ 260875 w 976217"/>
                <a:gd name="connsiteY0" fmla="*/ 0 h 1277417"/>
                <a:gd name="connsiteX1" fmla="*/ 976217 w 976217"/>
                <a:gd name="connsiteY1" fmla="*/ 1253297 h 1277417"/>
                <a:gd name="connsiteX2" fmla="*/ 260875 w 976217"/>
                <a:gd name="connsiteY2" fmla="*/ 0 h 1277417"/>
                <a:gd name="connsiteX0" fmla="*/ 260875 w 976217"/>
                <a:gd name="connsiteY0" fmla="*/ 41451 h 1318868"/>
                <a:gd name="connsiteX1" fmla="*/ 976217 w 976217"/>
                <a:gd name="connsiteY1" fmla="*/ 1294748 h 1318868"/>
                <a:gd name="connsiteX2" fmla="*/ 260875 w 976217"/>
                <a:gd name="connsiteY2" fmla="*/ 41451 h 1318868"/>
                <a:gd name="connsiteX0" fmla="*/ 260875 w 1195509"/>
                <a:gd name="connsiteY0" fmla="*/ 40513 h 1317930"/>
                <a:gd name="connsiteX1" fmla="*/ 976217 w 1195509"/>
                <a:gd name="connsiteY1" fmla="*/ 1293810 h 1317930"/>
                <a:gd name="connsiteX2" fmla="*/ 260875 w 1195509"/>
                <a:gd name="connsiteY2" fmla="*/ 40513 h 1317930"/>
                <a:gd name="connsiteX0" fmla="*/ 260875 w 1209597"/>
                <a:gd name="connsiteY0" fmla="*/ 40696 h 1318113"/>
                <a:gd name="connsiteX1" fmla="*/ 976217 w 1209597"/>
                <a:gd name="connsiteY1" fmla="*/ 1293993 h 1318113"/>
                <a:gd name="connsiteX2" fmla="*/ 260875 w 1209597"/>
                <a:gd name="connsiteY2" fmla="*/ 40696 h 1318113"/>
                <a:gd name="connsiteX0" fmla="*/ 263769 w 1212491"/>
                <a:gd name="connsiteY0" fmla="*/ 40696 h 1316761"/>
                <a:gd name="connsiteX1" fmla="*/ 979111 w 1212491"/>
                <a:gd name="connsiteY1" fmla="*/ 1293993 h 1316761"/>
                <a:gd name="connsiteX2" fmla="*/ 263769 w 1212491"/>
                <a:gd name="connsiteY2" fmla="*/ 40696 h 1316761"/>
                <a:gd name="connsiteX0" fmla="*/ 263769 w 1184608"/>
                <a:gd name="connsiteY0" fmla="*/ 62900 h 1338965"/>
                <a:gd name="connsiteX1" fmla="*/ 979111 w 1184608"/>
                <a:gd name="connsiteY1" fmla="*/ 1316197 h 1338965"/>
                <a:gd name="connsiteX2" fmla="*/ 263769 w 1184608"/>
                <a:gd name="connsiteY2" fmla="*/ 62900 h 1338965"/>
                <a:gd name="connsiteX0" fmla="*/ 263769 w 1184608"/>
                <a:gd name="connsiteY0" fmla="*/ 62900 h 1338369"/>
                <a:gd name="connsiteX1" fmla="*/ 979111 w 1184608"/>
                <a:gd name="connsiteY1" fmla="*/ 1316197 h 1338369"/>
                <a:gd name="connsiteX2" fmla="*/ 263769 w 1184608"/>
                <a:gd name="connsiteY2" fmla="*/ 62900 h 1338369"/>
                <a:gd name="connsiteX0" fmla="*/ 263769 w 1209637"/>
                <a:gd name="connsiteY0" fmla="*/ 61398 h 1336867"/>
                <a:gd name="connsiteX1" fmla="*/ 979111 w 1209637"/>
                <a:gd name="connsiteY1" fmla="*/ 1314695 h 1336867"/>
                <a:gd name="connsiteX2" fmla="*/ 263769 w 1209637"/>
                <a:gd name="connsiteY2" fmla="*/ 61398 h 1336867"/>
                <a:gd name="connsiteX0" fmla="*/ 263769 w 1209637"/>
                <a:gd name="connsiteY0" fmla="*/ 61398 h 1348158"/>
                <a:gd name="connsiteX1" fmla="*/ 979111 w 1209637"/>
                <a:gd name="connsiteY1" fmla="*/ 1314695 h 1348158"/>
                <a:gd name="connsiteX2" fmla="*/ 263769 w 1209637"/>
                <a:gd name="connsiteY2" fmla="*/ 61398 h 134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9637" h="1348158">
                  <a:moveTo>
                    <a:pt x="263769" y="61398"/>
                  </a:moveTo>
                  <a:cubicBezTo>
                    <a:pt x="1003866" y="-289186"/>
                    <a:pt x="1534414" y="960429"/>
                    <a:pt x="979111" y="1314695"/>
                  </a:cubicBezTo>
                  <a:cubicBezTo>
                    <a:pt x="454914" y="1550979"/>
                    <a:pt x="-450284" y="472814"/>
                    <a:pt x="263769" y="61398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3080139-5C0C-420B-9334-B7B6A11D503E}"/>
                </a:ext>
              </a:extLst>
            </p:cNvPr>
            <p:cNvSpPr/>
            <p:nvPr/>
          </p:nvSpPr>
          <p:spPr>
            <a:xfrm>
              <a:off x="9086850" y="5397500"/>
              <a:ext cx="990600" cy="381000"/>
            </a:xfrm>
            <a:custGeom>
              <a:avLst/>
              <a:gdLst>
                <a:gd name="connsiteX0" fmla="*/ 0 w 990600"/>
                <a:gd name="connsiteY0" fmla="*/ 381000 h 381000"/>
                <a:gd name="connsiteX1" fmla="*/ 990600 w 990600"/>
                <a:gd name="connsiteY1" fmla="*/ 0 h 381000"/>
                <a:gd name="connsiteX2" fmla="*/ 990600 w 990600"/>
                <a:gd name="connsiteY2" fmla="*/ 0 h 381000"/>
                <a:gd name="connsiteX0" fmla="*/ 0 w 990600"/>
                <a:gd name="connsiteY0" fmla="*/ 381000 h 381000"/>
                <a:gd name="connsiteX1" fmla="*/ 990600 w 990600"/>
                <a:gd name="connsiteY1" fmla="*/ 0 h 381000"/>
                <a:gd name="connsiteX2" fmla="*/ 990600 w 990600"/>
                <a:gd name="connsiteY2" fmla="*/ 0 h 381000"/>
                <a:gd name="connsiteX0" fmla="*/ 0 w 990600"/>
                <a:gd name="connsiteY0" fmla="*/ 381000 h 381000"/>
                <a:gd name="connsiteX1" fmla="*/ 990600 w 990600"/>
                <a:gd name="connsiteY1" fmla="*/ 0 h 381000"/>
                <a:gd name="connsiteX2" fmla="*/ 990600 w 990600"/>
                <a:gd name="connsiteY2" fmla="*/ 0 h 381000"/>
                <a:gd name="connsiteX0" fmla="*/ 0 w 1009650"/>
                <a:gd name="connsiteY0" fmla="*/ 381000 h 381000"/>
                <a:gd name="connsiteX1" fmla="*/ 990600 w 1009650"/>
                <a:gd name="connsiteY1" fmla="*/ 0 h 381000"/>
                <a:gd name="connsiteX2" fmla="*/ 1009650 w 1009650"/>
                <a:gd name="connsiteY2" fmla="*/ 12700 h 381000"/>
                <a:gd name="connsiteX0" fmla="*/ 0 w 990600"/>
                <a:gd name="connsiteY0" fmla="*/ 381000 h 381000"/>
                <a:gd name="connsiteX1" fmla="*/ 990600 w 990600"/>
                <a:gd name="connsiteY1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600" h="381000">
                  <a:moveTo>
                    <a:pt x="0" y="381000"/>
                  </a:moveTo>
                  <a:cubicBezTo>
                    <a:pt x="368300" y="107950"/>
                    <a:pt x="660400" y="76200"/>
                    <a:pt x="990600" y="0"/>
                  </a:cubicBezTo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46F2FA3-EFA3-4C23-B78E-A23DADA3C876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>
              <a:off x="9327319" y="5194218"/>
              <a:ext cx="235781" cy="335045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18">
              <a:extLst>
                <a:ext uri="{FF2B5EF4-FFF2-40B4-BE49-F238E27FC236}">
                  <a16:creationId xmlns:a16="http://schemas.microsoft.com/office/drawing/2014/main" id="{06B0087E-BD0F-44C8-A4C4-0CB0B794BA30}"/>
                </a:ext>
              </a:extLst>
            </p:cNvPr>
            <p:cNvSpPr/>
            <p:nvPr/>
          </p:nvSpPr>
          <p:spPr>
            <a:xfrm>
              <a:off x="3847127" y="5061396"/>
              <a:ext cx="4965961" cy="1566665"/>
            </a:xfrm>
            <a:custGeom>
              <a:avLst/>
              <a:gdLst>
                <a:gd name="connsiteX0" fmla="*/ 0 w 4324632"/>
                <a:gd name="connsiteY0" fmla="*/ 0 h 1286760"/>
                <a:gd name="connsiteX1" fmla="*/ 4324632 w 4324632"/>
                <a:gd name="connsiteY1" fmla="*/ 0 h 1286760"/>
                <a:gd name="connsiteX2" fmla="*/ 4324632 w 4324632"/>
                <a:gd name="connsiteY2" fmla="*/ 1286760 h 1286760"/>
                <a:gd name="connsiteX3" fmla="*/ 0 w 4324632"/>
                <a:gd name="connsiteY3" fmla="*/ 1286760 h 1286760"/>
                <a:gd name="connsiteX4" fmla="*/ 0 w 4324632"/>
                <a:gd name="connsiteY4" fmla="*/ 0 h 1286760"/>
                <a:gd name="connsiteX0" fmla="*/ 0 w 4324632"/>
                <a:gd name="connsiteY0" fmla="*/ 101600 h 1388360"/>
                <a:gd name="connsiteX1" fmla="*/ 4045232 w 4324632"/>
                <a:gd name="connsiteY1" fmla="*/ 0 h 1388360"/>
                <a:gd name="connsiteX2" fmla="*/ 4324632 w 4324632"/>
                <a:gd name="connsiteY2" fmla="*/ 1388360 h 1388360"/>
                <a:gd name="connsiteX3" fmla="*/ 0 w 4324632"/>
                <a:gd name="connsiteY3" fmla="*/ 1388360 h 1388360"/>
                <a:gd name="connsiteX4" fmla="*/ 0 w 4324632"/>
                <a:gd name="connsiteY4" fmla="*/ 101600 h 1388360"/>
                <a:gd name="connsiteX0" fmla="*/ 38100 w 4324632"/>
                <a:gd name="connsiteY0" fmla="*/ 50800 h 1388360"/>
                <a:gd name="connsiteX1" fmla="*/ 4045232 w 4324632"/>
                <a:gd name="connsiteY1" fmla="*/ 0 h 1388360"/>
                <a:gd name="connsiteX2" fmla="*/ 4324632 w 4324632"/>
                <a:gd name="connsiteY2" fmla="*/ 1388360 h 1388360"/>
                <a:gd name="connsiteX3" fmla="*/ 0 w 4324632"/>
                <a:gd name="connsiteY3" fmla="*/ 1388360 h 1388360"/>
                <a:gd name="connsiteX4" fmla="*/ 38100 w 4324632"/>
                <a:gd name="connsiteY4" fmla="*/ 50800 h 1388360"/>
                <a:gd name="connsiteX0" fmla="*/ 393700 w 4680232"/>
                <a:gd name="connsiteY0" fmla="*/ 50800 h 1464560"/>
                <a:gd name="connsiteX1" fmla="*/ 4400832 w 4680232"/>
                <a:gd name="connsiteY1" fmla="*/ 0 h 1464560"/>
                <a:gd name="connsiteX2" fmla="*/ 4680232 w 4680232"/>
                <a:gd name="connsiteY2" fmla="*/ 1388360 h 1464560"/>
                <a:gd name="connsiteX3" fmla="*/ 0 w 4680232"/>
                <a:gd name="connsiteY3" fmla="*/ 1464560 h 1464560"/>
                <a:gd name="connsiteX4" fmla="*/ 393700 w 4680232"/>
                <a:gd name="connsiteY4" fmla="*/ 50800 h 1464560"/>
                <a:gd name="connsiteX0" fmla="*/ 393700 w 4858032"/>
                <a:gd name="connsiteY0" fmla="*/ 50800 h 1464560"/>
                <a:gd name="connsiteX1" fmla="*/ 4400832 w 4858032"/>
                <a:gd name="connsiteY1" fmla="*/ 0 h 1464560"/>
                <a:gd name="connsiteX2" fmla="*/ 4858032 w 4858032"/>
                <a:gd name="connsiteY2" fmla="*/ 1388360 h 1464560"/>
                <a:gd name="connsiteX3" fmla="*/ 0 w 4858032"/>
                <a:gd name="connsiteY3" fmla="*/ 1464560 h 1464560"/>
                <a:gd name="connsiteX4" fmla="*/ 393700 w 4858032"/>
                <a:gd name="connsiteY4" fmla="*/ 50800 h 1464560"/>
                <a:gd name="connsiteX0" fmla="*/ 393700 w 4892703"/>
                <a:gd name="connsiteY0" fmla="*/ 50800 h 1464560"/>
                <a:gd name="connsiteX1" fmla="*/ 4400832 w 4892703"/>
                <a:gd name="connsiteY1" fmla="*/ 0 h 1464560"/>
                <a:gd name="connsiteX2" fmla="*/ 4858032 w 4892703"/>
                <a:gd name="connsiteY2" fmla="*/ 1388360 h 1464560"/>
                <a:gd name="connsiteX3" fmla="*/ 0 w 4892703"/>
                <a:gd name="connsiteY3" fmla="*/ 1464560 h 1464560"/>
                <a:gd name="connsiteX4" fmla="*/ 393700 w 4892703"/>
                <a:gd name="connsiteY4" fmla="*/ 50800 h 1464560"/>
                <a:gd name="connsiteX0" fmla="*/ 393700 w 4898256"/>
                <a:gd name="connsiteY0" fmla="*/ 50800 h 1464560"/>
                <a:gd name="connsiteX1" fmla="*/ 4400832 w 4898256"/>
                <a:gd name="connsiteY1" fmla="*/ 0 h 1464560"/>
                <a:gd name="connsiteX2" fmla="*/ 4858032 w 4898256"/>
                <a:gd name="connsiteY2" fmla="*/ 1388360 h 1464560"/>
                <a:gd name="connsiteX3" fmla="*/ 0 w 4898256"/>
                <a:gd name="connsiteY3" fmla="*/ 1464560 h 1464560"/>
                <a:gd name="connsiteX4" fmla="*/ 393700 w 4898256"/>
                <a:gd name="connsiteY4" fmla="*/ 50800 h 1464560"/>
                <a:gd name="connsiteX0" fmla="*/ 393700 w 4898256"/>
                <a:gd name="connsiteY0" fmla="*/ 70301 h 1484061"/>
                <a:gd name="connsiteX1" fmla="*/ 4400832 w 4898256"/>
                <a:gd name="connsiteY1" fmla="*/ 19501 h 1484061"/>
                <a:gd name="connsiteX2" fmla="*/ 4858032 w 4898256"/>
                <a:gd name="connsiteY2" fmla="*/ 1407861 h 1484061"/>
                <a:gd name="connsiteX3" fmla="*/ 0 w 4898256"/>
                <a:gd name="connsiteY3" fmla="*/ 1484061 h 1484061"/>
                <a:gd name="connsiteX4" fmla="*/ 393700 w 4898256"/>
                <a:gd name="connsiteY4" fmla="*/ 70301 h 1484061"/>
                <a:gd name="connsiteX0" fmla="*/ 393700 w 4898256"/>
                <a:gd name="connsiteY0" fmla="*/ 82021 h 1495781"/>
                <a:gd name="connsiteX1" fmla="*/ 4400832 w 4898256"/>
                <a:gd name="connsiteY1" fmla="*/ 31221 h 1495781"/>
                <a:gd name="connsiteX2" fmla="*/ 4858032 w 4898256"/>
                <a:gd name="connsiteY2" fmla="*/ 1419581 h 1495781"/>
                <a:gd name="connsiteX3" fmla="*/ 0 w 4898256"/>
                <a:gd name="connsiteY3" fmla="*/ 1495781 h 1495781"/>
                <a:gd name="connsiteX4" fmla="*/ 393700 w 4898256"/>
                <a:gd name="connsiteY4" fmla="*/ 82021 h 1495781"/>
                <a:gd name="connsiteX0" fmla="*/ 393700 w 4898256"/>
                <a:gd name="connsiteY0" fmla="*/ 82021 h 1495781"/>
                <a:gd name="connsiteX1" fmla="*/ 4400832 w 4898256"/>
                <a:gd name="connsiteY1" fmla="*/ 31221 h 1495781"/>
                <a:gd name="connsiteX2" fmla="*/ 4858032 w 4898256"/>
                <a:gd name="connsiteY2" fmla="*/ 1419581 h 1495781"/>
                <a:gd name="connsiteX3" fmla="*/ 0 w 4898256"/>
                <a:gd name="connsiteY3" fmla="*/ 1495781 h 1495781"/>
                <a:gd name="connsiteX4" fmla="*/ 393700 w 4898256"/>
                <a:gd name="connsiteY4" fmla="*/ 82021 h 1495781"/>
                <a:gd name="connsiteX0" fmla="*/ 445474 w 4950030"/>
                <a:gd name="connsiteY0" fmla="*/ 82021 h 1495781"/>
                <a:gd name="connsiteX1" fmla="*/ 4452606 w 4950030"/>
                <a:gd name="connsiteY1" fmla="*/ 31221 h 1495781"/>
                <a:gd name="connsiteX2" fmla="*/ 4909806 w 4950030"/>
                <a:gd name="connsiteY2" fmla="*/ 1419581 h 1495781"/>
                <a:gd name="connsiteX3" fmla="*/ 51774 w 4950030"/>
                <a:gd name="connsiteY3" fmla="*/ 1495781 h 1495781"/>
                <a:gd name="connsiteX4" fmla="*/ 445474 w 4950030"/>
                <a:gd name="connsiteY4" fmla="*/ 82021 h 1495781"/>
                <a:gd name="connsiteX0" fmla="*/ 445474 w 4950030"/>
                <a:gd name="connsiteY0" fmla="*/ 82021 h 1546495"/>
                <a:gd name="connsiteX1" fmla="*/ 4452606 w 4950030"/>
                <a:gd name="connsiteY1" fmla="*/ 31221 h 1546495"/>
                <a:gd name="connsiteX2" fmla="*/ 4909806 w 4950030"/>
                <a:gd name="connsiteY2" fmla="*/ 1419581 h 1546495"/>
                <a:gd name="connsiteX3" fmla="*/ 51774 w 4950030"/>
                <a:gd name="connsiteY3" fmla="*/ 1495781 h 1546495"/>
                <a:gd name="connsiteX4" fmla="*/ 445474 w 4950030"/>
                <a:gd name="connsiteY4" fmla="*/ 82021 h 1546495"/>
                <a:gd name="connsiteX0" fmla="*/ 445474 w 4950030"/>
                <a:gd name="connsiteY0" fmla="*/ 82021 h 1566665"/>
                <a:gd name="connsiteX1" fmla="*/ 4452606 w 4950030"/>
                <a:gd name="connsiteY1" fmla="*/ 31221 h 1566665"/>
                <a:gd name="connsiteX2" fmla="*/ 4909806 w 4950030"/>
                <a:gd name="connsiteY2" fmla="*/ 1419581 h 1566665"/>
                <a:gd name="connsiteX3" fmla="*/ 51774 w 4950030"/>
                <a:gd name="connsiteY3" fmla="*/ 1495781 h 1566665"/>
                <a:gd name="connsiteX4" fmla="*/ 445474 w 4950030"/>
                <a:gd name="connsiteY4" fmla="*/ 82021 h 1566665"/>
                <a:gd name="connsiteX0" fmla="*/ 445474 w 4922140"/>
                <a:gd name="connsiteY0" fmla="*/ 82021 h 1566665"/>
                <a:gd name="connsiteX1" fmla="*/ 4452606 w 4922140"/>
                <a:gd name="connsiteY1" fmla="*/ 31221 h 1566665"/>
                <a:gd name="connsiteX2" fmla="*/ 4909806 w 4922140"/>
                <a:gd name="connsiteY2" fmla="*/ 1419581 h 1566665"/>
                <a:gd name="connsiteX3" fmla="*/ 51774 w 4922140"/>
                <a:gd name="connsiteY3" fmla="*/ 1495781 h 1566665"/>
                <a:gd name="connsiteX4" fmla="*/ 445474 w 4922140"/>
                <a:gd name="connsiteY4" fmla="*/ 82021 h 1566665"/>
                <a:gd name="connsiteX0" fmla="*/ 445474 w 4963753"/>
                <a:gd name="connsiteY0" fmla="*/ 82021 h 1566665"/>
                <a:gd name="connsiteX1" fmla="*/ 4452606 w 4963753"/>
                <a:gd name="connsiteY1" fmla="*/ 31221 h 1566665"/>
                <a:gd name="connsiteX2" fmla="*/ 4909806 w 4963753"/>
                <a:gd name="connsiteY2" fmla="*/ 1419581 h 1566665"/>
                <a:gd name="connsiteX3" fmla="*/ 51774 w 4963753"/>
                <a:gd name="connsiteY3" fmla="*/ 1495781 h 1566665"/>
                <a:gd name="connsiteX4" fmla="*/ 445474 w 4963753"/>
                <a:gd name="connsiteY4" fmla="*/ 82021 h 1566665"/>
                <a:gd name="connsiteX0" fmla="*/ 445474 w 4965961"/>
                <a:gd name="connsiteY0" fmla="*/ 82021 h 1566665"/>
                <a:gd name="connsiteX1" fmla="*/ 4452606 w 4965961"/>
                <a:gd name="connsiteY1" fmla="*/ 31221 h 1566665"/>
                <a:gd name="connsiteX2" fmla="*/ 4909806 w 4965961"/>
                <a:gd name="connsiteY2" fmla="*/ 1419581 h 1566665"/>
                <a:gd name="connsiteX3" fmla="*/ 51774 w 4965961"/>
                <a:gd name="connsiteY3" fmla="*/ 1495781 h 1566665"/>
                <a:gd name="connsiteX4" fmla="*/ 445474 w 4965961"/>
                <a:gd name="connsiteY4" fmla="*/ 82021 h 1566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5961" h="1566665">
                  <a:moveTo>
                    <a:pt x="445474" y="82021"/>
                  </a:moveTo>
                  <a:cubicBezTo>
                    <a:pt x="917585" y="1588"/>
                    <a:pt x="3688395" y="-28046"/>
                    <a:pt x="4452606" y="31221"/>
                  </a:cubicBezTo>
                  <a:cubicBezTo>
                    <a:pt x="4719306" y="151108"/>
                    <a:pt x="5113006" y="1134594"/>
                    <a:pt x="4909806" y="1419581"/>
                  </a:cubicBezTo>
                  <a:cubicBezTo>
                    <a:pt x="4344562" y="1546581"/>
                    <a:pt x="578918" y="1635481"/>
                    <a:pt x="51774" y="1495781"/>
                  </a:cubicBezTo>
                  <a:cubicBezTo>
                    <a:pt x="-121793" y="1291228"/>
                    <a:pt x="174541" y="286574"/>
                    <a:pt x="445474" y="82021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2A7C67F-F98F-4495-B53A-9034D4343B81}"/>
                </a:ext>
              </a:extLst>
            </p:cNvPr>
            <p:cNvGrpSpPr/>
            <p:nvPr/>
          </p:nvGrpSpPr>
          <p:grpSpPr>
            <a:xfrm>
              <a:off x="4381500" y="5393640"/>
              <a:ext cx="2273300" cy="237600"/>
              <a:chOff x="4381500" y="5393640"/>
              <a:chExt cx="2273300" cy="237600"/>
            </a:xfrm>
            <a:solidFill>
              <a:schemeClr val="bg1"/>
            </a:solidFill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BC01133-21A1-46AC-9B9A-5D74A54080A3}"/>
                  </a:ext>
                </a:extLst>
              </p:cNvPr>
              <p:cNvSpPr/>
              <p:nvPr/>
            </p:nvSpPr>
            <p:spPr>
              <a:xfrm>
                <a:off x="4381500" y="5397500"/>
                <a:ext cx="2273300" cy="2337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89AEE43A-0E0C-469C-88B0-6F4D0ACD7B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4400" y="539750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B5A693B-AE89-46BB-AD7E-8E437F970F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27625" y="539750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0CC6D925-FBD1-45F7-A565-58B4879768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38775" y="539364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6FFDA81B-CF0D-4BDB-BD29-321A197B2F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2155" y="539364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7C547BFD-DBAD-40BA-9ED2-53585BAA0E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5055" y="539364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7B7D941-7A8F-4D7B-B4EE-A452D6E256A4}"/>
                </a:ext>
              </a:extLst>
            </p:cNvPr>
            <p:cNvGrpSpPr/>
            <p:nvPr/>
          </p:nvGrpSpPr>
          <p:grpSpPr>
            <a:xfrm>
              <a:off x="4267203" y="5725928"/>
              <a:ext cx="2448554" cy="237600"/>
              <a:chOff x="4381500" y="5393640"/>
              <a:chExt cx="2273300" cy="237600"/>
            </a:xfrm>
            <a:solidFill>
              <a:schemeClr val="bg1"/>
            </a:solidFill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8157706-1599-4FDF-9354-11E633224125}"/>
                  </a:ext>
                </a:extLst>
              </p:cNvPr>
              <p:cNvSpPr/>
              <p:nvPr/>
            </p:nvSpPr>
            <p:spPr>
              <a:xfrm>
                <a:off x="4381500" y="5397500"/>
                <a:ext cx="2273300" cy="2337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A4671C01-8035-4A3C-B568-12A18128C5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4400" y="539750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AB004B6-8736-4F60-9128-510F39F69B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27625" y="539750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0697918-AA8F-4FED-94F7-A0E789FC47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38775" y="539364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FB605C80-E395-4E28-827B-A0DD2EE648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2155" y="539364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CAF7AD0-10CC-4481-B8B1-5D48C3C725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5055" y="539364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0D38C23-D1FB-425E-9CB6-83BDE43755B6}"/>
                </a:ext>
              </a:extLst>
            </p:cNvPr>
            <p:cNvGrpSpPr/>
            <p:nvPr/>
          </p:nvGrpSpPr>
          <p:grpSpPr>
            <a:xfrm>
              <a:off x="4206245" y="6089843"/>
              <a:ext cx="2448555" cy="237600"/>
              <a:chOff x="4381500" y="5393640"/>
              <a:chExt cx="2273300" cy="237600"/>
            </a:xfrm>
            <a:solidFill>
              <a:schemeClr val="bg1"/>
            </a:solidFill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DD83785-F8E4-4A86-AB91-9E8B2B959ADB}"/>
                  </a:ext>
                </a:extLst>
              </p:cNvPr>
              <p:cNvSpPr/>
              <p:nvPr/>
            </p:nvSpPr>
            <p:spPr>
              <a:xfrm>
                <a:off x="4381500" y="5397500"/>
                <a:ext cx="2273300" cy="2337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28FB5D4-0FFE-44D1-9CAB-B5F5EDD575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4400" y="539750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3EC74F1-28BB-4E93-B1E7-00CF4607FB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27625" y="539750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73E70915-3E4C-4CD5-AFEC-CB381653A3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38775" y="539364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58D6961-F566-4169-9324-7A0FE78EE0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2155" y="539364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C0418D0-2D26-41A7-AC9A-5A50EA0D42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5055" y="539364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B01C928-D729-486A-9C49-E28EA062F362}"/>
                </a:ext>
              </a:extLst>
            </p:cNvPr>
            <p:cNvGrpSpPr/>
            <p:nvPr/>
          </p:nvGrpSpPr>
          <p:grpSpPr>
            <a:xfrm>
              <a:off x="6907716" y="5370685"/>
              <a:ext cx="1319091" cy="233740"/>
              <a:chOff x="4039101" y="5389780"/>
              <a:chExt cx="1479934" cy="233740"/>
            </a:xfrm>
            <a:solidFill>
              <a:schemeClr val="bg1"/>
            </a:solidFill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0F80CF3-B3CF-4871-9139-B469B4B2EB38}"/>
                  </a:ext>
                </a:extLst>
              </p:cNvPr>
              <p:cNvSpPr/>
              <p:nvPr/>
            </p:nvSpPr>
            <p:spPr>
              <a:xfrm>
                <a:off x="4039101" y="5389780"/>
                <a:ext cx="1479934" cy="2337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F56680AE-A564-4ED0-86DA-F5F42C60F7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7146" y="538978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4AB71EE5-90FA-4BDE-8A29-DA3614F073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78919" y="538978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3BA24CFB-0EB8-40BC-A9BA-736F71C6C3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565" y="538978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04D5ADE-43C3-4EB2-BBC8-789CF08EF0D3}"/>
                </a:ext>
              </a:extLst>
            </p:cNvPr>
            <p:cNvGrpSpPr/>
            <p:nvPr/>
          </p:nvGrpSpPr>
          <p:grpSpPr>
            <a:xfrm>
              <a:off x="6916629" y="5725928"/>
              <a:ext cx="1465693" cy="241460"/>
              <a:chOff x="4039101" y="5389780"/>
              <a:chExt cx="1479934" cy="241460"/>
            </a:xfrm>
            <a:solidFill>
              <a:schemeClr val="bg1"/>
            </a:solidFill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E29D0A4-D8F9-41D8-AED4-1D718ADC312E}"/>
                  </a:ext>
                </a:extLst>
              </p:cNvPr>
              <p:cNvSpPr/>
              <p:nvPr/>
            </p:nvSpPr>
            <p:spPr>
              <a:xfrm>
                <a:off x="4039101" y="5389780"/>
                <a:ext cx="1479934" cy="2337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93F52C19-7AFB-4E9D-A3B0-C9F774F704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8924" y="539750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E491FE1-9D71-434F-8576-5CB0B9F01E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9471" y="539750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92ACEBC8-8EAD-4B2D-986C-34D5839DA6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565" y="538978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62FE063-55B7-416D-BF90-39E9D052AFC8}"/>
                </a:ext>
              </a:extLst>
            </p:cNvPr>
            <p:cNvGrpSpPr/>
            <p:nvPr/>
          </p:nvGrpSpPr>
          <p:grpSpPr>
            <a:xfrm>
              <a:off x="6918661" y="6082123"/>
              <a:ext cx="1504046" cy="241460"/>
              <a:chOff x="4039101" y="5389780"/>
              <a:chExt cx="1479934" cy="241460"/>
            </a:xfrm>
            <a:solidFill>
              <a:schemeClr val="bg1"/>
            </a:solidFill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88DB039-F6BD-495B-A0C1-3B2DE3B7D792}"/>
                  </a:ext>
                </a:extLst>
              </p:cNvPr>
              <p:cNvSpPr/>
              <p:nvPr/>
            </p:nvSpPr>
            <p:spPr>
              <a:xfrm>
                <a:off x="4039101" y="5389780"/>
                <a:ext cx="1479934" cy="23374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5B01CE5-1CF9-4493-9715-192790128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270" y="539750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FB615776-9B06-48C5-A636-C3B2252FB0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27625" y="539750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15C1C88-02DE-4252-9B05-CA5FF2A4FD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565" y="5389780"/>
                <a:ext cx="0" cy="2337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1654C7C-D2CD-44B5-B17F-750F1387E10D}"/>
              </a:ext>
            </a:extLst>
          </p:cNvPr>
          <p:cNvSpPr txBox="1"/>
          <p:nvPr/>
        </p:nvSpPr>
        <p:spPr>
          <a:xfrm>
            <a:off x="7309737" y="1907424"/>
            <a:ext cx="299376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+mj-lt"/>
              </a:rPr>
              <a:t>Hello!</a:t>
            </a:r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1CB972A6-B17D-4A9D-91D3-FAC672BBA63E}"/>
              </a:ext>
            </a:extLst>
          </p:cNvPr>
          <p:cNvSpPr/>
          <p:nvPr/>
        </p:nvSpPr>
        <p:spPr>
          <a:xfrm>
            <a:off x="7018673" y="5698488"/>
            <a:ext cx="1342702" cy="1408067"/>
          </a:xfrm>
          <a:custGeom>
            <a:avLst/>
            <a:gdLst>
              <a:gd name="connsiteX0" fmla="*/ 0 w 1605024"/>
              <a:gd name="connsiteY0" fmla="*/ 0 h 1291771"/>
              <a:gd name="connsiteX1" fmla="*/ 1605024 w 1605024"/>
              <a:gd name="connsiteY1" fmla="*/ 0 h 1291771"/>
              <a:gd name="connsiteX2" fmla="*/ 1605024 w 1605024"/>
              <a:gd name="connsiteY2" fmla="*/ 1291771 h 1291771"/>
              <a:gd name="connsiteX3" fmla="*/ 0 w 1605024"/>
              <a:gd name="connsiteY3" fmla="*/ 1291771 h 1291771"/>
              <a:gd name="connsiteX4" fmla="*/ 0 w 1605024"/>
              <a:gd name="connsiteY4" fmla="*/ 0 h 1291771"/>
              <a:gd name="connsiteX0" fmla="*/ 0 w 1605024"/>
              <a:gd name="connsiteY0" fmla="*/ 0 h 1367971"/>
              <a:gd name="connsiteX1" fmla="*/ 1605024 w 1605024"/>
              <a:gd name="connsiteY1" fmla="*/ 0 h 1367971"/>
              <a:gd name="connsiteX2" fmla="*/ 1605024 w 1605024"/>
              <a:gd name="connsiteY2" fmla="*/ 1291771 h 1367971"/>
              <a:gd name="connsiteX3" fmla="*/ 755650 w 1605024"/>
              <a:gd name="connsiteY3" fmla="*/ 1367971 h 1367971"/>
              <a:gd name="connsiteX4" fmla="*/ 0 w 1605024"/>
              <a:gd name="connsiteY4" fmla="*/ 0 h 1367971"/>
              <a:gd name="connsiteX0" fmla="*/ 0 w 1738374"/>
              <a:gd name="connsiteY0" fmla="*/ 0 h 1590221"/>
              <a:gd name="connsiteX1" fmla="*/ 1738374 w 1738374"/>
              <a:gd name="connsiteY1" fmla="*/ 222250 h 1590221"/>
              <a:gd name="connsiteX2" fmla="*/ 1738374 w 1738374"/>
              <a:gd name="connsiteY2" fmla="*/ 1514021 h 1590221"/>
              <a:gd name="connsiteX3" fmla="*/ 889000 w 1738374"/>
              <a:gd name="connsiteY3" fmla="*/ 1590221 h 1590221"/>
              <a:gd name="connsiteX4" fmla="*/ 0 w 1738374"/>
              <a:gd name="connsiteY4" fmla="*/ 0 h 1590221"/>
              <a:gd name="connsiteX0" fmla="*/ 0 w 1916174"/>
              <a:gd name="connsiteY0" fmla="*/ 0 h 1507671"/>
              <a:gd name="connsiteX1" fmla="*/ 1916174 w 1916174"/>
              <a:gd name="connsiteY1" fmla="*/ 139700 h 1507671"/>
              <a:gd name="connsiteX2" fmla="*/ 1916174 w 1916174"/>
              <a:gd name="connsiteY2" fmla="*/ 1431471 h 1507671"/>
              <a:gd name="connsiteX3" fmla="*/ 1066800 w 1916174"/>
              <a:gd name="connsiteY3" fmla="*/ 1507671 h 1507671"/>
              <a:gd name="connsiteX4" fmla="*/ 0 w 1916174"/>
              <a:gd name="connsiteY4" fmla="*/ 0 h 1507671"/>
              <a:gd name="connsiteX0" fmla="*/ 0 w 1973324"/>
              <a:gd name="connsiteY0" fmla="*/ 165100 h 1367971"/>
              <a:gd name="connsiteX1" fmla="*/ 1973324 w 1973324"/>
              <a:gd name="connsiteY1" fmla="*/ 0 h 1367971"/>
              <a:gd name="connsiteX2" fmla="*/ 1973324 w 1973324"/>
              <a:gd name="connsiteY2" fmla="*/ 1291771 h 1367971"/>
              <a:gd name="connsiteX3" fmla="*/ 1123950 w 1973324"/>
              <a:gd name="connsiteY3" fmla="*/ 1367971 h 1367971"/>
              <a:gd name="connsiteX4" fmla="*/ 0 w 1973324"/>
              <a:gd name="connsiteY4" fmla="*/ 165100 h 1367971"/>
              <a:gd name="connsiteX0" fmla="*/ 0 w 1973324"/>
              <a:gd name="connsiteY0" fmla="*/ 165100 h 1367971"/>
              <a:gd name="connsiteX1" fmla="*/ 1973324 w 1973324"/>
              <a:gd name="connsiteY1" fmla="*/ 0 h 1367971"/>
              <a:gd name="connsiteX2" fmla="*/ 1973324 w 1973324"/>
              <a:gd name="connsiteY2" fmla="*/ 1291771 h 1367971"/>
              <a:gd name="connsiteX3" fmla="*/ 1123950 w 1973324"/>
              <a:gd name="connsiteY3" fmla="*/ 1367971 h 1367971"/>
              <a:gd name="connsiteX4" fmla="*/ 0 w 1973324"/>
              <a:gd name="connsiteY4" fmla="*/ 165100 h 1367971"/>
              <a:gd name="connsiteX0" fmla="*/ 0 w 1973324"/>
              <a:gd name="connsiteY0" fmla="*/ 165100 h 1404155"/>
              <a:gd name="connsiteX1" fmla="*/ 1973324 w 1973324"/>
              <a:gd name="connsiteY1" fmla="*/ 0 h 1404155"/>
              <a:gd name="connsiteX2" fmla="*/ 1973324 w 1973324"/>
              <a:gd name="connsiteY2" fmla="*/ 1291771 h 1404155"/>
              <a:gd name="connsiteX3" fmla="*/ 1123950 w 1973324"/>
              <a:gd name="connsiteY3" fmla="*/ 1367971 h 1404155"/>
              <a:gd name="connsiteX4" fmla="*/ 0 w 1973324"/>
              <a:gd name="connsiteY4" fmla="*/ 165100 h 1404155"/>
              <a:gd name="connsiteX0" fmla="*/ 0 w 1884424"/>
              <a:gd name="connsiteY0" fmla="*/ 177800 h 1405507"/>
              <a:gd name="connsiteX1" fmla="*/ 1884424 w 1884424"/>
              <a:gd name="connsiteY1" fmla="*/ 0 h 1405507"/>
              <a:gd name="connsiteX2" fmla="*/ 1884424 w 1884424"/>
              <a:gd name="connsiteY2" fmla="*/ 1291771 h 1405507"/>
              <a:gd name="connsiteX3" fmla="*/ 1035050 w 1884424"/>
              <a:gd name="connsiteY3" fmla="*/ 1367971 h 1405507"/>
              <a:gd name="connsiteX4" fmla="*/ 0 w 1884424"/>
              <a:gd name="connsiteY4" fmla="*/ 177800 h 1405507"/>
              <a:gd name="connsiteX0" fmla="*/ 0 w 2163824"/>
              <a:gd name="connsiteY0" fmla="*/ 177800 h 1405507"/>
              <a:gd name="connsiteX1" fmla="*/ 1884424 w 2163824"/>
              <a:gd name="connsiteY1" fmla="*/ 0 h 1405507"/>
              <a:gd name="connsiteX2" fmla="*/ 2163824 w 2163824"/>
              <a:gd name="connsiteY2" fmla="*/ 53521 h 1405507"/>
              <a:gd name="connsiteX3" fmla="*/ 1035050 w 2163824"/>
              <a:gd name="connsiteY3" fmla="*/ 1367971 h 1405507"/>
              <a:gd name="connsiteX4" fmla="*/ 0 w 2163824"/>
              <a:gd name="connsiteY4" fmla="*/ 177800 h 1405507"/>
              <a:gd name="connsiteX0" fmla="*/ 0 w 2163824"/>
              <a:gd name="connsiteY0" fmla="*/ 476250 h 1703957"/>
              <a:gd name="connsiteX1" fmla="*/ 1439924 w 2163824"/>
              <a:gd name="connsiteY1" fmla="*/ 0 h 1703957"/>
              <a:gd name="connsiteX2" fmla="*/ 2163824 w 2163824"/>
              <a:gd name="connsiteY2" fmla="*/ 351971 h 1703957"/>
              <a:gd name="connsiteX3" fmla="*/ 1035050 w 2163824"/>
              <a:gd name="connsiteY3" fmla="*/ 1666421 h 1703957"/>
              <a:gd name="connsiteX4" fmla="*/ 0 w 2163824"/>
              <a:gd name="connsiteY4" fmla="*/ 476250 h 1703957"/>
              <a:gd name="connsiteX0" fmla="*/ 0 w 2265056"/>
              <a:gd name="connsiteY0" fmla="*/ 476250 h 1703957"/>
              <a:gd name="connsiteX1" fmla="*/ 1439924 w 2265056"/>
              <a:gd name="connsiteY1" fmla="*/ 0 h 1703957"/>
              <a:gd name="connsiteX2" fmla="*/ 2163824 w 2265056"/>
              <a:gd name="connsiteY2" fmla="*/ 351971 h 1703957"/>
              <a:gd name="connsiteX3" fmla="*/ 1035050 w 2265056"/>
              <a:gd name="connsiteY3" fmla="*/ 1666421 h 1703957"/>
              <a:gd name="connsiteX4" fmla="*/ 0 w 2265056"/>
              <a:gd name="connsiteY4" fmla="*/ 476250 h 1703957"/>
              <a:gd name="connsiteX0" fmla="*/ 0 w 2229476"/>
              <a:gd name="connsiteY0" fmla="*/ 476250 h 1703957"/>
              <a:gd name="connsiteX1" fmla="*/ 1439924 w 2229476"/>
              <a:gd name="connsiteY1" fmla="*/ 0 h 1703957"/>
              <a:gd name="connsiteX2" fmla="*/ 2125724 w 2229476"/>
              <a:gd name="connsiteY2" fmla="*/ 383721 h 1703957"/>
              <a:gd name="connsiteX3" fmla="*/ 1035050 w 2229476"/>
              <a:gd name="connsiteY3" fmla="*/ 1666421 h 1703957"/>
              <a:gd name="connsiteX4" fmla="*/ 0 w 2229476"/>
              <a:gd name="connsiteY4" fmla="*/ 476250 h 1703957"/>
              <a:gd name="connsiteX0" fmla="*/ 0 w 2253564"/>
              <a:gd name="connsiteY0" fmla="*/ 476250 h 1703957"/>
              <a:gd name="connsiteX1" fmla="*/ 1439924 w 2253564"/>
              <a:gd name="connsiteY1" fmla="*/ 0 h 1703957"/>
              <a:gd name="connsiteX2" fmla="*/ 2125724 w 2253564"/>
              <a:gd name="connsiteY2" fmla="*/ 383721 h 1703957"/>
              <a:gd name="connsiteX3" fmla="*/ 1035050 w 2253564"/>
              <a:gd name="connsiteY3" fmla="*/ 1666421 h 1703957"/>
              <a:gd name="connsiteX4" fmla="*/ 0 w 2253564"/>
              <a:gd name="connsiteY4" fmla="*/ 476250 h 1703957"/>
              <a:gd name="connsiteX0" fmla="*/ 0 w 2269349"/>
              <a:gd name="connsiteY0" fmla="*/ 476250 h 1703957"/>
              <a:gd name="connsiteX1" fmla="*/ 1439924 w 2269349"/>
              <a:gd name="connsiteY1" fmla="*/ 0 h 1703957"/>
              <a:gd name="connsiteX2" fmla="*/ 2125724 w 2269349"/>
              <a:gd name="connsiteY2" fmla="*/ 383721 h 1703957"/>
              <a:gd name="connsiteX3" fmla="*/ 1035050 w 2269349"/>
              <a:gd name="connsiteY3" fmla="*/ 1666421 h 1703957"/>
              <a:gd name="connsiteX4" fmla="*/ 0 w 2269349"/>
              <a:gd name="connsiteY4" fmla="*/ 476250 h 1703957"/>
              <a:gd name="connsiteX0" fmla="*/ 0 w 2270484"/>
              <a:gd name="connsiteY0" fmla="*/ 476250 h 1703957"/>
              <a:gd name="connsiteX1" fmla="*/ 1439924 w 2270484"/>
              <a:gd name="connsiteY1" fmla="*/ 0 h 1703957"/>
              <a:gd name="connsiteX2" fmla="*/ 2125724 w 2270484"/>
              <a:gd name="connsiteY2" fmla="*/ 383721 h 1703957"/>
              <a:gd name="connsiteX3" fmla="*/ 1035050 w 2270484"/>
              <a:gd name="connsiteY3" fmla="*/ 1666421 h 1703957"/>
              <a:gd name="connsiteX4" fmla="*/ 0 w 2270484"/>
              <a:gd name="connsiteY4" fmla="*/ 476250 h 1703957"/>
              <a:gd name="connsiteX0" fmla="*/ 0 w 2235347"/>
              <a:gd name="connsiteY0" fmla="*/ 476250 h 1703957"/>
              <a:gd name="connsiteX1" fmla="*/ 1439924 w 2235347"/>
              <a:gd name="connsiteY1" fmla="*/ 0 h 1703957"/>
              <a:gd name="connsiteX2" fmla="*/ 2125724 w 2235347"/>
              <a:gd name="connsiteY2" fmla="*/ 383721 h 1703957"/>
              <a:gd name="connsiteX3" fmla="*/ 1035050 w 2235347"/>
              <a:gd name="connsiteY3" fmla="*/ 1666421 h 1703957"/>
              <a:gd name="connsiteX4" fmla="*/ 0 w 2235347"/>
              <a:gd name="connsiteY4" fmla="*/ 476250 h 1703957"/>
              <a:gd name="connsiteX0" fmla="*/ 0 w 2242645"/>
              <a:gd name="connsiteY0" fmla="*/ 476250 h 1692679"/>
              <a:gd name="connsiteX1" fmla="*/ 1439924 w 2242645"/>
              <a:gd name="connsiteY1" fmla="*/ 0 h 1692679"/>
              <a:gd name="connsiteX2" fmla="*/ 2125724 w 2242645"/>
              <a:gd name="connsiteY2" fmla="*/ 383721 h 1692679"/>
              <a:gd name="connsiteX3" fmla="*/ 1117600 w 2242645"/>
              <a:gd name="connsiteY3" fmla="*/ 1653721 h 1692679"/>
              <a:gd name="connsiteX4" fmla="*/ 0 w 2242645"/>
              <a:gd name="connsiteY4" fmla="*/ 476250 h 1692679"/>
              <a:gd name="connsiteX0" fmla="*/ 0 w 2244896"/>
              <a:gd name="connsiteY0" fmla="*/ 476250 h 1692679"/>
              <a:gd name="connsiteX1" fmla="*/ 1439924 w 2244896"/>
              <a:gd name="connsiteY1" fmla="*/ 0 h 1692679"/>
              <a:gd name="connsiteX2" fmla="*/ 2125724 w 2244896"/>
              <a:gd name="connsiteY2" fmla="*/ 383721 h 1692679"/>
              <a:gd name="connsiteX3" fmla="*/ 1117600 w 2244896"/>
              <a:gd name="connsiteY3" fmla="*/ 1653721 h 1692679"/>
              <a:gd name="connsiteX4" fmla="*/ 0 w 2244896"/>
              <a:gd name="connsiteY4" fmla="*/ 476250 h 1692679"/>
              <a:gd name="connsiteX0" fmla="*/ 0 w 2244896"/>
              <a:gd name="connsiteY0" fmla="*/ 476250 h 1705344"/>
              <a:gd name="connsiteX1" fmla="*/ 1439924 w 2244896"/>
              <a:gd name="connsiteY1" fmla="*/ 0 h 1705344"/>
              <a:gd name="connsiteX2" fmla="*/ 2125724 w 2244896"/>
              <a:gd name="connsiteY2" fmla="*/ 383721 h 1705344"/>
              <a:gd name="connsiteX3" fmla="*/ 1117600 w 2244896"/>
              <a:gd name="connsiteY3" fmla="*/ 1653721 h 1705344"/>
              <a:gd name="connsiteX4" fmla="*/ 0 w 2244896"/>
              <a:gd name="connsiteY4" fmla="*/ 476250 h 1705344"/>
              <a:gd name="connsiteX0" fmla="*/ 0 w 2235381"/>
              <a:gd name="connsiteY0" fmla="*/ 476250 h 1705344"/>
              <a:gd name="connsiteX1" fmla="*/ 1439924 w 2235381"/>
              <a:gd name="connsiteY1" fmla="*/ 0 h 1705344"/>
              <a:gd name="connsiteX2" fmla="*/ 2125724 w 2235381"/>
              <a:gd name="connsiteY2" fmla="*/ 383721 h 1705344"/>
              <a:gd name="connsiteX3" fmla="*/ 1117600 w 2235381"/>
              <a:gd name="connsiteY3" fmla="*/ 1653721 h 1705344"/>
              <a:gd name="connsiteX4" fmla="*/ 0 w 2235381"/>
              <a:gd name="connsiteY4" fmla="*/ 476250 h 1705344"/>
              <a:gd name="connsiteX0" fmla="*/ 0 w 2238182"/>
              <a:gd name="connsiteY0" fmla="*/ 476250 h 1705344"/>
              <a:gd name="connsiteX1" fmla="*/ 1439924 w 2238182"/>
              <a:gd name="connsiteY1" fmla="*/ 0 h 1705344"/>
              <a:gd name="connsiteX2" fmla="*/ 2125724 w 2238182"/>
              <a:gd name="connsiteY2" fmla="*/ 383721 h 1705344"/>
              <a:gd name="connsiteX3" fmla="*/ 1117600 w 2238182"/>
              <a:gd name="connsiteY3" fmla="*/ 1653721 h 1705344"/>
              <a:gd name="connsiteX4" fmla="*/ 0 w 2238182"/>
              <a:gd name="connsiteY4" fmla="*/ 476250 h 1705344"/>
              <a:gd name="connsiteX0" fmla="*/ 0 w 2238182"/>
              <a:gd name="connsiteY0" fmla="*/ 355600 h 1584694"/>
              <a:gd name="connsiteX1" fmla="*/ 1262124 w 2238182"/>
              <a:gd name="connsiteY1" fmla="*/ 0 h 1584694"/>
              <a:gd name="connsiteX2" fmla="*/ 2125724 w 2238182"/>
              <a:gd name="connsiteY2" fmla="*/ 263071 h 1584694"/>
              <a:gd name="connsiteX3" fmla="*/ 1117600 w 2238182"/>
              <a:gd name="connsiteY3" fmla="*/ 1533071 h 1584694"/>
              <a:gd name="connsiteX4" fmla="*/ 0 w 2238182"/>
              <a:gd name="connsiteY4" fmla="*/ 355600 h 1584694"/>
              <a:gd name="connsiteX0" fmla="*/ 0 w 2238182"/>
              <a:gd name="connsiteY0" fmla="*/ 432868 h 1661962"/>
              <a:gd name="connsiteX1" fmla="*/ 1262124 w 2238182"/>
              <a:gd name="connsiteY1" fmla="*/ 77268 h 1661962"/>
              <a:gd name="connsiteX2" fmla="*/ 2125724 w 2238182"/>
              <a:gd name="connsiteY2" fmla="*/ 340339 h 1661962"/>
              <a:gd name="connsiteX3" fmla="*/ 1117600 w 2238182"/>
              <a:gd name="connsiteY3" fmla="*/ 1610339 h 1661962"/>
              <a:gd name="connsiteX4" fmla="*/ 0 w 2238182"/>
              <a:gd name="connsiteY4" fmla="*/ 432868 h 1661962"/>
              <a:gd name="connsiteX0" fmla="*/ 0 w 2238182"/>
              <a:gd name="connsiteY0" fmla="*/ 378238 h 1607332"/>
              <a:gd name="connsiteX1" fmla="*/ 1274824 w 2238182"/>
              <a:gd name="connsiteY1" fmla="*/ 86138 h 1607332"/>
              <a:gd name="connsiteX2" fmla="*/ 2125724 w 2238182"/>
              <a:gd name="connsiteY2" fmla="*/ 285709 h 1607332"/>
              <a:gd name="connsiteX3" fmla="*/ 1117600 w 2238182"/>
              <a:gd name="connsiteY3" fmla="*/ 1555709 h 1607332"/>
              <a:gd name="connsiteX4" fmla="*/ 0 w 2238182"/>
              <a:gd name="connsiteY4" fmla="*/ 378238 h 1607332"/>
              <a:gd name="connsiteX0" fmla="*/ 0 w 2238182"/>
              <a:gd name="connsiteY0" fmla="*/ 376494 h 1605588"/>
              <a:gd name="connsiteX1" fmla="*/ 1274824 w 2238182"/>
              <a:gd name="connsiteY1" fmla="*/ 84394 h 1605588"/>
              <a:gd name="connsiteX2" fmla="*/ 2125724 w 2238182"/>
              <a:gd name="connsiteY2" fmla="*/ 283965 h 1605588"/>
              <a:gd name="connsiteX3" fmla="*/ 1117600 w 2238182"/>
              <a:gd name="connsiteY3" fmla="*/ 1553965 h 1605588"/>
              <a:gd name="connsiteX4" fmla="*/ 0 w 2238182"/>
              <a:gd name="connsiteY4" fmla="*/ 376494 h 1605588"/>
              <a:gd name="connsiteX0" fmla="*/ 0 w 2238182"/>
              <a:gd name="connsiteY0" fmla="*/ 376494 h 1605588"/>
              <a:gd name="connsiteX1" fmla="*/ 1683441 w 2238182"/>
              <a:gd name="connsiteY1" fmla="*/ 537964 h 1605588"/>
              <a:gd name="connsiteX2" fmla="*/ 1274824 w 2238182"/>
              <a:gd name="connsiteY2" fmla="*/ 84394 h 1605588"/>
              <a:gd name="connsiteX3" fmla="*/ 2125724 w 2238182"/>
              <a:gd name="connsiteY3" fmla="*/ 283965 h 1605588"/>
              <a:gd name="connsiteX4" fmla="*/ 1117600 w 2238182"/>
              <a:gd name="connsiteY4" fmla="*/ 1553965 h 1605588"/>
              <a:gd name="connsiteX5" fmla="*/ 0 w 2238182"/>
              <a:gd name="connsiteY5" fmla="*/ 376494 h 1605588"/>
              <a:gd name="connsiteX0" fmla="*/ 0 w 2238182"/>
              <a:gd name="connsiteY0" fmla="*/ 376494 h 1605588"/>
              <a:gd name="connsiteX1" fmla="*/ 1283391 w 2238182"/>
              <a:gd name="connsiteY1" fmla="*/ 1077714 h 1605588"/>
              <a:gd name="connsiteX2" fmla="*/ 1683441 w 2238182"/>
              <a:gd name="connsiteY2" fmla="*/ 537964 h 1605588"/>
              <a:gd name="connsiteX3" fmla="*/ 1274824 w 2238182"/>
              <a:gd name="connsiteY3" fmla="*/ 84394 h 1605588"/>
              <a:gd name="connsiteX4" fmla="*/ 2125724 w 2238182"/>
              <a:gd name="connsiteY4" fmla="*/ 283965 h 1605588"/>
              <a:gd name="connsiteX5" fmla="*/ 1117600 w 2238182"/>
              <a:gd name="connsiteY5" fmla="*/ 1553965 h 1605588"/>
              <a:gd name="connsiteX6" fmla="*/ 0 w 2238182"/>
              <a:gd name="connsiteY6" fmla="*/ 376494 h 1605588"/>
              <a:gd name="connsiteX0" fmla="*/ 0 w 2238182"/>
              <a:gd name="connsiteY0" fmla="*/ 376494 h 1605588"/>
              <a:gd name="connsiteX1" fmla="*/ 1283391 w 2238182"/>
              <a:gd name="connsiteY1" fmla="*/ 1077714 h 1605588"/>
              <a:gd name="connsiteX2" fmla="*/ 1683441 w 2238182"/>
              <a:gd name="connsiteY2" fmla="*/ 537964 h 1605588"/>
              <a:gd name="connsiteX3" fmla="*/ 1274824 w 2238182"/>
              <a:gd name="connsiteY3" fmla="*/ 84394 h 1605588"/>
              <a:gd name="connsiteX4" fmla="*/ 2125724 w 2238182"/>
              <a:gd name="connsiteY4" fmla="*/ 283965 h 1605588"/>
              <a:gd name="connsiteX5" fmla="*/ 1117600 w 2238182"/>
              <a:gd name="connsiteY5" fmla="*/ 1553965 h 1605588"/>
              <a:gd name="connsiteX6" fmla="*/ 0 w 2238182"/>
              <a:gd name="connsiteY6" fmla="*/ 376494 h 1605588"/>
              <a:gd name="connsiteX0" fmla="*/ 0 w 2238182"/>
              <a:gd name="connsiteY0" fmla="*/ 376494 h 1605588"/>
              <a:gd name="connsiteX1" fmla="*/ 1283391 w 2238182"/>
              <a:gd name="connsiteY1" fmla="*/ 1077714 h 1605588"/>
              <a:gd name="connsiteX2" fmla="*/ 1683441 w 2238182"/>
              <a:gd name="connsiteY2" fmla="*/ 537964 h 1605588"/>
              <a:gd name="connsiteX3" fmla="*/ 1274824 w 2238182"/>
              <a:gd name="connsiteY3" fmla="*/ 84394 h 1605588"/>
              <a:gd name="connsiteX4" fmla="*/ 2125724 w 2238182"/>
              <a:gd name="connsiteY4" fmla="*/ 283965 h 1605588"/>
              <a:gd name="connsiteX5" fmla="*/ 1117600 w 2238182"/>
              <a:gd name="connsiteY5" fmla="*/ 1553965 h 1605588"/>
              <a:gd name="connsiteX6" fmla="*/ 0 w 2238182"/>
              <a:gd name="connsiteY6" fmla="*/ 376494 h 1605588"/>
              <a:gd name="connsiteX0" fmla="*/ 0 w 2238182"/>
              <a:gd name="connsiteY0" fmla="*/ 387165 h 1616259"/>
              <a:gd name="connsiteX1" fmla="*/ 1283391 w 2238182"/>
              <a:gd name="connsiteY1" fmla="*/ 1088385 h 1616259"/>
              <a:gd name="connsiteX2" fmla="*/ 1683441 w 2238182"/>
              <a:gd name="connsiteY2" fmla="*/ 548635 h 1616259"/>
              <a:gd name="connsiteX3" fmla="*/ 1274824 w 2238182"/>
              <a:gd name="connsiteY3" fmla="*/ 95065 h 1616259"/>
              <a:gd name="connsiteX4" fmla="*/ 2125724 w 2238182"/>
              <a:gd name="connsiteY4" fmla="*/ 294636 h 1616259"/>
              <a:gd name="connsiteX5" fmla="*/ 1117600 w 2238182"/>
              <a:gd name="connsiteY5" fmla="*/ 1564636 h 1616259"/>
              <a:gd name="connsiteX6" fmla="*/ 0 w 2238182"/>
              <a:gd name="connsiteY6" fmla="*/ 387165 h 1616259"/>
              <a:gd name="connsiteX0" fmla="*/ 0 w 2238182"/>
              <a:gd name="connsiteY0" fmla="*/ 394776 h 1623870"/>
              <a:gd name="connsiteX1" fmla="*/ 1283391 w 2238182"/>
              <a:gd name="connsiteY1" fmla="*/ 1095996 h 1623870"/>
              <a:gd name="connsiteX2" fmla="*/ 1683441 w 2238182"/>
              <a:gd name="connsiteY2" fmla="*/ 556246 h 1623870"/>
              <a:gd name="connsiteX3" fmla="*/ 1274824 w 2238182"/>
              <a:gd name="connsiteY3" fmla="*/ 102676 h 1623870"/>
              <a:gd name="connsiteX4" fmla="*/ 2125724 w 2238182"/>
              <a:gd name="connsiteY4" fmla="*/ 302247 h 1623870"/>
              <a:gd name="connsiteX5" fmla="*/ 1117600 w 2238182"/>
              <a:gd name="connsiteY5" fmla="*/ 1572247 h 1623870"/>
              <a:gd name="connsiteX6" fmla="*/ 0 w 2238182"/>
              <a:gd name="connsiteY6" fmla="*/ 394776 h 1623870"/>
              <a:gd name="connsiteX0" fmla="*/ 0 w 2238182"/>
              <a:gd name="connsiteY0" fmla="*/ 389303 h 1618397"/>
              <a:gd name="connsiteX1" fmla="*/ 1283391 w 2238182"/>
              <a:gd name="connsiteY1" fmla="*/ 1090523 h 1618397"/>
              <a:gd name="connsiteX2" fmla="*/ 1683441 w 2238182"/>
              <a:gd name="connsiteY2" fmla="*/ 550773 h 1618397"/>
              <a:gd name="connsiteX3" fmla="*/ 1274824 w 2238182"/>
              <a:gd name="connsiteY3" fmla="*/ 97203 h 1618397"/>
              <a:gd name="connsiteX4" fmla="*/ 2125724 w 2238182"/>
              <a:gd name="connsiteY4" fmla="*/ 296774 h 1618397"/>
              <a:gd name="connsiteX5" fmla="*/ 1117600 w 2238182"/>
              <a:gd name="connsiteY5" fmla="*/ 1566774 h 1618397"/>
              <a:gd name="connsiteX6" fmla="*/ 0 w 2238182"/>
              <a:gd name="connsiteY6" fmla="*/ 389303 h 1618397"/>
              <a:gd name="connsiteX0" fmla="*/ 0 w 2238182"/>
              <a:gd name="connsiteY0" fmla="*/ 383842 h 1612936"/>
              <a:gd name="connsiteX1" fmla="*/ 1283391 w 2238182"/>
              <a:gd name="connsiteY1" fmla="*/ 1085062 h 1612936"/>
              <a:gd name="connsiteX2" fmla="*/ 1683441 w 2238182"/>
              <a:gd name="connsiteY2" fmla="*/ 545312 h 1612936"/>
              <a:gd name="connsiteX3" fmla="*/ 1274824 w 2238182"/>
              <a:gd name="connsiteY3" fmla="*/ 91742 h 1612936"/>
              <a:gd name="connsiteX4" fmla="*/ 2125724 w 2238182"/>
              <a:gd name="connsiteY4" fmla="*/ 291313 h 1612936"/>
              <a:gd name="connsiteX5" fmla="*/ 1117600 w 2238182"/>
              <a:gd name="connsiteY5" fmla="*/ 1561313 h 1612936"/>
              <a:gd name="connsiteX6" fmla="*/ 0 w 2238182"/>
              <a:gd name="connsiteY6" fmla="*/ 383842 h 1612936"/>
              <a:gd name="connsiteX0" fmla="*/ 1283391 w 2238182"/>
              <a:gd name="connsiteY0" fmla="*/ 1085062 h 1612936"/>
              <a:gd name="connsiteX1" fmla="*/ 1683441 w 2238182"/>
              <a:gd name="connsiteY1" fmla="*/ 545312 h 1612936"/>
              <a:gd name="connsiteX2" fmla="*/ 1274824 w 2238182"/>
              <a:gd name="connsiteY2" fmla="*/ 91742 h 1612936"/>
              <a:gd name="connsiteX3" fmla="*/ 2125724 w 2238182"/>
              <a:gd name="connsiteY3" fmla="*/ 291313 h 1612936"/>
              <a:gd name="connsiteX4" fmla="*/ 1117600 w 2238182"/>
              <a:gd name="connsiteY4" fmla="*/ 1561313 h 1612936"/>
              <a:gd name="connsiteX5" fmla="*/ 0 w 2238182"/>
              <a:gd name="connsiteY5" fmla="*/ 383842 h 1612936"/>
              <a:gd name="connsiteX6" fmla="*/ 1374831 w 2238182"/>
              <a:gd name="connsiteY6" fmla="*/ 1176502 h 1612936"/>
              <a:gd name="connsiteX0" fmla="*/ 1283391 w 2238182"/>
              <a:gd name="connsiteY0" fmla="*/ 1085062 h 1612936"/>
              <a:gd name="connsiteX1" fmla="*/ 1683441 w 2238182"/>
              <a:gd name="connsiteY1" fmla="*/ 545312 h 1612936"/>
              <a:gd name="connsiteX2" fmla="*/ 1274824 w 2238182"/>
              <a:gd name="connsiteY2" fmla="*/ 91742 h 1612936"/>
              <a:gd name="connsiteX3" fmla="*/ 2125724 w 2238182"/>
              <a:gd name="connsiteY3" fmla="*/ 291313 h 1612936"/>
              <a:gd name="connsiteX4" fmla="*/ 1117600 w 2238182"/>
              <a:gd name="connsiteY4" fmla="*/ 1561313 h 1612936"/>
              <a:gd name="connsiteX5" fmla="*/ 0 w 2238182"/>
              <a:gd name="connsiteY5" fmla="*/ 383842 h 1612936"/>
              <a:gd name="connsiteX0" fmla="*/ 1283391 w 2238182"/>
              <a:gd name="connsiteY0" fmla="*/ 1085062 h 1612936"/>
              <a:gd name="connsiteX1" fmla="*/ 1683441 w 2238182"/>
              <a:gd name="connsiteY1" fmla="*/ 545312 h 1612936"/>
              <a:gd name="connsiteX2" fmla="*/ 1274824 w 2238182"/>
              <a:gd name="connsiteY2" fmla="*/ 91742 h 1612936"/>
              <a:gd name="connsiteX3" fmla="*/ 2125724 w 2238182"/>
              <a:gd name="connsiteY3" fmla="*/ 291313 h 1612936"/>
              <a:gd name="connsiteX4" fmla="*/ 1117600 w 2238182"/>
              <a:gd name="connsiteY4" fmla="*/ 1561313 h 1612936"/>
              <a:gd name="connsiteX5" fmla="*/ 0 w 2238182"/>
              <a:gd name="connsiteY5" fmla="*/ 383842 h 1612936"/>
              <a:gd name="connsiteX6" fmla="*/ 1283391 w 2238182"/>
              <a:gd name="connsiteY6" fmla="*/ 1085062 h 1612936"/>
              <a:gd name="connsiteX0" fmla="*/ 730941 w 2238182"/>
              <a:gd name="connsiteY0" fmla="*/ 37115 h 1796889"/>
              <a:gd name="connsiteX1" fmla="*/ 1683441 w 2238182"/>
              <a:gd name="connsiteY1" fmla="*/ 729265 h 1796889"/>
              <a:gd name="connsiteX2" fmla="*/ 1274824 w 2238182"/>
              <a:gd name="connsiteY2" fmla="*/ 275695 h 1796889"/>
              <a:gd name="connsiteX3" fmla="*/ 2125724 w 2238182"/>
              <a:gd name="connsiteY3" fmla="*/ 475266 h 1796889"/>
              <a:gd name="connsiteX4" fmla="*/ 1117600 w 2238182"/>
              <a:gd name="connsiteY4" fmla="*/ 1745266 h 1796889"/>
              <a:gd name="connsiteX5" fmla="*/ 0 w 2238182"/>
              <a:gd name="connsiteY5" fmla="*/ 567795 h 1796889"/>
              <a:gd name="connsiteX6" fmla="*/ 730941 w 2238182"/>
              <a:gd name="connsiteY6" fmla="*/ 37115 h 1796889"/>
              <a:gd name="connsiteX0" fmla="*/ 730941 w 2238182"/>
              <a:gd name="connsiteY0" fmla="*/ 37115 h 1796889"/>
              <a:gd name="connsiteX1" fmla="*/ 1683441 w 2238182"/>
              <a:gd name="connsiteY1" fmla="*/ 729265 h 1796889"/>
              <a:gd name="connsiteX2" fmla="*/ 1274824 w 2238182"/>
              <a:gd name="connsiteY2" fmla="*/ 275695 h 1796889"/>
              <a:gd name="connsiteX3" fmla="*/ 2125724 w 2238182"/>
              <a:gd name="connsiteY3" fmla="*/ 475266 h 1796889"/>
              <a:gd name="connsiteX4" fmla="*/ 1117600 w 2238182"/>
              <a:gd name="connsiteY4" fmla="*/ 1745266 h 1796889"/>
              <a:gd name="connsiteX5" fmla="*/ 0 w 2238182"/>
              <a:gd name="connsiteY5" fmla="*/ 567795 h 1796889"/>
              <a:gd name="connsiteX6" fmla="*/ 730941 w 2238182"/>
              <a:gd name="connsiteY6" fmla="*/ 37115 h 1796889"/>
              <a:gd name="connsiteX0" fmla="*/ 730941 w 2238182"/>
              <a:gd name="connsiteY0" fmla="*/ 37115 h 1796889"/>
              <a:gd name="connsiteX1" fmla="*/ 1683441 w 2238182"/>
              <a:gd name="connsiteY1" fmla="*/ 729265 h 1796889"/>
              <a:gd name="connsiteX2" fmla="*/ 1274824 w 2238182"/>
              <a:gd name="connsiteY2" fmla="*/ 275695 h 1796889"/>
              <a:gd name="connsiteX3" fmla="*/ 2125724 w 2238182"/>
              <a:gd name="connsiteY3" fmla="*/ 475266 h 1796889"/>
              <a:gd name="connsiteX4" fmla="*/ 1117600 w 2238182"/>
              <a:gd name="connsiteY4" fmla="*/ 1745266 h 1796889"/>
              <a:gd name="connsiteX5" fmla="*/ 0 w 2238182"/>
              <a:gd name="connsiteY5" fmla="*/ 567795 h 1796889"/>
              <a:gd name="connsiteX6" fmla="*/ 730941 w 2238182"/>
              <a:gd name="connsiteY6" fmla="*/ 37115 h 1796889"/>
              <a:gd name="connsiteX0" fmla="*/ 730941 w 2238182"/>
              <a:gd name="connsiteY0" fmla="*/ 35500 h 1795274"/>
              <a:gd name="connsiteX1" fmla="*/ 1683441 w 2238182"/>
              <a:gd name="connsiteY1" fmla="*/ 727650 h 1795274"/>
              <a:gd name="connsiteX2" fmla="*/ 1274824 w 2238182"/>
              <a:gd name="connsiteY2" fmla="*/ 274080 h 1795274"/>
              <a:gd name="connsiteX3" fmla="*/ 2125724 w 2238182"/>
              <a:gd name="connsiteY3" fmla="*/ 473651 h 1795274"/>
              <a:gd name="connsiteX4" fmla="*/ 1117600 w 2238182"/>
              <a:gd name="connsiteY4" fmla="*/ 1743651 h 1795274"/>
              <a:gd name="connsiteX5" fmla="*/ 0 w 2238182"/>
              <a:gd name="connsiteY5" fmla="*/ 566180 h 1795274"/>
              <a:gd name="connsiteX6" fmla="*/ 730941 w 2238182"/>
              <a:gd name="connsiteY6" fmla="*/ 35500 h 1795274"/>
              <a:gd name="connsiteX0" fmla="*/ 730941 w 2238182"/>
              <a:gd name="connsiteY0" fmla="*/ 7122 h 1766896"/>
              <a:gd name="connsiteX1" fmla="*/ 1274824 w 2238182"/>
              <a:gd name="connsiteY1" fmla="*/ 245702 h 1766896"/>
              <a:gd name="connsiteX2" fmla="*/ 2125724 w 2238182"/>
              <a:gd name="connsiteY2" fmla="*/ 445273 h 1766896"/>
              <a:gd name="connsiteX3" fmla="*/ 1117600 w 2238182"/>
              <a:gd name="connsiteY3" fmla="*/ 1715273 h 1766896"/>
              <a:gd name="connsiteX4" fmla="*/ 0 w 2238182"/>
              <a:gd name="connsiteY4" fmla="*/ 537802 h 1766896"/>
              <a:gd name="connsiteX5" fmla="*/ 730941 w 2238182"/>
              <a:gd name="connsiteY5" fmla="*/ 7122 h 1766896"/>
              <a:gd name="connsiteX0" fmla="*/ 730941 w 2238182"/>
              <a:gd name="connsiteY0" fmla="*/ 973 h 1760747"/>
              <a:gd name="connsiteX1" fmla="*/ 2125724 w 2238182"/>
              <a:gd name="connsiteY1" fmla="*/ 439124 h 1760747"/>
              <a:gd name="connsiteX2" fmla="*/ 1117600 w 2238182"/>
              <a:gd name="connsiteY2" fmla="*/ 1709124 h 1760747"/>
              <a:gd name="connsiteX3" fmla="*/ 0 w 2238182"/>
              <a:gd name="connsiteY3" fmla="*/ 531653 h 1760747"/>
              <a:gd name="connsiteX4" fmla="*/ 730941 w 2238182"/>
              <a:gd name="connsiteY4" fmla="*/ 973 h 1760747"/>
              <a:gd name="connsiteX0" fmla="*/ 730941 w 2383261"/>
              <a:gd name="connsiteY0" fmla="*/ 255 h 1796276"/>
              <a:gd name="connsiteX1" fmla="*/ 2284474 w 2383261"/>
              <a:gd name="connsiteY1" fmla="*/ 959106 h 1796276"/>
              <a:gd name="connsiteX2" fmla="*/ 1117600 w 2383261"/>
              <a:gd name="connsiteY2" fmla="*/ 1708406 h 1796276"/>
              <a:gd name="connsiteX3" fmla="*/ 0 w 2383261"/>
              <a:gd name="connsiteY3" fmla="*/ 530935 h 1796276"/>
              <a:gd name="connsiteX4" fmla="*/ 730941 w 2383261"/>
              <a:gd name="connsiteY4" fmla="*/ 255 h 1796276"/>
              <a:gd name="connsiteX0" fmla="*/ 730941 w 2284474"/>
              <a:gd name="connsiteY0" fmla="*/ 255 h 1766673"/>
              <a:gd name="connsiteX1" fmla="*/ 2284474 w 2284474"/>
              <a:gd name="connsiteY1" fmla="*/ 959106 h 1766673"/>
              <a:gd name="connsiteX2" fmla="*/ 1117600 w 2284474"/>
              <a:gd name="connsiteY2" fmla="*/ 1708406 h 1766673"/>
              <a:gd name="connsiteX3" fmla="*/ 0 w 2284474"/>
              <a:gd name="connsiteY3" fmla="*/ 530935 h 1766673"/>
              <a:gd name="connsiteX4" fmla="*/ 730941 w 2284474"/>
              <a:gd name="connsiteY4" fmla="*/ 255 h 1766673"/>
              <a:gd name="connsiteX0" fmla="*/ 730941 w 2313415"/>
              <a:gd name="connsiteY0" fmla="*/ 0 h 1766418"/>
              <a:gd name="connsiteX1" fmla="*/ 1849077 w 2313415"/>
              <a:gd name="connsiteY1" fmla="*/ 459315 h 1766418"/>
              <a:gd name="connsiteX2" fmla="*/ 2284474 w 2313415"/>
              <a:gd name="connsiteY2" fmla="*/ 958851 h 1766418"/>
              <a:gd name="connsiteX3" fmla="*/ 1117600 w 2313415"/>
              <a:gd name="connsiteY3" fmla="*/ 1708151 h 1766418"/>
              <a:gd name="connsiteX4" fmla="*/ 0 w 2313415"/>
              <a:gd name="connsiteY4" fmla="*/ 530680 h 1766418"/>
              <a:gd name="connsiteX5" fmla="*/ 730941 w 2313415"/>
              <a:gd name="connsiteY5" fmla="*/ 0 h 1766418"/>
              <a:gd name="connsiteX0" fmla="*/ 730941 w 2821444"/>
              <a:gd name="connsiteY0" fmla="*/ 0 h 1766418"/>
              <a:gd name="connsiteX1" fmla="*/ 1849077 w 2821444"/>
              <a:gd name="connsiteY1" fmla="*/ 459315 h 1766418"/>
              <a:gd name="connsiteX2" fmla="*/ 2284474 w 2821444"/>
              <a:gd name="connsiteY2" fmla="*/ 958851 h 1766418"/>
              <a:gd name="connsiteX3" fmla="*/ 1117600 w 2821444"/>
              <a:gd name="connsiteY3" fmla="*/ 1708151 h 1766418"/>
              <a:gd name="connsiteX4" fmla="*/ 0 w 2821444"/>
              <a:gd name="connsiteY4" fmla="*/ 530680 h 1766418"/>
              <a:gd name="connsiteX5" fmla="*/ 730941 w 2821444"/>
              <a:gd name="connsiteY5" fmla="*/ 0 h 1766418"/>
              <a:gd name="connsiteX0" fmla="*/ 730941 w 2817116"/>
              <a:gd name="connsiteY0" fmla="*/ 0 h 1766418"/>
              <a:gd name="connsiteX1" fmla="*/ 1849077 w 2817116"/>
              <a:gd name="connsiteY1" fmla="*/ 459315 h 1766418"/>
              <a:gd name="connsiteX2" fmla="*/ 2284474 w 2817116"/>
              <a:gd name="connsiteY2" fmla="*/ 958851 h 1766418"/>
              <a:gd name="connsiteX3" fmla="*/ 1117600 w 2817116"/>
              <a:gd name="connsiteY3" fmla="*/ 1708151 h 1766418"/>
              <a:gd name="connsiteX4" fmla="*/ 0 w 2817116"/>
              <a:gd name="connsiteY4" fmla="*/ 530680 h 1766418"/>
              <a:gd name="connsiteX5" fmla="*/ 730941 w 2817116"/>
              <a:gd name="connsiteY5" fmla="*/ 0 h 1766418"/>
              <a:gd name="connsiteX0" fmla="*/ 730941 w 2755196"/>
              <a:gd name="connsiteY0" fmla="*/ 0 h 1766418"/>
              <a:gd name="connsiteX1" fmla="*/ 1849077 w 2755196"/>
              <a:gd name="connsiteY1" fmla="*/ 459315 h 1766418"/>
              <a:gd name="connsiteX2" fmla="*/ 2284474 w 2755196"/>
              <a:gd name="connsiteY2" fmla="*/ 958851 h 1766418"/>
              <a:gd name="connsiteX3" fmla="*/ 1117600 w 2755196"/>
              <a:gd name="connsiteY3" fmla="*/ 1708151 h 1766418"/>
              <a:gd name="connsiteX4" fmla="*/ 0 w 2755196"/>
              <a:gd name="connsiteY4" fmla="*/ 530680 h 1766418"/>
              <a:gd name="connsiteX5" fmla="*/ 730941 w 2755196"/>
              <a:gd name="connsiteY5" fmla="*/ 0 h 1766418"/>
              <a:gd name="connsiteX0" fmla="*/ 730941 w 2755751"/>
              <a:gd name="connsiteY0" fmla="*/ 0 h 1766418"/>
              <a:gd name="connsiteX1" fmla="*/ 1849077 w 2755751"/>
              <a:gd name="connsiteY1" fmla="*/ 459315 h 1766418"/>
              <a:gd name="connsiteX2" fmla="*/ 2743519 w 2755751"/>
              <a:gd name="connsiteY2" fmla="*/ 52007 h 1766418"/>
              <a:gd name="connsiteX3" fmla="*/ 2284474 w 2755751"/>
              <a:gd name="connsiteY3" fmla="*/ 958851 h 1766418"/>
              <a:gd name="connsiteX4" fmla="*/ 1117600 w 2755751"/>
              <a:gd name="connsiteY4" fmla="*/ 1708151 h 1766418"/>
              <a:gd name="connsiteX5" fmla="*/ 0 w 2755751"/>
              <a:gd name="connsiteY5" fmla="*/ 530680 h 1766418"/>
              <a:gd name="connsiteX6" fmla="*/ 730941 w 2755751"/>
              <a:gd name="connsiteY6" fmla="*/ 0 h 1766418"/>
              <a:gd name="connsiteX0" fmla="*/ 730941 w 2755751"/>
              <a:gd name="connsiteY0" fmla="*/ 0 h 1766418"/>
              <a:gd name="connsiteX1" fmla="*/ 1849077 w 2755751"/>
              <a:gd name="connsiteY1" fmla="*/ 459315 h 1766418"/>
              <a:gd name="connsiteX2" fmla="*/ 2743519 w 2755751"/>
              <a:gd name="connsiteY2" fmla="*/ 52007 h 1766418"/>
              <a:gd name="connsiteX3" fmla="*/ 2284474 w 2755751"/>
              <a:gd name="connsiteY3" fmla="*/ 958851 h 1766418"/>
              <a:gd name="connsiteX4" fmla="*/ 1117600 w 2755751"/>
              <a:gd name="connsiteY4" fmla="*/ 1708151 h 1766418"/>
              <a:gd name="connsiteX5" fmla="*/ 0 w 2755751"/>
              <a:gd name="connsiteY5" fmla="*/ 530680 h 1766418"/>
              <a:gd name="connsiteX6" fmla="*/ 730941 w 2755751"/>
              <a:gd name="connsiteY6" fmla="*/ 0 h 1766418"/>
              <a:gd name="connsiteX0" fmla="*/ 730941 w 2755751"/>
              <a:gd name="connsiteY0" fmla="*/ 11650 h 1778068"/>
              <a:gd name="connsiteX1" fmla="*/ 1849077 w 2755751"/>
              <a:gd name="connsiteY1" fmla="*/ 470965 h 1778068"/>
              <a:gd name="connsiteX2" fmla="*/ 2743519 w 2755751"/>
              <a:gd name="connsiteY2" fmla="*/ 63657 h 1778068"/>
              <a:gd name="connsiteX3" fmla="*/ 2284474 w 2755751"/>
              <a:gd name="connsiteY3" fmla="*/ 970501 h 1778068"/>
              <a:gd name="connsiteX4" fmla="*/ 1117600 w 2755751"/>
              <a:gd name="connsiteY4" fmla="*/ 1719801 h 1778068"/>
              <a:gd name="connsiteX5" fmla="*/ 0 w 2755751"/>
              <a:gd name="connsiteY5" fmla="*/ 542330 h 1778068"/>
              <a:gd name="connsiteX6" fmla="*/ 730941 w 2755751"/>
              <a:gd name="connsiteY6" fmla="*/ 11650 h 1778068"/>
              <a:gd name="connsiteX0" fmla="*/ 730941 w 2795947"/>
              <a:gd name="connsiteY0" fmla="*/ 11650 h 1778068"/>
              <a:gd name="connsiteX1" fmla="*/ 1849077 w 2795947"/>
              <a:gd name="connsiteY1" fmla="*/ 470965 h 1778068"/>
              <a:gd name="connsiteX2" fmla="*/ 2743519 w 2795947"/>
              <a:gd name="connsiteY2" fmla="*/ 63657 h 1778068"/>
              <a:gd name="connsiteX3" fmla="*/ 2284474 w 2795947"/>
              <a:gd name="connsiteY3" fmla="*/ 970501 h 1778068"/>
              <a:gd name="connsiteX4" fmla="*/ 1117600 w 2795947"/>
              <a:gd name="connsiteY4" fmla="*/ 1719801 h 1778068"/>
              <a:gd name="connsiteX5" fmla="*/ 0 w 2795947"/>
              <a:gd name="connsiteY5" fmla="*/ 542330 h 1778068"/>
              <a:gd name="connsiteX6" fmla="*/ 730941 w 2795947"/>
              <a:gd name="connsiteY6" fmla="*/ 11650 h 1778068"/>
              <a:gd name="connsiteX0" fmla="*/ 730941 w 2782386"/>
              <a:gd name="connsiteY0" fmla="*/ 11650 h 1778068"/>
              <a:gd name="connsiteX1" fmla="*/ 1849077 w 2782386"/>
              <a:gd name="connsiteY1" fmla="*/ 470965 h 1778068"/>
              <a:gd name="connsiteX2" fmla="*/ 2743519 w 2782386"/>
              <a:gd name="connsiteY2" fmla="*/ 63657 h 1778068"/>
              <a:gd name="connsiteX3" fmla="*/ 2284474 w 2782386"/>
              <a:gd name="connsiteY3" fmla="*/ 970501 h 1778068"/>
              <a:gd name="connsiteX4" fmla="*/ 1117600 w 2782386"/>
              <a:gd name="connsiteY4" fmla="*/ 1719801 h 1778068"/>
              <a:gd name="connsiteX5" fmla="*/ 0 w 2782386"/>
              <a:gd name="connsiteY5" fmla="*/ 542330 h 1778068"/>
              <a:gd name="connsiteX6" fmla="*/ 730941 w 2782386"/>
              <a:gd name="connsiteY6" fmla="*/ 11650 h 1778068"/>
              <a:gd name="connsiteX0" fmla="*/ 730941 w 2803232"/>
              <a:gd name="connsiteY0" fmla="*/ 11650 h 1778068"/>
              <a:gd name="connsiteX1" fmla="*/ 1849077 w 2803232"/>
              <a:gd name="connsiteY1" fmla="*/ 470965 h 1778068"/>
              <a:gd name="connsiteX2" fmla="*/ 2743519 w 2803232"/>
              <a:gd name="connsiteY2" fmla="*/ 63657 h 1778068"/>
              <a:gd name="connsiteX3" fmla="*/ 2284474 w 2803232"/>
              <a:gd name="connsiteY3" fmla="*/ 970501 h 1778068"/>
              <a:gd name="connsiteX4" fmla="*/ 1117600 w 2803232"/>
              <a:gd name="connsiteY4" fmla="*/ 1719801 h 1778068"/>
              <a:gd name="connsiteX5" fmla="*/ 0 w 2803232"/>
              <a:gd name="connsiteY5" fmla="*/ 542330 h 1778068"/>
              <a:gd name="connsiteX6" fmla="*/ 730941 w 2803232"/>
              <a:gd name="connsiteY6" fmla="*/ 11650 h 1778068"/>
              <a:gd name="connsiteX0" fmla="*/ 730941 w 2803232"/>
              <a:gd name="connsiteY0" fmla="*/ 1316371 h 3082789"/>
              <a:gd name="connsiteX1" fmla="*/ 2089469 w 2803232"/>
              <a:gd name="connsiteY1" fmla="*/ 3128 h 3082789"/>
              <a:gd name="connsiteX2" fmla="*/ 1849077 w 2803232"/>
              <a:gd name="connsiteY2" fmla="*/ 1775686 h 3082789"/>
              <a:gd name="connsiteX3" fmla="*/ 2743519 w 2803232"/>
              <a:gd name="connsiteY3" fmla="*/ 1368378 h 3082789"/>
              <a:gd name="connsiteX4" fmla="*/ 2284474 w 2803232"/>
              <a:gd name="connsiteY4" fmla="*/ 2275222 h 3082789"/>
              <a:gd name="connsiteX5" fmla="*/ 1117600 w 2803232"/>
              <a:gd name="connsiteY5" fmla="*/ 3024522 h 3082789"/>
              <a:gd name="connsiteX6" fmla="*/ 0 w 2803232"/>
              <a:gd name="connsiteY6" fmla="*/ 1847051 h 3082789"/>
              <a:gd name="connsiteX7" fmla="*/ 730941 w 2803232"/>
              <a:gd name="connsiteY7" fmla="*/ 1316371 h 3082789"/>
              <a:gd name="connsiteX0" fmla="*/ 730941 w 2803232"/>
              <a:gd name="connsiteY0" fmla="*/ 1334239 h 3100657"/>
              <a:gd name="connsiteX1" fmla="*/ 1390969 w 2803232"/>
              <a:gd name="connsiteY1" fmla="*/ 1278297 h 3100657"/>
              <a:gd name="connsiteX2" fmla="*/ 2089469 w 2803232"/>
              <a:gd name="connsiteY2" fmla="*/ 20996 h 3100657"/>
              <a:gd name="connsiteX3" fmla="*/ 1849077 w 2803232"/>
              <a:gd name="connsiteY3" fmla="*/ 1793554 h 3100657"/>
              <a:gd name="connsiteX4" fmla="*/ 2743519 w 2803232"/>
              <a:gd name="connsiteY4" fmla="*/ 1386246 h 3100657"/>
              <a:gd name="connsiteX5" fmla="*/ 2284474 w 2803232"/>
              <a:gd name="connsiteY5" fmla="*/ 2293090 h 3100657"/>
              <a:gd name="connsiteX6" fmla="*/ 1117600 w 2803232"/>
              <a:gd name="connsiteY6" fmla="*/ 3042390 h 3100657"/>
              <a:gd name="connsiteX7" fmla="*/ 0 w 2803232"/>
              <a:gd name="connsiteY7" fmla="*/ 1864919 h 3100657"/>
              <a:gd name="connsiteX8" fmla="*/ 730941 w 2803232"/>
              <a:gd name="connsiteY8" fmla="*/ 1334239 h 3100657"/>
              <a:gd name="connsiteX0" fmla="*/ 769633 w 2841924"/>
              <a:gd name="connsiteY0" fmla="*/ 1334239 h 3100657"/>
              <a:gd name="connsiteX1" fmla="*/ 1429661 w 2841924"/>
              <a:gd name="connsiteY1" fmla="*/ 1278297 h 3100657"/>
              <a:gd name="connsiteX2" fmla="*/ 2128161 w 2841924"/>
              <a:gd name="connsiteY2" fmla="*/ 20996 h 3100657"/>
              <a:gd name="connsiteX3" fmla="*/ 1887769 w 2841924"/>
              <a:gd name="connsiteY3" fmla="*/ 1793554 h 3100657"/>
              <a:gd name="connsiteX4" fmla="*/ 2782211 w 2841924"/>
              <a:gd name="connsiteY4" fmla="*/ 1386246 h 3100657"/>
              <a:gd name="connsiteX5" fmla="*/ 2323166 w 2841924"/>
              <a:gd name="connsiteY5" fmla="*/ 2293090 h 3100657"/>
              <a:gd name="connsiteX6" fmla="*/ 1156292 w 2841924"/>
              <a:gd name="connsiteY6" fmla="*/ 3042390 h 3100657"/>
              <a:gd name="connsiteX7" fmla="*/ 38692 w 2841924"/>
              <a:gd name="connsiteY7" fmla="*/ 1864919 h 3100657"/>
              <a:gd name="connsiteX8" fmla="*/ 197761 w 2841924"/>
              <a:gd name="connsiteY8" fmla="*/ 52747 h 3100657"/>
              <a:gd name="connsiteX9" fmla="*/ 769633 w 2841924"/>
              <a:gd name="connsiteY9" fmla="*/ 1334239 h 3100657"/>
              <a:gd name="connsiteX0" fmla="*/ 779876 w 2852167"/>
              <a:gd name="connsiteY0" fmla="*/ 1334239 h 3100657"/>
              <a:gd name="connsiteX1" fmla="*/ 1439904 w 2852167"/>
              <a:gd name="connsiteY1" fmla="*/ 1278297 h 3100657"/>
              <a:gd name="connsiteX2" fmla="*/ 2138404 w 2852167"/>
              <a:gd name="connsiteY2" fmla="*/ 20996 h 3100657"/>
              <a:gd name="connsiteX3" fmla="*/ 1898012 w 2852167"/>
              <a:gd name="connsiteY3" fmla="*/ 1793554 h 3100657"/>
              <a:gd name="connsiteX4" fmla="*/ 2792454 w 2852167"/>
              <a:gd name="connsiteY4" fmla="*/ 1386246 h 3100657"/>
              <a:gd name="connsiteX5" fmla="*/ 2333409 w 2852167"/>
              <a:gd name="connsiteY5" fmla="*/ 2293090 h 3100657"/>
              <a:gd name="connsiteX6" fmla="*/ 1166535 w 2852167"/>
              <a:gd name="connsiteY6" fmla="*/ 3042390 h 3100657"/>
              <a:gd name="connsiteX7" fmla="*/ 48935 w 2852167"/>
              <a:gd name="connsiteY7" fmla="*/ 1864919 h 3100657"/>
              <a:gd name="connsiteX8" fmla="*/ 296904 w 2852167"/>
              <a:gd name="connsiteY8" fmla="*/ 1532297 h 3100657"/>
              <a:gd name="connsiteX9" fmla="*/ 208004 w 2852167"/>
              <a:gd name="connsiteY9" fmla="*/ 52747 h 3100657"/>
              <a:gd name="connsiteX10" fmla="*/ 779876 w 2852167"/>
              <a:gd name="connsiteY10" fmla="*/ 1334239 h 3100657"/>
              <a:gd name="connsiteX0" fmla="*/ 1260691 w 3332982"/>
              <a:gd name="connsiteY0" fmla="*/ 1334239 h 3100657"/>
              <a:gd name="connsiteX1" fmla="*/ 1920719 w 3332982"/>
              <a:gd name="connsiteY1" fmla="*/ 1278297 h 3100657"/>
              <a:gd name="connsiteX2" fmla="*/ 2619219 w 3332982"/>
              <a:gd name="connsiteY2" fmla="*/ 20996 h 3100657"/>
              <a:gd name="connsiteX3" fmla="*/ 2378827 w 3332982"/>
              <a:gd name="connsiteY3" fmla="*/ 1793554 h 3100657"/>
              <a:gd name="connsiteX4" fmla="*/ 3273269 w 3332982"/>
              <a:gd name="connsiteY4" fmla="*/ 1386246 h 3100657"/>
              <a:gd name="connsiteX5" fmla="*/ 2814224 w 3332982"/>
              <a:gd name="connsiteY5" fmla="*/ 2293090 h 3100657"/>
              <a:gd name="connsiteX6" fmla="*/ 1647350 w 3332982"/>
              <a:gd name="connsiteY6" fmla="*/ 3042390 h 3100657"/>
              <a:gd name="connsiteX7" fmla="*/ 529750 w 3332982"/>
              <a:gd name="connsiteY7" fmla="*/ 1864919 h 3100657"/>
              <a:gd name="connsiteX8" fmla="*/ 3020 w 3332982"/>
              <a:gd name="connsiteY8" fmla="*/ 821097 h 3100657"/>
              <a:gd name="connsiteX9" fmla="*/ 777719 w 3332982"/>
              <a:gd name="connsiteY9" fmla="*/ 1532297 h 3100657"/>
              <a:gd name="connsiteX10" fmla="*/ 688819 w 3332982"/>
              <a:gd name="connsiteY10" fmla="*/ 52747 h 3100657"/>
              <a:gd name="connsiteX11" fmla="*/ 1260691 w 3332982"/>
              <a:gd name="connsiteY11" fmla="*/ 1334239 h 3100657"/>
              <a:gd name="connsiteX0" fmla="*/ 1261482 w 3333773"/>
              <a:gd name="connsiteY0" fmla="*/ 1334239 h 3128596"/>
              <a:gd name="connsiteX1" fmla="*/ 1921510 w 3333773"/>
              <a:gd name="connsiteY1" fmla="*/ 1278297 h 3128596"/>
              <a:gd name="connsiteX2" fmla="*/ 2620010 w 3333773"/>
              <a:gd name="connsiteY2" fmla="*/ 20996 h 3128596"/>
              <a:gd name="connsiteX3" fmla="*/ 2379618 w 3333773"/>
              <a:gd name="connsiteY3" fmla="*/ 1793554 h 3128596"/>
              <a:gd name="connsiteX4" fmla="*/ 3274060 w 3333773"/>
              <a:gd name="connsiteY4" fmla="*/ 1386246 h 3128596"/>
              <a:gd name="connsiteX5" fmla="*/ 2815015 w 3333773"/>
              <a:gd name="connsiteY5" fmla="*/ 2293090 h 3128596"/>
              <a:gd name="connsiteX6" fmla="*/ 1648141 w 3333773"/>
              <a:gd name="connsiteY6" fmla="*/ 3042390 h 3128596"/>
              <a:gd name="connsiteX7" fmla="*/ 441641 w 3333773"/>
              <a:gd name="connsiteY7" fmla="*/ 2061769 h 3128596"/>
              <a:gd name="connsiteX8" fmla="*/ 3811 w 3333773"/>
              <a:gd name="connsiteY8" fmla="*/ 821097 h 3128596"/>
              <a:gd name="connsiteX9" fmla="*/ 778510 w 3333773"/>
              <a:gd name="connsiteY9" fmla="*/ 1532297 h 3128596"/>
              <a:gd name="connsiteX10" fmla="*/ 689610 w 3333773"/>
              <a:gd name="connsiteY10" fmla="*/ 52747 h 3128596"/>
              <a:gd name="connsiteX11" fmla="*/ 1261482 w 3333773"/>
              <a:gd name="connsiteY11" fmla="*/ 1334239 h 3128596"/>
              <a:gd name="connsiteX0" fmla="*/ 1261482 w 3333773"/>
              <a:gd name="connsiteY0" fmla="*/ 1334239 h 3100657"/>
              <a:gd name="connsiteX1" fmla="*/ 1921510 w 3333773"/>
              <a:gd name="connsiteY1" fmla="*/ 1278297 h 3100657"/>
              <a:gd name="connsiteX2" fmla="*/ 2620010 w 3333773"/>
              <a:gd name="connsiteY2" fmla="*/ 20996 h 3100657"/>
              <a:gd name="connsiteX3" fmla="*/ 2379618 w 3333773"/>
              <a:gd name="connsiteY3" fmla="*/ 1793554 h 3100657"/>
              <a:gd name="connsiteX4" fmla="*/ 3274060 w 3333773"/>
              <a:gd name="connsiteY4" fmla="*/ 1386246 h 3100657"/>
              <a:gd name="connsiteX5" fmla="*/ 2815015 w 3333773"/>
              <a:gd name="connsiteY5" fmla="*/ 2293090 h 3100657"/>
              <a:gd name="connsiteX6" fmla="*/ 1648141 w 3333773"/>
              <a:gd name="connsiteY6" fmla="*/ 3042390 h 3100657"/>
              <a:gd name="connsiteX7" fmla="*/ 441641 w 3333773"/>
              <a:gd name="connsiteY7" fmla="*/ 2061769 h 3100657"/>
              <a:gd name="connsiteX8" fmla="*/ 3811 w 3333773"/>
              <a:gd name="connsiteY8" fmla="*/ 821097 h 3100657"/>
              <a:gd name="connsiteX9" fmla="*/ 778510 w 3333773"/>
              <a:gd name="connsiteY9" fmla="*/ 1532297 h 3100657"/>
              <a:gd name="connsiteX10" fmla="*/ 689610 w 3333773"/>
              <a:gd name="connsiteY10" fmla="*/ 52747 h 3100657"/>
              <a:gd name="connsiteX11" fmla="*/ 1261482 w 3333773"/>
              <a:gd name="connsiteY11" fmla="*/ 1334239 h 3100657"/>
              <a:gd name="connsiteX0" fmla="*/ 1261482 w 3333773"/>
              <a:gd name="connsiteY0" fmla="*/ 1334239 h 3100657"/>
              <a:gd name="connsiteX1" fmla="*/ 1921510 w 3333773"/>
              <a:gd name="connsiteY1" fmla="*/ 1278297 h 3100657"/>
              <a:gd name="connsiteX2" fmla="*/ 2620010 w 3333773"/>
              <a:gd name="connsiteY2" fmla="*/ 20996 h 3100657"/>
              <a:gd name="connsiteX3" fmla="*/ 2379618 w 3333773"/>
              <a:gd name="connsiteY3" fmla="*/ 1793554 h 3100657"/>
              <a:gd name="connsiteX4" fmla="*/ 3274060 w 3333773"/>
              <a:gd name="connsiteY4" fmla="*/ 1386246 h 3100657"/>
              <a:gd name="connsiteX5" fmla="*/ 2815015 w 3333773"/>
              <a:gd name="connsiteY5" fmla="*/ 2293090 h 3100657"/>
              <a:gd name="connsiteX6" fmla="*/ 1648141 w 3333773"/>
              <a:gd name="connsiteY6" fmla="*/ 3042390 h 3100657"/>
              <a:gd name="connsiteX7" fmla="*/ 441641 w 3333773"/>
              <a:gd name="connsiteY7" fmla="*/ 2061769 h 3100657"/>
              <a:gd name="connsiteX8" fmla="*/ 3811 w 3333773"/>
              <a:gd name="connsiteY8" fmla="*/ 821097 h 3100657"/>
              <a:gd name="connsiteX9" fmla="*/ 778510 w 3333773"/>
              <a:gd name="connsiteY9" fmla="*/ 1532297 h 3100657"/>
              <a:gd name="connsiteX10" fmla="*/ 689610 w 3333773"/>
              <a:gd name="connsiteY10" fmla="*/ 52747 h 3100657"/>
              <a:gd name="connsiteX11" fmla="*/ 1261482 w 3333773"/>
              <a:gd name="connsiteY11" fmla="*/ 1334239 h 3100657"/>
              <a:gd name="connsiteX0" fmla="*/ 1368308 w 3440599"/>
              <a:gd name="connsiteY0" fmla="*/ 1334239 h 3100657"/>
              <a:gd name="connsiteX1" fmla="*/ 2028336 w 3440599"/>
              <a:gd name="connsiteY1" fmla="*/ 1278297 h 3100657"/>
              <a:gd name="connsiteX2" fmla="*/ 2726836 w 3440599"/>
              <a:gd name="connsiteY2" fmla="*/ 20996 h 3100657"/>
              <a:gd name="connsiteX3" fmla="*/ 2486444 w 3440599"/>
              <a:gd name="connsiteY3" fmla="*/ 1793554 h 3100657"/>
              <a:gd name="connsiteX4" fmla="*/ 3380886 w 3440599"/>
              <a:gd name="connsiteY4" fmla="*/ 1386246 h 3100657"/>
              <a:gd name="connsiteX5" fmla="*/ 2921841 w 3440599"/>
              <a:gd name="connsiteY5" fmla="*/ 2293090 h 3100657"/>
              <a:gd name="connsiteX6" fmla="*/ 1754967 w 3440599"/>
              <a:gd name="connsiteY6" fmla="*/ 3042390 h 3100657"/>
              <a:gd name="connsiteX7" fmla="*/ 548467 w 3440599"/>
              <a:gd name="connsiteY7" fmla="*/ 2061769 h 3100657"/>
              <a:gd name="connsiteX8" fmla="*/ 110637 w 3440599"/>
              <a:gd name="connsiteY8" fmla="*/ 821097 h 3100657"/>
              <a:gd name="connsiteX9" fmla="*/ 885336 w 3440599"/>
              <a:gd name="connsiteY9" fmla="*/ 1532297 h 3100657"/>
              <a:gd name="connsiteX10" fmla="*/ 796436 w 3440599"/>
              <a:gd name="connsiteY10" fmla="*/ 52747 h 3100657"/>
              <a:gd name="connsiteX11" fmla="*/ 1368308 w 3440599"/>
              <a:gd name="connsiteY11" fmla="*/ 1334239 h 3100657"/>
              <a:gd name="connsiteX0" fmla="*/ 1368308 w 3440599"/>
              <a:gd name="connsiteY0" fmla="*/ 1334239 h 3100657"/>
              <a:gd name="connsiteX1" fmla="*/ 2028336 w 3440599"/>
              <a:gd name="connsiteY1" fmla="*/ 1278297 h 3100657"/>
              <a:gd name="connsiteX2" fmla="*/ 2726836 w 3440599"/>
              <a:gd name="connsiteY2" fmla="*/ 20996 h 3100657"/>
              <a:gd name="connsiteX3" fmla="*/ 2486444 w 3440599"/>
              <a:gd name="connsiteY3" fmla="*/ 1793554 h 3100657"/>
              <a:gd name="connsiteX4" fmla="*/ 3380886 w 3440599"/>
              <a:gd name="connsiteY4" fmla="*/ 1386246 h 3100657"/>
              <a:gd name="connsiteX5" fmla="*/ 2921841 w 3440599"/>
              <a:gd name="connsiteY5" fmla="*/ 2293090 h 3100657"/>
              <a:gd name="connsiteX6" fmla="*/ 1754967 w 3440599"/>
              <a:gd name="connsiteY6" fmla="*/ 3042390 h 3100657"/>
              <a:gd name="connsiteX7" fmla="*/ 548467 w 3440599"/>
              <a:gd name="connsiteY7" fmla="*/ 2061769 h 3100657"/>
              <a:gd name="connsiteX8" fmla="*/ 110637 w 3440599"/>
              <a:gd name="connsiteY8" fmla="*/ 821097 h 3100657"/>
              <a:gd name="connsiteX9" fmla="*/ 885336 w 3440599"/>
              <a:gd name="connsiteY9" fmla="*/ 1532297 h 3100657"/>
              <a:gd name="connsiteX10" fmla="*/ 796436 w 3440599"/>
              <a:gd name="connsiteY10" fmla="*/ 52747 h 3100657"/>
              <a:gd name="connsiteX11" fmla="*/ 1368308 w 3440599"/>
              <a:gd name="connsiteY11" fmla="*/ 1334239 h 3100657"/>
              <a:gd name="connsiteX0" fmla="*/ 1360356 w 3432647"/>
              <a:gd name="connsiteY0" fmla="*/ 1334239 h 3100657"/>
              <a:gd name="connsiteX1" fmla="*/ 2020384 w 3432647"/>
              <a:gd name="connsiteY1" fmla="*/ 1278297 h 3100657"/>
              <a:gd name="connsiteX2" fmla="*/ 2718884 w 3432647"/>
              <a:gd name="connsiteY2" fmla="*/ 20996 h 3100657"/>
              <a:gd name="connsiteX3" fmla="*/ 2478492 w 3432647"/>
              <a:gd name="connsiteY3" fmla="*/ 1793554 h 3100657"/>
              <a:gd name="connsiteX4" fmla="*/ 3372934 w 3432647"/>
              <a:gd name="connsiteY4" fmla="*/ 1386246 h 3100657"/>
              <a:gd name="connsiteX5" fmla="*/ 2913889 w 3432647"/>
              <a:gd name="connsiteY5" fmla="*/ 2293090 h 3100657"/>
              <a:gd name="connsiteX6" fmla="*/ 1747015 w 3432647"/>
              <a:gd name="connsiteY6" fmla="*/ 3042390 h 3100657"/>
              <a:gd name="connsiteX7" fmla="*/ 540515 w 3432647"/>
              <a:gd name="connsiteY7" fmla="*/ 2061769 h 3100657"/>
              <a:gd name="connsiteX8" fmla="*/ 102685 w 3432647"/>
              <a:gd name="connsiteY8" fmla="*/ 821097 h 3100657"/>
              <a:gd name="connsiteX9" fmla="*/ 877384 w 3432647"/>
              <a:gd name="connsiteY9" fmla="*/ 1532297 h 3100657"/>
              <a:gd name="connsiteX10" fmla="*/ 788484 w 3432647"/>
              <a:gd name="connsiteY10" fmla="*/ 52747 h 3100657"/>
              <a:gd name="connsiteX11" fmla="*/ 1360356 w 3432647"/>
              <a:gd name="connsiteY11" fmla="*/ 1334239 h 3100657"/>
              <a:gd name="connsiteX0" fmla="*/ 1360356 w 3432647"/>
              <a:gd name="connsiteY0" fmla="*/ 1334239 h 3100657"/>
              <a:gd name="connsiteX1" fmla="*/ 2020384 w 3432647"/>
              <a:gd name="connsiteY1" fmla="*/ 1278297 h 3100657"/>
              <a:gd name="connsiteX2" fmla="*/ 2718884 w 3432647"/>
              <a:gd name="connsiteY2" fmla="*/ 20996 h 3100657"/>
              <a:gd name="connsiteX3" fmla="*/ 2478492 w 3432647"/>
              <a:gd name="connsiteY3" fmla="*/ 1793554 h 3100657"/>
              <a:gd name="connsiteX4" fmla="*/ 3372934 w 3432647"/>
              <a:gd name="connsiteY4" fmla="*/ 1386246 h 3100657"/>
              <a:gd name="connsiteX5" fmla="*/ 2913889 w 3432647"/>
              <a:gd name="connsiteY5" fmla="*/ 2293090 h 3100657"/>
              <a:gd name="connsiteX6" fmla="*/ 1747015 w 3432647"/>
              <a:gd name="connsiteY6" fmla="*/ 3042390 h 3100657"/>
              <a:gd name="connsiteX7" fmla="*/ 540515 w 3432647"/>
              <a:gd name="connsiteY7" fmla="*/ 2061769 h 3100657"/>
              <a:gd name="connsiteX8" fmla="*/ 102685 w 3432647"/>
              <a:gd name="connsiteY8" fmla="*/ 821097 h 3100657"/>
              <a:gd name="connsiteX9" fmla="*/ 877384 w 3432647"/>
              <a:gd name="connsiteY9" fmla="*/ 1532297 h 3100657"/>
              <a:gd name="connsiteX10" fmla="*/ 788484 w 3432647"/>
              <a:gd name="connsiteY10" fmla="*/ 52747 h 3100657"/>
              <a:gd name="connsiteX11" fmla="*/ 1360356 w 3432647"/>
              <a:gd name="connsiteY11" fmla="*/ 1334239 h 3100657"/>
              <a:gd name="connsiteX0" fmla="*/ 1360356 w 3432647"/>
              <a:gd name="connsiteY0" fmla="*/ 1334239 h 3100657"/>
              <a:gd name="connsiteX1" fmla="*/ 2020384 w 3432647"/>
              <a:gd name="connsiteY1" fmla="*/ 1278297 h 3100657"/>
              <a:gd name="connsiteX2" fmla="*/ 2718884 w 3432647"/>
              <a:gd name="connsiteY2" fmla="*/ 20996 h 3100657"/>
              <a:gd name="connsiteX3" fmla="*/ 2478492 w 3432647"/>
              <a:gd name="connsiteY3" fmla="*/ 1793554 h 3100657"/>
              <a:gd name="connsiteX4" fmla="*/ 3372934 w 3432647"/>
              <a:gd name="connsiteY4" fmla="*/ 1386246 h 3100657"/>
              <a:gd name="connsiteX5" fmla="*/ 2913889 w 3432647"/>
              <a:gd name="connsiteY5" fmla="*/ 2293090 h 3100657"/>
              <a:gd name="connsiteX6" fmla="*/ 1747015 w 3432647"/>
              <a:gd name="connsiteY6" fmla="*/ 3042390 h 3100657"/>
              <a:gd name="connsiteX7" fmla="*/ 540515 w 3432647"/>
              <a:gd name="connsiteY7" fmla="*/ 2061769 h 3100657"/>
              <a:gd name="connsiteX8" fmla="*/ 102685 w 3432647"/>
              <a:gd name="connsiteY8" fmla="*/ 821097 h 3100657"/>
              <a:gd name="connsiteX9" fmla="*/ 877384 w 3432647"/>
              <a:gd name="connsiteY9" fmla="*/ 1532297 h 3100657"/>
              <a:gd name="connsiteX10" fmla="*/ 788484 w 3432647"/>
              <a:gd name="connsiteY10" fmla="*/ 52747 h 3100657"/>
              <a:gd name="connsiteX11" fmla="*/ 1360356 w 3432647"/>
              <a:gd name="connsiteY11" fmla="*/ 1334239 h 3100657"/>
              <a:gd name="connsiteX0" fmla="*/ 1360356 w 3432647"/>
              <a:gd name="connsiteY0" fmla="*/ 1334239 h 3100657"/>
              <a:gd name="connsiteX1" fmla="*/ 2020384 w 3432647"/>
              <a:gd name="connsiteY1" fmla="*/ 1278297 h 3100657"/>
              <a:gd name="connsiteX2" fmla="*/ 2718884 w 3432647"/>
              <a:gd name="connsiteY2" fmla="*/ 20996 h 3100657"/>
              <a:gd name="connsiteX3" fmla="*/ 2478492 w 3432647"/>
              <a:gd name="connsiteY3" fmla="*/ 1793554 h 3100657"/>
              <a:gd name="connsiteX4" fmla="*/ 3372934 w 3432647"/>
              <a:gd name="connsiteY4" fmla="*/ 1386246 h 3100657"/>
              <a:gd name="connsiteX5" fmla="*/ 2913889 w 3432647"/>
              <a:gd name="connsiteY5" fmla="*/ 2293090 h 3100657"/>
              <a:gd name="connsiteX6" fmla="*/ 1747015 w 3432647"/>
              <a:gd name="connsiteY6" fmla="*/ 3042390 h 3100657"/>
              <a:gd name="connsiteX7" fmla="*/ 540515 w 3432647"/>
              <a:gd name="connsiteY7" fmla="*/ 2061769 h 3100657"/>
              <a:gd name="connsiteX8" fmla="*/ 102685 w 3432647"/>
              <a:gd name="connsiteY8" fmla="*/ 821097 h 3100657"/>
              <a:gd name="connsiteX9" fmla="*/ 877384 w 3432647"/>
              <a:gd name="connsiteY9" fmla="*/ 1532297 h 3100657"/>
              <a:gd name="connsiteX10" fmla="*/ 788484 w 3432647"/>
              <a:gd name="connsiteY10" fmla="*/ 52747 h 3100657"/>
              <a:gd name="connsiteX11" fmla="*/ 1360356 w 3432647"/>
              <a:gd name="connsiteY11" fmla="*/ 1334239 h 3100657"/>
              <a:gd name="connsiteX0" fmla="*/ 1360356 w 3432647"/>
              <a:gd name="connsiteY0" fmla="*/ 1334239 h 3100657"/>
              <a:gd name="connsiteX1" fmla="*/ 2020384 w 3432647"/>
              <a:gd name="connsiteY1" fmla="*/ 1278297 h 3100657"/>
              <a:gd name="connsiteX2" fmla="*/ 2718884 w 3432647"/>
              <a:gd name="connsiteY2" fmla="*/ 20996 h 3100657"/>
              <a:gd name="connsiteX3" fmla="*/ 2478492 w 3432647"/>
              <a:gd name="connsiteY3" fmla="*/ 1793554 h 3100657"/>
              <a:gd name="connsiteX4" fmla="*/ 3372934 w 3432647"/>
              <a:gd name="connsiteY4" fmla="*/ 1386246 h 3100657"/>
              <a:gd name="connsiteX5" fmla="*/ 2913889 w 3432647"/>
              <a:gd name="connsiteY5" fmla="*/ 2293090 h 3100657"/>
              <a:gd name="connsiteX6" fmla="*/ 1747015 w 3432647"/>
              <a:gd name="connsiteY6" fmla="*/ 3042390 h 3100657"/>
              <a:gd name="connsiteX7" fmla="*/ 540515 w 3432647"/>
              <a:gd name="connsiteY7" fmla="*/ 2061769 h 3100657"/>
              <a:gd name="connsiteX8" fmla="*/ 102685 w 3432647"/>
              <a:gd name="connsiteY8" fmla="*/ 821097 h 3100657"/>
              <a:gd name="connsiteX9" fmla="*/ 877384 w 3432647"/>
              <a:gd name="connsiteY9" fmla="*/ 1532297 h 3100657"/>
              <a:gd name="connsiteX10" fmla="*/ 788484 w 3432647"/>
              <a:gd name="connsiteY10" fmla="*/ 52747 h 3100657"/>
              <a:gd name="connsiteX11" fmla="*/ 1360356 w 3432647"/>
              <a:gd name="connsiteY11" fmla="*/ 1334239 h 3100657"/>
              <a:gd name="connsiteX0" fmla="*/ 1413696 w 3432647"/>
              <a:gd name="connsiteY0" fmla="*/ 1318999 h 3100657"/>
              <a:gd name="connsiteX1" fmla="*/ 2020384 w 3432647"/>
              <a:gd name="connsiteY1" fmla="*/ 1278297 h 3100657"/>
              <a:gd name="connsiteX2" fmla="*/ 2718884 w 3432647"/>
              <a:gd name="connsiteY2" fmla="*/ 20996 h 3100657"/>
              <a:gd name="connsiteX3" fmla="*/ 2478492 w 3432647"/>
              <a:gd name="connsiteY3" fmla="*/ 1793554 h 3100657"/>
              <a:gd name="connsiteX4" fmla="*/ 3372934 w 3432647"/>
              <a:gd name="connsiteY4" fmla="*/ 1386246 h 3100657"/>
              <a:gd name="connsiteX5" fmla="*/ 2913889 w 3432647"/>
              <a:gd name="connsiteY5" fmla="*/ 2293090 h 3100657"/>
              <a:gd name="connsiteX6" fmla="*/ 1747015 w 3432647"/>
              <a:gd name="connsiteY6" fmla="*/ 3042390 h 3100657"/>
              <a:gd name="connsiteX7" fmla="*/ 540515 w 3432647"/>
              <a:gd name="connsiteY7" fmla="*/ 2061769 h 3100657"/>
              <a:gd name="connsiteX8" fmla="*/ 102685 w 3432647"/>
              <a:gd name="connsiteY8" fmla="*/ 821097 h 3100657"/>
              <a:gd name="connsiteX9" fmla="*/ 877384 w 3432647"/>
              <a:gd name="connsiteY9" fmla="*/ 1532297 h 3100657"/>
              <a:gd name="connsiteX10" fmla="*/ 788484 w 3432647"/>
              <a:gd name="connsiteY10" fmla="*/ 52747 h 3100657"/>
              <a:gd name="connsiteX11" fmla="*/ 1413696 w 3432647"/>
              <a:gd name="connsiteY11" fmla="*/ 1318999 h 3100657"/>
              <a:gd name="connsiteX0" fmla="*/ 1413696 w 3432647"/>
              <a:gd name="connsiteY0" fmla="*/ 1475822 h 3257480"/>
              <a:gd name="connsiteX1" fmla="*/ 1701616 w 3432647"/>
              <a:gd name="connsiteY1" fmla="*/ 20 h 3257480"/>
              <a:gd name="connsiteX2" fmla="*/ 2020384 w 3432647"/>
              <a:gd name="connsiteY2" fmla="*/ 1435120 h 3257480"/>
              <a:gd name="connsiteX3" fmla="*/ 2718884 w 3432647"/>
              <a:gd name="connsiteY3" fmla="*/ 177819 h 3257480"/>
              <a:gd name="connsiteX4" fmla="*/ 2478492 w 3432647"/>
              <a:gd name="connsiteY4" fmla="*/ 1950377 h 3257480"/>
              <a:gd name="connsiteX5" fmla="*/ 3372934 w 3432647"/>
              <a:gd name="connsiteY5" fmla="*/ 1543069 h 3257480"/>
              <a:gd name="connsiteX6" fmla="*/ 2913889 w 3432647"/>
              <a:gd name="connsiteY6" fmla="*/ 2449913 h 3257480"/>
              <a:gd name="connsiteX7" fmla="*/ 1747015 w 3432647"/>
              <a:gd name="connsiteY7" fmla="*/ 3199213 h 3257480"/>
              <a:gd name="connsiteX8" fmla="*/ 540515 w 3432647"/>
              <a:gd name="connsiteY8" fmla="*/ 2218592 h 3257480"/>
              <a:gd name="connsiteX9" fmla="*/ 102685 w 3432647"/>
              <a:gd name="connsiteY9" fmla="*/ 977920 h 3257480"/>
              <a:gd name="connsiteX10" fmla="*/ 877384 w 3432647"/>
              <a:gd name="connsiteY10" fmla="*/ 1689120 h 3257480"/>
              <a:gd name="connsiteX11" fmla="*/ 788484 w 3432647"/>
              <a:gd name="connsiteY11" fmla="*/ 209570 h 3257480"/>
              <a:gd name="connsiteX12" fmla="*/ 1413696 w 3432647"/>
              <a:gd name="connsiteY12" fmla="*/ 1475822 h 3257480"/>
              <a:gd name="connsiteX0" fmla="*/ 1413696 w 3432647"/>
              <a:gd name="connsiteY0" fmla="*/ 1475822 h 3257480"/>
              <a:gd name="connsiteX1" fmla="*/ 1701616 w 3432647"/>
              <a:gd name="connsiteY1" fmla="*/ 20 h 3257480"/>
              <a:gd name="connsiteX2" fmla="*/ 2020384 w 3432647"/>
              <a:gd name="connsiteY2" fmla="*/ 1435120 h 3257480"/>
              <a:gd name="connsiteX3" fmla="*/ 2718884 w 3432647"/>
              <a:gd name="connsiteY3" fmla="*/ 177819 h 3257480"/>
              <a:gd name="connsiteX4" fmla="*/ 2478492 w 3432647"/>
              <a:gd name="connsiteY4" fmla="*/ 1950377 h 3257480"/>
              <a:gd name="connsiteX5" fmla="*/ 3372934 w 3432647"/>
              <a:gd name="connsiteY5" fmla="*/ 1543069 h 3257480"/>
              <a:gd name="connsiteX6" fmla="*/ 2913889 w 3432647"/>
              <a:gd name="connsiteY6" fmla="*/ 2449913 h 3257480"/>
              <a:gd name="connsiteX7" fmla="*/ 1747015 w 3432647"/>
              <a:gd name="connsiteY7" fmla="*/ 3199213 h 3257480"/>
              <a:gd name="connsiteX8" fmla="*/ 540515 w 3432647"/>
              <a:gd name="connsiteY8" fmla="*/ 2218592 h 3257480"/>
              <a:gd name="connsiteX9" fmla="*/ 102685 w 3432647"/>
              <a:gd name="connsiteY9" fmla="*/ 977920 h 3257480"/>
              <a:gd name="connsiteX10" fmla="*/ 877384 w 3432647"/>
              <a:gd name="connsiteY10" fmla="*/ 1689120 h 3257480"/>
              <a:gd name="connsiteX11" fmla="*/ 788484 w 3432647"/>
              <a:gd name="connsiteY11" fmla="*/ 209570 h 3257480"/>
              <a:gd name="connsiteX12" fmla="*/ 1413696 w 3432647"/>
              <a:gd name="connsiteY12" fmla="*/ 1475822 h 3257480"/>
              <a:gd name="connsiteX0" fmla="*/ 1413696 w 3432647"/>
              <a:gd name="connsiteY0" fmla="*/ 1475822 h 3257480"/>
              <a:gd name="connsiteX1" fmla="*/ 1701616 w 3432647"/>
              <a:gd name="connsiteY1" fmla="*/ 20 h 3257480"/>
              <a:gd name="connsiteX2" fmla="*/ 2020384 w 3432647"/>
              <a:gd name="connsiteY2" fmla="*/ 1435120 h 3257480"/>
              <a:gd name="connsiteX3" fmla="*/ 2718884 w 3432647"/>
              <a:gd name="connsiteY3" fmla="*/ 177819 h 3257480"/>
              <a:gd name="connsiteX4" fmla="*/ 2478492 w 3432647"/>
              <a:gd name="connsiteY4" fmla="*/ 1950377 h 3257480"/>
              <a:gd name="connsiteX5" fmla="*/ 3372934 w 3432647"/>
              <a:gd name="connsiteY5" fmla="*/ 1543069 h 3257480"/>
              <a:gd name="connsiteX6" fmla="*/ 2913889 w 3432647"/>
              <a:gd name="connsiteY6" fmla="*/ 2449913 h 3257480"/>
              <a:gd name="connsiteX7" fmla="*/ 1747015 w 3432647"/>
              <a:gd name="connsiteY7" fmla="*/ 3199213 h 3257480"/>
              <a:gd name="connsiteX8" fmla="*/ 540515 w 3432647"/>
              <a:gd name="connsiteY8" fmla="*/ 2218592 h 3257480"/>
              <a:gd name="connsiteX9" fmla="*/ 102685 w 3432647"/>
              <a:gd name="connsiteY9" fmla="*/ 977920 h 3257480"/>
              <a:gd name="connsiteX10" fmla="*/ 877384 w 3432647"/>
              <a:gd name="connsiteY10" fmla="*/ 1689120 h 3257480"/>
              <a:gd name="connsiteX11" fmla="*/ 788484 w 3432647"/>
              <a:gd name="connsiteY11" fmla="*/ 209570 h 3257480"/>
              <a:gd name="connsiteX12" fmla="*/ 1413696 w 3432647"/>
              <a:gd name="connsiteY12" fmla="*/ 1475822 h 3257480"/>
              <a:gd name="connsiteX0" fmla="*/ 1413696 w 3432647"/>
              <a:gd name="connsiteY0" fmla="*/ 1475822 h 3257480"/>
              <a:gd name="connsiteX1" fmla="*/ 1701616 w 3432647"/>
              <a:gd name="connsiteY1" fmla="*/ 20 h 3257480"/>
              <a:gd name="connsiteX2" fmla="*/ 2020384 w 3432647"/>
              <a:gd name="connsiteY2" fmla="*/ 1435120 h 3257480"/>
              <a:gd name="connsiteX3" fmla="*/ 2718884 w 3432647"/>
              <a:gd name="connsiteY3" fmla="*/ 177819 h 3257480"/>
              <a:gd name="connsiteX4" fmla="*/ 2478492 w 3432647"/>
              <a:gd name="connsiteY4" fmla="*/ 1950377 h 3257480"/>
              <a:gd name="connsiteX5" fmla="*/ 3372934 w 3432647"/>
              <a:gd name="connsiteY5" fmla="*/ 1543069 h 3257480"/>
              <a:gd name="connsiteX6" fmla="*/ 2913889 w 3432647"/>
              <a:gd name="connsiteY6" fmla="*/ 2449913 h 3257480"/>
              <a:gd name="connsiteX7" fmla="*/ 1747015 w 3432647"/>
              <a:gd name="connsiteY7" fmla="*/ 3199213 h 3257480"/>
              <a:gd name="connsiteX8" fmla="*/ 540515 w 3432647"/>
              <a:gd name="connsiteY8" fmla="*/ 2218592 h 3257480"/>
              <a:gd name="connsiteX9" fmla="*/ 102685 w 3432647"/>
              <a:gd name="connsiteY9" fmla="*/ 977920 h 3257480"/>
              <a:gd name="connsiteX10" fmla="*/ 877384 w 3432647"/>
              <a:gd name="connsiteY10" fmla="*/ 1689120 h 3257480"/>
              <a:gd name="connsiteX11" fmla="*/ 788484 w 3432647"/>
              <a:gd name="connsiteY11" fmla="*/ 209570 h 3257480"/>
              <a:gd name="connsiteX12" fmla="*/ 1413696 w 3432647"/>
              <a:gd name="connsiteY12" fmla="*/ 1475822 h 3257480"/>
              <a:gd name="connsiteX0" fmla="*/ 1413696 w 3432647"/>
              <a:gd name="connsiteY0" fmla="*/ 1475822 h 3257480"/>
              <a:gd name="connsiteX1" fmla="*/ 1701616 w 3432647"/>
              <a:gd name="connsiteY1" fmla="*/ 20 h 3257480"/>
              <a:gd name="connsiteX2" fmla="*/ 2020384 w 3432647"/>
              <a:gd name="connsiteY2" fmla="*/ 1435120 h 3257480"/>
              <a:gd name="connsiteX3" fmla="*/ 2718884 w 3432647"/>
              <a:gd name="connsiteY3" fmla="*/ 177819 h 3257480"/>
              <a:gd name="connsiteX4" fmla="*/ 2478492 w 3432647"/>
              <a:gd name="connsiteY4" fmla="*/ 1950377 h 3257480"/>
              <a:gd name="connsiteX5" fmla="*/ 3372934 w 3432647"/>
              <a:gd name="connsiteY5" fmla="*/ 1543069 h 3257480"/>
              <a:gd name="connsiteX6" fmla="*/ 2913889 w 3432647"/>
              <a:gd name="connsiteY6" fmla="*/ 2449913 h 3257480"/>
              <a:gd name="connsiteX7" fmla="*/ 1747015 w 3432647"/>
              <a:gd name="connsiteY7" fmla="*/ 3199213 h 3257480"/>
              <a:gd name="connsiteX8" fmla="*/ 540515 w 3432647"/>
              <a:gd name="connsiteY8" fmla="*/ 2218592 h 3257480"/>
              <a:gd name="connsiteX9" fmla="*/ 102685 w 3432647"/>
              <a:gd name="connsiteY9" fmla="*/ 977920 h 3257480"/>
              <a:gd name="connsiteX10" fmla="*/ 877384 w 3432647"/>
              <a:gd name="connsiteY10" fmla="*/ 1689120 h 3257480"/>
              <a:gd name="connsiteX11" fmla="*/ 788484 w 3432647"/>
              <a:gd name="connsiteY11" fmla="*/ 209570 h 3257480"/>
              <a:gd name="connsiteX12" fmla="*/ 1413696 w 3432647"/>
              <a:gd name="connsiteY12" fmla="*/ 1475822 h 3257480"/>
              <a:gd name="connsiteX0" fmla="*/ 1413696 w 3432647"/>
              <a:gd name="connsiteY0" fmla="*/ 1475822 h 3257480"/>
              <a:gd name="connsiteX1" fmla="*/ 1701616 w 3432647"/>
              <a:gd name="connsiteY1" fmla="*/ 20 h 3257480"/>
              <a:gd name="connsiteX2" fmla="*/ 2020384 w 3432647"/>
              <a:gd name="connsiteY2" fmla="*/ 1435120 h 3257480"/>
              <a:gd name="connsiteX3" fmla="*/ 2718884 w 3432647"/>
              <a:gd name="connsiteY3" fmla="*/ 177819 h 3257480"/>
              <a:gd name="connsiteX4" fmla="*/ 2478492 w 3432647"/>
              <a:gd name="connsiteY4" fmla="*/ 1950377 h 3257480"/>
              <a:gd name="connsiteX5" fmla="*/ 3372934 w 3432647"/>
              <a:gd name="connsiteY5" fmla="*/ 1543069 h 3257480"/>
              <a:gd name="connsiteX6" fmla="*/ 2913889 w 3432647"/>
              <a:gd name="connsiteY6" fmla="*/ 2449913 h 3257480"/>
              <a:gd name="connsiteX7" fmla="*/ 1747015 w 3432647"/>
              <a:gd name="connsiteY7" fmla="*/ 3199213 h 3257480"/>
              <a:gd name="connsiteX8" fmla="*/ 540515 w 3432647"/>
              <a:gd name="connsiteY8" fmla="*/ 2218592 h 3257480"/>
              <a:gd name="connsiteX9" fmla="*/ 102685 w 3432647"/>
              <a:gd name="connsiteY9" fmla="*/ 977920 h 3257480"/>
              <a:gd name="connsiteX10" fmla="*/ 877384 w 3432647"/>
              <a:gd name="connsiteY10" fmla="*/ 1689120 h 3257480"/>
              <a:gd name="connsiteX11" fmla="*/ 788484 w 3432647"/>
              <a:gd name="connsiteY11" fmla="*/ 209570 h 3257480"/>
              <a:gd name="connsiteX12" fmla="*/ 1413696 w 3432647"/>
              <a:gd name="connsiteY12" fmla="*/ 1475822 h 3257480"/>
              <a:gd name="connsiteX0" fmla="*/ 1413696 w 3432647"/>
              <a:gd name="connsiteY0" fmla="*/ 1476994 h 3258652"/>
              <a:gd name="connsiteX1" fmla="*/ 1701616 w 3432647"/>
              <a:gd name="connsiteY1" fmla="*/ 1192 h 3258652"/>
              <a:gd name="connsiteX2" fmla="*/ 2020384 w 3432647"/>
              <a:gd name="connsiteY2" fmla="*/ 1436292 h 3258652"/>
              <a:gd name="connsiteX3" fmla="*/ 2718884 w 3432647"/>
              <a:gd name="connsiteY3" fmla="*/ 178991 h 3258652"/>
              <a:gd name="connsiteX4" fmla="*/ 2478492 w 3432647"/>
              <a:gd name="connsiteY4" fmla="*/ 1951549 h 3258652"/>
              <a:gd name="connsiteX5" fmla="*/ 3372934 w 3432647"/>
              <a:gd name="connsiteY5" fmla="*/ 1544241 h 3258652"/>
              <a:gd name="connsiteX6" fmla="*/ 2913889 w 3432647"/>
              <a:gd name="connsiteY6" fmla="*/ 2451085 h 3258652"/>
              <a:gd name="connsiteX7" fmla="*/ 1747015 w 3432647"/>
              <a:gd name="connsiteY7" fmla="*/ 3200385 h 3258652"/>
              <a:gd name="connsiteX8" fmla="*/ 540515 w 3432647"/>
              <a:gd name="connsiteY8" fmla="*/ 2219764 h 3258652"/>
              <a:gd name="connsiteX9" fmla="*/ 102685 w 3432647"/>
              <a:gd name="connsiteY9" fmla="*/ 979092 h 3258652"/>
              <a:gd name="connsiteX10" fmla="*/ 877384 w 3432647"/>
              <a:gd name="connsiteY10" fmla="*/ 1690292 h 3258652"/>
              <a:gd name="connsiteX11" fmla="*/ 788484 w 3432647"/>
              <a:gd name="connsiteY11" fmla="*/ 210742 h 3258652"/>
              <a:gd name="connsiteX12" fmla="*/ 1413696 w 3432647"/>
              <a:gd name="connsiteY12" fmla="*/ 1476994 h 3258652"/>
              <a:gd name="connsiteX0" fmla="*/ 1413696 w 3432647"/>
              <a:gd name="connsiteY0" fmla="*/ 1476994 h 3258652"/>
              <a:gd name="connsiteX1" fmla="*/ 1701616 w 3432647"/>
              <a:gd name="connsiteY1" fmla="*/ 1192 h 3258652"/>
              <a:gd name="connsiteX2" fmla="*/ 2020384 w 3432647"/>
              <a:gd name="connsiteY2" fmla="*/ 1436292 h 3258652"/>
              <a:gd name="connsiteX3" fmla="*/ 2718884 w 3432647"/>
              <a:gd name="connsiteY3" fmla="*/ 178991 h 3258652"/>
              <a:gd name="connsiteX4" fmla="*/ 2478492 w 3432647"/>
              <a:gd name="connsiteY4" fmla="*/ 1951549 h 3258652"/>
              <a:gd name="connsiteX5" fmla="*/ 3372934 w 3432647"/>
              <a:gd name="connsiteY5" fmla="*/ 1544241 h 3258652"/>
              <a:gd name="connsiteX6" fmla="*/ 2913889 w 3432647"/>
              <a:gd name="connsiteY6" fmla="*/ 2451085 h 3258652"/>
              <a:gd name="connsiteX7" fmla="*/ 1747015 w 3432647"/>
              <a:gd name="connsiteY7" fmla="*/ 3200385 h 3258652"/>
              <a:gd name="connsiteX8" fmla="*/ 540515 w 3432647"/>
              <a:gd name="connsiteY8" fmla="*/ 2219764 h 3258652"/>
              <a:gd name="connsiteX9" fmla="*/ 102685 w 3432647"/>
              <a:gd name="connsiteY9" fmla="*/ 979092 h 3258652"/>
              <a:gd name="connsiteX10" fmla="*/ 877384 w 3432647"/>
              <a:gd name="connsiteY10" fmla="*/ 1690292 h 3258652"/>
              <a:gd name="connsiteX11" fmla="*/ 788484 w 3432647"/>
              <a:gd name="connsiteY11" fmla="*/ 210742 h 3258652"/>
              <a:gd name="connsiteX12" fmla="*/ 1413696 w 3432647"/>
              <a:gd name="connsiteY12" fmla="*/ 1476994 h 3258652"/>
              <a:gd name="connsiteX0" fmla="*/ 1413696 w 3432647"/>
              <a:gd name="connsiteY0" fmla="*/ 1476994 h 3258652"/>
              <a:gd name="connsiteX1" fmla="*/ 1701616 w 3432647"/>
              <a:gd name="connsiteY1" fmla="*/ 1192 h 3258652"/>
              <a:gd name="connsiteX2" fmla="*/ 2020384 w 3432647"/>
              <a:gd name="connsiteY2" fmla="*/ 1436292 h 3258652"/>
              <a:gd name="connsiteX3" fmla="*/ 2718884 w 3432647"/>
              <a:gd name="connsiteY3" fmla="*/ 178991 h 3258652"/>
              <a:gd name="connsiteX4" fmla="*/ 2478492 w 3432647"/>
              <a:gd name="connsiteY4" fmla="*/ 1951549 h 3258652"/>
              <a:gd name="connsiteX5" fmla="*/ 3372934 w 3432647"/>
              <a:gd name="connsiteY5" fmla="*/ 1544241 h 3258652"/>
              <a:gd name="connsiteX6" fmla="*/ 2913889 w 3432647"/>
              <a:gd name="connsiteY6" fmla="*/ 2451085 h 3258652"/>
              <a:gd name="connsiteX7" fmla="*/ 1747015 w 3432647"/>
              <a:gd name="connsiteY7" fmla="*/ 3200385 h 3258652"/>
              <a:gd name="connsiteX8" fmla="*/ 540515 w 3432647"/>
              <a:gd name="connsiteY8" fmla="*/ 2219764 h 3258652"/>
              <a:gd name="connsiteX9" fmla="*/ 102685 w 3432647"/>
              <a:gd name="connsiteY9" fmla="*/ 979092 h 3258652"/>
              <a:gd name="connsiteX10" fmla="*/ 877384 w 3432647"/>
              <a:gd name="connsiteY10" fmla="*/ 1690292 h 3258652"/>
              <a:gd name="connsiteX11" fmla="*/ 788484 w 3432647"/>
              <a:gd name="connsiteY11" fmla="*/ 210742 h 3258652"/>
              <a:gd name="connsiteX12" fmla="*/ 1413696 w 3432647"/>
              <a:gd name="connsiteY12" fmla="*/ 1476994 h 3258652"/>
              <a:gd name="connsiteX0" fmla="*/ 1413696 w 3432647"/>
              <a:gd name="connsiteY0" fmla="*/ 1476994 h 3258652"/>
              <a:gd name="connsiteX1" fmla="*/ 1701616 w 3432647"/>
              <a:gd name="connsiteY1" fmla="*/ 1192 h 3258652"/>
              <a:gd name="connsiteX2" fmla="*/ 2020384 w 3432647"/>
              <a:gd name="connsiteY2" fmla="*/ 1436292 h 3258652"/>
              <a:gd name="connsiteX3" fmla="*/ 2718884 w 3432647"/>
              <a:gd name="connsiteY3" fmla="*/ 178991 h 3258652"/>
              <a:gd name="connsiteX4" fmla="*/ 2478492 w 3432647"/>
              <a:gd name="connsiteY4" fmla="*/ 1951549 h 3258652"/>
              <a:gd name="connsiteX5" fmla="*/ 3372934 w 3432647"/>
              <a:gd name="connsiteY5" fmla="*/ 1544241 h 3258652"/>
              <a:gd name="connsiteX6" fmla="*/ 2913889 w 3432647"/>
              <a:gd name="connsiteY6" fmla="*/ 2451085 h 3258652"/>
              <a:gd name="connsiteX7" fmla="*/ 1747015 w 3432647"/>
              <a:gd name="connsiteY7" fmla="*/ 3200385 h 3258652"/>
              <a:gd name="connsiteX8" fmla="*/ 540515 w 3432647"/>
              <a:gd name="connsiteY8" fmla="*/ 2219764 h 3258652"/>
              <a:gd name="connsiteX9" fmla="*/ 102685 w 3432647"/>
              <a:gd name="connsiteY9" fmla="*/ 979092 h 3258652"/>
              <a:gd name="connsiteX10" fmla="*/ 877384 w 3432647"/>
              <a:gd name="connsiteY10" fmla="*/ 1690292 h 3258652"/>
              <a:gd name="connsiteX11" fmla="*/ 788484 w 3432647"/>
              <a:gd name="connsiteY11" fmla="*/ 210742 h 3258652"/>
              <a:gd name="connsiteX12" fmla="*/ 1413696 w 3432647"/>
              <a:gd name="connsiteY12" fmla="*/ 1476994 h 3258652"/>
              <a:gd name="connsiteX0" fmla="*/ 1413696 w 3432647"/>
              <a:gd name="connsiteY0" fmla="*/ 1476994 h 3258652"/>
              <a:gd name="connsiteX1" fmla="*/ 1701616 w 3432647"/>
              <a:gd name="connsiteY1" fmla="*/ 1192 h 3258652"/>
              <a:gd name="connsiteX2" fmla="*/ 2020384 w 3432647"/>
              <a:gd name="connsiteY2" fmla="*/ 1436292 h 3258652"/>
              <a:gd name="connsiteX3" fmla="*/ 2718884 w 3432647"/>
              <a:gd name="connsiteY3" fmla="*/ 178991 h 3258652"/>
              <a:gd name="connsiteX4" fmla="*/ 2478492 w 3432647"/>
              <a:gd name="connsiteY4" fmla="*/ 1951549 h 3258652"/>
              <a:gd name="connsiteX5" fmla="*/ 3372934 w 3432647"/>
              <a:gd name="connsiteY5" fmla="*/ 1544241 h 3258652"/>
              <a:gd name="connsiteX6" fmla="*/ 2913889 w 3432647"/>
              <a:gd name="connsiteY6" fmla="*/ 2451085 h 3258652"/>
              <a:gd name="connsiteX7" fmla="*/ 1747015 w 3432647"/>
              <a:gd name="connsiteY7" fmla="*/ 3200385 h 3258652"/>
              <a:gd name="connsiteX8" fmla="*/ 540515 w 3432647"/>
              <a:gd name="connsiteY8" fmla="*/ 2219764 h 3258652"/>
              <a:gd name="connsiteX9" fmla="*/ 102685 w 3432647"/>
              <a:gd name="connsiteY9" fmla="*/ 979092 h 3258652"/>
              <a:gd name="connsiteX10" fmla="*/ 877384 w 3432647"/>
              <a:gd name="connsiteY10" fmla="*/ 1690292 h 3258652"/>
              <a:gd name="connsiteX11" fmla="*/ 788484 w 3432647"/>
              <a:gd name="connsiteY11" fmla="*/ 210742 h 3258652"/>
              <a:gd name="connsiteX12" fmla="*/ 1413696 w 3432647"/>
              <a:gd name="connsiteY12" fmla="*/ 1476994 h 3258652"/>
              <a:gd name="connsiteX0" fmla="*/ 1413696 w 3432647"/>
              <a:gd name="connsiteY0" fmla="*/ 1476994 h 3258652"/>
              <a:gd name="connsiteX1" fmla="*/ 1701616 w 3432647"/>
              <a:gd name="connsiteY1" fmla="*/ 1192 h 3258652"/>
              <a:gd name="connsiteX2" fmla="*/ 2020384 w 3432647"/>
              <a:gd name="connsiteY2" fmla="*/ 1436292 h 3258652"/>
              <a:gd name="connsiteX3" fmla="*/ 2718884 w 3432647"/>
              <a:gd name="connsiteY3" fmla="*/ 178991 h 3258652"/>
              <a:gd name="connsiteX4" fmla="*/ 2478492 w 3432647"/>
              <a:gd name="connsiteY4" fmla="*/ 1951549 h 3258652"/>
              <a:gd name="connsiteX5" fmla="*/ 3372934 w 3432647"/>
              <a:gd name="connsiteY5" fmla="*/ 1544241 h 3258652"/>
              <a:gd name="connsiteX6" fmla="*/ 2913889 w 3432647"/>
              <a:gd name="connsiteY6" fmla="*/ 2451085 h 3258652"/>
              <a:gd name="connsiteX7" fmla="*/ 1747015 w 3432647"/>
              <a:gd name="connsiteY7" fmla="*/ 3200385 h 3258652"/>
              <a:gd name="connsiteX8" fmla="*/ 540515 w 3432647"/>
              <a:gd name="connsiteY8" fmla="*/ 2219764 h 3258652"/>
              <a:gd name="connsiteX9" fmla="*/ 102685 w 3432647"/>
              <a:gd name="connsiteY9" fmla="*/ 979092 h 3258652"/>
              <a:gd name="connsiteX10" fmla="*/ 877384 w 3432647"/>
              <a:gd name="connsiteY10" fmla="*/ 1690292 h 3258652"/>
              <a:gd name="connsiteX11" fmla="*/ 788484 w 3432647"/>
              <a:gd name="connsiteY11" fmla="*/ 210742 h 3258652"/>
              <a:gd name="connsiteX12" fmla="*/ 1413696 w 3432647"/>
              <a:gd name="connsiteY12" fmla="*/ 1476994 h 3258652"/>
              <a:gd name="connsiteX0" fmla="*/ 1413696 w 3432647"/>
              <a:gd name="connsiteY0" fmla="*/ 1477210 h 3258868"/>
              <a:gd name="connsiteX1" fmla="*/ 1701616 w 3432647"/>
              <a:gd name="connsiteY1" fmla="*/ 1408 h 3258868"/>
              <a:gd name="connsiteX2" fmla="*/ 2020384 w 3432647"/>
              <a:gd name="connsiteY2" fmla="*/ 1436508 h 3258868"/>
              <a:gd name="connsiteX3" fmla="*/ 2718884 w 3432647"/>
              <a:gd name="connsiteY3" fmla="*/ 179207 h 3258868"/>
              <a:gd name="connsiteX4" fmla="*/ 2478492 w 3432647"/>
              <a:gd name="connsiteY4" fmla="*/ 1951765 h 3258868"/>
              <a:gd name="connsiteX5" fmla="*/ 3372934 w 3432647"/>
              <a:gd name="connsiteY5" fmla="*/ 1544457 h 3258868"/>
              <a:gd name="connsiteX6" fmla="*/ 2913889 w 3432647"/>
              <a:gd name="connsiteY6" fmla="*/ 2451301 h 3258868"/>
              <a:gd name="connsiteX7" fmla="*/ 1747015 w 3432647"/>
              <a:gd name="connsiteY7" fmla="*/ 3200601 h 3258868"/>
              <a:gd name="connsiteX8" fmla="*/ 540515 w 3432647"/>
              <a:gd name="connsiteY8" fmla="*/ 2219980 h 3258868"/>
              <a:gd name="connsiteX9" fmla="*/ 102685 w 3432647"/>
              <a:gd name="connsiteY9" fmla="*/ 979308 h 3258868"/>
              <a:gd name="connsiteX10" fmla="*/ 877384 w 3432647"/>
              <a:gd name="connsiteY10" fmla="*/ 1690508 h 3258868"/>
              <a:gd name="connsiteX11" fmla="*/ 788484 w 3432647"/>
              <a:gd name="connsiteY11" fmla="*/ 210958 h 3258868"/>
              <a:gd name="connsiteX12" fmla="*/ 1413696 w 3432647"/>
              <a:gd name="connsiteY12" fmla="*/ 1477210 h 3258868"/>
              <a:gd name="connsiteX0" fmla="*/ 1222021 w 3240972"/>
              <a:gd name="connsiteY0" fmla="*/ 1477210 h 3258868"/>
              <a:gd name="connsiteX1" fmla="*/ 1509941 w 3240972"/>
              <a:gd name="connsiteY1" fmla="*/ 1408 h 3258868"/>
              <a:gd name="connsiteX2" fmla="*/ 1828709 w 3240972"/>
              <a:gd name="connsiteY2" fmla="*/ 1436508 h 3258868"/>
              <a:gd name="connsiteX3" fmla="*/ 2527209 w 3240972"/>
              <a:gd name="connsiteY3" fmla="*/ 179207 h 3258868"/>
              <a:gd name="connsiteX4" fmla="*/ 2286817 w 3240972"/>
              <a:gd name="connsiteY4" fmla="*/ 1951765 h 3258868"/>
              <a:gd name="connsiteX5" fmla="*/ 3181259 w 3240972"/>
              <a:gd name="connsiteY5" fmla="*/ 1544457 h 3258868"/>
              <a:gd name="connsiteX6" fmla="*/ 2722214 w 3240972"/>
              <a:gd name="connsiteY6" fmla="*/ 2451301 h 3258868"/>
              <a:gd name="connsiteX7" fmla="*/ 1555340 w 3240972"/>
              <a:gd name="connsiteY7" fmla="*/ 3200601 h 3258868"/>
              <a:gd name="connsiteX8" fmla="*/ 348840 w 3240972"/>
              <a:gd name="connsiteY8" fmla="*/ 2219980 h 3258868"/>
              <a:gd name="connsiteX9" fmla="*/ 132998 w 3240972"/>
              <a:gd name="connsiteY9" fmla="*/ 928856 h 3258868"/>
              <a:gd name="connsiteX10" fmla="*/ 685709 w 3240972"/>
              <a:gd name="connsiteY10" fmla="*/ 1690508 h 3258868"/>
              <a:gd name="connsiteX11" fmla="*/ 596809 w 3240972"/>
              <a:gd name="connsiteY11" fmla="*/ 210958 h 3258868"/>
              <a:gd name="connsiteX12" fmla="*/ 1222021 w 3240972"/>
              <a:gd name="connsiteY12" fmla="*/ 1477210 h 3258868"/>
              <a:gd name="connsiteX0" fmla="*/ 1172985 w 3191936"/>
              <a:gd name="connsiteY0" fmla="*/ 1477210 h 3258868"/>
              <a:gd name="connsiteX1" fmla="*/ 1460905 w 3191936"/>
              <a:gd name="connsiteY1" fmla="*/ 1408 h 3258868"/>
              <a:gd name="connsiteX2" fmla="*/ 1779673 w 3191936"/>
              <a:gd name="connsiteY2" fmla="*/ 1436508 h 3258868"/>
              <a:gd name="connsiteX3" fmla="*/ 2478173 w 3191936"/>
              <a:gd name="connsiteY3" fmla="*/ 179207 h 3258868"/>
              <a:gd name="connsiteX4" fmla="*/ 2237781 w 3191936"/>
              <a:gd name="connsiteY4" fmla="*/ 1951765 h 3258868"/>
              <a:gd name="connsiteX5" fmla="*/ 3132223 w 3191936"/>
              <a:gd name="connsiteY5" fmla="*/ 1544457 h 3258868"/>
              <a:gd name="connsiteX6" fmla="*/ 2673178 w 3191936"/>
              <a:gd name="connsiteY6" fmla="*/ 2451301 h 3258868"/>
              <a:gd name="connsiteX7" fmla="*/ 1506304 w 3191936"/>
              <a:gd name="connsiteY7" fmla="*/ 3200601 h 3258868"/>
              <a:gd name="connsiteX8" fmla="*/ 299804 w 3191936"/>
              <a:gd name="connsiteY8" fmla="*/ 2219980 h 3258868"/>
              <a:gd name="connsiteX9" fmla="*/ 144504 w 3191936"/>
              <a:gd name="connsiteY9" fmla="*/ 928856 h 3258868"/>
              <a:gd name="connsiteX10" fmla="*/ 636673 w 3191936"/>
              <a:gd name="connsiteY10" fmla="*/ 1690508 h 3258868"/>
              <a:gd name="connsiteX11" fmla="*/ 547773 w 3191936"/>
              <a:gd name="connsiteY11" fmla="*/ 210958 h 3258868"/>
              <a:gd name="connsiteX12" fmla="*/ 1172985 w 3191936"/>
              <a:gd name="connsiteY12" fmla="*/ 1477210 h 3258868"/>
              <a:gd name="connsiteX0" fmla="*/ 1172985 w 3191936"/>
              <a:gd name="connsiteY0" fmla="*/ 1477210 h 3258868"/>
              <a:gd name="connsiteX1" fmla="*/ 1460905 w 3191936"/>
              <a:gd name="connsiteY1" fmla="*/ 1408 h 3258868"/>
              <a:gd name="connsiteX2" fmla="*/ 1779673 w 3191936"/>
              <a:gd name="connsiteY2" fmla="*/ 1436508 h 3258868"/>
              <a:gd name="connsiteX3" fmla="*/ 2478173 w 3191936"/>
              <a:gd name="connsiteY3" fmla="*/ 179207 h 3258868"/>
              <a:gd name="connsiteX4" fmla="*/ 2237781 w 3191936"/>
              <a:gd name="connsiteY4" fmla="*/ 1951765 h 3258868"/>
              <a:gd name="connsiteX5" fmla="*/ 3132223 w 3191936"/>
              <a:gd name="connsiteY5" fmla="*/ 1544457 h 3258868"/>
              <a:gd name="connsiteX6" fmla="*/ 2673178 w 3191936"/>
              <a:gd name="connsiteY6" fmla="*/ 2451301 h 3258868"/>
              <a:gd name="connsiteX7" fmla="*/ 1506304 w 3191936"/>
              <a:gd name="connsiteY7" fmla="*/ 3200601 h 3258868"/>
              <a:gd name="connsiteX8" fmla="*/ 299804 w 3191936"/>
              <a:gd name="connsiteY8" fmla="*/ 2219980 h 3258868"/>
              <a:gd name="connsiteX9" fmla="*/ 144504 w 3191936"/>
              <a:gd name="connsiteY9" fmla="*/ 928856 h 3258868"/>
              <a:gd name="connsiteX10" fmla="*/ 636673 w 3191936"/>
              <a:gd name="connsiteY10" fmla="*/ 1690508 h 3258868"/>
              <a:gd name="connsiteX11" fmla="*/ 578044 w 3191936"/>
              <a:gd name="connsiteY11" fmla="*/ 210958 h 3258868"/>
              <a:gd name="connsiteX12" fmla="*/ 1172985 w 3191936"/>
              <a:gd name="connsiteY12" fmla="*/ 1477210 h 3258868"/>
              <a:gd name="connsiteX0" fmla="*/ 1172985 w 3191936"/>
              <a:gd name="connsiteY0" fmla="*/ 1467132 h 3248790"/>
              <a:gd name="connsiteX1" fmla="*/ 1259098 w 3191936"/>
              <a:gd name="connsiteY1" fmla="*/ 1420 h 3248790"/>
              <a:gd name="connsiteX2" fmla="*/ 1779673 w 3191936"/>
              <a:gd name="connsiteY2" fmla="*/ 1426430 h 3248790"/>
              <a:gd name="connsiteX3" fmla="*/ 2478173 w 3191936"/>
              <a:gd name="connsiteY3" fmla="*/ 169129 h 3248790"/>
              <a:gd name="connsiteX4" fmla="*/ 2237781 w 3191936"/>
              <a:gd name="connsiteY4" fmla="*/ 1941687 h 3248790"/>
              <a:gd name="connsiteX5" fmla="*/ 3132223 w 3191936"/>
              <a:gd name="connsiteY5" fmla="*/ 1534379 h 3248790"/>
              <a:gd name="connsiteX6" fmla="*/ 2673178 w 3191936"/>
              <a:gd name="connsiteY6" fmla="*/ 2441223 h 3248790"/>
              <a:gd name="connsiteX7" fmla="*/ 1506304 w 3191936"/>
              <a:gd name="connsiteY7" fmla="*/ 3190523 h 3248790"/>
              <a:gd name="connsiteX8" fmla="*/ 299804 w 3191936"/>
              <a:gd name="connsiteY8" fmla="*/ 2209902 h 3248790"/>
              <a:gd name="connsiteX9" fmla="*/ 144504 w 3191936"/>
              <a:gd name="connsiteY9" fmla="*/ 918778 h 3248790"/>
              <a:gd name="connsiteX10" fmla="*/ 636673 w 3191936"/>
              <a:gd name="connsiteY10" fmla="*/ 1680430 h 3248790"/>
              <a:gd name="connsiteX11" fmla="*/ 578044 w 3191936"/>
              <a:gd name="connsiteY11" fmla="*/ 200880 h 3248790"/>
              <a:gd name="connsiteX12" fmla="*/ 1172985 w 3191936"/>
              <a:gd name="connsiteY12" fmla="*/ 1467132 h 3248790"/>
              <a:gd name="connsiteX0" fmla="*/ 1172985 w 3191936"/>
              <a:gd name="connsiteY0" fmla="*/ 1477210 h 3258868"/>
              <a:gd name="connsiteX1" fmla="*/ 1299459 w 3191936"/>
              <a:gd name="connsiteY1" fmla="*/ 1407 h 3258868"/>
              <a:gd name="connsiteX2" fmla="*/ 1779673 w 3191936"/>
              <a:gd name="connsiteY2" fmla="*/ 1436508 h 3258868"/>
              <a:gd name="connsiteX3" fmla="*/ 2478173 w 3191936"/>
              <a:gd name="connsiteY3" fmla="*/ 179207 h 3258868"/>
              <a:gd name="connsiteX4" fmla="*/ 2237781 w 3191936"/>
              <a:gd name="connsiteY4" fmla="*/ 1951765 h 3258868"/>
              <a:gd name="connsiteX5" fmla="*/ 3132223 w 3191936"/>
              <a:gd name="connsiteY5" fmla="*/ 1544457 h 3258868"/>
              <a:gd name="connsiteX6" fmla="*/ 2673178 w 3191936"/>
              <a:gd name="connsiteY6" fmla="*/ 2451301 h 3258868"/>
              <a:gd name="connsiteX7" fmla="*/ 1506304 w 3191936"/>
              <a:gd name="connsiteY7" fmla="*/ 3200601 h 3258868"/>
              <a:gd name="connsiteX8" fmla="*/ 299804 w 3191936"/>
              <a:gd name="connsiteY8" fmla="*/ 2219980 h 3258868"/>
              <a:gd name="connsiteX9" fmla="*/ 144504 w 3191936"/>
              <a:gd name="connsiteY9" fmla="*/ 928856 h 3258868"/>
              <a:gd name="connsiteX10" fmla="*/ 636673 w 3191936"/>
              <a:gd name="connsiteY10" fmla="*/ 1690508 h 3258868"/>
              <a:gd name="connsiteX11" fmla="*/ 578044 w 3191936"/>
              <a:gd name="connsiteY11" fmla="*/ 210958 h 3258868"/>
              <a:gd name="connsiteX12" fmla="*/ 1172985 w 3191936"/>
              <a:gd name="connsiteY12" fmla="*/ 1477210 h 3258868"/>
              <a:gd name="connsiteX0" fmla="*/ 1172985 w 3191936"/>
              <a:gd name="connsiteY0" fmla="*/ 1477211 h 3258869"/>
              <a:gd name="connsiteX1" fmla="*/ 1299459 w 3191936"/>
              <a:gd name="connsiteY1" fmla="*/ 1408 h 3258869"/>
              <a:gd name="connsiteX2" fmla="*/ 1779673 w 3191936"/>
              <a:gd name="connsiteY2" fmla="*/ 1436509 h 3258869"/>
              <a:gd name="connsiteX3" fmla="*/ 2336908 w 3191936"/>
              <a:gd name="connsiteY3" fmla="*/ 189299 h 3258869"/>
              <a:gd name="connsiteX4" fmla="*/ 2237781 w 3191936"/>
              <a:gd name="connsiteY4" fmla="*/ 1951766 h 3258869"/>
              <a:gd name="connsiteX5" fmla="*/ 3132223 w 3191936"/>
              <a:gd name="connsiteY5" fmla="*/ 1544458 h 3258869"/>
              <a:gd name="connsiteX6" fmla="*/ 2673178 w 3191936"/>
              <a:gd name="connsiteY6" fmla="*/ 2451302 h 3258869"/>
              <a:gd name="connsiteX7" fmla="*/ 1506304 w 3191936"/>
              <a:gd name="connsiteY7" fmla="*/ 3200602 h 3258869"/>
              <a:gd name="connsiteX8" fmla="*/ 299804 w 3191936"/>
              <a:gd name="connsiteY8" fmla="*/ 2219981 h 3258869"/>
              <a:gd name="connsiteX9" fmla="*/ 144504 w 3191936"/>
              <a:gd name="connsiteY9" fmla="*/ 928857 h 3258869"/>
              <a:gd name="connsiteX10" fmla="*/ 636673 w 3191936"/>
              <a:gd name="connsiteY10" fmla="*/ 1690509 h 3258869"/>
              <a:gd name="connsiteX11" fmla="*/ 578044 w 3191936"/>
              <a:gd name="connsiteY11" fmla="*/ 210959 h 3258869"/>
              <a:gd name="connsiteX12" fmla="*/ 1172985 w 3191936"/>
              <a:gd name="connsiteY12" fmla="*/ 1477211 h 3258869"/>
              <a:gd name="connsiteX0" fmla="*/ 1172985 w 3191936"/>
              <a:gd name="connsiteY0" fmla="*/ 1477211 h 3258869"/>
              <a:gd name="connsiteX1" fmla="*/ 1299459 w 3191936"/>
              <a:gd name="connsiteY1" fmla="*/ 1408 h 3258869"/>
              <a:gd name="connsiteX2" fmla="*/ 1779673 w 3191936"/>
              <a:gd name="connsiteY2" fmla="*/ 1436509 h 3258869"/>
              <a:gd name="connsiteX3" fmla="*/ 2336908 w 3191936"/>
              <a:gd name="connsiteY3" fmla="*/ 189299 h 3258869"/>
              <a:gd name="connsiteX4" fmla="*/ 2237781 w 3191936"/>
              <a:gd name="connsiteY4" fmla="*/ 1951766 h 3258869"/>
              <a:gd name="connsiteX5" fmla="*/ 3132223 w 3191936"/>
              <a:gd name="connsiteY5" fmla="*/ 1544458 h 3258869"/>
              <a:gd name="connsiteX6" fmla="*/ 2673178 w 3191936"/>
              <a:gd name="connsiteY6" fmla="*/ 2451302 h 3258869"/>
              <a:gd name="connsiteX7" fmla="*/ 1506304 w 3191936"/>
              <a:gd name="connsiteY7" fmla="*/ 3200602 h 3258869"/>
              <a:gd name="connsiteX8" fmla="*/ 299804 w 3191936"/>
              <a:gd name="connsiteY8" fmla="*/ 2219981 h 3258869"/>
              <a:gd name="connsiteX9" fmla="*/ 144504 w 3191936"/>
              <a:gd name="connsiteY9" fmla="*/ 928857 h 3258869"/>
              <a:gd name="connsiteX10" fmla="*/ 636673 w 3191936"/>
              <a:gd name="connsiteY10" fmla="*/ 1690509 h 3258869"/>
              <a:gd name="connsiteX11" fmla="*/ 578044 w 3191936"/>
              <a:gd name="connsiteY11" fmla="*/ 210959 h 3258869"/>
              <a:gd name="connsiteX12" fmla="*/ 1172985 w 3191936"/>
              <a:gd name="connsiteY12" fmla="*/ 1477211 h 3258869"/>
              <a:gd name="connsiteX0" fmla="*/ 1172985 w 3191936"/>
              <a:gd name="connsiteY0" fmla="*/ 1477211 h 3258869"/>
              <a:gd name="connsiteX1" fmla="*/ 1299459 w 3191936"/>
              <a:gd name="connsiteY1" fmla="*/ 1408 h 3258869"/>
              <a:gd name="connsiteX2" fmla="*/ 1779673 w 3191936"/>
              <a:gd name="connsiteY2" fmla="*/ 1436509 h 3258869"/>
              <a:gd name="connsiteX3" fmla="*/ 2336908 w 3191936"/>
              <a:gd name="connsiteY3" fmla="*/ 189299 h 3258869"/>
              <a:gd name="connsiteX4" fmla="*/ 2237781 w 3191936"/>
              <a:gd name="connsiteY4" fmla="*/ 1951766 h 3258869"/>
              <a:gd name="connsiteX5" fmla="*/ 3132223 w 3191936"/>
              <a:gd name="connsiteY5" fmla="*/ 1544458 h 3258869"/>
              <a:gd name="connsiteX6" fmla="*/ 2673178 w 3191936"/>
              <a:gd name="connsiteY6" fmla="*/ 2451302 h 3258869"/>
              <a:gd name="connsiteX7" fmla="*/ 1506304 w 3191936"/>
              <a:gd name="connsiteY7" fmla="*/ 3200602 h 3258869"/>
              <a:gd name="connsiteX8" fmla="*/ 299804 w 3191936"/>
              <a:gd name="connsiteY8" fmla="*/ 2219981 h 3258869"/>
              <a:gd name="connsiteX9" fmla="*/ 144504 w 3191936"/>
              <a:gd name="connsiteY9" fmla="*/ 928857 h 3258869"/>
              <a:gd name="connsiteX10" fmla="*/ 636673 w 3191936"/>
              <a:gd name="connsiteY10" fmla="*/ 1690509 h 3258869"/>
              <a:gd name="connsiteX11" fmla="*/ 578044 w 3191936"/>
              <a:gd name="connsiteY11" fmla="*/ 210959 h 3258869"/>
              <a:gd name="connsiteX12" fmla="*/ 1172985 w 3191936"/>
              <a:gd name="connsiteY12" fmla="*/ 1477211 h 3258869"/>
              <a:gd name="connsiteX0" fmla="*/ 1172985 w 3191936"/>
              <a:gd name="connsiteY0" fmla="*/ 1477211 h 3258869"/>
              <a:gd name="connsiteX1" fmla="*/ 1299459 w 3191936"/>
              <a:gd name="connsiteY1" fmla="*/ 1408 h 3258869"/>
              <a:gd name="connsiteX2" fmla="*/ 1779673 w 3191936"/>
              <a:gd name="connsiteY2" fmla="*/ 1436509 h 3258869"/>
              <a:gd name="connsiteX3" fmla="*/ 2336908 w 3191936"/>
              <a:gd name="connsiteY3" fmla="*/ 189299 h 3258869"/>
              <a:gd name="connsiteX4" fmla="*/ 2237781 w 3191936"/>
              <a:gd name="connsiteY4" fmla="*/ 1951766 h 3258869"/>
              <a:gd name="connsiteX5" fmla="*/ 3132223 w 3191936"/>
              <a:gd name="connsiteY5" fmla="*/ 1544458 h 3258869"/>
              <a:gd name="connsiteX6" fmla="*/ 2673178 w 3191936"/>
              <a:gd name="connsiteY6" fmla="*/ 2451302 h 3258869"/>
              <a:gd name="connsiteX7" fmla="*/ 1506304 w 3191936"/>
              <a:gd name="connsiteY7" fmla="*/ 3200602 h 3258869"/>
              <a:gd name="connsiteX8" fmla="*/ 299804 w 3191936"/>
              <a:gd name="connsiteY8" fmla="*/ 2219981 h 3258869"/>
              <a:gd name="connsiteX9" fmla="*/ 144504 w 3191936"/>
              <a:gd name="connsiteY9" fmla="*/ 928857 h 3258869"/>
              <a:gd name="connsiteX10" fmla="*/ 636673 w 3191936"/>
              <a:gd name="connsiteY10" fmla="*/ 1690509 h 3258869"/>
              <a:gd name="connsiteX11" fmla="*/ 578044 w 3191936"/>
              <a:gd name="connsiteY11" fmla="*/ 210959 h 3258869"/>
              <a:gd name="connsiteX12" fmla="*/ 1172985 w 3191936"/>
              <a:gd name="connsiteY12" fmla="*/ 1477211 h 3258869"/>
              <a:gd name="connsiteX0" fmla="*/ 1172985 w 3191936"/>
              <a:gd name="connsiteY0" fmla="*/ 1477211 h 3258869"/>
              <a:gd name="connsiteX1" fmla="*/ 1299459 w 3191936"/>
              <a:gd name="connsiteY1" fmla="*/ 1408 h 3258869"/>
              <a:gd name="connsiteX2" fmla="*/ 1779673 w 3191936"/>
              <a:gd name="connsiteY2" fmla="*/ 1436509 h 3258869"/>
              <a:gd name="connsiteX3" fmla="*/ 2336908 w 3191936"/>
              <a:gd name="connsiteY3" fmla="*/ 189299 h 3258869"/>
              <a:gd name="connsiteX4" fmla="*/ 2237781 w 3191936"/>
              <a:gd name="connsiteY4" fmla="*/ 1951766 h 3258869"/>
              <a:gd name="connsiteX5" fmla="*/ 3132223 w 3191936"/>
              <a:gd name="connsiteY5" fmla="*/ 1544458 h 3258869"/>
              <a:gd name="connsiteX6" fmla="*/ 2673178 w 3191936"/>
              <a:gd name="connsiteY6" fmla="*/ 2451302 h 3258869"/>
              <a:gd name="connsiteX7" fmla="*/ 1506304 w 3191936"/>
              <a:gd name="connsiteY7" fmla="*/ 3200602 h 3258869"/>
              <a:gd name="connsiteX8" fmla="*/ 299804 w 3191936"/>
              <a:gd name="connsiteY8" fmla="*/ 2219981 h 3258869"/>
              <a:gd name="connsiteX9" fmla="*/ 144504 w 3191936"/>
              <a:gd name="connsiteY9" fmla="*/ 928857 h 3258869"/>
              <a:gd name="connsiteX10" fmla="*/ 636673 w 3191936"/>
              <a:gd name="connsiteY10" fmla="*/ 1690509 h 3258869"/>
              <a:gd name="connsiteX11" fmla="*/ 578044 w 3191936"/>
              <a:gd name="connsiteY11" fmla="*/ 210959 h 3258869"/>
              <a:gd name="connsiteX12" fmla="*/ 1172985 w 3191936"/>
              <a:gd name="connsiteY12" fmla="*/ 1477211 h 3258869"/>
              <a:gd name="connsiteX0" fmla="*/ 1172985 w 3191936"/>
              <a:gd name="connsiteY0" fmla="*/ 1477211 h 3258869"/>
              <a:gd name="connsiteX1" fmla="*/ 1299459 w 3191936"/>
              <a:gd name="connsiteY1" fmla="*/ 1408 h 3258869"/>
              <a:gd name="connsiteX2" fmla="*/ 1779673 w 3191936"/>
              <a:gd name="connsiteY2" fmla="*/ 1436509 h 3258869"/>
              <a:gd name="connsiteX3" fmla="*/ 2336908 w 3191936"/>
              <a:gd name="connsiteY3" fmla="*/ 189299 h 3258869"/>
              <a:gd name="connsiteX4" fmla="*/ 2237781 w 3191936"/>
              <a:gd name="connsiteY4" fmla="*/ 1951766 h 3258869"/>
              <a:gd name="connsiteX5" fmla="*/ 3132223 w 3191936"/>
              <a:gd name="connsiteY5" fmla="*/ 1544458 h 3258869"/>
              <a:gd name="connsiteX6" fmla="*/ 2673178 w 3191936"/>
              <a:gd name="connsiteY6" fmla="*/ 2451302 h 3258869"/>
              <a:gd name="connsiteX7" fmla="*/ 1506304 w 3191936"/>
              <a:gd name="connsiteY7" fmla="*/ 3200602 h 3258869"/>
              <a:gd name="connsiteX8" fmla="*/ 299804 w 3191936"/>
              <a:gd name="connsiteY8" fmla="*/ 2219981 h 3258869"/>
              <a:gd name="connsiteX9" fmla="*/ 144504 w 3191936"/>
              <a:gd name="connsiteY9" fmla="*/ 928857 h 3258869"/>
              <a:gd name="connsiteX10" fmla="*/ 636673 w 3191936"/>
              <a:gd name="connsiteY10" fmla="*/ 1690509 h 3258869"/>
              <a:gd name="connsiteX11" fmla="*/ 578044 w 3191936"/>
              <a:gd name="connsiteY11" fmla="*/ 210959 h 3258869"/>
              <a:gd name="connsiteX12" fmla="*/ 1172985 w 3191936"/>
              <a:gd name="connsiteY12" fmla="*/ 1477211 h 3258869"/>
              <a:gd name="connsiteX0" fmla="*/ 1172985 w 3191936"/>
              <a:gd name="connsiteY0" fmla="*/ 1497373 h 3279031"/>
              <a:gd name="connsiteX1" fmla="*/ 1360002 w 3191936"/>
              <a:gd name="connsiteY1" fmla="*/ 1389 h 3279031"/>
              <a:gd name="connsiteX2" fmla="*/ 1779673 w 3191936"/>
              <a:gd name="connsiteY2" fmla="*/ 1456671 h 3279031"/>
              <a:gd name="connsiteX3" fmla="*/ 2336908 w 3191936"/>
              <a:gd name="connsiteY3" fmla="*/ 209461 h 3279031"/>
              <a:gd name="connsiteX4" fmla="*/ 2237781 w 3191936"/>
              <a:gd name="connsiteY4" fmla="*/ 1971928 h 3279031"/>
              <a:gd name="connsiteX5" fmla="*/ 3132223 w 3191936"/>
              <a:gd name="connsiteY5" fmla="*/ 1564620 h 3279031"/>
              <a:gd name="connsiteX6" fmla="*/ 2673178 w 3191936"/>
              <a:gd name="connsiteY6" fmla="*/ 2471464 h 3279031"/>
              <a:gd name="connsiteX7" fmla="*/ 1506304 w 3191936"/>
              <a:gd name="connsiteY7" fmla="*/ 3220764 h 3279031"/>
              <a:gd name="connsiteX8" fmla="*/ 299804 w 3191936"/>
              <a:gd name="connsiteY8" fmla="*/ 2240143 h 3279031"/>
              <a:gd name="connsiteX9" fmla="*/ 144504 w 3191936"/>
              <a:gd name="connsiteY9" fmla="*/ 949019 h 3279031"/>
              <a:gd name="connsiteX10" fmla="*/ 636673 w 3191936"/>
              <a:gd name="connsiteY10" fmla="*/ 1710671 h 3279031"/>
              <a:gd name="connsiteX11" fmla="*/ 578044 w 3191936"/>
              <a:gd name="connsiteY11" fmla="*/ 231121 h 3279031"/>
              <a:gd name="connsiteX12" fmla="*/ 1172985 w 3191936"/>
              <a:gd name="connsiteY12" fmla="*/ 1497373 h 3279031"/>
              <a:gd name="connsiteX0" fmla="*/ 1172985 w 3126813"/>
              <a:gd name="connsiteY0" fmla="*/ 1497373 h 3279031"/>
              <a:gd name="connsiteX1" fmla="*/ 1360002 w 3126813"/>
              <a:gd name="connsiteY1" fmla="*/ 1389 h 3279031"/>
              <a:gd name="connsiteX2" fmla="*/ 1779673 w 3126813"/>
              <a:gd name="connsiteY2" fmla="*/ 1456671 h 3279031"/>
              <a:gd name="connsiteX3" fmla="*/ 2336908 w 3126813"/>
              <a:gd name="connsiteY3" fmla="*/ 209461 h 3279031"/>
              <a:gd name="connsiteX4" fmla="*/ 2237781 w 3126813"/>
              <a:gd name="connsiteY4" fmla="*/ 1971928 h 3279031"/>
              <a:gd name="connsiteX5" fmla="*/ 3061590 w 3126813"/>
              <a:gd name="connsiteY5" fmla="*/ 1514168 h 3279031"/>
              <a:gd name="connsiteX6" fmla="*/ 2673178 w 3126813"/>
              <a:gd name="connsiteY6" fmla="*/ 2471464 h 3279031"/>
              <a:gd name="connsiteX7" fmla="*/ 1506304 w 3126813"/>
              <a:gd name="connsiteY7" fmla="*/ 3220764 h 3279031"/>
              <a:gd name="connsiteX8" fmla="*/ 299804 w 3126813"/>
              <a:gd name="connsiteY8" fmla="*/ 2240143 h 3279031"/>
              <a:gd name="connsiteX9" fmla="*/ 144504 w 3126813"/>
              <a:gd name="connsiteY9" fmla="*/ 949019 h 3279031"/>
              <a:gd name="connsiteX10" fmla="*/ 636673 w 3126813"/>
              <a:gd name="connsiteY10" fmla="*/ 1710671 h 3279031"/>
              <a:gd name="connsiteX11" fmla="*/ 578044 w 3126813"/>
              <a:gd name="connsiteY11" fmla="*/ 231121 h 3279031"/>
              <a:gd name="connsiteX12" fmla="*/ 1172985 w 3126813"/>
              <a:gd name="connsiteY12" fmla="*/ 1497373 h 3279031"/>
              <a:gd name="connsiteX0" fmla="*/ 1172985 w 3126813"/>
              <a:gd name="connsiteY0" fmla="*/ 1497373 h 3279031"/>
              <a:gd name="connsiteX1" fmla="*/ 1360002 w 3126813"/>
              <a:gd name="connsiteY1" fmla="*/ 1389 h 3279031"/>
              <a:gd name="connsiteX2" fmla="*/ 1779673 w 3126813"/>
              <a:gd name="connsiteY2" fmla="*/ 1456671 h 3279031"/>
              <a:gd name="connsiteX3" fmla="*/ 2336908 w 3126813"/>
              <a:gd name="connsiteY3" fmla="*/ 209461 h 3279031"/>
              <a:gd name="connsiteX4" fmla="*/ 2237781 w 3126813"/>
              <a:gd name="connsiteY4" fmla="*/ 1971928 h 3279031"/>
              <a:gd name="connsiteX5" fmla="*/ 3061590 w 3126813"/>
              <a:gd name="connsiteY5" fmla="*/ 1514168 h 3279031"/>
              <a:gd name="connsiteX6" fmla="*/ 2673178 w 3126813"/>
              <a:gd name="connsiteY6" fmla="*/ 2471464 h 3279031"/>
              <a:gd name="connsiteX7" fmla="*/ 1506304 w 3126813"/>
              <a:gd name="connsiteY7" fmla="*/ 3220764 h 3279031"/>
              <a:gd name="connsiteX8" fmla="*/ 299804 w 3126813"/>
              <a:gd name="connsiteY8" fmla="*/ 2240143 h 3279031"/>
              <a:gd name="connsiteX9" fmla="*/ 144504 w 3126813"/>
              <a:gd name="connsiteY9" fmla="*/ 949019 h 3279031"/>
              <a:gd name="connsiteX10" fmla="*/ 636673 w 3126813"/>
              <a:gd name="connsiteY10" fmla="*/ 1710671 h 3279031"/>
              <a:gd name="connsiteX11" fmla="*/ 578044 w 3126813"/>
              <a:gd name="connsiteY11" fmla="*/ 231121 h 3279031"/>
              <a:gd name="connsiteX12" fmla="*/ 1172985 w 3126813"/>
              <a:gd name="connsiteY12" fmla="*/ 1497373 h 3279031"/>
              <a:gd name="connsiteX0" fmla="*/ 1172985 w 3126813"/>
              <a:gd name="connsiteY0" fmla="*/ 1497373 h 3279031"/>
              <a:gd name="connsiteX1" fmla="*/ 1360002 w 3126813"/>
              <a:gd name="connsiteY1" fmla="*/ 1389 h 3279031"/>
              <a:gd name="connsiteX2" fmla="*/ 1779673 w 3126813"/>
              <a:gd name="connsiteY2" fmla="*/ 1456671 h 3279031"/>
              <a:gd name="connsiteX3" fmla="*/ 2336908 w 3126813"/>
              <a:gd name="connsiteY3" fmla="*/ 209461 h 3279031"/>
              <a:gd name="connsiteX4" fmla="*/ 2237781 w 3126813"/>
              <a:gd name="connsiteY4" fmla="*/ 1971928 h 3279031"/>
              <a:gd name="connsiteX5" fmla="*/ 3061590 w 3126813"/>
              <a:gd name="connsiteY5" fmla="*/ 1514168 h 3279031"/>
              <a:gd name="connsiteX6" fmla="*/ 2673178 w 3126813"/>
              <a:gd name="connsiteY6" fmla="*/ 2471464 h 3279031"/>
              <a:gd name="connsiteX7" fmla="*/ 1506304 w 3126813"/>
              <a:gd name="connsiteY7" fmla="*/ 3220764 h 3279031"/>
              <a:gd name="connsiteX8" fmla="*/ 299804 w 3126813"/>
              <a:gd name="connsiteY8" fmla="*/ 2240143 h 3279031"/>
              <a:gd name="connsiteX9" fmla="*/ 144504 w 3126813"/>
              <a:gd name="connsiteY9" fmla="*/ 949019 h 3279031"/>
              <a:gd name="connsiteX10" fmla="*/ 636673 w 3126813"/>
              <a:gd name="connsiteY10" fmla="*/ 1710671 h 3279031"/>
              <a:gd name="connsiteX11" fmla="*/ 578044 w 3126813"/>
              <a:gd name="connsiteY11" fmla="*/ 231121 h 3279031"/>
              <a:gd name="connsiteX12" fmla="*/ 1172985 w 3126813"/>
              <a:gd name="connsiteY12" fmla="*/ 1497373 h 3279031"/>
              <a:gd name="connsiteX0" fmla="*/ 1172985 w 3126813"/>
              <a:gd name="connsiteY0" fmla="*/ 1497373 h 3279031"/>
              <a:gd name="connsiteX1" fmla="*/ 1360002 w 3126813"/>
              <a:gd name="connsiteY1" fmla="*/ 1389 h 3279031"/>
              <a:gd name="connsiteX2" fmla="*/ 1779673 w 3126813"/>
              <a:gd name="connsiteY2" fmla="*/ 1456671 h 3279031"/>
              <a:gd name="connsiteX3" fmla="*/ 2336908 w 3126813"/>
              <a:gd name="connsiteY3" fmla="*/ 209461 h 3279031"/>
              <a:gd name="connsiteX4" fmla="*/ 2237781 w 3126813"/>
              <a:gd name="connsiteY4" fmla="*/ 1971928 h 3279031"/>
              <a:gd name="connsiteX5" fmla="*/ 3061590 w 3126813"/>
              <a:gd name="connsiteY5" fmla="*/ 1514168 h 3279031"/>
              <a:gd name="connsiteX6" fmla="*/ 2673178 w 3126813"/>
              <a:gd name="connsiteY6" fmla="*/ 2471464 h 3279031"/>
              <a:gd name="connsiteX7" fmla="*/ 1506304 w 3126813"/>
              <a:gd name="connsiteY7" fmla="*/ 3220764 h 3279031"/>
              <a:gd name="connsiteX8" fmla="*/ 299804 w 3126813"/>
              <a:gd name="connsiteY8" fmla="*/ 2240143 h 3279031"/>
              <a:gd name="connsiteX9" fmla="*/ 144504 w 3126813"/>
              <a:gd name="connsiteY9" fmla="*/ 949019 h 3279031"/>
              <a:gd name="connsiteX10" fmla="*/ 636673 w 3126813"/>
              <a:gd name="connsiteY10" fmla="*/ 1710671 h 3279031"/>
              <a:gd name="connsiteX11" fmla="*/ 578044 w 3126813"/>
              <a:gd name="connsiteY11" fmla="*/ 231121 h 3279031"/>
              <a:gd name="connsiteX12" fmla="*/ 1172985 w 3126813"/>
              <a:gd name="connsiteY12" fmla="*/ 1497373 h 3279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26813" h="3279031">
                <a:moveTo>
                  <a:pt x="1172985" y="1497373"/>
                </a:moveTo>
                <a:cubicBezTo>
                  <a:pt x="1218199" y="1444668"/>
                  <a:pt x="801688" y="10644"/>
                  <a:pt x="1360002" y="1389"/>
                </a:cubicBezTo>
                <a:cubicBezTo>
                  <a:pt x="1910697" y="-51115"/>
                  <a:pt x="1709900" y="1401638"/>
                  <a:pt x="1779673" y="1456671"/>
                </a:cubicBezTo>
                <a:cubicBezTo>
                  <a:pt x="1784170" y="1392672"/>
                  <a:pt x="1783460" y="28758"/>
                  <a:pt x="2336908" y="209461"/>
                </a:cubicBezTo>
                <a:cubicBezTo>
                  <a:pt x="2844636" y="405404"/>
                  <a:pt x="2045164" y="2015320"/>
                  <a:pt x="2237781" y="1971928"/>
                </a:cubicBezTo>
                <a:cubicBezTo>
                  <a:pt x="2501244" y="1759404"/>
                  <a:pt x="2874724" y="1291212"/>
                  <a:pt x="3061590" y="1514168"/>
                </a:cubicBezTo>
                <a:cubicBezTo>
                  <a:pt x="3318306" y="1819674"/>
                  <a:pt x="2738848" y="2291748"/>
                  <a:pt x="2673178" y="2471464"/>
                </a:cubicBezTo>
                <a:cubicBezTo>
                  <a:pt x="2395799" y="3050221"/>
                  <a:pt x="2149262" y="3430314"/>
                  <a:pt x="1506304" y="3220764"/>
                </a:cubicBezTo>
                <a:cubicBezTo>
                  <a:pt x="852254" y="3359557"/>
                  <a:pt x="519514" y="3141480"/>
                  <a:pt x="299804" y="2240143"/>
                </a:cubicBezTo>
                <a:cubicBezTo>
                  <a:pt x="201432" y="2012803"/>
                  <a:pt x="-216864" y="1088276"/>
                  <a:pt x="144504" y="949019"/>
                </a:cubicBezTo>
                <a:cubicBezTo>
                  <a:pt x="582072" y="695462"/>
                  <a:pt x="621857" y="1981604"/>
                  <a:pt x="636673" y="1710671"/>
                </a:cubicBezTo>
                <a:cubicBezTo>
                  <a:pt x="651489" y="1439738"/>
                  <a:pt x="119935" y="365096"/>
                  <a:pt x="578044" y="231121"/>
                </a:cubicBezTo>
                <a:cubicBezTo>
                  <a:pt x="1080867" y="20754"/>
                  <a:pt x="1108223" y="1505275"/>
                  <a:pt x="1172985" y="149737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3">
            <a:extLst>
              <a:ext uri="{FF2B5EF4-FFF2-40B4-BE49-F238E27FC236}">
                <a16:creationId xmlns:a16="http://schemas.microsoft.com/office/drawing/2014/main" id="{A0EF22F0-DBB9-4C67-A7E5-15849A64A9A2}"/>
              </a:ext>
            </a:extLst>
          </p:cNvPr>
          <p:cNvSpPr/>
          <p:nvPr/>
        </p:nvSpPr>
        <p:spPr>
          <a:xfrm flipH="1">
            <a:off x="9089475" y="5718295"/>
            <a:ext cx="1342702" cy="1408067"/>
          </a:xfrm>
          <a:custGeom>
            <a:avLst/>
            <a:gdLst>
              <a:gd name="connsiteX0" fmla="*/ 0 w 1605024"/>
              <a:gd name="connsiteY0" fmla="*/ 0 h 1291771"/>
              <a:gd name="connsiteX1" fmla="*/ 1605024 w 1605024"/>
              <a:gd name="connsiteY1" fmla="*/ 0 h 1291771"/>
              <a:gd name="connsiteX2" fmla="*/ 1605024 w 1605024"/>
              <a:gd name="connsiteY2" fmla="*/ 1291771 h 1291771"/>
              <a:gd name="connsiteX3" fmla="*/ 0 w 1605024"/>
              <a:gd name="connsiteY3" fmla="*/ 1291771 h 1291771"/>
              <a:gd name="connsiteX4" fmla="*/ 0 w 1605024"/>
              <a:gd name="connsiteY4" fmla="*/ 0 h 1291771"/>
              <a:gd name="connsiteX0" fmla="*/ 0 w 1605024"/>
              <a:gd name="connsiteY0" fmla="*/ 0 h 1367971"/>
              <a:gd name="connsiteX1" fmla="*/ 1605024 w 1605024"/>
              <a:gd name="connsiteY1" fmla="*/ 0 h 1367971"/>
              <a:gd name="connsiteX2" fmla="*/ 1605024 w 1605024"/>
              <a:gd name="connsiteY2" fmla="*/ 1291771 h 1367971"/>
              <a:gd name="connsiteX3" fmla="*/ 755650 w 1605024"/>
              <a:gd name="connsiteY3" fmla="*/ 1367971 h 1367971"/>
              <a:gd name="connsiteX4" fmla="*/ 0 w 1605024"/>
              <a:gd name="connsiteY4" fmla="*/ 0 h 1367971"/>
              <a:gd name="connsiteX0" fmla="*/ 0 w 1738374"/>
              <a:gd name="connsiteY0" fmla="*/ 0 h 1590221"/>
              <a:gd name="connsiteX1" fmla="*/ 1738374 w 1738374"/>
              <a:gd name="connsiteY1" fmla="*/ 222250 h 1590221"/>
              <a:gd name="connsiteX2" fmla="*/ 1738374 w 1738374"/>
              <a:gd name="connsiteY2" fmla="*/ 1514021 h 1590221"/>
              <a:gd name="connsiteX3" fmla="*/ 889000 w 1738374"/>
              <a:gd name="connsiteY3" fmla="*/ 1590221 h 1590221"/>
              <a:gd name="connsiteX4" fmla="*/ 0 w 1738374"/>
              <a:gd name="connsiteY4" fmla="*/ 0 h 1590221"/>
              <a:gd name="connsiteX0" fmla="*/ 0 w 1916174"/>
              <a:gd name="connsiteY0" fmla="*/ 0 h 1507671"/>
              <a:gd name="connsiteX1" fmla="*/ 1916174 w 1916174"/>
              <a:gd name="connsiteY1" fmla="*/ 139700 h 1507671"/>
              <a:gd name="connsiteX2" fmla="*/ 1916174 w 1916174"/>
              <a:gd name="connsiteY2" fmla="*/ 1431471 h 1507671"/>
              <a:gd name="connsiteX3" fmla="*/ 1066800 w 1916174"/>
              <a:gd name="connsiteY3" fmla="*/ 1507671 h 1507671"/>
              <a:gd name="connsiteX4" fmla="*/ 0 w 1916174"/>
              <a:gd name="connsiteY4" fmla="*/ 0 h 1507671"/>
              <a:gd name="connsiteX0" fmla="*/ 0 w 1973324"/>
              <a:gd name="connsiteY0" fmla="*/ 165100 h 1367971"/>
              <a:gd name="connsiteX1" fmla="*/ 1973324 w 1973324"/>
              <a:gd name="connsiteY1" fmla="*/ 0 h 1367971"/>
              <a:gd name="connsiteX2" fmla="*/ 1973324 w 1973324"/>
              <a:gd name="connsiteY2" fmla="*/ 1291771 h 1367971"/>
              <a:gd name="connsiteX3" fmla="*/ 1123950 w 1973324"/>
              <a:gd name="connsiteY3" fmla="*/ 1367971 h 1367971"/>
              <a:gd name="connsiteX4" fmla="*/ 0 w 1973324"/>
              <a:gd name="connsiteY4" fmla="*/ 165100 h 1367971"/>
              <a:gd name="connsiteX0" fmla="*/ 0 w 1973324"/>
              <a:gd name="connsiteY0" fmla="*/ 165100 h 1367971"/>
              <a:gd name="connsiteX1" fmla="*/ 1973324 w 1973324"/>
              <a:gd name="connsiteY1" fmla="*/ 0 h 1367971"/>
              <a:gd name="connsiteX2" fmla="*/ 1973324 w 1973324"/>
              <a:gd name="connsiteY2" fmla="*/ 1291771 h 1367971"/>
              <a:gd name="connsiteX3" fmla="*/ 1123950 w 1973324"/>
              <a:gd name="connsiteY3" fmla="*/ 1367971 h 1367971"/>
              <a:gd name="connsiteX4" fmla="*/ 0 w 1973324"/>
              <a:gd name="connsiteY4" fmla="*/ 165100 h 1367971"/>
              <a:gd name="connsiteX0" fmla="*/ 0 w 1973324"/>
              <a:gd name="connsiteY0" fmla="*/ 165100 h 1404155"/>
              <a:gd name="connsiteX1" fmla="*/ 1973324 w 1973324"/>
              <a:gd name="connsiteY1" fmla="*/ 0 h 1404155"/>
              <a:gd name="connsiteX2" fmla="*/ 1973324 w 1973324"/>
              <a:gd name="connsiteY2" fmla="*/ 1291771 h 1404155"/>
              <a:gd name="connsiteX3" fmla="*/ 1123950 w 1973324"/>
              <a:gd name="connsiteY3" fmla="*/ 1367971 h 1404155"/>
              <a:gd name="connsiteX4" fmla="*/ 0 w 1973324"/>
              <a:gd name="connsiteY4" fmla="*/ 165100 h 1404155"/>
              <a:gd name="connsiteX0" fmla="*/ 0 w 1884424"/>
              <a:gd name="connsiteY0" fmla="*/ 177800 h 1405507"/>
              <a:gd name="connsiteX1" fmla="*/ 1884424 w 1884424"/>
              <a:gd name="connsiteY1" fmla="*/ 0 h 1405507"/>
              <a:gd name="connsiteX2" fmla="*/ 1884424 w 1884424"/>
              <a:gd name="connsiteY2" fmla="*/ 1291771 h 1405507"/>
              <a:gd name="connsiteX3" fmla="*/ 1035050 w 1884424"/>
              <a:gd name="connsiteY3" fmla="*/ 1367971 h 1405507"/>
              <a:gd name="connsiteX4" fmla="*/ 0 w 1884424"/>
              <a:gd name="connsiteY4" fmla="*/ 177800 h 1405507"/>
              <a:gd name="connsiteX0" fmla="*/ 0 w 2163824"/>
              <a:gd name="connsiteY0" fmla="*/ 177800 h 1405507"/>
              <a:gd name="connsiteX1" fmla="*/ 1884424 w 2163824"/>
              <a:gd name="connsiteY1" fmla="*/ 0 h 1405507"/>
              <a:gd name="connsiteX2" fmla="*/ 2163824 w 2163824"/>
              <a:gd name="connsiteY2" fmla="*/ 53521 h 1405507"/>
              <a:gd name="connsiteX3" fmla="*/ 1035050 w 2163824"/>
              <a:gd name="connsiteY3" fmla="*/ 1367971 h 1405507"/>
              <a:gd name="connsiteX4" fmla="*/ 0 w 2163824"/>
              <a:gd name="connsiteY4" fmla="*/ 177800 h 1405507"/>
              <a:gd name="connsiteX0" fmla="*/ 0 w 2163824"/>
              <a:gd name="connsiteY0" fmla="*/ 476250 h 1703957"/>
              <a:gd name="connsiteX1" fmla="*/ 1439924 w 2163824"/>
              <a:gd name="connsiteY1" fmla="*/ 0 h 1703957"/>
              <a:gd name="connsiteX2" fmla="*/ 2163824 w 2163824"/>
              <a:gd name="connsiteY2" fmla="*/ 351971 h 1703957"/>
              <a:gd name="connsiteX3" fmla="*/ 1035050 w 2163824"/>
              <a:gd name="connsiteY3" fmla="*/ 1666421 h 1703957"/>
              <a:gd name="connsiteX4" fmla="*/ 0 w 2163824"/>
              <a:gd name="connsiteY4" fmla="*/ 476250 h 1703957"/>
              <a:gd name="connsiteX0" fmla="*/ 0 w 2265056"/>
              <a:gd name="connsiteY0" fmla="*/ 476250 h 1703957"/>
              <a:gd name="connsiteX1" fmla="*/ 1439924 w 2265056"/>
              <a:gd name="connsiteY1" fmla="*/ 0 h 1703957"/>
              <a:gd name="connsiteX2" fmla="*/ 2163824 w 2265056"/>
              <a:gd name="connsiteY2" fmla="*/ 351971 h 1703957"/>
              <a:gd name="connsiteX3" fmla="*/ 1035050 w 2265056"/>
              <a:gd name="connsiteY3" fmla="*/ 1666421 h 1703957"/>
              <a:gd name="connsiteX4" fmla="*/ 0 w 2265056"/>
              <a:gd name="connsiteY4" fmla="*/ 476250 h 1703957"/>
              <a:gd name="connsiteX0" fmla="*/ 0 w 2229476"/>
              <a:gd name="connsiteY0" fmla="*/ 476250 h 1703957"/>
              <a:gd name="connsiteX1" fmla="*/ 1439924 w 2229476"/>
              <a:gd name="connsiteY1" fmla="*/ 0 h 1703957"/>
              <a:gd name="connsiteX2" fmla="*/ 2125724 w 2229476"/>
              <a:gd name="connsiteY2" fmla="*/ 383721 h 1703957"/>
              <a:gd name="connsiteX3" fmla="*/ 1035050 w 2229476"/>
              <a:gd name="connsiteY3" fmla="*/ 1666421 h 1703957"/>
              <a:gd name="connsiteX4" fmla="*/ 0 w 2229476"/>
              <a:gd name="connsiteY4" fmla="*/ 476250 h 1703957"/>
              <a:gd name="connsiteX0" fmla="*/ 0 w 2253564"/>
              <a:gd name="connsiteY0" fmla="*/ 476250 h 1703957"/>
              <a:gd name="connsiteX1" fmla="*/ 1439924 w 2253564"/>
              <a:gd name="connsiteY1" fmla="*/ 0 h 1703957"/>
              <a:gd name="connsiteX2" fmla="*/ 2125724 w 2253564"/>
              <a:gd name="connsiteY2" fmla="*/ 383721 h 1703957"/>
              <a:gd name="connsiteX3" fmla="*/ 1035050 w 2253564"/>
              <a:gd name="connsiteY3" fmla="*/ 1666421 h 1703957"/>
              <a:gd name="connsiteX4" fmla="*/ 0 w 2253564"/>
              <a:gd name="connsiteY4" fmla="*/ 476250 h 1703957"/>
              <a:gd name="connsiteX0" fmla="*/ 0 w 2269349"/>
              <a:gd name="connsiteY0" fmla="*/ 476250 h 1703957"/>
              <a:gd name="connsiteX1" fmla="*/ 1439924 w 2269349"/>
              <a:gd name="connsiteY1" fmla="*/ 0 h 1703957"/>
              <a:gd name="connsiteX2" fmla="*/ 2125724 w 2269349"/>
              <a:gd name="connsiteY2" fmla="*/ 383721 h 1703957"/>
              <a:gd name="connsiteX3" fmla="*/ 1035050 w 2269349"/>
              <a:gd name="connsiteY3" fmla="*/ 1666421 h 1703957"/>
              <a:gd name="connsiteX4" fmla="*/ 0 w 2269349"/>
              <a:gd name="connsiteY4" fmla="*/ 476250 h 1703957"/>
              <a:gd name="connsiteX0" fmla="*/ 0 w 2270484"/>
              <a:gd name="connsiteY0" fmla="*/ 476250 h 1703957"/>
              <a:gd name="connsiteX1" fmla="*/ 1439924 w 2270484"/>
              <a:gd name="connsiteY1" fmla="*/ 0 h 1703957"/>
              <a:gd name="connsiteX2" fmla="*/ 2125724 w 2270484"/>
              <a:gd name="connsiteY2" fmla="*/ 383721 h 1703957"/>
              <a:gd name="connsiteX3" fmla="*/ 1035050 w 2270484"/>
              <a:gd name="connsiteY3" fmla="*/ 1666421 h 1703957"/>
              <a:gd name="connsiteX4" fmla="*/ 0 w 2270484"/>
              <a:gd name="connsiteY4" fmla="*/ 476250 h 1703957"/>
              <a:gd name="connsiteX0" fmla="*/ 0 w 2235347"/>
              <a:gd name="connsiteY0" fmla="*/ 476250 h 1703957"/>
              <a:gd name="connsiteX1" fmla="*/ 1439924 w 2235347"/>
              <a:gd name="connsiteY1" fmla="*/ 0 h 1703957"/>
              <a:gd name="connsiteX2" fmla="*/ 2125724 w 2235347"/>
              <a:gd name="connsiteY2" fmla="*/ 383721 h 1703957"/>
              <a:gd name="connsiteX3" fmla="*/ 1035050 w 2235347"/>
              <a:gd name="connsiteY3" fmla="*/ 1666421 h 1703957"/>
              <a:gd name="connsiteX4" fmla="*/ 0 w 2235347"/>
              <a:gd name="connsiteY4" fmla="*/ 476250 h 1703957"/>
              <a:gd name="connsiteX0" fmla="*/ 0 w 2242645"/>
              <a:gd name="connsiteY0" fmla="*/ 476250 h 1692679"/>
              <a:gd name="connsiteX1" fmla="*/ 1439924 w 2242645"/>
              <a:gd name="connsiteY1" fmla="*/ 0 h 1692679"/>
              <a:gd name="connsiteX2" fmla="*/ 2125724 w 2242645"/>
              <a:gd name="connsiteY2" fmla="*/ 383721 h 1692679"/>
              <a:gd name="connsiteX3" fmla="*/ 1117600 w 2242645"/>
              <a:gd name="connsiteY3" fmla="*/ 1653721 h 1692679"/>
              <a:gd name="connsiteX4" fmla="*/ 0 w 2242645"/>
              <a:gd name="connsiteY4" fmla="*/ 476250 h 1692679"/>
              <a:gd name="connsiteX0" fmla="*/ 0 w 2244896"/>
              <a:gd name="connsiteY0" fmla="*/ 476250 h 1692679"/>
              <a:gd name="connsiteX1" fmla="*/ 1439924 w 2244896"/>
              <a:gd name="connsiteY1" fmla="*/ 0 h 1692679"/>
              <a:gd name="connsiteX2" fmla="*/ 2125724 w 2244896"/>
              <a:gd name="connsiteY2" fmla="*/ 383721 h 1692679"/>
              <a:gd name="connsiteX3" fmla="*/ 1117600 w 2244896"/>
              <a:gd name="connsiteY3" fmla="*/ 1653721 h 1692679"/>
              <a:gd name="connsiteX4" fmla="*/ 0 w 2244896"/>
              <a:gd name="connsiteY4" fmla="*/ 476250 h 1692679"/>
              <a:gd name="connsiteX0" fmla="*/ 0 w 2244896"/>
              <a:gd name="connsiteY0" fmla="*/ 476250 h 1705344"/>
              <a:gd name="connsiteX1" fmla="*/ 1439924 w 2244896"/>
              <a:gd name="connsiteY1" fmla="*/ 0 h 1705344"/>
              <a:gd name="connsiteX2" fmla="*/ 2125724 w 2244896"/>
              <a:gd name="connsiteY2" fmla="*/ 383721 h 1705344"/>
              <a:gd name="connsiteX3" fmla="*/ 1117600 w 2244896"/>
              <a:gd name="connsiteY3" fmla="*/ 1653721 h 1705344"/>
              <a:gd name="connsiteX4" fmla="*/ 0 w 2244896"/>
              <a:gd name="connsiteY4" fmla="*/ 476250 h 1705344"/>
              <a:gd name="connsiteX0" fmla="*/ 0 w 2235381"/>
              <a:gd name="connsiteY0" fmla="*/ 476250 h 1705344"/>
              <a:gd name="connsiteX1" fmla="*/ 1439924 w 2235381"/>
              <a:gd name="connsiteY1" fmla="*/ 0 h 1705344"/>
              <a:gd name="connsiteX2" fmla="*/ 2125724 w 2235381"/>
              <a:gd name="connsiteY2" fmla="*/ 383721 h 1705344"/>
              <a:gd name="connsiteX3" fmla="*/ 1117600 w 2235381"/>
              <a:gd name="connsiteY3" fmla="*/ 1653721 h 1705344"/>
              <a:gd name="connsiteX4" fmla="*/ 0 w 2235381"/>
              <a:gd name="connsiteY4" fmla="*/ 476250 h 1705344"/>
              <a:gd name="connsiteX0" fmla="*/ 0 w 2238182"/>
              <a:gd name="connsiteY0" fmla="*/ 476250 h 1705344"/>
              <a:gd name="connsiteX1" fmla="*/ 1439924 w 2238182"/>
              <a:gd name="connsiteY1" fmla="*/ 0 h 1705344"/>
              <a:gd name="connsiteX2" fmla="*/ 2125724 w 2238182"/>
              <a:gd name="connsiteY2" fmla="*/ 383721 h 1705344"/>
              <a:gd name="connsiteX3" fmla="*/ 1117600 w 2238182"/>
              <a:gd name="connsiteY3" fmla="*/ 1653721 h 1705344"/>
              <a:gd name="connsiteX4" fmla="*/ 0 w 2238182"/>
              <a:gd name="connsiteY4" fmla="*/ 476250 h 1705344"/>
              <a:gd name="connsiteX0" fmla="*/ 0 w 2238182"/>
              <a:gd name="connsiteY0" fmla="*/ 355600 h 1584694"/>
              <a:gd name="connsiteX1" fmla="*/ 1262124 w 2238182"/>
              <a:gd name="connsiteY1" fmla="*/ 0 h 1584694"/>
              <a:gd name="connsiteX2" fmla="*/ 2125724 w 2238182"/>
              <a:gd name="connsiteY2" fmla="*/ 263071 h 1584694"/>
              <a:gd name="connsiteX3" fmla="*/ 1117600 w 2238182"/>
              <a:gd name="connsiteY3" fmla="*/ 1533071 h 1584694"/>
              <a:gd name="connsiteX4" fmla="*/ 0 w 2238182"/>
              <a:gd name="connsiteY4" fmla="*/ 355600 h 1584694"/>
              <a:gd name="connsiteX0" fmla="*/ 0 w 2238182"/>
              <a:gd name="connsiteY0" fmla="*/ 432868 h 1661962"/>
              <a:gd name="connsiteX1" fmla="*/ 1262124 w 2238182"/>
              <a:gd name="connsiteY1" fmla="*/ 77268 h 1661962"/>
              <a:gd name="connsiteX2" fmla="*/ 2125724 w 2238182"/>
              <a:gd name="connsiteY2" fmla="*/ 340339 h 1661962"/>
              <a:gd name="connsiteX3" fmla="*/ 1117600 w 2238182"/>
              <a:gd name="connsiteY3" fmla="*/ 1610339 h 1661962"/>
              <a:gd name="connsiteX4" fmla="*/ 0 w 2238182"/>
              <a:gd name="connsiteY4" fmla="*/ 432868 h 1661962"/>
              <a:gd name="connsiteX0" fmla="*/ 0 w 2238182"/>
              <a:gd name="connsiteY0" fmla="*/ 378238 h 1607332"/>
              <a:gd name="connsiteX1" fmla="*/ 1274824 w 2238182"/>
              <a:gd name="connsiteY1" fmla="*/ 86138 h 1607332"/>
              <a:gd name="connsiteX2" fmla="*/ 2125724 w 2238182"/>
              <a:gd name="connsiteY2" fmla="*/ 285709 h 1607332"/>
              <a:gd name="connsiteX3" fmla="*/ 1117600 w 2238182"/>
              <a:gd name="connsiteY3" fmla="*/ 1555709 h 1607332"/>
              <a:gd name="connsiteX4" fmla="*/ 0 w 2238182"/>
              <a:gd name="connsiteY4" fmla="*/ 378238 h 1607332"/>
              <a:gd name="connsiteX0" fmla="*/ 0 w 2238182"/>
              <a:gd name="connsiteY0" fmla="*/ 376494 h 1605588"/>
              <a:gd name="connsiteX1" fmla="*/ 1274824 w 2238182"/>
              <a:gd name="connsiteY1" fmla="*/ 84394 h 1605588"/>
              <a:gd name="connsiteX2" fmla="*/ 2125724 w 2238182"/>
              <a:gd name="connsiteY2" fmla="*/ 283965 h 1605588"/>
              <a:gd name="connsiteX3" fmla="*/ 1117600 w 2238182"/>
              <a:gd name="connsiteY3" fmla="*/ 1553965 h 1605588"/>
              <a:gd name="connsiteX4" fmla="*/ 0 w 2238182"/>
              <a:gd name="connsiteY4" fmla="*/ 376494 h 1605588"/>
              <a:gd name="connsiteX0" fmla="*/ 0 w 2238182"/>
              <a:gd name="connsiteY0" fmla="*/ 376494 h 1605588"/>
              <a:gd name="connsiteX1" fmla="*/ 1683441 w 2238182"/>
              <a:gd name="connsiteY1" fmla="*/ 537964 h 1605588"/>
              <a:gd name="connsiteX2" fmla="*/ 1274824 w 2238182"/>
              <a:gd name="connsiteY2" fmla="*/ 84394 h 1605588"/>
              <a:gd name="connsiteX3" fmla="*/ 2125724 w 2238182"/>
              <a:gd name="connsiteY3" fmla="*/ 283965 h 1605588"/>
              <a:gd name="connsiteX4" fmla="*/ 1117600 w 2238182"/>
              <a:gd name="connsiteY4" fmla="*/ 1553965 h 1605588"/>
              <a:gd name="connsiteX5" fmla="*/ 0 w 2238182"/>
              <a:gd name="connsiteY5" fmla="*/ 376494 h 1605588"/>
              <a:gd name="connsiteX0" fmla="*/ 0 w 2238182"/>
              <a:gd name="connsiteY0" fmla="*/ 376494 h 1605588"/>
              <a:gd name="connsiteX1" fmla="*/ 1283391 w 2238182"/>
              <a:gd name="connsiteY1" fmla="*/ 1077714 h 1605588"/>
              <a:gd name="connsiteX2" fmla="*/ 1683441 w 2238182"/>
              <a:gd name="connsiteY2" fmla="*/ 537964 h 1605588"/>
              <a:gd name="connsiteX3" fmla="*/ 1274824 w 2238182"/>
              <a:gd name="connsiteY3" fmla="*/ 84394 h 1605588"/>
              <a:gd name="connsiteX4" fmla="*/ 2125724 w 2238182"/>
              <a:gd name="connsiteY4" fmla="*/ 283965 h 1605588"/>
              <a:gd name="connsiteX5" fmla="*/ 1117600 w 2238182"/>
              <a:gd name="connsiteY5" fmla="*/ 1553965 h 1605588"/>
              <a:gd name="connsiteX6" fmla="*/ 0 w 2238182"/>
              <a:gd name="connsiteY6" fmla="*/ 376494 h 1605588"/>
              <a:gd name="connsiteX0" fmla="*/ 0 w 2238182"/>
              <a:gd name="connsiteY0" fmla="*/ 376494 h 1605588"/>
              <a:gd name="connsiteX1" fmla="*/ 1283391 w 2238182"/>
              <a:gd name="connsiteY1" fmla="*/ 1077714 h 1605588"/>
              <a:gd name="connsiteX2" fmla="*/ 1683441 w 2238182"/>
              <a:gd name="connsiteY2" fmla="*/ 537964 h 1605588"/>
              <a:gd name="connsiteX3" fmla="*/ 1274824 w 2238182"/>
              <a:gd name="connsiteY3" fmla="*/ 84394 h 1605588"/>
              <a:gd name="connsiteX4" fmla="*/ 2125724 w 2238182"/>
              <a:gd name="connsiteY4" fmla="*/ 283965 h 1605588"/>
              <a:gd name="connsiteX5" fmla="*/ 1117600 w 2238182"/>
              <a:gd name="connsiteY5" fmla="*/ 1553965 h 1605588"/>
              <a:gd name="connsiteX6" fmla="*/ 0 w 2238182"/>
              <a:gd name="connsiteY6" fmla="*/ 376494 h 1605588"/>
              <a:gd name="connsiteX0" fmla="*/ 0 w 2238182"/>
              <a:gd name="connsiteY0" fmla="*/ 376494 h 1605588"/>
              <a:gd name="connsiteX1" fmla="*/ 1283391 w 2238182"/>
              <a:gd name="connsiteY1" fmla="*/ 1077714 h 1605588"/>
              <a:gd name="connsiteX2" fmla="*/ 1683441 w 2238182"/>
              <a:gd name="connsiteY2" fmla="*/ 537964 h 1605588"/>
              <a:gd name="connsiteX3" fmla="*/ 1274824 w 2238182"/>
              <a:gd name="connsiteY3" fmla="*/ 84394 h 1605588"/>
              <a:gd name="connsiteX4" fmla="*/ 2125724 w 2238182"/>
              <a:gd name="connsiteY4" fmla="*/ 283965 h 1605588"/>
              <a:gd name="connsiteX5" fmla="*/ 1117600 w 2238182"/>
              <a:gd name="connsiteY5" fmla="*/ 1553965 h 1605588"/>
              <a:gd name="connsiteX6" fmla="*/ 0 w 2238182"/>
              <a:gd name="connsiteY6" fmla="*/ 376494 h 1605588"/>
              <a:gd name="connsiteX0" fmla="*/ 0 w 2238182"/>
              <a:gd name="connsiteY0" fmla="*/ 387165 h 1616259"/>
              <a:gd name="connsiteX1" fmla="*/ 1283391 w 2238182"/>
              <a:gd name="connsiteY1" fmla="*/ 1088385 h 1616259"/>
              <a:gd name="connsiteX2" fmla="*/ 1683441 w 2238182"/>
              <a:gd name="connsiteY2" fmla="*/ 548635 h 1616259"/>
              <a:gd name="connsiteX3" fmla="*/ 1274824 w 2238182"/>
              <a:gd name="connsiteY3" fmla="*/ 95065 h 1616259"/>
              <a:gd name="connsiteX4" fmla="*/ 2125724 w 2238182"/>
              <a:gd name="connsiteY4" fmla="*/ 294636 h 1616259"/>
              <a:gd name="connsiteX5" fmla="*/ 1117600 w 2238182"/>
              <a:gd name="connsiteY5" fmla="*/ 1564636 h 1616259"/>
              <a:gd name="connsiteX6" fmla="*/ 0 w 2238182"/>
              <a:gd name="connsiteY6" fmla="*/ 387165 h 1616259"/>
              <a:gd name="connsiteX0" fmla="*/ 0 w 2238182"/>
              <a:gd name="connsiteY0" fmla="*/ 394776 h 1623870"/>
              <a:gd name="connsiteX1" fmla="*/ 1283391 w 2238182"/>
              <a:gd name="connsiteY1" fmla="*/ 1095996 h 1623870"/>
              <a:gd name="connsiteX2" fmla="*/ 1683441 w 2238182"/>
              <a:gd name="connsiteY2" fmla="*/ 556246 h 1623870"/>
              <a:gd name="connsiteX3" fmla="*/ 1274824 w 2238182"/>
              <a:gd name="connsiteY3" fmla="*/ 102676 h 1623870"/>
              <a:gd name="connsiteX4" fmla="*/ 2125724 w 2238182"/>
              <a:gd name="connsiteY4" fmla="*/ 302247 h 1623870"/>
              <a:gd name="connsiteX5" fmla="*/ 1117600 w 2238182"/>
              <a:gd name="connsiteY5" fmla="*/ 1572247 h 1623870"/>
              <a:gd name="connsiteX6" fmla="*/ 0 w 2238182"/>
              <a:gd name="connsiteY6" fmla="*/ 394776 h 1623870"/>
              <a:gd name="connsiteX0" fmla="*/ 0 w 2238182"/>
              <a:gd name="connsiteY0" fmla="*/ 389303 h 1618397"/>
              <a:gd name="connsiteX1" fmla="*/ 1283391 w 2238182"/>
              <a:gd name="connsiteY1" fmla="*/ 1090523 h 1618397"/>
              <a:gd name="connsiteX2" fmla="*/ 1683441 w 2238182"/>
              <a:gd name="connsiteY2" fmla="*/ 550773 h 1618397"/>
              <a:gd name="connsiteX3" fmla="*/ 1274824 w 2238182"/>
              <a:gd name="connsiteY3" fmla="*/ 97203 h 1618397"/>
              <a:gd name="connsiteX4" fmla="*/ 2125724 w 2238182"/>
              <a:gd name="connsiteY4" fmla="*/ 296774 h 1618397"/>
              <a:gd name="connsiteX5" fmla="*/ 1117600 w 2238182"/>
              <a:gd name="connsiteY5" fmla="*/ 1566774 h 1618397"/>
              <a:gd name="connsiteX6" fmla="*/ 0 w 2238182"/>
              <a:gd name="connsiteY6" fmla="*/ 389303 h 1618397"/>
              <a:gd name="connsiteX0" fmla="*/ 0 w 2238182"/>
              <a:gd name="connsiteY0" fmla="*/ 383842 h 1612936"/>
              <a:gd name="connsiteX1" fmla="*/ 1283391 w 2238182"/>
              <a:gd name="connsiteY1" fmla="*/ 1085062 h 1612936"/>
              <a:gd name="connsiteX2" fmla="*/ 1683441 w 2238182"/>
              <a:gd name="connsiteY2" fmla="*/ 545312 h 1612936"/>
              <a:gd name="connsiteX3" fmla="*/ 1274824 w 2238182"/>
              <a:gd name="connsiteY3" fmla="*/ 91742 h 1612936"/>
              <a:gd name="connsiteX4" fmla="*/ 2125724 w 2238182"/>
              <a:gd name="connsiteY4" fmla="*/ 291313 h 1612936"/>
              <a:gd name="connsiteX5" fmla="*/ 1117600 w 2238182"/>
              <a:gd name="connsiteY5" fmla="*/ 1561313 h 1612936"/>
              <a:gd name="connsiteX6" fmla="*/ 0 w 2238182"/>
              <a:gd name="connsiteY6" fmla="*/ 383842 h 1612936"/>
              <a:gd name="connsiteX0" fmla="*/ 1283391 w 2238182"/>
              <a:gd name="connsiteY0" fmla="*/ 1085062 h 1612936"/>
              <a:gd name="connsiteX1" fmla="*/ 1683441 w 2238182"/>
              <a:gd name="connsiteY1" fmla="*/ 545312 h 1612936"/>
              <a:gd name="connsiteX2" fmla="*/ 1274824 w 2238182"/>
              <a:gd name="connsiteY2" fmla="*/ 91742 h 1612936"/>
              <a:gd name="connsiteX3" fmla="*/ 2125724 w 2238182"/>
              <a:gd name="connsiteY3" fmla="*/ 291313 h 1612936"/>
              <a:gd name="connsiteX4" fmla="*/ 1117600 w 2238182"/>
              <a:gd name="connsiteY4" fmla="*/ 1561313 h 1612936"/>
              <a:gd name="connsiteX5" fmla="*/ 0 w 2238182"/>
              <a:gd name="connsiteY5" fmla="*/ 383842 h 1612936"/>
              <a:gd name="connsiteX6" fmla="*/ 1374831 w 2238182"/>
              <a:gd name="connsiteY6" fmla="*/ 1176502 h 1612936"/>
              <a:gd name="connsiteX0" fmla="*/ 1283391 w 2238182"/>
              <a:gd name="connsiteY0" fmla="*/ 1085062 h 1612936"/>
              <a:gd name="connsiteX1" fmla="*/ 1683441 w 2238182"/>
              <a:gd name="connsiteY1" fmla="*/ 545312 h 1612936"/>
              <a:gd name="connsiteX2" fmla="*/ 1274824 w 2238182"/>
              <a:gd name="connsiteY2" fmla="*/ 91742 h 1612936"/>
              <a:gd name="connsiteX3" fmla="*/ 2125724 w 2238182"/>
              <a:gd name="connsiteY3" fmla="*/ 291313 h 1612936"/>
              <a:gd name="connsiteX4" fmla="*/ 1117600 w 2238182"/>
              <a:gd name="connsiteY4" fmla="*/ 1561313 h 1612936"/>
              <a:gd name="connsiteX5" fmla="*/ 0 w 2238182"/>
              <a:gd name="connsiteY5" fmla="*/ 383842 h 1612936"/>
              <a:gd name="connsiteX0" fmla="*/ 1283391 w 2238182"/>
              <a:gd name="connsiteY0" fmla="*/ 1085062 h 1612936"/>
              <a:gd name="connsiteX1" fmla="*/ 1683441 w 2238182"/>
              <a:gd name="connsiteY1" fmla="*/ 545312 h 1612936"/>
              <a:gd name="connsiteX2" fmla="*/ 1274824 w 2238182"/>
              <a:gd name="connsiteY2" fmla="*/ 91742 h 1612936"/>
              <a:gd name="connsiteX3" fmla="*/ 2125724 w 2238182"/>
              <a:gd name="connsiteY3" fmla="*/ 291313 h 1612936"/>
              <a:gd name="connsiteX4" fmla="*/ 1117600 w 2238182"/>
              <a:gd name="connsiteY4" fmla="*/ 1561313 h 1612936"/>
              <a:gd name="connsiteX5" fmla="*/ 0 w 2238182"/>
              <a:gd name="connsiteY5" fmla="*/ 383842 h 1612936"/>
              <a:gd name="connsiteX6" fmla="*/ 1283391 w 2238182"/>
              <a:gd name="connsiteY6" fmla="*/ 1085062 h 1612936"/>
              <a:gd name="connsiteX0" fmla="*/ 730941 w 2238182"/>
              <a:gd name="connsiteY0" fmla="*/ 37115 h 1796889"/>
              <a:gd name="connsiteX1" fmla="*/ 1683441 w 2238182"/>
              <a:gd name="connsiteY1" fmla="*/ 729265 h 1796889"/>
              <a:gd name="connsiteX2" fmla="*/ 1274824 w 2238182"/>
              <a:gd name="connsiteY2" fmla="*/ 275695 h 1796889"/>
              <a:gd name="connsiteX3" fmla="*/ 2125724 w 2238182"/>
              <a:gd name="connsiteY3" fmla="*/ 475266 h 1796889"/>
              <a:gd name="connsiteX4" fmla="*/ 1117600 w 2238182"/>
              <a:gd name="connsiteY4" fmla="*/ 1745266 h 1796889"/>
              <a:gd name="connsiteX5" fmla="*/ 0 w 2238182"/>
              <a:gd name="connsiteY5" fmla="*/ 567795 h 1796889"/>
              <a:gd name="connsiteX6" fmla="*/ 730941 w 2238182"/>
              <a:gd name="connsiteY6" fmla="*/ 37115 h 1796889"/>
              <a:gd name="connsiteX0" fmla="*/ 730941 w 2238182"/>
              <a:gd name="connsiteY0" fmla="*/ 37115 h 1796889"/>
              <a:gd name="connsiteX1" fmla="*/ 1683441 w 2238182"/>
              <a:gd name="connsiteY1" fmla="*/ 729265 h 1796889"/>
              <a:gd name="connsiteX2" fmla="*/ 1274824 w 2238182"/>
              <a:gd name="connsiteY2" fmla="*/ 275695 h 1796889"/>
              <a:gd name="connsiteX3" fmla="*/ 2125724 w 2238182"/>
              <a:gd name="connsiteY3" fmla="*/ 475266 h 1796889"/>
              <a:gd name="connsiteX4" fmla="*/ 1117600 w 2238182"/>
              <a:gd name="connsiteY4" fmla="*/ 1745266 h 1796889"/>
              <a:gd name="connsiteX5" fmla="*/ 0 w 2238182"/>
              <a:gd name="connsiteY5" fmla="*/ 567795 h 1796889"/>
              <a:gd name="connsiteX6" fmla="*/ 730941 w 2238182"/>
              <a:gd name="connsiteY6" fmla="*/ 37115 h 1796889"/>
              <a:gd name="connsiteX0" fmla="*/ 730941 w 2238182"/>
              <a:gd name="connsiteY0" fmla="*/ 37115 h 1796889"/>
              <a:gd name="connsiteX1" fmla="*/ 1683441 w 2238182"/>
              <a:gd name="connsiteY1" fmla="*/ 729265 h 1796889"/>
              <a:gd name="connsiteX2" fmla="*/ 1274824 w 2238182"/>
              <a:gd name="connsiteY2" fmla="*/ 275695 h 1796889"/>
              <a:gd name="connsiteX3" fmla="*/ 2125724 w 2238182"/>
              <a:gd name="connsiteY3" fmla="*/ 475266 h 1796889"/>
              <a:gd name="connsiteX4" fmla="*/ 1117600 w 2238182"/>
              <a:gd name="connsiteY4" fmla="*/ 1745266 h 1796889"/>
              <a:gd name="connsiteX5" fmla="*/ 0 w 2238182"/>
              <a:gd name="connsiteY5" fmla="*/ 567795 h 1796889"/>
              <a:gd name="connsiteX6" fmla="*/ 730941 w 2238182"/>
              <a:gd name="connsiteY6" fmla="*/ 37115 h 1796889"/>
              <a:gd name="connsiteX0" fmla="*/ 730941 w 2238182"/>
              <a:gd name="connsiteY0" fmla="*/ 35500 h 1795274"/>
              <a:gd name="connsiteX1" fmla="*/ 1683441 w 2238182"/>
              <a:gd name="connsiteY1" fmla="*/ 727650 h 1795274"/>
              <a:gd name="connsiteX2" fmla="*/ 1274824 w 2238182"/>
              <a:gd name="connsiteY2" fmla="*/ 274080 h 1795274"/>
              <a:gd name="connsiteX3" fmla="*/ 2125724 w 2238182"/>
              <a:gd name="connsiteY3" fmla="*/ 473651 h 1795274"/>
              <a:gd name="connsiteX4" fmla="*/ 1117600 w 2238182"/>
              <a:gd name="connsiteY4" fmla="*/ 1743651 h 1795274"/>
              <a:gd name="connsiteX5" fmla="*/ 0 w 2238182"/>
              <a:gd name="connsiteY5" fmla="*/ 566180 h 1795274"/>
              <a:gd name="connsiteX6" fmla="*/ 730941 w 2238182"/>
              <a:gd name="connsiteY6" fmla="*/ 35500 h 1795274"/>
              <a:gd name="connsiteX0" fmla="*/ 730941 w 2238182"/>
              <a:gd name="connsiteY0" fmla="*/ 7122 h 1766896"/>
              <a:gd name="connsiteX1" fmla="*/ 1274824 w 2238182"/>
              <a:gd name="connsiteY1" fmla="*/ 245702 h 1766896"/>
              <a:gd name="connsiteX2" fmla="*/ 2125724 w 2238182"/>
              <a:gd name="connsiteY2" fmla="*/ 445273 h 1766896"/>
              <a:gd name="connsiteX3" fmla="*/ 1117600 w 2238182"/>
              <a:gd name="connsiteY3" fmla="*/ 1715273 h 1766896"/>
              <a:gd name="connsiteX4" fmla="*/ 0 w 2238182"/>
              <a:gd name="connsiteY4" fmla="*/ 537802 h 1766896"/>
              <a:gd name="connsiteX5" fmla="*/ 730941 w 2238182"/>
              <a:gd name="connsiteY5" fmla="*/ 7122 h 1766896"/>
              <a:gd name="connsiteX0" fmla="*/ 730941 w 2238182"/>
              <a:gd name="connsiteY0" fmla="*/ 973 h 1760747"/>
              <a:gd name="connsiteX1" fmla="*/ 2125724 w 2238182"/>
              <a:gd name="connsiteY1" fmla="*/ 439124 h 1760747"/>
              <a:gd name="connsiteX2" fmla="*/ 1117600 w 2238182"/>
              <a:gd name="connsiteY2" fmla="*/ 1709124 h 1760747"/>
              <a:gd name="connsiteX3" fmla="*/ 0 w 2238182"/>
              <a:gd name="connsiteY3" fmla="*/ 531653 h 1760747"/>
              <a:gd name="connsiteX4" fmla="*/ 730941 w 2238182"/>
              <a:gd name="connsiteY4" fmla="*/ 973 h 1760747"/>
              <a:gd name="connsiteX0" fmla="*/ 730941 w 2383261"/>
              <a:gd name="connsiteY0" fmla="*/ 255 h 1796276"/>
              <a:gd name="connsiteX1" fmla="*/ 2284474 w 2383261"/>
              <a:gd name="connsiteY1" fmla="*/ 959106 h 1796276"/>
              <a:gd name="connsiteX2" fmla="*/ 1117600 w 2383261"/>
              <a:gd name="connsiteY2" fmla="*/ 1708406 h 1796276"/>
              <a:gd name="connsiteX3" fmla="*/ 0 w 2383261"/>
              <a:gd name="connsiteY3" fmla="*/ 530935 h 1796276"/>
              <a:gd name="connsiteX4" fmla="*/ 730941 w 2383261"/>
              <a:gd name="connsiteY4" fmla="*/ 255 h 1796276"/>
              <a:gd name="connsiteX0" fmla="*/ 730941 w 2284474"/>
              <a:gd name="connsiteY0" fmla="*/ 255 h 1766673"/>
              <a:gd name="connsiteX1" fmla="*/ 2284474 w 2284474"/>
              <a:gd name="connsiteY1" fmla="*/ 959106 h 1766673"/>
              <a:gd name="connsiteX2" fmla="*/ 1117600 w 2284474"/>
              <a:gd name="connsiteY2" fmla="*/ 1708406 h 1766673"/>
              <a:gd name="connsiteX3" fmla="*/ 0 w 2284474"/>
              <a:gd name="connsiteY3" fmla="*/ 530935 h 1766673"/>
              <a:gd name="connsiteX4" fmla="*/ 730941 w 2284474"/>
              <a:gd name="connsiteY4" fmla="*/ 255 h 1766673"/>
              <a:gd name="connsiteX0" fmla="*/ 730941 w 2313415"/>
              <a:gd name="connsiteY0" fmla="*/ 0 h 1766418"/>
              <a:gd name="connsiteX1" fmla="*/ 1849077 w 2313415"/>
              <a:gd name="connsiteY1" fmla="*/ 459315 h 1766418"/>
              <a:gd name="connsiteX2" fmla="*/ 2284474 w 2313415"/>
              <a:gd name="connsiteY2" fmla="*/ 958851 h 1766418"/>
              <a:gd name="connsiteX3" fmla="*/ 1117600 w 2313415"/>
              <a:gd name="connsiteY3" fmla="*/ 1708151 h 1766418"/>
              <a:gd name="connsiteX4" fmla="*/ 0 w 2313415"/>
              <a:gd name="connsiteY4" fmla="*/ 530680 h 1766418"/>
              <a:gd name="connsiteX5" fmla="*/ 730941 w 2313415"/>
              <a:gd name="connsiteY5" fmla="*/ 0 h 1766418"/>
              <a:gd name="connsiteX0" fmla="*/ 730941 w 2821444"/>
              <a:gd name="connsiteY0" fmla="*/ 0 h 1766418"/>
              <a:gd name="connsiteX1" fmla="*/ 1849077 w 2821444"/>
              <a:gd name="connsiteY1" fmla="*/ 459315 h 1766418"/>
              <a:gd name="connsiteX2" fmla="*/ 2284474 w 2821444"/>
              <a:gd name="connsiteY2" fmla="*/ 958851 h 1766418"/>
              <a:gd name="connsiteX3" fmla="*/ 1117600 w 2821444"/>
              <a:gd name="connsiteY3" fmla="*/ 1708151 h 1766418"/>
              <a:gd name="connsiteX4" fmla="*/ 0 w 2821444"/>
              <a:gd name="connsiteY4" fmla="*/ 530680 h 1766418"/>
              <a:gd name="connsiteX5" fmla="*/ 730941 w 2821444"/>
              <a:gd name="connsiteY5" fmla="*/ 0 h 1766418"/>
              <a:gd name="connsiteX0" fmla="*/ 730941 w 2817116"/>
              <a:gd name="connsiteY0" fmla="*/ 0 h 1766418"/>
              <a:gd name="connsiteX1" fmla="*/ 1849077 w 2817116"/>
              <a:gd name="connsiteY1" fmla="*/ 459315 h 1766418"/>
              <a:gd name="connsiteX2" fmla="*/ 2284474 w 2817116"/>
              <a:gd name="connsiteY2" fmla="*/ 958851 h 1766418"/>
              <a:gd name="connsiteX3" fmla="*/ 1117600 w 2817116"/>
              <a:gd name="connsiteY3" fmla="*/ 1708151 h 1766418"/>
              <a:gd name="connsiteX4" fmla="*/ 0 w 2817116"/>
              <a:gd name="connsiteY4" fmla="*/ 530680 h 1766418"/>
              <a:gd name="connsiteX5" fmla="*/ 730941 w 2817116"/>
              <a:gd name="connsiteY5" fmla="*/ 0 h 1766418"/>
              <a:gd name="connsiteX0" fmla="*/ 730941 w 2755196"/>
              <a:gd name="connsiteY0" fmla="*/ 0 h 1766418"/>
              <a:gd name="connsiteX1" fmla="*/ 1849077 w 2755196"/>
              <a:gd name="connsiteY1" fmla="*/ 459315 h 1766418"/>
              <a:gd name="connsiteX2" fmla="*/ 2284474 w 2755196"/>
              <a:gd name="connsiteY2" fmla="*/ 958851 h 1766418"/>
              <a:gd name="connsiteX3" fmla="*/ 1117600 w 2755196"/>
              <a:gd name="connsiteY3" fmla="*/ 1708151 h 1766418"/>
              <a:gd name="connsiteX4" fmla="*/ 0 w 2755196"/>
              <a:gd name="connsiteY4" fmla="*/ 530680 h 1766418"/>
              <a:gd name="connsiteX5" fmla="*/ 730941 w 2755196"/>
              <a:gd name="connsiteY5" fmla="*/ 0 h 1766418"/>
              <a:gd name="connsiteX0" fmla="*/ 730941 w 2755751"/>
              <a:gd name="connsiteY0" fmla="*/ 0 h 1766418"/>
              <a:gd name="connsiteX1" fmla="*/ 1849077 w 2755751"/>
              <a:gd name="connsiteY1" fmla="*/ 459315 h 1766418"/>
              <a:gd name="connsiteX2" fmla="*/ 2743519 w 2755751"/>
              <a:gd name="connsiteY2" fmla="*/ 52007 h 1766418"/>
              <a:gd name="connsiteX3" fmla="*/ 2284474 w 2755751"/>
              <a:gd name="connsiteY3" fmla="*/ 958851 h 1766418"/>
              <a:gd name="connsiteX4" fmla="*/ 1117600 w 2755751"/>
              <a:gd name="connsiteY4" fmla="*/ 1708151 h 1766418"/>
              <a:gd name="connsiteX5" fmla="*/ 0 w 2755751"/>
              <a:gd name="connsiteY5" fmla="*/ 530680 h 1766418"/>
              <a:gd name="connsiteX6" fmla="*/ 730941 w 2755751"/>
              <a:gd name="connsiteY6" fmla="*/ 0 h 1766418"/>
              <a:gd name="connsiteX0" fmla="*/ 730941 w 2755751"/>
              <a:gd name="connsiteY0" fmla="*/ 0 h 1766418"/>
              <a:gd name="connsiteX1" fmla="*/ 1849077 w 2755751"/>
              <a:gd name="connsiteY1" fmla="*/ 459315 h 1766418"/>
              <a:gd name="connsiteX2" fmla="*/ 2743519 w 2755751"/>
              <a:gd name="connsiteY2" fmla="*/ 52007 h 1766418"/>
              <a:gd name="connsiteX3" fmla="*/ 2284474 w 2755751"/>
              <a:gd name="connsiteY3" fmla="*/ 958851 h 1766418"/>
              <a:gd name="connsiteX4" fmla="*/ 1117600 w 2755751"/>
              <a:gd name="connsiteY4" fmla="*/ 1708151 h 1766418"/>
              <a:gd name="connsiteX5" fmla="*/ 0 w 2755751"/>
              <a:gd name="connsiteY5" fmla="*/ 530680 h 1766418"/>
              <a:gd name="connsiteX6" fmla="*/ 730941 w 2755751"/>
              <a:gd name="connsiteY6" fmla="*/ 0 h 1766418"/>
              <a:gd name="connsiteX0" fmla="*/ 730941 w 2755751"/>
              <a:gd name="connsiteY0" fmla="*/ 11650 h 1778068"/>
              <a:gd name="connsiteX1" fmla="*/ 1849077 w 2755751"/>
              <a:gd name="connsiteY1" fmla="*/ 470965 h 1778068"/>
              <a:gd name="connsiteX2" fmla="*/ 2743519 w 2755751"/>
              <a:gd name="connsiteY2" fmla="*/ 63657 h 1778068"/>
              <a:gd name="connsiteX3" fmla="*/ 2284474 w 2755751"/>
              <a:gd name="connsiteY3" fmla="*/ 970501 h 1778068"/>
              <a:gd name="connsiteX4" fmla="*/ 1117600 w 2755751"/>
              <a:gd name="connsiteY4" fmla="*/ 1719801 h 1778068"/>
              <a:gd name="connsiteX5" fmla="*/ 0 w 2755751"/>
              <a:gd name="connsiteY5" fmla="*/ 542330 h 1778068"/>
              <a:gd name="connsiteX6" fmla="*/ 730941 w 2755751"/>
              <a:gd name="connsiteY6" fmla="*/ 11650 h 1778068"/>
              <a:gd name="connsiteX0" fmla="*/ 730941 w 2795947"/>
              <a:gd name="connsiteY0" fmla="*/ 11650 h 1778068"/>
              <a:gd name="connsiteX1" fmla="*/ 1849077 w 2795947"/>
              <a:gd name="connsiteY1" fmla="*/ 470965 h 1778068"/>
              <a:gd name="connsiteX2" fmla="*/ 2743519 w 2795947"/>
              <a:gd name="connsiteY2" fmla="*/ 63657 h 1778068"/>
              <a:gd name="connsiteX3" fmla="*/ 2284474 w 2795947"/>
              <a:gd name="connsiteY3" fmla="*/ 970501 h 1778068"/>
              <a:gd name="connsiteX4" fmla="*/ 1117600 w 2795947"/>
              <a:gd name="connsiteY4" fmla="*/ 1719801 h 1778068"/>
              <a:gd name="connsiteX5" fmla="*/ 0 w 2795947"/>
              <a:gd name="connsiteY5" fmla="*/ 542330 h 1778068"/>
              <a:gd name="connsiteX6" fmla="*/ 730941 w 2795947"/>
              <a:gd name="connsiteY6" fmla="*/ 11650 h 1778068"/>
              <a:gd name="connsiteX0" fmla="*/ 730941 w 2782386"/>
              <a:gd name="connsiteY0" fmla="*/ 11650 h 1778068"/>
              <a:gd name="connsiteX1" fmla="*/ 1849077 w 2782386"/>
              <a:gd name="connsiteY1" fmla="*/ 470965 h 1778068"/>
              <a:gd name="connsiteX2" fmla="*/ 2743519 w 2782386"/>
              <a:gd name="connsiteY2" fmla="*/ 63657 h 1778068"/>
              <a:gd name="connsiteX3" fmla="*/ 2284474 w 2782386"/>
              <a:gd name="connsiteY3" fmla="*/ 970501 h 1778068"/>
              <a:gd name="connsiteX4" fmla="*/ 1117600 w 2782386"/>
              <a:gd name="connsiteY4" fmla="*/ 1719801 h 1778068"/>
              <a:gd name="connsiteX5" fmla="*/ 0 w 2782386"/>
              <a:gd name="connsiteY5" fmla="*/ 542330 h 1778068"/>
              <a:gd name="connsiteX6" fmla="*/ 730941 w 2782386"/>
              <a:gd name="connsiteY6" fmla="*/ 11650 h 1778068"/>
              <a:gd name="connsiteX0" fmla="*/ 730941 w 2803232"/>
              <a:gd name="connsiteY0" fmla="*/ 11650 h 1778068"/>
              <a:gd name="connsiteX1" fmla="*/ 1849077 w 2803232"/>
              <a:gd name="connsiteY1" fmla="*/ 470965 h 1778068"/>
              <a:gd name="connsiteX2" fmla="*/ 2743519 w 2803232"/>
              <a:gd name="connsiteY2" fmla="*/ 63657 h 1778068"/>
              <a:gd name="connsiteX3" fmla="*/ 2284474 w 2803232"/>
              <a:gd name="connsiteY3" fmla="*/ 970501 h 1778068"/>
              <a:gd name="connsiteX4" fmla="*/ 1117600 w 2803232"/>
              <a:gd name="connsiteY4" fmla="*/ 1719801 h 1778068"/>
              <a:gd name="connsiteX5" fmla="*/ 0 w 2803232"/>
              <a:gd name="connsiteY5" fmla="*/ 542330 h 1778068"/>
              <a:gd name="connsiteX6" fmla="*/ 730941 w 2803232"/>
              <a:gd name="connsiteY6" fmla="*/ 11650 h 1778068"/>
              <a:gd name="connsiteX0" fmla="*/ 730941 w 2803232"/>
              <a:gd name="connsiteY0" fmla="*/ 1316371 h 3082789"/>
              <a:gd name="connsiteX1" fmla="*/ 2089469 w 2803232"/>
              <a:gd name="connsiteY1" fmla="*/ 3128 h 3082789"/>
              <a:gd name="connsiteX2" fmla="*/ 1849077 w 2803232"/>
              <a:gd name="connsiteY2" fmla="*/ 1775686 h 3082789"/>
              <a:gd name="connsiteX3" fmla="*/ 2743519 w 2803232"/>
              <a:gd name="connsiteY3" fmla="*/ 1368378 h 3082789"/>
              <a:gd name="connsiteX4" fmla="*/ 2284474 w 2803232"/>
              <a:gd name="connsiteY4" fmla="*/ 2275222 h 3082789"/>
              <a:gd name="connsiteX5" fmla="*/ 1117600 w 2803232"/>
              <a:gd name="connsiteY5" fmla="*/ 3024522 h 3082789"/>
              <a:gd name="connsiteX6" fmla="*/ 0 w 2803232"/>
              <a:gd name="connsiteY6" fmla="*/ 1847051 h 3082789"/>
              <a:gd name="connsiteX7" fmla="*/ 730941 w 2803232"/>
              <a:gd name="connsiteY7" fmla="*/ 1316371 h 3082789"/>
              <a:gd name="connsiteX0" fmla="*/ 730941 w 2803232"/>
              <a:gd name="connsiteY0" fmla="*/ 1334239 h 3100657"/>
              <a:gd name="connsiteX1" fmla="*/ 1390969 w 2803232"/>
              <a:gd name="connsiteY1" fmla="*/ 1278297 h 3100657"/>
              <a:gd name="connsiteX2" fmla="*/ 2089469 w 2803232"/>
              <a:gd name="connsiteY2" fmla="*/ 20996 h 3100657"/>
              <a:gd name="connsiteX3" fmla="*/ 1849077 w 2803232"/>
              <a:gd name="connsiteY3" fmla="*/ 1793554 h 3100657"/>
              <a:gd name="connsiteX4" fmla="*/ 2743519 w 2803232"/>
              <a:gd name="connsiteY4" fmla="*/ 1386246 h 3100657"/>
              <a:gd name="connsiteX5" fmla="*/ 2284474 w 2803232"/>
              <a:gd name="connsiteY5" fmla="*/ 2293090 h 3100657"/>
              <a:gd name="connsiteX6" fmla="*/ 1117600 w 2803232"/>
              <a:gd name="connsiteY6" fmla="*/ 3042390 h 3100657"/>
              <a:gd name="connsiteX7" fmla="*/ 0 w 2803232"/>
              <a:gd name="connsiteY7" fmla="*/ 1864919 h 3100657"/>
              <a:gd name="connsiteX8" fmla="*/ 730941 w 2803232"/>
              <a:gd name="connsiteY8" fmla="*/ 1334239 h 3100657"/>
              <a:gd name="connsiteX0" fmla="*/ 769633 w 2841924"/>
              <a:gd name="connsiteY0" fmla="*/ 1334239 h 3100657"/>
              <a:gd name="connsiteX1" fmla="*/ 1429661 w 2841924"/>
              <a:gd name="connsiteY1" fmla="*/ 1278297 h 3100657"/>
              <a:gd name="connsiteX2" fmla="*/ 2128161 w 2841924"/>
              <a:gd name="connsiteY2" fmla="*/ 20996 h 3100657"/>
              <a:gd name="connsiteX3" fmla="*/ 1887769 w 2841924"/>
              <a:gd name="connsiteY3" fmla="*/ 1793554 h 3100657"/>
              <a:gd name="connsiteX4" fmla="*/ 2782211 w 2841924"/>
              <a:gd name="connsiteY4" fmla="*/ 1386246 h 3100657"/>
              <a:gd name="connsiteX5" fmla="*/ 2323166 w 2841924"/>
              <a:gd name="connsiteY5" fmla="*/ 2293090 h 3100657"/>
              <a:gd name="connsiteX6" fmla="*/ 1156292 w 2841924"/>
              <a:gd name="connsiteY6" fmla="*/ 3042390 h 3100657"/>
              <a:gd name="connsiteX7" fmla="*/ 38692 w 2841924"/>
              <a:gd name="connsiteY7" fmla="*/ 1864919 h 3100657"/>
              <a:gd name="connsiteX8" fmla="*/ 197761 w 2841924"/>
              <a:gd name="connsiteY8" fmla="*/ 52747 h 3100657"/>
              <a:gd name="connsiteX9" fmla="*/ 769633 w 2841924"/>
              <a:gd name="connsiteY9" fmla="*/ 1334239 h 3100657"/>
              <a:gd name="connsiteX0" fmla="*/ 779876 w 2852167"/>
              <a:gd name="connsiteY0" fmla="*/ 1334239 h 3100657"/>
              <a:gd name="connsiteX1" fmla="*/ 1439904 w 2852167"/>
              <a:gd name="connsiteY1" fmla="*/ 1278297 h 3100657"/>
              <a:gd name="connsiteX2" fmla="*/ 2138404 w 2852167"/>
              <a:gd name="connsiteY2" fmla="*/ 20996 h 3100657"/>
              <a:gd name="connsiteX3" fmla="*/ 1898012 w 2852167"/>
              <a:gd name="connsiteY3" fmla="*/ 1793554 h 3100657"/>
              <a:gd name="connsiteX4" fmla="*/ 2792454 w 2852167"/>
              <a:gd name="connsiteY4" fmla="*/ 1386246 h 3100657"/>
              <a:gd name="connsiteX5" fmla="*/ 2333409 w 2852167"/>
              <a:gd name="connsiteY5" fmla="*/ 2293090 h 3100657"/>
              <a:gd name="connsiteX6" fmla="*/ 1166535 w 2852167"/>
              <a:gd name="connsiteY6" fmla="*/ 3042390 h 3100657"/>
              <a:gd name="connsiteX7" fmla="*/ 48935 w 2852167"/>
              <a:gd name="connsiteY7" fmla="*/ 1864919 h 3100657"/>
              <a:gd name="connsiteX8" fmla="*/ 296904 w 2852167"/>
              <a:gd name="connsiteY8" fmla="*/ 1532297 h 3100657"/>
              <a:gd name="connsiteX9" fmla="*/ 208004 w 2852167"/>
              <a:gd name="connsiteY9" fmla="*/ 52747 h 3100657"/>
              <a:gd name="connsiteX10" fmla="*/ 779876 w 2852167"/>
              <a:gd name="connsiteY10" fmla="*/ 1334239 h 3100657"/>
              <a:gd name="connsiteX0" fmla="*/ 1260691 w 3332982"/>
              <a:gd name="connsiteY0" fmla="*/ 1334239 h 3100657"/>
              <a:gd name="connsiteX1" fmla="*/ 1920719 w 3332982"/>
              <a:gd name="connsiteY1" fmla="*/ 1278297 h 3100657"/>
              <a:gd name="connsiteX2" fmla="*/ 2619219 w 3332982"/>
              <a:gd name="connsiteY2" fmla="*/ 20996 h 3100657"/>
              <a:gd name="connsiteX3" fmla="*/ 2378827 w 3332982"/>
              <a:gd name="connsiteY3" fmla="*/ 1793554 h 3100657"/>
              <a:gd name="connsiteX4" fmla="*/ 3273269 w 3332982"/>
              <a:gd name="connsiteY4" fmla="*/ 1386246 h 3100657"/>
              <a:gd name="connsiteX5" fmla="*/ 2814224 w 3332982"/>
              <a:gd name="connsiteY5" fmla="*/ 2293090 h 3100657"/>
              <a:gd name="connsiteX6" fmla="*/ 1647350 w 3332982"/>
              <a:gd name="connsiteY6" fmla="*/ 3042390 h 3100657"/>
              <a:gd name="connsiteX7" fmla="*/ 529750 w 3332982"/>
              <a:gd name="connsiteY7" fmla="*/ 1864919 h 3100657"/>
              <a:gd name="connsiteX8" fmla="*/ 3020 w 3332982"/>
              <a:gd name="connsiteY8" fmla="*/ 821097 h 3100657"/>
              <a:gd name="connsiteX9" fmla="*/ 777719 w 3332982"/>
              <a:gd name="connsiteY9" fmla="*/ 1532297 h 3100657"/>
              <a:gd name="connsiteX10" fmla="*/ 688819 w 3332982"/>
              <a:gd name="connsiteY10" fmla="*/ 52747 h 3100657"/>
              <a:gd name="connsiteX11" fmla="*/ 1260691 w 3332982"/>
              <a:gd name="connsiteY11" fmla="*/ 1334239 h 3100657"/>
              <a:gd name="connsiteX0" fmla="*/ 1261482 w 3333773"/>
              <a:gd name="connsiteY0" fmla="*/ 1334239 h 3128596"/>
              <a:gd name="connsiteX1" fmla="*/ 1921510 w 3333773"/>
              <a:gd name="connsiteY1" fmla="*/ 1278297 h 3128596"/>
              <a:gd name="connsiteX2" fmla="*/ 2620010 w 3333773"/>
              <a:gd name="connsiteY2" fmla="*/ 20996 h 3128596"/>
              <a:gd name="connsiteX3" fmla="*/ 2379618 w 3333773"/>
              <a:gd name="connsiteY3" fmla="*/ 1793554 h 3128596"/>
              <a:gd name="connsiteX4" fmla="*/ 3274060 w 3333773"/>
              <a:gd name="connsiteY4" fmla="*/ 1386246 h 3128596"/>
              <a:gd name="connsiteX5" fmla="*/ 2815015 w 3333773"/>
              <a:gd name="connsiteY5" fmla="*/ 2293090 h 3128596"/>
              <a:gd name="connsiteX6" fmla="*/ 1648141 w 3333773"/>
              <a:gd name="connsiteY6" fmla="*/ 3042390 h 3128596"/>
              <a:gd name="connsiteX7" fmla="*/ 441641 w 3333773"/>
              <a:gd name="connsiteY7" fmla="*/ 2061769 h 3128596"/>
              <a:gd name="connsiteX8" fmla="*/ 3811 w 3333773"/>
              <a:gd name="connsiteY8" fmla="*/ 821097 h 3128596"/>
              <a:gd name="connsiteX9" fmla="*/ 778510 w 3333773"/>
              <a:gd name="connsiteY9" fmla="*/ 1532297 h 3128596"/>
              <a:gd name="connsiteX10" fmla="*/ 689610 w 3333773"/>
              <a:gd name="connsiteY10" fmla="*/ 52747 h 3128596"/>
              <a:gd name="connsiteX11" fmla="*/ 1261482 w 3333773"/>
              <a:gd name="connsiteY11" fmla="*/ 1334239 h 3128596"/>
              <a:gd name="connsiteX0" fmla="*/ 1261482 w 3333773"/>
              <a:gd name="connsiteY0" fmla="*/ 1334239 h 3100657"/>
              <a:gd name="connsiteX1" fmla="*/ 1921510 w 3333773"/>
              <a:gd name="connsiteY1" fmla="*/ 1278297 h 3100657"/>
              <a:gd name="connsiteX2" fmla="*/ 2620010 w 3333773"/>
              <a:gd name="connsiteY2" fmla="*/ 20996 h 3100657"/>
              <a:gd name="connsiteX3" fmla="*/ 2379618 w 3333773"/>
              <a:gd name="connsiteY3" fmla="*/ 1793554 h 3100657"/>
              <a:gd name="connsiteX4" fmla="*/ 3274060 w 3333773"/>
              <a:gd name="connsiteY4" fmla="*/ 1386246 h 3100657"/>
              <a:gd name="connsiteX5" fmla="*/ 2815015 w 3333773"/>
              <a:gd name="connsiteY5" fmla="*/ 2293090 h 3100657"/>
              <a:gd name="connsiteX6" fmla="*/ 1648141 w 3333773"/>
              <a:gd name="connsiteY6" fmla="*/ 3042390 h 3100657"/>
              <a:gd name="connsiteX7" fmla="*/ 441641 w 3333773"/>
              <a:gd name="connsiteY7" fmla="*/ 2061769 h 3100657"/>
              <a:gd name="connsiteX8" fmla="*/ 3811 w 3333773"/>
              <a:gd name="connsiteY8" fmla="*/ 821097 h 3100657"/>
              <a:gd name="connsiteX9" fmla="*/ 778510 w 3333773"/>
              <a:gd name="connsiteY9" fmla="*/ 1532297 h 3100657"/>
              <a:gd name="connsiteX10" fmla="*/ 689610 w 3333773"/>
              <a:gd name="connsiteY10" fmla="*/ 52747 h 3100657"/>
              <a:gd name="connsiteX11" fmla="*/ 1261482 w 3333773"/>
              <a:gd name="connsiteY11" fmla="*/ 1334239 h 3100657"/>
              <a:gd name="connsiteX0" fmla="*/ 1261482 w 3333773"/>
              <a:gd name="connsiteY0" fmla="*/ 1334239 h 3100657"/>
              <a:gd name="connsiteX1" fmla="*/ 1921510 w 3333773"/>
              <a:gd name="connsiteY1" fmla="*/ 1278297 h 3100657"/>
              <a:gd name="connsiteX2" fmla="*/ 2620010 w 3333773"/>
              <a:gd name="connsiteY2" fmla="*/ 20996 h 3100657"/>
              <a:gd name="connsiteX3" fmla="*/ 2379618 w 3333773"/>
              <a:gd name="connsiteY3" fmla="*/ 1793554 h 3100657"/>
              <a:gd name="connsiteX4" fmla="*/ 3274060 w 3333773"/>
              <a:gd name="connsiteY4" fmla="*/ 1386246 h 3100657"/>
              <a:gd name="connsiteX5" fmla="*/ 2815015 w 3333773"/>
              <a:gd name="connsiteY5" fmla="*/ 2293090 h 3100657"/>
              <a:gd name="connsiteX6" fmla="*/ 1648141 w 3333773"/>
              <a:gd name="connsiteY6" fmla="*/ 3042390 h 3100657"/>
              <a:gd name="connsiteX7" fmla="*/ 441641 w 3333773"/>
              <a:gd name="connsiteY7" fmla="*/ 2061769 h 3100657"/>
              <a:gd name="connsiteX8" fmla="*/ 3811 w 3333773"/>
              <a:gd name="connsiteY8" fmla="*/ 821097 h 3100657"/>
              <a:gd name="connsiteX9" fmla="*/ 778510 w 3333773"/>
              <a:gd name="connsiteY9" fmla="*/ 1532297 h 3100657"/>
              <a:gd name="connsiteX10" fmla="*/ 689610 w 3333773"/>
              <a:gd name="connsiteY10" fmla="*/ 52747 h 3100657"/>
              <a:gd name="connsiteX11" fmla="*/ 1261482 w 3333773"/>
              <a:gd name="connsiteY11" fmla="*/ 1334239 h 3100657"/>
              <a:gd name="connsiteX0" fmla="*/ 1368308 w 3440599"/>
              <a:gd name="connsiteY0" fmla="*/ 1334239 h 3100657"/>
              <a:gd name="connsiteX1" fmla="*/ 2028336 w 3440599"/>
              <a:gd name="connsiteY1" fmla="*/ 1278297 h 3100657"/>
              <a:gd name="connsiteX2" fmla="*/ 2726836 w 3440599"/>
              <a:gd name="connsiteY2" fmla="*/ 20996 h 3100657"/>
              <a:gd name="connsiteX3" fmla="*/ 2486444 w 3440599"/>
              <a:gd name="connsiteY3" fmla="*/ 1793554 h 3100657"/>
              <a:gd name="connsiteX4" fmla="*/ 3380886 w 3440599"/>
              <a:gd name="connsiteY4" fmla="*/ 1386246 h 3100657"/>
              <a:gd name="connsiteX5" fmla="*/ 2921841 w 3440599"/>
              <a:gd name="connsiteY5" fmla="*/ 2293090 h 3100657"/>
              <a:gd name="connsiteX6" fmla="*/ 1754967 w 3440599"/>
              <a:gd name="connsiteY6" fmla="*/ 3042390 h 3100657"/>
              <a:gd name="connsiteX7" fmla="*/ 548467 w 3440599"/>
              <a:gd name="connsiteY7" fmla="*/ 2061769 h 3100657"/>
              <a:gd name="connsiteX8" fmla="*/ 110637 w 3440599"/>
              <a:gd name="connsiteY8" fmla="*/ 821097 h 3100657"/>
              <a:gd name="connsiteX9" fmla="*/ 885336 w 3440599"/>
              <a:gd name="connsiteY9" fmla="*/ 1532297 h 3100657"/>
              <a:gd name="connsiteX10" fmla="*/ 796436 w 3440599"/>
              <a:gd name="connsiteY10" fmla="*/ 52747 h 3100657"/>
              <a:gd name="connsiteX11" fmla="*/ 1368308 w 3440599"/>
              <a:gd name="connsiteY11" fmla="*/ 1334239 h 3100657"/>
              <a:gd name="connsiteX0" fmla="*/ 1368308 w 3440599"/>
              <a:gd name="connsiteY0" fmla="*/ 1334239 h 3100657"/>
              <a:gd name="connsiteX1" fmla="*/ 2028336 w 3440599"/>
              <a:gd name="connsiteY1" fmla="*/ 1278297 h 3100657"/>
              <a:gd name="connsiteX2" fmla="*/ 2726836 w 3440599"/>
              <a:gd name="connsiteY2" fmla="*/ 20996 h 3100657"/>
              <a:gd name="connsiteX3" fmla="*/ 2486444 w 3440599"/>
              <a:gd name="connsiteY3" fmla="*/ 1793554 h 3100657"/>
              <a:gd name="connsiteX4" fmla="*/ 3380886 w 3440599"/>
              <a:gd name="connsiteY4" fmla="*/ 1386246 h 3100657"/>
              <a:gd name="connsiteX5" fmla="*/ 2921841 w 3440599"/>
              <a:gd name="connsiteY5" fmla="*/ 2293090 h 3100657"/>
              <a:gd name="connsiteX6" fmla="*/ 1754967 w 3440599"/>
              <a:gd name="connsiteY6" fmla="*/ 3042390 h 3100657"/>
              <a:gd name="connsiteX7" fmla="*/ 548467 w 3440599"/>
              <a:gd name="connsiteY7" fmla="*/ 2061769 h 3100657"/>
              <a:gd name="connsiteX8" fmla="*/ 110637 w 3440599"/>
              <a:gd name="connsiteY8" fmla="*/ 821097 h 3100657"/>
              <a:gd name="connsiteX9" fmla="*/ 885336 w 3440599"/>
              <a:gd name="connsiteY9" fmla="*/ 1532297 h 3100657"/>
              <a:gd name="connsiteX10" fmla="*/ 796436 w 3440599"/>
              <a:gd name="connsiteY10" fmla="*/ 52747 h 3100657"/>
              <a:gd name="connsiteX11" fmla="*/ 1368308 w 3440599"/>
              <a:gd name="connsiteY11" fmla="*/ 1334239 h 3100657"/>
              <a:gd name="connsiteX0" fmla="*/ 1360356 w 3432647"/>
              <a:gd name="connsiteY0" fmla="*/ 1334239 h 3100657"/>
              <a:gd name="connsiteX1" fmla="*/ 2020384 w 3432647"/>
              <a:gd name="connsiteY1" fmla="*/ 1278297 h 3100657"/>
              <a:gd name="connsiteX2" fmla="*/ 2718884 w 3432647"/>
              <a:gd name="connsiteY2" fmla="*/ 20996 h 3100657"/>
              <a:gd name="connsiteX3" fmla="*/ 2478492 w 3432647"/>
              <a:gd name="connsiteY3" fmla="*/ 1793554 h 3100657"/>
              <a:gd name="connsiteX4" fmla="*/ 3372934 w 3432647"/>
              <a:gd name="connsiteY4" fmla="*/ 1386246 h 3100657"/>
              <a:gd name="connsiteX5" fmla="*/ 2913889 w 3432647"/>
              <a:gd name="connsiteY5" fmla="*/ 2293090 h 3100657"/>
              <a:gd name="connsiteX6" fmla="*/ 1747015 w 3432647"/>
              <a:gd name="connsiteY6" fmla="*/ 3042390 h 3100657"/>
              <a:gd name="connsiteX7" fmla="*/ 540515 w 3432647"/>
              <a:gd name="connsiteY7" fmla="*/ 2061769 h 3100657"/>
              <a:gd name="connsiteX8" fmla="*/ 102685 w 3432647"/>
              <a:gd name="connsiteY8" fmla="*/ 821097 h 3100657"/>
              <a:gd name="connsiteX9" fmla="*/ 877384 w 3432647"/>
              <a:gd name="connsiteY9" fmla="*/ 1532297 h 3100657"/>
              <a:gd name="connsiteX10" fmla="*/ 788484 w 3432647"/>
              <a:gd name="connsiteY10" fmla="*/ 52747 h 3100657"/>
              <a:gd name="connsiteX11" fmla="*/ 1360356 w 3432647"/>
              <a:gd name="connsiteY11" fmla="*/ 1334239 h 3100657"/>
              <a:gd name="connsiteX0" fmla="*/ 1360356 w 3432647"/>
              <a:gd name="connsiteY0" fmla="*/ 1334239 h 3100657"/>
              <a:gd name="connsiteX1" fmla="*/ 2020384 w 3432647"/>
              <a:gd name="connsiteY1" fmla="*/ 1278297 h 3100657"/>
              <a:gd name="connsiteX2" fmla="*/ 2718884 w 3432647"/>
              <a:gd name="connsiteY2" fmla="*/ 20996 h 3100657"/>
              <a:gd name="connsiteX3" fmla="*/ 2478492 w 3432647"/>
              <a:gd name="connsiteY3" fmla="*/ 1793554 h 3100657"/>
              <a:gd name="connsiteX4" fmla="*/ 3372934 w 3432647"/>
              <a:gd name="connsiteY4" fmla="*/ 1386246 h 3100657"/>
              <a:gd name="connsiteX5" fmla="*/ 2913889 w 3432647"/>
              <a:gd name="connsiteY5" fmla="*/ 2293090 h 3100657"/>
              <a:gd name="connsiteX6" fmla="*/ 1747015 w 3432647"/>
              <a:gd name="connsiteY6" fmla="*/ 3042390 h 3100657"/>
              <a:gd name="connsiteX7" fmla="*/ 540515 w 3432647"/>
              <a:gd name="connsiteY7" fmla="*/ 2061769 h 3100657"/>
              <a:gd name="connsiteX8" fmla="*/ 102685 w 3432647"/>
              <a:gd name="connsiteY8" fmla="*/ 821097 h 3100657"/>
              <a:gd name="connsiteX9" fmla="*/ 877384 w 3432647"/>
              <a:gd name="connsiteY9" fmla="*/ 1532297 h 3100657"/>
              <a:gd name="connsiteX10" fmla="*/ 788484 w 3432647"/>
              <a:gd name="connsiteY10" fmla="*/ 52747 h 3100657"/>
              <a:gd name="connsiteX11" fmla="*/ 1360356 w 3432647"/>
              <a:gd name="connsiteY11" fmla="*/ 1334239 h 3100657"/>
              <a:gd name="connsiteX0" fmla="*/ 1360356 w 3432647"/>
              <a:gd name="connsiteY0" fmla="*/ 1334239 h 3100657"/>
              <a:gd name="connsiteX1" fmla="*/ 2020384 w 3432647"/>
              <a:gd name="connsiteY1" fmla="*/ 1278297 h 3100657"/>
              <a:gd name="connsiteX2" fmla="*/ 2718884 w 3432647"/>
              <a:gd name="connsiteY2" fmla="*/ 20996 h 3100657"/>
              <a:gd name="connsiteX3" fmla="*/ 2478492 w 3432647"/>
              <a:gd name="connsiteY3" fmla="*/ 1793554 h 3100657"/>
              <a:gd name="connsiteX4" fmla="*/ 3372934 w 3432647"/>
              <a:gd name="connsiteY4" fmla="*/ 1386246 h 3100657"/>
              <a:gd name="connsiteX5" fmla="*/ 2913889 w 3432647"/>
              <a:gd name="connsiteY5" fmla="*/ 2293090 h 3100657"/>
              <a:gd name="connsiteX6" fmla="*/ 1747015 w 3432647"/>
              <a:gd name="connsiteY6" fmla="*/ 3042390 h 3100657"/>
              <a:gd name="connsiteX7" fmla="*/ 540515 w 3432647"/>
              <a:gd name="connsiteY7" fmla="*/ 2061769 h 3100657"/>
              <a:gd name="connsiteX8" fmla="*/ 102685 w 3432647"/>
              <a:gd name="connsiteY8" fmla="*/ 821097 h 3100657"/>
              <a:gd name="connsiteX9" fmla="*/ 877384 w 3432647"/>
              <a:gd name="connsiteY9" fmla="*/ 1532297 h 3100657"/>
              <a:gd name="connsiteX10" fmla="*/ 788484 w 3432647"/>
              <a:gd name="connsiteY10" fmla="*/ 52747 h 3100657"/>
              <a:gd name="connsiteX11" fmla="*/ 1360356 w 3432647"/>
              <a:gd name="connsiteY11" fmla="*/ 1334239 h 3100657"/>
              <a:gd name="connsiteX0" fmla="*/ 1360356 w 3432647"/>
              <a:gd name="connsiteY0" fmla="*/ 1334239 h 3100657"/>
              <a:gd name="connsiteX1" fmla="*/ 2020384 w 3432647"/>
              <a:gd name="connsiteY1" fmla="*/ 1278297 h 3100657"/>
              <a:gd name="connsiteX2" fmla="*/ 2718884 w 3432647"/>
              <a:gd name="connsiteY2" fmla="*/ 20996 h 3100657"/>
              <a:gd name="connsiteX3" fmla="*/ 2478492 w 3432647"/>
              <a:gd name="connsiteY3" fmla="*/ 1793554 h 3100657"/>
              <a:gd name="connsiteX4" fmla="*/ 3372934 w 3432647"/>
              <a:gd name="connsiteY4" fmla="*/ 1386246 h 3100657"/>
              <a:gd name="connsiteX5" fmla="*/ 2913889 w 3432647"/>
              <a:gd name="connsiteY5" fmla="*/ 2293090 h 3100657"/>
              <a:gd name="connsiteX6" fmla="*/ 1747015 w 3432647"/>
              <a:gd name="connsiteY6" fmla="*/ 3042390 h 3100657"/>
              <a:gd name="connsiteX7" fmla="*/ 540515 w 3432647"/>
              <a:gd name="connsiteY7" fmla="*/ 2061769 h 3100657"/>
              <a:gd name="connsiteX8" fmla="*/ 102685 w 3432647"/>
              <a:gd name="connsiteY8" fmla="*/ 821097 h 3100657"/>
              <a:gd name="connsiteX9" fmla="*/ 877384 w 3432647"/>
              <a:gd name="connsiteY9" fmla="*/ 1532297 h 3100657"/>
              <a:gd name="connsiteX10" fmla="*/ 788484 w 3432647"/>
              <a:gd name="connsiteY10" fmla="*/ 52747 h 3100657"/>
              <a:gd name="connsiteX11" fmla="*/ 1360356 w 3432647"/>
              <a:gd name="connsiteY11" fmla="*/ 1334239 h 3100657"/>
              <a:gd name="connsiteX0" fmla="*/ 1360356 w 3432647"/>
              <a:gd name="connsiteY0" fmla="*/ 1334239 h 3100657"/>
              <a:gd name="connsiteX1" fmla="*/ 2020384 w 3432647"/>
              <a:gd name="connsiteY1" fmla="*/ 1278297 h 3100657"/>
              <a:gd name="connsiteX2" fmla="*/ 2718884 w 3432647"/>
              <a:gd name="connsiteY2" fmla="*/ 20996 h 3100657"/>
              <a:gd name="connsiteX3" fmla="*/ 2478492 w 3432647"/>
              <a:gd name="connsiteY3" fmla="*/ 1793554 h 3100657"/>
              <a:gd name="connsiteX4" fmla="*/ 3372934 w 3432647"/>
              <a:gd name="connsiteY4" fmla="*/ 1386246 h 3100657"/>
              <a:gd name="connsiteX5" fmla="*/ 2913889 w 3432647"/>
              <a:gd name="connsiteY5" fmla="*/ 2293090 h 3100657"/>
              <a:gd name="connsiteX6" fmla="*/ 1747015 w 3432647"/>
              <a:gd name="connsiteY6" fmla="*/ 3042390 h 3100657"/>
              <a:gd name="connsiteX7" fmla="*/ 540515 w 3432647"/>
              <a:gd name="connsiteY7" fmla="*/ 2061769 h 3100657"/>
              <a:gd name="connsiteX8" fmla="*/ 102685 w 3432647"/>
              <a:gd name="connsiteY8" fmla="*/ 821097 h 3100657"/>
              <a:gd name="connsiteX9" fmla="*/ 877384 w 3432647"/>
              <a:gd name="connsiteY9" fmla="*/ 1532297 h 3100657"/>
              <a:gd name="connsiteX10" fmla="*/ 788484 w 3432647"/>
              <a:gd name="connsiteY10" fmla="*/ 52747 h 3100657"/>
              <a:gd name="connsiteX11" fmla="*/ 1360356 w 3432647"/>
              <a:gd name="connsiteY11" fmla="*/ 1334239 h 3100657"/>
              <a:gd name="connsiteX0" fmla="*/ 1413696 w 3432647"/>
              <a:gd name="connsiteY0" fmla="*/ 1318999 h 3100657"/>
              <a:gd name="connsiteX1" fmla="*/ 2020384 w 3432647"/>
              <a:gd name="connsiteY1" fmla="*/ 1278297 h 3100657"/>
              <a:gd name="connsiteX2" fmla="*/ 2718884 w 3432647"/>
              <a:gd name="connsiteY2" fmla="*/ 20996 h 3100657"/>
              <a:gd name="connsiteX3" fmla="*/ 2478492 w 3432647"/>
              <a:gd name="connsiteY3" fmla="*/ 1793554 h 3100657"/>
              <a:gd name="connsiteX4" fmla="*/ 3372934 w 3432647"/>
              <a:gd name="connsiteY4" fmla="*/ 1386246 h 3100657"/>
              <a:gd name="connsiteX5" fmla="*/ 2913889 w 3432647"/>
              <a:gd name="connsiteY5" fmla="*/ 2293090 h 3100657"/>
              <a:gd name="connsiteX6" fmla="*/ 1747015 w 3432647"/>
              <a:gd name="connsiteY6" fmla="*/ 3042390 h 3100657"/>
              <a:gd name="connsiteX7" fmla="*/ 540515 w 3432647"/>
              <a:gd name="connsiteY7" fmla="*/ 2061769 h 3100657"/>
              <a:gd name="connsiteX8" fmla="*/ 102685 w 3432647"/>
              <a:gd name="connsiteY8" fmla="*/ 821097 h 3100657"/>
              <a:gd name="connsiteX9" fmla="*/ 877384 w 3432647"/>
              <a:gd name="connsiteY9" fmla="*/ 1532297 h 3100657"/>
              <a:gd name="connsiteX10" fmla="*/ 788484 w 3432647"/>
              <a:gd name="connsiteY10" fmla="*/ 52747 h 3100657"/>
              <a:gd name="connsiteX11" fmla="*/ 1413696 w 3432647"/>
              <a:gd name="connsiteY11" fmla="*/ 1318999 h 3100657"/>
              <a:gd name="connsiteX0" fmla="*/ 1413696 w 3432647"/>
              <a:gd name="connsiteY0" fmla="*/ 1475822 h 3257480"/>
              <a:gd name="connsiteX1" fmla="*/ 1701616 w 3432647"/>
              <a:gd name="connsiteY1" fmla="*/ 20 h 3257480"/>
              <a:gd name="connsiteX2" fmla="*/ 2020384 w 3432647"/>
              <a:gd name="connsiteY2" fmla="*/ 1435120 h 3257480"/>
              <a:gd name="connsiteX3" fmla="*/ 2718884 w 3432647"/>
              <a:gd name="connsiteY3" fmla="*/ 177819 h 3257480"/>
              <a:gd name="connsiteX4" fmla="*/ 2478492 w 3432647"/>
              <a:gd name="connsiteY4" fmla="*/ 1950377 h 3257480"/>
              <a:gd name="connsiteX5" fmla="*/ 3372934 w 3432647"/>
              <a:gd name="connsiteY5" fmla="*/ 1543069 h 3257480"/>
              <a:gd name="connsiteX6" fmla="*/ 2913889 w 3432647"/>
              <a:gd name="connsiteY6" fmla="*/ 2449913 h 3257480"/>
              <a:gd name="connsiteX7" fmla="*/ 1747015 w 3432647"/>
              <a:gd name="connsiteY7" fmla="*/ 3199213 h 3257480"/>
              <a:gd name="connsiteX8" fmla="*/ 540515 w 3432647"/>
              <a:gd name="connsiteY8" fmla="*/ 2218592 h 3257480"/>
              <a:gd name="connsiteX9" fmla="*/ 102685 w 3432647"/>
              <a:gd name="connsiteY9" fmla="*/ 977920 h 3257480"/>
              <a:gd name="connsiteX10" fmla="*/ 877384 w 3432647"/>
              <a:gd name="connsiteY10" fmla="*/ 1689120 h 3257480"/>
              <a:gd name="connsiteX11" fmla="*/ 788484 w 3432647"/>
              <a:gd name="connsiteY11" fmla="*/ 209570 h 3257480"/>
              <a:gd name="connsiteX12" fmla="*/ 1413696 w 3432647"/>
              <a:gd name="connsiteY12" fmla="*/ 1475822 h 3257480"/>
              <a:gd name="connsiteX0" fmla="*/ 1413696 w 3432647"/>
              <a:gd name="connsiteY0" fmla="*/ 1475822 h 3257480"/>
              <a:gd name="connsiteX1" fmla="*/ 1701616 w 3432647"/>
              <a:gd name="connsiteY1" fmla="*/ 20 h 3257480"/>
              <a:gd name="connsiteX2" fmla="*/ 2020384 w 3432647"/>
              <a:gd name="connsiteY2" fmla="*/ 1435120 h 3257480"/>
              <a:gd name="connsiteX3" fmla="*/ 2718884 w 3432647"/>
              <a:gd name="connsiteY3" fmla="*/ 177819 h 3257480"/>
              <a:gd name="connsiteX4" fmla="*/ 2478492 w 3432647"/>
              <a:gd name="connsiteY4" fmla="*/ 1950377 h 3257480"/>
              <a:gd name="connsiteX5" fmla="*/ 3372934 w 3432647"/>
              <a:gd name="connsiteY5" fmla="*/ 1543069 h 3257480"/>
              <a:gd name="connsiteX6" fmla="*/ 2913889 w 3432647"/>
              <a:gd name="connsiteY6" fmla="*/ 2449913 h 3257480"/>
              <a:gd name="connsiteX7" fmla="*/ 1747015 w 3432647"/>
              <a:gd name="connsiteY7" fmla="*/ 3199213 h 3257480"/>
              <a:gd name="connsiteX8" fmla="*/ 540515 w 3432647"/>
              <a:gd name="connsiteY8" fmla="*/ 2218592 h 3257480"/>
              <a:gd name="connsiteX9" fmla="*/ 102685 w 3432647"/>
              <a:gd name="connsiteY9" fmla="*/ 977920 h 3257480"/>
              <a:gd name="connsiteX10" fmla="*/ 877384 w 3432647"/>
              <a:gd name="connsiteY10" fmla="*/ 1689120 h 3257480"/>
              <a:gd name="connsiteX11" fmla="*/ 788484 w 3432647"/>
              <a:gd name="connsiteY11" fmla="*/ 209570 h 3257480"/>
              <a:gd name="connsiteX12" fmla="*/ 1413696 w 3432647"/>
              <a:gd name="connsiteY12" fmla="*/ 1475822 h 3257480"/>
              <a:gd name="connsiteX0" fmla="*/ 1413696 w 3432647"/>
              <a:gd name="connsiteY0" fmla="*/ 1475822 h 3257480"/>
              <a:gd name="connsiteX1" fmla="*/ 1701616 w 3432647"/>
              <a:gd name="connsiteY1" fmla="*/ 20 h 3257480"/>
              <a:gd name="connsiteX2" fmla="*/ 2020384 w 3432647"/>
              <a:gd name="connsiteY2" fmla="*/ 1435120 h 3257480"/>
              <a:gd name="connsiteX3" fmla="*/ 2718884 w 3432647"/>
              <a:gd name="connsiteY3" fmla="*/ 177819 h 3257480"/>
              <a:gd name="connsiteX4" fmla="*/ 2478492 w 3432647"/>
              <a:gd name="connsiteY4" fmla="*/ 1950377 h 3257480"/>
              <a:gd name="connsiteX5" fmla="*/ 3372934 w 3432647"/>
              <a:gd name="connsiteY5" fmla="*/ 1543069 h 3257480"/>
              <a:gd name="connsiteX6" fmla="*/ 2913889 w 3432647"/>
              <a:gd name="connsiteY6" fmla="*/ 2449913 h 3257480"/>
              <a:gd name="connsiteX7" fmla="*/ 1747015 w 3432647"/>
              <a:gd name="connsiteY7" fmla="*/ 3199213 h 3257480"/>
              <a:gd name="connsiteX8" fmla="*/ 540515 w 3432647"/>
              <a:gd name="connsiteY8" fmla="*/ 2218592 h 3257480"/>
              <a:gd name="connsiteX9" fmla="*/ 102685 w 3432647"/>
              <a:gd name="connsiteY9" fmla="*/ 977920 h 3257480"/>
              <a:gd name="connsiteX10" fmla="*/ 877384 w 3432647"/>
              <a:gd name="connsiteY10" fmla="*/ 1689120 h 3257480"/>
              <a:gd name="connsiteX11" fmla="*/ 788484 w 3432647"/>
              <a:gd name="connsiteY11" fmla="*/ 209570 h 3257480"/>
              <a:gd name="connsiteX12" fmla="*/ 1413696 w 3432647"/>
              <a:gd name="connsiteY12" fmla="*/ 1475822 h 3257480"/>
              <a:gd name="connsiteX0" fmla="*/ 1413696 w 3432647"/>
              <a:gd name="connsiteY0" fmla="*/ 1475822 h 3257480"/>
              <a:gd name="connsiteX1" fmla="*/ 1701616 w 3432647"/>
              <a:gd name="connsiteY1" fmla="*/ 20 h 3257480"/>
              <a:gd name="connsiteX2" fmla="*/ 2020384 w 3432647"/>
              <a:gd name="connsiteY2" fmla="*/ 1435120 h 3257480"/>
              <a:gd name="connsiteX3" fmla="*/ 2718884 w 3432647"/>
              <a:gd name="connsiteY3" fmla="*/ 177819 h 3257480"/>
              <a:gd name="connsiteX4" fmla="*/ 2478492 w 3432647"/>
              <a:gd name="connsiteY4" fmla="*/ 1950377 h 3257480"/>
              <a:gd name="connsiteX5" fmla="*/ 3372934 w 3432647"/>
              <a:gd name="connsiteY5" fmla="*/ 1543069 h 3257480"/>
              <a:gd name="connsiteX6" fmla="*/ 2913889 w 3432647"/>
              <a:gd name="connsiteY6" fmla="*/ 2449913 h 3257480"/>
              <a:gd name="connsiteX7" fmla="*/ 1747015 w 3432647"/>
              <a:gd name="connsiteY7" fmla="*/ 3199213 h 3257480"/>
              <a:gd name="connsiteX8" fmla="*/ 540515 w 3432647"/>
              <a:gd name="connsiteY8" fmla="*/ 2218592 h 3257480"/>
              <a:gd name="connsiteX9" fmla="*/ 102685 w 3432647"/>
              <a:gd name="connsiteY9" fmla="*/ 977920 h 3257480"/>
              <a:gd name="connsiteX10" fmla="*/ 877384 w 3432647"/>
              <a:gd name="connsiteY10" fmla="*/ 1689120 h 3257480"/>
              <a:gd name="connsiteX11" fmla="*/ 788484 w 3432647"/>
              <a:gd name="connsiteY11" fmla="*/ 209570 h 3257480"/>
              <a:gd name="connsiteX12" fmla="*/ 1413696 w 3432647"/>
              <a:gd name="connsiteY12" fmla="*/ 1475822 h 3257480"/>
              <a:gd name="connsiteX0" fmla="*/ 1413696 w 3432647"/>
              <a:gd name="connsiteY0" fmla="*/ 1475822 h 3257480"/>
              <a:gd name="connsiteX1" fmla="*/ 1701616 w 3432647"/>
              <a:gd name="connsiteY1" fmla="*/ 20 h 3257480"/>
              <a:gd name="connsiteX2" fmla="*/ 2020384 w 3432647"/>
              <a:gd name="connsiteY2" fmla="*/ 1435120 h 3257480"/>
              <a:gd name="connsiteX3" fmla="*/ 2718884 w 3432647"/>
              <a:gd name="connsiteY3" fmla="*/ 177819 h 3257480"/>
              <a:gd name="connsiteX4" fmla="*/ 2478492 w 3432647"/>
              <a:gd name="connsiteY4" fmla="*/ 1950377 h 3257480"/>
              <a:gd name="connsiteX5" fmla="*/ 3372934 w 3432647"/>
              <a:gd name="connsiteY5" fmla="*/ 1543069 h 3257480"/>
              <a:gd name="connsiteX6" fmla="*/ 2913889 w 3432647"/>
              <a:gd name="connsiteY6" fmla="*/ 2449913 h 3257480"/>
              <a:gd name="connsiteX7" fmla="*/ 1747015 w 3432647"/>
              <a:gd name="connsiteY7" fmla="*/ 3199213 h 3257480"/>
              <a:gd name="connsiteX8" fmla="*/ 540515 w 3432647"/>
              <a:gd name="connsiteY8" fmla="*/ 2218592 h 3257480"/>
              <a:gd name="connsiteX9" fmla="*/ 102685 w 3432647"/>
              <a:gd name="connsiteY9" fmla="*/ 977920 h 3257480"/>
              <a:gd name="connsiteX10" fmla="*/ 877384 w 3432647"/>
              <a:gd name="connsiteY10" fmla="*/ 1689120 h 3257480"/>
              <a:gd name="connsiteX11" fmla="*/ 788484 w 3432647"/>
              <a:gd name="connsiteY11" fmla="*/ 209570 h 3257480"/>
              <a:gd name="connsiteX12" fmla="*/ 1413696 w 3432647"/>
              <a:gd name="connsiteY12" fmla="*/ 1475822 h 3257480"/>
              <a:gd name="connsiteX0" fmla="*/ 1413696 w 3432647"/>
              <a:gd name="connsiteY0" fmla="*/ 1475822 h 3257480"/>
              <a:gd name="connsiteX1" fmla="*/ 1701616 w 3432647"/>
              <a:gd name="connsiteY1" fmla="*/ 20 h 3257480"/>
              <a:gd name="connsiteX2" fmla="*/ 2020384 w 3432647"/>
              <a:gd name="connsiteY2" fmla="*/ 1435120 h 3257480"/>
              <a:gd name="connsiteX3" fmla="*/ 2718884 w 3432647"/>
              <a:gd name="connsiteY3" fmla="*/ 177819 h 3257480"/>
              <a:gd name="connsiteX4" fmla="*/ 2478492 w 3432647"/>
              <a:gd name="connsiteY4" fmla="*/ 1950377 h 3257480"/>
              <a:gd name="connsiteX5" fmla="*/ 3372934 w 3432647"/>
              <a:gd name="connsiteY5" fmla="*/ 1543069 h 3257480"/>
              <a:gd name="connsiteX6" fmla="*/ 2913889 w 3432647"/>
              <a:gd name="connsiteY6" fmla="*/ 2449913 h 3257480"/>
              <a:gd name="connsiteX7" fmla="*/ 1747015 w 3432647"/>
              <a:gd name="connsiteY7" fmla="*/ 3199213 h 3257480"/>
              <a:gd name="connsiteX8" fmla="*/ 540515 w 3432647"/>
              <a:gd name="connsiteY8" fmla="*/ 2218592 h 3257480"/>
              <a:gd name="connsiteX9" fmla="*/ 102685 w 3432647"/>
              <a:gd name="connsiteY9" fmla="*/ 977920 h 3257480"/>
              <a:gd name="connsiteX10" fmla="*/ 877384 w 3432647"/>
              <a:gd name="connsiteY10" fmla="*/ 1689120 h 3257480"/>
              <a:gd name="connsiteX11" fmla="*/ 788484 w 3432647"/>
              <a:gd name="connsiteY11" fmla="*/ 209570 h 3257480"/>
              <a:gd name="connsiteX12" fmla="*/ 1413696 w 3432647"/>
              <a:gd name="connsiteY12" fmla="*/ 1475822 h 3257480"/>
              <a:gd name="connsiteX0" fmla="*/ 1413696 w 3432647"/>
              <a:gd name="connsiteY0" fmla="*/ 1476994 h 3258652"/>
              <a:gd name="connsiteX1" fmla="*/ 1701616 w 3432647"/>
              <a:gd name="connsiteY1" fmla="*/ 1192 h 3258652"/>
              <a:gd name="connsiteX2" fmla="*/ 2020384 w 3432647"/>
              <a:gd name="connsiteY2" fmla="*/ 1436292 h 3258652"/>
              <a:gd name="connsiteX3" fmla="*/ 2718884 w 3432647"/>
              <a:gd name="connsiteY3" fmla="*/ 178991 h 3258652"/>
              <a:gd name="connsiteX4" fmla="*/ 2478492 w 3432647"/>
              <a:gd name="connsiteY4" fmla="*/ 1951549 h 3258652"/>
              <a:gd name="connsiteX5" fmla="*/ 3372934 w 3432647"/>
              <a:gd name="connsiteY5" fmla="*/ 1544241 h 3258652"/>
              <a:gd name="connsiteX6" fmla="*/ 2913889 w 3432647"/>
              <a:gd name="connsiteY6" fmla="*/ 2451085 h 3258652"/>
              <a:gd name="connsiteX7" fmla="*/ 1747015 w 3432647"/>
              <a:gd name="connsiteY7" fmla="*/ 3200385 h 3258652"/>
              <a:gd name="connsiteX8" fmla="*/ 540515 w 3432647"/>
              <a:gd name="connsiteY8" fmla="*/ 2219764 h 3258652"/>
              <a:gd name="connsiteX9" fmla="*/ 102685 w 3432647"/>
              <a:gd name="connsiteY9" fmla="*/ 979092 h 3258652"/>
              <a:gd name="connsiteX10" fmla="*/ 877384 w 3432647"/>
              <a:gd name="connsiteY10" fmla="*/ 1690292 h 3258652"/>
              <a:gd name="connsiteX11" fmla="*/ 788484 w 3432647"/>
              <a:gd name="connsiteY11" fmla="*/ 210742 h 3258652"/>
              <a:gd name="connsiteX12" fmla="*/ 1413696 w 3432647"/>
              <a:gd name="connsiteY12" fmla="*/ 1476994 h 3258652"/>
              <a:gd name="connsiteX0" fmla="*/ 1413696 w 3432647"/>
              <a:gd name="connsiteY0" fmla="*/ 1476994 h 3258652"/>
              <a:gd name="connsiteX1" fmla="*/ 1701616 w 3432647"/>
              <a:gd name="connsiteY1" fmla="*/ 1192 h 3258652"/>
              <a:gd name="connsiteX2" fmla="*/ 2020384 w 3432647"/>
              <a:gd name="connsiteY2" fmla="*/ 1436292 h 3258652"/>
              <a:gd name="connsiteX3" fmla="*/ 2718884 w 3432647"/>
              <a:gd name="connsiteY3" fmla="*/ 178991 h 3258652"/>
              <a:gd name="connsiteX4" fmla="*/ 2478492 w 3432647"/>
              <a:gd name="connsiteY4" fmla="*/ 1951549 h 3258652"/>
              <a:gd name="connsiteX5" fmla="*/ 3372934 w 3432647"/>
              <a:gd name="connsiteY5" fmla="*/ 1544241 h 3258652"/>
              <a:gd name="connsiteX6" fmla="*/ 2913889 w 3432647"/>
              <a:gd name="connsiteY6" fmla="*/ 2451085 h 3258652"/>
              <a:gd name="connsiteX7" fmla="*/ 1747015 w 3432647"/>
              <a:gd name="connsiteY7" fmla="*/ 3200385 h 3258652"/>
              <a:gd name="connsiteX8" fmla="*/ 540515 w 3432647"/>
              <a:gd name="connsiteY8" fmla="*/ 2219764 h 3258652"/>
              <a:gd name="connsiteX9" fmla="*/ 102685 w 3432647"/>
              <a:gd name="connsiteY9" fmla="*/ 979092 h 3258652"/>
              <a:gd name="connsiteX10" fmla="*/ 877384 w 3432647"/>
              <a:gd name="connsiteY10" fmla="*/ 1690292 h 3258652"/>
              <a:gd name="connsiteX11" fmla="*/ 788484 w 3432647"/>
              <a:gd name="connsiteY11" fmla="*/ 210742 h 3258652"/>
              <a:gd name="connsiteX12" fmla="*/ 1413696 w 3432647"/>
              <a:gd name="connsiteY12" fmla="*/ 1476994 h 3258652"/>
              <a:gd name="connsiteX0" fmla="*/ 1413696 w 3432647"/>
              <a:gd name="connsiteY0" fmla="*/ 1476994 h 3258652"/>
              <a:gd name="connsiteX1" fmla="*/ 1701616 w 3432647"/>
              <a:gd name="connsiteY1" fmla="*/ 1192 h 3258652"/>
              <a:gd name="connsiteX2" fmla="*/ 2020384 w 3432647"/>
              <a:gd name="connsiteY2" fmla="*/ 1436292 h 3258652"/>
              <a:gd name="connsiteX3" fmla="*/ 2718884 w 3432647"/>
              <a:gd name="connsiteY3" fmla="*/ 178991 h 3258652"/>
              <a:gd name="connsiteX4" fmla="*/ 2478492 w 3432647"/>
              <a:gd name="connsiteY4" fmla="*/ 1951549 h 3258652"/>
              <a:gd name="connsiteX5" fmla="*/ 3372934 w 3432647"/>
              <a:gd name="connsiteY5" fmla="*/ 1544241 h 3258652"/>
              <a:gd name="connsiteX6" fmla="*/ 2913889 w 3432647"/>
              <a:gd name="connsiteY6" fmla="*/ 2451085 h 3258652"/>
              <a:gd name="connsiteX7" fmla="*/ 1747015 w 3432647"/>
              <a:gd name="connsiteY7" fmla="*/ 3200385 h 3258652"/>
              <a:gd name="connsiteX8" fmla="*/ 540515 w 3432647"/>
              <a:gd name="connsiteY8" fmla="*/ 2219764 h 3258652"/>
              <a:gd name="connsiteX9" fmla="*/ 102685 w 3432647"/>
              <a:gd name="connsiteY9" fmla="*/ 979092 h 3258652"/>
              <a:gd name="connsiteX10" fmla="*/ 877384 w 3432647"/>
              <a:gd name="connsiteY10" fmla="*/ 1690292 h 3258652"/>
              <a:gd name="connsiteX11" fmla="*/ 788484 w 3432647"/>
              <a:gd name="connsiteY11" fmla="*/ 210742 h 3258652"/>
              <a:gd name="connsiteX12" fmla="*/ 1413696 w 3432647"/>
              <a:gd name="connsiteY12" fmla="*/ 1476994 h 3258652"/>
              <a:gd name="connsiteX0" fmla="*/ 1413696 w 3432647"/>
              <a:gd name="connsiteY0" fmla="*/ 1476994 h 3258652"/>
              <a:gd name="connsiteX1" fmla="*/ 1701616 w 3432647"/>
              <a:gd name="connsiteY1" fmla="*/ 1192 h 3258652"/>
              <a:gd name="connsiteX2" fmla="*/ 2020384 w 3432647"/>
              <a:gd name="connsiteY2" fmla="*/ 1436292 h 3258652"/>
              <a:gd name="connsiteX3" fmla="*/ 2718884 w 3432647"/>
              <a:gd name="connsiteY3" fmla="*/ 178991 h 3258652"/>
              <a:gd name="connsiteX4" fmla="*/ 2478492 w 3432647"/>
              <a:gd name="connsiteY4" fmla="*/ 1951549 h 3258652"/>
              <a:gd name="connsiteX5" fmla="*/ 3372934 w 3432647"/>
              <a:gd name="connsiteY5" fmla="*/ 1544241 h 3258652"/>
              <a:gd name="connsiteX6" fmla="*/ 2913889 w 3432647"/>
              <a:gd name="connsiteY6" fmla="*/ 2451085 h 3258652"/>
              <a:gd name="connsiteX7" fmla="*/ 1747015 w 3432647"/>
              <a:gd name="connsiteY7" fmla="*/ 3200385 h 3258652"/>
              <a:gd name="connsiteX8" fmla="*/ 540515 w 3432647"/>
              <a:gd name="connsiteY8" fmla="*/ 2219764 h 3258652"/>
              <a:gd name="connsiteX9" fmla="*/ 102685 w 3432647"/>
              <a:gd name="connsiteY9" fmla="*/ 979092 h 3258652"/>
              <a:gd name="connsiteX10" fmla="*/ 877384 w 3432647"/>
              <a:gd name="connsiteY10" fmla="*/ 1690292 h 3258652"/>
              <a:gd name="connsiteX11" fmla="*/ 788484 w 3432647"/>
              <a:gd name="connsiteY11" fmla="*/ 210742 h 3258652"/>
              <a:gd name="connsiteX12" fmla="*/ 1413696 w 3432647"/>
              <a:gd name="connsiteY12" fmla="*/ 1476994 h 3258652"/>
              <a:gd name="connsiteX0" fmla="*/ 1413696 w 3432647"/>
              <a:gd name="connsiteY0" fmla="*/ 1476994 h 3258652"/>
              <a:gd name="connsiteX1" fmla="*/ 1701616 w 3432647"/>
              <a:gd name="connsiteY1" fmla="*/ 1192 h 3258652"/>
              <a:gd name="connsiteX2" fmla="*/ 2020384 w 3432647"/>
              <a:gd name="connsiteY2" fmla="*/ 1436292 h 3258652"/>
              <a:gd name="connsiteX3" fmla="*/ 2718884 w 3432647"/>
              <a:gd name="connsiteY3" fmla="*/ 178991 h 3258652"/>
              <a:gd name="connsiteX4" fmla="*/ 2478492 w 3432647"/>
              <a:gd name="connsiteY4" fmla="*/ 1951549 h 3258652"/>
              <a:gd name="connsiteX5" fmla="*/ 3372934 w 3432647"/>
              <a:gd name="connsiteY5" fmla="*/ 1544241 h 3258652"/>
              <a:gd name="connsiteX6" fmla="*/ 2913889 w 3432647"/>
              <a:gd name="connsiteY6" fmla="*/ 2451085 h 3258652"/>
              <a:gd name="connsiteX7" fmla="*/ 1747015 w 3432647"/>
              <a:gd name="connsiteY7" fmla="*/ 3200385 h 3258652"/>
              <a:gd name="connsiteX8" fmla="*/ 540515 w 3432647"/>
              <a:gd name="connsiteY8" fmla="*/ 2219764 h 3258652"/>
              <a:gd name="connsiteX9" fmla="*/ 102685 w 3432647"/>
              <a:gd name="connsiteY9" fmla="*/ 979092 h 3258652"/>
              <a:gd name="connsiteX10" fmla="*/ 877384 w 3432647"/>
              <a:gd name="connsiteY10" fmla="*/ 1690292 h 3258652"/>
              <a:gd name="connsiteX11" fmla="*/ 788484 w 3432647"/>
              <a:gd name="connsiteY11" fmla="*/ 210742 h 3258652"/>
              <a:gd name="connsiteX12" fmla="*/ 1413696 w 3432647"/>
              <a:gd name="connsiteY12" fmla="*/ 1476994 h 3258652"/>
              <a:gd name="connsiteX0" fmla="*/ 1413696 w 3432647"/>
              <a:gd name="connsiteY0" fmla="*/ 1476994 h 3258652"/>
              <a:gd name="connsiteX1" fmla="*/ 1701616 w 3432647"/>
              <a:gd name="connsiteY1" fmla="*/ 1192 h 3258652"/>
              <a:gd name="connsiteX2" fmla="*/ 2020384 w 3432647"/>
              <a:gd name="connsiteY2" fmla="*/ 1436292 h 3258652"/>
              <a:gd name="connsiteX3" fmla="*/ 2718884 w 3432647"/>
              <a:gd name="connsiteY3" fmla="*/ 178991 h 3258652"/>
              <a:gd name="connsiteX4" fmla="*/ 2478492 w 3432647"/>
              <a:gd name="connsiteY4" fmla="*/ 1951549 h 3258652"/>
              <a:gd name="connsiteX5" fmla="*/ 3372934 w 3432647"/>
              <a:gd name="connsiteY5" fmla="*/ 1544241 h 3258652"/>
              <a:gd name="connsiteX6" fmla="*/ 2913889 w 3432647"/>
              <a:gd name="connsiteY6" fmla="*/ 2451085 h 3258652"/>
              <a:gd name="connsiteX7" fmla="*/ 1747015 w 3432647"/>
              <a:gd name="connsiteY7" fmla="*/ 3200385 h 3258652"/>
              <a:gd name="connsiteX8" fmla="*/ 540515 w 3432647"/>
              <a:gd name="connsiteY8" fmla="*/ 2219764 h 3258652"/>
              <a:gd name="connsiteX9" fmla="*/ 102685 w 3432647"/>
              <a:gd name="connsiteY9" fmla="*/ 979092 h 3258652"/>
              <a:gd name="connsiteX10" fmla="*/ 877384 w 3432647"/>
              <a:gd name="connsiteY10" fmla="*/ 1690292 h 3258652"/>
              <a:gd name="connsiteX11" fmla="*/ 788484 w 3432647"/>
              <a:gd name="connsiteY11" fmla="*/ 210742 h 3258652"/>
              <a:gd name="connsiteX12" fmla="*/ 1413696 w 3432647"/>
              <a:gd name="connsiteY12" fmla="*/ 1476994 h 3258652"/>
              <a:gd name="connsiteX0" fmla="*/ 1413696 w 3432647"/>
              <a:gd name="connsiteY0" fmla="*/ 1477210 h 3258868"/>
              <a:gd name="connsiteX1" fmla="*/ 1701616 w 3432647"/>
              <a:gd name="connsiteY1" fmla="*/ 1408 h 3258868"/>
              <a:gd name="connsiteX2" fmla="*/ 2020384 w 3432647"/>
              <a:gd name="connsiteY2" fmla="*/ 1436508 h 3258868"/>
              <a:gd name="connsiteX3" fmla="*/ 2718884 w 3432647"/>
              <a:gd name="connsiteY3" fmla="*/ 179207 h 3258868"/>
              <a:gd name="connsiteX4" fmla="*/ 2478492 w 3432647"/>
              <a:gd name="connsiteY4" fmla="*/ 1951765 h 3258868"/>
              <a:gd name="connsiteX5" fmla="*/ 3372934 w 3432647"/>
              <a:gd name="connsiteY5" fmla="*/ 1544457 h 3258868"/>
              <a:gd name="connsiteX6" fmla="*/ 2913889 w 3432647"/>
              <a:gd name="connsiteY6" fmla="*/ 2451301 h 3258868"/>
              <a:gd name="connsiteX7" fmla="*/ 1747015 w 3432647"/>
              <a:gd name="connsiteY7" fmla="*/ 3200601 h 3258868"/>
              <a:gd name="connsiteX8" fmla="*/ 540515 w 3432647"/>
              <a:gd name="connsiteY8" fmla="*/ 2219980 h 3258868"/>
              <a:gd name="connsiteX9" fmla="*/ 102685 w 3432647"/>
              <a:gd name="connsiteY9" fmla="*/ 979308 h 3258868"/>
              <a:gd name="connsiteX10" fmla="*/ 877384 w 3432647"/>
              <a:gd name="connsiteY10" fmla="*/ 1690508 h 3258868"/>
              <a:gd name="connsiteX11" fmla="*/ 788484 w 3432647"/>
              <a:gd name="connsiteY11" fmla="*/ 210958 h 3258868"/>
              <a:gd name="connsiteX12" fmla="*/ 1413696 w 3432647"/>
              <a:gd name="connsiteY12" fmla="*/ 1477210 h 3258868"/>
              <a:gd name="connsiteX0" fmla="*/ 1222021 w 3240972"/>
              <a:gd name="connsiteY0" fmla="*/ 1477210 h 3258868"/>
              <a:gd name="connsiteX1" fmla="*/ 1509941 w 3240972"/>
              <a:gd name="connsiteY1" fmla="*/ 1408 h 3258868"/>
              <a:gd name="connsiteX2" fmla="*/ 1828709 w 3240972"/>
              <a:gd name="connsiteY2" fmla="*/ 1436508 h 3258868"/>
              <a:gd name="connsiteX3" fmla="*/ 2527209 w 3240972"/>
              <a:gd name="connsiteY3" fmla="*/ 179207 h 3258868"/>
              <a:gd name="connsiteX4" fmla="*/ 2286817 w 3240972"/>
              <a:gd name="connsiteY4" fmla="*/ 1951765 h 3258868"/>
              <a:gd name="connsiteX5" fmla="*/ 3181259 w 3240972"/>
              <a:gd name="connsiteY5" fmla="*/ 1544457 h 3258868"/>
              <a:gd name="connsiteX6" fmla="*/ 2722214 w 3240972"/>
              <a:gd name="connsiteY6" fmla="*/ 2451301 h 3258868"/>
              <a:gd name="connsiteX7" fmla="*/ 1555340 w 3240972"/>
              <a:gd name="connsiteY7" fmla="*/ 3200601 h 3258868"/>
              <a:gd name="connsiteX8" fmla="*/ 348840 w 3240972"/>
              <a:gd name="connsiteY8" fmla="*/ 2219980 h 3258868"/>
              <a:gd name="connsiteX9" fmla="*/ 132998 w 3240972"/>
              <a:gd name="connsiteY9" fmla="*/ 928856 h 3258868"/>
              <a:gd name="connsiteX10" fmla="*/ 685709 w 3240972"/>
              <a:gd name="connsiteY10" fmla="*/ 1690508 h 3258868"/>
              <a:gd name="connsiteX11" fmla="*/ 596809 w 3240972"/>
              <a:gd name="connsiteY11" fmla="*/ 210958 h 3258868"/>
              <a:gd name="connsiteX12" fmla="*/ 1222021 w 3240972"/>
              <a:gd name="connsiteY12" fmla="*/ 1477210 h 3258868"/>
              <a:gd name="connsiteX0" fmla="*/ 1172985 w 3191936"/>
              <a:gd name="connsiteY0" fmla="*/ 1477210 h 3258868"/>
              <a:gd name="connsiteX1" fmla="*/ 1460905 w 3191936"/>
              <a:gd name="connsiteY1" fmla="*/ 1408 h 3258868"/>
              <a:gd name="connsiteX2" fmla="*/ 1779673 w 3191936"/>
              <a:gd name="connsiteY2" fmla="*/ 1436508 h 3258868"/>
              <a:gd name="connsiteX3" fmla="*/ 2478173 w 3191936"/>
              <a:gd name="connsiteY3" fmla="*/ 179207 h 3258868"/>
              <a:gd name="connsiteX4" fmla="*/ 2237781 w 3191936"/>
              <a:gd name="connsiteY4" fmla="*/ 1951765 h 3258868"/>
              <a:gd name="connsiteX5" fmla="*/ 3132223 w 3191936"/>
              <a:gd name="connsiteY5" fmla="*/ 1544457 h 3258868"/>
              <a:gd name="connsiteX6" fmla="*/ 2673178 w 3191936"/>
              <a:gd name="connsiteY6" fmla="*/ 2451301 h 3258868"/>
              <a:gd name="connsiteX7" fmla="*/ 1506304 w 3191936"/>
              <a:gd name="connsiteY7" fmla="*/ 3200601 h 3258868"/>
              <a:gd name="connsiteX8" fmla="*/ 299804 w 3191936"/>
              <a:gd name="connsiteY8" fmla="*/ 2219980 h 3258868"/>
              <a:gd name="connsiteX9" fmla="*/ 144504 w 3191936"/>
              <a:gd name="connsiteY9" fmla="*/ 928856 h 3258868"/>
              <a:gd name="connsiteX10" fmla="*/ 636673 w 3191936"/>
              <a:gd name="connsiteY10" fmla="*/ 1690508 h 3258868"/>
              <a:gd name="connsiteX11" fmla="*/ 547773 w 3191936"/>
              <a:gd name="connsiteY11" fmla="*/ 210958 h 3258868"/>
              <a:gd name="connsiteX12" fmla="*/ 1172985 w 3191936"/>
              <a:gd name="connsiteY12" fmla="*/ 1477210 h 3258868"/>
              <a:gd name="connsiteX0" fmla="*/ 1172985 w 3191936"/>
              <a:gd name="connsiteY0" fmla="*/ 1477210 h 3258868"/>
              <a:gd name="connsiteX1" fmla="*/ 1460905 w 3191936"/>
              <a:gd name="connsiteY1" fmla="*/ 1408 h 3258868"/>
              <a:gd name="connsiteX2" fmla="*/ 1779673 w 3191936"/>
              <a:gd name="connsiteY2" fmla="*/ 1436508 h 3258868"/>
              <a:gd name="connsiteX3" fmla="*/ 2478173 w 3191936"/>
              <a:gd name="connsiteY3" fmla="*/ 179207 h 3258868"/>
              <a:gd name="connsiteX4" fmla="*/ 2237781 w 3191936"/>
              <a:gd name="connsiteY4" fmla="*/ 1951765 h 3258868"/>
              <a:gd name="connsiteX5" fmla="*/ 3132223 w 3191936"/>
              <a:gd name="connsiteY5" fmla="*/ 1544457 h 3258868"/>
              <a:gd name="connsiteX6" fmla="*/ 2673178 w 3191936"/>
              <a:gd name="connsiteY6" fmla="*/ 2451301 h 3258868"/>
              <a:gd name="connsiteX7" fmla="*/ 1506304 w 3191936"/>
              <a:gd name="connsiteY7" fmla="*/ 3200601 h 3258868"/>
              <a:gd name="connsiteX8" fmla="*/ 299804 w 3191936"/>
              <a:gd name="connsiteY8" fmla="*/ 2219980 h 3258868"/>
              <a:gd name="connsiteX9" fmla="*/ 144504 w 3191936"/>
              <a:gd name="connsiteY9" fmla="*/ 928856 h 3258868"/>
              <a:gd name="connsiteX10" fmla="*/ 636673 w 3191936"/>
              <a:gd name="connsiteY10" fmla="*/ 1690508 h 3258868"/>
              <a:gd name="connsiteX11" fmla="*/ 578044 w 3191936"/>
              <a:gd name="connsiteY11" fmla="*/ 210958 h 3258868"/>
              <a:gd name="connsiteX12" fmla="*/ 1172985 w 3191936"/>
              <a:gd name="connsiteY12" fmla="*/ 1477210 h 3258868"/>
              <a:gd name="connsiteX0" fmla="*/ 1172985 w 3191936"/>
              <a:gd name="connsiteY0" fmla="*/ 1467132 h 3248790"/>
              <a:gd name="connsiteX1" fmla="*/ 1259098 w 3191936"/>
              <a:gd name="connsiteY1" fmla="*/ 1420 h 3248790"/>
              <a:gd name="connsiteX2" fmla="*/ 1779673 w 3191936"/>
              <a:gd name="connsiteY2" fmla="*/ 1426430 h 3248790"/>
              <a:gd name="connsiteX3" fmla="*/ 2478173 w 3191936"/>
              <a:gd name="connsiteY3" fmla="*/ 169129 h 3248790"/>
              <a:gd name="connsiteX4" fmla="*/ 2237781 w 3191936"/>
              <a:gd name="connsiteY4" fmla="*/ 1941687 h 3248790"/>
              <a:gd name="connsiteX5" fmla="*/ 3132223 w 3191936"/>
              <a:gd name="connsiteY5" fmla="*/ 1534379 h 3248790"/>
              <a:gd name="connsiteX6" fmla="*/ 2673178 w 3191936"/>
              <a:gd name="connsiteY6" fmla="*/ 2441223 h 3248790"/>
              <a:gd name="connsiteX7" fmla="*/ 1506304 w 3191936"/>
              <a:gd name="connsiteY7" fmla="*/ 3190523 h 3248790"/>
              <a:gd name="connsiteX8" fmla="*/ 299804 w 3191936"/>
              <a:gd name="connsiteY8" fmla="*/ 2209902 h 3248790"/>
              <a:gd name="connsiteX9" fmla="*/ 144504 w 3191936"/>
              <a:gd name="connsiteY9" fmla="*/ 918778 h 3248790"/>
              <a:gd name="connsiteX10" fmla="*/ 636673 w 3191936"/>
              <a:gd name="connsiteY10" fmla="*/ 1680430 h 3248790"/>
              <a:gd name="connsiteX11" fmla="*/ 578044 w 3191936"/>
              <a:gd name="connsiteY11" fmla="*/ 200880 h 3248790"/>
              <a:gd name="connsiteX12" fmla="*/ 1172985 w 3191936"/>
              <a:gd name="connsiteY12" fmla="*/ 1467132 h 3248790"/>
              <a:gd name="connsiteX0" fmla="*/ 1172985 w 3191936"/>
              <a:gd name="connsiteY0" fmla="*/ 1477210 h 3258868"/>
              <a:gd name="connsiteX1" fmla="*/ 1299459 w 3191936"/>
              <a:gd name="connsiteY1" fmla="*/ 1407 h 3258868"/>
              <a:gd name="connsiteX2" fmla="*/ 1779673 w 3191936"/>
              <a:gd name="connsiteY2" fmla="*/ 1436508 h 3258868"/>
              <a:gd name="connsiteX3" fmla="*/ 2478173 w 3191936"/>
              <a:gd name="connsiteY3" fmla="*/ 179207 h 3258868"/>
              <a:gd name="connsiteX4" fmla="*/ 2237781 w 3191936"/>
              <a:gd name="connsiteY4" fmla="*/ 1951765 h 3258868"/>
              <a:gd name="connsiteX5" fmla="*/ 3132223 w 3191936"/>
              <a:gd name="connsiteY5" fmla="*/ 1544457 h 3258868"/>
              <a:gd name="connsiteX6" fmla="*/ 2673178 w 3191936"/>
              <a:gd name="connsiteY6" fmla="*/ 2451301 h 3258868"/>
              <a:gd name="connsiteX7" fmla="*/ 1506304 w 3191936"/>
              <a:gd name="connsiteY7" fmla="*/ 3200601 h 3258868"/>
              <a:gd name="connsiteX8" fmla="*/ 299804 w 3191936"/>
              <a:gd name="connsiteY8" fmla="*/ 2219980 h 3258868"/>
              <a:gd name="connsiteX9" fmla="*/ 144504 w 3191936"/>
              <a:gd name="connsiteY9" fmla="*/ 928856 h 3258868"/>
              <a:gd name="connsiteX10" fmla="*/ 636673 w 3191936"/>
              <a:gd name="connsiteY10" fmla="*/ 1690508 h 3258868"/>
              <a:gd name="connsiteX11" fmla="*/ 578044 w 3191936"/>
              <a:gd name="connsiteY11" fmla="*/ 210958 h 3258868"/>
              <a:gd name="connsiteX12" fmla="*/ 1172985 w 3191936"/>
              <a:gd name="connsiteY12" fmla="*/ 1477210 h 3258868"/>
              <a:gd name="connsiteX0" fmla="*/ 1172985 w 3191936"/>
              <a:gd name="connsiteY0" fmla="*/ 1477211 h 3258869"/>
              <a:gd name="connsiteX1" fmla="*/ 1299459 w 3191936"/>
              <a:gd name="connsiteY1" fmla="*/ 1408 h 3258869"/>
              <a:gd name="connsiteX2" fmla="*/ 1779673 w 3191936"/>
              <a:gd name="connsiteY2" fmla="*/ 1436509 h 3258869"/>
              <a:gd name="connsiteX3" fmla="*/ 2336908 w 3191936"/>
              <a:gd name="connsiteY3" fmla="*/ 189299 h 3258869"/>
              <a:gd name="connsiteX4" fmla="*/ 2237781 w 3191936"/>
              <a:gd name="connsiteY4" fmla="*/ 1951766 h 3258869"/>
              <a:gd name="connsiteX5" fmla="*/ 3132223 w 3191936"/>
              <a:gd name="connsiteY5" fmla="*/ 1544458 h 3258869"/>
              <a:gd name="connsiteX6" fmla="*/ 2673178 w 3191936"/>
              <a:gd name="connsiteY6" fmla="*/ 2451302 h 3258869"/>
              <a:gd name="connsiteX7" fmla="*/ 1506304 w 3191936"/>
              <a:gd name="connsiteY7" fmla="*/ 3200602 h 3258869"/>
              <a:gd name="connsiteX8" fmla="*/ 299804 w 3191936"/>
              <a:gd name="connsiteY8" fmla="*/ 2219981 h 3258869"/>
              <a:gd name="connsiteX9" fmla="*/ 144504 w 3191936"/>
              <a:gd name="connsiteY9" fmla="*/ 928857 h 3258869"/>
              <a:gd name="connsiteX10" fmla="*/ 636673 w 3191936"/>
              <a:gd name="connsiteY10" fmla="*/ 1690509 h 3258869"/>
              <a:gd name="connsiteX11" fmla="*/ 578044 w 3191936"/>
              <a:gd name="connsiteY11" fmla="*/ 210959 h 3258869"/>
              <a:gd name="connsiteX12" fmla="*/ 1172985 w 3191936"/>
              <a:gd name="connsiteY12" fmla="*/ 1477211 h 3258869"/>
              <a:gd name="connsiteX0" fmla="*/ 1172985 w 3191936"/>
              <a:gd name="connsiteY0" fmla="*/ 1477211 h 3258869"/>
              <a:gd name="connsiteX1" fmla="*/ 1299459 w 3191936"/>
              <a:gd name="connsiteY1" fmla="*/ 1408 h 3258869"/>
              <a:gd name="connsiteX2" fmla="*/ 1779673 w 3191936"/>
              <a:gd name="connsiteY2" fmla="*/ 1436509 h 3258869"/>
              <a:gd name="connsiteX3" fmla="*/ 2336908 w 3191936"/>
              <a:gd name="connsiteY3" fmla="*/ 189299 h 3258869"/>
              <a:gd name="connsiteX4" fmla="*/ 2237781 w 3191936"/>
              <a:gd name="connsiteY4" fmla="*/ 1951766 h 3258869"/>
              <a:gd name="connsiteX5" fmla="*/ 3132223 w 3191936"/>
              <a:gd name="connsiteY5" fmla="*/ 1544458 h 3258869"/>
              <a:gd name="connsiteX6" fmla="*/ 2673178 w 3191936"/>
              <a:gd name="connsiteY6" fmla="*/ 2451302 h 3258869"/>
              <a:gd name="connsiteX7" fmla="*/ 1506304 w 3191936"/>
              <a:gd name="connsiteY7" fmla="*/ 3200602 h 3258869"/>
              <a:gd name="connsiteX8" fmla="*/ 299804 w 3191936"/>
              <a:gd name="connsiteY8" fmla="*/ 2219981 h 3258869"/>
              <a:gd name="connsiteX9" fmla="*/ 144504 w 3191936"/>
              <a:gd name="connsiteY9" fmla="*/ 928857 h 3258869"/>
              <a:gd name="connsiteX10" fmla="*/ 636673 w 3191936"/>
              <a:gd name="connsiteY10" fmla="*/ 1690509 h 3258869"/>
              <a:gd name="connsiteX11" fmla="*/ 578044 w 3191936"/>
              <a:gd name="connsiteY11" fmla="*/ 210959 h 3258869"/>
              <a:gd name="connsiteX12" fmla="*/ 1172985 w 3191936"/>
              <a:gd name="connsiteY12" fmla="*/ 1477211 h 3258869"/>
              <a:gd name="connsiteX0" fmla="*/ 1172985 w 3191936"/>
              <a:gd name="connsiteY0" fmla="*/ 1477211 h 3258869"/>
              <a:gd name="connsiteX1" fmla="*/ 1299459 w 3191936"/>
              <a:gd name="connsiteY1" fmla="*/ 1408 h 3258869"/>
              <a:gd name="connsiteX2" fmla="*/ 1779673 w 3191936"/>
              <a:gd name="connsiteY2" fmla="*/ 1436509 h 3258869"/>
              <a:gd name="connsiteX3" fmla="*/ 2336908 w 3191936"/>
              <a:gd name="connsiteY3" fmla="*/ 189299 h 3258869"/>
              <a:gd name="connsiteX4" fmla="*/ 2237781 w 3191936"/>
              <a:gd name="connsiteY4" fmla="*/ 1951766 h 3258869"/>
              <a:gd name="connsiteX5" fmla="*/ 3132223 w 3191936"/>
              <a:gd name="connsiteY5" fmla="*/ 1544458 h 3258869"/>
              <a:gd name="connsiteX6" fmla="*/ 2673178 w 3191936"/>
              <a:gd name="connsiteY6" fmla="*/ 2451302 h 3258869"/>
              <a:gd name="connsiteX7" fmla="*/ 1506304 w 3191936"/>
              <a:gd name="connsiteY7" fmla="*/ 3200602 h 3258869"/>
              <a:gd name="connsiteX8" fmla="*/ 299804 w 3191936"/>
              <a:gd name="connsiteY8" fmla="*/ 2219981 h 3258869"/>
              <a:gd name="connsiteX9" fmla="*/ 144504 w 3191936"/>
              <a:gd name="connsiteY9" fmla="*/ 928857 h 3258869"/>
              <a:gd name="connsiteX10" fmla="*/ 636673 w 3191936"/>
              <a:gd name="connsiteY10" fmla="*/ 1690509 h 3258869"/>
              <a:gd name="connsiteX11" fmla="*/ 578044 w 3191936"/>
              <a:gd name="connsiteY11" fmla="*/ 210959 h 3258869"/>
              <a:gd name="connsiteX12" fmla="*/ 1172985 w 3191936"/>
              <a:gd name="connsiteY12" fmla="*/ 1477211 h 3258869"/>
              <a:gd name="connsiteX0" fmla="*/ 1172985 w 3191936"/>
              <a:gd name="connsiteY0" fmla="*/ 1477211 h 3258869"/>
              <a:gd name="connsiteX1" fmla="*/ 1299459 w 3191936"/>
              <a:gd name="connsiteY1" fmla="*/ 1408 h 3258869"/>
              <a:gd name="connsiteX2" fmla="*/ 1779673 w 3191936"/>
              <a:gd name="connsiteY2" fmla="*/ 1436509 h 3258869"/>
              <a:gd name="connsiteX3" fmla="*/ 2336908 w 3191936"/>
              <a:gd name="connsiteY3" fmla="*/ 189299 h 3258869"/>
              <a:gd name="connsiteX4" fmla="*/ 2237781 w 3191936"/>
              <a:gd name="connsiteY4" fmla="*/ 1951766 h 3258869"/>
              <a:gd name="connsiteX5" fmla="*/ 3132223 w 3191936"/>
              <a:gd name="connsiteY5" fmla="*/ 1544458 h 3258869"/>
              <a:gd name="connsiteX6" fmla="*/ 2673178 w 3191936"/>
              <a:gd name="connsiteY6" fmla="*/ 2451302 h 3258869"/>
              <a:gd name="connsiteX7" fmla="*/ 1506304 w 3191936"/>
              <a:gd name="connsiteY7" fmla="*/ 3200602 h 3258869"/>
              <a:gd name="connsiteX8" fmla="*/ 299804 w 3191936"/>
              <a:gd name="connsiteY8" fmla="*/ 2219981 h 3258869"/>
              <a:gd name="connsiteX9" fmla="*/ 144504 w 3191936"/>
              <a:gd name="connsiteY9" fmla="*/ 928857 h 3258869"/>
              <a:gd name="connsiteX10" fmla="*/ 636673 w 3191936"/>
              <a:gd name="connsiteY10" fmla="*/ 1690509 h 3258869"/>
              <a:gd name="connsiteX11" fmla="*/ 578044 w 3191936"/>
              <a:gd name="connsiteY11" fmla="*/ 210959 h 3258869"/>
              <a:gd name="connsiteX12" fmla="*/ 1172985 w 3191936"/>
              <a:gd name="connsiteY12" fmla="*/ 1477211 h 3258869"/>
              <a:gd name="connsiteX0" fmla="*/ 1172985 w 3191936"/>
              <a:gd name="connsiteY0" fmla="*/ 1477211 h 3258869"/>
              <a:gd name="connsiteX1" fmla="*/ 1299459 w 3191936"/>
              <a:gd name="connsiteY1" fmla="*/ 1408 h 3258869"/>
              <a:gd name="connsiteX2" fmla="*/ 1779673 w 3191936"/>
              <a:gd name="connsiteY2" fmla="*/ 1436509 h 3258869"/>
              <a:gd name="connsiteX3" fmla="*/ 2336908 w 3191936"/>
              <a:gd name="connsiteY3" fmla="*/ 189299 h 3258869"/>
              <a:gd name="connsiteX4" fmla="*/ 2237781 w 3191936"/>
              <a:gd name="connsiteY4" fmla="*/ 1951766 h 3258869"/>
              <a:gd name="connsiteX5" fmla="*/ 3132223 w 3191936"/>
              <a:gd name="connsiteY5" fmla="*/ 1544458 h 3258869"/>
              <a:gd name="connsiteX6" fmla="*/ 2673178 w 3191936"/>
              <a:gd name="connsiteY6" fmla="*/ 2451302 h 3258869"/>
              <a:gd name="connsiteX7" fmla="*/ 1506304 w 3191936"/>
              <a:gd name="connsiteY7" fmla="*/ 3200602 h 3258869"/>
              <a:gd name="connsiteX8" fmla="*/ 299804 w 3191936"/>
              <a:gd name="connsiteY8" fmla="*/ 2219981 h 3258869"/>
              <a:gd name="connsiteX9" fmla="*/ 144504 w 3191936"/>
              <a:gd name="connsiteY9" fmla="*/ 928857 h 3258869"/>
              <a:gd name="connsiteX10" fmla="*/ 636673 w 3191936"/>
              <a:gd name="connsiteY10" fmla="*/ 1690509 h 3258869"/>
              <a:gd name="connsiteX11" fmla="*/ 578044 w 3191936"/>
              <a:gd name="connsiteY11" fmla="*/ 210959 h 3258869"/>
              <a:gd name="connsiteX12" fmla="*/ 1172985 w 3191936"/>
              <a:gd name="connsiteY12" fmla="*/ 1477211 h 3258869"/>
              <a:gd name="connsiteX0" fmla="*/ 1172985 w 3191936"/>
              <a:gd name="connsiteY0" fmla="*/ 1477211 h 3258869"/>
              <a:gd name="connsiteX1" fmla="*/ 1299459 w 3191936"/>
              <a:gd name="connsiteY1" fmla="*/ 1408 h 3258869"/>
              <a:gd name="connsiteX2" fmla="*/ 1779673 w 3191936"/>
              <a:gd name="connsiteY2" fmla="*/ 1436509 h 3258869"/>
              <a:gd name="connsiteX3" fmla="*/ 2336908 w 3191936"/>
              <a:gd name="connsiteY3" fmla="*/ 189299 h 3258869"/>
              <a:gd name="connsiteX4" fmla="*/ 2237781 w 3191936"/>
              <a:gd name="connsiteY4" fmla="*/ 1951766 h 3258869"/>
              <a:gd name="connsiteX5" fmla="*/ 3132223 w 3191936"/>
              <a:gd name="connsiteY5" fmla="*/ 1544458 h 3258869"/>
              <a:gd name="connsiteX6" fmla="*/ 2673178 w 3191936"/>
              <a:gd name="connsiteY6" fmla="*/ 2451302 h 3258869"/>
              <a:gd name="connsiteX7" fmla="*/ 1506304 w 3191936"/>
              <a:gd name="connsiteY7" fmla="*/ 3200602 h 3258869"/>
              <a:gd name="connsiteX8" fmla="*/ 299804 w 3191936"/>
              <a:gd name="connsiteY8" fmla="*/ 2219981 h 3258869"/>
              <a:gd name="connsiteX9" fmla="*/ 144504 w 3191936"/>
              <a:gd name="connsiteY9" fmla="*/ 928857 h 3258869"/>
              <a:gd name="connsiteX10" fmla="*/ 636673 w 3191936"/>
              <a:gd name="connsiteY10" fmla="*/ 1690509 h 3258869"/>
              <a:gd name="connsiteX11" fmla="*/ 578044 w 3191936"/>
              <a:gd name="connsiteY11" fmla="*/ 210959 h 3258869"/>
              <a:gd name="connsiteX12" fmla="*/ 1172985 w 3191936"/>
              <a:gd name="connsiteY12" fmla="*/ 1477211 h 3258869"/>
              <a:gd name="connsiteX0" fmla="*/ 1172985 w 3191936"/>
              <a:gd name="connsiteY0" fmla="*/ 1497373 h 3279031"/>
              <a:gd name="connsiteX1" fmla="*/ 1360002 w 3191936"/>
              <a:gd name="connsiteY1" fmla="*/ 1389 h 3279031"/>
              <a:gd name="connsiteX2" fmla="*/ 1779673 w 3191936"/>
              <a:gd name="connsiteY2" fmla="*/ 1456671 h 3279031"/>
              <a:gd name="connsiteX3" fmla="*/ 2336908 w 3191936"/>
              <a:gd name="connsiteY3" fmla="*/ 209461 h 3279031"/>
              <a:gd name="connsiteX4" fmla="*/ 2237781 w 3191936"/>
              <a:gd name="connsiteY4" fmla="*/ 1971928 h 3279031"/>
              <a:gd name="connsiteX5" fmla="*/ 3132223 w 3191936"/>
              <a:gd name="connsiteY5" fmla="*/ 1564620 h 3279031"/>
              <a:gd name="connsiteX6" fmla="*/ 2673178 w 3191936"/>
              <a:gd name="connsiteY6" fmla="*/ 2471464 h 3279031"/>
              <a:gd name="connsiteX7" fmla="*/ 1506304 w 3191936"/>
              <a:gd name="connsiteY7" fmla="*/ 3220764 h 3279031"/>
              <a:gd name="connsiteX8" fmla="*/ 299804 w 3191936"/>
              <a:gd name="connsiteY8" fmla="*/ 2240143 h 3279031"/>
              <a:gd name="connsiteX9" fmla="*/ 144504 w 3191936"/>
              <a:gd name="connsiteY9" fmla="*/ 949019 h 3279031"/>
              <a:gd name="connsiteX10" fmla="*/ 636673 w 3191936"/>
              <a:gd name="connsiteY10" fmla="*/ 1710671 h 3279031"/>
              <a:gd name="connsiteX11" fmla="*/ 578044 w 3191936"/>
              <a:gd name="connsiteY11" fmla="*/ 231121 h 3279031"/>
              <a:gd name="connsiteX12" fmla="*/ 1172985 w 3191936"/>
              <a:gd name="connsiteY12" fmla="*/ 1497373 h 3279031"/>
              <a:gd name="connsiteX0" fmla="*/ 1172985 w 3126813"/>
              <a:gd name="connsiteY0" fmla="*/ 1497373 h 3279031"/>
              <a:gd name="connsiteX1" fmla="*/ 1360002 w 3126813"/>
              <a:gd name="connsiteY1" fmla="*/ 1389 h 3279031"/>
              <a:gd name="connsiteX2" fmla="*/ 1779673 w 3126813"/>
              <a:gd name="connsiteY2" fmla="*/ 1456671 h 3279031"/>
              <a:gd name="connsiteX3" fmla="*/ 2336908 w 3126813"/>
              <a:gd name="connsiteY3" fmla="*/ 209461 h 3279031"/>
              <a:gd name="connsiteX4" fmla="*/ 2237781 w 3126813"/>
              <a:gd name="connsiteY4" fmla="*/ 1971928 h 3279031"/>
              <a:gd name="connsiteX5" fmla="*/ 3061590 w 3126813"/>
              <a:gd name="connsiteY5" fmla="*/ 1514168 h 3279031"/>
              <a:gd name="connsiteX6" fmla="*/ 2673178 w 3126813"/>
              <a:gd name="connsiteY6" fmla="*/ 2471464 h 3279031"/>
              <a:gd name="connsiteX7" fmla="*/ 1506304 w 3126813"/>
              <a:gd name="connsiteY7" fmla="*/ 3220764 h 3279031"/>
              <a:gd name="connsiteX8" fmla="*/ 299804 w 3126813"/>
              <a:gd name="connsiteY8" fmla="*/ 2240143 h 3279031"/>
              <a:gd name="connsiteX9" fmla="*/ 144504 w 3126813"/>
              <a:gd name="connsiteY9" fmla="*/ 949019 h 3279031"/>
              <a:gd name="connsiteX10" fmla="*/ 636673 w 3126813"/>
              <a:gd name="connsiteY10" fmla="*/ 1710671 h 3279031"/>
              <a:gd name="connsiteX11" fmla="*/ 578044 w 3126813"/>
              <a:gd name="connsiteY11" fmla="*/ 231121 h 3279031"/>
              <a:gd name="connsiteX12" fmla="*/ 1172985 w 3126813"/>
              <a:gd name="connsiteY12" fmla="*/ 1497373 h 3279031"/>
              <a:gd name="connsiteX0" fmla="*/ 1172985 w 3126813"/>
              <a:gd name="connsiteY0" fmla="*/ 1497373 h 3279031"/>
              <a:gd name="connsiteX1" fmla="*/ 1360002 w 3126813"/>
              <a:gd name="connsiteY1" fmla="*/ 1389 h 3279031"/>
              <a:gd name="connsiteX2" fmla="*/ 1779673 w 3126813"/>
              <a:gd name="connsiteY2" fmla="*/ 1456671 h 3279031"/>
              <a:gd name="connsiteX3" fmla="*/ 2336908 w 3126813"/>
              <a:gd name="connsiteY3" fmla="*/ 209461 h 3279031"/>
              <a:gd name="connsiteX4" fmla="*/ 2237781 w 3126813"/>
              <a:gd name="connsiteY4" fmla="*/ 1971928 h 3279031"/>
              <a:gd name="connsiteX5" fmla="*/ 3061590 w 3126813"/>
              <a:gd name="connsiteY5" fmla="*/ 1514168 h 3279031"/>
              <a:gd name="connsiteX6" fmla="*/ 2673178 w 3126813"/>
              <a:gd name="connsiteY6" fmla="*/ 2471464 h 3279031"/>
              <a:gd name="connsiteX7" fmla="*/ 1506304 w 3126813"/>
              <a:gd name="connsiteY7" fmla="*/ 3220764 h 3279031"/>
              <a:gd name="connsiteX8" fmla="*/ 299804 w 3126813"/>
              <a:gd name="connsiteY8" fmla="*/ 2240143 h 3279031"/>
              <a:gd name="connsiteX9" fmla="*/ 144504 w 3126813"/>
              <a:gd name="connsiteY9" fmla="*/ 949019 h 3279031"/>
              <a:gd name="connsiteX10" fmla="*/ 636673 w 3126813"/>
              <a:gd name="connsiteY10" fmla="*/ 1710671 h 3279031"/>
              <a:gd name="connsiteX11" fmla="*/ 578044 w 3126813"/>
              <a:gd name="connsiteY11" fmla="*/ 231121 h 3279031"/>
              <a:gd name="connsiteX12" fmla="*/ 1172985 w 3126813"/>
              <a:gd name="connsiteY12" fmla="*/ 1497373 h 3279031"/>
              <a:gd name="connsiteX0" fmla="*/ 1172985 w 3126813"/>
              <a:gd name="connsiteY0" fmla="*/ 1497373 h 3279031"/>
              <a:gd name="connsiteX1" fmla="*/ 1360002 w 3126813"/>
              <a:gd name="connsiteY1" fmla="*/ 1389 h 3279031"/>
              <a:gd name="connsiteX2" fmla="*/ 1779673 w 3126813"/>
              <a:gd name="connsiteY2" fmla="*/ 1456671 h 3279031"/>
              <a:gd name="connsiteX3" fmla="*/ 2336908 w 3126813"/>
              <a:gd name="connsiteY3" fmla="*/ 209461 h 3279031"/>
              <a:gd name="connsiteX4" fmla="*/ 2237781 w 3126813"/>
              <a:gd name="connsiteY4" fmla="*/ 1971928 h 3279031"/>
              <a:gd name="connsiteX5" fmla="*/ 3061590 w 3126813"/>
              <a:gd name="connsiteY5" fmla="*/ 1514168 h 3279031"/>
              <a:gd name="connsiteX6" fmla="*/ 2673178 w 3126813"/>
              <a:gd name="connsiteY6" fmla="*/ 2471464 h 3279031"/>
              <a:gd name="connsiteX7" fmla="*/ 1506304 w 3126813"/>
              <a:gd name="connsiteY7" fmla="*/ 3220764 h 3279031"/>
              <a:gd name="connsiteX8" fmla="*/ 299804 w 3126813"/>
              <a:gd name="connsiteY8" fmla="*/ 2240143 h 3279031"/>
              <a:gd name="connsiteX9" fmla="*/ 144504 w 3126813"/>
              <a:gd name="connsiteY9" fmla="*/ 949019 h 3279031"/>
              <a:gd name="connsiteX10" fmla="*/ 636673 w 3126813"/>
              <a:gd name="connsiteY10" fmla="*/ 1710671 h 3279031"/>
              <a:gd name="connsiteX11" fmla="*/ 578044 w 3126813"/>
              <a:gd name="connsiteY11" fmla="*/ 231121 h 3279031"/>
              <a:gd name="connsiteX12" fmla="*/ 1172985 w 3126813"/>
              <a:gd name="connsiteY12" fmla="*/ 1497373 h 3279031"/>
              <a:gd name="connsiteX0" fmla="*/ 1172985 w 3126813"/>
              <a:gd name="connsiteY0" fmla="*/ 1497373 h 3279031"/>
              <a:gd name="connsiteX1" fmla="*/ 1360002 w 3126813"/>
              <a:gd name="connsiteY1" fmla="*/ 1389 h 3279031"/>
              <a:gd name="connsiteX2" fmla="*/ 1779673 w 3126813"/>
              <a:gd name="connsiteY2" fmla="*/ 1456671 h 3279031"/>
              <a:gd name="connsiteX3" fmla="*/ 2336908 w 3126813"/>
              <a:gd name="connsiteY3" fmla="*/ 209461 h 3279031"/>
              <a:gd name="connsiteX4" fmla="*/ 2237781 w 3126813"/>
              <a:gd name="connsiteY4" fmla="*/ 1971928 h 3279031"/>
              <a:gd name="connsiteX5" fmla="*/ 3061590 w 3126813"/>
              <a:gd name="connsiteY5" fmla="*/ 1514168 h 3279031"/>
              <a:gd name="connsiteX6" fmla="*/ 2673178 w 3126813"/>
              <a:gd name="connsiteY6" fmla="*/ 2471464 h 3279031"/>
              <a:gd name="connsiteX7" fmla="*/ 1506304 w 3126813"/>
              <a:gd name="connsiteY7" fmla="*/ 3220764 h 3279031"/>
              <a:gd name="connsiteX8" fmla="*/ 299804 w 3126813"/>
              <a:gd name="connsiteY8" fmla="*/ 2240143 h 3279031"/>
              <a:gd name="connsiteX9" fmla="*/ 144504 w 3126813"/>
              <a:gd name="connsiteY9" fmla="*/ 949019 h 3279031"/>
              <a:gd name="connsiteX10" fmla="*/ 636673 w 3126813"/>
              <a:gd name="connsiteY10" fmla="*/ 1710671 h 3279031"/>
              <a:gd name="connsiteX11" fmla="*/ 578044 w 3126813"/>
              <a:gd name="connsiteY11" fmla="*/ 231121 h 3279031"/>
              <a:gd name="connsiteX12" fmla="*/ 1172985 w 3126813"/>
              <a:gd name="connsiteY12" fmla="*/ 1497373 h 3279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26813" h="3279031">
                <a:moveTo>
                  <a:pt x="1172985" y="1497373"/>
                </a:moveTo>
                <a:cubicBezTo>
                  <a:pt x="1218199" y="1444668"/>
                  <a:pt x="801688" y="10644"/>
                  <a:pt x="1360002" y="1389"/>
                </a:cubicBezTo>
                <a:cubicBezTo>
                  <a:pt x="1910697" y="-51115"/>
                  <a:pt x="1709900" y="1401638"/>
                  <a:pt x="1779673" y="1456671"/>
                </a:cubicBezTo>
                <a:cubicBezTo>
                  <a:pt x="1784170" y="1392672"/>
                  <a:pt x="1783460" y="28758"/>
                  <a:pt x="2336908" y="209461"/>
                </a:cubicBezTo>
                <a:cubicBezTo>
                  <a:pt x="2844636" y="405404"/>
                  <a:pt x="2045164" y="2015320"/>
                  <a:pt x="2237781" y="1971928"/>
                </a:cubicBezTo>
                <a:cubicBezTo>
                  <a:pt x="2501244" y="1759404"/>
                  <a:pt x="2874724" y="1291212"/>
                  <a:pt x="3061590" y="1514168"/>
                </a:cubicBezTo>
                <a:cubicBezTo>
                  <a:pt x="3318306" y="1819674"/>
                  <a:pt x="2738848" y="2291748"/>
                  <a:pt x="2673178" y="2471464"/>
                </a:cubicBezTo>
                <a:cubicBezTo>
                  <a:pt x="2395799" y="3050221"/>
                  <a:pt x="2149262" y="3430314"/>
                  <a:pt x="1506304" y="3220764"/>
                </a:cubicBezTo>
                <a:cubicBezTo>
                  <a:pt x="852254" y="3359557"/>
                  <a:pt x="519514" y="3141480"/>
                  <a:pt x="299804" y="2240143"/>
                </a:cubicBezTo>
                <a:cubicBezTo>
                  <a:pt x="201432" y="2012803"/>
                  <a:pt x="-216864" y="1088276"/>
                  <a:pt x="144504" y="949019"/>
                </a:cubicBezTo>
                <a:cubicBezTo>
                  <a:pt x="582072" y="695462"/>
                  <a:pt x="621857" y="1981604"/>
                  <a:pt x="636673" y="1710671"/>
                </a:cubicBezTo>
                <a:cubicBezTo>
                  <a:pt x="651489" y="1439738"/>
                  <a:pt x="119935" y="365096"/>
                  <a:pt x="578044" y="231121"/>
                </a:cubicBezTo>
                <a:cubicBezTo>
                  <a:pt x="1080867" y="20754"/>
                  <a:pt x="1108223" y="1505275"/>
                  <a:pt x="1172985" y="149737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ttsMP3.com_VoiceText_2025-4-24_23-3-44">
            <a:hlinkClick r:id="" action="ppaction://media"/>
            <a:extLst>
              <a:ext uri="{FF2B5EF4-FFF2-40B4-BE49-F238E27FC236}">
                <a16:creationId xmlns:a16="http://schemas.microsoft.com/office/drawing/2014/main" id="{88AECA4C-40BB-4EC1-AAA4-B2DE1D55BA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03521" y="2325899"/>
            <a:ext cx="609600" cy="609600"/>
          </a:xfrm>
          <a:prstGeom prst="rect">
            <a:avLst/>
          </a:prstGeom>
        </p:spPr>
      </p:pic>
      <p:pic>
        <p:nvPicPr>
          <p:cNvPr id="74" name="1sec">
            <a:hlinkClick r:id="" action="ppaction://media"/>
            <a:extLst>
              <a:ext uri="{FF2B5EF4-FFF2-40B4-BE49-F238E27FC236}">
                <a16:creationId xmlns:a16="http://schemas.microsoft.com/office/drawing/2014/main" id="{64B8E052-BC37-40FF-AC5F-E060D3BC408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398523" y="2357992"/>
            <a:ext cx="609600" cy="609600"/>
          </a:xfrm>
          <a:prstGeom prst="rect">
            <a:avLst/>
          </a:prstGeom>
        </p:spPr>
      </p:pic>
      <p:pic>
        <p:nvPicPr>
          <p:cNvPr id="6" name="ttsMP3.com_VoiceText_2025-4-24_23-5-51">
            <a:hlinkClick r:id="" action="ppaction://media"/>
            <a:extLst>
              <a:ext uri="{FF2B5EF4-FFF2-40B4-BE49-F238E27FC236}">
                <a16:creationId xmlns:a16="http://schemas.microsoft.com/office/drawing/2014/main" id="{9C09925F-FC25-4BA3-A5EF-D71C4D6F15D7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173112" y="2357992"/>
            <a:ext cx="609600" cy="609600"/>
          </a:xfrm>
          <a:prstGeom prst="rect">
            <a:avLst/>
          </a:prstGeom>
        </p:spPr>
      </p:pic>
      <p:pic>
        <p:nvPicPr>
          <p:cNvPr id="77" name="1sec">
            <a:hlinkClick r:id="" action="ppaction://media"/>
            <a:extLst>
              <a:ext uri="{FF2B5EF4-FFF2-40B4-BE49-F238E27FC236}">
                <a16:creationId xmlns:a16="http://schemas.microsoft.com/office/drawing/2014/main" id="{B499F926-0BEC-49E0-A578-E40ED9DF56D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040935" y="2367599"/>
            <a:ext cx="609600" cy="609600"/>
          </a:xfrm>
          <a:prstGeom prst="rect">
            <a:avLst/>
          </a:prstGeom>
        </p:spPr>
      </p:pic>
      <p:pic>
        <p:nvPicPr>
          <p:cNvPr id="78" name="1sec">
            <a:hlinkClick r:id="" action="ppaction://media"/>
            <a:extLst>
              <a:ext uri="{FF2B5EF4-FFF2-40B4-BE49-F238E27FC236}">
                <a16:creationId xmlns:a16="http://schemas.microsoft.com/office/drawing/2014/main" id="{FC4374F1-4A0D-4951-9F91-2663854F49A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709127" y="235158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8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1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5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56" fill="hold"/>
                                        <p:tgtEl>
                                          <p:spTgt spid="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61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94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469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7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525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56" fill="hold"/>
                                        <p:tgtEl>
                                          <p:spTgt spid="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4"/>
                </p:tgtEl>
              </p:cMediaNode>
            </p:audio>
            <p:audio>
              <p:cMediaNode vol="80000" showWhenStopped="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7"/>
                </p:tgtEl>
              </p:cMediaNode>
            </p:audio>
            <p:audio>
              <p:cMediaNode vol="80000" showWhenStopped="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8"/>
                </p:tgtEl>
              </p:cMediaNode>
            </p:audio>
          </p:childTnLst>
        </p:cTn>
      </p:par>
    </p:tnLst>
    <p:bldLst>
      <p:bldP spid="4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6385857" y="220273"/>
            <a:ext cx="5459119" cy="6412505"/>
            <a:chOff x="5022123" y="197845"/>
            <a:chExt cx="6293445" cy="739253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5022124" y="222622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</a:rPr>
                <a:t>i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8249755" y="197845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8CBAD"/>
                  </a:solidFill>
                </a:rPr>
                <a:t>i</a:t>
              </a:r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-</a:t>
              </a:r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8CBAD"/>
                  </a:solidFill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5022123" y="2144557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</a:rPr>
                <a:t>ie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5" y="213977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</a:rPr>
                <a:t>igh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2166" y="406442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rPr>
                <a:t>ye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5023703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</a:rPr>
                <a:t>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5029709" y="5986871"/>
              <a:ext cx="3058225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chemeClr val="bg2">
                      <a:lumMod val="75000"/>
                    </a:schemeClr>
                  </a:solidFill>
                </a:rPr>
                <a:t>y-e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8249755" y="5984294"/>
              <a:ext cx="3058224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8A3CC4"/>
                </a:solidFill>
              </a:endParaRPr>
            </a:p>
          </p:txBody>
        </p:sp>
      </p:grpSp>
      <p:pic>
        <p:nvPicPr>
          <p:cNvPr id="2" name="ttsMP3.com_VoiceText_2025-4-24_23-17-36">
            <a:hlinkClick r:id="" action="ppaction://media"/>
            <a:extLst>
              <a:ext uri="{FF2B5EF4-FFF2-40B4-BE49-F238E27FC236}">
                <a16:creationId xmlns:a16="http://schemas.microsoft.com/office/drawing/2014/main" id="{7E08BED5-6CDC-4B8D-B3F8-2AC1F7D8D7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001302" y="1056517"/>
            <a:ext cx="609600" cy="609600"/>
          </a:xfrm>
          <a:prstGeom prst="rect">
            <a:avLst/>
          </a:prstGeom>
        </p:spPr>
      </p:pic>
      <p:pic>
        <p:nvPicPr>
          <p:cNvPr id="41" name="1sec">
            <a:hlinkClick r:id="" action="ppaction://media"/>
            <a:extLst>
              <a:ext uri="{FF2B5EF4-FFF2-40B4-BE49-F238E27FC236}">
                <a16:creationId xmlns:a16="http://schemas.microsoft.com/office/drawing/2014/main" id="{CD6BC5DA-635F-4F8E-9437-A8C9F1C026C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728911" y="1056517"/>
            <a:ext cx="609600" cy="609600"/>
          </a:xfrm>
          <a:prstGeom prst="rect">
            <a:avLst/>
          </a:prstGeom>
        </p:spPr>
      </p:pic>
      <p:pic>
        <p:nvPicPr>
          <p:cNvPr id="3" name="ttsMP3.com_VoiceText_2025-4-24_23-18-33">
            <a:hlinkClick r:id="" action="ppaction://media"/>
            <a:extLst>
              <a:ext uri="{FF2B5EF4-FFF2-40B4-BE49-F238E27FC236}">
                <a16:creationId xmlns:a16="http://schemas.microsoft.com/office/drawing/2014/main" id="{89A8ED1A-8AA1-4722-892F-9C66976EBC50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478878" y="1088678"/>
            <a:ext cx="609600" cy="609600"/>
          </a:xfrm>
          <a:prstGeom prst="rect">
            <a:avLst/>
          </a:prstGeom>
        </p:spPr>
      </p:pic>
      <p:pic>
        <p:nvPicPr>
          <p:cNvPr id="43" name="1sec">
            <a:hlinkClick r:id="" action="ppaction://media"/>
            <a:extLst>
              <a:ext uri="{FF2B5EF4-FFF2-40B4-BE49-F238E27FC236}">
                <a16:creationId xmlns:a16="http://schemas.microsoft.com/office/drawing/2014/main" id="{6D839219-63E2-460D-9204-3A34BD2B270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291501" y="1108898"/>
            <a:ext cx="609600" cy="609600"/>
          </a:xfrm>
          <a:prstGeom prst="rect">
            <a:avLst/>
          </a:prstGeom>
        </p:spPr>
      </p:pic>
      <p:pic>
        <p:nvPicPr>
          <p:cNvPr id="4" name="longi">
            <a:hlinkClick r:id="" action="ppaction://media"/>
            <a:extLst>
              <a:ext uri="{FF2B5EF4-FFF2-40B4-BE49-F238E27FC236}">
                <a16:creationId xmlns:a16="http://schemas.microsoft.com/office/drawing/2014/main" id="{D2D4532A-23EE-4D49-87E3-B0BEEB92C9DB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4042137" y="1125140"/>
            <a:ext cx="609600" cy="609600"/>
          </a:xfrm>
          <a:prstGeom prst="rect">
            <a:avLst/>
          </a:prstGeom>
        </p:spPr>
      </p:pic>
      <p:pic>
        <p:nvPicPr>
          <p:cNvPr id="45" name="1sec">
            <a:hlinkClick r:id="" action="ppaction://media"/>
            <a:extLst>
              <a:ext uri="{FF2B5EF4-FFF2-40B4-BE49-F238E27FC236}">
                <a16:creationId xmlns:a16="http://schemas.microsoft.com/office/drawing/2014/main" id="{C0B539A4-0376-4BCE-9A56-AFF27A64B6B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4827858" y="1044962"/>
            <a:ext cx="609600" cy="609600"/>
          </a:xfrm>
          <a:prstGeom prst="rect">
            <a:avLst/>
          </a:prstGeom>
        </p:spPr>
      </p:pic>
      <p:pic>
        <p:nvPicPr>
          <p:cNvPr id="5" name="ttsMP3.com_VoiceText_2025-4-24_23-18-54">
            <a:hlinkClick r:id="" action="ppaction://media"/>
            <a:extLst>
              <a:ext uri="{FF2B5EF4-FFF2-40B4-BE49-F238E27FC236}">
                <a16:creationId xmlns:a16="http://schemas.microsoft.com/office/drawing/2014/main" id="{EE2A2B60-2CB0-4B3B-97EA-649594B16E8B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546981" y="1108898"/>
            <a:ext cx="609600" cy="609600"/>
          </a:xfrm>
          <a:prstGeom prst="rect">
            <a:avLst/>
          </a:prstGeom>
        </p:spPr>
      </p:pic>
      <p:pic>
        <p:nvPicPr>
          <p:cNvPr id="47" name="1sec">
            <a:hlinkClick r:id="" action="ppaction://media"/>
            <a:extLst>
              <a:ext uri="{FF2B5EF4-FFF2-40B4-BE49-F238E27FC236}">
                <a16:creationId xmlns:a16="http://schemas.microsoft.com/office/drawing/2014/main" id="{E2B54124-8CCC-4319-A8A6-D1EC8FE1ADD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308970" y="1155109"/>
            <a:ext cx="609600" cy="609600"/>
          </a:xfrm>
          <a:prstGeom prst="rect">
            <a:avLst/>
          </a:prstGeom>
        </p:spPr>
      </p:pic>
      <p:pic>
        <p:nvPicPr>
          <p:cNvPr id="48" name="1sec">
            <a:hlinkClick r:id="" action="ppaction://media"/>
            <a:extLst>
              <a:ext uri="{FF2B5EF4-FFF2-40B4-BE49-F238E27FC236}">
                <a16:creationId xmlns:a16="http://schemas.microsoft.com/office/drawing/2014/main" id="{A8F77367-0AAD-4A91-9E04-4B72AA8B716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995458" y="1133149"/>
            <a:ext cx="609600" cy="60960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A116AA41-2FC4-4D4C-B1B2-9E6DC2C2B342}"/>
              </a:ext>
            </a:extLst>
          </p:cNvPr>
          <p:cNvGrpSpPr/>
          <p:nvPr/>
        </p:nvGrpSpPr>
        <p:grpSpPr>
          <a:xfrm flipH="1">
            <a:off x="353607" y="456644"/>
            <a:ext cx="5081023" cy="6173898"/>
            <a:chOff x="5326077" y="1827206"/>
            <a:chExt cx="3607219" cy="4383093"/>
          </a:xfrm>
        </p:grpSpPr>
        <p:sp>
          <p:nvSpPr>
            <p:cNvPr id="50" name="Oval 5">
              <a:extLst>
                <a:ext uri="{FF2B5EF4-FFF2-40B4-BE49-F238E27FC236}">
                  <a16:creationId xmlns:a16="http://schemas.microsoft.com/office/drawing/2014/main" id="{68459077-7527-4CEF-BBED-14F681C3A3FC}"/>
                </a:ext>
              </a:extLst>
            </p:cNvPr>
            <p:cNvSpPr/>
            <p:nvPr/>
          </p:nvSpPr>
          <p:spPr>
            <a:xfrm rot="2040070" flipH="1">
              <a:off x="6342725" y="2000931"/>
              <a:ext cx="650794" cy="906074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">
              <a:extLst>
                <a:ext uri="{FF2B5EF4-FFF2-40B4-BE49-F238E27FC236}">
                  <a16:creationId xmlns:a16="http://schemas.microsoft.com/office/drawing/2014/main" id="{0CDA4E5F-868A-49E6-86D9-120865FA01CA}"/>
                </a:ext>
              </a:extLst>
            </p:cNvPr>
            <p:cNvSpPr/>
            <p:nvPr/>
          </p:nvSpPr>
          <p:spPr>
            <a:xfrm rot="2040070" flipH="1">
              <a:off x="6410148" y="2110303"/>
              <a:ext cx="515948" cy="718333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032D5096-0074-4DDA-8875-D64D259D491C}"/>
                </a:ext>
              </a:extLst>
            </p:cNvPr>
            <p:cNvSpPr/>
            <p:nvPr/>
          </p:nvSpPr>
          <p:spPr>
            <a:xfrm rot="1036537" flipH="1">
              <a:off x="6567544" y="2164126"/>
              <a:ext cx="368489" cy="875676"/>
            </a:xfrm>
            <a:prstGeom prst="arc">
              <a:avLst>
                <a:gd name="adj1" fmla="val 16200000"/>
                <a:gd name="adj2" fmla="val 299832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35">
              <a:extLst>
                <a:ext uri="{FF2B5EF4-FFF2-40B4-BE49-F238E27FC236}">
                  <a16:creationId xmlns:a16="http://schemas.microsoft.com/office/drawing/2014/main" id="{457708EA-1D91-4622-B275-84DC0A6C2D68}"/>
                </a:ext>
              </a:extLst>
            </p:cNvPr>
            <p:cNvSpPr/>
            <p:nvPr/>
          </p:nvSpPr>
          <p:spPr>
            <a:xfrm rot="3817919">
              <a:off x="5851978" y="4206127"/>
              <a:ext cx="112223" cy="716059"/>
            </a:xfrm>
            <a:custGeom>
              <a:avLst/>
              <a:gdLst>
                <a:gd name="connsiteX0" fmla="*/ 0 w 45719"/>
                <a:gd name="connsiteY0" fmla="*/ 0 h 605128"/>
                <a:gd name="connsiteX1" fmla="*/ 45719 w 45719"/>
                <a:gd name="connsiteY1" fmla="*/ 0 h 605128"/>
                <a:gd name="connsiteX2" fmla="*/ 45719 w 45719"/>
                <a:gd name="connsiteY2" fmla="*/ 605128 h 605128"/>
                <a:gd name="connsiteX3" fmla="*/ 0 w 45719"/>
                <a:gd name="connsiteY3" fmla="*/ 605128 h 605128"/>
                <a:gd name="connsiteX4" fmla="*/ 0 w 45719"/>
                <a:gd name="connsiteY4" fmla="*/ 0 h 605128"/>
                <a:gd name="connsiteX0" fmla="*/ 0 w 91583"/>
                <a:gd name="connsiteY0" fmla="*/ 0 h 605128"/>
                <a:gd name="connsiteX1" fmla="*/ 45719 w 91583"/>
                <a:gd name="connsiteY1" fmla="*/ 0 h 605128"/>
                <a:gd name="connsiteX2" fmla="*/ 45719 w 91583"/>
                <a:gd name="connsiteY2" fmla="*/ 605128 h 605128"/>
                <a:gd name="connsiteX3" fmla="*/ 0 w 91583"/>
                <a:gd name="connsiteY3" fmla="*/ 605128 h 605128"/>
                <a:gd name="connsiteX4" fmla="*/ 0 w 91583"/>
                <a:gd name="connsiteY4" fmla="*/ 0 h 605128"/>
                <a:gd name="connsiteX0" fmla="*/ 22114 w 113697"/>
                <a:gd name="connsiteY0" fmla="*/ 0 h 605128"/>
                <a:gd name="connsiteX1" fmla="*/ 67833 w 113697"/>
                <a:gd name="connsiteY1" fmla="*/ 0 h 605128"/>
                <a:gd name="connsiteX2" fmla="*/ 67833 w 113697"/>
                <a:gd name="connsiteY2" fmla="*/ 605128 h 605128"/>
                <a:gd name="connsiteX3" fmla="*/ 22114 w 113697"/>
                <a:gd name="connsiteY3" fmla="*/ 605128 h 605128"/>
                <a:gd name="connsiteX4" fmla="*/ 22114 w 113697"/>
                <a:gd name="connsiteY4" fmla="*/ 0 h 605128"/>
                <a:gd name="connsiteX0" fmla="*/ 22114 w 113697"/>
                <a:gd name="connsiteY0" fmla="*/ 0 h 618769"/>
                <a:gd name="connsiteX1" fmla="*/ 67833 w 113697"/>
                <a:gd name="connsiteY1" fmla="*/ 0 h 618769"/>
                <a:gd name="connsiteX2" fmla="*/ 67833 w 113697"/>
                <a:gd name="connsiteY2" fmla="*/ 605128 h 618769"/>
                <a:gd name="connsiteX3" fmla="*/ 22114 w 113697"/>
                <a:gd name="connsiteY3" fmla="*/ 605128 h 618769"/>
                <a:gd name="connsiteX4" fmla="*/ 22114 w 113697"/>
                <a:gd name="connsiteY4" fmla="*/ 0 h 618769"/>
                <a:gd name="connsiteX0" fmla="*/ 22114 w 113697"/>
                <a:gd name="connsiteY0" fmla="*/ 0 h 627702"/>
                <a:gd name="connsiteX1" fmla="*/ 67833 w 113697"/>
                <a:gd name="connsiteY1" fmla="*/ 0 h 627702"/>
                <a:gd name="connsiteX2" fmla="*/ 67833 w 113697"/>
                <a:gd name="connsiteY2" fmla="*/ 605128 h 627702"/>
                <a:gd name="connsiteX3" fmla="*/ 22114 w 113697"/>
                <a:gd name="connsiteY3" fmla="*/ 605128 h 627702"/>
                <a:gd name="connsiteX4" fmla="*/ 22114 w 113697"/>
                <a:gd name="connsiteY4" fmla="*/ 0 h 627702"/>
                <a:gd name="connsiteX0" fmla="*/ 22114 w 113697"/>
                <a:gd name="connsiteY0" fmla="*/ 0 h 624079"/>
                <a:gd name="connsiteX1" fmla="*/ 67833 w 113697"/>
                <a:gd name="connsiteY1" fmla="*/ 0 h 624079"/>
                <a:gd name="connsiteX2" fmla="*/ 67833 w 113697"/>
                <a:gd name="connsiteY2" fmla="*/ 605128 h 624079"/>
                <a:gd name="connsiteX3" fmla="*/ 22114 w 113697"/>
                <a:gd name="connsiteY3" fmla="*/ 605128 h 624079"/>
                <a:gd name="connsiteX4" fmla="*/ 22114 w 113697"/>
                <a:gd name="connsiteY4" fmla="*/ 0 h 624079"/>
                <a:gd name="connsiteX0" fmla="*/ 22114 w 67833"/>
                <a:gd name="connsiteY0" fmla="*/ 0 h 605128"/>
                <a:gd name="connsiteX1" fmla="*/ 67833 w 67833"/>
                <a:gd name="connsiteY1" fmla="*/ 0 h 605128"/>
                <a:gd name="connsiteX2" fmla="*/ 22114 w 67833"/>
                <a:gd name="connsiteY2" fmla="*/ 605128 h 605128"/>
                <a:gd name="connsiteX3" fmla="*/ 22114 w 67833"/>
                <a:gd name="connsiteY3" fmla="*/ 0 h 605128"/>
                <a:gd name="connsiteX0" fmla="*/ 21158 w 66877"/>
                <a:gd name="connsiteY0" fmla="*/ 0 h 605128"/>
                <a:gd name="connsiteX1" fmla="*/ 66877 w 66877"/>
                <a:gd name="connsiteY1" fmla="*/ 0 h 605128"/>
                <a:gd name="connsiteX2" fmla="*/ 21158 w 66877"/>
                <a:gd name="connsiteY2" fmla="*/ 605128 h 605128"/>
                <a:gd name="connsiteX3" fmla="*/ 21158 w 66877"/>
                <a:gd name="connsiteY3" fmla="*/ 0 h 605128"/>
                <a:gd name="connsiteX0" fmla="*/ 21158 w 67533"/>
                <a:gd name="connsiteY0" fmla="*/ 0 h 605140"/>
                <a:gd name="connsiteX1" fmla="*/ 66877 w 67533"/>
                <a:gd name="connsiteY1" fmla="*/ 0 h 605140"/>
                <a:gd name="connsiteX2" fmla="*/ 21158 w 67533"/>
                <a:gd name="connsiteY2" fmla="*/ 605128 h 605140"/>
                <a:gd name="connsiteX3" fmla="*/ 21158 w 67533"/>
                <a:gd name="connsiteY3" fmla="*/ 0 h 605140"/>
                <a:gd name="connsiteX0" fmla="*/ 33883 w 80258"/>
                <a:gd name="connsiteY0" fmla="*/ 0 h 605140"/>
                <a:gd name="connsiteX1" fmla="*/ 79602 w 80258"/>
                <a:gd name="connsiteY1" fmla="*/ 0 h 605140"/>
                <a:gd name="connsiteX2" fmla="*/ 33883 w 80258"/>
                <a:gd name="connsiteY2" fmla="*/ 605128 h 605140"/>
                <a:gd name="connsiteX3" fmla="*/ 33883 w 80258"/>
                <a:gd name="connsiteY3" fmla="*/ 0 h 605140"/>
                <a:gd name="connsiteX0" fmla="*/ 33883 w 86079"/>
                <a:gd name="connsiteY0" fmla="*/ 0 h 605210"/>
                <a:gd name="connsiteX1" fmla="*/ 79602 w 86079"/>
                <a:gd name="connsiteY1" fmla="*/ 0 h 605210"/>
                <a:gd name="connsiteX2" fmla="*/ 33883 w 86079"/>
                <a:gd name="connsiteY2" fmla="*/ 605128 h 605210"/>
                <a:gd name="connsiteX3" fmla="*/ 33883 w 86079"/>
                <a:gd name="connsiteY3" fmla="*/ 0 h 605210"/>
                <a:gd name="connsiteX0" fmla="*/ 42654 w 94850"/>
                <a:gd name="connsiteY0" fmla="*/ 0 h 605210"/>
                <a:gd name="connsiteX1" fmla="*/ 88373 w 94850"/>
                <a:gd name="connsiteY1" fmla="*/ 0 h 605210"/>
                <a:gd name="connsiteX2" fmla="*/ 42654 w 94850"/>
                <a:gd name="connsiteY2" fmla="*/ 605128 h 605210"/>
                <a:gd name="connsiteX3" fmla="*/ 42654 w 94850"/>
                <a:gd name="connsiteY3" fmla="*/ 0 h 60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850" h="605210">
                  <a:moveTo>
                    <a:pt x="42654" y="0"/>
                  </a:moveTo>
                  <a:lnTo>
                    <a:pt x="88373" y="0"/>
                  </a:lnTo>
                  <a:cubicBezTo>
                    <a:pt x="88373" y="100855"/>
                    <a:pt x="120228" y="612648"/>
                    <a:pt x="42654" y="605128"/>
                  </a:cubicBezTo>
                  <a:cubicBezTo>
                    <a:pt x="-53319" y="592751"/>
                    <a:pt x="42654" y="201709"/>
                    <a:pt x="426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">
              <a:extLst>
                <a:ext uri="{FF2B5EF4-FFF2-40B4-BE49-F238E27FC236}">
                  <a16:creationId xmlns:a16="http://schemas.microsoft.com/office/drawing/2014/main" id="{F9C2A4A9-3610-41CB-9AFF-AE35D79832F5}"/>
                </a:ext>
              </a:extLst>
            </p:cNvPr>
            <p:cNvSpPr/>
            <p:nvPr/>
          </p:nvSpPr>
          <p:spPr>
            <a:xfrm rot="19559930">
              <a:off x="5365030" y="1827206"/>
              <a:ext cx="650794" cy="906074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">
              <a:extLst>
                <a:ext uri="{FF2B5EF4-FFF2-40B4-BE49-F238E27FC236}">
                  <a16:creationId xmlns:a16="http://schemas.microsoft.com/office/drawing/2014/main" id="{B9C9B3E0-2D94-4603-A517-3628D78E91B7}"/>
                </a:ext>
              </a:extLst>
            </p:cNvPr>
            <p:cNvSpPr/>
            <p:nvPr/>
          </p:nvSpPr>
          <p:spPr>
            <a:xfrm rot="19359691" flipH="1">
              <a:off x="5450366" y="1966950"/>
              <a:ext cx="515948" cy="718333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BC52D244-F06F-43F9-81E3-2C87F01E01B8}"/>
                </a:ext>
              </a:extLst>
            </p:cNvPr>
            <p:cNvSpPr/>
            <p:nvPr/>
          </p:nvSpPr>
          <p:spPr>
            <a:xfrm rot="20563463">
              <a:off x="5464584" y="2020615"/>
              <a:ext cx="368489" cy="875676"/>
            </a:xfrm>
            <a:prstGeom prst="arc">
              <a:avLst>
                <a:gd name="adj1" fmla="val 16200000"/>
                <a:gd name="adj2" fmla="val 299832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6">
              <a:extLst>
                <a:ext uri="{FF2B5EF4-FFF2-40B4-BE49-F238E27FC236}">
                  <a16:creationId xmlns:a16="http://schemas.microsoft.com/office/drawing/2014/main" id="{CB7D3B1B-08D3-4B4D-B2C0-03AA8905657F}"/>
                </a:ext>
              </a:extLst>
            </p:cNvPr>
            <p:cNvSpPr/>
            <p:nvPr/>
          </p:nvSpPr>
          <p:spPr>
            <a:xfrm rot="1827507">
              <a:off x="7148089" y="5227819"/>
              <a:ext cx="1785207" cy="735547"/>
            </a:xfrm>
            <a:custGeom>
              <a:avLst/>
              <a:gdLst>
                <a:gd name="connsiteX0" fmla="*/ 0 w 1127760"/>
                <a:gd name="connsiteY0" fmla="*/ 0 h 403860"/>
                <a:gd name="connsiteX1" fmla="*/ 1127760 w 1127760"/>
                <a:gd name="connsiteY1" fmla="*/ 0 h 403860"/>
                <a:gd name="connsiteX2" fmla="*/ 1127760 w 1127760"/>
                <a:gd name="connsiteY2" fmla="*/ 403860 h 403860"/>
                <a:gd name="connsiteX3" fmla="*/ 0 w 1127760"/>
                <a:gd name="connsiteY3" fmla="*/ 403860 h 403860"/>
                <a:gd name="connsiteX4" fmla="*/ 0 w 1127760"/>
                <a:gd name="connsiteY4" fmla="*/ 0 h 403860"/>
                <a:gd name="connsiteX0" fmla="*/ 0 w 1732465"/>
                <a:gd name="connsiteY0" fmla="*/ 146227 h 550087"/>
                <a:gd name="connsiteX1" fmla="*/ 1127760 w 1732465"/>
                <a:gd name="connsiteY1" fmla="*/ 146227 h 550087"/>
                <a:gd name="connsiteX2" fmla="*/ 1732465 w 1732465"/>
                <a:gd name="connsiteY2" fmla="*/ 0 h 550087"/>
                <a:gd name="connsiteX3" fmla="*/ 0 w 1732465"/>
                <a:gd name="connsiteY3" fmla="*/ 550087 h 550087"/>
                <a:gd name="connsiteX4" fmla="*/ 0 w 1732465"/>
                <a:gd name="connsiteY4" fmla="*/ 146227 h 550087"/>
                <a:gd name="connsiteX0" fmla="*/ 0 w 1732465"/>
                <a:gd name="connsiteY0" fmla="*/ 315583 h 719443"/>
                <a:gd name="connsiteX1" fmla="*/ 1649371 w 1732465"/>
                <a:gd name="connsiteY1" fmla="*/ 0 h 719443"/>
                <a:gd name="connsiteX2" fmla="*/ 1732465 w 1732465"/>
                <a:gd name="connsiteY2" fmla="*/ 169356 h 719443"/>
                <a:gd name="connsiteX3" fmla="*/ 0 w 1732465"/>
                <a:gd name="connsiteY3" fmla="*/ 719443 h 719443"/>
                <a:gd name="connsiteX4" fmla="*/ 0 w 1732465"/>
                <a:gd name="connsiteY4" fmla="*/ 315583 h 719443"/>
                <a:gd name="connsiteX0" fmla="*/ 0 w 1732465"/>
                <a:gd name="connsiteY0" fmla="*/ 315583 h 719443"/>
                <a:gd name="connsiteX1" fmla="*/ 834361 w 1732465"/>
                <a:gd name="connsiteY1" fmla="*/ 314081 h 719443"/>
                <a:gd name="connsiteX2" fmla="*/ 1649371 w 1732465"/>
                <a:gd name="connsiteY2" fmla="*/ 0 h 719443"/>
                <a:gd name="connsiteX3" fmla="*/ 1732465 w 1732465"/>
                <a:gd name="connsiteY3" fmla="*/ 169356 h 719443"/>
                <a:gd name="connsiteX4" fmla="*/ 0 w 1732465"/>
                <a:gd name="connsiteY4" fmla="*/ 719443 h 719443"/>
                <a:gd name="connsiteX5" fmla="*/ 0 w 1732465"/>
                <a:gd name="connsiteY5" fmla="*/ 315583 h 719443"/>
                <a:gd name="connsiteX0" fmla="*/ 0 w 1732465"/>
                <a:gd name="connsiteY0" fmla="*/ 315583 h 761853"/>
                <a:gd name="connsiteX1" fmla="*/ 834361 w 1732465"/>
                <a:gd name="connsiteY1" fmla="*/ 314081 h 761853"/>
                <a:gd name="connsiteX2" fmla="*/ 1649371 w 1732465"/>
                <a:gd name="connsiteY2" fmla="*/ 0 h 761853"/>
                <a:gd name="connsiteX3" fmla="*/ 1732465 w 1732465"/>
                <a:gd name="connsiteY3" fmla="*/ 169356 h 761853"/>
                <a:gd name="connsiteX4" fmla="*/ 779444 w 1732465"/>
                <a:gd name="connsiteY4" fmla="*/ 761853 h 761853"/>
                <a:gd name="connsiteX5" fmla="*/ 0 w 1732465"/>
                <a:gd name="connsiteY5" fmla="*/ 719443 h 761853"/>
                <a:gd name="connsiteX6" fmla="*/ 0 w 1732465"/>
                <a:gd name="connsiteY6" fmla="*/ 315583 h 761853"/>
                <a:gd name="connsiteX0" fmla="*/ 0 w 1732465"/>
                <a:gd name="connsiteY0" fmla="*/ 315583 h 719443"/>
                <a:gd name="connsiteX1" fmla="*/ 834361 w 1732465"/>
                <a:gd name="connsiteY1" fmla="*/ 314081 h 719443"/>
                <a:gd name="connsiteX2" fmla="*/ 1649371 w 1732465"/>
                <a:gd name="connsiteY2" fmla="*/ 0 h 719443"/>
                <a:gd name="connsiteX3" fmla="*/ 1732465 w 1732465"/>
                <a:gd name="connsiteY3" fmla="*/ 169356 h 719443"/>
                <a:gd name="connsiteX4" fmla="*/ 761679 w 1732465"/>
                <a:gd name="connsiteY4" fmla="*/ 701581 h 719443"/>
                <a:gd name="connsiteX5" fmla="*/ 0 w 1732465"/>
                <a:gd name="connsiteY5" fmla="*/ 719443 h 719443"/>
                <a:gd name="connsiteX6" fmla="*/ 0 w 1732465"/>
                <a:gd name="connsiteY6" fmla="*/ 315583 h 719443"/>
                <a:gd name="connsiteX0" fmla="*/ 0 w 1743413"/>
                <a:gd name="connsiteY0" fmla="*/ 315583 h 719443"/>
                <a:gd name="connsiteX1" fmla="*/ 834361 w 1743413"/>
                <a:gd name="connsiteY1" fmla="*/ 314081 h 719443"/>
                <a:gd name="connsiteX2" fmla="*/ 1649371 w 1743413"/>
                <a:gd name="connsiteY2" fmla="*/ 0 h 719443"/>
                <a:gd name="connsiteX3" fmla="*/ 1732465 w 1743413"/>
                <a:gd name="connsiteY3" fmla="*/ 169356 h 719443"/>
                <a:gd name="connsiteX4" fmla="*/ 761679 w 1743413"/>
                <a:gd name="connsiteY4" fmla="*/ 701581 h 719443"/>
                <a:gd name="connsiteX5" fmla="*/ 0 w 1743413"/>
                <a:gd name="connsiteY5" fmla="*/ 719443 h 719443"/>
                <a:gd name="connsiteX6" fmla="*/ 0 w 1743413"/>
                <a:gd name="connsiteY6" fmla="*/ 315583 h 719443"/>
                <a:gd name="connsiteX0" fmla="*/ 0 w 1776215"/>
                <a:gd name="connsiteY0" fmla="*/ 315583 h 719443"/>
                <a:gd name="connsiteX1" fmla="*/ 834361 w 1776215"/>
                <a:gd name="connsiteY1" fmla="*/ 314081 h 719443"/>
                <a:gd name="connsiteX2" fmla="*/ 1649371 w 1776215"/>
                <a:gd name="connsiteY2" fmla="*/ 0 h 719443"/>
                <a:gd name="connsiteX3" fmla="*/ 1732465 w 1776215"/>
                <a:gd name="connsiteY3" fmla="*/ 169356 h 719443"/>
                <a:gd name="connsiteX4" fmla="*/ 761679 w 1776215"/>
                <a:gd name="connsiteY4" fmla="*/ 701581 h 719443"/>
                <a:gd name="connsiteX5" fmla="*/ 0 w 1776215"/>
                <a:gd name="connsiteY5" fmla="*/ 719443 h 719443"/>
                <a:gd name="connsiteX6" fmla="*/ 0 w 1776215"/>
                <a:gd name="connsiteY6" fmla="*/ 315583 h 719443"/>
                <a:gd name="connsiteX0" fmla="*/ 0 w 1649371"/>
                <a:gd name="connsiteY0" fmla="*/ 315583 h 719443"/>
                <a:gd name="connsiteX1" fmla="*/ 834361 w 1649371"/>
                <a:gd name="connsiteY1" fmla="*/ 314081 h 719443"/>
                <a:gd name="connsiteX2" fmla="*/ 1649371 w 1649371"/>
                <a:gd name="connsiteY2" fmla="*/ 0 h 719443"/>
                <a:gd name="connsiteX3" fmla="*/ 761679 w 1649371"/>
                <a:gd name="connsiteY3" fmla="*/ 701581 h 719443"/>
                <a:gd name="connsiteX4" fmla="*/ 0 w 1649371"/>
                <a:gd name="connsiteY4" fmla="*/ 719443 h 719443"/>
                <a:gd name="connsiteX5" fmla="*/ 0 w 1649371"/>
                <a:gd name="connsiteY5" fmla="*/ 315583 h 719443"/>
                <a:gd name="connsiteX0" fmla="*/ 0 w 1649371"/>
                <a:gd name="connsiteY0" fmla="*/ 324536 h 728396"/>
                <a:gd name="connsiteX1" fmla="*/ 834361 w 1649371"/>
                <a:gd name="connsiteY1" fmla="*/ 323034 h 728396"/>
                <a:gd name="connsiteX2" fmla="*/ 1649371 w 1649371"/>
                <a:gd name="connsiteY2" fmla="*/ 8953 h 728396"/>
                <a:gd name="connsiteX3" fmla="*/ 761679 w 1649371"/>
                <a:gd name="connsiteY3" fmla="*/ 710534 h 728396"/>
                <a:gd name="connsiteX4" fmla="*/ 0 w 1649371"/>
                <a:gd name="connsiteY4" fmla="*/ 728396 h 728396"/>
                <a:gd name="connsiteX5" fmla="*/ 0 w 1649371"/>
                <a:gd name="connsiteY5" fmla="*/ 324536 h 728396"/>
                <a:gd name="connsiteX0" fmla="*/ 0 w 1651864"/>
                <a:gd name="connsiteY0" fmla="*/ 324536 h 728396"/>
                <a:gd name="connsiteX1" fmla="*/ 834361 w 1651864"/>
                <a:gd name="connsiteY1" fmla="*/ 323034 h 728396"/>
                <a:gd name="connsiteX2" fmla="*/ 1649371 w 1651864"/>
                <a:gd name="connsiteY2" fmla="*/ 8953 h 728396"/>
                <a:gd name="connsiteX3" fmla="*/ 761679 w 1651864"/>
                <a:gd name="connsiteY3" fmla="*/ 710534 h 728396"/>
                <a:gd name="connsiteX4" fmla="*/ 0 w 1651864"/>
                <a:gd name="connsiteY4" fmla="*/ 728396 h 728396"/>
                <a:gd name="connsiteX5" fmla="*/ 0 w 1651864"/>
                <a:gd name="connsiteY5" fmla="*/ 324536 h 728396"/>
                <a:gd name="connsiteX0" fmla="*/ 0 w 1651864"/>
                <a:gd name="connsiteY0" fmla="*/ 326975 h 730835"/>
                <a:gd name="connsiteX1" fmla="*/ 834361 w 1651864"/>
                <a:gd name="connsiteY1" fmla="*/ 325473 h 730835"/>
                <a:gd name="connsiteX2" fmla="*/ 1649371 w 1651864"/>
                <a:gd name="connsiteY2" fmla="*/ 11392 h 730835"/>
                <a:gd name="connsiteX3" fmla="*/ 761679 w 1651864"/>
                <a:gd name="connsiteY3" fmla="*/ 712973 h 730835"/>
                <a:gd name="connsiteX4" fmla="*/ 0 w 1651864"/>
                <a:gd name="connsiteY4" fmla="*/ 730835 h 730835"/>
                <a:gd name="connsiteX5" fmla="*/ 0 w 1651864"/>
                <a:gd name="connsiteY5" fmla="*/ 326975 h 730835"/>
                <a:gd name="connsiteX0" fmla="*/ 0 w 1651864"/>
                <a:gd name="connsiteY0" fmla="*/ 325663 h 729523"/>
                <a:gd name="connsiteX1" fmla="*/ 1649371 w 1651864"/>
                <a:gd name="connsiteY1" fmla="*/ 10080 h 729523"/>
                <a:gd name="connsiteX2" fmla="*/ 761679 w 1651864"/>
                <a:gd name="connsiteY2" fmla="*/ 711661 h 729523"/>
                <a:gd name="connsiteX3" fmla="*/ 0 w 1651864"/>
                <a:gd name="connsiteY3" fmla="*/ 729523 h 729523"/>
                <a:gd name="connsiteX4" fmla="*/ 0 w 1651864"/>
                <a:gd name="connsiteY4" fmla="*/ 325663 h 729523"/>
                <a:gd name="connsiteX0" fmla="*/ 0 w 1651864"/>
                <a:gd name="connsiteY0" fmla="*/ 319772 h 723632"/>
                <a:gd name="connsiteX1" fmla="*/ 1649371 w 1651864"/>
                <a:gd name="connsiteY1" fmla="*/ 4189 h 723632"/>
                <a:gd name="connsiteX2" fmla="*/ 761679 w 1651864"/>
                <a:gd name="connsiteY2" fmla="*/ 705770 h 723632"/>
                <a:gd name="connsiteX3" fmla="*/ 0 w 1651864"/>
                <a:gd name="connsiteY3" fmla="*/ 723632 h 723632"/>
                <a:gd name="connsiteX4" fmla="*/ 0 w 1651864"/>
                <a:gd name="connsiteY4" fmla="*/ 319772 h 723632"/>
                <a:gd name="connsiteX0" fmla="*/ 0 w 1649371"/>
                <a:gd name="connsiteY0" fmla="*/ 319772 h 723632"/>
                <a:gd name="connsiteX1" fmla="*/ 1649371 w 1649371"/>
                <a:gd name="connsiteY1" fmla="*/ 4189 h 723632"/>
                <a:gd name="connsiteX2" fmla="*/ 0 w 1649371"/>
                <a:gd name="connsiteY2" fmla="*/ 723632 h 723632"/>
                <a:gd name="connsiteX3" fmla="*/ 0 w 1649371"/>
                <a:gd name="connsiteY3" fmla="*/ 319772 h 723632"/>
                <a:gd name="connsiteX0" fmla="*/ 0 w 1649371"/>
                <a:gd name="connsiteY0" fmla="*/ 319772 h 723710"/>
                <a:gd name="connsiteX1" fmla="*/ 1649371 w 1649371"/>
                <a:gd name="connsiteY1" fmla="*/ 4189 h 723710"/>
                <a:gd name="connsiteX2" fmla="*/ 0 w 1649371"/>
                <a:gd name="connsiteY2" fmla="*/ 723632 h 723710"/>
                <a:gd name="connsiteX3" fmla="*/ 0 w 1649371"/>
                <a:gd name="connsiteY3" fmla="*/ 319772 h 723710"/>
                <a:gd name="connsiteX0" fmla="*/ 0 w 1649371"/>
                <a:gd name="connsiteY0" fmla="*/ 319772 h 735547"/>
                <a:gd name="connsiteX1" fmla="*/ 1649371 w 1649371"/>
                <a:gd name="connsiteY1" fmla="*/ 4189 h 735547"/>
                <a:gd name="connsiteX2" fmla="*/ 0 w 1649371"/>
                <a:gd name="connsiteY2" fmla="*/ 723632 h 735547"/>
                <a:gd name="connsiteX3" fmla="*/ 0 w 1649371"/>
                <a:gd name="connsiteY3" fmla="*/ 319772 h 735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9371" h="735547">
                  <a:moveTo>
                    <a:pt x="0" y="319772"/>
                  </a:moveTo>
                  <a:cubicBezTo>
                    <a:pt x="638042" y="642766"/>
                    <a:pt x="1522425" y="-60144"/>
                    <a:pt x="1649371" y="4189"/>
                  </a:cubicBezTo>
                  <a:cubicBezTo>
                    <a:pt x="1649371" y="71499"/>
                    <a:pt x="999489" y="839677"/>
                    <a:pt x="0" y="723632"/>
                  </a:cubicBezTo>
                  <a:lnTo>
                    <a:pt x="0" y="319772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4">
              <a:extLst>
                <a:ext uri="{FF2B5EF4-FFF2-40B4-BE49-F238E27FC236}">
                  <a16:creationId xmlns:a16="http://schemas.microsoft.com/office/drawing/2014/main" id="{55350278-0B09-44DA-A1E9-2CF36662CA6B}"/>
                </a:ext>
              </a:extLst>
            </p:cNvPr>
            <p:cNvSpPr/>
            <p:nvPr/>
          </p:nvSpPr>
          <p:spPr>
            <a:xfrm>
              <a:off x="6029569" y="4789824"/>
              <a:ext cx="692997" cy="1253193"/>
            </a:xfrm>
            <a:custGeom>
              <a:avLst/>
              <a:gdLst>
                <a:gd name="connsiteX0" fmla="*/ 0 w 191068"/>
                <a:gd name="connsiteY0" fmla="*/ 0 h 1144772"/>
                <a:gd name="connsiteX1" fmla="*/ 191068 w 191068"/>
                <a:gd name="connsiteY1" fmla="*/ 0 h 1144772"/>
                <a:gd name="connsiteX2" fmla="*/ 191068 w 191068"/>
                <a:gd name="connsiteY2" fmla="*/ 1144772 h 1144772"/>
                <a:gd name="connsiteX3" fmla="*/ 0 w 191068"/>
                <a:gd name="connsiteY3" fmla="*/ 1144772 h 1144772"/>
                <a:gd name="connsiteX4" fmla="*/ 0 w 191068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1144772 h 1144772"/>
                <a:gd name="connsiteX4" fmla="*/ 216746 w 407814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916172 h 1144772"/>
                <a:gd name="connsiteX4" fmla="*/ 216746 w 407814"/>
                <a:gd name="connsiteY4" fmla="*/ 0 h 1144772"/>
                <a:gd name="connsiteX0" fmla="*/ 216746 w 407814"/>
                <a:gd name="connsiteY0" fmla="*/ 0 h 1192233"/>
                <a:gd name="connsiteX1" fmla="*/ 407814 w 407814"/>
                <a:gd name="connsiteY1" fmla="*/ 0 h 1192233"/>
                <a:gd name="connsiteX2" fmla="*/ 407814 w 407814"/>
                <a:gd name="connsiteY2" fmla="*/ 1144772 h 1192233"/>
                <a:gd name="connsiteX3" fmla="*/ 207078 w 407814"/>
                <a:gd name="connsiteY3" fmla="*/ 1187583 h 1192233"/>
                <a:gd name="connsiteX4" fmla="*/ 216746 w 407814"/>
                <a:gd name="connsiteY4" fmla="*/ 916172 h 1192233"/>
                <a:gd name="connsiteX5" fmla="*/ 216746 w 407814"/>
                <a:gd name="connsiteY5" fmla="*/ 0 h 1192233"/>
                <a:gd name="connsiteX0" fmla="*/ 212865 w 403933"/>
                <a:gd name="connsiteY0" fmla="*/ 0 h 1192233"/>
                <a:gd name="connsiteX1" fmla="*/ 403933 w 403933"/>
                <a:gd name="connsiteY1" fmla="*/ 0 h 1192233"/>
                <a:gd name="connsiteX2" fmla="*/ 403933 w 403933"/>
                <a:gd name="connsiteY2" fmla="*/ 1144772 h 1192233"/>
                <a:gd name="connsiteX3" fmla="*/ 203197 w 403933"/>
                <a:gd name="connsiteY3" fmla="*/ 1187583 h 1192233"/>
                <a:gd name="connsiteX4" fmla="*/ 228105 w 403933"/>
                <a:gd name="connsiteY4" fmla="*/ 923792 h 1192233"/>
                <a:gd name="connsiteX5" fmla="*/ 212865 w 403933"/>
                <a:gd name="connsiteY5" fmla="*/ 0 h 1192233"/>
                <a:gd name="connsiteX0" fmla="*/ 247673 w 438741"/>
                <a:gd name="connsiteY0" fmla="*/ 0 h 1192233"/>
                <a:gd name="connsiteX1" fmla="*/ 438741 w 438741"/>
                <a:gd name="connsiteY1" fmla="*/ 0 h 1192233"/>
                <a:gd name="connsiteX2" fmla="*/ 438741 w 438741"/>
                <a:gd name="connsiteY2" fmla="*/ 1144772 h 1192233"/>
                <a:gd name="connsiteX3" fmla="*/ 238005 w 438741"/>
                <a:gd name="connsiteY3" fmla="*/ 1187583 h 1192233"/>
                <a:gd name="connsiteX4" fmla="*/ 262913 w 438741"/>
                <a:gd name="connsiteY4" fmla="*/ 923792 h 1192233"/>
                <a:gd name="connsiteX5" fmla="*/ 247673 w 438741"/>
                <a:gd name="connsiteY5" fmla="*/ 0 h 1192233"/>
                <a:gd name="connsiteX0" fmla="*/ 247673 w 537801"/>
                <a:gd name="connsiteY0" fmla="*/ 30480 h 1222713"/>
                <a:gd name="connsiteX1" fmla="*/ 537801 w 537801"/>
                <a:gd name="connsiteY1" fmla="*/ 0 h 1222713"/>
                <a:gd name="connsiteX2" fmla="*/ 438741 w 537801"/>
                <a:gd name="connsiteY2" fmla="*/ 1175252 h 1222713"/>
                <a:gd name="connsiteX3" fmla="*/ 238005 w 537801"/>
                <a:gd name="connsiteY3" fmla="*/ 1218063 h 1222713"/>
                <a:gd name="connsiteX4" fmla="*/ 262913 w 537801"/>
                <a:gd name="connsiteY4" fmla="*/ 954272 h 1222713"/>
                <a:gd name="connsiteX5" fmla="*/ 247673 w 537801"/>
                <a:gd name="connsiteY5" fmla="*/ 30480 h 1222713"/>
                <a:gd name="connsiteX0" fmla="*/ 247673 w 666141"/>
                <a:gd name="connsiteY0" fmla="*/ 30480 h 1222713"/>
                <a:gd name="connsiteX1" fmla="*/ 537801 w 666141"/>
                <a:gd name="connsiteY1" fmla="*/ 0 h 1222713"/>
                <a:gd name="connsiteX2" fmla="*/ 438741 w 666141"/>
                <a:gd name="connsiteY2" fmla="*/ 1175252 h 1222713"/>
                <a:gd name="connsiteX3" fmla="*/ 238005 w 666141"/>
                <a:gd name="connsiteY3" fmla="*/ 1218063 h 1222713"/>
                <a:gd name="connsiteX4" fmla="*/ 262913 w 666141"/>
                <a:gd name="connsiteY4" fmla="*/ 954272 h 1222713"/>
                <a:gd name="connsiteX5" fmla="*/ 247673 w 666141"/>
                <a:gd name="connsiteY5" fmla="*/ 30480 h 1222713"/>
                <a:gd name="connsiteX0" fmla="*/ 247673 w 547301"/>
                <a:gd name="connsiteY0" fmla="*/ 30480 h 1222713"/>
                <a:gd name="connsiteX1" fmla="*/ 537801 w 547301"/>
                <a:gd name="connsiteY1" fmla="*/ 0 h 1222713"/>
                <a:gd name="connsiteX2" fmla="*/ 428505 w 547301"/>
                <a:gd name="connsiteY2" fmla="*/ 829443 h 1222713"/>
                <a:gd name="connsiteX3" fmla="*/ 438741 w 547301"/>
                <a:gd name="connsiteY3" fmla="*/ 1175252 h 1222713"/>
                <a:gd name="connsiteX4" fmla="*/ 238005 w 547301"/>
                <a:gd name="connsiteY4" fmla="*/ 1218063 h 1222713"/>
                <a:gd name="connsiteX5" fmla="*/ 262913 w 547301"/>
                <a:gd name="connsiteY5" fmla="*/ 954272 h 1222713"/>
                <a:gd name="connsiteX6" fmla="*/ 247673 w 547301"/>
                <a:gd name="connsiteY6" fmla="*/ 30480 h 1222713"/>
                <a:gd name="connsiteX0" fmla="*/ 247673 w 612857"/>
                <a:gd name="connsiteY0" fmla="*/ 30480 h 1222713"/>
                <a:gd name="connsiteX1" fmla="*/ 537801 w 612857"/>
                <a:gd name="connsiteY1" fmla="*/ 0 h 1222713"/>
                <a:gd name="connsiteX2" fmla="*/ 428505 w 612857"/>
                <a:gd name="connsiteY2" fmla="*/ 829443 h 1222713"/>
                <a:gd name="connsiteX3" fmla="*/ 438741 w 612857"/>
                <a:gd name="connsiteY3" fmla="*/ 1175252 h 1222713"/>
                <a:gd name="connsiteX4" fmla="*/ 238005 w 612857"/>
                <a:gd name="connsiteY4" fmla="*/ 1218063 h 1222713"/>
                <a:gd name="connsiteX5" fmla="*/ 262913 w 612857"/>
                <a:gd name="connsiteY5" fmla="*/ 954272 h 1222713"/>
                <a:gd name="connsiteX6" fmla="*/ 247673 w 612857"/>
                <a:gd name="connsiteY6" fmla="*/ 30480 h 1222713"/>
                <a:gd name="connsiteX0" fmla="*/ 247673 w 688319"/>
                <a:gd name="connsiteY0" fmla="*/ 30480 h 1222713"/>
                <a:gd name="connsiteX1" fmla="*/ 537801 w 688319"/>
                <a:gd name="connsiteY1" fmla="*/ 0 h 1222713"/>
                <a:gd name="connsiteX2" fmla="*/ 428505 w 688319"/>
                <a:gd name="connsiteY2" fmla="*/ 829443 h 1222713"/>
                <a:gd name="connsiteX3" fmla="*/ 438741 w 688319"/>
                <a:gd name="connsiteY3" fmla="*/ 1175252 h 1222713"/>
                <a:gd name="connsiteX4" fmla="*/ 238005 w 688319"/>
                <a:gd name="connsiteY4" fmla="*/ 1218063 h 1222713"/>
                <a:gd name="connsiteX5" fmla="*/ 262913 w 688319"/>
                <a:gd name="connsiteY5" fmla="*/ 954272 h 1222713"/>
                <a:gd name="connsiteX6" fmla="*/ 247673 w 688319"/>
                <a:gd name="connsiteY6" fmla="*/ 30480 h 1222713"/>
                <a:gd name="connsiteX0" fmla="*/ 247673 w 692997"/>
                <a:gd name="connsiteY0" fmla="*/ 60960 h 1253193"/>
                <a:gd name="connsiteX1" fmla="*/ 545421 w 692997"/>
                <a:gd name="connsiteY1" fmla="*/ 0 h 1253193"/>
                <a:gd name="connsiteX2" fmla="*/ 428505 w 692997"/>
                <a:gd name="connsiteY2" fmla="*/ 859923 h 1253193"/>
                <a:gd name="connsiteX3" fmla="*/ 438741 w 692997"/>
                <a:gd name="connsiteY3" fmla="*/ 1205732 h 1253193"/>
                <a:gd name="connsiteX4" fmla="*/ 238005 w 692997"/>
                <a:gd name="connsiteY4" fmla="*/ 1248543 h 1253193"/>
                <a:gd name="connsiteX5" fmla="*/ 262913 w 692997"/>
                <a:gd name="connsiteY5" fmla="*/ 984752 h 1253193"/>
                <a:gd name="connsiteX6" fmla="*/ 247673 w 692997"/>
                <a:gd name="connsiteY6" fmla="*/ 60960 h 125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2997" h="1253193">
                  <a:moveTo>
                    <a:pt x="247673" y="60960"/>
                  </a:moveTo>
                  <a:lnTo>
                    <a:pt x="545421" y="0"/>
                  </a:lnTo>
                  <a:cubicBezTo>
                    <a:pt x="782570" y="37911"/>
                    <a:pt x="726955" y="336388"/>
                    <a:pt x="428505" y="859923"/>
                  </a:cubicBezTo>
                  <a:cubicBezTo>
                    <a:pt x="411995" y="1055798"/>
                    <a:pt x="487001" y="1137152"/>
                    <a:pt x="438741" y="1205732"/>
                  </a:cubicBezTo>
                  <a:cubicBezTo>
                    <a:pt x="415009" y="1179362"/>
                    <a:pt x="261737" y="1274913"/>
                    <a:pt x="238005" y="1248543"/>
                  </a:cubicBezTo>
                  <a:lnTo>
                    <a:pt x="262913" y="984752"/>
                  </a:lnTo>
                  <a:cubicBezTo>
                    <a:pt x="118133" y="808901"/>
                    <a:pt x="-240007" y="495891"/>
                    <a:pt x="247673" y="60960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: Rounded Corners 10">
              <a:extLst>
                <a:ext uri="{FF2B5EF4-FFF2-40B4-BE49-F238E27FC236}">
                  <a16:creationId xmlns:a16="http://schemas.microsoft.com/office/drawing/2014/main" id="{1DEE277D-6864-4551-B52A-5BA07B934132}"/>
                </a:ext>
              </a:extLst>
            </p:cNvPr>
            <p:cNvSpPr/>
            <p:nvPr/>
          </p:nvSpPr>
          <p:spPr>
            <a:xfrm>
              <a:off x="5775520" y="5786755"/>
              <a:ext cx="894044" cy="320191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: Rounded Corners 10">
              <a:extLst>
                <a:ext uri="{FF2B5EF4-FFF2-40B4-BE49-F238E27FC236}">
                  <a16:creationId xmlns:a16="http://schemas.microsoft.com/office/drawing/2014/main" id="{7CFF7986-C247-4ADD-AC85-3AF76E908310}"/>
                </a:ext>
              </a:extLst>
            </p:cNvPr>
            <p:cNvSpPr/>
            <p:nvPr/>
          </p:nvSpPr>
          <p:spPr>
            <a:xfrm rot="15023604" flipH="1">
              <a:off x="6245637" y="5704664"/>
              <a:ext cx="272370" cy="174800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7">
              <a:extLst>
                <a:ext uri="{FF2B5EF4-FFF2-40B4-BE49-F238E27FC236}">
                  <a16:creationId xmlns:a16="http://schemas.microsoft.com/office/drawing/2014/main" id="{EDD3DD98-6D1E-47A5-A99E-7F2963B3B39D}"/>
                </a:ext>
              </a:extLst>
            </p:cNvPr>
            <p:cNvSpPr/>
            <p:nvPr/>
          </p:nvSpPr>
          <p:spPr>
            <a:xfrm rot="19820956">
              <a:off x="5694761" y="3327272"/>
              <a:ext cx="1562927" cy="2552129"/>
            </a:xfrm>
            <a:custGeom>
              <a:avLst/>
              <a:gdLst>
                <a:gd name="connsiteX0" fmla="*/ 0 w 2368765"/>
                <a:gd name="connsiteY0" fmla="*/ 1317009 h 2634018"/>
                <a:gd name="connsiteX1" fmla="*/ 1184383 w 2368765"/>
                <a:gd name="connsiteY1" fmla="*/ 0 h 2634018"/>
                <a:gd name="connsiteX2" fmla="*/ 2368766 w 2368765"/>
                <a:gd name="connsiteY2" fmla="*/ 1317009 h 2634018"/>
                <a:gd name="connsiteX3" fmla="*/ 1184383 w 2368765"/>
                <a:gd name="connsiteY3" fmla="*/ 2634018 h 2634018"/>
                <a:gd name="connsiteX4" fmla="*/ 0 w 2368765"/>
                <a:gd name="connsiteY4" fmla="*/ 1317009 h 2634018"/>
                <a:gd name="connsiteX0" fmla="*/ 0 w 2232288"/>
                <a:gd name="connsiteY0" fmla="*/ 1467872 h 2635718"/>
                <a:gd name="connsiteX1" fmla="*/ 1047905 w 2232288"/>
                <a:gd name="connsiteY1" fmla="*/ 738 h 2635718"/>
                <a:gd name="connsiteX2" fmla="*/ 2232288 w 2232288"/>
                <a:gd name="connsiteY2" fmla="*/ 1317747 h 2635718"/>
                <a:gd name="connsiteX3" fmla="*/ 1047905 w 2232288"/>
                <a:gd name="connsiteY3" fmla="*/ 2634756 h 2635718"/>
                <a:gd name="connsiteX4" fmla="*/ 0 w 2232288"/>
                <a:gd name="connsiteY4" fmla="*/ 1467872 h 2635718"/>
                <a:gd name="connsiteX0" fmla="*/ 0 w 2232288"/>
                <a:gd name="connsiteY0" fmla="*/ 1713326 h 2880851"/>
                <a:gd name="connsiteX1" fmla="*/ 1047905 w 2232288"/>
                <a:gd name="connsiteY1" fmla="*/ 533 h 2880851"/>
                <a:gd name="connsiteX2" fmla="*/ 2232288 w 2232288"/>
                <a:gd name="connsiteY2" fmla="*/ 1563201 h 2880851"/>
                <a:gd name="connsiteX3" fmla="*/ 1047905 w 2232288"/>
                <a:gd name="connsiteY3" fmla="*/ 2880210 h 2880851"/>
                <a:gd name="connsiteX4" fmla="*/ 0 w 2232288"/>
                <a:gd name="connsiteY4" fmla="*/ 1713326 h 2880851"/>
                <a:gd name="connsiteX0" fmla="*/ 0 w 2232288"/>
                <a:gd name="connsiteY0" fmla="*/ 1712907 h 2880432"/>
                <a:gd name="connsiteX1" fmla="*/ 1047905 w 2232288"/>
                <a:gd name="connsiteY1" fmla="*/ 114 h 2880432"/>
                <a:gd name="connsiteX2" fmla="*/ 2232288 w 2232288"/>
                <a:gd name="connsiteY2" fmla="*/ 1562782 h 2880432"/>
                <a:gd name="connsiteX3" fmla="*/ 1047905 w 2232288"/>
                <a:gd name="connsiteY3" fmla="*/ 2879791 h 2880432"/>
                <a:gd name="connsiteX4" fmla="*/ 0 w 2232288"/>
                <a:gd name="connsiteY4" fmla="*/ 1712907 h 2880432"/>
                <a:gd name="connsiteX0" fmla="*/ 7497 w 2239785"/>
                <a:gd name="connsiteY0" fmla="*/ 1752003 h 2919459"/>
                <a:gd name="connsiteX1" fmla="*/ 608513 w 2239785"/>
                <a:gd name="connsiteY1" fmla="*/ 578296 h 2919459"/>
                <a:gd name="connsiteX2" fmla="*/ 1055402 w 2239785"/>
                <a:gd name="connsiteY2" fmla="*/ 39210 h 2919459"/>
                <a:gd name="connsiteX3" fmla="*/ 2239785 w 2239785"/>
                <a:gd name="connsiteY3" fmla="*/ 1601878 h 2919459"/>
                <a:gd name="connsiteX4" fmla="*/ 1055402 w 2239785"/>
                <a:gd name="connsiteY4" fmla="*/ 2918887 h 2919459"/>
                <a:gd name="connsiteX5" fmla="*/ 7497 w 2239785"/>
                <a:gd name="connsiteY5" fmla="*/ 1752003 h 2919459"/>
                <a:gd name="connsiteX0" fmla="*/ 446889 w 1631272"/>
                <a:gd name="connsiteY0" fmla="*/ 2918887 h 2943136"/>
                <a:gd name="connsiteX1" fmla="*/ 0 w 1631272"/>
                <a:gd name="connsiteY1" fmla="*/ 578296 h 2943136"/>
                <a:gd name="connsiteX2" fmla="*/ 446889 w 1631272"/>
                <a:gd name="connsiteY2" fmla="*/ 39210 h 2943136"/>
                <a:gd name="connsiteX3" fmla="*/ 1631272 w 1631272"/>
                <a:gd name="connsiteY3" fmla="*/ 1601878 h 2943136"/>
                <a:gd name="connsiteX4" fmla="*/ 446889 w 1631272"/>
                <a:gd name="connsiteY4" fmla="*/ 2918887 h 2943136"/>
                <a:gd name="connsiteX0" fmla="*/ 858688 w 2097067"/>
                <a:gd name="connsiteY0" fmla="*/ 2918887 h 2926202"/>
                <a:gd name="connsiteX1" fmla="*/ 411799 w 2097067"/>
                <a:gd name="connsiteY1" fmla="*/ 578296 h 2926202"/>
                <a:gd name="connsiteX2" fmla="*/ 858688 w 2097067"/>
                <a:gd name="connsiteY2" fmla="*/ 39210 h 2926202"/>
                <a:gd name="connsiteX3" fmla="*/ 2043071 w 2097067"/>
                <a:gd name="connsiteY3" fmla="*/ 1601878 h 2926202"/>
                <a:gd name="connsiteX4" fmla="*/ 858688 w 2097067"/>
                <a:gd name="connsiteY4" fmla="*/ 2918887 h 2926202"/>
                <a:gd name="connsiteX0" fmla="*/ 1013958 w 2252337"/>
                <a:gd name="connsiteY0" fmla="*/ 2918887 h 2925680"/>
                <a:gd name="connsiteX1" fmla="*/ 567069 w 2252337"/>
                <a:gd name="connsiteY1" fmla="*/ 578296 h 2925680"/>
                <a:gd name="connsiteX2" fmla="*/ 1013958 w 2252337"/>
                <a:gd name="connsiteY2" fmla="*/ 39210 h 2925680"/>
                <a:gd name="connsiteX3" fmla="*/ 2198341 w 2252337"/>
                <a:gd name="connsiteY3" fmla="*/ 1601878 h 2925680"/>
                <a:gd name="connsiteX4" fmla="*/ 1013958 w 2252337"/>
                <a:gd name="connsiteY4" fmla="*/ 2918887 h 2925680"/>
                <a:gd name="connsiteX0" fmla="*/ 950155 w 2155116"/>
                <a:gd name="connsiteY0" fmla="*/ 2918887 h 2918904"/>
                <a:gd name="connsiteX1" fmla="*/ 503266 w 2155116"/>
                <a:gd name="connsiteY1" fmla="*/ 578296 h 2918904"/>
                <a:gd name="connsiteX2" fmla="*/ 950155 w 2155116"/>
                <a:gd name="connsiteY2" fmla="*/ 39210 h 2918904"/>
                <a:gd name="connsiteX3" fmla="*/ 2134538 w 2155116"/>
                <a:gd name="connsiteY3" fmla="*/ 1601878 h 2918904"/>
                <a:gd name="connsiteX4" fmla="*/ 950155 w 2155116"/>
                <a:gd name="connsiteY4" fmla="*/ 2918887 h 2918904"/>
                <a:gd name="connsiteX0" fmla="*/ 950155 w 2155116"/>
                <a:gd name="connsiteY0" fmla="*/ 2881535 h 2881552"/>
                <a:gd name="connsiteX1" fmla="*/ 503266 w 2155116"/>
                <a:gd name="connsiteY1" fmla="*/ 540944 h 2881552"/>
                <a:gd name="connsiteX2" fmla="*/ 950155 w 2155116"/>
                <a:gd name="connsiteY2" fmla="*/ 1858 h 2881552"/>
                <a:gd name="connsiteX3" fmla="*/ 2134538 w 2155116"/>
                <a:gd name="connsiteY3" fmla="*/ 1564526 h 2881552"/>
                <a:gd name="connsiteX4" fmla="*/ 950155 w 2155116"/>
                <a:gd name="connsiteY4" fmla="*/ 2881535 h 2881552"/>
                <a:gd name="connsiteX0" fmla="*/ 950155 w 2155116"/>
                <a:gd name="connsiteY0" fmla="*/ 2879693 h 2879710"/>
                <a:gd name="connsiteX1" fmla="*/ 503266 w 2155116"/>
                <a:gd name="connsiteY1" fmla="*/ 539102 h 2879710"/>
                <a:gd name="connsiteX2" fmla="*/ 950155 w 2155116"/>
                <a:gd name="connsiteY2" fmla="*/ 16 h 2879710"/>
                <a:gd name="connsiteX3" fmla="*/ 1499553 w 2155116"/>
                <a:gd name="connsiteY3" fmla="*/ 552750 h 2879710"/>
                <a:gd name="connsiteX4" fmla="*/ 2134538 w 2155116"/>
                <a:gd name="connsiteY4" fmla="*/ 1562684 h 2879710"/>
                <a:gd name="connsiteX5" fmla="*/ 950155 w 2155116"/>
                <a:gd name="connsiteY5" fmla="*/ 2879693 h 2879710"/>
                <a:gd name="connsiteX0" fmla="*/ 950155 w 1499553"/>
                <a:gd name="connsiteY0" fmla="*/ 2879693 h 2879710"/>
                <a:gd name="connsiteX1" fmla="*/ 503266 w 1499553"/>
                <a:gd name="connsiteY1" fmla="*/ 539102 h 2879710"/>
                <a:gd name="connsiteX2" fmla="*/ 950155 w 1499553"/>
                <a:gd name="connsiteY2" fmla="*/ 16 h 2879710"/>
                <a:gd name="connsiteX3" fmla="*/ 1499553 w 1499553"/>
                <a:gd name="connsiteY3" fmla="*/ 552750 h 2879710"/>
                <a:gd name="connsiteX4" fmla="*/ 950155 w 1499553"/>
                <a:gd name="connsiteY4" fmla="*/ 2879693 h 2879710"/>
                <a:gd name="connsiteX0" fmla="*/ 1080842 w 2048951"/>
                <a:gd name="connsiteY0" fmla="*/ 2879693 h 2883255"/>
                <a:gd name="connsiteX1" fmla="*/ 633953 w 2048951"/>
                <a:gd name="connsiteY1" fmla="*/ 539102 h 2883255"/>
                <a:gd name="connsiteX2" fmla="*/ 1080842 w 2048951"/>
                <a:gd name="connsiteY2" fmla="*/ 16 h 2883255"/>
                <a:gd name="connsiteX3" fmla="*/ 1630240 w 2048951"/>
                <a:gd name="connsiteY3" fmla="*/ 552750 h 2883255"/>
                <a:gd name="connsiteX4" fmla="*/ 1080842 w 2048951"/>
                <a:gd name="connsiteY4" fmla="*/ 2879693 h 2883255"/>
                <a:gd name="connsiteX0" fmla="*/ 1080842 w 2178894"/>
                <a:gd name="connsiteY0" fmla="*/ 2879693 h 2883010"/>
                <a:gd name="connsiteX1" fmla="*/ 633953 w 2178894"/>
                <a:gd name="connsiteY1" fmla="*/ 539102 h 2883010"/>
                <a:gd name="connsiteX2" fmla="*/ 1080842 w 2178894"/>
                <a:gd name="connsiteY2" fmla="*/ 16 h 2883010"/>
                <a:gd name="connsiteX3" fmla="*/ 1630240 w 2178894"/>
                <a:gd name="connsiteY3" fmla="*/ 552750 h 2883010"/>
                <a:gd name="connsiteX4" fmla="*/ 1080842 w 2178894"/>
                <a:gd name="connsiteY4" fmla="*/ 2879693 h 2883010"/>
                <a:gd name="connsiteX0" fmla="*/ 1130092 w 2180651"/>
                <a:gd name="connsiteY0" fmla="*/ 2879693 h 2883010"/>
                <a:gd name="connsiteX1" fmla="*/ 574021 w 2180651"/>
                <a:gd name="connsiteY1" fmla="*/ 539102 h 2883010"/>
                <a:gd name="connsiteX2" fmla="*/ 1020910 w 2180651"/>
                <a:gd name="connsiteY2" fmla="*/ 16 h 2883010"/>
                <a:gd name="connsiteX3" fmla="*/ 1570308 w 2180651"/>
                <a:gd name="connsiteY3" fmla="*/ 552750 h 2883010"/>
                <a:gd name="connsiteX4" fmla="*/ 1130092 w 2180651"/>
                <a:gd name="connsiteY4" fmla="*/ 2879693 h 2883010"/>
                <a:gd name="connsiteX0" fmla="*/ 1026353 w 1966593"/>
                <a:gd name="connsiteY0" fmla="*/ 2879693 h 2885692"/>
                <a:gd name="connsiteX1" fmla="*/ 470282 w 1966593"/>
                <a:gd name="connsiteY1" fmla="*/ 539102 h 2885692"/>
                <a:gd name="connsiteX2" fmla="*/ 917171 w 1966593"/>
                <a:gd name="connsiteY2" fmla="*/ 16 h 2885692"/>
                <a:gd name="connsiteX3" fmla="*/ 1466569 w 1966593"/>
                <a:gd name="connsiteY3" fmla="*/ 552750 h 2885692"/>
                <a:gd name="connsiteX4" fmla="*/ 1026353 w 1966593"/>
                <a:gd name="connsiteY4" fmla="*/ 2879693 h 2885692"/>
                <a:gd name="connsiteX0" fmla="*/ 1111626 w 2051866"/>
                <a:gd name="connsiteY0" fmla="*/ 2879693 h 2885954"/>
                <a:gd name="connsiteX1" fmla="*/ 555555 w 2051866"/>
                <a:gd name="connsiteY1" fmla="*/ 539102 h 2885954"/>
                <a:gd name="connsiteX2" fmla="*/ 1002444 w 2051866"/>
                <a:gd name="connsiteY2" fmla="*/ 16 h 2885954"/>
                <a:gd name="connsiteX3" fmla="*/ 1551842 w 2051866"/>
                <a:gd name="connsiteY3" fmla="*/ 552750 h 2885954"/>
                <a:gd name="connsiteX4" fmla="*/ 1111626 w 2051866"/>
                <a:gd name="connsiteY4" fmla="*/ 2879693 h 2885954"/>
                <a:gd name="connsiteX0" fmla="*/ 135964 w 1076204"/>
                <a:gd name="connsiteY0" fmla="*/ 2879677 h 2879677"/>
                <a:gd name="connsiteX1" fmla="*/ 26782 w 1076204"/>
                <a:gd name="connsiteY1" fmla="*/ 0 h 2879677"/>
                <a:gd name="connsiteX2" fmla="*/ 576180 w 1076204"/>
                <a:gd name="connsiteY2" fmla="*/ 552734 h 2879677"/>
                <a:gd name="connsiteX3" fmla="*/ 135964 w 1076204"/>
                <a:gd name="connsiteY3" fmla="*/ 2879677 h 2879677"/>
                <a:gd name="connsiteX0" fmla="*/ 393332 w 1333572"/>
                <a:gd name="connsiteY0" fmla="*/ 2879707 h 2879707"/>
                <a:gd name="connsiteX1" fmla="*/ 284150 w 1333572"/>
                <a:gd name="connsiteY1" fmla="*/ 30 h 2879707"/>
                <a:gd name="connsiteX2" fmla="*/ 833548 w 1333572"/>
                <a:gd name="connsiteY2" fmla="*/ 552764 h 2879707"/>
                <a:gd name="connsiteX3" fmla="*/ 393332 w 1333572"/>
                <a:gd name="connsiteY3" fmla="*/ 2879707 h 2879707"/>
                <a:gd name="connsiteX0" fmla="*/ 855822 w 1766979"/>
                <a:gd name="connsiteY0" fmla="*/ 2879707 h 2880122"/>
                <a:gd name="connsiteX1" fmla="*/ 746640 w 1766979"/>
                <a:gd name="connsiteY1" fmla="*/ 30 h 2880122"/>
                <a:gd name="connsiteX2" fmla="*/ 1296038 w 1766979"/>
                <a:gd name="connsiteY2" fmla="*/ 552764 h 2880122"/>
                <a:gd name="connsiteX3" fmla="*/ 855822 w 1766979"/>
                <a:gd name="connsiteY3" fmla="*/ 2879707 h 2880122"/>
                <a:gd name="connsiteX0" fmla="*/ 855822 w 855822"/>
                <a:gd name="connsiteY0" fmla="*/ 2879677 h 2880092"/>
                <a:gd name="connsiteX1" fmla="*/ 746640 w 855822"/>
                <a:gd name="connsiteY1" fmla="*/ 0 h 2880092"/>
                <a:gd name="connsiteX2" fmla="*/ 855822 w 855822"/>
                <a:gd name="connsiteY2" fmla="*/ 2879677 h 2880092"/>
                <a:gd name="connsiteX0" fmla="*/ 841211 w 1447490"/>
                <a:gd name="connsiteY0" fmla="*/ 2879677 h 2880547"/>
                <a:gd name="connsiteX1" fmla="*/ 732029 w 1447490"/>
                <a:gd name="connsiteY1" fmla="*/ 0 h 2880547"/>
                <a:gd name="connsiteX2" fmla="*/ 841211 w 1447490"/>
                <a:gd name="connsiteY2" fmla="*/ 2879677 h 2880547"/>
                <a:gd name="connsiteX0" fmla="*/ 760317 w 1449076"/>
                <a:gd name="connsiteY0" fmla="*/ 2879790 h 2880665"/>
                <a:gd name="connsiteX1" fmla="*/ 651135 w 1449076"/>
                <a:gd name="connsiteY1" fmla="*/ 113 h 2880665"/>
                <a:gd name="connsiteX2" fmla="*/ 760317 w 1449076"/>
                <a:gd name="connsiteY2" fmla="*/ 2879790 h 2880665"/>
                <a:gd name="connsiteX0" fmla="*/ 1083466 w 2100805"/>
                <a:gd name="connsiteY0" fmla="*/ 2879785 h 2881650"/>
                <a:gd name="connsiteX1" fmla="*/ 974284 w 2100805"/>
                <a:gd name="connsiteY1" fmla="*/ 108 h 2881650"/>
                <a:gd name="connsiteX2" fmla="*/ 1083466 w 2100805"/>
                <a:gd name="connsiteY2" fmla="*/ 2879785 h 2881650"/>
                <a:gd name="connsiteX0" fmla="*/ 1048607 w 2030698"/>
                <a:gd name="connsiteY0" fmla="*/ 2879791 h 2882197"/>
                <a:gd name="connsiteX1" fmla="*/ 939425 w 2030698"/>
                <a:gd name="connsiteY1" fmla="*/ 114 h 2882197"/>
                <a:gd name="connsiteX2" fmla="*/ 1048607 w 2030698"/>
                <a:gd name="connsiteY2" fmla="*/ 2879791 h 2882197"/>
                <a:gd name="connsiteX0" fmla="*/ 979012 w 1890631"/>
                <a:gd name="connsiteY0" fmla="*/ 2879789 h 2879882"/>
                <a:gd name="connsiteX1" fmla="*/ 869830 w 1890631"/>
                <a:gd name="connsiteY1" fmla="*/ 112 h 2879882"/>
                <a:gd name="connsiteX2" fmla="*/ 979012 w 1890631"/>
                <a:gd name="connsiteY2" fmla="*/ 2879789 h 2879882"/>
                <a:gd name="connsiteX0" fmla="*/ 162777 w 863348"/>
                <a:gd name="connsiteY0" fmla="*/ 2885989 h 2990195"/>
                <a:gd name="connsiteX1" fmla="*/ 53595 w 863348"/>
                <a:gd name="connsiteY1" fmla="*/ 6312 h 2990195"/>
                <a:gd name="connsiteX2" fmla="*/ 862933 w 863348"/>
                <a:gd name="connsiteY2" fmla="*/ 2134660 h 2990195"/>
                <a:gd name="connsiteX3" fmla="*/ 162777 w 863348"/>
                <a:gd name="connsiteY3" fmla="*/ 2885989 h 2990195"/>
                <a:gd name="connsiteX0" fmla="*/ 121712 w 828140"/>
                <a:gd name="connsiteY0" fmla="*/ 2936294 h 3040500"/>
                <a:gd name="connsiteX1" fmla="*/ 12530 w 828140"/>
                <a:gd name="connsiteY1" fmla="*/ 56617 h 3040500"/>
                <a:gd name="connsiteX2" fmla="*/ 266167 w 828140"/>
                <a:gd name="connsiteY2" fmla="*/ 1111130 h 3040500"/>
                <a:gd name="connsiteX3" fmla="*/ 821868 w 828140"/>
                <a:gd name="connsiteY3" fmla="*/ 2184965 h 3040500"/>
                <a:gd name="connsiteX4" fmla="*/ 121712 w 828140"/>
                <a:gd name="connsiteY4" fmla="*/ 2936294 h 3040500"/>
                <a:gd name="connsiteX0" fmla="*/ 1061931 w 2313935"/>
                <a:gd name="connsiteY0" fmla="*/ 2936294 h 2989678"/>
                <a:gd name="connsiteX1" fmla="*/ 952749 w 2313935"/>
                <a:gd name="connsiteY1" fmla="*/ 56617 h 2989678"/>
                <a:gd name="connsiteX2" fmla="*/ 1206386 w 2313935"/>
                <a:gd name="connsiteY2" fmla="*/ 1111130 h 2989678"/>
                <a:gd name="connsiteX3" fmla="*/ 1762087 w 2313935"/>
                <a:gd name="connsiteY3" fmla="*/ 2184965 h 2989678"/>
                <a:gd name="connsiteX4" fmla="*/ 1061931 w 2313935"/>
                <a:gd name="connsiteY4" fmla="*/ 2936294 h 2989678"/>
                <a:gd name="connsiteX0" fmla="*/ 240256 w 946684"/>
                <a:gd name="connsiteY0" fmla="*/ 2936294 h 2936941"/>
                <a:gd name="connsiteX1" fmla="*/ 131074 w 946684"/>
                <a:gd name="connsiteY1" fmla="*/ 56617 h 2936941"/>
                <a:gd name="connsiteX2" fmla="*/ 384711 w 946684"/>
                <a:gd name="connsiteY2" fmla="*/ 1111130 h 2936941"/>
                <a:gd name="connsiteX3" fmla="*/ 940412 w 946684"/>
                <a:gd name="connsiteY3" fmla="*/ 2184965 h 2936941"/>
                <a:gd name="connsiteX4" fmla="*/ 240256 w 946684"/>
                <a:gd name="connsiteY4" fmla="*/ 2936294 h 2936941"/>
                <a:gd name="connsiteX0" fmla="*/ 250028 w 956456"/>
                <a:gd name="connsiteY0" fmla="*/ 2974499 h 2975146"/>
                <a:gd name="connsiteX1" fmla="*/ 140846 w 956456"/>
                <a:gd name="connsiteY1" fmla="*/ 94822 h 2975146"/>
                <a:gd name="connsiteX2" fmla="*/ 394483 w 956456"/>
                <a:gd name="connsiteY2" fmla="*/ 1149335 h 2975146"/>
                <a:gd name="connsiteX3" fmla="*/ 950184 w 956456"/>
                <a:gd name="connsiteY3" fmla="*/ 2223170 h 2975146"/>
                <a:gd name="connsiteX4" fmla="*/ 250028 w 956456"/>
                <a:gd name="connsiteY4" fmla="*/ 2974499 h 2975146"/>
                <a:gd name="connsiteX0" fmla="*/ 960368 w 1666796"/>
                <a:gd name="connsiteY0" fmla="*/ 2906396 h 2906956"/>
                <a:gd name="connsiteX1" fmla="*/ 355 w 1666796"/>
                <a:gd name="connsiteY1" fmla="*/ 2232006 h 2906956"/>
                <a:gd name="connsiteX2" fmla="*/ 851186 w 1666796"/>
                <a:gd name="connsiteY2" fmla="*/ 26719 h 2906956"/>
                <a:gd name="connsiteX3" fmla="*/ 1104823 w 1666796"/>
                <a:gd name="connsiteY3" fmla="*/ 1081232 h 2906956"/>
                <a:gd name="connsiteX4" fmla="*/ 1660524 w 1666796"/>
                <a:gd name="connsiteY4" fmla="*/ 2155067 h 2906956"/>
                <a:gd name="connsiteX5" fmla="*/ 960368 w 1666796"/>
                <a:gd name="connsiteY5" fmla="*/ 2906396 h 2906956"/>
                <a:gd name="connsiteX0" fmla="*/ 1020918 w 1727346"/>
                <a:gd name="connsiteY0" fmla="*/ 2906396 h 2906955"/>
                <a:gd name="connsiteX1" fmla="*/ 60905 w 1727346"/>
                <a:gd name="connsiteY1" fmla="*/ 2232006 h 2906955"/>
                <a:gd name="connsiteX2" fmla="*/ 911736 w 1727346"/>
                <a:gd name="connsiteY2" fmla="*/ 26719 h 2906955"/>
                <a:gd name="connsiteX3" fmla="*/ 1165373 w 1727346"/>
                <a:gd name="connsiteY3" fmla="*/ 1081232 h 2906955"/>
                <a:gd name="connsiteX4" fmla="*/ 1721074 w 1727346"/>
                <a:gd name="connsiteY4" fmla="*/ 2155067 h 2906955"/>
                <a:gd name="connsiteX5" fmla="*/ 1020918 w 1727346"/>
                <a:gd name="connsiteY5" fmla="*/ 2906396 h 2906955"/>
                <a:gd name="connsiteX0" fmla="*/ 968083 w 1674511"/>
                <a:gd name="connsiteY0" fmla="*/ 2906396 h 2906955"/>
                <a:gd name="connsiteX1" fmla="*/ 8070 w 1674511"/>
                <a:gd name="connsiteY1" fmla="*/ 2232006 h 2906955"/>
                <a:gd name="connsiteX2" fmla="*/ 858901 w 1674511"/>
                <a:gd name="connsiteY2" fmla="*/ 26719 h 2906955"/>
                <a:gd name="connsiteX3" fmla="*/ 1112538 w 1674511"/>
                <a:gd name="connsiteY3" fmla="*/ 1081232 h 2906955"/>
                <a:gd name="connsiteX4" fmla="*/ 1668239 w 1674511"/>
                <a:gd name="connsiteY4" fmla="*/ 2155067 h 2906955"/>
                <a:gd name="connsiteX5" fmla="*/ 968083 w 1674511"/>
                <a:gd name="connsiteY5" fmla="*/ 2906396 h 2906955"/>
                <a:gd name="connsiteX0" fmla="*/ 967156 w 1673584"/>
                <a:gd name="connsiteY0" fmla="*/ 2860372 h 2860931"/>
                <a:gd name="connsiteX1" fmla="*/ 7143 w 1673584"/>
                <a:gd name="connsiteY1" fmla="*/ 2185982 h 2860931"/>
                <a:gd name="connsiteX2" fmla="*/ 965975 w 1673584"/>
                <a:gd name="connsiteY2" fmla="*/ 27982 h 2860931"/>
                <a:gd name="connsiteX3" fmla="*/ 1111611 w 1673584"/>
                <a:gd name="connsiteY3" fmla="*/ 1035208 h 2860931"/>
                <a:gd name="connsiteX4" fmla="*/ 1667312 w 1673584"/>
                <a:gd name="connsiteY4" fmla="*/ 2109043 h 2860931"/>
                <a:gd name="connsiteX5" fmla="*/ 967156 w 1673584"/>
                <a:gd name="connsiteY5" fmla="*/ 2860372 h 2860931"/>
                <a:gd name="connsiteX0" fmla="*/ 969174 w 1675602"/>
                <a:gd name="connsiteY0" fmla="*/ 2882825 h 2883384"/>
                <a:gd name="connsiteX1" fmla="*/ 9161 w 1675602"/>
                <a:gd name="connsiteY1" fmla="*/ 2208435 h 2883384"/>
                <a:gd name="connsiteX2" fmla="*/ 967993 w 1675602"/>
                <a:gd name="connsiteY2" fmla="*/ 50435 h 2883384"/>
                <a:gd name="connsiteX3" fmla="*/ 1113629 w 1675602"/>
                <a:gd name="connsiteY3" fmla="*/ 1057661 h 2883384"/>
                <a:gd name="connsiteX4" fmla="*/ 1669330 w 1675602"/>
                <a:gd name="connsiteY4" fmla="*/ 2131496 h 2883384"/>
                <a:gd name="connsiteX5" fmla="*/ 969174 w 1675602"/>
                <a:gd name="connsiteY5" fmla="*/ 2882825 h 2883384"/>
                <a:gd name="connsiteX0" fmla="*/ 967644 w 1674072"/>
                <a:gd name="connsiteY0" fmla="*/ 2844875 h 2845434"/>
                <a:gd name="connsiteX1" fmla="*/ 7631 w 1674072"/>
                <a:gd name="connsiteY1" fmla="*/ 2170485 h 2845434"/>
                <a:gd name="connsiteX2" fmla="*/ 966463 w 1674072"/>
                <a:gd name="connsiteY2" fmla="*/ 12485 h 2845434"/>
                <a:gd name="connsiteX3" fmla="*/ 1112099 w 1674072"/>
                <a:gd name="connsiteY3" fmla="*/ 1019711 h 2845434"/>
                <a:gd name="connsiteX4" fmla="*/ 1667800 w 1674072"/>
                <a:gd name="connsiteY4" fmla="*/ 2093546 h 2845434"/>
                <a:gd name="connsiteX5" fmla="*/ 967644 w 1674072"/>
                <a:gd name="connsiteY5" fmla="*/ 2844875 h 2845434"/>
                <a:gd name="connsiteX0" fmla="*/ 1009180 w 1715608"/>
                <a:gd name="connsiteY0" fmla="*/ 2844875 h 2845434"/>
                <a:gd name="connsiteX1" fmla="*/ 49167 w 1715608"/>
                <a:gd name="connsiteY1" fmla="*/ 2170485 h 2845434"/>
                <a:gd name="connsiteX2" fmla="*/ 1007999 w 1715608"/>
                <a:gd name="connsiteY2" fmla="*/ 12485 h 2845434"/>
                <a:gd name="connsiteX3" fmla="*/ 1153635 w 1715608"/>
                <a:gd name="connsiteY3" fmla="*/ 1019711 h 2845434"/>
                <a:gd name="connsiteX4" fmla="*/ 1709336 w 1715608"/>
                <a:gd name="connsiteY4" fmla="*/ 2093546 h 2845434"/>
                <a:gd name="connsiteX5" fmla="*/ 1009180 w 1715608"/>
                <a:gd name="connsiteY5" fmla="*/ 2844875 h 2845434"/>
                <a:gd name="connsiteX0" fmla="*/ 1006411 w 1712003"/>
                <a:gd name="connsiteY0" fmla="*/ 2862643 h 2863202"/>
                <a:gd name="connsiteX1" fmla="*/ 46398 w 1712003"/>
                <a:gd name="connsiteY1" fmla="*/ 2188253 h 2863202"/>
                <a:gd name="connsiteX2" fmla="*/ 1005230 w 1712003"/>
                <a:gd name="connsiteY2" fmla="*/ 30253 h 2863202"/>
                <a:gd name="connsiteX3" fmla="*/ 1068070 w 1712003"/>
                <a:gd name="connsiteY3" fmla="*/ 1005341 h 2863202"/>
                <a:gd name="connsiteX4" fmla="*/ 1706567 w 1712003"/>
                <a:gd name="connsiteY4" fmla="*/ 2111314 h 2863202"/>
                <a:gd name="connsiteX5" fmla="*/ 1006411 w 1712003"/>
                <a:gd name="connsiteY5" fmla="*/ 2862643 h 2863202"/>
                <a:gd name="connsiteX0" fmla="*/ 1006411 w 1635410"/>
                <a:gd name="connsiteY0" fmla="*/ 2862643 h 2863365"/>
                <a:gd name="connsiteX1" fmla="*/ 46398 w 1635410"/>
                <a:gd name="connsiteY1" fmla="*/ 2188253 h 2863365"/>
                <a:gd name="connsiteX2" fmla="*/ 1005230 w 1635410"/>
                <a:gd name="connsiteY2" fmla="*/ 30253 h 2863365"/>
                <a:gd name="connsiteX3" fmla="*/ 1068070 w 1635410"/>
                <a:gd name="connsiteY3" fmla="*/ 1005341 h 2863365"/>
                <a:gd name="connsiteX4" fmla="*/ 1629201 w 1635410"/>
                <a:gd name="connsiteY4" fmla="*/ 2100055 h 2863365"/>
                <a:gd name="connsiteX5" fmla="*/ 1006411 w 1635410"/>
                <a:gd name="connsiteY5" fmla="*/ 2862643 h 2863365"/>
                <a:gd name="connsiteX0" fmla="*/ 1006411 w 1635410"/>
                <a:gd name="connsiteY0" fmla="*/ 2862643 h 2863365"/>
                <a:gd name="connsiteX1" fmla="*/ 46398 w 1635410"/>
                <a:gd name="connsiteY1" fmla="*/ 2188253 h 2863365"/>
                <a:gd name="connsiteX2" fmla="*/ 1005230 w 1635410"/>
                <a:gd name="connsiteY2" fmla="*/ 30253 h 2863365"/>
                <a:gd name="connsiteX3" fmla="*/ 1068070 w 1635410"/>
                <a:gd name="connsiteY3" fmla="*/ 1005341 h 2863365"/>
                <a:gd name="connsiteX4" fmla="*/ 1629201 w 1635410"/>
                <a:gd name="connsiteY4" fmla="*/ 2100055 h 2863365"/>
                <a:gd name="connsiteX5" fmla="*/ 1006411 w 1635410"/>
                <a:gd name="connsiteY5" fmla="*/ 2862643 h 2863365"/>
                <a:gd name="connsiteX0" fmla="*/ 1006411 w 1629201"/>
                <a:gd name="connsiteY0" fmla="*/ 2862643 h 2863365"/>
                <a:gd name="connsiteX1" fmla="*/ 46398 w 1629201"/>
                <a:gd name="connsiteY1" fmla="*/ 2188253 h 2863365"/>
                <a:gd name="connsiteX2" fmla="*/ 1005230 w 1629201"/>
                <a:gd name="connsiteY2" fmla="*/ 30253 h 2863365"/>
                <a:gd name="connsiteX3" fmla="*/ 1068070 w 1629201"/>
                <a:gd name="connsiteY3" fmla="*/ 1005341 h 2863365"/>
                <a:gd name="connsiteX4" fmla="*/ 1629201 w 1629201"/>
                <a:gd name="connsiteY4" fmla="*/ 2100055 h 2863365"/>
                <a:gd name="connsiteX5" fmla="*/ 1006411 w 1629201"/>
                <a:gd name="connsiteY5" fmla="*/ 2862643 h 2863365"/>
                <a:gd name="connsiteX0" fmla="*/ 1006411 w 1758725"/>
                <a:gd name="connsiteY0" fmla="*/ 2862643 h 2863256"/>
                <a:gd name="connsiteX1" fmla="*/ 46398 w 1758725"/>
                <a:gd name="connsiteY1" fmla="*/ 2188253 h 2863256"/>
                <a:gd name="connsiteX2" fmla="*/ 1005230 w 1758725"/>
                <a:gd name="connsiteY2" fmla="*/ 30253 h 2863256"/>
                <a:gd name="connsiteX3" fmla="*/ 1068070 w 1758725"/>
                <a:gd name="connsiteY3" fmla="*/ 1005341 h 2863256"/>
                <a:gd name="connsiteX4" fmla="*/ 1758725 w 1758725"/>
                <a:gd name="connsiteY4" fmla="*/ 2107426 h 2863256"/>
                <a:gd name="connsiteX5" fmla="*/ 1006411 w 1758725"/>
                <a:gd name="connsiteY5" fmla="*/ 2862643 h 2863256"/>
                <a:gd name="connsiteX0" fmla="*/ 1006411 w 1759523"/>
                <a:gd name="connsiteY0" fmla="*/ 2862643 h 2863256"/>
                <a:gd name="connsiteX1" fmla="*/ 46398 w 1759523"/>
                <a:gd name="connsiteY1" fmla="*/ 2188253 h 2863256"/>
                <a:gd name="connsiteX2" fmla="*/ 1005230 w 1759523"/>
                <a:gd name="connsiteY2" fmla="*/ 30253 h 2863256"/>
                <a:gd name="connsiteX3" fmla="*/ 1068070 w 1759523"/>
                <a:gd name="connsiteY3" fmla="*/ 1005341 h 2863256"/>
                <a:gd name="connsiteX4" fmla="*/ 1758725 w 1759523"/>
                <a:gd name="connsiteY4" fmla="*/ 2107426 h 2863256"/>
                <a:gd name="connsiteX5" fmla="*/ 1006411 w 1759523"/>
                <a:gd name="connsiteY5" fmla="*/ 2862643 h 2863256"/>
                <a:gd name="connsiteX0" fmla="*/ 1006411 w 1660791"/>
                <a:gd name="connsiteY0" fmla="*/ 2862643 h 2862910"/>
                <a:gd name="connsiteX1" fmla="*/ 46398 w 1660791"/>
                <a:gd name="connsiteY1" fmla="*/ 2188253 h 2862910"/>
                <a:gd name="connsiteX2" fmla="*/ 1005230 w 1660791"/>
                <a:gd name="connsiteY2" fmla="*/ 30253 h 2862910"/>
                <a:gd name="connsiteX3" fmla="*/ 1068070 w 1660791"/>
                <a:gd name="connsiteY3" fmla="*/ 1005341 h 2862910"/>
                <a:gd name="connsiteX4" fmla="*/ 1659836 w 1660791"/>
                <a:gd name="connsiteY4" fmla="*/ 2136082 h 2862910"/>
                <a:gd name="connsiteX5" fmla="*/ 1006411 w 1660791"/>
                <a:gd name="connsiteY5" fmla="*/ 2862643 h 286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60791" h="2862910">
                  <a:moveTo>
                    <a:pt x="1006411" y="2862643"/>
                  </a:moveTo>
                  <a:cubicBezTo>
                    <a:pt x="737505" y="2871338"/>
                    <a:pt x="64595" y="2668199"/>
                    <a:pt x="46398" y="2188253"/>
                  </a:cubicBezTo>
                  <a:cubicBezTo>
                    <a:pt x="-233171" y="1357457"/>
                    <a:pt x="834951" y="227405"/>
                    <a:pt x="1005230" y="30253"/>
                  </a:cubicBezTo>
                  <a:cubicBezTo>
                    <a:pt x="1175509" y="-166899"/>
                    <a:pt x="933180" y="650616"/>
                    <a:pt x="1068070" y="1005341"/>
                  </a:cubicBezTo>
                  <a:cubicBezTo>
                    <a:pt x="1202960" y="1360066"/>
                    <a:pt x="1685078" y="1618256"/>
                    <a:pt x="1659836" y="2136082"/>
                  </a:cubicBezTo>
                  <a:cubicBezTo>
                    <a:pt x="1512636" y="2675183"/>
                    <a:pt x="1275317" y="2853948"/>
                    <a:pt x="1006411" y="2862643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4">
              <a:extLst>
                <a:ext uri="{FF2B5EF4-FFF2-40B4-BE49-F238E27FC236}">
                  <a16:creationId xmlns:a16="http://schemas.microsoft.com/office/drawing/2014/main" id="{61036794-0BC8-44E8-A317-6499EFA71B6B}"/>
                </a:ext>
              </a:extLst>
            </p:cNvPr>
            <p:cNvSpPr/>
            <p:nvPr/>
          </p:nvSpPr>
          <p:spPr>
            <a:xfrm>
              <a:off x="6658095" y="4893177"/>
              <a:ext cx="692997" cy="1253193"/>
            </a:xfrm>
            <a:custGeom>
              <a:avLst/>
              <a:gdLst>
                <a:gd name="connsiteX0" fmla="*/ 0 w 191068"/>
                <a:gd name="connsiteY0" fmla="*/ 0 h 1144772"/>
                <a:gd name="connsiteX1" fmla="*/ 191068 w 191068"/>
                <a:gd name="connsiteY1" fmla="*/ 0 h 1144772"/>
                <a:gd name="connsiteX2" fmla="*/ 191068 w 191068"/>
                <a:gd name="connsiteY2" fmla="*/ 1144772 h 1144772"/>
                <a:gd name="connsiteX3" fmla="*/ 0 w 191068"/>
                <a:gd name="connsiteY3" fmla="*/ 1144772 h 1144772"/>
                <a:gd name="connsiteX4" fmla="*/ 0 w 191068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1144772 h 1144772"/>
                <a:gd name="connsiteX4" fmla="*/ 216746 w 407814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916172 h 1144772"/>
                <a:gd name="connsiteX4" fmla="*/ 216746 w 407814"/>
                <a:gd name="connsiteY4" fmla="*/ 0 h 1144772"/>
                <a:gd name="connsiteX0" fmla="*/ 216746 w 407814"/>
                <a:gd name="connsiteY0" fmla="*/ 0 h 1192233"/>
                <a:gd name="connsiteX1" fmla="*/ 407814 w 407814"/>
                <a:gd name="connsiteY1" fmla="*/ 0 h 1192233"/>
                <a:gd name="connsiteX2" fmla="*/ 407814 w 407814"/>
                <a:gd name="connsiteY2" fmla="*/ 1144772 h 1192233"/>
                <a:gd name="connsiteX3" fmla="*/ 207078 w 407814"/>
                <a:gd name="connsiteY3" fmla="*/ 1187583 h 1192233"/>
                <a:gd name="connsiteX4" fmla="*/ 216746 w 407814"/>
                <a:gd name="connsiteY4" fmla="*/ 916172 h 1192233"/>
                <a:gd name="connsiteX5" fmla="*/ 216746 w 407814"/>
                <a:gd name="connsiteY5" fmla="*/ 0 h 1192233"/>
                <a:gd name="connsiteX0" fmla="*/ 212865 w 403933"/>
                <a:gd name="connsiteY0" fmla="*/ 0 h 1192233"/>
                <a:gd name="connsiteX1" fmla="*/ 403933 w 403933"/>
                <a:gd name="connsiteY1" fmla="*/ 0 h 1192233"/>
                <a:gd name="connsiteX2" fmla="*/ 403933 w 403933"/>
                <a:gd name="connsiteY2" fmla="*/ 1144772 h 1192233"/>
                <a:gd name="connsiteX3" fmla="*/ 203197 w 403933"/>
                <a:gd name="connsiteY3" fmla="*/ 1187583 h 1192233"/>
                <a:gd name="connsiteX4" fmla="*/ 228105 w 403933"/>
                <a:gd name="connsiteY4" fmla="*/ 923792 h 1192233"/>
                <a:gd name="connsiteX5" fmla="*/ 212865 w 403933"/>
                <a:gd name="connsiteY5" fmla="*/ 0 h 1192233"/>
                <a:gd name="connsiteX0" fmla="*/ 247673 w 438741"/>
                <a:gd name="connsiteY0" fmla="*/ 0 h 1192233"/>
                <a:gd name="connsiteX1" fmla="*/ 438741 w 438741"/>
                <a:gd name="connsiteY1" fmla="*/ 0 h 1192233"/>
                <a:gd name="connsiteX2" fmla="*/ 438741 w 438741"/>
                <a:gd name="connsiteY2" fmla="*/ 1144772 h 1192233"/>
                <a:gd name="connsiteX3" fmla="*/ 238005 w 438741"/>
                <a:gd name="connsiteY3" fmla="*/ 1187583 h 1192233"/>
                <a:gd name="connsiteX4" fmla="*/ 262913 w 438741"/>
                <a:gd name="connsiteY4" fmla="*/ 923792 h 1192233"/>
                <a:gd name="connsiteX5" fmla="*/ 247673 w 438741"/>
                <a:gd name="connsiteY5" fmla="*/ 0 h 1192233"/>
                <a:gd name="connsiteX0" fmla="*/ 247673 w 537801"/>
                <a:gd name="connsiteY0" fmla="*/ 30480 h 1222713"/>
                <a:gd name="connsiteX1" fmla="*/ 537801 w 537801"/>
                <a:gd name="connsiteY1" fmla="*/ 0 h 1222713"/>
                <a:gd name="connsiteX2" fmla="*/ 438741 w 537801"/>
                <a:gd name="connsiteY2" fmla="*/ 1175252 h 1222713"/>
                <a:gd name="connsiteX3" fmla="*/ 238005 w 537801"/>
                <a:gd name="connsiteY3" fmla="*/ 1218063 h 1222713"/>
                <a:gd name="connsiteX4" fmla="*/ 262913 w 537801"/>
                <a:gd name="connsiteY4" fmla="*/ 954272 h 1222713"/>
                <a:gd name="connsiteX5" fmla="*/ 247673 w 537801"/>
                <a:gd name="connsiteY5" fmla="*/ 30480 h 1222713"/>
                <a:gd name="connsiteX0" fmla="*/ 247673 w 666141"/>
                <a:gd name="connsiteY0" fmla="*/ 30480 h 1222713"/>
                <a:gd name="connsiteX1" fmla="*/ 537801 w 666141"/>
                <a:gd name="connsiteY1" fmla="*/ 0 h 1222713"/>
                <a:gd name="connsiteX2" fmla="*/ 438741 w 666141"/>
                <a:gd name="connsiteY2" fmla="*/ 1175252 h 1222713"/>
                <a:gd name="connsiteX3" fmla="*/ 238005 w 666141"/>
                <a:gd name="connsiteY3" fmla="*/ 1218063 h 1222713"/>
                <a:gd name="connsiteX4" fmla="*/ 262913 w 666141"/>
                <a:gd name="connsiteY4" fmla="*/ 954272 h 1222713"/>
                <a:gd name="connsiteX5" fmla="*/ 247673 w 666141"/>
                <a:gd name="connsiteY5" fmla="*/ 30480 h 1222713"/>
                <a:gd name="connsiteX0" fmla="*/ 247673 w 547301"/>
                <a:gd name="connsiteY0" fmla="*/ 30480 h 1222713"/>
                <a:gd name="connsiteX1" fmla="*/ 537801 w 547301"/>
                <a:gd name="connsiteY1" fmla="*/ 0 h 1222713"/>
                <a:gd name="connsiteX2" fmla="*/ 428505 w 547301"/>
                <a:gd name="connsiteY2" fmla="*/ 829443 h 1222713"/>
                <a:gd name="connsiteX3" fmla="*/ 438741 w 547301"/>
                <a:gd name="connsiteY3" fmla="*/ 1175252 h 1222713"/>
                <a:gd name="connsiteX4" fmla="*/ 238005 w 547301"/>
                <a:gd name="connsiteY4" fmla="*/ 1218063 h 1222713"/>
                <a:gd name="connsiteX5" fmla="*/ 262913 w 547301"/>
                <a:gd name="connsiteY5" fmla="*/ 954272 h 1222713"/>
                <a:gd name="connsiteX6" fmla="*/ 247673 w 547301"/>
                <a:gd name="connsiteY6" fmla="*/ 30480 h 1222713"/>
                <a:gd name="connsiteX0" fmla="*/ 247673 w 612857"/>
                <a:gd name="connsiteY0" fmla="*/ 30480 h 1222713"/>
                <a:gd name="connsiteX1" fmla="*/ 537801 w 612857"/>
                <a:gd name="connsiteY1" fmla="*/ 0 h 1222713"/>
                <a:gd name="connsiteX2" fmla="*/ 428505 w 612857"/>
                <a:gd name="connsiteY2" fmla="*/ 829443 h 1222713"/>
                <a:gd name="connsiteX3" fmla="*/ 438741 w 612857"/>
                <a:gd name="connsiteY3" fmla="*/ 1175252 h 1222713"/>
                <a:gd name="connsiteX4" fmla="*/ 238005 w 612857"/>
                <a:gd name="connsiteY4" fmla="*/ 1218063 h 1222713"/>
                <a:gd name="connsiteX5" fmla="*/ 262913 w 612857"/>
                <a:gd name="connsiteY5" fmla="*/ 954272 h 1222713"/>
                <a:gd name="connsiteX6" fmla="*/ 247673 w 612857"/>
                <a:gd name="connsiteY6" fmla="*/ 30480 h 1222713"/>
                <a:gd name="connsiteX0" fmla="*/ 247673 w 688319"/>
                <a:gd name="connsiteY0" fmla="*/ 30480 h 1222713"/>
                <a:gd name="connsiteX1" fmla="*/ 537801 w 688319"/>
                <a:gd name="connsiteY1" fmla="*/ 0 h 1222713"/>
                <a:gd name="connsiteX2" fmla="*/ 428505 w 688319"/>
                <a:gd name="connsiteY2" fmla="*/ 829443 h 1222713"/>
                <a:gd name="connsiteX3" fmla="*/ 438741 w 688319"/>
                <a:gd name="connsiteY3" fmla="*/ 1175252 h 1222713"/>
                <a:gd name="connsiteX4" fmla="*/ 238005 w 688319"/>
                <a:gd name="connsiteY4" fmla="*/ 1218063 h 1222713"/>
                <a:gd name="connsiteX5" fmla="*/ 262913 w 688319"/>
                <a:gd name="connsiteY5" fmla="*/ 954272 h 1222713"/>
                <a:gd name="connsiteX6" fmla="*/ 247673 w 688319"/>
                <a:gd name="connsiteY6" fmla="*/ 30480 h 1222713"/>
                <a:gd name="connsiteX0" fmla="*/ 247673 w 692997"/>
                <a:gd name="connsiteY0" fmla="*/ 60960 h 1253193"/>
                <a:gd name="connsiteX1" fmla="*/ 545421 w 692997"/>
                <a:gd name="connsiteY1" fmla="*/ 0 h 1253193"/>
                <a:gd name="connsiteX2" fmla="*/ 428505 w 692997"/>
                <a:gd name="connsiteY2" fmla="*/ 859923 h 1253193"/>
                <a:gd name="connsiteX3" fmla="*/ 438741 w 692997"/>
                <a:gd name="connsiteY3" fmla="*/ 1205732 h 1253193"/>
                <a:gd name="connsiteX4" fmla="*/ 238005 w 692997"/>
                <a:gd name="connsiteY4" fmla="*/ 1248543 h 1253193"/>
                <a:gd name="connsiteX5" fmla="*/ 262913 w 692997"/>
                <a:gd name="connsiteY5" fmla="*/ 984752 h 1253193"/>
                <a:gd name="connsiteX6" fmla="*/ 247673 w 692997"/>
                <a:gd name="connsiteY6" fmla="*/ 60960 h 125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2997" h="1253193">
                  <a:moveTo>
                    <a:pt x="247673" y="60960"/>
                  </a:moveTo>
                  <a:lnTo>
                    <a:pt x="545421" y="0"/>
                  </a:lnTo>
                  <a:cubicBezTo>
                    <a:pt x="782570" y="37911"/>
                    <a:pt x="726955" y="336388"/>
                    <a:pt x="428505" y="859923"/>
                  </a:cubicBezTo>
                  <a:cubicBezTo>
                    <a:pt x="411995" y="1055798"/>
                    <a:pt x="487001" y="1137152"/>
                    <a:pt x="438741" y="1205732"/>
                  </a:cubicBezTo>
                  <a:cubicBezTo>
                    <a:pt x="415009" y="1179362"/>
                    <a:pt x="261737" y="1274913"/>
                    <a:pt x="238005" y="1248543"/>
                  </a:cubicBezTo>
                  <a:lnTo>
                    <a:pt x="262913" y="984752"/>
                  </a:lnTo>
                  <a:cubicBezTo>
                    <a:pt x="118133" y="808901"/>
                    <a:pt x="-240007" y="495891"/>
                    <a:pt x="247673" y="60960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: Rounded Corners 10">
              <a:extLst>
                <a:ext uri="{FF2B5EF4-FFF2-40B4-BE49-F238E27FC236}">
                  <a16:creationId xmlns:a16="http://schemas.microsoft.com/office/drawing/2014/main" id="{D81ECCB3-AF2B-4CDC-8251-193298F1C4F7}"/>
                </a:ext>
              </a:extLst>
            </p:cNvPr>
            <p:cNvSpPr/>
            <p:nvPr/>
          </p:nvSpPr>
          <p:spPr>
            <a:xfrm>
              <a:off x="6404046" y="5890108"/>
              <a:ext cx="894044" cy="320191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60996FC-CA5D-478C-8409-070D154BAD69}"/>
                </a:ext>
              </a:extLst>
            </p:cNvPr>
            <p:cNvSpPr/>
            <p:nvPr/>
          </p:nvSpPr>
          <p:spPr>
            <a:xfrm rot="21151717">
              <a:off x="5850668" y="4072293"/>
              <a:ext cx="466896" cy="1350598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DE6D357-EFD2-4516-BBE0-291C72942A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9973" y="5266780"/>
              <a:ext cx="588148" cy="1782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4">
              <a:extLst>
                <a:ext uri="{FF2B5EF4-FFF2-40B4-BE49-F238E27FC236}">
                  <a16:creationId xmlns:a16="http://schemas.microsoft.com/office/drawing/2014/main" id="{3D846215-A606-4610-B9FE-FFA5823981CA}"/>
                </a:ext>
              </a:extLst>
            </p:cNvPr>
            <p:cNvSpPr/>
            <p:nvPr/>
          </p:nvSpPr>
          <p:spPr>
            <a:xfrm>
              <a:off x="5326077" y="2416678"/>
              <a:ext cx="1407061" cy="1378424"/>
            </a:xfrm>
            <a:custGeom>
              <a:avLst/>
              <a:gdLst>
                <a:gd name="connsiteX0" fmla="*/ 0 w 1378424"/>
                <a:gd name="connsiteY0" fmla="*/ 689212 h 1378424"/>
                <a:gd name="connsiteX1" fmla="*/ 689212 w 1378424"/>
                <a:gd name="connsiteY1" fmla="*/ 0 h 1378424"/>
                <a:gd name="connsiteX2" fmla="*/ 1378424 w 1378424"/>
                <a:gd name="connsiteY2" fmla="*/ 689212 h 1378424"/>
                <a:gd name="connsiteX3" fmla="*/ 689212 w 1378424"/>
                <a:gd name="connsiteY3" fmla="*/ 1378424 h 1378424"/>
                <a:gd name="connsiteX4" fmla="*/ 0 w 1378424"/>
                <a:gd name="connsiteY4" fmla="*/ 689212 h 1378424"/>
                <a:gd name="connsiteX0" fmla="*/ 0 w 1396077"/>
                <a:gd name="connsiteY0" fmla="*/ 689212 h 1378424"/>
                <a:gd name="connsiteX1" fmla="*/ 689212 w 1396077"/>
                <a:gd name="connsiteY1" fmla="*/ 0 h 1378424"/>
                <a:gd name="connsiteX2" fmla="*/ 1378424 w 1396077"/>
                <a:gd name="connsiteY2" fmla="*/ 689212 h 1378424"/>
                <a:gd name="connsiteX3" fmla="*/ 689212 w 1396077"/>
                <a:gd name="connsiteY3" fmla="*/ 1378424 h 1378424"/>
                <a:gd name="connsiteX4" fmla="*/ 0 w 1396077"/>
                <a:gd name="connsiteY4" fmla="*/ 689212 h 1378424"/>
                <a:gd name="connsiteX0" fmla="*/ 10984 w 1407061"/>
                <a:gd name="connsiteY0" fmla="*/ 689212 h 1378424"/>
                <a:gd name="connsiteX1" fmla="*/ 700196 w 1407061"/>
                <a:gd name="connsiteY1" fmla="*/ 0 h 1378424"/>
                <a:gd name="connsiteX2" fmla="*/ 1389408 w 1407061"/>
                <a:gd name="connsiteY2" fmla="*/ 689212 h 1378424"/>
                <a:gd name="connsiteX3" fmla="*/ 700196 w 1407061"/>
                <a:gd name="connsiteY3" fmla="*/ 1378424 h 1378424"/>
                <a:gd name="connsiteX4" fmla="*/ 10984 w 1407061"/>
                <a:gd name="connsiteY4" fmla="*/ 689212 h 137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7061" h="1378424">
                  <a:moveTo>
                    <a:pt x="10984" y="689212"/>
                  </a:moveTo>
                  <a:cubicBezTo>
                    <a:pt x="92871" y="281275"/>
                    <a:pt x="319555" y="0"/>
                    <a:pt x="700196" y="0"/>
                  </a:cubicBezTo>
                  <a:cubicBezTo>
                    <a:pt x="1080837" y="0"/>
                    <a:pt x="1389408" y="308571"/>
                    <a:pt x="1389408" y="689212"/>
                  </a:cubicBezTo>
                  <a:cubicBezTo>
                    <a:pt x="1498590" y="1219978"/>
                    <a:pt x="1080837" y="1378424"/>
                    <a:pt x="700196" y="1378424"/>
                  </a:cubicBezTo>
                  <a:cubicBezTo>
                    <a:pt x="319555" y="1378424"/>
                    <a:pt x="-70903" y="1097149"/>
                    <a:pt x="10984" y="68921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: Rounded Corners 10">
              <a:extLst>
                <a:ext uri="{FF2B5EF4-FFF2-40B4-BE49-F238E27FC236}">
                  <a16:creationId xmlns:a16="http://schemas.microsoft.com/office/drawing/2014/main" id="{2E7025C9-552F-4BCE-8938-33185C930916}"/>
                </a:ext>
              </a:extLst>
            </p:cNvPr>
            <p:cNvSpPr/>
            <p:nvPr/>
          </p:nvSpPr>
          <p:spPr>
            <a:xfrm rot="16575385" flipH="1">
              <a:off x="6992640" y="4617000"/>
              <a:ext cx="294727" cy="643353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5A34234-3D16-4A23-A160-49BE94A19503}"/>
                </a:ext>
              </a:extLst>
            </p:cNvPr>
            <p:cNvSpPr/>
            <p:nvPr/>
          </p:nvSpPr>
          <p:spPr>
            <a:xfrm>
              <a:off x="6209488" y="2861164"/>
              <a:ext cx="209550" cy="28817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5D3555F-F661-49BC-9DBD-C0C93FDE4AF9}"/>
                </a:ext>
              </a:extLst>
            </p:cNvPr>
            <p:cNvSpPr/>
            <p:nvPr/>
          </p:nvSpPr>
          <p:spPr>
            <a:xfrm>
              <a:off x="5515705" y="2842667"/>
              <a:ext cx="209550" cy="28817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149B0B0-2538-44C8-8EB7-4E2E9872E6E7}"/>
                </a:ext>
              </a:extLst>
            </p:cNvPr>
            <p:cNvSpPr/>
            <p:nvPr/>
          </p:nvSpPr>
          <p:spPr>
            <a:xfrm>
              <a:off x="5573159" y="2910544"/>
              <a:ext cx="103377" cy="14216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5A7EC59-7A66-4C27-8CC3-C1476067E338}"/>
                </a:ext>
              </a:extLst>
            </p:cNvPr>
            <p:cNvSpPr/>
            <p:nvPr/>
          </p:nvSpPr>
          <p:spPr>
            <a:xfrm>
              <a:off x="6262574" y="2916207"/>
              <a:ext cx="103377" cy="14216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B74C3A81-BFA7-4BC0-BB74-BCBAD601022C}"/>
                </a:ext>
              </a:extLst>
            </p:cNvPr>
            <p:cNvSpPr/>
            <p:nvPr/>
          </p:nvSpPr>
          <p:spPr>
            <a:xfrm>
              <a:off x="5818876" y="3123914"/>
              <a:ext cx="209550" cy="12720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AD8D107-93DE-48F5-A2FC-417E9B9A343C}"/>
                </a:ext>
              </a:extLst>
            </p:cNvPr>
            <p:cNvSpPr/>
            <p:nvPr/>
          </p:nvSpPr>
          <p:spPr>
            <a:xfrm rot="21290501">
              <a:off x="5916799" y="3208169"/>
              <a:ext cx="138113" cy="226608"/>
            </a:xfrm>
            <a:custGeom>
              <a:avLst/>
              <a:gdLst>
                <a:gd name="connsiteX0" fmla="*/ 110978 w 298566"/>
                <a:gd name="connsiteY0" fmla="*/ 0 h 382075"/>
                <a:gd name="connsiteX1" fmla="*/ 6203 w 298566"/>
                <a:gd name="connsiteY1" fmla="*/ 333375 h 382075"/>
                <a:gd name="connsiteX2" fmla="*/ 272903 w 298566"/>
                <a:gd name="connsiteY2" fmla="*/ 381000 h 382075"/>
                <a:gd name="connsiteX3" fmla="*/ 272903 w 298566"/>
                <a:gd name="connsiteY3" fmla="*/ 361950 h 382075"/>
                <a:gd name="connsiteX0" fmla="*/ 76913 w 264501"/>
                <a:gd name="connsiteY0" fmla="*/ 0 h 382075"/>
                <a:gd name="connsiteX1" fmla="*/ 10238 w 264501"/>
                <a:gd name="connsiteY1" fmla="*/ 219075 h 382075"/>
                <a:gd name="connsiteX2" fmla="*/ 238838 w 264501"/>
                <a:gd name="connsiteY2" fmla="*/ 381000 h 382075"/>
                <a:gd name="connsiteX3" fmla="*/ 238838 w 264501"/>
                <a:gd name="connsiteY3" fmla="*/ 361950 h 382075"/>
                <a:gd name="connsiteX0" fmla="*/ 76913 w 254773"/>
                <a:gd name="connsiteY0" fmla="*/ 0 h 381082"/>
                <a:gd name="connsiteX1" fmla="*/ 10238 w 254773"/>
                <a:gd name="connsiteY1" fmla="*/ 219075 h 381082"/>
                <a:gd name="connsiteX2" fmla="*/ 238838 w 254773"/>
                <a:gd name="connsiteY2" fmla="*/ 381000 h 381082"/>
                <a:gd name="connsiteX3" fmla="*/ 200738 w 254773"/>
                <a:gd name="connsiteY3" fmla="*/ 171450 h 381082"/>
                <a:gd name="connsiteX0" fmla="*/ 74234 w 198059"/>
                <a:gd name="connsiteY0" fmla="*/ 0 h 226172"/>
                <a:gd name="connsiteX1" fmla="*/ 7559 w 198059"/>
                <a:gd name="connsiteY1" fmla="*/ 219075 h 226172"/>
                <a:gd name="connsiteX2" fmla="*/ 198059 w 198059"/>
                <a:gd name="connsiteY2" fmla="*/ 171450 h 226172"/>
                <a:gd name="connsiteX0" fmla="*/ 74234 w 198059"/>
                <a:gd name="connsiteY0" fmla="*/ 0 h 237740"/>
                <a:gd name="connsiteX1" fmla="*/ 7559 w 198059"/>
                <a:gd name="connsiteY1" fmla="*/ 219075 h 237740"/>
                <a:gd name="connsiteX2" fmla="*/ 198059 w 198059"/>
                <a:gd name="connsiteY2" fmla="*/ 219075 h 237740"/>
                <a:gd name="connsiteX0" fmla="*/ 72262 w 167512"/>
                <a:gd name="connsiteY0" fmla="*/ 0 h 223925"/>
                <a:gd name="connsiteX1" fmla="*/ 5587 w 167512"/>
                <a:gd name="connsiteY1" fmla="*/ 219075 h 223925"/>
                <a:gd name="connsiteX2" fmla="*/ 167512 w 167512"/>
                <a:gd name="connsiteY2" fmla="*/ 152400 h 223925"/>
                <a:gd name="connsiteX0" fmla="*/ 45006 w 140256"/>
                <a:gd name="connsiteY0" fmla="*/ 0 h 214907"/>
                <a:gd name="connsiteX1" fmla="*/ 16431 w 140256"/>
                <a:gd name="connsiteY1" fmla="*/ 209550 h 214907"/>
                <a:gd name="connsiteX2" fmla="*/ 140256 w 140256"/>
                <a:gd name="connsiteY2" fmla="*/ 152400 h 214907"/>
                <a:gd name="connsiteX0" fmla="*/ 75290 w 170540"/>
                <a:gd name="connsiteY0" fmla="*/ 0 h 210951"/>
                <a:gd name="connsiteX1" fmla="*/ 46715 w 170540"/>
                <a:gd name="connsiteY1" fmla="*/ 209550 h 210951"/>
                <a:gd name="connsiteX2" fmla="*/ 170540 w 170540"/>
                <a:gd name="connsiteY2" fmla="*/ 152400 h 210951"/>
                <a:gd name="connsiteX0" fmla="*/ 30711 w 168824"/>
                <a:gd name="connsiteY0" fmla="*/ 0 h 229972"/>
                <a:gd name="connsiteX1" fmla="*/ 44999 w 168824"/>
                <a:gd name="connsiteY1" fmla="*/ 223838 h 229972"/>
                <a:gd name="connsiteX2" fmla="*/ 168824 w 168824"/>
                <a:gd name="connsiteY2" fmla="*/ 166688 h 229972"/>
                <a:gd name="connsiteX0" fmla="*/ 30711 w 168824"/>
                <a:gd name="connsiteY0" fmla="*/ 0 h 199868"/>
                <a:gd name="connsiteX1" fmla="*/ 44999 w 168824"/>
                <a:gd name="connsiteY1" fmla="*/ 195263 h 199868"/>
                <a:gd name="connsiteX2" fmla="*/ 168824 w 168824"/>
                <a:gd name="connsiteY2" fmla="*/ 138113 h 199868"/>
                <a:gd name="connsiteX0" fmla="*/ 0 w 138113"/>
                <a:gd name="connsiteY0" fmla="*/ 0 h 138113"/>
                <a:gd name="connsiteX1" fmla="*/ 138113 w 138113"/>
                <a:gd name="connsiteY1" fmla="*/ 138113 h 138113"/>
                <a:gd name="connsiteX0" fmla="*/ 0 w 138113"/>
                <a:gd name="connsiteY0" fmla="*/ 0 h 210075"/>
                <a:gd name="connsiteX1" fmla="*/ 138113 w 138113"/>
                <a:gd name="connsiteY1" fmla="*/ 138113 h 21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8113" h="210075">
                  <a:moveTo>
                    <a:pt x="0" y="0"/>
                  </a:moveTo>
                  <a:cubicBezTo>
                    <a:pt x="46038" y="46038"/>
                    <a:pt x="-88900" y="344488"/>
                    <a:pt x="138113" y="13811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FCD6E04-B983-451D-B40F-22AE5301F8B9}"/>
                </a:ext>
              </a:extLst>
            </p:cNvPr>
            <p:cNvSpPr/>
            <p:nvPr/>
          </p:nvSpPr>
          <p:spPr>
            <a:xfrm flipH="1">
              <a:off x="5791368" y="3212212"/>
              <a:ext cx="138113" cy="226608"/>
            </a:xfrm>
            <a:custGeom>
              <a:avLst/>
              <a:gdLst>
                <a:gd name="connsiteX0" fmla="*/ 110978 w 298566"/>
                <a:gd name="connsiteY0" fmla="*/ 0 h 382075"/>
                <a:gd name="connsiteX1" fmla="*/ 6203 w 298566"/>
                <a:gd name="connsiteY1" fmla="*/ 333375 h 382075"/>
                <a:gd name="connsiteX2" fmla="*/ 272903 w 298566"/>
                <a:gd name="connsiteY2" fmla="*/ 381000 h 382075"/>
                <a:gd name="connsiteX3" fmla="*/ 272903 w 298566"/>
                <a:gd name="connsiteY3" fmla="*/ 361950 h 382075"/>
                <a:gd name="connsiteX0" fmla="*/ 76913 w 264501"/>
                <a:gd name="connsiteY0" fmla="*/ 0 h 382075"/>
                <a:gd name="connsiteX1" fmla="*/ 10238 w 264501"/>
                <a:gd name="connsiteY1" fmla="*/ 219075 h 382075"/>
                <a:gd name="connsiteX2" fmla="*/ 238838 w 264501"/>
                <a:gd name="connsiteY2" fmla="*/ 381000 h 382075"/>
                <a:gd name="connsiteX3" fmla="*/ 238838 w 264501"/>
                <a:gd name="connsiteY3" fmla="*/ 361950 h 382075"/>
                <a:gd name="connsiteX0" fmla="*/ 76913 w 254773"/>
                <a:gd name="connsiteY0" fmla="*/ 0 h 381082"/>
                <a:gd name="connsiteX1" fmla="*/ 10238 w 254773"/>
                <a:gd name="connsiteY1" fmla="*/ 219075 h 381082"/>
                <a:gd name="connsiteX2" fmla="*/ 238838 w 254773"/>
                <a:gd name="connsiteY2" fmla="*/ 381000 h 381082"/>
                <a:gd name="connsiteX3" fmla="*/ 200738 w 254773"/>
                <a:gd name="connsiteY3" fmla="*/ 171450 h 381082"/>
                <a:gd name="connsiteX0" fmla="*/ 74234 w 198059"/>
                <a:gd name="connsiteY0" fmla="*/ 0 h 226172"/>
                <a:gd name="connsiteX1" fmla="*/ 7559 w 198059"/>
                <a:gd name="connsiteY1" fmla="*/ 219075 h 226172"/>
                <a:gd name="connsiteX2" fmla="*/ 198059 w 198059"/>
                <a:gd name="connsiteY2" fmla="*/ 171450 h 226172"/>
                <a:gd name="connsiteX0" fmla="*/ 74234 w 198059"/>
                <a:gd name="connsiteY0" fmla="*/ 0 h 237740"/>
                <a:gd name="connsiteX1" fmla="*/ 7559 w 198059"/>
                <a:gd name="connsiteY1" fmla="*/ 219075 h 237740"/>
                <a:gd name="connsiteX2" fmla="*/ 198059 w 198059"/>
                <a:gd name="connsiteY2" fmla="*/ 219075 h 237740"/>
                <a:gd name="connsiteX0" fmla="*/ 72262 w 167512"/>
                <a:gd name="connsiteY0" fmla="*/ 0 h 223925"/>
                <a:gd name="connsiteX1" fmla="*/ 5587 w 167512"/>
                <a:gd name="connsiteY1" fmla="*/ 219075 h 223925"/>
                <a:gd name="connsiteX2" fmla="*/ 167512 w 167512"/>
                <a:gd name="connsiteY2" fmla="*/ 152400 h 223925"/>
                <a:gd name="connsiteX0" fmla="*/ 45006 w 140256"/>
                <a:gd name="connsiteY0" fmla="*/ 0 h 214907"/>
                <a:gd name="connsiteX1" fmla="*/ 16431 w 140256"/>
                <a:gd name="connsiteY1" fmla="*/ 209550 h 214907"/>
                <a:gd name="connsiteX2" fmla="*/ 140256 w 140256"/>
                <a:gd name="connsiteY2" fmla="*/ 152400 h 214907"/>
                <a:gd name="connsiteX0" fmla="*/ 75290 w 170540"/>
                <a:gd name="connsiteY0" fmla="*/ 0 h 210951"/>
                <a:gd name="connsiteX1" fmla="*/ 46715 w 170540"/>
                <a:gd name="connsiteY1" fmla="*/ 209550 h 210951"/>
                <a:gd name="connsiteX2" fmla="*/ 170540 w 170540"/>
                <a:gd name="connsiteY2" fmla="*/ 152400 h 210951"/>
                <a:gd name="connsiteX0" fmla="*/ 30711 w 168824"/>
                <a:gd name="connsiteY0" fmla="*/ 0 h 229972"/>
                <a:gd name="connsiteX1" fmla="*/ 44999 w 168824"/>
                <a:gd name="connsiteY1" fmla="*/ 223838 h 229972"/>
                <a:gd name="connsiteX2" fmla="*/ 168824 w 168824"/>
                <a:gd name="connsiteY2" fmla="*/ 166688 h 229972"/>
                <a:gd name="connsiteX0" fmla="*/ 30711 w 168824"/>
                <a:gd name="connsiteY0" fmla="*/ 0 h 199868"/>
                <a:gd name="connsiteX1" fmla="*/ 44999 w 168824"/>
                <a:gd name="connsiteY1" fmla="*/ 195263 h 199868"/>
                <a:gd name="connsiteX2" fmla="*/ 168824 w 168824"/>
                <a:gd name="connsiteY2" fmla="*/ 138113 h 199868"/>
                <a:gd name="connsiteX0" fmla="*/ 0 w 138113"/>
                <a:gd name="connsiteY0" fmla="*/ 0 h 138113"/>
                <a:gd name="connsiteX1" fmla="*/ 138113 w 138113"/>
                <a:gd name="connsiteY1" fmla="*/ 138113 h 138113"/>
                <a:gd name="connsiteX0" fmla="*/ 0 w 138113"/>
                <a:gd name="connsiteY0" fmla="*/ 0 h 210075"/>
                <a:gd name="connsiteX1" fmla="*/ 138113 w 138113"/>
                <a:gd name="connsiteY1" fmla="*/ 138113 h 21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8113" h="210075">
                  <a:moveTo>
                    <a:pt x="0" y="0"/>
                  </a:moveTo>
                  <a:cubicBezTo>
                    <a:pt x="46038" y="46038"/>
                    <a:pt x="-88900" y="344488"/>
                    <a:pt x="138113" y="13811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: Rounded Corners 10">
              <a:extLst>
                <a:ext uri="{FF2B5EF4-FFF2-40B4-BE49-F238E27FC236}">
                  <a16:creationId xmlns:a16="http://schemas.microsoft.com/office/drawing/2014/main" id="{D709D4B6-5A31-4B1F-967A-71862B2C2A02}"/>
                </a:ext>
              </a:extLst>
            </p:cNvPr>
            <p:cNvSpPr/>
            <p:nvPr/>
          </p:nvSpPr>
          <p:spPr>
            <a:xfrm rot="15023604" flipH="1">
              <a:off x="6868407" y="5775701"/>
              <a:ext cx="272370" cy="174800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35">
              <a:extLst>
                <a:ext uri="{FF2B5EF4-FFF2-40B4-BE49-F238E27FC236}">
                  <a16:creationId xmlns:a16="http://schemas.microsoft.com/office/drawing/2014/main" id="{319893ED-04D4-4FE4-BC82-D4BA8B6478C1}"/>
                </a:ext>
              </a:extLst>
            </p:cNvPr>
            <p:cNvSpPr/>
            <p:nvPr/>
          </p:nvSpPr>
          <p:spPr>
            <a:xfrm rot="3817919">
              <a:off x="5922900" y="4411054"/>
              <a:ext cx="112223" cy="716059"/>
            </a:xfrm>
            <a:custGeom>
              <a:avLst/>
              <a:gdLst>
                <a:gd name="connsiteX0" fmla="*/ 0 w 45719"/>
                <a:gd name="connsiteY0" fmla="*/ 0 h 605128"/>
                <a:gd name="connsiteX1" fmla="*/ 45719 w 45719"/>
                <a:gd name="connsiteY1" fmla="*/ 0 h 605128"/>
                <a:gd name="connsiteX2" fmla="*/ 45719 w 45719"/>
                <a:gd name="connsiteY2" fmla="*/ 605128 h 605128"/>
                <a:gd name="connsiteX3" fmla="*/ 0 w 45719"/>
                <a:gd name="connsiteY3" fmla="*/ 605128 h 605128"/>
                <a:gd name="connsiteX4" fmla="*/ 0 w 45719"/>
                <a:gd name="connsiteY4" fmla="*/ 0 h 605128"/>
                <a:gd name="connsiteX0" fmla="*/ 0 w 91583"/>
                <a:gd name="connsiteY0" fmla="*/ 0 h 605128"/>
                <a:gd name="connsiteX1" fmla="*/ 45719 w 91583"/>
                <a:gd name="connsiteY1" fmla="*/ 0 h 605128"/>
                <a:gd name="connsiteX2" fmla="*/ 45719 w 91583"/>
                <a:gd name="connsiteY2" fmla="*/ 605128 h 605128"/>
                <a:gd name="connsiteX3" fmla="*/ 0 w 91583"/>
                <a:gd name="connsiteY3" fmla="*/ 605128 h 605128"/>
                <a:gd name="connsiteX4" fmla="*/ 0 w 91583"/>
                <a:gd name="connsiteY4" fmla="*/ 0 h 605128"/>
                <a:gd name="connsiteX0" fmla="*/ 22114 w 113697"/>
                <a:gd name="connsiteY0" fmla="*/ 0 h 605128"/>
                <a:gd name="connsiteX1" fmla="*/ 67833 w 113697"/>
                <a:gd name="connsiteY1" fmla="*/ 0 h 605128"/>
                <a:gd name="connsiteX2" fmla="*/ 67833 w 113697"/>
                <a:gd name="connsiteY2" fmla="*/ 605128 h 605128"/>
                <a:gd name="connsiteX3" fmla="*/ 22114 w 113697"/>
                <a:gd name="connsiteY3" fmla="*/ 605128 h 605128"/>
                <a:gd name="connsiteX4" fmla="*/ 22114 w 113697"/>
                <a:gd name="connsiteY4" fmla="*/ 0 h 605128"/>
                <a:gd name="connsiteX0" fmla="*/ 22114 w 113697"/>
                <a:gd name="connsiteY0" fmla="*/ 0 h 618769"/>
                <a:gd name="connsiteX1" fmla="*/ 67833 w 113697"/>
                <a:gd name="connsiteY1" fmla="*/ 0 h 618769"/>
                <a:gd name="connsiteX2" fmla="*/ 67833 w 113697"/>
                <a:gd name="connsiteY2" fmla="*/ 605128 h 618769"/>
                <a:gd name="connsiteX3" fmla="*/ 22114 w 113697"/>
                <a:gd name="connsiteY3" fmla="*/ 605128 h 618769"/>
                <a:gd name="connsiteX4" fmla="*/ 22114 w 113697"/>
                <a:gd name="connsiteY4" fmla="*/ 0 h 618769"/>
                <a:gd name="connsiteX0" fmla="*/ 22114 w 113697"/>
                <a:gd name="connsiteY0" fmla="*/ 0 h 627702"/>
                <a:gd name="connsiteX1" fmla="*/ 67833 w 113697"/>
                <a:gd name="connsiteY1" fmla="*/ 0 h 627702"/>
                <a:gd name="connsiteX2" fmla="*/ 67833 w 113697"/>
                <a:gd name="connsiteY2" fmla="*/ 605128 h 627702"/>
                <a:gd name="connsiteX3" fmla="*/ 22114 w 113697"/>
                <a:gd name="connsiteY3" fmla="*/ 605128 h 627702"/>
                <a:gd name="connsiteX4" fmla="*/ 22114 w 113697"/>
                <a:gd name="connsiteY4" fmla="*/ 0 h 627702"/>
                <a:gd name="connsiteX0" fmla="*/ 22114 w 113697"/>
                <a:gd name="connsiteY0" fmla="*/ 0 h 624079"/>
                <a:gd name="connsiteX1" fmla="*/ 67833 w 113697"/>
                <a:gd name="connsiteY1" fmla="*/ 0 h 624079"/>
                <a:gd name="connsiteX2" fmla="*/ 67833 w 113697"/>
                <a:gd name="connsiteY2" fmla="*/ 605128 h 624079"/>
                <a:gd name="connsiteX3" fmla="*/ 22114 w 113697"/>
                <a:gd name="connsiteY3" fmla="*/ 605128 h 624079"/>
                <a:gd name="connsiteX4" fmla="*/ 22114 w 113697"/>
                <a:gd name="connsiteY4" fmla="*/ 0 h 624079"/>
                <a:gd name="connsiteX0" fmla="*/ 22114 w 67833"/>
                <a:gd name="connsiteY0" fmla="*/ 0 h 605128"/>
                <a:gd name="connsiteX1" fmla="*/ 67833 w 67833"/>
                <a:gd name="connsiteY1" fmla="*/ 0 h 605128"/>
                <a:gd name="connsiteX2" fmla="*/ 22114 w 67833"/>
                <a:gd name="connsiteY2" fmla="*/ 605128 h 605128"/>
                <a:gd name="connsiteX3" fmla="*/ 22114 w 67833"/>
                <a:gd name="connsiteY3" fmla="*/ 0 h 605128"/>
                <a:gd name="connsiteX0" fmla="*/ 21158 w 66877"/>
                <a:gd name="connsiteY0" fmla="*/ 0 h 605128"/>
                <a:gd name="connsiteX1" fmla="*/ 66877 w 66877"/>
                <a:gd name="connsiteY1" fmla="*/ 0 h 605128"/>
                <a:gd name="connsiteX2" fmla="*/ 21158 w 66877"/>
                <a:gd name="connsiteY2" fmla="*/ 605128 h 605128"/>
                <a:gd name="connsiteX3" fmla="*/ 21158 w 66877"/>
                <a:gd name="connsiteY3" fmla="*/ 0 h 605128"/>
                <a:gd name="connsiteX0" fmla="*/ 21158 w 67533"/>
                <a:gd name="connsiteY0" fmla="*/ 0 h 605140"/>
                <a:gd name="connsiteX1" fmla="*/ 66877 w 67533"/>
                <a:gd name="connsiteY1" fmla="*/ 0 h 605140"/>
                <a:gd name="connsiteX2" fmla="*/ 21158 w 67533"/>
                <a:gd name="connsiteY2" fmla="*/ 605128 h 605140"/>
                <a:gd name="connsiteX3" fmla="*/ 21158 w 67533"/>
                <a:gd name="connsiteY3" fmla="*/ 0 h 605140"/>
                <a:gd name="connsiteX0" fmla="*/ 33883 w 80258"/>
                <a:gd name="connsiteY0" fmla="*/ 0 h 605140"/>
                <a:gd name="connsiteX1" fmla="*/ 79602 w 80258"/>
                <a:gd name="connsiteY1" fmla="*/ 0 h 605140"/>
                <a:gd name="connsiteX2" fmla="*/ 33883 w 80258"/>
                <a:gd name="connsiteY2" fmla="*/ 605128 h 605140"/>
                <a:gd name="connsiteX3" fmla="*/ 33883 w 80258"/>
                <a:gd name="connsiteY3" fmla="*/ 0 h 605140"/>
                <a:gd name="connsiteX0" fmla="*/ 33883 w 86079"/>
                <a:gd name="connsiteY0" fmla="*/ 0 h 605210"/>
                <a:gd name="connsiteX1" fmla="*/ 79602 w 86079"/>
                <a:gd name="connsiteY1" fmla="*/ 0 h 605210"/>
                <a:gd name="connsiteX2" fmla="*/ 33883 w 86079"/>
                <a:gd name="connsiteY2" fmla="*/ 605128 h 605210"/>
                <a:gd name="connsiteX3" fmla="*/ 33883 w 86079"/>
                <a:gd name="connsiteY3" fmla="*/ 0 h 605210"/>
                <a:gd name="connsiteX0" fmla="*/ 42654 w 94850"/>
                <a:gd name="connsiteY0" fmla="*/ 0 h 605210"/>
                <a:gd name="connsiteX1" fmla="*/ 88373 w 94850"/>
                <a:gd name="connsiteY1" fmla="*/ 0 h 605210"/>
                <a:gd name="connsiteX2" fmla="*/ 42654 w 94850"/>
                <a:gd name="connsiteY2" fmla="*/ 605128 h 605210"/>
                <a:gd name="connsiteX3" fmla="*/ 42654 w 94850"/>
                <a:gd name="connsiteY3" fmla="*/ 0 h 605210"/>
                <a:gd name="connsiteX0" fmla="*/ 88373 w 143240"/>
                <a:gd name="connsiteY0" fmla="*/ 0 h 605210"/>
                <a:gd name="connsiteX1" fmla="*/ 42654 w 143240"/>
                <a:gd name="connsiteY1" fmla="*/ 605128 h 605210"/>
                <a:gd name="connsiteX2" fmla="*/ 42654 w 143240"/>
                <a:gd name="connsiteY2" fmla="*/ 0 h 605210"/>
                <a:gd name="connsiteX3" fmla="*/ 143240 w 143240"/>
                <a:gd name="connsiteY3" fmla="*/ 54867 h 605210"/>
                <a:gd name="connsiteX0" fmla="*/ 88373 w 94850"/>
                <a:gd name="connsiteY0" fmla="*/ 0 h 605210"/>
                <a:gd name="connsiteX1" fmla="*/ 42654 w 94850"/>
                <a:gd name="connsiteY1" fmla="*/ 605128 h 605210"/>
                <a:gd name="connsiteX2" fmla="*/ 42654 w 94850"/>
                <a:gd name="connsiteY2" fmla="*/ 0 h 60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850" h="605210">
                  <a:moveTo>
                    <a:pt x="88373" y="0"/>
                  </a:moveTo>
                  <a:cubicBezTo>
                    <a:pt x="88373" y="100855"/>
                    <a:pt x="120228" y="612648"/>
                    <a:pt x="42654" y="605128"/>
                  </a:cubicBezTo>
                  <a:cubicBezTo>
                    <a:pt x="-53319" y="592751"/>
                    <a:pt x="42654" y="201709"/>
                    <a:pt x="42654" y="0"/>
                  </a:cubicBezTo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115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816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872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152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208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50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12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56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768"/>
                            </p:stCondLst>
                            <p:childTnLst>
                              <p:par>
                                <p:cTn id="2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3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088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056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144"/>
                            </p:stCondLst>
                            <p:childTnLst>
                              <p:par>
                                <p:cTn id="2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056" fill="hold"/>
                                        <p:tgtEl>
                                          <p:spTgt spid="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  <p:audio>
              <p:cMediaNode vol="80000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3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"/>
                </p:tgtEl>
              </p:cMediaNode>
            </p:audio>
            <p:audio>
              <p:cMediaNode vol="80000" showWhenStopped="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7"/>
                </p:tgtEl>
              </p:cMediaNode>
            </p:audio>
            <p:audio>
              <p:cMediaNode vol="80000" showWhenStopped="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2350249" y="389490"/>
            <a:ext cx="7491502" cy="5465849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09BFF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09BFF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7030A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7030A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321957" y="648064"/>
            <a:ext cx="736576" cy="629572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09B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207977" y="653797"/>
            <a:ext cx="736576" cy="629572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09B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356870" y="3107427"/>
            <a:ext cx="11478259" cy="3214328"/>
            <a:chOff x="-1916935" y="3865734"/>
            <a:chExt cx="13232502" cy="3705579"/>
          </a:xfrm>
          <a:solidFill>
            <a:schemeClr val="bg1">
              <a:lumMod val="95000"/>
            </a:schemeClr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-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9754" y="5967800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-1916935" y="5967800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1477020" y="5967800"/>
              <a:ext cx="3058225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E7E6E6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ey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4863388" y="5967800"/>
              <a:ext cx="3058224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ei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7141907" y="3041716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09B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4779947" y="3048095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09B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83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2350249" y="389490"/>
            <a:ext cx="7491502" cy="5465849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FF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FF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321957" y="648064"/>
            <a:ext cx="736576" cy="629572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207977" y="653797"/>
            <a:ext cx="736576" cy="629572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356870" y="3107427"/>
            <a:ext cx="11478259" cy="3214328"/>
            <a:chOff x="-1916935" y="3865734"/>
            <a:chExt cx="13232502" cy="370557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-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ai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9754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eigh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-1916935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1477020" y="5967800"/>
              <a:ext cx="3058225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E7E6E6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ey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4863388" y="5967800"/>
              <a:ext cx="3058224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ei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7141907" y="3041716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4779947" y="3048095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35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2350249" y="389490"/>
            <a:ext cx="7491502" cy="5465849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5353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5353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321957" y="648064"/>
            <a:ext cx="736576" cy="629572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FF53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207977" y="653797"/>
            <a:ext cx="736576" cy="629572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FF53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356870" y="3107427"/>
            <a:ext cx="11478259" cy="3214328"/>
            <a:chOff x="-1916935" y="3865734"/>
            <a:chExt cx="13232502" cy="370557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latin typeface="Calibri" panose="020F0502020204030204"/>
                </a:rPr>
                <a:t>i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latin typeface="Calibri" panose="020F0502020204030204"/>
                </a:rPr>
                <a:t>i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-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igh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9754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-1916935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1477020" y="5967800"/>
              <a:ext cx="3058225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E7E6E6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4863388" y="5967800"/>
              <a:ext cx="3058224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ED7D31">
                      <a:lumMod val="50000"/>
                    </a:srgbClr>
                  </a:solidFill>
                  <a:latin typeface="Calibri" panose="020F0502020204030204"/>
                </a:rPr>
                <a:t>y-e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7258076" y="3048094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4779947" y="3048095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4863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53</Words>
  <Application>Microsoft Office PowerPoint</Application>
  <PresentationFormat>Widescreen</PresentationFormat>
  <Paragraphs>52</Paragraphs>
  <Slides>12</Slides>
  <Notes>0</Notes>
  <HiddenSlides>0</HiddenSlides>
  <MMClips>57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203</cp:revision>
  <dcterms:created xsi:type="dcterms:W3CDTF">2025-03-13T11:57:37Z</dcterms:created>
  <dcterms:modified xsi:type="dcterms:W3CDTF">2025-04-24T20:45:33Z</dcterms:modified>
</cp:coreProperties>
</file>