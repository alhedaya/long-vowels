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8" r:id="rId4"/>
    <p:sldId id="257" r:id="rId5"/>
    <p:sldId id="259" r:id="rId6"/>
    <p:sldId id="261" r:id="rId7"/>
    <p:sldId id="271" r:id="rId8"/>
    <p:sldId id="267" r:id="rId9"/>
    <p:sldId id="272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CE8B3F"/>
    <a:srgbClr val="FF5353"/>
    <a:srgbClr val="FFFF3F"/>
    <a:srgbClr val="B1734A"/>
    <a:srgbClr val="FEB159"/>
    <a:srgbClr val="401D18"/>
    <a:srgbClr val="964B25"/>
    <a:srgbClr val="FFF4D2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3AE4-A7C1-4219-B6E3-4D9FDF3A5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A7C54-21AD-4584-A111-50A0B8FD9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5C3A-24D6-46C2-AF24-3EB1A13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DF3C-01B1-4A8A-A9C9-053A024C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8490-5937-4DD2-A25F-9960AC0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2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EDE-E8E9-4823-8591-2AF81554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9ABA-0707-46C2-8FD1-80BBFAC0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55E-AC43-4BA1-BD1D-25D5147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1DDC-25D1-4AD2-93FC-E575BB8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1FE8-253B-417E-8519-EE6258C7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2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9282-59D3-46C9-BA14-976A361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3487-46BF-4582-AB32-A7B52D44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F4D4A-F1E8-4BCA-B5C3-DA5EDB1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0546-C27F-4A63-ABC1-049381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A95-A20C-4051-8CCE-B3BEE1F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4F1C-814D-4FD4-BDAD-41FF0F3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3100-1CCA-4A8B-918C-140B1CEF6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2BDE7-D36B-41E9-876B-C2C6D9B4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739F2-E7E3-4E6A-8834-E3BA57A2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85C15-F685-4EBD-BC93-1FD41AC7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8E0A-ECB5-41E5-8B97-92D0E63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9AA-000B-4B7E-9497-3FA94030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C2FB-9FD7-4943-BA64-0A89B0F7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CE27-CCD3-4E6F-BAE9-A27689F7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DF5D1-B587-4597-A615-30491363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639BC-F18E-47D6-90F1-62899B147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09FCA-E285-4BA6-B6E1-9DDD5441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2445-90F5-4B5A-A6A8-6F21EE0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3A0E8-C3B4-420B-AC7B-4F0F4CD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A98-ED8E-41D7-8DAE-594B5A70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58282-D5EE-451C-B9A3-E0F9509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5AF35-5A6E-4B1F-A368-59638463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7373-E1D6-4DEA-AC7F-22C44D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7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2B56-2A4E-4B2A-98FA-B2DCA770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B106-4D1A-4E5D-941D-466FAD0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49EC-F9A6-4029-90ED-26280A0B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F340-AE88-4F94-B2EB-866876A7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8EE-1100-4812-A9B4-E73693BB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A110-1DB2-4060-BE0A-9DCFD0D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CBF9-AB0C-4769-9989-A8C350A0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0511-3B4D-4972-9510-58EF9857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D62A5-AEBC-4521-BA81-A80CBCC4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9782-EC4D-4CB2-AC15-1A14E2D1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C41A0-C4A4-42D5-8E45-D113FDC2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378DD-AB06-4941-ADD2-2A9057B8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8944-8322-4B47-B33A-898BAB66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C1AB-B807-4E22-9933-A91FAA34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1B3B5-0C98-46F8-83CF-AD33D6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B04-929D-4592-BC8C-C41EB7A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EA8A-9086-49A8-9B14-EACDFD74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2EBC-943D-4401-9702-6374A68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8A963-487C-4607-9C79-450BC4F3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84D1-04AF-4A6F-81BC-8B688AF4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BEF89-8CCA-4F3C-9764-18AA23EB1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B3BBA-E775-4B2E-85CF-B4A29CE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C5BE-5F48-4BF6-8881-D4E9E2D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28F0-E014-407D-A458-1DCF1830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4056-EEF2-4550-88E9-5FF4FAAF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50E9-C151-4BBF-960F-747E312C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69659-5534-49C3-95CE-24C1B64D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1B5-A0DA-4601-B2B5-A460AFEC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3719-B508-49D1-8E00-BF5E3A86B3D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E0A9-A973-4575-B254-88F04C44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6E6F-F2A3-4E96-9CD6-12ED35391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7.xml"/><Relationship Id="rId5" Type="http://schemas.microsoft.com/office/2007/relationships/media" Target="../media/media3.mp3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audio" Target="../media/media7.mp3"/><Relationship Id="rId5" Type="http://schemas.microsoft.com/office/2007/relationships/media" Target="../media/media7.mp3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audio" Target="../media/media9.mp3"/><Relationship Id="rId5" Type="http://schemas.microsoft.com/office/2007/relationships/media" Target="../media/media9.mp3"/><Relationship Id="rId4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audio" Target="../media/media11.mp3"/><Relationship Id="rId5" Type="http://schemas.microsoft.com/office/2007/relationships/media" Target="../media/media11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audio" Target="../media/media13.mp3"/><Relationship Id="rId5" Type="http://schemas.microsoft.com/office/2007/relationships/media" Target="../media/media13.mp3"/><Relationship Id="rId4" Type="http://schemas.openxmlformats.org/officeDocument/2006/relationships/audio" Target="../media/media2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audio" Target="../media/media15.mp3"/><Relationship Id="rId5" Type="http://schemas.microsoft.com/office/2007/relationships/media" Target="../media/media15.mp3"/><Relationship Id="rId4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1.png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audio" Target="../media/media17.mp3"/><Relationship Id="rId11" Type="http://schemas.openxmlformats.org/officeDocument/2006/relationships/slideLayout" Target="../slideLayouts/slideLayout7.xml"/><Relationship Id="rId5" Type="http://schemas.microsoft.com/office/2007/relationships/media" Target="../media/media17.mp3"/><Relationship Id="rId10" Type="http://schemas.openxmlformats.org/officeDocument/2006/relationships/audio" Target="../media/media18.mp3"/><Relationship Id="rId4" Type="http://schemas.openxmlformats.org/officeDocument/2006/relationships/audio" Target="../media/media2.mp3"/><Relationship Id="rId9" Type="http://schemas.microsoft.com/office/2007/relationships/media" Target="../media/media18.mp3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99110" y="962395"/>
            <a:ext cx="5459119" cy="4746712"/>
            <a:chOff x="5022123" y="197845"/>
            <a:chExt cx="6293445" cy="547216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o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CE8B3F"/>
                  </a:solidFill>
                </a:rPr>
                <a:t>o-e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oe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oa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ow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7B76D41-7646-45CC-82AA-1B9FD5FA1A43}"/>
                </a:ext>
              </a:extLst>
            </p:cNvPr>
            <p:cNvSpPr/>
            <p:nvPr/>
          </p:nvSpPr>
          <p:spPr>
            <a:xfrm>
              <a:off x="8249755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56E8109-1834-4980-A7C1-8BBAC68407D4}"/>
              </a:ext>
            </a:extLst>
          </p:cNvPr>
          <p:cNvGrpSpPr/>
          <p:nvPr/>
        </p:nvGrpSpPr>
        <p:grpSpPr>
          <a:xfrm flipH="1">
            <a:off x="554103" y="284315"/>
            <a:ext cx="4932057" cy="6289369"/>
            <a:chOff x="4222885" y="1071162"/>
            <a:chExt cx="3848737" cy="4907917"/>
          </a:xfrm>
        </p:grpSpPr>
        <p:sp>
          <p:nvSpPr>
            <p:cNvPr id="54" name="Isosceles Triangle 3">
              <a:extLst>
                <a:ext uri="{FF2B5EF4-FFF2-40B4-BE49-F238E27FC236}">
                  <a16:creationId xmlns:a16="http://schemas.microsoft.com/office/drawing/2014/main" id="{C9A3DE79-CE29-4B5F-9590-40032A4BB68C}"/>
                </a:ext>
              </a:extLst>
            </p:cNvPr>
            <p:cNvSpPr/>
            <p:nvPr/>
          </p:nvSpPr>
          <p:spPr>
            <a:xfrm>
              <a:off x="5546958" y="1071162"/>
              <a:ext cx="520441" cy="439917"/>
            </a:xfrm>
            <a:custGeom>
              <a:avLst/>
              <a:gdLst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7149"/>
                <a:gd name="connsiteY0" fmla="*/ 439561 h 439917"/>
                <a:gd name="connsiteX1" fmla="*/ 266147 w 517149"/>
                <a:gd name="connsiteY1" fmla="*/ 0 h 439917"/>
                <a:gd name="connsiteX2" fmla="*/ 516069 w 517149"/>
                <a:gd name="connsiteY2" fmla="*/ 439561 h 439917"/>
                <a:gd name="connsiteX3" fmla="*/ 0 w 517149"/>
                <a:gd name="connsiteY3" fmla="*/ 439561 h 439917"/>
                <a:gd name="connsiteX0" fmla="*/ 3292 w 520441"/>
                <a:gd name="connsiteY0" fmla="*/ 439561 h 439917"/>
                <a:gd name="connsiteX1" fmla="*/ 269439 w 520441"/>
                <a:gd name="connsiteY1" fmla="*/ 0 h 439917"/>
                <a:gd name="connsiteX2" fmla="*/ 519361 w 520441"/>
                <a:gd name="connsiteY2" fmla="*/ 439561 h 439917"/>
                <a:gd name="connsiteX3" fmla="*/ 3292 w 520441"/>
                <a:gd name="connsiteY3" fmla="*/ 439561 h 43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441" h="439917">
                  <a:moveTo>
                    <a:pt x="3292" y="439561"/>
                  </a:moveTo>
                  <a:cubicBezTo>
                    <a:pt x="-22292" y="439091"/>
                    <a:pt x="104523" y="25870"/>
                    <a:pt x="269439" y="0"/>
                  </a:cubicBezTo>
                  <a:cubicBezTo>
                    <a:pt x="517846" y="146520"/>
                    <a:pt x="524954" y="451791"/>
                    <a:pt x="519361" y="439561"/>
                  </a:cubicBezTo>
                  <a:lnTo>
                    <a:pt x="3292" y="43956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6">
              <a:extLst>
                <a:ext uri="{FF2B5EF4-FFF2-40B4-BE49-F238E27FC236}">
                  <a16:creationId xmlns:a16="http://schemas.microsoft.com/office/drawing/2014/main" id="{EFC45AD4-39AA-4071-ABAB-A8C7BE68EEC3}"/>
                </a:ext>
              </a:extLst>
            </p:cNvPr>
            <p:cNvSpPr/>
            <p:nvPr/>
          </p:nvSpPr>
          <p:spPr>
            <a:xfrm>
              <a:off x="7316246" y="3429000"/>
              <a:ext cx="755376" cy="705112"/>
            </a:xfrm>
            <a:custGeom>
              <a:avLst/>
              <a:gdLst>
                <a:gd name="connsiteX0" fmla="*/ 0 w 384313"/>
                <a:gd name="connsiteY0" fmla="*/ 0 h 371061"/>
                <a:gd name="connsiteX1" fmla="*/ 384313 w 384313"/>
                <a:gd name="connsiteY1" fmla="*/ 0 h 371061"/>
                <a:gd name="connsiteX2" fmla="*/ 384313 w 384313"/>
                <a:gd name="connsiteY2" fmla="*/ 371061 h 371061"/>
                <a:gd name="connsiteX3" fmla="*/ 0 w 384313"/>
                <a:gd name="connsiteY3" fmla="*/ 371061 h 371061"/>
                <a:gd name="connsiteX4" fmla="*/ 0 w 384313"/>
                <a:gd name="connsiteY4" fmla="*/ 0 h 371061"/>
                <a:gd name="connsiteX0" fmla="*/ 0 w 533538"/>
                <a:gd name="connsiteY0" fmla="*/ 196850 h 371061"/>
                <a:gd name="connsiteX1" fmla="*/ 533538 w 533538"/>
                <a:gd name="connsiteY1" fmla="*/ 0 h 371061"/>
                <a:gd name="connsiteX2" fmla="*/ 533538 w 533538"/>
                <a:gd name="connsiteY2" fmla="*/ 371061 h 371061"/>
                <a:gd name="connsiteX3" fmla="*/ 149225 w 533538"/>
                <a:gd name="connsiteY3" fmla="*/ 371061 h 371061"/>
                <a:gd name="connsiteX4" fmla="*/ 0 w 533538"/>
                <a:gd name="connsiteY4" fmla="*/ 196850 h 371061"/>
                <a:gd name="connsiteX0" fmla="*/ 0 w 533538"/>
                <a:gd name="connsiteY0" fmla="*/ 278740 h 452951"/>
                <a:gd name="connsiteX1" fmla="*/ 282786 w 533538"/>
                <a:gd name="connsiteY1" fmla="*/ 0 h 452951"/>
                <a:gd name="connsiteX2" fmla="*/ 533538 w 533538"/>
                <a:gd name="connsiteY2" fmla="*/ 81890 h 452951"/>
                <a:gd name="connsiteX3" fmla="*/ 533538 w 533538"/>
                <a:gd name="connsiteY3" fmla="*/ 452951 h 452951"/>
                <a:gd name="connsiteX4" fmla="*/ 149225 w 533538"/>
                <a:gd name="connsiteY4" fmla="*/ 452951 h 452951"/>
                <a:gd name="connsiteX5" fmla="*/ 0 w 533538"/>
                <a:gd name="connsiteY5" fmla="*/ 278740 h 452951"/>
                <a:gd name="connsiteX0" fmla="*/ 0 w 552588"/>
                <a:gd name="connsiteY0" fmla="*/ 278740 h 452951"/>
                <a:gd name="connsiteX1" fmla="*/ 282786 w 552588"/>
                <a:gd name="connsiteY1" fmla="*/ 0 h 452951"/>
                <a:gd name="connsiteX2" fmla="*/ 552588 w 552588"/>
                <a:gd name="connsiteY2" fmla="*/ 113640 h 452951"/>
                <a:gd name="connsiteX3" fmla="*/ 533538 w 552588"/>
                <a:gd name="connsiteY3" fmla="*/ 452951 h 452951"/>
                <a:gd name="connsiteX4" fmla="*/ 149225 w 552588"/>
                <a:gd name="connsiteY4" fmla="*/ 452951 h 452951"/>
                <a:gd name="connsiteX5" fmla="*/ 0 w 552588"/>
                <a:gd name="connsiteY5" fmla="*/ 278740 h 452951"/>
                <a:gd name="connsiteX0" fmla="*/ 0 w 606563"/>
                <a:gd name="connsiteY0" fmla="*/ 278740 h 452951"/>
                <a:gd name="connsiteX1" fmla="*/ 282786 w 606563"/>
                <a:gd name="connsiteY1" fmla="*/ 0 h 452951"/>
                <a:gd name="connsiteX2" fmla="*/ 552588 w 606563"/>
                <a:gd name="connsiteY2" fmla="*/ 113640 h 452951"/>
                <a:gd name="connsiteX3" fmla="*/ 606563 w 606563"/>
                <a:gd name="connsiteY3" fmla="*/ 360876 h 452951"/>
                <a:gd name="connsiteX4" fmla="*/ 149225 w 606563"/>
                <a:gd name="connsiteY4" fmla="*/ 452951 h 452951"/>
                <a:gd name="connsiteX5" fmla="*/ 0 w 606563"/>
                <a:gd name="connsiteY5" fmla="*/ 278740 h 452951"/>
                <a:gd name="connsiteX0" fmla="*/ 0 w 617228"/>
                <a:gd name="connsiteY0" fmla="*/ 278740 h 572604"/>
                <a:gd name="connsiteX1" fmla="*/ 282786 w 617228"/>
                <a:gd name="connsiteY1" fmla="*/ 0 h 572604"/>
                <a:gd name="connsiteX2" fmla="*/ 552588 w 617228"/>
                <a:gd name="connsiteY2" fmla="*/ 113640 h 572604"/>
                <a:gd name="connsiteX3" fmla="*/ 606563 w 617228"/>
                <a:gd name="connsiteY3" fmla="*/ 360876 h 572604"/>
                <a:gd name="connsiteX4" fmla="*/ 149225 w 617228"/>
                <a:gd name="connsiteY4" fmla="*/ 452951 h 572604"/>
                <a:gd name="connsiteX5" fmla="*/ 0 w 617228"/>
                <a:gd name="connsiteY5" fmla="*/ 278740 h 572604"/>
                <a:gd name="connsiteX0" fmla="*/ 0 w 614090"/>
                <a:gd name="connsiteY0" fmla="*/ 278740 h 605610"/>
                <a:gd name="connsiteX1" fmla="*/ 282786 w 614090"/>
                <a:gd name="connsiteY1" fmla="*/ 0 h 605610"/>
                <a:gd name="connsiteX2" fmla="*/ 552588 w 614090"/>
                <a:gd name="connsiteY2" fmla="*/ 113640 h 605610"/>
                <a:gd name="connsiteX3" fmla="*/ 606563 w 614090"/>
                <a:gd name="connsiteY3" fmla="*/ 360876 h 605610"/>
                <a:gd name="connsiteX4" fmla="*/ 149225 w 614090"/>
                <a:gd name="connsiteY4" fmla="*/ 452951 h 605610"/>
                <a:gd name="connsiteX5" fmla="*/ 0 w 614090"/>
                <a:gd name="connsiteY5" fmla="*/ 278740 h 605610"/>
                <a:gd name="connsiteX0" fmla="*/ 0 w 674682"/>
                <a:gd name="connsiteY0" fmla="*/ 278740 h 605610"/>
                <a:gd name="connsiteX1" fmla="*/ 282786 w 674682"/>
                <a:gd name="connsiteY1" fmla="*/ 0 h 605610"/>
                <a:gd name="connsiteX2" fmla="*/ 552588 w 674682"/>
                <a:gd name="connsiteY2" fmla="*/ 113640 h 605610"/>
                <a:gd name="connsiteX3" fmla="*/ 606563 w 674682"/>
                <a:gd name="connsiteY3" fmla="*/ 360876 h 605610"/>
                <a:gd name="connsiteX4" fmla="*/ 149225 w 674682"/>
                <a:gd name="connsiteY4" fmla="*/ 452951 h 605610"/>
                <a:gd name="connsiteX5" fmla="*/ 0 w 674682"/>
                <a:gd name="connsiteY5" fmla="*/ 278740 h 605610"/>
                <a:gd name="connsiteX0" fmla="*/ 0 w 749375"/>
                <a:gd name="connsiteY0" fmla="*/ 278740 h 605610"/>
                <a:gd name="connsiteX1" fmla="*/ 282786 w 749375"/>
                <a:gd name="connsiteY1" fmla="*/ 0 h 605610"/>
                <a:gd name="connsiteX2" fmla="*/ 552588 w 749375"/>
                <a:gd name="connsiteY2" fmla="*/ 113640 h 605610"/>
                <a:gd name="connsiteX3" fmla="*/ 606563 w 749375"/>
                <a:gd name="connsiteY3" fmla="*/ 360876 h 605610"/>
                <a:gd name="connsiteX4" fmla="*/ 149225 w 749375"/>
                <a:gd name="connsiteY4" fmla="*/ 452951 h 605610"/>
                <a:gd name="connsiteX5" fmla="*/ 0 w 749375"/>
                <a:gd name="connsiteY5" fmla="*/ 278740 h 605610"/>
                <a:gd name="connsiteX0" fmla="*/ 0 w 749375"/>
                <a:gd name="connsiteY0" fmla="*/ 315116 h 641986"/>
                <a:gd name="connsiteX1" fmla="*/ 282786 w 749375"/>
                <a:gd name="connsiteY1" fmla="*/ 36376 h 641986"/>
                <a:gd name="connsiteX2" fmla="*/ 552588 w 749375"/>
                <a:gd name="connsiteY2" fmla="*/ 150016 h 641986"/>
                <a:gd name="connsiteX3" fmla="*/ 606563 w 749375"/>
                <a:gd name="connsiteY3" fmla="*/ 397252 h 641986"/>
                <a:gd name="connsiteX4" fmla="*/ 149225 w 749375"/>
                <a:gd name="connsiteY4" fmla="*/ 489327 h 641986"/>
                <a:gd name="connsiteX5" fmla="*/ 0 w 749375"/>
                <a:gd name="connsiteY5" fmla="*/ 315116 h 641986"/>
                <a:gd name="connsiteX0" fmla="*/ 0 w 749375"/>
                <a:gd name="connsiteY0" fmla="*/ 378242 h 705112"/>
                <a:gd name="connsiteX1" fmla="*/ 282786 w 749375"/>
                <a:gd name="connsiteY1" fmla="*/ 99502 h 705112"/>
                <a:gd name="connsiteX2" fmla="*/ 552588 w 749375"/>
                <a:gd name="connsiteY2" fmla="*/ 213142 h 705112"/>
                <a:gd name="connsiteX3" fmla="*/ 606563 w 749375"/>
                <a:gd name="connsiteY3" fmla="*/ 460378 h 705112"/>
                <a:gd name="connsiteX4" fmla="*/ 149225 w 749375"/>
                <a:gd name="connsiteY4" fmla="*/ 552453 h 705112"/>
                <a:gd name="connsiteX5" fmla="*/ 0 w 749375"/>
                <a:gd name="connsiteY5" fmla="*/ 378242 h 705112"/>
                <a:gd name="connsiteX0" fmla="*/ 0 w 749375"/>
                <a:gd name="connsiteY0" fmla="*/ 378242 h 705112"/>
                <a:gd name="connsiteX1" fmla="*/ 282786 w 749375"/>
                <a:gd name="connsiteY1" fmla="*/ 99502 h 705112"/>
                <a:gd name="connsiteX2" fmla="*/ 552588 w 749375"/>
                <a:gd name="connsiteY2" fmla="*/ 213142 h 705112"/>
                <a:gd name="connsiteX3" fmla="*/ 606563 w 749375"/>
                <a:gd name="connsiteY3" fmla="*/ 460378 h 705112"/>
                <a:gd name="connsiteX4" fmla="*/ 149225 w 749375"/>
                <a:gd name="connsiteY4" fmla="*/ 552453 h 705112"/>
                <a:gd name="connsiteX5" fmla="*/ 0 w 749375"/>
                <a:gd name="connsiteY5" fmla="*/ 378242 h 705112"/>
                <a:gd name="connsiteX0" fmla="*/ 6001 w 755376"/>
                <a:gd name="connsiteY0" fmla="*/ 378242 h 705112"/>
                <a:gd name="connsiteX1" fmla="*/ 288787 w 755376"/>
                <a:gd name="connsiteY1" fmla="*/ 99502 h 705112"/>
                <a:gd name="connsiteX2" fmla="*/ 558589 w 755376"/>
                <a:gd name="connsiteY2" fmla="*/ 213142 h 705112"/>
                <a:gd name="connsiteX3" fmla="*/ 612564 w 755376"/>
                <a:gd name="connsiteY3" fmla="*/ 460378 h 705112"/>
                <a:gd name="connsiteX4" fmla="*/ 155226 w 755376"/>
                <a:gd name="connsiteY4" fmla="*/ 552453 h 705112"/>
                <a:gd name="connsiteX5" fmla="*/ 6001 w 755376"/>
                <a:gd name="connsiteY5" fmla="*/ 378242 h 7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5376" h="705112">
                  <a:moveTo>
                    <a:pt x="6001" y="378242"/>
                  </a:moveTo>
                  <a:cubicBezTo>
                    <a:pt x="-29912" y="138220"/>
                    <a:pt x="99275" y="9324"/>
                    <a:pt x="288787" y="99502"/>
                  </a:cubicBezTo>
                  <a:cubicBezTo>
                    <a:pt x="324746" y="-34068"/>
                    <a:pt x="636930" y="-66038"/>
                    <a:pt x="558589" y="213142"/>
                  </a:cubicBezTo>
                  <a:cubicBezTo>
                    <a:pt x="808356" y="225704"/>
                    <a:pt x="813647" y="470041"/>
                    <a:pt x="612564" y="460378"/>
                  </a:cubicBezTo>
                  <a:cubicBezTo>
                    <a:pt x="691893" y="894295"/>
                    <a:pt x="117172" y="636061"/>
                    <a:pt x="155226" y="552453"/>
                  </a:cubicBezTo>
                  <a:lnTo>
                    <a:pt x="6001" y="37824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12">
              <a:extLst>
                <a:ext uri="{FF2B5EF4-FFF2-40B4-BE49-F238E27FC236}">
                  <a16:creationId xmlns:a16="http://schemas.microsoft.com/office/drawing/2014/main" id="{47E5B7C3-8B22-4DB4-83B8-19BE7F25CA72}"/>
                </a:ext>
              </a:extLst>
            </p:cNvPr>
            <p:cNvSpPr/>
            <p:nvPr/>
          </p:nvSpPr>
          <p:spPr>
            <a:xfrm>
              <a:off x="6980237" y="5083175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12">
              <a:extLst>
                <a:ext uri="{FF2B5EF4-FFF2-40B4-BE49-F238E27FC236}">
                  <a16:creationId xmlns:a16="http://schemas.microsoft.com/office/drawing/2014/main" id="{FF8F6C6F-0670-4FC9-A6D6-E2C48CDDB61E}"/>
                </a:ext>
              </a:extLst>
            </p:cNvPr>
            <p:cNvSpPr/>
            <p:nvPr/>
          </p:nvSpPr>
          <p:spPr>
            <a:xfrm>
              <a:off x="6573446" y="5083175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A7CE4D35-EF5A-4158-B579-047472B0E163}"/>
                </a:ext>
              </a:extLst>
            </p:cNvPr>
            <p:cNvSpPr/>
            <p:nvPr/>
          </p:nvSpPr>
          <p:spPr>
            <a:xfrm>
              <a:off x="5308648" y="5099421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2">
              <a:extLst>
                <a:ext uri="{FF2B5EF4-FFF2-40B4-BE49-F238E27FC236}">
                  <a16:creationId xmlns:a16="http://schemas.microsoft.com/office/drawing/2014/main" id="{A1961F71-7F16-487E-B86A-9F8A0AFFA8AC}"/>
                </a:ext>
              </a:extLst>
            </p:cNvPr>
            <p:cNvSpPr/>
            <p:nvPr/>
          </p:nvSpPr>
          <p:spPr>
            <a:xfrm>
              <a:off x="4901857" y="5099421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>
              <a:extLst>
                <a:ext uri="{FF2B5EF4-FFF2-40B4-BE49-F238E27FC236}">
                  <a16:creationId xmlns:a16="http://schemas.microsoft.com/office/drawing/2014/main" id="{1EAD4A4C-C786-471F-9051-996E9B4CAB17}"/>
                </a:ext>
              </a:extLst>
            </p:cNvPr>
            <p:cNvSpPr/>
            <p:nvPr/>
          </p:nvSpPr>
          <p:spPr>
            <a:xfrm>
              <a:off x="4222885" y="1403903"/>
              <a:ext cx="3662674" cy="4185223"/>
            </a:xfrm>
            <a:custGeom>
              <a:avLst/>
              <a:gdLst>
                <a:gd name="connsiteX0" fmla="*/ 0 w 2849217"/>
                <a:gd name="connsiteY0" fmla="*/ 0 h 1232452"/>
                <a:gd name="connsiteX1" fmla="*/ 2849217 w 2849217"/>
                <a:gd name="connsiteY1" fmla="*/ 0 h 1232452"/>
                <a:gd name="connsiteX2" fmla="*/ 2849217 w 2849217"/>
                <a:gd name="connsiteY2" fmla="*/ 1232452 h 1232452"/>
                <a:gd name="connsiteX3" fmla="*/ 0 w 2849217"/>
                <a:gd name="connsiteY3" fmla="*/ 1232452 h 1232452"/>
                <a:gd name="connsiteX4" fmla="*/ 0 w 2849217"/>
                <a:gd name="connsiteY4" fmla="*/ 0 h 1232452"/>
                <a:gd name="connsiteX0" fmla="*/ 65560 w 2914777"/>
                <a:gd name="connsiteY0" fmla="*/ 2275509 h 3507961"/>
                <a:gd name="connsiteX1" fmla="*/ 38503 w 2914777"/>
                <a:gd name="connsiteY1" fmla="*/ 0 h 3507961"/>
                <a:gd name="connsiteX2" fmla="*/ 2914777 w 2914777"/>
                <a:gd name="connsiteY2" fmla="*/ 2275509 h 3507961"/>
                <a:gd name="connsiteX3" fmla="*/ 2914777 w 2914777"/>
                <a:gd name="connsiteY3" fmla="*/ 3507961 h 3507961"/>
                <a:gd name="connsiteX4" fmla="*/ 65560 w 2914777"/>
                <a:gd name="connsiteY4" fmla="*/ 3507961 h 3507961"/>
                <a:gd name="connsiteX5" fmla="*/ 65560 w 2914777"/>
                <a:gd name="connsiteY5" fmla="*/ 2275509 h 3507961"/>
                <a:gd name="connsiteX0" fmla="*/ 330754 w 3179971"/>
                <a:gd name="connsiteY0" fmla="*/ 2408106 h 3640558"/>
                <a:gd name="connsiteX1" fmla="*/ 62397 w 3179971"/>
                <a:gd name="connsiteY1" fmla="*/ 513598 h 3640558"/>
                <a:gd name="connsiteX2" fmla="*/ 303697 w 3179971"/>
                <a:gd name="connsiteY2" fmla="*/ 132597 h 3640558"/>
                <a:gd name="connsiteX3" fmla="*/ 3179971 w 3179971"/>
                <a:gd name="connsiteY3" fmla="*/ 2408106 h 3640558"/>
                <a:gd name="connsiteX4" fmla="*/ 3179971 w 3179971"/>
                <a:gd name="connsiteY4" fmla="*/ 3640558 h 3640558"/>
                <a:gd name="connsiteX5" fmla="*/ 330754 w 3179971"/>
                <a:gd name="connsiteY5" fmla="*/ 3640558 h 3640558"/>
                <a:gd name="connsiteX6" fmla="*/ 330754 w 3179971"/>
                <a:gd name="connsiteY6" fmla="*/ 2408106 h 3640558"/>
                <a:gd name="connsiteX0" fmla="*/ 330754 w 3179971"/>
                <a:gd name="connsiteY0" fmla="*/ 2408106 h 3640558"/>
                <a:gd name="connsiteX1" fmla="*/ 62397 w 3179971"/>
                <a:gd name="connsiteY1" fmla="*/ 513598 h 3640558"/>
                <a:gd name="connsiteX2" fmla="*/ 303697 w 3179971"/>
                <a:gd name="connsiteY2" fmla="*/ 132597 h 3640558"/>
                <a:gd name="connsiteX3" fmla="*/ 3179971 w 3179971"/>
                <a:gd name="connsiteY3" fmla="*/ 2408106 h 3640558"/>
                <a:gd name="connsiteX4" fmla="*/ 3179971 w 3179971"/>
                <a:gd name="connsiteY4" fmla="*/ 3640558 h 3640558"/>
                <a:gd name="connsiteX5" fmla="*/ 330754 w 3179971"/>
                <a:gd name="connsiteY5" fmla="*/ 3640558 h 3640558"/>
                <a:gd name="connsiteX6" fmla="*/ 330754 w 3179971"/>
                <a:gd name="connsiteY6" fmla="*/ 2408106 h 3640558"/>
                <a:gd name="connsiteX0" fmla="*/ 330754 w 3179971"/>
                <a:gd name="connsiteY0" fmla="*/ 2408106 h 3640558"/>
                <a:gd name="connsiteX1" fmla="*/ 163997 w 3179971"/>
                <a:gd name="connsiteY1" fmla="*/ 1364498 h 3640558"/>
                <a:gd name="connsiteX2" fmla="*/ 62397 w 3179971"/>
                <a:gd name="connsiteY2" fmla="*/ 513598 h 3640558"/>
                <a:gd name="connsiteX3" fmla="*/ 303697 w 3179971"/>
                <a:gd name="connsiteY3" fmla="*/ 132597 h 3640558"/>
                <a:gd name="connsiteX4" fmla="*/ 3179971 w 3179971"/>
                <a:gd name="connsiteY4" fmla="*/ 2408106 h 3640558"/>
                <a:gd name="connsiteX5" fmla="*/ 3179971 w 3179971"/>
                <a:gd name="connsiteY5" fmla="*/ 3640558 h 3640558"/>
                <a:gd name="connsiteX6" fmla="*/ 330754 w 3179971"/>
                <a:gd name="connsiteY6" fmla="*/ 3640558 h 3640558"/>
                <a:gd name="connsiteX7" fmla="*/ 330754 w 3179971"/>
                <a:gd name="connsiteY7" fmla="*/ 2408106 h 3640558"/>
                <a:gd name="connsiteX0" fmla="*/ 330754 w 3179971"/>
                <a:gd name="connsiteY0" fmla="*/ 2408106 h 3640558"/>
                <a:gd name="connsiteX1" fmla="*/ 151297 w 3179971"/>
                <a:gd name="connsiteY1" fmla="*/ 1745498 h 3640558"/>
                <a:gd name="connsiteX2" fmla="*/ 163997 w 3179971"/>
                <a:gd name="connsiteY2" fmla="*/ 1364498 h 3640558"/>
                <a:gd name="connsiteX3" fmla="*/ 62397 w 3179971"/>
                <a:gd name="connsiteY3" fmla="*/ 513598 h 3640558"/>
                <a:gd name="connsiteX4" fmla="*/ 303697 w 3179971"/>
                <a:gd name="connsiteY4" fmla="*/ 132597 h 3640558"/>
                <a:gd name="connsiteX5" fmla="*/ 3179971 w 3179971"/>
                <a:gd name="connsiteY5" fmla="*/ 2408106 h 3640558"/>
                <a:gd name="connsiteX6" fmla="*/ 3179971 w 3179971"/>
                <a:gd name="connsiteY6" fmla="*/ 3640558 h 3640558"/>
                <a:gd name="connsiteX7" fmla="*/ 330754 w 3179971"/>
                <a:gd name="connsiteY7" fmla="*/ 3640558 h 3640558"/>
                <a:gd name="connsiteX8" fmla="*/ 330754 w 3179971"/>
                <a:gd name="connsiteY8" fmla="*/ 2408106 h 3640558"/>
                <a:gd name="connsiteX0" fmla="*/ 330754 w 3179971"/>
                <a:gd name="connsiteY0" fmla="*/ 24081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330754 w 3179971"/>
                <a:gd name="connsiteY9" fmla="*/ 24081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191054 w 3179971"/>
                <a:gd name="connsiteY9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176697 w 3179971"/>
                <a:gd name="connsiteY9" fmla="*/ 2901198 h 3640558"/>
                <a:gd name="connsiteX10" fmla="*/ 191054 w 3179971"/>
                <a:gd name="connsiteY10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176697 w 3179971"/>
                <a:gd name="connsiteY9" fmla="*/ 2901198 h 3640558"/>
                <a:gd name="connsiteX10" fmla="*/ 191054 w 3179971"/>
                <a:gd name="connsiteY10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94254 w 3179971"/>
                <a:gd name="connsiteY8" fmla="*/ 3640558 h 3640558"/>
                <a:gd name="connsiteX9" fmla="*/ 176697 w 3179971"/>
                <a:gd name="connsiteY9" fmla="*/ 2901198 h 3640558"/>
                <a:gd name="connsiteX10" fmla="*/ 191054 w 3179971"/>
                <a:gd name="connsiteY10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94254 w 3179971"/>
                <a:gd name="connsiteY8" fmla="*/ 3640558 h 3640558"/>
                <a:gd name="connsiteX9" fmla="*/ 189397 w 3179971"/>
                <a:gd name="connsiteY9" fmla="*/ 3345698 h 3640558"/>
                <a:gd name="connsiteX10" fmla="*/ 176697 w 3179971"/>
                <a:gd name="connsiteY10" fmla="*/ 2901198 h 3640558"/>
                <a:gd name="connsiteX11" fmla="*/ 191054 w 3179971"/>
                <a:gd name="connsiteY11" fmla="*/ 2484306 h 3640558"/>
                <a:gd name="connsiteX0" fmla="*/ 191054 w 3179971"/>
                <a:gd name="connsiteY0" fmla="*/ 2484306 h 3815703"/>
                <a:gd name="connsiteX1" fmla="*/ 176697 w 3179971"/>
                <a:gd name="connsiteY1" fmla="*/ 2075698 h 3815703"/>
                <a:gd name="connsiteX2" fmla="*/ 151297 w 3179971"/>
                <a:gd name="connsiteY2" fmla="*/ 1745498 h 3815703"/>
                <a:gd name="connsiteX3" fmla="*/ 163997 w 3179971"/>
                <a:gd name="connsiteY3" fmla="*/ 1364498 h 3815703"/>
                <a:gd name="connsiteX4" fmla="*/ 62397 w 3179971"/>
                <a:gd name="connsiteY4" fmla="*/ 513598 h 3815703"/>
                <a:gd name="connsiteX5" fmla="*/ 303697 w 3179971"/>
                <a:gd name="connsiteY5" fmla="*/ 132597 h 3815703"/>
                <a:gd name="connsiteX6" fmla="*/ 3179971 w 3179971"/>
                <a:gd name="connsiteY6" fmla="*/ 2408106 h 3815703"/>
                <a:gd name="connsiteX7" fmla="*/ 3179971 w 3179971"/>
                <a:gd name="connsiteY7" fmla="*/ 3640558 h 3815703"/>
                <a:gd name="connsiteX8" fmla="*/ 862497 w 3179971"/>
                <a:gd name="connsiteY8" fmla="*/ 3815598 h 3815703"/>
                <a:gd name="connsiteX9" fmla="*/ 394254 w 3179971"/>
                <a:gd name="connsiteY9" fmla="*/ 3640558 h 3815703"/>
                <a:gd name="connsiteX10" fmla="*/ 189397 w 3179971"/>
                <a:gd name="connsiteY10" fmla="*/ 3345698 h 3815703"/>
                <a:gd name="connsiteX11" fmla="*/ 176697 w 3179971"/>
                <a:gd name="connsiteY11" fmla="*/ 2901198 h 3815703"/>
                <a:gd name="connsiteX12" fmla="*/ 191054 w 3179971"/>
                <a:gd name="connsiteY12" fmla="*/ 2484306 h 3815703"/>
                <a:gd name="connsiteX0" fmla="*/ 191054 w 3179971"/>
                <a:gd name="connsiteY0" fmla="*/ 2484306 h 3853093"/>
                <a:gd name="connsiteX1" fmla="*/ 176697 w 3179971"/>
                <a:gd name="connsiteY1" fmla="*/ 2075698 h 3853093"/>
                <a:gd name="connsiteX2" fmla="*/ 151297 w 3179971"/>
                <a:gd name="connsiteY2" fmla="*/ 1745498 h 3853093"/>
                <a:gd name="connsiteX3" fmla="*/ 163997 w 3179971"/>
                <a:gd name="connsiteY3" fmla="*/ 1364498 h 3853093"/>
                <a:gd name="connsiteX4" fmla="*/ 62397 w 3179971"/>
                <a:gd name="connsiteY4" fmla="*/ 513598 h 3853093"/>
                <a:gd name="connsiteX5" fmla="*/ 303697 w 3179971"/>
                <a:gd name="connsiteY5" fmla="*/ 132597 h 3853093"/>
                <a:gd name="connsiteX6" fmla="*/ 3179971 w 3179971"/>
                <a:gd name="connsiteY6" fmla="*/ 2408106 h 3853093"/>
                <a:gd name="connsiteX7" fmla="*/ 3179971 w 3179971"/>
                <a:gd name="connsiteY7" fmla="*/ 3640558 h 3853093"/>
                <a:gd name="connsiteX8" fmla="*/ 1256197 w 3179971"/>
                <a:gd name="connsiteY8" fmla="*/ 3840998 h 3853093"/>
                <a:gd name="connsiteX9" fmla="*/ 862497 w 3179971"/>
                <a:gd name="connsiteY9" fmla="*/ 3815598 h 3853093"/>
                <a:gd name="connsiteX10" fmla="*/ 394254 w 3179971"/>
                <a:gd name="connsiteY10" fmla="*/ 3640558 h 3853093"/>
                <a:gd name="connsiteX11" fmla="*/ 189397 w 3179971"/>
                <a:gd name="connsiteY11" fmla="*/ 3345698 h 3853093"/>
                <a:gd name="connsiteX12" fmla="*/ 176697 w 3179971"/>
                <a:gd name="connsiteY12" fmla="*/ 2901198 h 3853093"/>
                <a:gd name="connsiteX13" fmla="*/ 191054 w 3179971"/>
                <a:gd name="connsiteY13" fmla="*/ 2484306 h 3853093"/>
                <a:gd name="connsiteX0" fmla="*/ 191054 w 3179971"/>
                <a:gd name="connsiteY0" fmla="*/ 2484306 h 3855845"/>
                <a:gd name="connsiteX1" fmla="*/ 176697 w 3179971"/>
                <a:gd name="connsiteY1" fmla="*/ 2075698 h 3855845"/>
                <a:gd name="connsiteX2" fmla="*/ 151297 w 3179971"/>
                <a:gd name="connsiteY2" fmla="*/ 1745498 h 3855845"/>
                <a:gd name="connsiteX3" fmla="*/ 163997 w 3179971"/>
                <a:gd name="connsiteY3" fmla="*/ 1364498 h 3855845"/>
                <a:gd name="connsiteX4" fmla="*/ 62397 w 3179971"/>
                <a:gd name="connsiteY4" fmla="*/ 513598 h 3855845"/>
                <a:gd name="connsiteX5" fmla="*/ 303697 w 3179971"/>
                <a:gd name="connsiteY5" fmla="*/ 132597 h 3855845"/>
                <a:gd name="connsiteX6" fmla="*/ 3179971 w 3179971"/>
                <a:gd name="connsiteY6" fmla="*/ 2408106 h 3855845"/>
                <a:gd name="connsiteX7" fmla="*/ 3179971 w 3179971"/>
                <a:gd name="connsiteY7" fmla="*/ 3640558 h 3855845"/>
                <a:gd name="connsiteX8" fmla="*/ 1687997 w 3179971"/>
                <a:gd name="connsiteY8" fmla="*/ 3840998 h 3855845"/>
                <a:gd name="connsiteX9" fmla="*/ 1256197 w 3179971"/>
                <a:gd name="connsiteY9" fmla="*/ 3840998 h 3855845"/>
                <a:gd name="connsiteX10" fmla="*/ 862497 w 3179971"/>
                <a:gd name="connsiteY10" fmla="*/ 3815598 h 3855845"/>
                <a:gd name="connsiteX11" fmla="*/ 394254 w 3179971"/>
                <a:gd name="connsiteY11" fmla="*/ 3640558 h 3855845"/>
                <a:gd name="connsiteX12" fmla="*/ 189397 w 3179971"/>
                <a:gd name="connsiteY12" fmla="*/ 3345698 h 3855845"/>
                <a:gd name="connsiteX13" fmla="*/ 176697 w 3179971"/>
                <a:gd name="connsiteY13" fmla="*/ 2901198 h 3855845"/>
                <a:gd name="connsiteX14" fmla="*/ 191054 w 3179971"/>
                <a:gd name="connsiteY14" fmla="*/ 2484306 h 3855845"/>
                <a:gd name="connsiteX0" fmla="*/ 191054 w 3179971"/>
                <a:gd name="connsiteY0" fmla="*/ 2484306 h 3854948"/>
                <a:gd name="connsiteX1" fmla="*/ 176697 w 3179971"/>
                <a:gd name="connsiteY1" fmla="*/ 2075698 h 3854948"/>
                <a:gd name="connsiteX2" fmla="*/ 151297 w 3179971"/>
                <a:gd name="connsiteY2" fmla="*/ 1745498 h 3854948"/>
                <a:gd name="connsiteX3" fmla="*/ 163997 w 3179971"/>
                <a:gd name="connsiteY3" fmla="*/ 1364498 h 3854948"/>
                <a:gd name="connsiteX4" fmla="*/ 62397 w 3179971"/>
                <a:gd name="connsiteY4" fmla="*/ 513598 h 3854948"/>
                <a:gd name="connsiteX5" fmla="*/ 303697 w 3179971"/>
                <a:gd name="connsiteY5" fmla="*/ 132597 h 3854948"/>
                <a:gd name="connsiteX6" fmla="*/ 3179971 w 3179971"/>
                <a:gd name="connsiteY6" fmla="*/ 2408106 h 3854948"/>
                <a:gd name="connsiteX7" fmla="*/ 3179971 w 3179971"/>
                <a:gd name="connsiteY7" fmla="*/ 3640558 h 3854948"/>
                <a:gd name="connsiteX8" fmla="*/ 2068997 w 3179971"/>
                <a:gd name="connsiteY8" fmla="*/ 3840998 h 3854948"/>
                <a:gd name="connsiteX9" fmla="*/ 1687997 w 3179971"/>
                <a:gd name="connsiteY9" fmla="*/ 3840998 h 3854948"/>
                <a:gd name="connsiteX10" fmla="*/ 1256197 w 3179971"/>
                <a:gd name="connsiteY10" fmla="*/ 3840998 h 3854948"/>
                <a:gd name="connsiteX11" fmla="*/ 862497 w 3179971"/>
                <a:gd name="connsiteY11" fmla="*/ 3815598 h 3854948"/>
                <a:gd name="connsiteX12" fmla="*/ 394254 w 3179971"/>
                <a:gd name="connsiteY12" fmla="*/ 3640558 h 3854948"/>
                <a:gd name="connsiteX13" fmla="*/ 189397 w 3179971"/>
                <a:gd name="connsiteY13" fmla="*/ 3345698 h 3854948"/>
                <a:gd name="connsiteX14" fmla="*/ 176697 w 3179971"/>
                <a:gd name="connsiteY14" fmla="*/ 2901198 h 3854948"/>
                <a:gd name="connsiteX15" fmla="*/ 191054 w 3179971"/>
                <a:gd name="connsiteY15" fmla="*/ 2484306 h 3854948"/>
                <a:gd name="connsiteX0" fmla="*/ 191054 w 3179971"/>
                <a:gd name="connsiteY0" fmla="*/ 2484306 h 3842879"/>
                <a:gd name="connsiteX1" fmla="*/ 176697 w 3179971"/>
                <a:gd name="connsiteY1" fmla="*/ 2075698 h 3842879"/>
                <a:gd name="connsiteX2" fmla="*/ 151297 w 3179971"/>
                <a:gd name="connsiteY2" fmla="*/ 1745498 h 3842879"/>
                <a:gd name="connsiteX3" fmla="*/ 163997 w 3179971"/>
                <a:gd name="connsiteY3" fmla="*/ 1364498 h 3842879"/>
                <a:gd name="connsiteX4" fmla="*/ 62397 w 3179971"/>
                <a:gd name="connsiteY4" fmla="*/ 513598 h 3842879"/>
                <a:gd name="connsiteX5" fmla="*/ 303697 w 3179971"/>
                <a:gd name="connsiteY5" fmla="*/ 132597 h 3842879"/>
                <a:gd name="connsiteX6" fmla="*/ 3179971 w 3179971"/>
                <a:gd name="connsiteY6" fmla="*/ 2408106 h 3842879"/>
                <a:gd name="connsiteX7" fmla="*/ 3179971 w 3179971"/>
                <a:gd name="connsiteY7" fmla="*/ 3640558 h 3842879"/>
                <a:gd name="connsiteX8" fmla="*/ 2437297 w 3179971"/>
                <a:gd name="connsiteY8" fmla="*/ 3815598 h 3842879"/>
                <a:gd name="connsiteX9" fmla="*/ 2068997 w 3179971"/>
                <a:gd name="connsiteY9" fmla="*/ 3840998 h 3842879"/>
                <a:gd name="connsiteX10" fmla="*/ 1687997 w 3179971"/>
                <a:gd name="connsiteY10" fmla="*/ 3840998 h 3842879"/>
                <a:gd name="connsiteX11" fmla="*/ 1256197 w 3179971"/>
                <a:gd name="connsiteY11" fmla="*/ 3840998 h 3842879"/>
                <a:gd name="connsiteX12" fmla="*/ 862497 w 3179971"/>
                <a:gd name="connsiteY12" fmla="*/ 3815598 h 3842879"/>
                <a:gd name="connsiteX13" fmla="*/ 394254 w 3179971"/>
                <a:gd name="connsiteY13" fmla="*/ 3640558 h 3842879"/>
                <a:gd name="connsiteX14" fmla="*/ 189397 w 3179971"/>
                <a:gd name="connsiteY14" fmla="*/ 3345698 h 3842879"/>
                <a:gd name="connsiteX15" fmla="*/ 176697 w 3179971"/>
                <a:gd name="connsiteY15" fmla="*/ 2901198 h 3842879"/>
                <a:gd name="connsiteX16" fmla="*/ 191054 w 3179971"/>
                <a:gd name="connsiteY16" fmla="*/ 2484306 h 3842879"/>
                <a:gd name="connsiteX0" fmla="*/ 191054 w 3179971"/>
                <a:gd name="connsiteY0" fmla="*/ 2484306 h 3842879"/>
                <a:gd name="connsiteX1" fmla="*/ 176697 w 3179971"/>
                <a:gd name="connsiteY1" fmla="*/ 2075698 h 3842879"/>
                <a:gd name="connsiteX2" fmla="*/ 151297 w 3179971"/>
                <a:gd name="connsiteY2" fmla="*/ 1745498 h 3842879"/>
                <a:gd name="connsiteX3" fmla="*/ 163997 w 3179971"/>
                <a:gd name="connsiteY3" fmla="*/ 1364498 h 3842879"/>
                <a:gd name="connsiteX4" fmla="*/ 62397 w 3179971"/>
                <a:gd name="connsiteY4" fmla="*/ 513598 h 3842879"/>
                <a:gd name="connsiteX5" fmla="*/ 303697 w 3179971"/>
                <a:gd name="connsiteY5" fmla="*/ 132597 h 3842879"/>
                <a:gd name="connsiteX6" fmla="*/ 3179971 w 3179971"/>
                <a:gd name="connsiteY6" fmla="*/ 2408106 h 3842879"/>
                <a:gd name="connsiteX7" fmla="*/ 3179971 w 3179971"/>
                <a:gd name="connsiteY7" fmla="*/ 3640558 h 3842879"/>
                <a:gd name="connsiteX8" fmla="*/ 2869097 w 3179971"/>
                <a:gd name="connsiteY8" fmla="*/ 3815599 h 3842879"/>
                <a:gd name="connsiteX9" fmla="*/ 2437297 w 3179971"/>
                <a:gd name="connsiteY9" fmla="*/ 3815598 h 3842879"/>
                <a:gd name="connsiteX10" fmla="*/ 2068997 w 3179971"/>
                <a:gd name="connsiteY10" fmla="*/ 3840998 h 3842879"/>
                <a:gd name="connsiteX11" fmla="*/ 1687997 w 3179971"/>
                <a:gd name="connsiteY11" fmla="*/ 3840998 h 3842879"/>
                <a:gd name="connsiteX12" fmla="*/ 1256197 w 3179971"/>
                <a:gd name="connsiteY12" fmla="*/ 3840998 h 3842879"/>
                <a:gd name="connsiteX13" fmla="*/ 862497 w 3179971"/>
                <a:gd name="connsiteY13" fmla="*/ 3815598 h 3842879"/>
                <a:gd name="connsiteX14" fmla="*/ 394254 w 3179971"/>
                <a:gd name="connsiteY14" fmla="*/ 3640558 h 3842879"/>
                <a:gd name="connsiteX15" fmla="*/ 189397 w 3179971"/>
                <a:gd name="connsiteY15" fmla="*/ 3345698 h 3842879"/>
                <a:gd name="connsiteX16" fmla="*/ 176697 w 3179971"/>
                <a:gd name="connsiteY16" fmla="*/ 2901198 h 3842879"/>
                <a:gd name="connsiteX17" fmla="*/ 191054 w 3179971"/>
                <a:gd name="connsiteY17" fmla="*/ 2484306 h 3842879"/>
                <a:gd name="connsiteX0" fmla="*/ 191054 w 3243471"/>
                <a:gd name="connsiteY0" fmla="*/ 2484306 h 3842879"/>
                <a:gd name="connsiteX1" fmla="*/ 176697 w 3243471"/>
                <a:gd name="connsiteY1" fmla="*/ 2075698 h 3842879"/>
                <a:gd name="connsiteX2" fmla="*/ 151297 w 3243471"/>
                <a:gd name="connsiteY2" fmla="*/ 1745498 h 3842879"/>
                <a:gd name="connsiteX3" fmla="*/ 163997 w 3243471"/>
                <a:gd name="connsiteY3" fmla="*/ 1364498 h 3842879"/>
                <a:gd name="connsiteX4" fmla="*/ 62397 w 3243471"/>
                <a:gd name="connsiteY4" fmla="*/ 513598 h 3842879"/>
                <a:gd name="connsiteX5" fmla="*/ 303697 w 3243471"/>
                <a:gd name="connsiteY5" fmla="*/ 132597 h 3842879"/>
                <a:gd name="connsiteX6" fmla="*/ 3179971 w 3243471"/>
                <a:gd name="connsiteY6" fmla="*/ 2408106 h 3842879"/>
                <a:gd name="connsiteX7" fmla="*/ 3243471 w 3243471"/>
                <a:gd name="connsiteY7" fmla="*/ 3640558 h 3842879"/>
                <a:gd name="connsiteX8" fmla="*/ 2869097 w 3243471"/>
                <a:gd name="connsiteY8" fmla="*/ 3815599 h 3842879"/>
                <a:gd name="connsiteX9" fmla="*/ 2437297 w 3243471"/>
                <a:gd name="connsiteY9" fmla="*/ 3815598 h 3842879"/>
                <a:gd name="connsiteX10" fmla="*/ 2068997 w 3243471"/>
                <a:gd name="connsiteY10" fmla="*/ 3840998 h 3842879"/>
                <a:gd name="connsiteX11" fmla="*/ 1687997 w 3243471"/>
                <a:gd name="connsiteY11" fmla="*/ 3840998 h 3842879"/>
                <a:gd name="connsiteX12" fmla="*/ 1256197 w 3243471"/>
                <a:gd name="connsiteY12" fmla="*/ 3840998 h 3842879"/>
                <a:gd name="connsiteX13" fmla="*/ 862497 w 3243471"/>
                <a:gd name="connsiteY13" fmla="*/ 3815598 h 3842879"/>
                <a:gd name="connsiteX14" fmla="*/ 394254 w 3243471"/>
                <a:gd name="connsiteY14" fmla="*/ 3640558 h 3842879"/>
                <a:gd name="connsiteX15" fmla="*/ 189397 w 3243471"/>
                <a:gd name="connsiteY15" fmla="*/ 3345698 h 3842879"/>
                <a:gd name="connsiteX16" fmla="*/ 176697 w 3243471"/>
                <a:gd name="connsiteY16" fmla="*/ 2901198 h 3842879"/>
                <a:gd name="connsiteX17" fmla="*/ 191054 w 3243471"/>
                <a:gd name="connsiteY17" fmla="*/ 2484306 h 3842879"/>
                <a:gd name="connsiteX0" fmla="*/ 191054 w 3415197"/>
                <a:gd name="connsiteY0" fmla="*/ 2484306 h 3842879"/>
                <a:gd name="connsiteX1" fmla="*/ 176697 w 3415197"/>
                <a:gd name="connsiteY1" fmla="*/ 2075698 h 3842879"/>
                <a:gd name="connsiteX2" fmla="*/ 151297 w 3415197"/>
                <a:gd name="connsiteY2" fmla="*/ 1745498 h 3842879"/>
                <a:gd name="connsiteX3" fmla="*/ 163997 w 3415197"/>
                <a:gd name="connsiteY3" fmla="*/ 1364498 h 3842879"/>
                <a:gd name="connsiteX4" fmla="*/ 62397 w 3415197"/>
                <a:gd name="connsiteY4" fmla="*/ 513598 h 3842879"/>
                <a:gd name="connsiteX5" fmla="*/ 303697 w 3415197"/>
                <a:gd name="connsiteY5" fmla="*/ 132597 h 3842879"/>
                <a:gd name="connsiteX6" fmla="*/ 3179971 w 3415197"/>
                <a:gd name="connsiteY6" fmla="*/ 2408106 h 3842879"/>
                <a:gd name="connsiteX7" fmla="*/ 3415197 w 3415197"/>
                <a:gd name="connsiteY7" fmla="*/ 3294899 h 3842879"/>
                <a:gd name="connsiteX8" fmla="*/ 3243471 w 3415197"/>
                <a:gd name="connsiteY8" fmla="*/ 3640558 h 3842879"/>
                <a:gd name="connsiteX9" fmla="*/ 2869097 w 3415197"/>
                <a:gd name="connsiteY9" fmla="*/ 3815599 h 3842879"/>
                <a:gd name="connsiteX10" fmla="*/ 2437297 w 3415197"/>
                <a:gd name="connsiteY10" fmla="*/ 3815598 h 3842879"/>
                <a:gd name="connsiteX11" fmla="*/ 2068997 w 3415197"/>
                <a:gd name="connsiteY11" fmla="*/ 3840998 h 3842879"/>
                <a:gd name="connsiteX12" fmla="*/ 1687997 w 3415197"/>
                <a:gd name="connsiteY12" fmla="*/ 3840998 h 3842879"/>
                <a:gd name="connsiteX13" fmla="*/ 1256197 w 3415197"/>
                <a:gd name="connsiteY13" fmla="*/ 3840998 h 3842879"/>
                <a:gd name="connsiteX14" fmla="*/ 862497 w 3415197"/>
                <a:gd name="connsiteY14" fmla="*/ 3815598 h 3842879"/>
                <a:gd name="connsiteX15" fmla="*/ 394254 w 3415197"/>
                <a:gd name="connsiteY15" fmla="*/ 3640558 h 3842879"/>
                <a:gd name="connsiteX16" fmla="*/ 189397 w 3415197"/>
                <a:gd name="connsiteY16" fmla="*/ 3345698 h 3842879"/>
                <a:gd name="connsiteX17" fmla="*/ 176697 w 3415197"/>
                <a:gd name="connsiteY17" fmla="*/ 2901198 h 3842879"/>
                <a:gd name="connsiteX18" fmla="*/ 191054 w 3415197"/>
                <a:gd name="connsiteY18" fmla="*/ 2484306 h 3842879"/>
                <a:gd name="connsiteX0" fmla="*/ 191054 w 3509860"/>
                <a:gd name="connsiteY0" fmla="*/ 2484306 h 3842879"/>
                <a:gd name="connsiteX1" fmla="*/ 176697 w 3509860"/>
                <a:gd name="connsiteY1" fmla="*/ 2075698 h 3842879"/>
                <a:gd name="connsiteX2" fmla="*/ 151297 w 3509860"/>
                <a:gd name="connsiteY2" fmla="*/ 1745498 h 3842879"/>
                <a:gd name="connsiteX3" fmla="*/ 163997 w 3509860"/>
                <a:gd name="connsiteY3" fmla="*/ 1364498 h 3842879"/>
                <a:gd name="connsiteX4" fmla="*/ 62397 w 3509860"/>
                <a:gd name="connsiteY4" fmla="*/ 513598 h 3842879"/>
                <a:gd name="connsiteX5" fmla="*/ 303697 w 3509860"/>
                <a:gd name="connsiteY5" fmla="*/ 132597 h 3842879"/>
                <a:gd name="connsiteX6" fmla="*/ 3179971 w 3509860"/>
                <a:gd name="connsiteY6" fmla="*/ 2408106 h 3842879"/>
                <a:gd name="connsiteX7" fmla="*/ 3491397 w 3509860"/>
                <a:gd name="connsiteY7" fmla="*/ 2888499 h 3842879"/>
                <a:gd name="connsiteX8" fmla="*/ 3415197 w 3509860"/>
                <a:gd name="connsiteY8" fmla="*/ 3294899 h 3842879"/>
                <a:gd name="connsiteX9" fmla="*/ 3243471 w 3509860"/>
                <a:gd name="connsiteY9" fmla="*/ 3640558 h 3842879"/>
                <a:gd name="connsiteX10" fmla="*/ 2869097 w 3509860"/>
                <a:gd name="connsiteY10" fmla="*/ 3815599 h 3842879"/>
                <a:gd name="connsiteX11" fmla="*/ 2437297 w 3509860"/>
                <a:gd name="connsiteY11" fmla="*/ 3815598 h 3842879"/>
                <a:gd name="connsiteX12" fmla="*/ 2068997 w 3509860"/>
                <a:gd name="connsiteY12" fmla="*/ 3840998 h 3842879"/>
                <a:gd name="connsiteX13" fmla="*/ 1687997 w 3509860"/>
                <a:gd name="connsiteY13" fmla="*/ 3840998 h 3842879"/>
                <a:gd name="connsiteX14" fmla="*/ 1256197 w 3509860"/>
                <a:gd name="connsiteY14" fmla="*/ 3840998 h 3842879"/>
                <a:gd name="connsiteX15" fmla="*/ 862497 w 3509860"/>
                <a:gd name="connsiteY15" fmla="*/ 3815598 h 3842879"/>
                <a:gd name="connsiteX16" fmla="*/ 394254 w 3509860"/>
                <a:gd name="connsiteY16" fmla="*/ 3640558 h 3842879"/>
                <a:gd name="connsiteX17" fmla="*/ 189397 w 3509860"/>
                <a:gd name="connsiteY17" fmla="*/ 3345698 h 3842879"/>
                <a:gd name="connsiteX18" fmla="*/ 176697 w 3509860"/>
                <a:gd name="connsiteY18" fmla="*/ 2901198 h 3842879"/>
                <a:gd name="connsiteX19" fmla="*/ 191054 w 3509860"/>
                <a:gd name="connsiteY19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3306971 w 3576955"/>
                <a:gd name="connsiteY6" fmla="*/ 2382706 h 3842879"/>
                <a:gd name="connsiteX7" fmla="*/ 3491397 w 3576955"/>
                <a:gd name="connsiteY7" fmla="*/ 2888499 h 3842879"/>
                <a:gd name="connsiteX8" fmla="*/ 3415197 w 3576955"/>
                <a:gd name="connsiteY8" fmla="*/ 3294899 h 3842879"/>
                <a:gd name="connsiteX9" fmla="*/ 3243471 w 3576955"/>
                <a:gd name="connsiteY9" fmla="*/ 3640558 h 3842879"/>
                <a:gd name="connsiteX10" fmla="*/ 2869097 w 3576955"/>
                <a:gd name="connsiteY10" fmla="*/ 3815599 h 3842879"/>
                <a:gd name="connsiteX11" fmla="*/ 2437297 w 3576955"/>
                <a:gd name="connsiteY11" fmla="*/ 3815598 h 3842879"/>
                <a:gd name="connsiteX12" fmla="*/ 2068997 w 3576955"/>
                <a:gd name="connsiteY12" fmla="*/ 3840998 h 3842879"/>
                <a:gd name="connsiteX13" fmla="*/ 1687997 w 3576955"/>
                <a:gd name="connsiteY13" fmla="*/ 3840998 h 3842879"/>
                <a:gd name="connsiteX14" fmla="*/ 1256197 w 3576955"/>
                <a:gd name="connsiteY14" fmla="*/ 3840998 h 3842879"/>
                <a:gd name="connsiteX15" fmla="*/ 862497 w 3576955"/>
                <a:gd name="connsiteY15" fmla="*/ 3815598 h 3842879"/>
                <a:gd name="connsiteX16" fmla="*/ 394254 w 3576955"/>
                <a:gd name="connsiteY16" fmla="*/ 3640558 h 3842879"/>
                <a:gd name="connsiteX17" fmla="*/ 189397 w 3576955"/>
                <a:gd name="connsiteY17" fmla="*/ 3345698 h 3842879"/>
                <a:gd name="connsiteX18" fmla="*/ 176697 w 3576955"/>
                <a:gd name="connsiteY18" fmla="*/ 2901198 h 3842879"/>
                <a:gd name="connsiteX19" fmla="*/ 191054 w 3576955"/>
                <a:gd name="connsiteY19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3110396 w 3576955"/>
                <a:gd name="connsiteY6" fmla="*/ 2101099 h 3842879"/>
                <a:gd name="connsiteX7" fmla="*/ 3306971 w 3576955"/>
                <a:gd name="connsiteY7" fmla="*/ 2382706 h 3842879"/>
                <a:gd name="connsiteX8" fmla="*/ 3491397 w 3576955"/>
                <a:gd name="connsiteY8" fmla="*/ 2888499 h 3842879"/>
                <a:gd name="connsiteX9" fmla="*/ 3415197 w 3576955"/>
                <a:gd name="connsiteY9" fmla="*/ 3294899 h 3842879"/>
                <a:gd name="connsiteX10" fmla="*/ 3243471 w 3576955"/>
                <a:gd name="connsiteY10" fmla="*/ 3640558 h 3842879"/>
                <a:gd name="connsiteX11" fmla="*/ 2869097 w 3576955"/>
                <a:gd name="connsiteY11" fmla="*/ 3815599 h 3842879"/>
                <a:gd name="connsiteX12" fmla="*/ 2437297 w 3576955"/>
                <a:gd name="connsiteY12" fmla="*/ 3815598 h 3842879"/>
                <a:gd name="connsiteX13" fmla="*/ 2068997 w 3576955"/>
                <a:gd name="connsiteY13" fmla="*/ 3840998 h 3842879"/>
                <a:gd name="connsiteX14" fmla="*/ 1687997 w 3576955"/>
                <a:gd name="connsiteY14" fmla="*/ 3840998 h 3842879"/>
                <a:gd name="connsiteX15" fmla="*/ 1256197 w 3576955"/>
                <a:gd name="connsiteY15" fmla="*/ 3840998 h 3842879"/>
                <a:gd name="connsiteX16" fmla="*/ 862497 w 3576955"/>
                <a:gd name="connsiteY16" fmla="*/ 3815598 h 3842879"/>
                <a:gd name="connsiteX17" fmla="*/ 394254 w 3576955"/>
                <a:gd name="connsiteY17" fmla="*/ 3640558 h 3842879"/>
                <a:gd name="connsiteX18" fmla="*/ 189397 w 3576955"/>
                <a:gd name="connsiteY18" fmla="*/ 3345698 h 3842879"/>
                <a:gd name="connsiteX19" fmla="*/ 176697 w 3576955"/>
                <a:gd name="connsiteY19" fmla="*/ 2901198 h 3842879"/>
                <a:gd name="connsiteX20" fmla="*/ 191054 w 3576955"/>
                <a:gd name="connsiteY20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653196 w 3576955"/>
                <a:gd name="connsiteY6" fmla="*/ 1974099 h 3842879"/>
                <a:gd name="connsiteX7" fmla="*/ 3110396 w 3576955"/>
                <a:gd name="connsiteY7" fmla="*/ 2101099 h 3842879"/>
                <a:gd name="connsiteX8" fmla="*/ 3306971 w 3576955"/>
                <a:gd name="connsiteY8" fmla="*/ 2382706 h 3842879"/>
                <a:gd name="connsiteX9" fmla="*/ 3491397 w 3576955"/>
                <a:gd name="connsiteY9" fmla="*/ 2888499 h 3842879"/>
                <a:gd name="connsiteX10" fmla="*/ 3415197 w 3576955"/>
                <a:gd name="connsiteY10" fmla="*/ 3294899 h 3842879"/>
                <a:gd name="connsiteX11" fmla="*/ 3243471 w 3576955"/>
                <a:gd name="connsiteY11" fmla="*/ 3640558 h 3842879"/>
                <a:gd name="connsiteX12" fmla="*/ 2869097 w 3576955"/>
                <a:gd name="connsiteY12" fmla="*/ 3815599 h 3842879"/>
                <a:gd name="connsiteX13" fmla="*/ 2437297 w 3576955"/>
                <a:gd name="connsiteY13" fmla="*/ 3815598 h 3842879"/>
                <a:gd name="connsiteX14" fmla="*/ 2068997 w 3576955"/>
                <a:gd name="connsiteY14" fmla="*/ 3840998 h 3842879"/>
                <a:gd name="connsiteX15" fmla="*/ 1687997 w 3576955"/>
                <a:gd name="connsiteY15" fmla="*/ 3840998 h 3842879"/>
                <a:gd name="connsiteX16" fmla="*/ 1256197 w 3576955"/>
                <a:gd name="connsiteY16" fmla="*/ 3840998 h 3842879"/>
                <a:gd name="connsiteX17" fmla="*/ 862497 w 3576955"/>
                <a:gd name="connsiteY17" fmla="*/ 3815598 h 3842879"/>
                <a:gd name="connsiteX18" fmla="*/ 394254 w 3576955"/>
                <a:gd name="connsiteY18" fmla="*/ 3640558 h 3842879"/>
                <a:gd name="connsiteX19" fmla="*/ 189397 w 3576955"/>
                <a:gd name="connsiteY19" fmla="*/ 3345698 h 3842879"/>
                <a:gd name="connsiteX20" fmla="*/ 176697 w 3576955"/>
                <a:gd name="connsiteY20" fmla="*/ 2901198 h 3842879"/>
                <a:gd name="connsiteX21" fmla="*/ 191054 w 3576955"/>
                <a:gd name="connsiteY21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145196 w 3576955"/>
                <a:gd name="connsiteY6" fmla="*/ 1948699 h 3842879"/>
                <a:gd name="connsiteX7" fmla="*/ 2653196 w 3576955"/>
                <a:gd name="connsiteY7" fmla="*/ 1974099 h 3842879"/>
                <a:gd name="connsiteX8" fmla="*/ 3110396 w 3576955"/>
                <a:gd name="connsiteY8" fmla="*/ 2101099 h 3842879"/>
                <a:gd name="connsiteX9" fmla="*/ 3306971 w 3576955"/>
                <a:gd name="connsiteY9" fmla="*/ 2382706 h 3842879"/>
                <a:gd name="connsiteX10" fmla="*/ 3491397 w 3576955"/>
                <a:gd name="connsiteY10" fmla="*/ 2888499 h 3842879"/>
                <a:gd name="connsiteX11" fmla="*/ 3415197 w 3576955"/>
                <a:gd name="connsiteY11" fmla="*/ 3294899 h 3842879"/>
                <a:gd name="connsiteX12" fmla="*/ 3243471 w 3576955"/>
                <a:gd name="connsiteY12" fmla="*/ 3640558 h 3842879"/>
                <a:gd name="connsiteX13" fmla="*/ 2869097 w 3576955"/>
                <a:gd name="connsiteY13" fmla="*/ 3815599 h 3842879"/>
                <a:gd name="connsiteX14" fmla="*/ 2437297 w 3576955"/>
                <a:gd name="connsiteY14" fmla="*/ 3815598 h 3842879"/>
                <a:gd name="connsiteX15" fmla="*/ 2068997 w 3576955"/>
                <a:gd name="connsiteY15" fmla="*/ 3840998 h 3842879"/>
                <a:gd name="connsiteX16" fmla="*/ 1687997 w 3576955"/>
                <a:gd name="connsiteY16" fmla="*/ 3840998 h 3842879"/>
                <a:gd name="connsiteX17" fmla="*/ 1256197 w 3576955"/>
                <a:gd name="connsiteY17" fmla="*/ 3840998 h 3842879"/>
                <a:gd name="connsiteX18" fmla="*/ 862497 w 3576955"/>
                <a:gd name="connsiteY18" fmla="*/ 3815598 h 3842879"/>
                <a:gd name="connsiteX19" fmla="*/ 394254 w 3576955"/>
                <a:gd name="connsiteY19" fmla="*/ 3640558 h 3842879"/>
                <a:gd name="connsiteX20" fmla="*/ 189397 w 3576955"/>
                <a:gd name="connsiteY20" fmla="*/ 3345698 h 3842879"/>
                <a:gd name="connsiteX21" fmla="*/ 176697 w 3576955"/>
                <a:gd name="connsiteY21" fmla="*/ 2901198 h 3842879"/>
                <a:gd name="connsiteX22" fmla="*/ 191054 w 3576955"/>
                <a:gd name="connsiteY22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94396 w 3576955"/>
                <a:gd name="connsiteY6" fmla="*/ 1631199 h 3842879"/>
                <a:gd name="connsiteX7" fmla="*/ 2145196 w 3576955"/>
                <a:gd name="connsiteY7" fmla="*/ 1948699 h 3842879"/>
                <a:gd name="connsiteX8" fmla="*/ 2653196 w 3576955"/>
                <a:gd name="connsiteY8" fmla="*/ 1974099 h 3842879"/>
                <a:gd name="connsiteX9" fmla="*/ 3110396 w 3576955"/>
                <a:gd name="connsiteY9" fmla="*/ 2101099 h 3842879"/>
                <a:gd name="connsiteX10" fmla="*/ 3306971 w 3576955"/>
                <a:gd name="connsiteY10" fmla="*/ 2382706 h 3842879"/>
                <a:gd name="connsiteX11" fmla="*/ 3491397 w 3576955"/>
                <a:gd name="connsiteY11" fmla="*/ 2888499 h 3842879"/>
                <a:gd name="connsiteX12" fmla="*/ 3415197 w 3576955"/>
                <a:gd name="connsiteY12" fmla="*/ 3294899 h 3842879"/>
                <a:gd name="connsiteX13" fmla="*/ 3243471 w 3576955"/>
                <a:gd name="connsiteY13" fmla="*/ 3640558 h 3842879"/>
                <a:gd name="connsiteX14" fmla="*/ 2869097 w 3576955"/>
                <a:gd name="connsiteY14" fmla="*/ 3815599 h 3842879"/>
                <a:gd name="connsiteX15" fmla="*/ 2437297 w 3576955"/>
                <a:gd name="connsiteY15" fmla="*/ 3815598 h 3842879"/>
                <a:gd name="connsiteX16" fmla="*/ 2068997 w 3576955"/>
                <a:gd name="connsiteY16" fmla="*/ 3840998 h 3842879"/>
                <a:gd name="connsiteX17" fmla="*/ 1687997 w 3576955"/>
                <a:gd name="connsiteY17" fmla="*/ 3840998 h 3842879"/>
                <a:gd name="connsiteX18" fmla="*/ 1256197 w 3576955"/>
                <a:gd name="connsiteY18" fmla="*/ 3840998 h 3842879"/>
                <a:gd name="connsiteX19" fmla="*/ 862497 w 3576955"/>
                <a:gd name="connsiteY19" fmla="*/ 3815598 h 3842879"/>
                <a:gd name="connsiteX20" fmla="*/ 394254 w 3576955"/>
                <a:gd name="connsiteY20" fmla="*/ 3640558 h 3842879"/>
                <a:gd name="connsiteX21" fmla="*/ 189397 w 3576955"/>
                <a:gd name="connsiteY21" fmla="*/ 3345698 h 3842879"/>
                <a:gd name="connsiteX22" fmla="*/ 176697 w 3576955"/>
                <a:gd name="connsiteY22" fmla="*/ 2901198 h 3842879"/>
                <a:gd name="connsiteX23" fmla="*/ 191054 w 3576955"/>
                <a:gd name="connsiteY23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43596 w 3576955"/>
                <a:gd name="connsiteY6" fmla="*/ 1288299 h 3842879"/>
                <a:gd name="connsiteX7" fmla="*/ 2094396 w 3576955"/>
                <a:gd name="connsiteY7" fmla="*/ 1631199 h 3842879"/>
                <a:gd name="connsiteX8" fmla="*/ 2145196 w 3576955"/>
                <a:gd name="connsiteY8" fmla="*/ 1948699 h 3842879"/>
                <a:gd name="connsiteX9" fmla="*/ 2653196 w 3576955"/>
                <a:gd name="connsiteY9" fmla="*/ 1974099 h 3842879"/>
                <a:gd name="connsiteX10" fmla="*/ 3110396 w 3576955"/>
                <a:gd name="connsiteY10" fmla="*/ 2101099 h 3842879"/>
                <a:gd name="connsiteX11" fmla="*/ 3306971 w 3576955"/>
                <a:gd name="connsiteY11" fmla="*/ 2382706 h 3842879"/>
                <a:gd name="connsiteX12" fmla="*/ 3491397 w 3576955"/>
                <a:gd name="connsiteY12" fmla="*/ 2888499 h 3842879"/>
                <a:gd name="connsiteX13" fmla="*/ 3415197 w 3576955"/>
                <a:gd name="connsiteY13" fmla="*/ 3294899 h 3842879"/>
                <a:gd name="connsiteX14" fmla="*/ 3243471 w 3576955"/>
                <a:gd name="connsiteY14" fmla="*/ 3640558 h 3842879"/>
                <a:gd name="connsiteX15" fmla="*/ 2869097 w 3576955"/>
                <a:gd name="connsiteY15" fmla="*/ 3815599 h 3842879"/>
                <a:gd name="connsiteX16" fmla="*/ 2437297 w 3576955"/>
                <a:gd name="connsiteY16" fmla="*/ 3815598 h 3842879"/>
                <a:gd name="connsiteX17" fmla="*/ 2068997 w 3576955"/>
                <a:gd name="connsiteY17" fmla="*/ 3840998 h 3842879"/>
                <a:gd name="connsiteX18" fmla="*/ 1687997 w 3576955"/>
                <a:gd name="connsiteY18" fmla="*/ 3840998 h 3842879"/>
                <a:gd name="connsiteX19" fmla="*/ 1256197 w 3576955"/>
                <a:gd name="connsiteY19" fmla="*/ 3840998 h 3842879"/>
                <a:gd name="connsiteX20" fmla="*/ 862497 w 3576955"/>
                <a:gd name="connsiteY20" fmla="*/ 3815598 h 3842879"/>
                <a:gd name="connsiteX21" fmla="*/ 394254 w 3576955"/>
                <a:gd name="connsiteY21" fmla="*/ 3640558 h 3842879"/>
                <a:gd name="connsiteX22" fmla="*/ 189397 w 3576955"/>
                <a:gd name="connsiteY22" fmla="*/ 3345698 h 3842879"/>
                <a:gd name="connsiteX23" fmla="*/ 176697 w 3576955"/>
                <a:gd name="connsiteY23" fmla="*/ 2901198 h 3842879"/>
                <a:gd name="connsiteX24" fmla="*/ 191054 w 3576955"/>
                <a:gd name="connsiteY24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119796 w 3576955"/>
                <a:gd name="connsiteY6" fmla="*/ 919999 h 3842879"/>
                <a:gd name="connsiteX7" fmla="*/ 2043596 w 3576955"/>
                <a:gd name="connsiteY7" fmla="*/ 1288299 h 3842879"/>
                <a:gd name="connsiteX8" fmla="*/ 2094396 w 3576955"/>
                <a:gd name="connsiteY8" fmla="*/ 1631199 h 3842879"/>
                <a:gd name="connsiteX9" fmla="*/ 2145196 w 3576955"/>
                <a:gd name="connsiteY9" fmla="*/ 1948699 h 3842879"/>
                <a:gd name="connsiteX10" fmla="*/ 2653196 w 3576955"/>
                <a:gd name="connsiteY10" fmla="*/ 1974099 h 3842879"/>
                <a:gd name="connsiteX11" fmla="*/ 3110396 w 3576955"/>
                <a:gd name="connsiteY11" fmla="*/ 2101099 h 3842879"/>
                <a:gd name="connsiteX12" fmla="*/ 3306971 w 3576955"/>
                <a:gd name="connsiteY12" fmla="*/ 2382706 h 3842879"/>
                <a:gd name="connsiteX13" fmla="*/ 3491397 w 3576955"/>
                <a:gd name="connsiteY13" fmla="*/ 2888499 h 3842879"/>
                <a:gd name="connsiteX14" fmla="*/ 3415197 w 3576955"/>
                <a:gd name="connsiteY14" fmla="*/ 3294899 h 3842879"/>
                <a:gd name="connsiteX15" fmla="*/ 3243471 w 3576955"/>
                <a:gd name="connsiteY15" fmla="*/ 3640558 h 3842879"/>
                <a:gd name="connsiteX16" fmla="*/ 2869097 w 3576955"/>
                <a:gd name="connsiteY16" fmla="*/ 3815599 h 3842879"/>
                <a:gd name="connsiteX17" fmla="*/ 2437297 w 3576955"/>
                <a:gd name="connsiteY17" fmla="*/ 3815598 h 3842879"/>
                <a:gd name="connsiteX18" fmla="*/ 2068997 w 3576955"/>
                <a:gd name="connsiteY18" fmla="*/ 3840998 h 3842879"/>
                <a:gd name="connsiteX19" fmla="*/ 1687997 w 3576955"/>
                <a:gd name="connsiteY19" fmla="*/ 3840998 h 3842879"/>
                <a:gd name="connsiteX20" fmla="*/ 1256197 w 3576955"/>
                <a:gd name="connsiteY20" fmla="*/ 3840998 h 3842879"/>
                <a:gd name="connsiteX21" fmla="*/ 862497 w 3576955"/>
                <a:gd name="connsiteY21" fmla="*/ 3815598 h 3842879"/>
                <a:gd name="connsiteX22" fmla="*/ 394254 w 3576955"/>
                <a:gd name="connsiteY22" fmla="*/ 3640558 h 3842879"/>
                <a:gd name="connsiteX23" fmla="*/ 189397 w 3576955"/>
                <a:gd name="connsiteY23" fmla="*/ 3345698 h 3842879"/>
                <a:gd name="connsiteX24" fmla="*/ 176697 w 3576955"/>
                <a:gd name="connsiteY24" fmla="*/ 2901198 h 3842879"/>
                <a:gd name="connsiteX25" fmla="*/ 191054 w 3576955"/>
                <a:gd name="connsiteY25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119796 w 3576955"/>
                <a:gd name="connsiteY6" fmla="*/ 919999 h 3842879"/>
                <a:gd name="connsiteX7" fmla="*/ 2043596 w 3576955"/>
                <a:gd name="connsiteY7" fmla="*/ 1288299 h 3842879"/>
                <a:gd name="connsiteX8" fmla="*/ 2094396 w 3576955"/>
                <a:gd name="connsiteY8" fmla="*/ 1631199 h 3842879"/>
                <a:gd name="connsiteX9" fmla="*/ 2145196 w 3576955"/>
                <a:gd name="connsiteY9" fmla="*/ 1948699 h 3842879"/>
                <a:gd name="connsiteX10" fmla="*/ 2653196 w 3576955"/>
                <a:gd name="connsiteY10" fmla="*/ 1974099 h 3842879"/>
                <a:gd name="connsiteX11" fmla="*/ 3110396 w 3576955"/>
                <a:gd name="connsiteY11" fmla="*/ 2101099 h 3842879"/>
                <a:gd name="connsiteX12" fmla="*/ 3306971 w 3576955"/>
                <a:gd name="connsiteY12" fmla="*/ 2382706 h 3842879"/>
                <a:gd name="connsiteX13" fmla="*/ 3491397 w 3576955"/>
                <a:gd name="connsiteY13" fmla="*/ 2888499 h 3842879"/>
                <a:gd name="connsiteX14" fmla="*/ 3415197 w 3576955"/>
                <a:gd name="connsiteY14" fmla="*/ 3294899 h 3842879"/>
                <a:gd name="connsiteX15" fmla="*/ 3243471 w 3576955"/>
                <a:gd name="connsiteY15" fmla="*/ 3640558 h 3842879"/>
                <a:gd name="connsiteX16" fmla="*/ 2869097 w 3576955"/>
                <a:gd name="connsiteY16" fmla="*/ 3815599 h 3842879"/>
                <a:gd name="connsiteX17" fmla="*/ 2437297 w 3576955"/>
                <a:gd name="connsiteY17" fmla="*/ 3815598 h 3842879"/>
                <a:gd name="connsiteX18" fmla="*/ 2068997 w 3576955"/>
                <a:gd name="connsiteY18" fmla="*/ 3840998 h 3842879"/>
                <a:gd name="connsiteX19" fmla="*/ 1687997 w 3576955"/>
                <a:gd name="connsiteY19" fmla="*/ 3840998 h 3842879"/>
                <a:gd name="connsiteX20" fmla="*/ 1256197 w 3576955"/>
                <a:gd name="connsiteY20" fmla="*/ 3840998 h 3842879"/>
                <a:gd name="connsiteX21" fmla="*/ 862497 w 3576955"/>
                <a:gd name="connsiteY21" fmla="*/ 3815598 h 3842879"/>
                <a:gd name="connsiteX22" fmla="*/ 394254 w 3576955"/>
                <a:gd name="connsiteY22" fmla="*/ 3640558 h 3842879"/>
                <a:gd name="connsiteX23" fmla="*/ 189397 w 3576955"/>
                <a:gd name="connsiteY23" fmla="*/ 3345698 h 3842879"/>
                <a:gd name="connsiteX24" fmla="*/ 176697 w 3576955"/>
                <a:gd name="connsiteY24" fmla="*/ 2901198 h 3842879"/>
                <a:gd name="connsiteX25" fmla="*/ 191054 w 3576955"/>
                <a:gd name="connsiteY25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30896 w 3576955"/>
                <a:gd name="connsiteY6" fmla="*/ 602499 h 3842879"/>
                <a:gd name="connsiteX7" fmla="*/ 2119796 w 3576955"/>
                <a:gd name="connsiteY7" fmla="*/ 919999 h 3842879"/>
                <a:gd name="connsiteX8" fmla="*/ 2043596 w 3576955"/>
                <a:gd name="connsiteY8" fmla="*/ 1288299 h 3842879"/>
                <a:gd name="connsiteX9" fmla="*/ 2094396 w 3576955"/>
                <a:gd name="connsiteY9" fmla="*/ 1631199 h 3842879"/>
                <a:gd name="connsiteX10" fmla="*/ 2145196 w 3576955"/>
                <a:gd name="connsiteY10" fmla="*/ 1948699 h 3842879"/>
                <a:gd name="connsiteX11" fmla="*/ 2653196 w 3576955"/>
                <a:gd name="connsiteY11" fmla="*/ 1974099 h 3842879"/>
                <a:gd name="connsiteX12" fmla="*/ 3110396 w 3576955"/>
                <a:gd name="connsiteY12" fmla="*/ 2101099 h 3842879"/>
                <a:gd name="connsiteX13" fmla="*/ 3306971 w 3576955"/>
                <a:gd name="connsiteY13" fmla="*/ 2382706 h 3842879"/>
                <a:gd name="connsiteX14" fmla="*/ 3491397 w 3576955"/>
                <a:gd name="connsiteY14" fmla="*/ 2888499 h 3842879"/>
                <a:gd name="connsiteX15" fmla="*/ 3415197 w 3576955"/>
                <a:gd name="connsiteY15" fmla="*/ 3294899 h 3842879"/>
                <a:gd name="connsiteX16" fmla="*/ 3243471 w 3576955"/>
                <a:gd name="connsiteY16" fmla="*/ 3640558 h 3842879"/>
                <a:gd name="connsiteX17" fmla="*/ 2869097 w 3576955"/>
                <a:gd name="connsiteY17" fmla="*/ 3815599 h 3842879"/>
                <a:gd name="connsiteX18" fmla="*/ 2437297 w 3576955"/>
                <a:gd name="connsiteY18" fmla="*/ 3815598 h 3842879"/>
                <a:gd name="connsiteX19" fmla="*/ 2068997 w 3576955"/>
                <a:gd name="connsiteY19" fmla="*/ 3840998 h 3842879"/>
                <a:gd name="connsiteX20" fmla="*/ 1687997 w 3576955"/>
                <a:gd name="connsiteY20" fmla="*/ 3840998 h 3842879"/>
                <a:gd name="connsiteX21" fmla="*/ 1256197 w 3576955"/>
                <a:gd name="connsiteY21" fmla="*/ 3840998 h 3842879"/>
                <a:gd name="connsiteX22" fmla="*/ 862497 w 3576955"/>
                <a:gd name="connsiteY22" fmla="*/ 3815598 h 3842879"/>
                <a:gd name="connsiteX23" fmla="*/ 394254 w 3576955"/>
                <a:gd name="connsiteY23" fmla="*/ 3640558 h 3842879"/>
                <a:gd name="connsiteX24" fmla="*/ 189397 w 3576955"/>
                <a:gd name="connsiteY24" fmla="*/ 3345698 h 3842879"/>
                <a:gd name="connsiteX25" fmla="*/ 176697 w 3576955"/>
                <a:gd name="connsiteY25" fmla="*/ 2901198 h 3842879"/>
                <a:gd name="connsiteX26" fmla="*/ 191054 w 3576955"/>
                <a:gd name="connsiteY26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43596 w 3576955"/>
                <a:gd name="connsiteY6" fmla="*/ 234199 h 3842879"/>
                <a:gd name="connsiteX7" fmla="*/ 2030896 w 3576955"/>
                <a:gd name="connsiteY7" fmla="*/ 602499 h 3842879"/>
                <a:gd name="connsiteX8" fmla="*/ 2119796 w 3576955"/>
                <a:gd name="connsiteY8" fmla="*/ 919999 h 3842879"/>
                <a:gd name="connsiteX9" fmla="*/ 2043596 w 3576955"/>
                <a:gd name="connsiteY9" fmla="*/ 1288299 h 3842879"/>
                <a:gd name="connsiteX10" fmla="*/ 2094396 w 3576955"/>
                <a:gd name="connsiteY10" fmla="*/ 1631199 h 3842879"/>
                <a:gd name="connsiteX11" fmla="*/ 2145196 w 3576955"/>
                <a:gd name="connsiteY11" fmla="*/ 1948699 h 3842879"/>
                <a:gd name="connsiteX12" fmla="*/ 2653196 w 3576955"/>
                <a:gd name="connsiteY12" fmla="*/ 1974099 h 3842879"/>
                <a:gd name="connsiteX13" fmla="*/ 3110396 w 3576955"/>
                <a:gd name="connsiteY13" fmla="*/ 2101099 h 3842879"/>
                <a:gd name="connsiteX14" fmla="*/ 3306971 w 3576955"/>
                <a:gd name="connsiteY14" fmla="*/ 2382706 h 3842879"/>
                <a:gd name="connsiteX15" fmla="*/ 3491397 w 3576955"/>
                <a:gd name="connsiteY15" fmla="*/ 2888499 h 3842879"/>
                <a:gd name="connsiteX16" fmla="*/ 3415197 w 3576955"/>
                <a:gd name="connsiteY16" fmla="*/ 3294899 h 3842879"/>
                <a:gd name="connsiteX17" fmla="*/ 3243471 w 3576955"/>
                <a:gd name="connsiteY17" fmla="*/ 3640558 h 3842879"/>
                <a:gd name="connsiteX18" fmla="*/ 2869097 w 3576955"/>
                <a:gd name="connsiteY18" fmla="*/ 3815599 h 3842879"/>
                <a:gd name="connsiteX19" fmla="*/ 2437297 w 3576955"/>
                <a:gd name="connsiteY19" fmla="*/ 3815598 h 3842879"/>
                <a:gd name="connsiteX20" fmla="*/ 2068997 w 3576955"/>
                <a:gd name="connsiteY20" fmla="*/ 3840998 h 3842879"/>
                <a:gd name="connsiteX21" fmla="*/ 1687997 w 3576955"/>
                <a:gd name="connsiteY21" fmla="*/ 3840998 h 3842879"/>
                <a:gd name="connsiteX22" fmla="*/ 1256197 w 3576955"/>
                <a:gd name="connsiteY22" fmla="*/ 3840998 h 3842879"/>
                <a:gd name="connsiteX23" fmla="*/ 862497 w 3576955"/>
                <a:gd name="connsiteY23" fmla="*/ 3815598 h 3842879"/>
                <a:gd name="connsiteX24" fmla="*/ 394254 w 3576955"/>
                <a:gd name="connsiteY24" fmla="*/ 3640558 h 3842879"/>
                <a:gd name="connsiteX25" fmla="*/ 189397 w 3576955"/>
                <a:gd name="connsiteY25" fmla="*/ 3345698 h 3842879"/>
                <a:gd name="connsiteX26" fmla="*/ 176697 w 3576955"/>
                <a:gd name="connsiteY26" fmla="*/ 2901198 h 3842879"/>
                <a:gd name="connsiteX27" fmla="*/ 191054 w 3576955"/>
                <a:gd name="connsiteY27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43596 w 3576955"/>
                <a:gd name="connsiteY6" fmla="*/ 234199 h 3842879"/>
                <a:gd name="connsiteX7" fmla="*/ 2030896 w 3576955"/>
                <a:gd name="connsiteY7" fmla="*/ 602499 h 3842879"/>
                <a:gd name="connsiteX8" fmla="*/ 2119796 w 3576955"/>
                <a:gd name="connsiteY8" fmla="*/ 919999 h 3842879"/>
                <a:gd name="connsiteX9" fmla="*/ 2043596 w 3576955"/>
                <a:gd name="connsiteY9" fmla="*/ 1288299 h 3842879"/>
                <a:gd name="connsiteX10" fmla="*/ 2094396 w 3576955"/>
                <a:gd name="connsiteY10" fmla="*/ 1631199 h 3842879"/>
                <a:gd name="connsiteX11" fmla="*/ 2145196 w 3576955"/>
                <a:gd name="connsiteY11" fmla="*/ 1948699 h 3842879"/>
                <a:gd name="connsiteX12" fmla="*/ 2653196 w 3576955"/>
                <a:gd name="connsiteY12" fmla="*/ 1974099 h 3842879"/>
                <a:gd name="connsiteX13" fmla="*/ 3110396 w 3576955"/>
                <a:gd name="connsiteY13" fmla="*/ 2101099 h 3842879"/>
                <a:gd name="connsiteX14" fmla="*/ 3306971 w 3576955"/>
                <a:gd name="connsiteY14" fmla="*/ 2382706 h 3842879"/>
                <a:gd name="connsiteX15" fmla="*/ 3491397 w 3576955"/>
                <a:gd name="connsiteY15" fmla="*/ 2888499 h 3842879"/>
                <a:gd name="connsiteX16" fmla="*/ 3415197 w 3576955"/>
                <a:gd name="connsiteY16" fmla="*/ 3294899 h 3842879"/>
                <a:gd name="connsiteX17" fmla="*/ 3243471 w 3576955"/>
                <a:gd name="connsiteY17" fmla="*/ 3640558 h 3842879"/>
                <a:gd name="connsiteX18" fmla="*/ 2869097 w 3576955"/>
                <a:gd name="connsiteY18" fmla="*/ 3815599 h 3842879"/>
                <a:gd name="connsiteX19" fmla="*/ 2437297 w 3576955"/>
                <a:gd name="connsiteY19" fmla="*/ 3815598 h 3842879"/>
                <a:gd name="connsiteX20" fmla="*/ 2068997 w 3576955"/>
                <a:gd name="connsiteY20" fmla="*/ 3840998 h 3842879"/>
                <a:gd name="connsiteX21" fmla="*/ 1687997 w 3576955"/>
                <a:gd name="connsiteY21" fmla="*/ 3840998 h 3842879"/>
                <a:gd name="connsiteX22" fmla="*/ 1256197 w 3576955"/>
                <a:gd name="connsiteY22" fmla="*/ 3840998 h 3842879"/>
                <a:gd name="connsiteX23" fmla="*/ 862497 w 3576955"/>
                <a:gd name="connsiteY23" fmla="*/ 3815598 h 3842879"/>
                <a:gd name="connsiteX24" fmla="*/ 394254 w 3576955"/>
                <a:gd name="connsiteY24" fmla="*/ 3640558 h 3842879"/>
                <a:gd name="connsiteX25" fmla="*/ 189397 w 3576955"/>
                <a:gd name="connsiteY25" fmla="*/ 3345698 h 3842879"/>
                <a:gd name="connsiteX26" fmla="*/ 176697 w 3576955"/>
                <a:gd name="connsiteY26" fmla="*/ 2901198 h 3842879"/>
                <a:gd name="connsiteX27" fmla="*/ 191054 w 3576955"/>
                <a:gd name="connsiteY27" fmla="*/ 2484306 h 3842879"/>
                <a:gd name="connsiteX0" fmla="*/ 191054 w 3576955"/>
                <a:gd name="connsiteY0" fmla="*/ 2682614 h 4041187"/>
                <a:gd name="connsiteX1" fmla="*/ 176697 w 3576955"/>
                <a:gd name="connsiteY1" fmla="*/ 2274006 h 4041187"/>
                <a:gd name="connsiteX2" fmla="*/ 151297 w 3576955"/>
                <a:gd name="connsiteY2" fmla="*/ 1943806 h 4041187"/>
                <a:gd name="connsiteX3" fmla="*/ 163997 w 3576955"/>
                <a:gd name="connsiteY3" fmla="*/ 1562806 h 4041187"/>
                <a:gd name="connsiteX4" fmla="*/ 62397 w 3576955"/>
                <a:gd name="connsiteY4" fmla="*/ 711906 h 4041187"/>
                <a:gd name="connsiteX5" fmla="*/ 303697 w 3576955"/>
                <a:gd name="connsiteY5" fmla="*/ 330905 h 4041187"/>
                <a:gd name="connsiteX6" fmla="*/ 1840396 w 3576955"/>
                <a:gd name="connsiteY6" fmla="*/ 707 h 4041187"/>
                <a:gd name="connsiteX7" fmla="*/ 2043596 w 3576955"/>
                <a:gd name="connsiteY7" fmla="*/ 432507 h 4041187"/>
                <a:gd name="connsiteX8" fmla="*/ 2030896 w 3576955"/>
                <a:gd name="connsiteY8" fmla="*/ 800807 h 4041187"/>
                <a:gd name="connsiteX9" fmla="*/ 2119796 w 3576955"/>
                <a:gd name="connsiteY9" fmla="*/ 1118307 h 4041187"/>
                <a:gd name="connsiteX10" fmla="*/ 2043596 w 3576955"/>
                <a:gd name="connsiteY10" fmla="*/ 1486607 h 4041187"/>
                <a:gd name="connsiteX11" fmla="*/ 2094396 w 3576955"/>
                <a:gd name="connsiteY11" fmla="*/ 1829507 h 4041187"/>
                <a:gd name="connsiteX12" fmla="*/ 2145196 w 3576955"/>
                <a:gd name="connsiteY12" fmla="*/ 2147007 h 4041187"/>
                <a:gd name="connsiteX13" fmla="*/ 2653196 w 3576955"/>
                <a:gd name="connsiteY13" fmla="*/ 2172407 h 4041187"/>
                <a:gd name="connsiteX14" fmla="*/ 3110396 w 3576955"/>
                <a:gd name="connsiteY14" fmla="*/ 2299407 h 4041187"/>
                <a:gd name="connsiteX15" fmla="*/ 3306971 w 3576955"/>
                <a:gd name="connsiteY15" fmla="*/ 2581014 h 4041187"/>
                <a:gd name="connsiteX16" fmla="*/ 3491397 w 3576955"/>
                <a:gd name="connsiteY16" fmla="*/ 3086807 h 4041187"/>
                <a:gd name="connsiteX17" fmla="*/ 3415197 w 3576955"/>
                <a:gd name="connsiteY17" fmla="*/ 3493207 h 4041187"/>
                <a:gd name="connsiteX18" fmla="*/ 3243471 w 3576955"/>
                <a:gd name="connsiteY18" fmla="*/ 3838866 h 4041187"/>
                <a:gd name="connsiteX19" fmla="*/ 2869097 w 3576955"/>
                <a:gd name="connsiteY19" fmla="*/ 4013907 h 4041187"/>
                <a:gd name="connsiteX20" fmla="*/ 2437297 w 3576955"/>
                <a:gd name="connsiteY20" fmla="*/ 4013906 h 4041187"/>
                <a:gd name="connsiteX21" fmla="*/ 2068997 w 3576955"/>
                <a:gd name="connsiteY21" fmla="*/ 4039306 h 4041187"/>
                <a:gd name="connsiteX22" fmla="*/ 1687997 w 3576955"/>
                <a:gd name="connsiteY22" fmla="*/ 4039306 h 4041187"/>
                <a:gd name="connsiteX23" fmla="*/ 1256197 w 3576955"/>
                <a:gd name="connsiteY23" fmla="*/ 4039306 h 4041187"/>
                <a:gd name="connsiteX24" fmla="*/ 862497 w 3576955"/>
                <a:gd name="connsiteY24" fmla="*/ 4013906 h 4041187"/>
                <a:gd name="connsiteX25" fmla="*/ 394254 w 3576955"/>
                <a:gd name="connsiteY25" fmla="*/ 3838866 h 4041187"/>
                <a:gd name="connsiteX26" fmla="*/ 189397 w 3576955"/>
                <a:gd name="connsiteY26" fmla="*/ 3544006 h 4041187"/>
                <a:gd name="connsiteX27" fmla="*/ 176697 w 3576955"/>
                <a:gd name="connsiteY27" fmla="*/ 3099506 h 4041187"/>
                <a:gd name="connsiteX28" fmla="*/ 191054 w 3576955"/>
                <a:gd name="connsiteY28" fmla="*/ 2682614 h 4041187"/>
                <a:gd name="connsiteX0" fmla="*/ 191054 w 3576955"/>
                <a:gd name="connsiteY0" fmla="*/ 2728901 h 4087474"/>
                <a:gd name="connsiteX1" fmla="*/ 176697 w 3576955"/>
                <a:gd name="connsiteY1" fmla="*/ 2320293 h 4087474"/>
                <a:gd name="connsiteX2" fmla="*/ 151297 w 3576955"/>
                <a:gd name="connsiteY2" fmla="*/ 1990093 h 4087474"/>
                <a:gd name="connsiteX3" fmla="*/ 163997 w 3576955"/>
                <a:gd name="connsiteY3" fmla="*/ 1609093 h 4087474"/>
                <a:gd name="connsiteX4" fmla="*/ 62397 w 3576955"/>
                <a:gd name="connsiteY4" fmla="*/ 758193 h 4087474"/>
                <a:gd name="connsiteX5" fmla="*/ 303697 w 3576955"/>
                <a:gd name="connsiteY5" fmla="*/ 377192 h 4087474"/>
                <a:gd name="connsiteX6" fmla="*/ 1840396 w 3576955"/>
                <a:gd name="connsiteY6" fmla="*/ 46994 h 4087474"/>
                <a:gd name="connsiteX7" fmla="*/ 2043596 w 3576955"/>
                <a:gd name="connsiteY7" fmla="*/ 478794 h 4087474"/>
                <a:gd name="connsiteX8" fmla="*/ 2030896 w 3576955"/>
                <a:gd name="connsiteY8" fmla="*/ 847094 h 4087474"/>
                <a:gd name="connsiteX9" fmla="*/ 2119796 w 3576955"/>
                <a:gd name="connsiteY9" fmla="*/ 1164594 h 4087474"/>
                <a:gd name="connsiteX10" fmla="*/ 2043596 w 3576955"/>
                <a:gd name="connsiteY10" fmla="*/ 1532894 h 4087474"/>
                <a:gd name="connsiteX11" fmla="*/ 2094396 w 3576955"/>
                <a:gd name="connsiteY11" fmla="*/ 1875794 h 4087474"/>
                <a:gd name="connsiteX12" fmla="*/ 2145196 w 3576955"/>
                <a:gd name="connsiteY12" fmla="*/ 2193294 h 4087474"/>
                <a:gd name="connsiteX13" fmla="*/ 2653196 w 3576955"/>
                <a:gd name="connsiteY13" fmla="*/ 2218694 h 4087474"/>
                <a:gd name="connsiteX14" fmla="*/ 3110396 w 3576955"/>
                <a:gd name="connsiteY14" fmla="*/ 2345694 h 4087474"/>
                <a:gd name="connsiteX15" fmla="*/ 3306971 w 3576955"/>
                <a:gd name="connsiteY15" fmla="*/ 2627301 h 4087474"/>
                <a:gd name="connsiteX16" fmla="*/ 3491397 w 3576955"/>
                <a:gd name="connsiteY16" fmla="*/ 3133094 h 4087474"/>
                <a:gd name="connsiteX17" fmla="*/ 3415197 w 3576955"/>
                <a:gd name="connsiteY17" fmla="*/ 3539494 h 4087474"/>
                <a:gd name="connsiteX18" fmla="*/ 3243471 w 3576955"/>
                <a:gd name="connsiteY18" fmla="*/ 3885153 h 4087474"/>
                <a:gd name="connsiteX19" fmla="*/ 2869097 w 3576955"/>
                <a:gd name="connsiteY19" fmla="*/ 4060194 h 4087474"/>
                <a:gd name="connsiteX20" fmla="*/ 2437297 w 3576955"/>
                <a:gd name="connsiteY20" fmla="*/ 4060193 h 4087474"/>
                <a:gd name="connsiteX21" fmla="*/ 2068997 w 3576955"/>
                <a:gd name="connsiteY21" fmla="*/ 4085593 h 4087474"/>
                <a:gd name="connsiteX22" fmla="*/ 1687997 w 3576955"/>
                <a:gd name="connsiteY22" fmla="*/ 4085593 h 4087474"/>
                <a:gd name="connsiteX23" fmla="*/ 1256197 w 3576955"/>
                <a:gd name="connsiteY23" fmla="*/ 4085593 h 4087474"/>
                <a:gd name="connsiteX24" fmla="*/ 862497 w 3576955"/>
                <a:gd name="connsiteY24" fmla="*/ 4060193 h 4087474"/>
                <a:gd name="connsiteX25" fmla="*/ 394254 w 3576955"/>
                <a:gd name="connsiteY25" fmla="*/ 3885153 h 4087474"/>
                <a:gd name="connsiteX26" fmla="*/ 189397 w 3576955"/>
                <a:gd name="connsiteY26" fmla="*/ 3590293 h 4087474"/>
                <a:gd name="connsiteX27" fmla="*/ 176697 w 3576955"/>
                <a:gd name="connsiteY27" fmla="*/ 3145793 h 4087474"/>
                <a:gd name="connsiteX28" fmla="*/ 191054 w 3576955"/>
                <a:gd name="connsiteY28" fmla="*/ 2728901 h 4087474"/>
                <a:gd name="connsiteX0" fmla="*/ 191054 w 3576955"/>
                <a:gd name="connsiteY0" fmla="*/ 2687494 h 4046067"/>
                <a:gd name="connsiteX1" fmla="*/ 176697 w 3576955"/>
                <a:gd name="connsiteY1" fmla="*/ 2278886 h 4046067"/>
                <a:gd name="connsiteX2" fmla="*/ 151297 w 3576955"/>
                <a:gd name="connsiteY2" fmla="*/ 1948686 h 4046067"/>
                <a:gd name="connsiteX3" fmla="*/ 163997 w 3576955"/>
                <a:gd name="connsiteY3" fmla="*/ 1567686 h 4046067"/>
                <a:gd name="connsiteX4" fmla="*/ 62397 w 3576955"/>
                <a:gd name="connsiteY4" fmla="*/ 716786 h 4046067"/>
                <a:gd name="connsiteX5" fmla="*/ 303697 w 3576955"/>
                <a:gd name="connsiteY5" fmla="*/ 335785 h 4046067"/>
                <a:gd name="connsiteX6" fmla="*/ 1611796 w 3576955"/>
                <a:gd name="connsiteY6" fmla="*/ 462787 h 4046067"/>
                <a:gd name="connsiteX7" fmla="*/ 1840396 w 3576955"/>
                <a:gd name="connsiteY7" fmla="*/ 5587 h 4046067"/>
                <a:gd name="connsiteX8" fmla="*/ 2043596 w 3576955"/>
                <a:gd name="connsiteY8" fmla="*/ 437387 h 4046067"/>
                <a:gd name="connsiteX9" fmla="*/ 2030896 w 3576955"/>
                <a:gd name="connsiteY9" fmla="*/ 805687 h 4046067"/>
                <a:gd name="connsiteX10" fmla="*/ 2119796 w 3576955"/>
                <a:gd name="connsiteY10" fmla="*/ 1123187 h 4046067"/>
                <a:gd name="connsiteX11" fmla="*/ 2043596 w 3576955"/>
                <a:gd name="connsiteY11" fmla="*/ 1491487 h 4046067"/>
                <a:gd name="connsiteX12" fmla="*/ 2094396 w 3576955"/>
                <a:gd name="connsiteY12" fmla="*/ 1834387 h 4046067"/>
                <a:gd name="connsiteX13" fmla="*/ 2145196 w 3576955"/>
                <a:gd name="connsiteY13" fmla="*/ 2151887 h 4046067"/>
                <a:gd name="connsiteX14" fmla="*/ 2653196 w 3576955"/>
                <a:gd name="connsiteY14" fmla="*/ 2177287 h 4046067"/>
                <a:gd name="connsiteX15" fmla="*/ 3110396 w 3576955"/>
                <a:gd name="connsiteY15" fmla="*/ 2304287 h 4046067"/>
                <a:gd name="connsiteX16" fmla="*/ 3306971 w 3576955"/>
                <a:gd name="connsiteY16" fmla="*/ 2585894 h 4046067"/>
                <a:gd name="connsiteX17" fmla="*/ 3491397 w 3576955"/>
                <a:gd name="connsiteY17" fmla="*/ 3091687 h 4046067"/>
                <a:gd name="connsiteX18" fmla="*/ 3415197 w 3576955"/>
                <a:gd name="connsiteY18" fmla="*/ 3498087 h 4046067"/>
                <a:gd name="connsiteX19" fmla="*/ 3243471 w 3576955"/>
                <a:gd name="connsiteY19" fmla="*/ 3843746 h 4046067"/>
                <a:gd name="connsiteX20" fmla="*/ 2869097 w 3576955"/>
                <a:gd name="connsiteY20" fmla="*/ 4018787 h 4046067"/>
                <a:gd name="connsiteX21" fmla="*/ 2437297 w 3576955"/>
                <a:gd name="connsiteY21" fmla="*/ 4018786 h 4046067"/>
                <a:gd name="connsiteX22" fmla="*/ 2068997 w 3576955"/>
                <a:gd name="connsiteY22" fmla="*/ 4044186 h 4046067"/>
                <a:gd name="connsiteX23" fmla="*/ 1687997 w 3576955"/>
                <a:gd name="connsiteY23" fmla="*/ 4044186 h 4046067"/>
                <a:gd name="connsiteX24" fmla="*/ 1256197 w 3576955"/>
                <a:gd name="connsiteY24" fmla="*/ 4044186 h 4046067"/>
                <a:gd name="connsiteX25" fmla="*/ 862497 w 3576955"/>
                <a:gd name="connsiteY25" fmla="*/ 4018786 h 4046067"/>
                <a:gd name="connsiteX26" fmla="*/ 394254 w 3576955"/>
                <a:gd name="connsiteY26" fmla="*/ 3843746 h 4046067"/>
                <a:gd name="connsiteX27" fmla="*/ 189397 w 3576955"/>
                <a:gd name="connsiteY27" fmla="*/ 3548886 h 4046067"/>
                <a:gd name="connsiteX28" fmla="*/ 176697 w 3576955"/>
                <a:gd name="connsiteY28" fmla="*/ 3104386 h 4046067"/>
                <a:gd name="connsiteX29" fmla="*/ 191054 w 3576955"/>
                <a:gd name="connsiteY29" fmla="*/ 2687494 h 4046067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87996 w 3576955"/>
                <a:gd name="connsiteY6" fmla="*/ 882099 h 4046279"/>
                <a:gd name="connsiteX7" fmla="*/ 1611796 w 3576955"/>
                <a:gd name="connsiteY7" fmla="*/ 462999 h 4046279"/>
                <a:gd name="connsiteX8" fmla="*/ 1840396 w 3576955"/>
                <a:gd name="connsiteY8" fmla="*/ 5799 h 4046279"/>
                <a:gd name="connsiteX9" fmla="*/ 2043596 w 3576955"/>
                <a:gd name="connsiteY9" fmla="*/ 437599 h 4046279"/>
                <a:gd name="connsiteX10" fmla="*/ 2030896 w 3576955"/>
                <a:gd name="connsiteY10" fmla="*/ 805899 h 4046279"/>
                <a:gd name="connsiteX11" fmla="*/ 2119796 w 3576955"/>
                <a:gd name="connsiteY11" fmla="*/ 1123399 h 4046279"/>
                <a:gd name="connsiteX12" fmla="*/ 2043596 w 3576955"/>
                <a:gd name="connsiteY12" fmla="*/ 1491699 h 4046279"/>
                <a:gd name="connsiteX13" fmla="*/ 2094396 w 3576955"/>
                <a:gd name="connsiteY13" fmla="*/ 1834599 h 4046279"/>
                <a:gd name="connsiteX14" fmla="*/ 2145196 w 3576955"/>
                <a:gd name="connsiteY14" fmla="*/ 2152099 h 4046279"/>
                <a:gd name="connsiteX15" fmla="*/ 2653196 w 3576955"/>
                <a:gd name="connsiteY15" fmla="*/ 2177499 h 4046279"/>
                <a:gd name="connsiteX16" fmla="*/ 3110396 w 3576955"/>
                <a:gd name="connsiteY16" fmla="*/ 2304499 h 4046279"/>
                <a:gd name="connsiteX17" fmla="*/ 3306971 w 3576955"/>
                <a:gd name="connsiteY17" fmla="*/ 2586106 h 4046279"/>
                <a:gd name="connsiteX18" fmla="*/ 3491397 w 3576955"/>
                <a:gd name="connsiteY18" fmla="*/ 3091899 h 4046279"/>
                <a:gd name="connsiteX19" fmla="*/ 3415197 w 3576955"/>
                <a:gd name="connsiteY19" fmla="*/ 3498299 h 4046279"/>
                <a:gd name="connsiteX20" fmla="*/ 3243471 w 3576955"/>
                <a:gd name="connsiteY20" fmla="*/ 3843958 h 4046279"/>
                <a:gd name="connsiteX21" fmla="*/ 2869097 w 3576955"/>
                <a:gd name="connsiteY21" fmla="*/ 4018999 h 4046279"/>
                <a:gd name="connsiteX22" fmla="*/ 2437297 w 3576955"/>
                <a:gd name="connsiteY22" fmla="*/ 4018998 h 4046279"/>
                <a:gd name="connsiteX23" fmla="*/ 2068997 w 3576955"/>
                <a:gd name="connsiteY23" fmla="*/ 4044398 h 4046279"/>
                <a:gd name="connsiteX24" fmla="*/ 1687997 w 3576955"/>
                <a:gd name="connsiteY24" fmla="*/ 4044398 h 4046279"/>
                <a:gd name="connsiteX25" fmla="*/ 1256197 w 3576955"/>
                <a:gd name="connsiteY25" fmla="*/ 4044398 h 4046279"/>
                <a:gd name="connsiteX26" fmla="*/ 862497 w 3576955"/>
                <a:gd name="connsiteY26" fmla="*/ 4018998 h 4046279"/>
                <a:gd name="connsiteX27" fmla="*/ 394254 w 3576955"/>
                <a:gd name="connsiteY27" fmla="*/ 3843958 h 4046279"/>
                <a:gd name="connsiteX28" fmla="*/ 189397 w 3576955"/>
                <a:gd name="connsiteY28" fmla="*/ 3549098 h 4046279"/>
                <a:gd name="connsiteX29" fmla="*/ 176697 w 3576955"/>
                <a:gd name="connsiteY29" fmla="*/ 3104598 h 4046279"/>
                <a:gd name="connsiteX30" fmla="*/ 191054 w 3576955"/>
                <a:gd name="connsiteY30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726096 w 3576955"/>
                <a:gd name="connsiteY6" fmla="*/ 1199599 h 4046279"/>
                <a:gd name="connsiteX7" fmla="*/ 1687996 w 3576955"/>
                <a:gd name="connsiteY7" fmla="*/ 882099 h 4046279"/>
                <a:gd name="connsiteX8" fmla="*/ 1611796 w 3576955"/>
                <a:gd name="connsiteY8" fmla="*/ 462999 h 4046279"/>
                <a:gd name="connsiteX9" fmla="*/ 1840396 w 3576955"/>
                <a:gd name="connsiteY9" fmla="*/ 5799 h 4046279"/>
                <a:gd name="connsiteX10" fmla="*/ 2043596 w 3576955"/>
                <a:gd name="connsiteY10" fmla="*/ 437599 h 4046279"/>
                <a:gd name="connsiteX11" fmla="*/ 2030896 w 3576955"/>
                <a:gd name="connsiteY11" fmla="*/ 805899 h 4046279"/>
                <a:gd name="connsiteX12" fmla="*/ 2119796 w 3576955"/>
                <a:gd name="connsiteY12" fmla="*/ 1123399 h 4046279"/>
                <a:gd name="connsiteX13" fmla="*/ 2043596 w 3576955"/>
                <a:gd name="connsiteY13" fmla="*/ 1491699 h 4046279"/>
                <a:gd name="connsiteX14" fmla="*/ 2094396 w 3576955"/>
                <a:gd name="connsiteY14" fmla="*/ 1834599 h 4046279"/>
                <a:gd name="connsiteX15" fmla="*/ 2145196 w 3576955"/>
                <a:gd name="connsiteY15" fmla="*/ 2152099 h 4046279"/>
                <a:gd name="connsiteX16" fmla="*/ 2653196 w 3576955"/>
                <a:gd name="connsiteY16" fmla="*/ 2177499 h 4046279"/>
                <a:gd name="connsiteX17" fmla="*/ 3110396 w 3576955"/>
                <a:gd name="connsiteY17" fmla="*/ 2304499 h 4046279"/>
                <a:gd name="connsiteX18" fmla="*/ 3306971 w 3576955"/>
                <a:gd name="connsiteY18" fmla="*/ 2586106 h 4046279"/>
                <a:gd name="connsiteX19" fmla="*/ 3491397 w 3576955"/>
                <a:gd name="connsiteY19" fmla="*/ 3091899 h 4046279"/>
                <a:gd name="connsiteX20" fmla="*/ 3415197 w 3576955"/>
                <a:gd name="connsiteY20" fmla="*/ 3498299 h 4046279"/>
                <a:gd name="connsiteX21" fmla="*/ 3243471 w 3576955"/>
                <a:gd name="connsiteY21" fmla="*/ 3843958 h 4046279"/>
                <a:gd name="connsiteX22" fmla="*/ 2869097 w 3576955"/>
                <a:gd name="connsiteY22" fmla="*/ 4018999 h 4046279"/>
                <a:gd name="connsiteX23" fmla="*/ 2437297 w 3576955"/>
                <a:gd name="connsiteY23" fmla="*/ 4018998 h 4046279"/>
                <a:gd name="connsiteX24" fmla="*/ 2068997 w 3576955"/>
                <a:gd name="connsiteY24" fmla="*/ 4044398 h 4046279"/>
                <a:gd name="connsiteX25" fmla="*/ 1687997 w 3576955"/>
                <a:gd name="connsiteY25" fmla="*/ 4044398 h 4046279"/>
                <a:gd name="connsiteX26" fmla="*/ 1256197 w 3576955"/>
                <a:gd name="connsiteY26" fmla="*/ 4044398 h 4046279"/>
                <a:gd name="connsiteX27" fmla="*/ 862497 w 3576955"/>
                <a:gd name="connsiteY27" fmla="*/ 4018998 h 4046279"/>
                <a:gd name="connsiteX28" fmla="*/ 394254 w 3576955"/>
                <a:gd name="connsiteY28" fmla="*/ 3843958 h 4046279"/>
                <a:gd name="connsiteX29" fmla="*/ 189397 w 3576955"/>
                <a:gd name="connsiteY29" fmla="*/ 3549098 h 4046279"/>
                <a:gd name="connsiteX30" fmla="*/ 176697 w 3576955"/>
                <a:gd name="connsiteY30" fmla="*/ 3104598 h 4046279"/>
                <a:gd name="connsiteX31" fmla="*/ 191054 w 3576955"/>
                <a:gd name="connsiteY31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11796 w 3576955"/>
                <a:gd name="connsiteY6" fmla="*/ 1618699 h 4046279"/>
                <a:gd name="connsiteX7" fmla="*/ 1726096 w 3576955"/>
                <a:gd name="connsiteY7" fmla="*/ 1199599 h 4046279"/>
                <a:gd name="connsiteX8" fmla="*/ 1687996 w 3576955"/>
                <a:gd name="connsiteY8" fmla="*/ 882099 h 4046279"/>
                <a:gd name="connsiteX9" fmla="*/ 1611796 w 3576955"/>
                <a:gd name="connsiteY9" fmla="*/ 462999 h 4046279"/>
                <a:gd name="connsiteX10" fmla="*/ 1840396 w 3576955"/>
                <a:gd name="connsiteY10" fmla="*/ 5799 h 4046279"/>
                <a:gd name="connsiteX11" fmla="*/ 2043596 w 3576955"/>
                <a:gd name="connsiteY11" fmla="*/ 437599 h 4046279"/>
                <a:gd name="connsiteX12" fmla="*/ 2030896 w 3576955"/>
                <a:gd name="connsiteY12" fmla="*/ 805899 h 4046279"/>
                <a:gd name="connsiteX13" fmla="*/ 2119796 w 3576955"/>
                <a:gd name="connsiteY13" fmla="*/ 1123399 h 4046279"/>
                <a:gd name="connsiteX14" fmla="*/ 2043596 w 3576955"/>
                <a:gd name="connsiteY14" fmla="*/ 1491699 h 4046279"/>
                <a:gd name="connsiteX15" fmla="*/ 2094396 w 3576955"/>
                <a:gd name="connsiteY15" fmla="*/ 1834599 h 4046279"/>
                <a:gd name="connsiteX16" fmla="*/ 2145196 w 3576955"/>
                <a:gd name="connsiteY16" fmla="*/ 2152099 h 4046279"/>
                <a:gd name="connsiteX17" fmla="*/ 2653196 w 3576955"/>
                <a:gd name="connsiteY17" fmla="*/ 2177499 h 4046279"/>
                <a:gd name="connsiteX18" fmla="*/ 3110396 w 3576955"/>
                <a:gd name="connsiteY18" fmla="*/ 2304499 h 4046279"/>
                <a:gd name="connsiteX19" fmla="*/ 3306971 w 3576955"/>
                <a:gd name="connsiteY19" fmla="*/ 2586106 h 4046279"/>
                <a:gd name="connsiteX20" fmla="*/ 3491397 w 3576955"/>
                <a:gd name="connsiteY20" fmla="*/ 3091899 h 4046279"/>
                <a:gd name="connsiteX21" fmla="*/ 3415197 w 3576955"/>
                <a:gd name="connsiteY21" fmla="*/ 3498299 h 4046279"/>
                <a:gd name="connsiteX22" fmla="*/ 3243471 w 3576955"/>
                <a:gd name="connsiteY22" fmla="*/ 3843958 h 4046279"/>
                <a:gd name="connsiteX23" fmla="*/ 2869097 w 3576955"/>
                <a:gd name="connsiteY23" fmla="*/ 4018999 h 4046279"/>
                <a:gd name="connsiteX24" fmla="*/ 2437297 w 3576955"/>
                <a:gd name="connsiteY24" fmla="*/ 4018998 h 4046279"/>
                <a:gd name="connsiteX25" fmla="*/ 2068997 w 3576955"/>
                <a:gd name="connsiteY25" fmla="*/ 4044398 h 4046279"/>
                <a:gd name="connsiteX26" fmla="*/ 1687997 w 3576955"/>
                <a:gd name="connsiteY26" fmla="*/ 4044398 h 4046279"/>
                <a:gd name="connsiteX27" fmla="*/ 1256197 w 3576955"/>
                <a:gd name="connsiteY27" fmla="*/ 4044398 h 4046279"/>
                <a:gd name="connsiteX28" fmla="*/ 862497 w 3576955"/>
                <a:gd name="connsiteY28" fmla="*/ 4018998 h 4046279"/>
                <a:gd name="connsiteX29" fmla="*/ 394254 w 3576955"/>
                <a:gd name="connsiteY29" fmla="*/ 3843958 h 4046279"/>
                <a:gd name="connsiteX30" fmla="*/ 189397 w 3576955"/>
                <a:gd name="connsiteY30" fmla="*/ 3549098 h 4046279"/>
                <a:gd name="connsiteX31" fmla="*/ 176697 w 3576955"/>
                <a:gd name="connsiteY31" fmla="*/ 3104598 h 4046279"/>
                <a:gd name="connsiteX32" fmla="*/ 191054 w 3576955"/>
                <a:gd name="connsiteY32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11796 w 3576955"/>
                <a:gd name="connsiteY6" fmla="*/ 1618699 h 4046279"/>
                <a:gd name="connsiteX7" fmla="*/ 1726096 w 3576955"/>
                <a:gd name="connsiteY7" fmla="*/ 1199599 h 4046279"/>
                <a:gd name="connsiteX8" fmla="*/ 1687996 w 3576955"/>
                <a:gd name="connsiteY8" fmla="*/ 882099 h 4046279"/>
                <a:gd name="connsiteX9" fmla="*/ 1611796 w 3576955"/>
                <a:gd name="connsiteY9" fmla="*/ 462999 h 4046279"/>
                <a:gd name="connsiteX10" fmla="*/ 1840396 w 3576955"/>
                <a:gd name="connsiteY10" fmla="*/ 5799 h 4046279"/>
                <a:gd name="connsiteX11" fmla="*/ 2043596 w 3576955"/>
                <a:gd name="connsiteY11" fmla="*/ 437599 h 4046279"/>
                <a:gd name="connsiteX12" fmla="*/ 2030896 w 3576955"/>
                <a:gd name="connsiteY12" fmla="*/ 805899 h 4046279"/>
                <a:gd name="connsiteX13" fmla="*/ 2119796 w 3576955"/>
                <a:gd name="connsiteY13" fmla="*/ 1123399 h 4046279"/>
                <a:gd name="connsiteX14" fmla="*/ 2043596 w 3576955"/>
                <a:gd name="connsiteY14" fmla="*/ 1491699 h 4046279"/>
                <a:gd name="connsiteX15" fmla="*/ 2094396 w 3576955"/>
                <a:gd name="connsiteY15" fmla="*/ 1834599 h 4046279"/>
                <a:gd name="connsiteX16" fmla="*/ 2145196 w 3576955"/>
                <a:gd name="connsiteY16" fmla="*/ 2152099 h 4046279"/>
                <a:gd name="connsiteX17" fmla="*/ 2653196 w 3576955"/>
                <a:gd name="connsiteY17" fmla="*/ 2177499 h 4046279"/>
                <a:gd name="connsiteX18" fmla="*/ 3110396 w 3576955"/>
                <a:gd name="connsiteY18" fmla="*/ 2304499 h 4046279"/>
                <a:gd name="connsiteX19" fmla="*/ 3306971 w 3576955"/>
                <a:gd name="connsiteY19" fmla="*/ 2586106 h 4046279"/>
                <a:gd name="connsiteX20" fmla="*/ 3491397 w 3576955"/>
                <a:gd name="connsiteY20" fmla="*/ 3091899 h 4046279"/>
                <a:gd name="connsiteX21" fmla="*/ 3415197 w 3576955"/>
                <a:gd name="connsiteY21" fmla="*/ 3498299 h 4046279"/>
                <a:gd name="connsiteX22" fmla="*/ 3243471 w 3576955"/>
                <a:gd name="connsiteY22" fmla="*/ 3843958 h 4046279"/>
                <a:gd name="connsiteX23" fmla="*/ 2869097 w 3576955"/>
                <a:gd name="connsiteY23" fmla="*/ 4018999 h 4046279"/>
                <a:gd name="connsiteX24" fmla="*/ 2437297 w 3576955"/>
                <a:gd name="connsiteY24" fmla="*/ 4018998 h 4046279"/>
                <a:gd name="connsiteX25" fmla="*/ 2068997 w 3576955"/>
                <a:gd name="connsiteY25" fmla="*/ 4044398 h 4046279"/>
                <a:gd name="connsiteX26" fmla="*/ 1687997 w 3576955"/>
                <a:gd name="connsiteY26" fmla="*/ 4044398 h 4046279"/>
                <a:gd name="connsiteX27" fmla="*/ 1256197 w 3576955"/>
                <a:gd name="connsiteY27" fmla="*/ 4044398 h 4046279"/>
                <a:gd name="connsiteX28" fmla="*/ 862497 w 3576955"/>
                <a:gd name="connsiteY28" fmla="*/ 4018998 h 4046279"/>
                <a:gd name="connsiteX29" fmla="*/ 394254 w 3576955"/>
                <a:gd name="connsiteY29" fmla="*/ 3843958 h 4046279"/>
                <a:gd name="connsiteX30" fmla="*/ 189397 w 3576955"/>
                <a:gd name="connsiteY30" fmla="*/ 3549098 h 4046279"/>
                <a:gd name="connsiteX31" fmla="*/ 176697 w 3576955"/>
                <a:gd name="connsiteY31" fmla="*/ 3104598 h 4046279"/>
                <a:gd name="connsiteX32" fmla="*/ 191054 w 3576955"/>
                <a:gd name="connsiteY32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11796 w 3576955"/>
                <a:gd name="connsiteY6" fmla="*/ 1618699 h 4046279"/>
                <a:gd name="connsiteX7" fmla="*/ 1726096 w 3576955"/>
                <a:gd name="connsiteY7" fmla="*/ 1199599 h 4046279"/>
                <a:gd name="connsiteX8" fmla="*/ 1687996 w 3576955"/>
                <a:gd name="connsiteY8" fmla="*/ 882099 h 4046279"/>
                <a:gd name="connsiteX9" fmla="*/ 1611796 w 3576955"/>
                <a:gd name="connsiteY9" fmla="*/ 462999 h 4046279"/>
                <a:gd name="connsiteX10" fmla="*/ 1840396 w 3576955"/>
                <a:gd name="connsiteY10" fmla="*/ 5799 h 4046279"/>
                <a:gd name="connsiteX11" fmla="*/ 2043596 w 3576955"/>
                <a:gd name="connsiteY11" fmla="*/ 437599 h 4046279"/>
                <a:gd name="connsiteX12" fmla="*/ 2030896 w 3576955"/>
                <a:gd name="connsiteY12" fmla="*/ 805899 h 4046279"/>
                <a:gd name="connsiteX13" fmla="*/ 2119796 w 3576955"/>
                <a:gd name="connsiteY13" fmla="*/ 1123399 h 4046279"/>
                <a:gd name="connsiteX14" fmla="*/ 2043596 w 3576955"/>
                <a:gd name="connsiteY14" fmla="*/ 1491699 h 4046279"/>
                <a:gd name="connsiteX15" fmla="*/ 2094396 w 3576955"/>
                <a:gd name="connsiteY15" fmla="*/ 1834599 h 4046279"/>
                <a:gd name="connsiteX16" fmla="*/ 2145196 w 3576955"/>
                <a:gd name="connsiteY16" fmla="*/ 2152099 h 4046279"/>
                <a:gd name="connsiteX17" fmla="*/ 2653196 w 3576955"/>
                <a:gd name="connsiteY17" fmla="*/ 2177499 h 4046279"/>
                <a:gd name="connsiteX18" fmla="*/ 3110396 w 3576955"/>
                <a:gd name="connsiteY18" fmla="*/ 2304499 h 4046279"/>
                <a:gd name="connsiteX19" fmla="*/ 3306971 w 3576955"/>
                <a:gd name="connsiteY19" fmla="*/ 2586106 h 4046279"/>
                <a:gd name="connsiteX20" fmla="*/ 3491397 w 3576955"/>
                <a:gd name="connsiteY20" fmla="*/ 3091899 h 4046279"/>
                <a:gd name="connsiteX21" fmla="*/ 3415197 w 3576955"/>
                <a:gd name="connsiteY21" fmla="*/ 3498299 h 4046279"/>
                <a:gd name="connsiteX22" fmla="*/ 3243471 w 3576955"/>
                <a:gd name="connsiteY22" fmla="*/ 3843958 h 4046279"/>
                <a:gd name="connsiteX23" fmla="*/ 2869097 w 3576955"/>
                <a:gd name="connsiteY23" fmla="*/ 4018999 h 4046279"/>
                <a:gd name="connsiteX24" fmla="*/ 2437297 w 3576955"/>
                <a:gd name="connsiteY24" fmla="*/ 4018998 h 4046279"/>
                <a:gd name="connsiteX25" fmla="*/ 2068997 w 3576955"/>
                <a:gd name="connsiteY25" fmla="*/ 4044398 h 4046279"/>
                <a:gd name="connsiteX26" fmla="*/ 1687997 w 3576955"/>
                <a:gd name="connsiteY26" fmla="*/ 4044398 h 4046279"/>
                <a:gd name="connsiteX27" fmla="*/ 1256197 w 3576955"/>
                <a:gd name="connsiteY27" fmla="*/ 4044398 h 4046279"/>
                <a:gd name="connsiteX28" fmla="*/ 862497 w 3576955"/>
                <a:gd name="connsiteY28" fmla="*/ 4018998 h 4046279"/>
                <a:gd name="connsiteX29" fmla="*/ 394254 w 3576955"/>
                <a:gd name="connsiteY29" fmla="*/ 3843958 h 4046279"/>
                <a:gd name="connsiteX30" fmla="*/ 189397 w 3576955"/>
                <a:gd name="connsiteY30" fmla="*/ 3549098 h 4046279"/>
                <a:gd name="connsiteX31" fmla="*/ 176697 w 3576955"/>
                <a:gd name="connsiteY31" fmla="*/ 3104598 h 4046279"/>
                <a:gd name="connsiteX32" fmla="*/ 191054 w 3576955"/>
                <a:gd name="connsiteY32" fmla="*/ 2687706 h 4046279"/>
                <a:gd name="connsiteX0" fmla="*/ 215650 w 3601551"/>
                <a:gd name="connsiteY0" fmla="*/ 2687706 h 4046279"/>
                <a:gd name="connsiteX1" fmla="*/ 201293 w 3601551"/>
                <a:gd name="connsiteY1" fmla="*/ 2279098 h 4046279"/>
                <a:gd name="connsiteX2" fmla="*/ 175893 w 3601551"/>
                <a:gd name="connsiteY2" fmla="*/ 1948898 h 4046279"/>
                <a:gd name="connsiteX3" fmla="*/ 188593 w 3601551"/>
                <a:gd name="connsiteY3" fmla="*/ 1567898 h 4046279"/>
                <a:gd name="connsiteX4" fmla="*/ 86993 w 3601551"/>
                <a:gd name="connsiteY4" fmla="*/ 716998 h 4046279"/>
                <a:gd name="connsiteX5" fmla="*/ 328293 w 3601551"/>
                <a:gd name="connsiteY5" fmla="*/ 335997 h 4046279"/>
                <a:gd name="connsiteX6" fmla="*/ 1636392 w 3601551"/>
                <a:gd name="connsiteY6" fmla="*/ 1618699 h 4046279"/>
                <a:gd name="connsiteX7" fmla="*/ 1750692 w 3601551"/>
                <a:gd name="connsiteY7" fmla="*/ 1199599 h 4046279"/>
                <a:gd name="connsiteX8" fmla="*/ 1712592 w 3601551"/>
                <a:gd name="connsiteY8" fmla="*/ 882099 h 4046279"/>
                <a:gd name="connsiteX9" fmla="*/ 1636392 w 3601551"/>
                <a:gd name="connsiteY9" fmla="*/ 462999 h 4046279"/>
                <a:gd name="connsiteX10" fmla="*/ 1864992 w 3601551"/>
                <a:gd name="connsiteY10" fmla="*/ 5799 h 4046279"/>
                <a:gd name="connsiteX11" fmla="*/ 2068192 w 3601551"/>
                <a:gd name="connsiteY11" fmla="*/ 437599 h 4046279"/>
                <a:gd name="connsiteX12" fmla="*/ 2055492 w 3601551"/>
                <a:gd name="connsiteY12" fmla="*/ 805899 h 4046279"/>
                <a:gd name="connsiteX13" fmla="*/ 2144392 w 3601551"/>
                <a:gd name="connsiteY13" fmla="*/ 1123399 h 4046279"/>
                <a:gd name="connsiteX14" fmla="*/ 2068192 w 3601551"/>
                <a:gd name="connsiteY14" fmla="*/ 1491699 h 4046279"/>
                <a:gd name="connsiteX15" fmla="*/ 2118992 w 3601551"/>
                <a:gd name="connsiteY15" fmla="*/ 1834599 h 4046279"/>
                <a:gd name="connsiteX16" fmla="*/ 2169792 w 3601551"/>
                <a:gd name="connsiteY16" fmla="*/ 2152099 h 4046279"/>
                <a:gd name="connsiteX17" fmla="*/ 2677792 w 3601551"/>
                <a:gd name="connsiteY17" fmla="*/ 2177499 h 4046279"/>
                <a:gd name="connsiteX18" fmla="*/ 3134992 w 3601551"/>
                <a:gd name="connsiteY18" fmla="*/ 2304499 h 4046279"/>
                <a:gd name="connsiteX19" fmla="*/ 3331567 w 3601551"/>
                <a:gd name="connsiteY19" fmla="*/ 2586106 h 4046279"/>
                <a:gd name="connsiteX20" fmla="*/ 3515993 w 3601551"/>
                <a:gd name="connsiteY20" fmla="*/ 3091899 h 4046279"/>
                <a:gd name="connsiteX21" fmla="*/ 3439793 w 3601551"/>
                <a:gd name="connsiteY21" fmla="*/ 3498299 h 4046279"/>
                <a:gd name="connsiteX22" fmla="*/ 3268067 w 3601551"/>
                <a:gd name="connsiteY22" fmla="*/ 3843958 h 4046279"/>
                <a:gd name="connsiteX23" fmla="*/ 2893693 w 3601551"/>
                <a:gd name="connsiteY23" fmla="*/ 4018999 h 4046279"/>
                <a:gd name="connsiteX24" fmla="*/ 2461893 w 3601551"/>
                <a:gd name="connsiteY24" fmla="*/ 4018998 h 4046279"/>
                <a:gd name="connsiteX25" fmla="*/ 2093593 w 3601551"/>
                <a:gd name="connsiteY25" fmla="*/ 4044398 h 4046279"/>
                <a:gd name="connsiteX26" fmla="*/ 1712593 w 3601551"/>
                <a:gd name="connsiteY26" fmla="*/ 4044398 h 4046279"/>
                <a:gd name="connsiteX27" fmla="*/ 1280793 w 3601551"/>
                <a:gd name="connsiteY27" fmla="*/ 4044398 h 4046279"/>
                <a:gd name="connsiteX28" fmla="*/ 887093 w 3601551"/>
                <a:gd name="connsiteY28" fmla="*/ 4018998 h 4046279"/>
                <a:gd name="connsiteX29" fmla="*/ 418850 w 3601551"/>
                <a:gd name="connsiteY29" fmla="*/ 3843958 h 4046279"/>
                <a:gd name="connsiteX30" fmla="*/ 213993 w 3601551"/>
                <a:gd name="connsiteY30" fmla="*/ 3549098 h 4046279"/>
                <a:gd name="connsiteX31" fmla="*/ 201293 w 3601551"/>
                <a:gd name="connsiteY31" fmla="*/ 3104598 h 4046279"/>
                <a:gd name="connsiteX32" fmla="*/ 215650 w 3601551"/>
                <a:gd name="connsiteY32" fmla="*/ 2687706 h 4046279"/>
                <a:gd name="connsiteX0" fmla="*/ 215650 w 3601551"/>
                <a:gd name="connsiteY0" fmla="*/ 2687706 h 4046279"/>
                <a:gd name="connsiteX1" fmla="*/ 201293 w 3601551"/>
                <a:gd name="connsiteY1" fmla="*/ 2279098 h 4046279"/>
                <a:gd name="connsiteX2" fmla="*/ 175893 w 3601551"/>
                <a:gd name="connsiteY2" fmla="*/ 1948898 h 4046279"/>
                <a:gd name="connsiteX3" fmla="*/ 188593 w 3601551"/>
                <a:gd name="connsiteY3" fmla="*/ 1567898 h 4046279"/>
                <a:gd name="connsiteX4" fmla="*/ 86993 w 3601551"/>
                <a:gd name="connsiteY4" fmla="*/ 716998 h 4046279"/>
                <a:gd name="connsiteX5" fmla="*/ 328293 w 3601551"/>
                <a:gd name="connsiteY5" fmla="*/ 335997 h 4046279"/>
                <a:gd name="connsiteX6" fmla="*/ 1636392 w 3601551"/>
                <a:gd name="connsiteY6" fmla="*/ 1618699 h 4046279"/>
                <a:gd name="connsiteX7" fmla="*/ 1750692 w 3601551"/>
                <a:gd name="connsiteY7" fmla="*/ 1199599 h 4046279"/>
                <a:gd name="connsiteX8" fmla="*/ 1712592 w 3601551"/>
                <a:gd name="connsiteY8" fmla="*/ 882099 h 4046279"/>
                <a:gd name="connsiteX9" fmla="*/ 1636392 w 3601551"/>
                <a:gd name="connsiteY9" fmla="*/ 462999 h 4046279"/>
                <a:gd name="connsiteX10" fmla="*/ 1864992 w 3601551"/>
                <a:gd name="connsiteY10" fmla="*/ 5799 h 4046279"/>
                <a:gd name="connsiteX11" fmla="*/ 2068192 w 3601551"/>
                <a:gd name="connsiteY11" fmla="*/ 437599 h 4046279"/>
                <a:gd name="connsiteX12" fmla="*/ 2055492 w 3601551"/>
                <a:gd name="connsiteY12" fmla="*/ 805899 h 4046279"/>
                <a:gd name="connsiteX13" fmla="*/ 2144392 w 3601551"/>
                <a:gd name="connsiteY13" fmla="*/ 1123399 h 4046279"/>
                <a:gd name="connsiteX14" fmla="*/ 2068192 w 3601551"/>
                <a:gd name="connsiteY14" fmla="*/ 1491699 h 4046279"/>
                <a:gd name="connsiteX15" fmla="*/ 2118992 w 3601551"/>
                <a:gd name="connsiteY15" fmla="*/ 1834599 h 4046279"/>
                <a:gd name="connsiteX16" fmla="*/ 2169792 w 3601551"/>
                <a:gd name="connsiteY16" fmla="*/ 2152099 h 4046279"/>
                <a:gd name="connsiteX17" fmla="*/ 2677792 w 3601551"/>
                <a:gd name="connsiteY17" fmla="*/ 2177499 h 4046279"/>
                <a:gd name="connsiteX18" fmla="*/ 3134992 w 3601551"/>
                <a:gd name="connsiteY18" fmla="*/ 2304499 h 4046279"/>
                <a:gd name="connsiteX19" fmla="*/ 3331567 w 3601551"/>
                <a:gd name="connsiteY19" fmla="*/ 2586106 h 4046279"/>
                <a:gd name="connsiteX20" fmla="*/ 3515993 w 3601551"/>
                <a:gd name="connsiteY20" fmla="*/ 3091899 h 4046279"/>
                <a:gd name="connsiteX21" fmla="*/ 3439793 w 3601551"/>
                <a:gd name="connsiteY21" fmla="*/ 3498299 h 4046279"/>
                <a:gd name="connsiteX22" fmla="*/ 3268067 w 3601551"/>
                <a:gd name="connsiteY22" fmla="*/ 3843958 h 4046279"/>
                <a:gd name="connsiteX23" fmla="*/ 2893693 w 3601551"/>
                <a:gd name="connsiteY23" fmla="*/ 4018999 h 4046279"/>
                <a:gd name="connsiteX24" fmla="*/ 2461893 w 3601551"/>
                <a:gd name="connsiteY24" fmla="*/ 4018998 h 4046279"/>
                <a:gd name="connsiteX25" fmla="*/ 2093593 w 3601551"/>
                <a:gd name="connsiteY25" fmla="*/ 4044398 h 4046279"/>
                <a:gd name="connsiteX26" fmla="*/ 1712593 w 3601551"/>
                <a:gd name="connsiteY26" fmla="*/ 4044398 h 4046279"/>
                <a:gd name="connsiteX27" fmla="*/ 1280793 w 3601551"/>
                <a:gd name="connsiteY27" fmla="*/ 4044398 h 4046279"/>
                <a:gd name="connsiteX28" fmla="*/ 887093 w 3601551"/>
                <a:gd name="connsiteY28" fmla="*/ 4018998 h 4046279"/>
                <a:gd name="connsiteX29" fmla="*/ 418850 w 3601551"/>
                <a:gd name="connsiteY29" fmla="*/ 3843958 h 4046279"/>
                <a:gd name="connsiteX30" fmla="*/ 213993 w 3601551"/>
                <a:gd name="connsiteY30" fmla="*/ 3549098 h 4046279"/>
                <a:gd name="connsiteX31" fmla="*/ 201293 w 3601551"/>
                <a:gd name="connsiteY31" fmla="*/ 3104598 h 4046279"/>
                <a:gd name="connsiteX32" fmla="*/ 215650 w 3601551"/>
                <a:gd name="connsiteY32" fmla="*/ 2687706 h 4046279"/>
                <a:gd name="connsiteX0" fmla="*/ 190598 w 3576499"/>
                <a:gd name="connsiteY0" fmla="*/ 2687706 h 4046279"/>
                <a:gd name="connsiteX1" fmla="*/ 176241 w 3576499"/>
                <a:gd name="connsiteY1" fmla="*/ 2279098 h 4046279"/>
                <a:gd name="connsiteX2" fmla="*/ 150841 w 3576499"/>
                <a:gd name="connsiteY2" fmla="*/ 1948898 h 4046279"/>
                <a:gd name="connsiteX3" fmla="*/ 163541 w 3576499"/>
                <a:gd name="connsiteY3" fmla="*/ 1567898 h 4046279"/>
                <a:gd name="connsiteX4" fmla="*/ 61941 w 3576499"/>
                <a:gd name="connsiteY4" fmla="*/ 716998 h 4046279"/>
                <a:gd name="connsiteX5" fmla="*/ 303241 w 3576499"/>
                <a:gd name="connsiteY5" fmla="*/ 335997 h 4046279"/>
                <a:gd name="connsiteX6" fmla="*/ 1611340 w 3576499"/>
                <a:gd name="connsiteY6" fmla="*/ 1618699 h 4046279"/>
                <a:gd name="connsiteX7" fmla="*/ 1725640 w 3576499"/>
                <a:gd name="connsiteY7" fmla="*/ 1199599 h 4046279"/>
                <a:gd name="connsiteX8" fmla="*/ 1687540 w 3576499"/>
                <a:gd name="connsiteY8" fmla="*/ 882099 h 4046279"/>
                <a:gd name="connsiteX9" fmla="*/ 1611340 w 3576499"/>
                <a:gd name="connsiteY9" fmla="*/ 462999 h 4046279"/>
                <a:gd name="connsiteX10" fmla="*/ 1839940 w 3576499"/>
                <a:gd name="connsiteY10" fmla="*/ 5799 h 4046279"/>
                <a:gd name="connsiteX11" fmla="*/ 2043140 w 3576499"/>
                <a:gd name="connsiteY11" fmla="*/ 437599 h 4046279"/>
                <a:gd name="connsiteX12" fmla="*/ 2030440 w 3576499"/>
                <a:gd name="connsiteY12" fmla="*/ 805899 h 4046279"/>
                <a:gd name="connsiteX13" fmla="*/ 2119340 w 3576499"/>
                <a:gd name="connsiteY13" fmla="*/ 1123399 h 4046279"/>
                <a:gd name="connsiteX14" fmla="*/ 2043140 w 3576499"/>
                <a:gd name="connsiteY14" fmla="*/ 1491699 h 4046279"/>
                <a:gd name="connsiteX15" fmla="*/ 2093940 w 3576499"/>
                <a:gd name="connsiteY15" fmla="*/ 1834599 h 4046279"/>
                <a:gd name="connsiteX16" fmla="*/ 2144740 w 3576499"/>
                <a:gd name="connsiteY16" fmla="*/ 2152099 h 4046279"/>
                <a:gd name="connsiteX17" fmla="*/ 2652740 w 3576499"/>
                <a:gd name="connsiteY17" fmla="*/ 2177499 h 4046279"/>
                <a:gd name="connsiteX18" fmla="*/ 3109940 w 3576499"/>
                <a:gd name="connsiteY18" fmla="*/ 2304499 h 4046279"/>
                <a:gd name="connsiteX19" fmla="*/ 3306515 w 3576499"/>
                <a:gd name="connsiteY19" fmla="*/ 2586106 h 4046279"/>
                <a:gd name="connsiteX20" fmla="*/ 3490941 w 3576499"/>
                <a:gd name="connsiteY20" fmla="*/ 3091899 h 4046279"/>
                <a:gd name="connsiteX21" fmla="*/ 3414741 w 3576499"/>
                <a:gd name="connsiteY21" fmla="*/ 3498299 h 4046279"/>
                <a:gd name="connsiteX22" fmla="*/ 3243015 w 3576499"/>
                <a:gd name="connsiteY22" fmla="*/ 3843958 h 4046279"/>
                <a:gd name="connsiteX23" fmla="*/ 2868641 w 3576499"/>
                <a:gd name="connsiteY23" fmla="*/ 4018999 h 4046279"/>
                <a:gd name="connsiteX24" fmla="*/ 2436841 w 3576499"/>
                <a:gd name="connsiteY24" fmla="*/ 4018998 h 4046279"/>
                <a:gd name="connsiteX25" fmla="*/ 2068541 w 3576499"/>
                <a:gd name="connsiteY25" fmla="*/ 4044398 h 4046279"/>
                <a:gd name="connsiteX26" fmla="*/ 1687541 w 3576499"/>
                <a:gd name="connsiteY26" fmla="*/ 4044398 h 4046279"/>
                <a:gd name="connsiteX27" fmla="*/ 1255741 w 3576499"/>
                <a:gd name="connsiteY27" fmla="*/ 4044398 h 4046279"/>
                <a:gd name="connsiteX28" fmla="*/ 862041 w 3576499"/>
                <a:gd name="connsiteY28" fmla="*/ 4018998 h 4046279"/>
                <a:gd name="connsiteX29" fmla="*/ 393798 w 3576499"/>
                <a:gd name="connsiteY29" fmla="*/ 3843958 h 4046279"/>
                <a:gd name="connsiteX30" fmla="*/ 188941 w 3576499"/>
                <a:gd name="connsiteY30" fmla="*/ 3549098 h 4046279"/>
                <a:gd name="connsiteX31" fmla="*/ 176241 w 3576499"/>
                <a:gd name="connsiteY31" fmla="*/ 3104598 h 4046279"/>
                <a:gd name="connsiteX32" fmla="*/ 190598 w 3576499"/>
                <a:gd name="connsiteY32" fmla="*/ 2687706 h 4046279"/>
                <a:gd name="connsiteX0" fmla="*/ 190598 w 3576499"/>
                <a:gd name="connsiteY0" fmla="*/ 2687706 h 4046279"/>
                <a:gd name="connsiteX1" fmla="*/ 176241 w 3576499"/>
                <a:gd name="connsiteY1" fmla="*/ 2279098 h 4046279"/>
                <a:gd name="connsiteX2" fmla="*/ 150841 w 3576499"/>
                <a:gd name="connsiteY2" fmla="*/ 1948898 h 4046279"/>
                <a:gd name="connsiteX3" fmla="*/ 163541 w 3576499"/>
                <a:gd name="connsiteY3" fmla="*/ 1567898 h 4046279"/>
                <a:gd name="connsiteX4" fmla="*/ 49240 w 3576499"/>
                <a:gd name="connsiteY4" fmla="*/ 1123399 h 4046279"/>
                <a:gd name="connsiteX5" fmla="*/ 61941 w 3576499"/>
                <a:gd name="connsiteY5" fmla="*/ 716998 h 4046279"/>
                <a:gd name="connsiteX6" fmla="*/ 303241 w 3576499"/>
                <a:gd name="connsiteY6" fmla="*/ 335997 h 4046279"/>
                <a:gd name="connsiteX7" fmla="*/ 1611340 w 3576499"/>
                <a:gd name="connsiteY7" fmla="*/ 1618699 h 4046279"/>
                <a:gd name="connsiteX8" fmla="*/ 1725640 w 3576499"/>
                <a:gd name="connsiteY8" fmla="*/ 1199599 h 4046279"/>
                <a:gd name="connsiteX9" fmla="*/ 1687540 w 3576499"/>
                <a:gd name="connsiteY9" fmla="*/ 882099 h 4046279"/>
                <a:gd name="connsiteX10" fmla="*/ 1611340 w 3576499"/>
                <a:gd name="connsiteY10" fmla="*/ 462999 h 4046279"/>
                <a:gd name="connsiteX11" fmla="*/ 1839940 w 3576499"/>
                <a:gd name="connsiteY11" fmla="*/ 5799 h 4046279"/>
                <a:gd name="connsiteX12" fmla="*/ 2043140 w 3576499"/>
                <a:gd name="connsiteY12" fmla="*/ 437599 h 4046279"/>
                <a:gd name="connsiteX13" fmla="*/ 2030440 w 3576499"/>
                <a:gd name="connsiteY13" fmla="*/ 805899 h 4046279"/>
                <a:gd name="connsiteX14" fmla="*/ 2119340 w 3576499"/>
                <a:gd name="connsiteY14" fmla="*/ 1123399 h 4046279"/>
                <a:gd name="connsiteX15" fmla="*/ 2043140 w 3576499"/>
                <a:gd name="connsiteY15" fmla="*/ 1491699 h 4046279"/>
                <a:gd name="connsiteX16" fmla="*/ 2093940 w 3576499"/>
                <a:gd name="connsiteY16" fmla="*/ 1834599 h 4046279"/>
                <a:gd name="connsiteX17" fmla="*/ 2144740 w 3576499"/>
                <a:gd name="connsiteY17" fmla="*/ 2152099 h 4046279"/>
                <a:gd name="connsiteX18" fmla="*/ 2652740 w 3576499"/>
                <a:gd name="connsiteY18" fmla="*/ 2177499 h 4046279"/>
                <a:gd name="connsiteX19" fmla="*/ 3109940 w 3576499"/>
                <a:gd name="connsiteY19" fmla="*/ 2304499 h 4046279"/>
                <a:gd name="connsiteX20" fmla="*/ 3306515 w 3576499"/>
                <a:gd name="connsiteY20" fmla="*/ 2586106 h 4046279"/>
                <a:gd name="connsiteX21" fmla="*/ 3490941 w 3576499"/>
                <a:gd name="connsiteY21" fmla="*/ 3091899 h 4046279"/>
                <a:gd name="connsiteX22" fmla="*/ 3414741 w 3576499"/>
                <a:gd name="connsiteY22" fmla="*/ 3498299 h 4046279"/>
                <a:gd name="connsiteX23" fmla="*/ 3243015 w 3576499"/>
                <a:gd name="connsiteY23" fmla="*/ 3843958 h 4046279"/>
                <a:gd name="connsiteX24" fmla="*/ 2868641 w 3576499"/>
                <a:gd name="connsiteY24" fmla="*/ 4018999 h 4046279"/>
                <a:gd name="connsiteX25" fmla="*/ 2436841 w 3576499"/>
                <a:gd name="connsiteY25" fmla="*/ 4018998 h 4046279"/>
                <a:gd name="connsiteX26" fmla="*/ 2068541 w 3576499"/>
                <a:gd name="connsiteY26" fmla="*/ 4044398 h 4046279"/>
                <a:gd name="connsiteX27" fmla="*/ 1687541 w 3576499"/>
                <a:gd name="connsiteY27" fmla="*/ 4044398 h 4046279"/>
                <a:gd name="connsiteX28" fmla="*/ 1255741 w 3576499"/>
                <a:gd name="connsiteY28" fmla="*/ 4044398 h 4046279"/>
                <a:gd name="connsiteX29" fmla="*/ 862041 w 3576499"/>
                <a:gd name="connsiteY29" fmla="*/ 4018998 h 4046279"/>
                <a:gd name="connsiteX30" fmla="*/ 393798 w 3576499"/>
                <a:gd name="connsiteY30" fmla="*/ 3843958 h 4046279"/>
                <a:gd name="connsiteX31" fmla="*/ 188941 w 3576499"/>
                <a:gd name="connsiteY31" fmla="*/ 3549098 h 4046279"/>
                <a:gd name="connsiteX32" fmla="*/ 176241 w 3576499"/>
                <a:gd name="connsiteY32" fmla="*/ 3104598 h 4046279"/>
                <a:gd name="connsiteX33" fmla="*/ 190598 w 3576499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93185"/>
                <a:gd name="connsiteX1" fmla="*/ 234817 w 3635075"/>
                <a:gd name="connsiteY1" fmla="*/ 2279098 h 4093185"/>
                <a:gd name="connsiteX2" fmla="*/ 209417 w 3635075"/>
                <a:gd name="connsiteY2" fmla="*/ 1948898 h 4093185"/>
                <a:gd name="connsiteX3" fmla="*/ 222117 w 3635075"/>
                <a:gd name="connsiteY3" fmla="*/ 1567898 h 4093185"/>
                <a:gd name="connsiteX4" fmla="*/ 107816 w 3635075"/>
                <a:gd name="connsiteY4" fmla="*/ 1123399 h 4093185"/>
                <a:gd name="connsiteX5" fmla="*/ 120517 w 3635075"/>
                <a:gd name="connsiteY5" fmla="*/ 716998 h 4093185"/>
                <a:gd name="connsiteX6" fmla="*/ 361817 w 3635075"/>
                <a:gd name="connsiteY6" fmla="*/ 335997 h 4093185"/>
                <a:gd name="connsiteX7" fmla="*/ 1669916 w 3635075"/>
                <a:gd name="connsiteY7" fmla="*/ 1618699 h 4093185"/>
                <a:gd name="connsiteX8" fmla="*/ 1784216 w 3635075"/>
                <a:gd name="connsiteY8" fmla="*/ 1199599 h 4093185"/>
                <a:gd name="connsiteX9" fmla="*/ 1746116 w 3635075"/>
                <a:gd name="connsiteY9" fmla="*/ 882099 h 4093185"/>
                <a:gd name="connsiteX10" fmla="*/ 1669916 w 3635075"/>
                <a:gd name="connsiteY10" fmla="*/ 462999 h 4093185"/>
                <a:gd name="connsiteX11" fmla="*/ 1898516 w 3635075"/>
                <a:gd name="connsiteY11" fmla="*/ 5799 h 4093185"/>
                <a:gd name="connsiteX12" fmla="*/ 2101716 w 3635075"/>
                <a:gd name="connsiteY12" fmla="*/ 437599 h 4093185"/>
                <a:gd name="connsiteX13" fmla="*/ 2089016 w 3635075"/>
                <a:gd name="connsiteY13" fmla="*/ 805899 h 4093185"/>
                <a:gd name="connsiteX14" fmla="*/ 2177916 w 3635075"/>
                <a:gd name="connsiteY14" fmla="*/ 1123399 h 4093185"/>
                <a:gd name="connsiteX15" fmla="*/ 2101716 w 3635075"/>
                <a:gd name="connsiteY15" fmla="*/ 1491699 h 4093185"/>
                <a:gd name="connsiteX16" fmla="*/ 2152516 w 3635075"/>
                <a:gd name="connsiteY16" fmla="*/ 1834599 h 4093185"/>
                <a:gd name="connsiteX17" fmla="*/ 2203316 w 3635075"/>
                <a:gd name="connsiteY17" fmla="*/ 2152099 h 4093185"/>
                <a:gd name="connsiteX18" fmla="*/ 2711316 w 3635075"/>
                <a:gd name="connsiteY18" fmla="*/ 2177499 h 4093185"/>
                <a:gd name="connsiteX19" fmla="*/ 3168516 w 3635075"/>
                <a:gd name="connsiteY19" fmla="*/ 2304499 h 4093185"/>
                <a:gd name="connsiteX20" fmla="*/ 3365091 w 3635075"/>
                <a:gd name="connsiteY20" fmla="*/ 2586106 h 4093185"/>
                <a:gd name="connsiteX21" fmla="*/ 3549517 w 3635075"/>
                <a:gd name="connsiteY21" fmla="*/ 3091899 h 4093185"/>
                <a:gd name="connsiteX22" fmla="*/ 3473317 w 3635075"/>
                <a:gd name="connsiteY22" fmla="*/ 3498299 h 4093185"/>
                <a:gd name="connsiteX23" fmla="*/ 3301591 w 3635075"/>
                <a:gd name="connsiteY23" fmla="*/ 3843958 h 4093185"/>
                <a:gd name="connsiteX24" fmla="*/ 2927217 w 3635075"/>
                <a:gd name="connsiteY24" fmla="*/ 4018999 h 4093185"/>
                <a:gd name="connsiteX25" fmla="*/ 2495417 w 3635075"/>
                <a:gd name="connsiteY25" fmla="*/ 4018998 h 4093185"/>
                <a:gd name="connsiteX26" fmla="*/ 2127117 w 3635075"/>
                <a:gd name="connsiteY26" fmla="*/ 4044398 h 4093185"/>
                <a:gd name="connsiteX27" fmla="*/ 1746117 w 3635075"/>
                <a:gd name="connsiteY27" fmla="*/ 4044398 h 4093185"/>
                <a:gd name="connsiteX28" fmla="*/ 1314317 w 3635075"/>
                <a:gd name="connsiteY28" fmla="*/ 4044398 h 4093185"/>
                <a:gd name="connsiteX29" fmla="*/ 920617 w 3635075"/>
                <a:gd name="connsiteY29" fmla="*/ 4018998 h 4093185"/>
                <a:gd name="connsiteX30" fmla="*/ 452374 w 3635075"/>
                <a:gd name="connsiteY30" fmla="*/ 3843958 h 4093185"/>
                <a:gd name="connsiteX31" fmla="*/ 247517 w 3635075"/>
                <a:gd name="connsiteY31" fmla="*/ 3549098 h 4093185"/>
                <a:gd name="connsiteX32" fmla="*/ 234817 w 3635075"/>
                <a:gd name="connsiteY32" fmla="*/ 3104598 h 4093185"/>
                <a:gd name="connsiteX33" fmla="*/ 249174 w 3635075"/>
                <a:gd name="connsiteY33" fmla="*/ 2687706 h 4093185"/>
                <a:gd name="connsiteX0" fmla="*/ 249174 w 3635075"/>
                <a:gd name="connsiteY0" fmla="*/ 2687706 h 4111129"/>
                <a:gd name="connsiteX1" fmla="*/ 234817 w 3635075"/>
                <a:gd name="connsiteY1" fmla="*/ 2279098 h 4111129"/>
                <a:gd name="connsiteX2" fmla="*/ 209417 w 3635075"/>
                <a:gd name="connsiteY2" fmla="*/ 1948898 h 4111129"/>
                <a:gd name="connsiteX3" fmla="*/ 222117 w 3635075"/>
                <a:gd name="connsiteY3" fmla="*/ 1567898 h 4111129"/>
                <a:gd name="connsiteX4" fmla="*/ 107816 w 3635075"/>
                <a:gd name="connsiteY4" fmla="*/ 1123399 h 4111129"/>
                <a:gd name="connsiteX5" fmla="*/ 120517 w 3635075"/>
                <a:gd name="connsiteY5" fmla="*/ 716998 h 4111129"/>
                <a:gd name="connsiteX6" fmla="*/ 361817 w 3635075"/>
                <a:gd name="connsiteY6" fmla="*/ 335997 h 4111129"/>
                <a:gd name="connsiteX7" fmla="*/ 1669916 w 3635075"/>
                <a:gd name="connsiteY7" fmla="*/ 1618699 h 4111129"/>
                <a:gd name="connsiteX8" fmla="*/ 1784216 w 3635075"/>
                <a:gd name="connsiteY8" fmla="*/ 1199599 h 4111129"/>
                <a:gd name="connsiteX9" fmla="*/ 1746116 w 3635075"/>
                <a:gd name="connsiteY9" fmla="*/ 882099 h 4111129"/>
                <a:gd name="connsiteX10" fmla="*/ 1669916 w 3635075"/>
                <a:gd name="connsiteY10" fmla="*/ 462999 h 4111129"/>
                <a:gd name="connsiteX11" fmla="*/ 1898516 w 3635075"/>
                <a:gd name="connsiteY11" fmla="*/ 5799 h 4111129"/>
                <a:gd name="connsiteX12" fmla="*/ 2101716 w 3635075"/>
                <a:gd name="connsiteY12" fmla="*/ 437599 h 4111129"/>
                <a:gd name="connsiteX13" fmla="*/ 2089016 w 3635075"/>
                <a:gd name="connsiteY13" fmla="*/ 805899 h 4111129"/>
                <a:gd name="connsiteX14" fmla="*/ 2177916 w 3635075"/>
                <a:gd name="connsiteY14" fmla="*/ 1123399 h 4111129"/>
                <a:gd name="connsiteX15" fmla="*/ 2101716 w 3635075"/>
                <a:gd name="connsiteY15" fmla="*/ 1491699 h 4111129"/>
                <a:gd name="connsiteX16" fmla="*/ 2152516 w 3635075"/>
                <a:gd name="connsiteY16" fmla="*/ 1834599 h 4111129"/>
                <a:gd name="connsiteX17" fmla="*/ 2203316 w 3635075"/>
                <a:gd name="connsiteY17" fmla="*/ 2152099 h 4111129"/>
                <a:gd name="connsiteX18" fmla="*/ 2711316 w 3635075"/>
                <a:gd name="connsiteY18" fmla="*/ 2177499 h 4111129"/>
                <a:gd name="connsiteX19" fmla="*/ 3168516 w 3635075"/>
                <a:gd name="connsiteY19" fmla="*/ 2304499 h 4111129"/>
                <a:gd name="connsiteX20" fmla="*/ 3365091 w 3635075"/>
                <a:gd name="connsiteY20" fmla="*/ 2586106 h 4111129"/>
                <a:gd name="connsiteX21" fmla="*/ 3549517 w 3635075"/>
                <a:gd name="connsiteY21" fmla="*/ 3091899 h 4111129"/>
                <a:gd name="connsiteX22" fmla="*/ 3473317 w 3635075"/>
                <a:gd name="connsiteY22" fmla="*/ 3498299 h 4111129"/>
                <a:gd name="connsiteX23" fmla="*/ 3301591 w 3635075"/>
                <a:gd name="connsiteY23" fmla="*/ 3843958 h 4111129"/>
                <a:gd name="connsiteX24" fmla="*/ 2927217 w 3635075"/>
                <a:gd name="connsiteY24" fmla="*/ 4018999 h 4111129"/>
                <a:gd name="connsiteX25" fmla="*/ 2495417 w 3635075"/>
                <a:gd name="connsiteY25" fmla="*/ 4018998 h 4111129"/>
                <a:gd name="connsiteX26" fmla="*/ 2127117 w 3635075"/>
                <a:gd name="connsiteY26" fmla="*/ 4044398 h 4111129"/>
                <a:gd name="connsiteX27" fmla="*/ 1746117 w 3635075"/>
                <a:gd name="connsiteY27" fmla="*/ 4044398 h 4111129"/>
                <a:gd name="connsiteX28" fmla="*/ 1314317 w 3635075"/>
                <a:gd name="connsiteY28" fmla="*/ 4044398 h 4111129"/>
                <a:gd name="connsiteX29" fmla="*/ 920617 w 3635075"/>
                <a:gd name="connsiteY29" fmla="*/ 4018998 h 4111129"/>
                <a:gd name="connsiteX30" fmla="*/ 452374 w 3635075"/>
                <a:gd name="connsiteY30" fmla="*/ 3843958 h 4111129"/>
                <a:gd name="connsiteX31" fmla="*/ 247517 w 3635075"/>
                <a:gd name="connsiteY31" fmla="*/ 3549098 h 4111129"/>
                <a:gd name="connsiteX32" fmla="*/ 234817 w 3635075"/>
                <a:gd name="connsiteY32" fmla="*/ 3104598 h 4111129"/>
                <a:gd name="connsiteX33" fmla="*/ 249174 w 3635075"/>
                <a:gd name="connsiteY33" fmla="*/ 2687706 h 4111129"/>
                <a:gd name="connsiteX0" fmla="*/ 249174 w 3635075"/>
                <a:gd name="connsiteY0" fmla="*/ 2687706 h 4116770"/>
                <a:gd name="connsiteX1" fmla="*/ 234817 w 3635075"/>
                <a:gd name="connsiteY1" fmla="*/ 2279098 h 4116770"/>
                <a:gd name="connsiteX2" fmla="*/ 209417 w 3635075"/>
                <a:gd name="connsiteY2" fmla="*/ 1948898 h 4116770"/>
                <a:gd name="connsiteX3" fmla="*/ 222117 w 3635075"/>
                <a:gd name="connsiteY3" fmla="*/ 1567898 h 4116770"/>
                <a:gd name="connsiteX4" fmla="*/ 107816 w 3635075"/>
                <a:gd name="connsiteY4" fmla="*/ 1123399 h 4116770"/>
                <a:gd name="connsiteX5" fmla="*/ 120517 w 3635075"/>
                <a:gd name="connsiteY5" fmla="*/ 716998 h 4116770"/>
                <a:gd name="connsiteX6" fmla="*/ 361817 w 3635075"/>
                <a:gd name="connsiteY6" fmla="*/ 335997 h 4116770"/>
                <a:gd name="connsiteX7" fmla="*/ 1669916 w 3635075"/>
                <a:gd name="connsiteY7" fmla="*/ 1618699 h 4116770"/>
                <a:gd name="connsiteX8" fmla="*/ 1784216 w 3635075"/>
                <a:gd name="connsiteY8" fmla="*/ 1199599 h 4116770"/>
                <a:gd name="connsiteX9" fmla="*/ 1746116 w 3635075"/>
                <a:gd name="connsiteY9" fmla="*/ 882099 h 4116770"/>
                <a:gd name="connsiteX10" fmla="*/ 1669916 w 3635075"/>
                <a:gd name="connsiteY10" fmla="*/ 462999 h 4116770"/>
                <a:gd name="connsiteX11" fmla="*/ 1898516 w 3635075"/>
                <a:gd name="connsiteY11" fmla="*/ 5799 h 4116770"/>
                <a:gd name="connsiteX12" fmla="*/ 2101716 w 3635075"/>
                <a:gd name="connsiteY12" fmla="*/ 437599 h 4116770"/>
                <a:gd name="connsiteX13" fmla="*/ 2089016 w 3635075"/>
                <a:gd name="connsiteY13" fmla="*/ 805899 h 4116770"/>
                <a:gd name="connsiteX14" fmla="*/ 2177916 w 3635075"/>
                <a:gd name="connsiteY14" fmla="*/ 1123399 h 4116770"/>
                <a:gd name="connsiteX15" fmla="*/ 2101716 w 3635075"/>
                <a:gd name="connsiteY15" fmla="*/ 1491699 h 4116770"/>
                <a:gd name="connsiteX16" fmla="*/ 2152516 w 3635075"/>
                <a:gd name="connsiteY16" fmla="*/ 1834599 h 4116770"/>
                <a:gd name="connsiteX17" fmla="*/ 2203316 w 3635075"/>
                <a:gd name="connsiteY17" fmla="*/ 2152099 h 4116770"/>
                <a:gd name="connsiteX18" fmla="*/ 2711316 w 3635075"/>
                <a:gd name="connsiteY18" fmla="*/ 2177499 h 4116770"/>
                <a:gd name="connsiteX19" fmla="*/ 3168516 w 3635075"/>
                <a:gd name="connsiteY19" fmla="*/ 2304499 h 4116770"/>
                <a:gd name="connsiteX20" fmla="*/ 3365091 w 3635075"/>
                <a:gd name="connsiteY20" fmla="*/ 2586106 h 4116770"/>
                <a:gd name="connsiteX21" fmla="*/ 3549517 w 3635075"/>
                <a:gd name="connsiteY21" fmla="*/ 3091899 h 4116770"/>
                <a:gd name="connsiteX22" fmla="*/ 3473317 w 3635075"/>
                <a:gd name="connsiteY22" fmla="*/ 3498299 h 4116770"/>
                <a:gd name="connsiteX23" fmla="*/ 3301591 w 3635075"/>
                <a:gd name="connsiteY23" fmla="*/ 3843958 h 4116770"/>
                <a:gd name="connsiteX24" fmla="*/ 2927217 w 3635075"/>
                <a:gd name="connsiteY24" fmla="*/ 4018999 h 4116770"/>
                <a:gd name="connsiteX25" fmla="*/ 2495417 w 3635075"/>
                <a:gd name="connsiteY25" fmla="*/ 4018998 h 4116770"/>
                <a:gd name="connsiteX26" fmla="*/ 2127117 w 3635075"/>
                <a:gd name="connsiteY26" fmla="*/ 4044398 h 4116770"/>
                <a:gd name="connsiteX27" fmla="*/ 1746117 w 3635075"/>
                <a:gd name="connsiteY27" fmla="*/ 4044398 h 4116770"/>
                <a:gd name="connsiteX28" fmla="*/ 1314317 w 3635075"/>
                <a:gd name="connsiteY28" fmla="*/ 4044398 h 4116770"/>
                <a:gd name="connsiteX29" fmla="*/ 920617 w 3635075"/>
                <a:gd name="connsiteY29" fmla="*/ 4018998 h 4116770"/>
                <a:gd name="connsiteX30" fmla="*/ 452374 w 3635075"/>
                <a:gd name="connsiteY30" fmla="*/ 3843958 h 4116770"/>
                <a:gd name="connsiteX31" fmla="*/ 247517 w 3635075"/>
                <a:gd name="connsiteY31" fmla="*/ 3549098 h 4116770"/>
                <a:gd name="connsiteX32" fmla="*/ 234817 w 3635075"/>
                <a:gd name="connsiteY32" fmla="*/ 3104598 h 4116770"/>
                <a:gd name="connsiteX33" fmla="*/ 249174 w 3635075"/>
                <a:gd name="connsiteY33" fmla="*/ 2687706 h 4116770"/>
                <a:gd name="connsiteX0" fmla="*/ 249174 w 3635075"/>
                <a:gd name="connsiteY0" fmla="*/ 2687706 h 4135909"/>
                <a:gd name="connsiteX1" fmla="*/ 234817 w 3635075"/>
                <a:gd name="connsiteY1" fmla="*/ 2279098 h 4135909"/>
                <a:gd name="connsiteX2" fmla="*/ 209417 w 3635075"/>
                <a:gd name="connsiteY2" fmla="*/ 1948898 h 4135909"/>
                <a:gd name="connsiteX3" fmla="*/ 222117 w 3635075"/>
                <a:gd name="connsiteY3" fmla="*/ 1567898 h 4135909"/>
                <a:gd name="connsiteX4" fmla="*/ 107816 w 3635075"/>
                <a:gd name="connsiteY4" fmla="*/ 1123399 h 4135909"/>
                <a:gd name="connsiteX5" fmla="*/ 120517 w 3635075"/>
                <a:gd name="connsiteY5" fmla="*/ 716998 h 4135909"/>
                <a:gd name="connsiteX6" fmla="*/ 361817 w 3635075"/>
                <a:gd name="connsiteY6" fmla="*/ 335997 h 4135909"/>
                <a:gd name="connsiteX7" fmla="*/ 1669916 w 3635075"/>
                <a:gd name="connsiteY7" fmla="*/ 1618699 h 4135909"/>
                <a:gd name="connsiteX8" fmla="*/ 1784216 w 3635075"/>
                <a:gd name="connsiteY8" fmla="*/ 1199599 h 4135909"/>
                <a:gd name="connsiteX9" fmla="*/ 1746116 w 3635075"/>
                <a:gd name="connsiteY9" fmla="*/ 882099 h 4135909"/>
                <a:gd name="connsiteX10" fmla="*/ 1669916 w 3635075"/>
                <a:gd name="connsiteY10" fmla="*/ 462999 h 4135909"/>
                <a:gd name="connsiteX11" fmla="*/ 1898516 w 3635075"/>
                <a:gd name="connsiteY11" fmla="*/ 5799 h 4135909"/>
                <a:gd name="connsiteX12" fmla="*/ 2101716 w 3635075"/>
                <a:gd name="connsiteY12" fmla="*/ 437599 h 4135909"/>
                <a:gd name="connsiteX13" fmla="*/ 2089016 w 3635075"/>
                <a:gd name="connsiteY13" fmla="*/ 805899 h 4135909"/>
                <a:gd name="connsiteX14" fmla="*/ 2177916 w 3635075"/>
                <a:gd name="connsiteY14" fmla="*/ 1123399 h 4135909"/>
                <a:gd name="connsiteX15" fmla="*/ 2101716 w 3635075"/>
                <a:gd name="connsiteY15" fmla="*/ 1491699 h 4135909"/>
                <a:gd name="connsiteX16" fmla="*/ 2152516 w 3635075"/>
                <a:gd name="connsiteY16" fmla="*/ 1834599 h 4135909"/>
                <a:gd name="connsiteX17" fmla="*/ 2203316 w 3635075"/>
                <a:gd name="connsiteY17" fmla="*/ 2152099 h 4135909"/>
                <a:gd name="connsiteX18" fmla="*/ 2711316 w 3635075"/>
                <a:gd name="connsiteY18" fmla="*/ 2177499 h 4135909"/>
                <a:gd name="connsiteX19" fmla="*/ 3168516 w 3635075"/>
                <a:gd name="connsiteY19" fmla="*/ 2304499 h 4135909"/>
                <a:gd name="connsiteX20" fmla="*/ 3365091 w 3635075"/>
                <a:gd name="connsiteY20" fmla="*/ 2586106 h 4135909"/>
                <a:gd name="connsiteX21" fmla="*/ 3549517 w 3635075"/>
                <a:gd name="connsiteY21" fmla="*/ 3091899 h 4135909"/>
                <a:gd name="connsiteX22" fmla="*/ 3473317 w 3635075"/>
                <a:gd name="connsiteY22" fmla="*/ 3498299 h 4135909"/>
                <a:gd name="connsiteX23" fmla="*/ 3301591 w 3635075"/>
                <a:gd name="connsiteY23" fmla="*/ 3843958 h 4135909"/>
                <a:gd name="connsiteX24" fmla="*/ 2927217 w 3635075"/>
                <a:gd name="connsiteY24" fmla="*/ 4018999 h 4135909"/>
                <a:gd name="connsiteX25" fmla="*/ 2495417 w 3635075"/>
                <a:gd name="connsiteY25" fmla="*/ 4018998 h 4135909"/>
                <a:gd name="connsiteX26" fmla="*/ 2127117 w 3635075"/>
                <a:gd name="connsiteY26" fmla="*/ 4044398 h 4135909"/>
                <a:gd name="connsiteX27" fmla="*/ 1746117 w 3635075"/>
                <a:gd name="connsiteY27" fmla="*/ 4044398 h 4135909"/>
                <a:gd name="connsiteX28" fmla="*/ 1314317 w 3635075"/>
                <a:gd name="connsiteY28" fmla="*/ 4044398 h 4135909"/>
                <a:gd name="connsiteX29" fmla="*/ 920617 w 3635075"/>
                <a:gd name="connsiteY29" fmla="*/ 4018998 h 4135909"/>
                <a:gd name="connsiteX30" fmla="*/ 452374 w 3635075"/>
                <a:gd name="connsiteY30" fmla="*/ 3843958 h 4135909"/>
                <a:gd name="connsiteX31" fmla="*/ 247517 w 3635075"/>
                <a:gd name="connsiteY31" fmla="*/ 3549098 h 4135909"/>
                <a:gd name="connsiteX32" fmla="*/ 234817 w 3635075"/>
                <a:gd name="connsiteY32" fmla="*/ 3104598 h 4135909"/>
                <a:gd name="connsiteX33" fmla="*/ 249174 w 3635075"/>
                <a:gd name="connsiteY33" fmla="*/ 2687706 h 4135909"/>
                <a:gd name="connsiteX0" fmla="*/ 249174 w 3635075"/>
                <a:gd name="connsiteY0" fmla="*/ 2687706 h 4135909"/>
                <a:gd name="connsiteX1" fmla="*/ 234817 w 3635075"/>
                <a:gd name="connsiteY1" fmla="*/ 2279098 h 4135909"/>
                <a:gd name="connsiteX2" fmla="*/ 209417 w 3635075"/>
                <a:gd name="connsiteY2" fmla="*/ 1948898 h 4135909"/>
                <a:gd name="connsiteX3" fmla="*/ 222117 w 3635075"/>
                <a:gd name="connsiteY3" fmla="*/ 1567898 h 4135909"/>
                <a:gd name="connsiteX4" fmla="*/ 107816 w 3635075"/>
                <a:gd name="connsiteY4" fmla="*/ 1123399 h 4135909"/>
                <a:gd name="connsiteX5" fmla="*/ 120517 w 3635075"/>
                <a:gd name="connsiteY5" fmla="*/ 716998 h 4135909"/>
                <a:gd name="connsiteX6" fmla="*/ 361817 w 3635075"/>
                <a:gd name="connsiteY6" fmla="*/ 335997 h 4135909"/>
                <a:gd name="connsiteX7" fmla="*/ 1669916 w 3635075"/>
                <a:gd name="connsiteY7" fmla="*/ 1618699 h 4135909"/>
                <a:gd name="connsiteX8" fmla="*/ 1784216 w 3635075"/>
                <a:gd name="connsiteY8" fmla="*/ 1199599 h 4135909"/>
                <a:gd name="connsiteX9" fmla="*/ 1746116 w 3635075"/>
                <a:gd name="connsiteY9" fmla="*/ 882099 h 4135909"/>
                <a:gd name="connsiteX10" fmla="*/ 1669916 w 3635075"/>
                <a:gd name="connsiteY10" fmla="*/ 462999 h 4135909"/>
                <a:gd name="connsiteX11" fmla="*/ 1898516 w 3635075"/>
                <a:gd name="connsiteY11" fmla="*/ 5799 h 4135909"/>
                <a:gd name="connsiteX12" fmla="*/ 2101716 w 3635075"/>
                <a:gd name="connsiteY12" fmla="*/ 437599 h 4135909"/>
                <a:gd name="connsiteX13" fmla="*/ 2089016 w 3635075"/>
                <a:gd name="connsiteY13" fmla="*/ 805899 h 4135909"/>
                <a:gd name="connsiteX14" fmla="*/ 2177916 w 3635075"/>
                <a:gd name="connsiteY14" fmla="*/ 1123399 h 4135909"/>
                <a:gd name="connsiteX15" fmla="*/ 2101716 w 3635075"/>
                <a:gd name="connsiteY15" fmla="*/ 1491699 h 4135909"/>
                <a:gd name="connsiteX16" fmla="*/ 2152516 w 3635075"/>
                <a:gd name="connsiteY16" fmla="*/ 1834599 h 4135909"/>
                <a:gd name="connsiteX17" fmla="*/ 2203316 w 3635075"/>
                <a:gd name="connsiteY17" fmla="*/ 2152099 h 4135909"/>
                <a:gd name="connsiteX18" fmla="*/ 2711316 w 3635075"/>
                <a:gd name="connsiteY18" fmla="*/ 2177499 h 4135909"/>
                <a:gd name="connsiteX19" fmla="*/ 3168516 w 3635075"/>
                <a:gd name="connsiteY19" fmla="*/ 2304499 h 4135909"/>
                <a:gd name="connsiteX20" fmla="*/ 3365091 w 3635075"/>
                <a:gd name="connsiteY20" fmla="*/ 2586106 h 4135909"/>
                <a:gd name="connsiteX21" fmla="*/ 3549517 w 3635075"/>
                <a:gd name="connsiteY21" fmla="*/ 3091899 h 4135909"/>
                <a:gd name="connsiteX22" fmla="*/ 3473317 w 3635075"/>
                <a:gd name="connsiteY22" fmla="*/ 3498299 h 4135909"/>
                <a:gd name="connsiteX23" fmla="*/ 3301591 w 3635075"/>
                <a:gd name="connsiteY23" fmla="*/ 3843958 h 4135909"/>
                <a:gd name="connsiteX24" fmla="*/ 2927217 w 3635075"/>
                <a:gd name="connsiteY24" fmla="*/ 4018999 h 4135909"/>
                <a:gd name="connsiteX25" fmla="*/ 2495417 w 3635075"/>
                <a:gd name="connsiteY25" fmla="*/ 4018998 h 4135909"/>
                <a:gd name="connsiteX26" fmla="*/ 2127117 w 3635075"/>
                <a:gd name="connsiteY26" fmla="*/ 4044398 h 4135909"/>
                <a:gd name="connsiteX27" fmla="*/ 1746117 w 3635075"/>
                <a:gd name="connsiteY27" fmla="*/ 4044398 h 4135909"/>
                <a:gd name="connsiteX28" fmla="*/ 1314317 w 3635075"/>
                <a:gd name="connsiteY28" fmla="*/ 4044398 h 4135909"/>
                <a:gd name="connsiteX29" fmla="*/ 920617 w 3635075"/>
                <a:gd name="connsiteY29" fmla="*/ 4018998 h 4135909"/>
                <a:gd name="connsiteX30" fmla="*/ 452374 w 3635075"/>
                <a:gd name="connsiteY30" fmla="*/ 3843958 h 4135909"/>
                <a:gd name="connsiteX31" fmla="*/ 247517 w 3635075"/>
                <a:gd name="connsiteY31" fmla="*/ 3549098 h 4135909"/>
                <a:gd name="connsiteX32" fmla="*/ 234817 w 3635075"/>
                <a:gd name="connsiteY32" fmla="*/ 3104598 h 4135909"/>
                <a:gd name="connsiteX33" fmla="*/ 249174 w 3635075"/>
                <a:gd name="connsiteY33" fmla="*/ 2687706 h 4135909"/>
                <a:gd name="connsiteX0" fmla="*/ 249174 w 3635075"/>
                <a:gd name="connsiteY0" fmla="*/ 2687706 h 4136590"/>
                <a:gd name="connsiteX1" fmla="*/ 234817 w 3635075"/>
                <a:gd name="connsiteY1" fmla="*/ 2279098 h 4136590"/>
                <a:gd name="connsiteX2" fmla="*/ 209417 w 3635075"/>
                <a:gd name="connsiteY2" fmla="*/ 1948898 h 4136590"/>
                <a:gd name="connsiteX3" fmla="*/ 222117 w 3635075"/>
                <a:gd name="connsiteY3" fmla="*/ 1567898 h 4136590"/>
                <a:gd name="connsiteX4" fmla="*/ 107816 w 3635075"/>
                <a:gd name="connsiteY4" fmla="*/ 1123399 h 4136590"/>
                <a:gd name="connsiteX5" fmla="*/ 120517 w 3635075"/>
                <a:gd name="connsiteY5" fmla="*/ 716998 h 4136590"/>
                <a:gd name="connsiteX6" fmla="*/ 361817 w 3635075"/>
                <a:gd name="connsiteY6" fmla="*/ 335997 h 4136590"/>
                <a:gd name="connsiteX7" fmla="*/ 1669916 w 3635075"/>
                <a:gd name="connsiteY7" fmla="*/ 1618699 h 4136590"/>
                <a:gd name="connsiteX8" fmla="*/ 1784216 w 3635075"/>
                <a:gd name="connsiteY8" fmla="*/ 1199599 h 4136590"/>
                <a:gd name="connsiteX9" fmla="*/ 1746116 w 3635075"/>
                <a:gd name="connsiteY9" fmla="*/ 882099 h 4136590"/>
                <a:gd name="connsiteX10" fmla="*/ 1669916 w 3635075"/>
                <a:gd name="connsiteY10" fmla="*/ 462999 h 4136590"/>
                <a:gd name="connsiteX11" fmla="*/ 1898516 w 3635075"/>
                <a:gd name="connsiteY11" fmla="*/ 5799 h 4136590"/>
                <a:gd name="connsiteX12" fmla="*/ 2101716 w 3635075"/>
                <a:gd name="connsiteY12" fmla="*/ 437599 h 4136590"/>
                <a:gd name="connsiteX13" fmla="*/ 2089016 w 3635075"/>
                <a:gd name="connsiteY13" fmla="*/ 805899 h 4136590"/>
                <a:gd name="connsiteX14" fmla="*/ 2177916 w 3635075"/>
                <a:gd name="connsiteY14" fmla="*/ 1123399 h 4136590"/>
                <a:gd name="connsiteX15" fmla="*/ 2101716 w 3635075"/>
                <a:gd name="connsiteY15" fmla="*/ 1491699 h 4136590"/>
                <a:gd name="connsiteX16" fmla="*/ 2152516 w 3635075"/>
                <a:gd name="connsiteY16" fmla="*/ 1834599 h 4136590"/>
                <a:gd name="connsiteX17" fmla="*/ 2203316 w 3635075"/>
                <a:gd name="connsiteY17" fmla="*/ 2152099 h 4136590"/>
                <a:gd name="connsiteX18" fmla="*/ 2711316 w 3635075"/>
                <a:gd name="connsiteY18" fmla="*/ 2177499 h 4136590"/>
                <a:gd name="connsiteX19" fmla="*/ 3168516 w 3635075"/>
                <a:gd name="connsiteY19" fmla="*/ 2304499 h 4136590"/>
                <a:gd name="connsiteX20" fmla="*/ 3365091 w 3635075"/>
                <a:gd name="connsiteY20" fmla="*/ 2586106 h 4136590"/>
                <a:gd name="connsiteX21" fmla="*/ 3549517 w 3635075"/>
                <a:gd name="connsiteY21" fmla="*/ 3091899 h 4136590"/>
                <a:gd name="connsiteX22" fmla="*/ 3473317 w 3635075"/>
                <a:gd name="connsiteY22" fmla="*/ 3498299 h 4136590"/>
                <a:gd name="connsiteX23" fmla="*/ 3301591 w 3635075"/>
                <a:gd name="connsiteY23" fmla="*/ 3843958 h 4136590"/>
                <a:gd name="connsiteX24" fmla="*/ 2927217 w 3635075"/>
                <a:gd name="connsiteY24" fmla="*/ 4018999 h 4136590"/>
                <a:gd name="connsiteX25" fmla="*/ 2495417 w 3635075"/>
                <a:gd name="connsiteY25" fmla="*/ 4018998 h 4136590"/>
                <a:gd name="connsiteX26" fmla="*/ 2127117 w 3635075"/>
                <a:gd name="connsiteY26" fmla="*/ 4044398 h 4136590"/>
                <a:gd name="connsiteX27" fmla="*/ 1746117 w 3635075"/>
                <a:gd name="connsiteY27" fmla="*/ 4044398 h 4136590"/>
                <a:gd name="connsiteX28" fmla="*/ 1314317 w 3635075"/>
                <a:gd name="connsiteY28" fmla="*/ 4044398 h 4136590"/>
                <a:gd name="connsiteX29" fmla="*/ 920617 w 3635075"/>
                <a:gd name="connsiteY29" fmla="*/ 4018998 h 4136590"/>
                <a:gd name="connsiteX30" fmla="*/ 452374 w 3635075"/>
                <a:gd name="connsiteY30" fmla="*/ 3843958 h 4136590"/>
                <a:gd name="connsiteX31" fmla="*/ 247517 w 3635075"/>
                <a:gd name="connsiteY31" fmla="*/ 3549098 h 4136590"/>
                <a:gd name="connsiteX32" fmla="*/ 234817 w 3635075"/>
                <a:gd name="connsiteY32" fmla="*/ 3104598 h 4136590"/>
                <a:gd name="connsiteX33" fmla="*/ 249174 w 3635075"/>
                <a:gd name="connsiteY33" fmla="*/ 2687706 h 4136590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62349"/>
                <a:gd name="connsiteX1" fmla="*/ 234817 w 3635075"/>
                <a:gd name="connsiteY1" fmla="*/ 2279098 h 4162349"/>
                <a:gd name="connsiteX2" fmla="*/ 209417 w 3635075"/>
                <a:gd name="connsiteY2" fmla="*/ 1948898 h 4162349"/>
                <a:gd name="connsiteX3" fmla="*/ 222117 w 3635075"/>
                <a:gd name="connsiteY3" fmla="*/ 1567898 h 4162349"/>
                <a:gd name="connsiteX4" fmla="*/ 107816 w 3635075"/>
                <a:gd name="connsiteY4" fmla="*/ 1123399 h 4162349"/>
                <a:gd name="connsiteX5" fmla="*/ 120517 w 3635075"/>
                <a:gd name="connsiteY5" fmla="*/ 716998 h 4162349"/>
                <a:gd name="connsiteX6" fmla="*/ 361817 w 3635075"/>
                <a:gd name="connsiteY6" fmla="*/ 335997 h 4162349"/>
                <a:gd name="connsiteX7" fmla="*/ 1669916 w 3635075"/>
                <a:gd name="connsiteY7" fmla="*/ 1618699 h 4162349"/>
                <a:gd name="connsiteX8" fmla="*/ 1784216 w 3635075"/>
                <a:gd name="connsiteY8" fmla="*/ 1199599 h 4162349"/>
                <a:gd name="connsiteX9" fmla="*/ 1746116 w 3635075"/>
                <a:gd name="connsiteY9" fmla="*/ 882099 h 4162349"/>
                <a:gd name="connsiteX10" fmla="*/ 1669916 w 3635075"/>
                <a:gd name="connsiteY10" fmla="*/ 462999 h 4162349"/>
                <a:gd name="connsiteX11" fmla="*/ 1898516 w 3635075"/>
                <a:gd name="connsiteY11" fmla="*/ 5799 h 4162349"/>
                <a:gd name="connsiteX12" fmla="*/ 2101716 w 3635075"/>
                <a:gd name="connsiteY12" fmla="*/ 437599 h 4162349"/>
                <a:gd name="connsiteX13" fmla="*/ 2089016 w 3635075"/>
                <a:gd name="connsiteY13" fmla="*/ 805899 h 4162349"/>
                <a:gd name="connsiteX14" fmla="*/ 2177916 w 3635075"/>
                <a:gd name="connsiteY14" fmla="*/ 1123399 h 4162349"/>
                <a:gd name="connsiteX15" fmla="*/ 2101716 w 3635075"/>
                <a:gd name="connsiteY15" fmla="*/ 1491699 h 4162349"/>
                <a:gd name="connsiteX16" fmla="*/ 2152516 w 3635075"/>
                <a:gd name="connsiteY16" fmla="*/ 1834599 h 4162349"/>
                <a:gd name="connsiteX17" fmla="*/ 2203316 w 3635075"/>
                <a:gd name="connsiteY17" fmla="*/ 2152099 h 4162349"/>
                <a:gd name="connsiteX18" fmla="*/ 2711316 w 3635075"/>
                <a:gd name="connsiteY18" fmla="*/ 2177499 h 4162349"/>
                <a:gd name="connsiteX19" fmla="*/ 3168516 w 3635075"/>
                <a:gd name="connsiteY19" fmla="*/ 2304499 h 4162349"/>
                <a:gd name="connsiteX20" fmla="*/ 3365091 w 3635075"/>
                <a:gd name="connsiteY20" fmla="*/ 2586106 h 4162349"/>
                <a:gd name="connsiteX21" fmla="*/ 3549517 w 3635075"/>
                <a:gd name="connsiteY21" fmla="*/ 3091899 h 4162349"/>
                <a:gd name="connsiteX22" fmla="*/ 3473317 w 3635075"/>
                <a:gd name="connsiteY22" fmla="*/ 3498299 h 4162349"/>
                <a:gd name="connsiteX23" fmla="*/ 3301591 w 3635075"/>
                <a:gd name="connsiteY23" fmla="*/ 3843958 h 4162349"/>
                <a:gd name="connsiteX24" fmla="*/ 2927217 w 3635075"/>
                <a:gd name="connsiteY24" fmla="*/ 4018999 h 4162349"/>
                <a:gd name="connsiteX25" fmla="*/ 2495417 w 3635075"/>
                <a:gd name="connsiteY25" fmla="*/ 4018998 h 4162349"/>
                <a:gd name="connsiteX26" fmla="*/ 2127117 w 3635075"/>
                <a:gd name="connsiteY26" fmla="*/ 4044398 h 4162349"/>
                <a:gd name="connsiteX27" fmla="*/ 1746117 w 3635075"/>
                <a:gd name="connsiteY27" fmla="*/ 4044398 h 4162349"/>
                <a:gd name="connsiteX28" fmla="*/ 1314317 w 3635075"/>
                <a:gd name="connsiteY28" fmla="*/ 4044398 h 4162349"/>
                <a:gd name="connsiteX29" fmla="*/ 920617 w 3635075"/>
                <a:gd name="connsiteY29" fmla="*/ 4018998 h 4162349"/>
                <a:gd name="connsiteX30" fmla="*/ 452374 w 3635075"/>
                <a:gd name="connsiteY30" fmla="*/ 3843958 h 4162349"/>
                <a:gd name="connsiteX31" fmla="*/ 247517 w 3635075"/>
                <a:gd name="connsiteY31" fmla="*/ 3549098 h 4162349"/>
                <a:gd name="connsiteX32" fmla="*/ 234817 w 3635075"/>
                <a:gd name="connsiteY32" fmla="*/ 3104598 h 4162349"/>
                <a:gd name="connsiteX33" fmla="*/ 249174 w 3635075"/>
                <a:gd name="connsiteY33" fmla="*/ 2687706 h 4162349"/>
                <a:gd name="connsiteX0" fmla="*/ 249174 w 3635075"/>
                <a:gd name="connsiteY0" fmla="*/ 2687706 h 4185223"/>
                <a:gd name="connsiteX1" fmla="*/ 234817 w 3635075"/>
                <a:gd name="connsiteY1" fmla="*/ 2279098 h 4185223"/>
                <a:gd name="connsiteX2" fmla="*/ 209417 w 3635075"/>
                <a:gd name="connsiteY2" fmla="*/ 1948898 h 4185223"/>
                <a:gd name="connsiteX3" fmla="*/ 222117 w 3635075"/>
                <a:gd name="connsiteY3" fmla="*/ 1567898 h 4185223"/>
                <a:gd name="connsiteX4" fmla="*/ 107816 w 3635075"/>
                <a:gd name="connsiteY4" fmla="*/ 1123399 h 4185223"/>
                <a:gd name="connsiteX5" fmla="*/ 120517 w 3635075"/>
                <a:gd name="connsiteY5" fmla="*/ 716998 h 4185223"/>
                <a:gd name="connsiteX6" fmla="*/ 361817 w 3635075"/>
                <a:gd name="connsiteY6" fmla="*/ 335997 h 4185223"/>
                <a:gd name="connsiteX7" fmla="*/ 1669916 w 3635075"/>
                <a:gd name="connsiteY7" fmla="*/ 1618699 h 4185223"/>
                <a:gd name="connsiteX8" fmla="*/ 1784216 w 3635075"/>
                <a:gd name="connsiteY8" fmla="*/ 1199599 h 4185223"/>
                <a:gd name="connsiteX9" fmla="*/ 1746116 w 3635075"/>
                <a:gd name="connsiteY9" fmla="*/ 882099 h 4185223"/>
                <a:gd name="connsiteX10" fmla="*/ 1669916 w 3635075"/>
                <a:gd name="connsiteY10" fmla="*/ 462999 h 4185223"/>
                <a:gd name="connsiteX11" fmla="*/ 1898516 w 3635075"/>
                <a:gd name="connsiteY11" fmla="*/ 5799 h 4185223"/>
                <a:gd name="connsiteX12" fmla="*/ 2101716 w 3635075"/>
                <a:gd name="connsiteY12" fmla="*/ 437599 h 4185223"/>
                <a:gd name="connsiteX13" fmla="*/ 2089016 w 3635075"/>
                <a:gd name="connsiteY13" fmla="*/ 805899 h 4185223"/>
                <a:gd name="connsiteX14" fmla="*/ 2177916 w 3635075"/>
                <a:gd name="connsiteY14" fmla="*/ 1123399 h 4185223"/>
                <a:gd name="connsiteX15" fmla="*/ 2101716 w 3635075"/>
                <a:gd name="connsiteY15" fmla="*/ 1491699 h 4185223"/>
                <a:gd name="connsiteX16" fmla="*/ 2152516 w 3635075"/>
                <a:gd name="connsiteY16" fmla="*/ 1834599 h 4185223"/>
                <a:gd name="connsiteX17" fmla="*/ 2203316 w 3635075"/>
                <a:gd name="connsiteY17" fmla="*/ 2152099 h 4185223"/>
                <a:gd name="connsiteX18" fmla="*/ 2711316 w 3635075"/>
                <a:gd name="connsiteY18" fmla="*/ 2177499 h 4185223"/>
                <a:gd name="connsiteX19" fmla="*/ 3168516 w 3635075"/>
                <a:gd name="connsiteY19" fmla="*/ 2304499 h 4185223"/>
                <a:gd name="connsiteX20" fmla="*/ 3365091 w 3635075"/>
                <a:gd name="connsiteY20" fmla="*/ 2586106 h 4185223"/>
                <a:gd name="connsiteX21" fmla="*/ 3549517 w 3635075"/>
                <a:gd name="connsiteY21" fmla="*/ 3091899 h 4185223"/>
                <a:gd name="connsiteX22" fmla="*/ 3473317 w 3635075"/>
                <a:gd name="connsiteY22" fmla="*/ 3498299 h 4185223"/>
                <a:gd name="connsiteX23" fmla="*/ 3301591 w 3635075"/>
                <a:gd name="connsiteY23" fmla="*/ 3843958 h 4185223"/>
                <a:gd name="connsiteX24" fmla="*/ 2927217 w 3635075"/>
                <a:gd name="connsiteY24" fmla="*/ 4018999 h 4185223"/>
                <a:gd name="connsiteX25" fmla="*/ 2495417 w 3635075"/>
                <a:gd name="connsiteY25" fmla="*/ 4018998 h 4185223"/>
                <a:gd name="connsiteX26" fmla="*/ 2127117 w 3635075"/>
                <a:gd name="connsiteY26" fmla="*/ 4044398 h 4185223"/>
                <a:gd name="connsiteX27" fmla="*/ 1746117 w 3635075"/>
                <a:gd name="connsiteY27" fmla="*/ 4044398 h 4185223"/>
                <a:gd name="connsiteX28" fmla="*/ 1314317 w 3635075"/>
                <a:gd name="connsiteY28" fmla="*/ 4044398 h 4185223"/>
                <a:gd name="connsiteX29" fmla="*/ 920617 w 3635075"/>
                <a:gd name="connsiteY29" fmla="*/ 4018998 h 4185223"/>
                <a:gd name="connsiteX30" fmla="*/ 452374 w 3635075"/>
                <a:gd name="connsiteY30" fmla="*/ 3843958 h 4185223"/>
                <a:gd name="connsiteX31" fmla="*/ 247517 w 3635075"/>
                <a:gd name="connsiteY31" fmla="*/ 3549098 h 4185223"/>
                <a:gd name="connsiteX32" fmla="*/ 234817 w 3635075"/>
                <a:gd name="connsiteY32" fmla="*/ 3104598 h 4185223"/>
                <a:gd name="connsiteX33" fmla="*/ 249174 w 3635075"/>
                <a:gd name="connsiteY33" fmla="*/ 2687706 h 4185223"/>
                <a:gd name="connsiteX0" fmla="*/ 249174 w 3635075"/>
                <a:gd name="connsiteY0" fmla="*/ 2687706 h 4185223"/>
                <a:gd name="connsiteX1" fmla="*/ 234817 w 3635075"/>
                <a:gd name="connsiteY1" fmla="*/ 2279098 h 4185223"/>
                <a:gd name="connsiteX2" fmla="*/ 209417 w 3635075"/>
                <a:gd name="connsiteY2" fmla="*/ 1948898 h 4185223"/>
                <a:gd name="connsiteX3" fmla="*/ 222117 w 3635075"/>
                <a:gd name="connsiteY3" fmla="*/ 1567898 h 4185223"/>
                <a:gd name="connsiteX4" fmla="*/ 107816 w 3635075"/>
                <a:gd name="connsiteY4" fmla="*/ 1123399 h 4185223"/>
                <a:gd name="connsiteX5" fmla="*/ 120517 w 3635075"/>
                <a:gd name="connsiteY5" fmla="*/ 716998 h 4185223"/>
                <a:gd name="connsiteX6" fmla="*/ 361817 w 3635075"/>
                <a:gd name="connsiteY6" fmla="*/ 335997 h 4185223"/>
                <a:gd name="connsiteX7" fmla="*/ 1669916 w 3635075"/>
                <a:gd name="connsiteY7" fmla="*/ 1618699 h 4185223"/>
                <a:gd name="connsiteX8" fmla="*/ 1784216 w 3635075"/>
                <a:gd name="connsiteY8" fmla="*/ 1199599 h 4185223"/>
                <a:gd name="connsiteX9" fmla="*/ 1746116 w 3635075"/>
                <a:gd name="connsiteY9" fmla="*/ 882099 h 4185223"/>
                <a:gd name="connsiteX10" fmla="*/ 1669916 w 3635075"/>
                <a:gd name="connsiteY10" fmla="*/ 462999 h 4185223"/>
                <a:gd name="connsiteX11" fmla="*/ 1898516 w 3635075"/>
                <a:gd name="connsiteY11" fmla="*/ 5799 h 4185223"/>
                <a:gd name="connsiteX12" fmla="*/ 2101716 w 3635075"/>
                <a:gd name="connsiteY12" fmla="*/ 437599 h 4185223"/>
                <a:gd name="connsiteX13" fmla="*/ 2089016 w 3635075"/>
                <a:gd name="connsiteY13" fmla="*/ 805899 h 4185223"/>
                <a:gd name="connsiteX14" fmla="*/ 2177916 w 3635075"/>
                <a:gd name="connsiteY14" fmla="*/ 1123399 h 4185223"/>
                <a:gd name="connsiteX15" fmla="*/ 2101716 w 3635075"/>
                <a:gd name="connsiteY15" fmla="*/ 1491699 h 4185223"/>
                <a:gd name="connsiteX16" fmla="*/ 2152516 w 3635075"/>
                <a:gd name="connsiteY16" fmla="*/ 1834599 h 4185223"/>
                <a:gd name="connsiteX17" fmla="*/ 2203316 w 3635075"/>
                <a:gd name="connsiteY17" fmla="*/ 2152099 h 4185223"/>
                <a:gd name="connsiteX18" fmla="*/ 2711316 w 3635075"/>
                <a:gd name="connsiteY18" fmla="*/ 2177499 h 4185223"/>
                <a:gd name="connsiteX19" fmla="*/ 3168516 w 3635075"/>
                <a:gd name="connsiteY19" fmla="*/ 2304499 h 4185223"/>
                <a:gd name="connsiteX20" fmla="*/ 3365091 w 3635075"/>
                <a:gd name="connsiteY20" fmla="*/ 2586106 h 4185223"/>
                <a:gd name="connsiteX21" fmla="*/ 3549517 w 3635075"/>
                <a:gd name="connsiteY21" fmla="*/ 3091899 h 4185223"/>
                <a:gd name="connsiteX22" fmla="*/ 3473317 w 3635075"/>
                <a:gd name="connsiteY22" fmla="*/ 3498299 h 4185223"/>
                <a:gd name="connsiteX23" fmla="*/ 3301591 w 3635075"/>
                <a:gd name="connsiteY23" fmla="*/ 3843958 h 4185223"/>
                <a:gd name="connsiteX24" fmla="*/ 2927217 w 3635075"/>
                <a:gd name="connsiteY24" fmla="*/ 4018999 h 4185223"/>
                <a:gd name="connsiteX25" fmla="*/ 2495417 w 3635075"/>
                <a:gd name="connsiteY25" fmla="*/ 4018998 h 4185223"/>
                <a:gd name="connsiteX26" fmla="*/ 2127117 w 3635075"/>
                <a:gd name="connsiteY26" fmla="*/ 4044398 h 4185223"/>
                <a:gd name="connsiteX27" fmla="*/ 1746117 w 3635075"/>
                <a:gd name="connsiteY27" fmla="*/ 4044398 h 4185223"/>
                <a:gd name="connsiteX28" fmla="*/ 1314317 w 3635075"/>
                <a:gd name="connsiteY28" fmla="*/ 4044398 h 4185223"/>
                <a:gd name="connsiteX29" fmla="*/ 920617 w 3635075"/>
                <a:gd name="connsiteY29" fmla="*/ 4018998 h 4185223"/>
                <a:gd name="connsiteX30" fmla="*/ 452374 w 3635075"/>
                <a:gd name="connsiteY30" fmla="*/ 3843958 h 4185223"/>
                <a:gd name="connsiteX31" fmla="*/ 247517 w 3635075"/>
                <a:gd name="connsiteY31" fmla="*/ 3549098 h 4185223"/>
                <a:gd name="connsiteX32" fmla="*/ 234817 w 3635075"/>
                <a:gd name="connsiteY32" fmla="*/ 3104598 h 4185223"/>
                <a:gd name="connsiteX33" fmla="*/ 249174 w 3635075"/>
                <a:gd name="connsiteY33" fmla="*/ 2687706 h 4185223"/>
                <a:gd name="connsiteX0" fmla="*/ 249174 w 3635075"/>
                <a:gd name="connsiteY0" fmla="*/ 2687706 h 4185223"/>
                <a:gd name="connsiteX1" fmla="*/ 234817 w 3635075"/>
                <a:gd name="connsiteY1" fmla="*/ 2279098 h 4185223"/>
                <a:gd name="connsiteX2" fmla="*/ 209417 w 3635075"/>
                <a:gd name="connsiteY2" fmla="*/ 1948898 h 4185223"/>
                <a:gd name="connsiteX3" fmla="*/ 222117 w 3635075"/>
                <a:gd name="connsiteY3" fmla="*/ 1567898 h 4185223"/>
                <a:gd name="connsiteX4" fmla="*/ 107816 w 3635075"/>
                <a:gd name="connsiteY4" fmla="*/ 1123399 h 4185223"/>
                <a:gd name="connsiteX5" fmla="*/ 120517 w 3635075"/>
                <a:gd name="connsiteY5" fmla="*/ 716998 h 4185223"/>
                <a:gd name="connsiteX6" fmla="*/ 361817 w 3635075"/>
                <a:gd name="connsiteY6" fmla="*/ 335997 h 4185223"/>
                <a:gd name="connsiteX7" fmla="*/ 1669916 w 3635075"/>
                <a:gd name="connsiteY7" fmla="*/ 1618699 h 4185223"/>
                <a:gd name="connsiteX8" fmla="*/ 1784216 w 3635075"/>
                <a:gd name="connsiteY8" fmla="*/ 1199599 h 4185223"/>
                <a:gd name="connsiteX9" fmla="*/ 1746116 w 3635075"/>
                <a:gd name="connsiteY9" fmla="*/ 882099 h 4185223"/>
                <a:gd name="connsiteX10" fmla="*/ 1669916 w 3635075"/>
                <a:gd name="connsiteY10" fmla="*/ 462999 h 4185223"/>
                <a:gd name="connsiteX11" fmla="*/ 1898516 w 3635075"/>
                <a:gd name="connsiteY11" fmla="*/ 5799 h 4185223"/>
                <a:gd name="connsiteX12" fmla="*/ 2101716 w 3635075"/>
                <a:gd name="connsiteY12" fmla="*/ 437599 h 4185223"/>
                <a:gd name="connsiteX13" fmla="*/ 2089016 w 3635075"/>
                <a:gd name="connsiteY13" fmla="*/ 805899 h 4185223"/>
                <a:gd name="connsiteX14" fmla="*/ 2177916 w 3635075"/>
                <a:gd name="connsiteY14" fmla="*/ 1123399 h 4185223"/>
                <a:gd name="connsiteX15" fmla="*/ 2101716 w 3635075"/>
                <a:gd name="connsiteY15" fmla="*/ 1491699 h 4185223"/>
                <a:gd name="connsiteX16" fmla="*/ 2152516 w 3635075"/>
                <a:gd name="connsiteY16" fmla="*/ 1834599 h 4185223"/>
                <a:gd name="connsiteX17" fmla="*/ 2203316 w 3635075"/>
                <a:gd name="connsiteY17" fmla="*/ 2152099 h 4185223"/>
                <a:gd name="connsiteX18" fmla="*/ 2711316 w 3635075"/>
                <a:gd name="connsiteY18" fmla="*/ 2177499 h 4185223"/>
                <a:gd name="connsiteX19" fmla="*/ 3168516 w 3635075"/>
                <a:gd name="connsiteY19" fmla="*/ 2304499 h 4185223"/>
                <a:gd name="connsiteX20" fmla="*/ 3365091 w 3635075"/>
                <a:gd name="connsiteY20" fmla="*/ 2586106 h 4185223"/>
                <a:gd name="connsiteX21" fmla="*/ 3549517 w 3635075"/>
                <a:gd name="connsiteY21" fmla="*/ 3091899 h 4185223"/>
                <a:gd name="connsiteX22" fmla="*/ 3473317 w 3635075"/>
                <a:gd name="connsiteY22" fmla="*/ 3498299 h 4185223"/>
                <a:gd name="connsiteX23" fmla="*/ 3301591 w 3635075"/>
                <a:gd name="connsiteY23" fmla="*/ 3843958 h 4185223"/>
                <a:gd name="connsiteX24" fmla="*/ 2927217 w 3635075"/>
                <a:gd name="connsiteY24" fmla="*/ 4018999 h 4185223"/>
                <a:gd name="connsiteX25" fmla="*/ 2495417 w 3635075"/>
                <a:gd name="connsiteY25" fmla="*/ 4018998 h 4185223"/>
                <a:gd name="connsiteX26" fmla="*/ 2127117 w 3635075"/>
                <a:gd name="connsiteY26" fmla="*/ 4044398 h 4185223"/>
                <a:gd name="connsiteX27" fmla="*/ 1746117 w 3635075"/>
                <a:gd name="connsiteY27" fmla="*/ 4044398 h 4185223"/>
                <a:gd name="connsiteX28" fmla="*/ 1314317 w 3635075"/>
                <a:gd name="connsiteY28" fmla="*/ 4044398 h 4185223"/>
                <a:gd name="connsiteX29" fmla="*/ 920617 w 3635075"/>
                <a:gd name="connsiteY29" fmla="*/ 4018998 h 4185223"/>
                <a:gd name="connsiteX30" fmla="*/ 452374 w 3635075"/>
                <a:gd name="connsiteY30" fmla="*/ 3843958 h 4185223"/>
                <a:gd name="connsiteX31" fmla="*/ 247517 w 3635075"/>
                <a:gd name="connsiteY31" fmla="*/ 3549098 h 4185223"/>
                <a:gd name="connsiteX32" fmla="*/ 234817 w 3635075"/>
                <a:gd name="connsiteY32" fmla="*/ 3104598 h 4185223"/>
                <a:gd name="connsiteX33" fmla="*/ 249174 w 3635075"/>
                <a:gd name="connsiteY33" fmla="*/ 2687706 h 4185223"/>
                <a:gd name="connsiteX0" fmla="*/ 249174 w 3653200"/>
                <a:gd name="connsiteY0" fmla="*/ 2687706 h 4185223"/>
                <a:gd name="connsiteX1" fmla="*/ 234817 w 3653200"/>
                <a:gd name="connsiteY1" fmla="*/ 2279098 h 4185223"/>
                <a:gd name="connsiteX2" fmla="*/ 209417 w 3653200"/>
                <a:gd name="connsiteY2" fmla="*/ 1948898 h 4185223"/>
                <a:gd name="connsiteX3" fmla="*/ 222117 w 3653200"/>
                <a:gd name="connsiteY3" fmla="*/ 1567898 h 4185223"/>
                <a:gd name="connsiteX4" fmla="*/ 107816 w 3653200"/>
                <a:gd name="connsiteY4" fmla="*/ 1123399 h 4185223"/>
                <a:gd name="connsiteX5" fmla="*/ 120517 w 3653200"/>
                <a:gd name="connsiteY5" fmla="*/ 716998 h 4185223"/>
                <a:gd name="connsiteX6" fmla="*/ 361817 w 3653200"/>
                <a:gd name="connsiteY6" fmla="*/ 335997 h 4185223"/>
                <a:gd name="connsiteX7" fmla="*/ 1669916 w 3653200"/>
                <a:gd name="connsiteY7" fmla="*/ 1618699 h 4185223"/>
                <a:gd name="connsiteX8" fmla="*/ 1784216 w 3653200"/>
                <a:gd name="connsiteY8" fmla="*/ 1199599 h 4185223"/>
                <a:gd name="connsiteX9" fmla="*/ 1746116 w 3653200"/>
                <a:gd name="connsiteY9" fmla="*/ 882099 h 4185223"/>
                <a:gd name="connsiteX10" fmla="*/ 1669916 w 3653200"/>
                <a:gd name="connsiteY10" fmla="*/ 462999 h 4185223"/>
                <a:gd name="connsiteX11" fmla="*/ 1898516 w 3653200"/>
                <a:gd name="connsiteY11" fmla="*/ 5799 h 4185223"/>
                <a:gd name="connsiteX12" fmla="*/ 2101716 w 3653200"/>
                <a:gd name="connsiteY12" fmla="*/ 437599 h 4185223"/>
                <a:gd name="connsiteX13" fmla="*/ 2089016 w 3653200"/>
                <a:gd name="connsiteY13" fmla="*/ 805899 h 4185223"/>
                <a:gd name="connsiteX14" fmla="*/ 2177916 w 3653200"/>
                <a:gd name="connsiteY14" fmla="*/ 1123399 h 4185223"/>
                <a:gd name="connsiteX15" fmla="*/ 2101716 w 3653200"/>
                <a:gd name="connsiteY15" fmla="*/ 1491699 h 4185223"/>
                <a:gd name="connsiteX16" fmla="*/ 2152516 w 3653200"/>
                <a:gd name="connsiteY16" fmla="*/ 1834599 h 4185223"/>
                <a:gd name="connsiteX17" fmla="*/ 2203316 w 3653200"/>
                <a:gd name="connsiteY17" fmla="*/ 2152099 h 4185223"/>
                <a:gd name="connsiteX18" fmla="*/ 2711316 w 3653200"/>
                <a:gd name="connsiteY18" fmla="*/ 2177499 h 4185223"/>
                <a:gd name="connsiteX19" fmla="*/ 3168516 w 3653200"/>
                <a:gd name="connsiteY19" fmla="*/ 2304499 h 4185223"/>
                <a:gd name="connsiteX20" fmla="*/ 3365091 w 3653200"/>
                <a:gd name="connsiteY20" fmla="*/ 2586106 h 4185223"/>
                <a:gd name="connsiteX21" fmla="*/ 3549517 w 3653200"/>
                <a:gd name="connsiteY21" fmla="*/ 3091899 h 4185223"/>
                <a:gd name="connsiteX22" fmla="*/ 3473317 w 3653200"/>
                <a:gd name="connsiteY22" fmla="*/ 3498299 h 4185223"/>
                <a:gd name="connsiteX23" fmla="*/ 3301591 w 3653200"/>
                <a:gd name="connsiteY23" fmla="*/ 3843958 h 4185223"/>
                <a:gd name="connsiteX24" fmla="*/ 2927217 w 3653200"/>
                <a:gd name="connsiteY24" fmla="*/ 4018999 h 4185223"/>
                <a:gd name="connsiteX25" fmla="*/ 2495417 w 3653200"/>
                <a:gd name="connsiteY25" fmla="*/ 4018998 h 4185223"/>
                <a:gd name="connsiteX26" fmla="*/ 2127117 w 3653200"/>
                <a:gd name="connsiteY26" fmla="*/ 4044398 h 4185223"/>
                <a:gd name="connsiteX27" fmla="*/ 1746117 w 3653200"/>
                <a:gd name="connsiteY27" fmla="*/ 4044398 h 4185223"/>
                <a:gd name="connsiteX28" fmla="*/ 1314317 w 3653200"/>
                <a:gd name="connsiteY28" fmla="*/ 4044398 h 4185223"/>
                <a:gd name="connsiteX29" fmla="*/ 920617 w 3653200"/>
                <a:gd name="connsiteY29" fmla="*/ 4018998 h 4185223"/>
                <a:gd name="connsiteX30" fmla="*/ 452374 w 3653200"/>
                <a:gd name="connsiteY30" fmla="*/ 3843958 h 4185223"/>
                <a:gd name="connsiteX31" fmla="*/ 247517 w 3653200"/>
                <a:gd name="connsiteY31" fmla="*/ 3549098 h 4185223"/>
                <a:gd name="connsiteX32" fmla="*/ 234817 w 3653200"/>
                <a:gd name="connsiteY32" fmla="*/ 3104598 h 4185223"/>
                <a:gd name="connsiteX33" fmla="*/ 249174 w 3653200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662674" h="4185223">
                  <a:moveTo>
                    <a:pt x="249174" y="2687706"/>
                  </a:moveTo>
                  <a:cubicBezTo>
                    <a:pt x="20298" y="2547546"/>
                    <a:pt x="213927" y="2453033"/>
                    <a:pt x="234817" y="2279098"/>
                  </a:cubicBezTo>
                  <a:cubicBezTo>
                    <a:pt x="27108" y="2041663"/>
                    <a:pt x="173434" y="2111881"/>
                    <a:pt x="209417" y="1948898"/>
                  </a:cubicBezTo>
                  <a:cubicBezTo>
                    <a:pt x="29500" y="1697015"/>
                    <a:pt x="230584" y="1705481"/>
                    <a:pt x="222117" y="1567898"/>
                  </a:cubicBezTo>
                  <a:cubicBezTo>
                    <a:pt x="-65750" y="1404915"/>
                    <a:pt x="124749" y="1265216"/>
                    <a:pt x="107816" y="1123399"/>
                  </a:cubicBezTo>
                  <a:cubicBezTo>
                    <a:pt x="-125017" y="867282"/>
                    <a:pt x="86650" y="848232"/>
                    <a:pt x="120517" y="716998"/>
                  </a:cubicBezTo>
                  <a:cubicBezTo>
                    <a:pt x="52508" y="591746"/>
                    <a:pt x="-45595" y="291179"/>
                    <a:pt x="361817" y="335997"/>
                  </a:cubicBezTo>
                  <a:cubicBezTo>
                    <a:pt x="565017" y="369864"/>
                    <a:pt x="1432850" y="1474765"/>
                    <a:pt x="1669916" y="1618699"/>
                  </a:cubicBezTo>
                  <a:cubicBezTo>
                    <a:pt x="1513282" y="1483233"/>
                    <a:pt x="1716483" y="1205949"/>
                    <a:pt x="1784216" y="1199599"/>
                  </a:cubicBezTo>
                  <a:cubicBezTo>
                    <a:pt x="1851949" y="1193249"/>
                    <a:pt x="1661449" y="987932"/>
                    <a:pt x="1746116" y="882099"/>
                  </a:cubicBezTo>
                  <a:cubicBezTo>
                    <a:pt x="1779983" y="827066"/>
                    <a:pt x="1479416" y="613282"/>
                    <a:pt x="1669916" y="462999"/>
                  </a:cubicBezTo>
                  <a:cubicBezTo>
                    <a:pt x="1771516" y="388916"/>
                    <a:pt x="1733416" y="-55584"/>
                    <a:pt x="1898516" y="5799"/>
                  </a:cubicBezTo>
                  <a:cubicBezTo>
                    <a:pt x="2251999" y="22733"/>
                    <a:pt x="2029749" y="367749"/>
                    <a:pt x="2101716" y="437599"/>
                  </a:cubicBezTo>
                  <a:cubicBezTo>
                    <a:pt x="2249882" y="515916"/>
                    <a:pt x="2044566" y="738166"/>
                    <a:pt x="2089016" y="805899"/>
                  </a:cubicBezTo>
                  <a:cubicBezTo>
                    <a:pt x="2184266" y="848232"/>
                    <a:pt x="2141933" y="1023916"/>
                    <a:pt x="2177916" y="1123399"/>
                  </a:cubicBezTo>
                  <a:cubicBezTo>
                    <a:pt x="2467899" y="1316016"/>
                    <a:pt x="2059383" y="1407032"/>
                    <a:pt x="2101716" y="1491699"/>
                  </a:cubicBezTo>
                  <a:cubicBezTo>
                    <a:pt x="2309149" y="1576366"/>
                    <a:pt x="2108066" y="1749932"/>
                    <a:pt x="2152516" y="1834599"/>
                  </a:cubicBezTo>
                  <a:cubicBezTo>
                    <a:pt x="2298566" y="1919266"/>
                    <a:pt x="2080549" y="2111882"/>
                    <a:pt x="2203316" y="2152099"/>
                  </a:cubicBezTo>
                  <a:cubicBezTo>
                    <a:pt x="2326083" y="2192316"/>
                    <a:pt x="2393816" y="1967949"/>
                    <a:pt x="2711316" y="2177499"/>
                  </a:cubicBezTo>
                  <a:cubicBezTo>
                    <a:pt x="2711316" y="2082249"/>
                    <a:pt x="2960070" y="1846931"/>
                    <a:pt x="3168516" y="2304499"/>
                  </a:cubicBezTo>
                  <a:cubicBezTo>
                    <a:pt x="3513441" y="2233268"/>
                    <a:pt x="3426566" y="2530337"/>
                    <a:pt x="3365091" y="2586106"/>
                  </a:cubicBezTo>
                  <a:cubicBezTo>
                    <a:pt x="3864624" y="3041190"/>
                    <a:pt x="3510313" y="2944100"/>
                    <a:pt x="3549517" y="3091899"/>
                  </a:cubicBezTo>
                  <a:cubicBezTo>
                    <a:pt x="3817321" y="3430198"/>
                    <a:pt x="3533688" y="3406823"/>
                    <a:pt x="3473317" y="3498299"/>
                  </a:cubicBezTo>
                  <a:cubicBezTo>
                    <a:pt x="3657375" y="3829419"/>
                    <a:pt x="3358833" y="3728738"/>
                    <a:pt x="3301591" y="3843958"/>
                  </a:cubicBezTo>
                  <a:cubicBezTo>
                    <a:pt x="3243429" y="4074307"/>
                    <a:pt x="3050996" y="3989826"/>
                    <a:pt x="2927217" y="4018999"/>
                  </a:cubicBezTo>
                  <a:cubicBezTo>
                    <a:pt x="2689138" y="4213272"/>
                    <a:pt x="2622417" y="4010532"/>
                    <a:pt x="2495417" y="4018998"/>
                  </a:cubicBezTo>
                  <a:cubicBezTo>
                    <a:pt x="2292217" y="4230664"/>
                    <a:pt x="2256234" y="4116365"/>
                    <a:pt x="2127117" y="4044398"/>
                  </a:cubicBezTo>
                  <a:cubicBezTo>
                    <a:pt x="1782100" y="4277231"/>
                    <a:pt x="1881584" y="4103665"/>
                    <a:pt x="1746117" y="4044398"/>
                  </a:cubicBezTo>
                  <a:cubicBezTo>
                    <a:pt x="1407450" y="4302631"/>
                    <a:pt x="1375700" y="4145998"/>
                    <a:pt x="1314317" y="4044398"/>
                  </a:cubicBezTo>
                  <a:cubicBezTo>
                    <a:pt x="1011634" y="4209498"/>
                    <a:pt x="1028291" y="4120138"/>
                    <a:pt x="920617" y="4018998"/>
                  </a:cubicBezTo>
                  <a:cubicBezTo>
                    <a:pt x="485136" y="4240051"/>
                    <a:pt x="544955" y="3953105"/>
                    <a:pt x="452374" y="3843958"/>
                  </a:cubicBezTo>
                  <a:cubicBezTo>
                    <a:pt x="142328" y="3815981"/>
                    <a:pt x="283777" y="3672325"/>
                    <a:pt x="247517" y="3549098"/>
                  </a:cubicBezTo>
                  <a:cubicBezTo>
                    <a:pt x="46158" y="3260771"/>
                    <a:pt x="245124" y="3231230"/>
                    <a:pt x="234817" y="3104598"/>
                  </a:cubicBezTo>
                  <a:cubicBezTo>
                    <a:pt x="11003" y="2876734"/>
                    <a:pt x="244388" y="2826670"/>
                    <a:pt x="249174" y="268770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Isosceles Triangle 3">
              <a:extLst>
                <a:ext uri="{FF2B5EF4-FFF2-40B4-BE49-F238E27FC236}">
                  <a16:creationId xmlns:a16="http://schemas.microsoft.com/office/drawing/2014/main" id="{401AFE27-F4E6-4B90-9F56-331B882F22CF}"/>
                </a:ext>
              </a:extLst>
            </p:cNvPr>
            <p:cNvSpPr/>
            <p:nvPr/>
          </p:nvSpPr>
          <p:spPr>
            <a:xfrm flipH="1">
              <a:off x="4581758" y="1094755"/>
              <a:ext cx="520441" cy="439917"/>
            </a:xfrm>
            <a:custGeom>
              <a:avLst/>
              <a:gdLst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7149"/>
                <a:gd name="connsiteY0" fmla="*/ 439561 h 439917"/>
                <a:gd name="connsiteX1" fmla="*/ 266147 w 517149"/>
                <a:gd name="connsiteY1" fmla="*/ 0 h 439917"/>
                <a:gd name="connsiteX2" fmla="*/ 516069 w 517149"/>
                <a:gd name="connsiteY2" fmla="*/ 439561 h 439917"/>
                <a:gd name="connsiteX3" fmla="*/ 0 w 517149"/>
                <a:gd name="connsiteY3" fmla="*/ 439561 h 439917"/>
                <a:gd name="connsiteX0" fmla="*/ 3292 w 520441"/>
                <a:gd name="connsiteY0" fmla="*/ 439561 h 439917"/>
                <a:gd name="connsiteX1" fmla="*/ 269439 w 520441"/>
                <a:gd name="connsiteY1" fmla="*/ 0 h 439917"/>
                <a:gd name="connsiteX2" fmla="*/ 519361 w 520441"/>
                <a:gd name="connsiteY2" fmla="*/ 439561 h 439917"/>
                <a:gd name="connsiteX3" fmla="*/ 3292 w 520441"/>
                <a:gd name="connsiteY3" fmla="*/ 439561 h 43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441" h="439917">
                  <a:moveTo>
                    <a:pt x="3292" y="439561"/>
                  </a:moveTo>
                  <a:cubicBezTo>
                    <a:pt x="-22292" y="439091"/>
                    <a:pt x="104523" y="25870"/>
                    <a:pt x="269439" y="0"/>
                  </a:cubicBezTo>
                  <a:cubicBezTo>
                    <a:pt x="517846" y="146520"/>
                    <a:pt x="524954" y="451791"/>
                    <a:pt x="519361" y="439561"/>
                  </a:cubicBezTo>
                  <a:lnTo>
                    <a:pt x="3292" y="43956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5FA7E8A0-C296-467B-B176-3B2B2553A6F8}"/>
                </a:ext>
              </a:extLst>
            </p:cNvPr>
            <p:cNvSpPr/>
            <p:nvPr/>
          </p:nvSpPr>
          <p:spPr>
            <a:xfrm>
              <a:off x="4581759" y="1808902"/>
              <a:ext cx="1575893" cy="1427784"/>
            </a:xfrm>
            <a:custGeom>
              <a:avLst/>
              <a:gdLst>
                <a:gd name="connsiteX0" fmla="*/ 0 w 1563255"/>
                <a:gd name="connsiteY0" fmla="*/ 0 h 1362075"/>
                <a:gd name="connsiteX1" fmla="*/ 1563255 w 1563255"/>
                <a:gd name="connsiteY1" fmla="*/ 0 h 1362075"/>
                <a:gd name="connsiteX2" fmla="*/ 1563255 w 1563255"/>
                <a:gd name="connsiteY2" fmla="*/ 1362075 h 1362075"/>
                <a:gd name="connsiteX3" fmla="*/ 0 w 1563255"/>
                <a:gd name="connsiteY3" fmla="*/ 1362075 h 1362075"/>
                <a:gd name="connsiteX4" fmla="*/ 0 w 1563255"/>
                <a:gd name="connsiteY4" fmla="*/ 0 h 1362075"/>
                <a:gd name="connsiteX0" fmla="*/ 123825 w 1563255"/>
                <a:gd name="connsiteY0" fmla="*/ 28575 h 1362075"/>
                <a:gd name="connsiteX1" fmla="*/ 1563255 w 1563255"/>
                <a:gd name="connsiteY1" fmla="*/ 0 h 1362075"/>
                <a:gd name="connsiteX2" fmla="*/ 1563255 w 1563255"/>
                <a:gd name="connsiteY2" fmla="*/ 1362075 h 1362075"/>
                <a:gd name="connsiteX3" fmla="*/ 0 w 1563255"/>
                <a:gd name="connsiteY3" fmla="*/ 1362075 h 1362075"/>
                <a:gd name="connsiteX4" fmla="*/ 123825 w 1563255"/>
                <a:gd name="connsiteY4" fmla="*/ 28575 h 1362075"/>
                <a:gd name="connsiteX0" fmla="*/ 123825 w 1563255"/>
                <a:gd name="connsiteY0" fmla="*/ 28575 h 1362075"/>
                <a:gd name="connsiteX1" fmla="*/ 1563255 w 1563255"/>
                <a:gd name="connsiteY1" fmla="*/ 0 h 1362075"/>
                <a:gd name="connsiteX2" fmla="*/ 1563255 w 1563255"/>
                <a:gd name="connsiteY2" fmla="*/ 1362075 h 1362075"/>
                <a:gd name="connsiteX3" fmla="*/ 0 w 1563255"/>
                <a:gd name="connsiteY3" fmla="*/ 1362075 h 1362075"/>
                <a:gd name="connsiteX4" fmla="*/ 123825 w 1563255"/>
                <a:gd name="connsiteY4" fmla="*/ 28575 h 1362075"/>
                <a:gd name="connsiteX0" fmla="*/ 226521 w 1665951"/>
                <a:gd name="connsiteY0" fmla="*/ 28575 h 1362075"/>
                <a:gd name="connsiteX1" fmla="*/ 1665951 w 1665951"/>
                <a:gd name="connsiteY1" fmla="*/ 0 h 1362075"/>
                <a:gd name="connsiteX2" fmla="*/ 1665951 w 1665951"/>
                <a:gd name="connsiteY2" fmla="*/ 1362075 h 1362075"/>
                <a:gd name="connsiteX3" fmla="*/ 102696 w 1665951"/>
                <a:gd name="connsiteY3" fmla="*/ 1362075 h 1362075"/>
                <a:gd name="connsiteX4" fmla="*/ 170526 w 1665951"/>
                <a:gd name="connsiteY4" fmla="*/ 723900 h 1362075"/>
                <a:gd name="connsiteX5" fmla="*/ 226521 w 1665951"/>
                <a:gd name="connsiteY5" fmla="*/ 28575 h 1362075"/>
                <a:gd name="connsiteX0" fmla="*/ 125294 w 1564724"/>
                <a:gd name="connsiteY0" fmla="*/ 28575 h 1362075"/>
                <a:gd name="connsiteX1" fmla="*/ 1564724 w 1564724"/>
                <a:gd name="connsiteY1" fmla="*/ 0 h 1362075"/>
                <a:gd name="connsiteX2" fmla="*/ 1564724 w 1564724"/>
                <a:gd name="connsiteY2" fmla="*/ 1362075 h 1362075"/>
                <a:gd name="connsiteX3" fmla="*/ 306269 w 1564724"/>
                <a:gd name="connsiteY3" fmla="*/ 1295400 h 1362075"/>
                <a:gd name="connsiteX4" fmla="*/ 69299 w 1564724"/>
                <a:gd name="connsiteY4" fmla="*/ 723900 h 1362075"/>
                <a:gd name="connsiteX5" fmla="*/ 125294 w 1564724"/>
                <a:gd name="connsiteY5" fmla="*/ 28575 h 1362075"/>
                <a:gd name="connsiteX0" fmla="*/ 125294 w 1564724"/>
                <a:gd name="connsiteY0" fmla="*/ 28575 h 1295400"/>
                <a:gd name="connsiteX1" fmla="*/ 1564724 w 1564724"/>
                <a:gd name="connsiteY1" fmla="*/ 0 h 1295400"/>
                <a:gd name="connsiteX2" fmla="*/ 1498049 w 1564724"/>
                <a:gd name="connsiteY2" fmla="*/ 1009650 h 1295400"/>
                <a:gd name="connsiteX3" fmla="*/ 306269 w 1564724"/>
                <a:gd name="connsiteY3" fmla="*/ 1295400 h 1295400"/>
                <a:gd name="connsiteX4" fmla="*/ 69299 w 1564724"/>
                <a:gd name="connsiteY4" fmla="*/ 723900 h 1295400"/>
                <a:gd name="connsiteX5" fmla="*/ 125294 w 1564724"/>
                <a:gd name="connsiteY5" fmla="*/ 28575 h 1295400"/>
                <a:gd name="connsiteX0" fmla="*/ 125294 w 1564724"/>
                <a:gd name="connsiteY0" fmla="*/ 28575 h 1295400"/>
                <a:gd name="connsiteX1" fmla="*/ 1564724 w 1564724"/>
                <a:gd name="connsiteY1" fmla="*/ 0 h 1295400"/>
                <a:gd name="connsiteX2" fmla="*/ 1498049 w 1564724"/>
                <a:gd name="connsiteY2" fmla="*/ 1009650 h 1295400"/>
                <a:gd name="connsiteX3" fmla="*/ 306269 w 1564724"/>
                <a:gd name="connsiteY3" fmla="*/ 1295400 h 1295400"/>
                <a:gd name="connsiteX4" fmla="*/ 69299 w 1564724"/>
                <a:gd name="connsiteY4" fmla="*/ 723900 h 1295400"/>
                <a:gd name="connsiteX5" fmla="*/ 125294 w 1564724"/>
                <a:gd name="connsiteY5" fmla="*/ 28575 h 1295400"/>
                <a:gd name="connsiteX0" fmla="*/ 125294 w 1564724"/>
                <a:gd name="connsiteY0" fmla="*/ 28575 h 1345926"/>
                <a:gd name="connsiteX1" fmla="*/ 1564724 w 1564724"/>
                <a:gd name="connsiteY1" fmla="*/ 0 h 1345926"/>
                <a:gd name="connsiteX2" fmla="*/ 1498049 w 1564724"/>
                <a:gd name="connsiteY2" fmla="*/ 1009650 h 1345926"/>
                <a:gd name="connsiteX3" fmla="*/ 306269 w 1564724"/>
                <a:gd name="connsiteY3" fmla="*/ 1295400 h 1345926"/>
                <a:gd name="connsiteX4" fmla="*/ 69299 w 1564724"/>
                <a:gd name="connsiteY4" fmla="*/ 723900 h 1345926"/>
                <a:gd name="connsiteX5" fmla="*/ 125294 w 1564724"/>
                <a:gd name="connsiteY5" fmla="*/ 28575 h 1345926"/>
                <a:gd name="connsiteX0" fmla="*/ 164576 w 1508756"/>
                <a:gd name="connsiteY0" fmla="*/ 47625 h 1345926"/>
                <a:gd name="connsiteX1" fmla="*/ 1508756 w 1508756"/>
                <a:gd name="connsiteY1" fmla="*/ 0 h 1345926"/>
                <a:gd name="connsiteX2" fmla="*/ 1442081 w 1508756"/>
                <a:gd name="connsiteY2" fmla="*/ 1009650 h 1345926"/>
                <a:gd name="connsiteX3" fmla="*/ 250301 w 1508756"/>
                <a:gd name="connsiteY3" fmla="*/ 1295400 h 1345926"/>
                <a:gd name="connsiteX4" fmla="*/ 13331 w 1508756"/>
                <a:gd name="connsiteY4" fmla="*/ 723900 h 1345926"/>
                <a:gd name="connsiteX5" fmla="*/ 164576 w 1508756"/>
                <a:gd name="connsiteY5" fmla="*/ 47625 h 1345926"/>
                <a:gd name="connsiteX0" fmla="*/ 164576 w 1545180"/>
                <a:gd name="connsiteY0" fmla="*/ 47625 h 1345926"/>
                <a:gd name="connsiteX1" fmla="*/ 1508756 w 1545180"/>
                <a:gd name="connsiteY1" fmla="*/ 0 h 1345926"/>
                <a:gd name="connsiteX2" fmla="*/ 1442081 w 1545180"/>
                <a:gd name="connsiteY2" fmla="*/ 1009650 h 1345926"/>
                <a:gd name="connsiteX3" fmla="*/ 250301 w 1545180"/>
                <a:gd name="connsiteY3" fmla="*/ 1295400 h 1345926"/>
                <a:gd name="connsiteX4" fmla="*/ 13331 w 1545180"/>
                <a:gd name="connsiteY4" fmla="*/ 723900 h 1345926"/>
                <a:gd name="connsiteX5" fmla="*/ 164576 w 1545180"/>
                <a:gd name="connsiteY5" fmla="*/ 47625 h 1345926"/>
                <a:gd name="connsiteX0" fmla="*/ 164576 w 1554958"/>
                <a:gd name="connsiteY0" fmla="*/ 47625 h 1345926"/>
                <a:gd name="connsiteX1" fmla="*/ 1508756 w 1554958"/>
                <a:gd name="connsiteY1" fmla="*/ 0 h 1345926"/>
                <a:gd name="connsiteX2" fmla="*/ 1442081 w 1554958"/>
                <a:gd name="connsiteY2" fmla="*/ 1009650 h 1345926"/>
                <a:gd name="connsiteX3" fmla="*/ 250301 w 1554958"/>
                <a:gd name="connsiteY3" fmla="*/ 1295400 h 1345926"/>
                <a:gd name="connsiteX4" fmla="*/ 13331 w 1554958"/>
                <a:gd name="connsiteY4" fmla="*/ 723900 h 1345926"/>
                <a:gd name="connsiteX5" fmla="*/ 164576 w 1554958"/>
                <a:gd name="connsiteY5" fmla="*/ 47625 h 1345926"/>
                <a:gd name="connsiteX0" fmla="*/ 164576 w 1467496"/>
                <a:gd name="connsiteY0" fmla="*/ 34080 h 1332381"/>
                <a:gd name="connsiteX1" fmla="*/ 1299041 w 1467496"/>
                <a:gd name="connsiteY1" fmla="*/ 0 h 1332381"/>
                <a:gd name="connsiteX2" fmla="*/ 1442081 w 1467496"/>
                <a:gd name="connsiteY2" fmla="*/ 996105 h 1332381"/>
                <a:gd name="connsiteX3" fmla="*/ 250301 w 1467496"/>
                <a:gd name="connsiteY3" fmla="*/ 1281855 h 1332381"/>
                <a:gd name="connsiteX4" fmla="*/ 13331 w 1467496"/>
                <a:gd name="connsiteY4" fmla="*/ 710355 h 1332381"/>
                <a:gd name="connsiteX5" fmla="*/ 164576 w 1467496"/>
                <a:gd name="connsiteY5" fmla="*/ 34080 h 1332381"/>
                <a:gd name="connsiteX0" fmla="*/ 164576 w 1513197"/>
                <a:gd name="connsiteY0" fmla="*/ 34080 h 1332381"/>
                <a:gd name="connsiteX1" fmla="*/ 1299041 w 1513197"/>
                <a:gd name="connsiteY1" fmla="*/ 0 h 1332381"/>
                <a:gd name="connsiteX2" fmla="*/ 1442081 w 1513197"/>
                <a:gd name="connsiteY2" fmla="*/ 996105 h 1332381"/>
                <a:gd name="connsiteX3" fmla="*/ 250301 w 1513197"/>
                <a:gd name="connsiteY3" fmla="*/ 1281855 h 1332381"/>
                <a:gd name="connsiteX4" fmla="*/ 13331 w 1513197"/>
                <a:gd name="connsiteY4" fmla="*/ 710355 h 1332381"/>
                <a:gd name="connsiteX5" fmla="*/ 164576 w 1513197"/>
                <a:gd name="connsiteY5" fmla="*/ 34080 h 1332381"/>
                <a:gd name="connsiteX0" fmla="*/ 164576 w 1517998"/>
                <a:gd name="connsiteY0" fmla="*/ 34080 h 1332381"/>
                <a:gd name="connsiteX1" fmla="*/ 1299041 w 1517998"/>
                <a:gd name="connsiteY1" fmla="*/ 0 h 1332381"/>
                <a:gd name="connsiteX2" fmla="*/ 1442081 w 1517998"/>
                <a:gd name="connsiteY2" fmla="*/ 996105 h 1332381"/>
                <a:gd name="connsiteX3" fmla="*/ 250301 w 1517998"/>
                <a:gd name="connsiteY3" fmla="*/ 1281855 h 1332381"/>
                <a:gd name="connsiteX4" fmla="*/ 13331 w 1517998"/>
                <a:gd name="connsiteY4" fmla="*/ 710355 h 1332381"/>
                <a:gd name="connsiteX5" fmla="*/ 164576 w 1517998"/>
                <a:gd name="connsiteY5" fmla="*/ 34080 h 133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998" h="1332381">
                  <a:moveTo>
                    <a:pt x="164576" y="34080"/>
                  </a:moveTo>
                  <a:lnTo>
                    <a:pt x="1299041" y="0"/>
                  </a:lnTo>
                  <a:cubicBezTo>
                    <a:pt x="1612361" y="282371"/>
                    <a:pt x="1520231" y="835633"/>
                    <a:pt x="1442081" y="996105"/>
                  </a:cubicBezTo>
                  <a:cubicBezTo>
                    <a:pt x="968621" y="1462830"/>
                    <a:pt x="514211" y="1319955"/>
                    <a:pt x="250301" y="1281855"/>
                  </a:cubicBezTo>
                  <a:cubicBezTo>
                    <a:pt x="-6874" y="1167555"/>
                    <a:pt x="-7307" y="932605"/>
                    <a:pt x="13331" y="710355"/>
                  </a:cubicBezTo>
                  <a:cubicBezTo>
                    <a:pt x="33969" y="488105"/>
                    <a:pt x="-92599" y="146793"/>
                    <a:pt x="164576" y="3408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0A204B8-9AC0-42FB-90B1-4FF9544D1B0D}"/>
                </a:ext>
              </a:extLst>
            </p:cNvPr>
            <p:cNvSpPr/>
            <p:nvPr/>
          </p:nvSpPr>
          <p:spPr>
            <a:xfrm>
              <a:off x="5357691" y="2294101"/>
              <a:ext cx="190500" cy="2983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CD03699-6F05-4C8A-AA95-6DADFE2CE7FA}"/>
                </a:ext>
              </a:extLst>
            </p:cNvPr>
            <p:cNvSpPr/>
            <p:nvPr/>
          </p:nvSpPr>
          <p:spPr>
            <a:xfrm>
              <a:off x="4644199" y="2294101"/>
              <a:ext cx="190500" cy="2983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5D87DA18-DD06-4453-9936-0B64ADB4A845}"/>
                </a:ext>
              </a:extLst>
            </p:cNvPr>
            <p:cNvSpPr/>
            <p:nvPr/>
          </p:nvSpPr>
          <p:spPr>
            <a:xfrm>
              <a:off x="4960285" y="2544389"/>
              <a:ext cx="193147" cy="167838"/>
            </a:xfrm>
            <a:custGeom>
              <a:avLst/>
              <a:gdLst>
                <a:gd name="connsiteX0" fmla="*/ 0 w 190500"/>
                <a:gd name="connsiteY0" fmla="*/ 149189 h 298377"/>
                <a:gd name="connsiteX1" fmla="*/ 95250 w 190500"/>
                <a:gd name="connsiteY1" fmla="*/ 0 h 298377"/>
                <a:gd name="connsiteX2" fmla="*/ 190500 w 190500"/>
                <a:gd name="connsiteY2" fmla="*/ 149189 h 298377"/>
                <a:gd name="connsiteX3" fmla="*/ 95250 w 190500"/>
                <a:gd name="connsiteY3" fmla="*/ 298378 h 298377"/>
                <a:gd name="connsiteX4" fmla="*/ 0 w 190500"/>
                <a:gd name="connsiteY4" fmla="*/ 149189 h 298377"/>
                <a:gd name="connsiteX0" fmla="*/ 0 w 193147"/>
                <a:gd name="connsiteY0" fmla="*/ 18649 h 167838"/>
                <a:gd name="connsiteX1" fmla="*/ 190500 w 193147"/>
                <a:gd name="connsiteY1" fmla="*/ 18649 h 167838"/>
                <a:gd name="connsiteX2" fmla="*/ 95250 w 193147"/>
                <a:gd name="connsiteY2" fmla="*/ 167838 h 167838"/>
                <a:gd name="connsiteX3" fmla="*/ 0 w 193147"/>
                <a:gd name="connsiteY3" fmla="*/ 18649 h 1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147" h="167838">
                  <a:moveTo>
                    <a:pt x="0" y="18649"/>
                  </a:moveTo>
                  <a:cubicBezTo>
                    <a:pt x="15875" y="-6216"/>
                    <a:pt x="174625" y="-6216"/>
                    <a:pt x="190500" y="18649"/>
                  </a:cubicBezTo>
                  <a:cubicBezTo>
                    <a:pt x="206375" y="43514"/>
                    <a:pt x="147855" y="167838"/>
                    <a:pt x="95250" y="167838"/>
                  </a:cubicBezTo>
                  <a:cubicBezTo>
                    <a:pt x="42645" y="167838"/>
                    <a:pt x="0" y="101044"/>
                    <a:pt x="0" y="18649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2">
              <a:extLst>
                <a:ext uri="{FF2B5EF4-FFF2-40B4-BE49-F238E27FC236}">
                  <a16:creationId xmlns:a16="http://schemas.microsoft.com/office/drawing/2014/main" id="{EDA9ED49-A048-4B5E-A14A-A20D3E0A371A}"/>
                </a:ext>
              </a:extLst>
            </p:cNvPr>
            <p:cNvSpPr/>
            <p:nvPr/>
          </p:nvSpPr>
          <p:spPr>
            <a:xfrm>
              <a:off x="4471655" y="1281016"/>
              <a:ext cx="1572290" cy="829533"/>
            </a:xfrm>
            <a:custGeom>
              <a:avLst/>
              <a:gdLst>
                <a:gd name="connsiteX0" fmla="*/ 0 w 1143000"/>
                <a:gd name="connsiteY0" fmla="*/ 0 h 190500"/>
                <a:gd name="connsiteX1" fmla="*/ 1143000 w 1143000"/>
                <a:gd name="connsiteY1" fmla="*/ 0 h 190500"/>
                <a:gd name="connsiteX2" fmla="*/ 1143000 w 1143000"/>
                <a:gd name="connsiteY2" fmla="*/ 190500 h 190500"/>
                <a:gd name="connsiteX3" fmla="*/ 0 w 1143000"/>
                <a:gd name="connsiteY3" fmla="*/ 190500 h 190500"/>
                <a:gd name="connsiteX4" fmla="*/ 0 w 1143000"/>
                <a:gd name="connsiteY4" fmla="*/ 0 h 190500"/>
                <a:gd name="connsiteX0" fmla="*/ 82550 w 1143000"/>
                <a:gd name="connsiteY0" fmla="*/ 0 h 355600"/>
                <a:gd name="connsiteX1" fmla="*/ 1143000 w 1143000"/>
                <a:gd name="connsiteY1" fmla="*/ 165100 h 355600"/>
                <a:gd name="connsiteX2" fmla="*/ 1143000 w 1143000"/>
                <a:gd name="connsiteY2" fmla="*/ 355600 h 355600"/>
                <a:gd name="connsiteX3" fmla="*/ 0 w 1143000"/>
                <a:gd name="connsiteY3" fmla="*/ 355600 h 355600"/>
                <a:gd name="connsiteX4" fmla="*/ 82550 w 1143000"/>
                <a:gd name="connsiteY4" fmla="*/ 0 h 355600"/>
                <a:gd name="connsiteX0" fmla="*/ 318100 w 1378550"/>
                <a:gd name="connsiteY0" fmla="*/ 0 h 355600"/>
                <a:gd name="connsiteX1" fmla="*/ 1378550 w 1378550"/>
                <a:gd name="connsiteY1" fmla="*/ 165100 h 355600"/>
                <a:gd name="connsiteX2" fmla="*/ 1378550 w 1378550"/>
                <a:gd name="connsiteY2" fmla="*/ 355600 h 355600"/>
                <a:gd name="connsiteX3" fmla="*/ 235550 w 1378550"/>
                <a:gd name="connsiteY3" fmla="*/ 355600 h 355600"/>
                <a:gd name="connsiteX4" fmla="*/ 600 w 1378550"/>
                <a:gd name="connsiteY4" fmla="*/ 260350 h 355600"/>
                <a:gd name="connsiteX5" fmla="*/ 318100 w 1378550"/>
                <a:gd name="connsiteY5" fmla="*/ 0 h 355600"/>
                <a:gd name="connsiteX0" fmla="*/ 318050 w 1378500"/>
                <a:gd name="connsiteY0" fmla="*/ 0 h 501650"/>
                <a:gd name="connsiteX1" fmla="*/ 1378500 w 1378500"/>
                <a:gd name="connsiteY1" fmla="*/ 165100 h 501650"/>
                <a:gd name="connsiteX2" fmla="*/ 1378500 w 1378500"/>
                <a:gd name="connsiteY2" fmla="*/ 355600 h 501650"/>
                <a:gd name="connsiteX3" fmla="*/ 260900 w 1378500"/>
                <a:gd name="connsiteY3" fmla="*/ 501650 h 501650"/>
                <a:gd name="connsiteX4" fmla="*/ 550 w 1378500"/>
                <a:gd name="connsiteY4" fmla="*/ 260350 h 501650"/>
                <a:gd name="connsiteX5" fmla="*/ 318050 w 1378500"/>
                <a:gd name="connsiteY5" fmla="*/ 0 h 501650"/>
                <a:gd name="connsiteX0" fmla="*/ 318050 w 1378500"/>
                <a:gd name="connsiteY0" fmla="*/ 0 h 501650"/>
                <a:gd name="connsiteX1" fmla="*/ 1378500 w 1378500"/>
                <a:gd name="connsiteY1" fmla="*/ 165100 h 501650"/>
                <a:gd name="connsiteX2" fmla="*/ 1378500 w 1378500"/>
                <a:gd name="connsiteY2" fmla="*/ 355600 h 501650"/>
                <a:gd name="connsiteX3" fmla="*/ 641900 w 1378500"/>
                <a:gd name="connsiteY3" fmla="*/ 463550 h 501650"/>
                <a:gd name="connsiteX4" fmla="*/ 260900 w 1378500"/>
                <a:gd name="connsiteY4" fmla="*/ 501650 h 501650"/>
                <a:gd name="connsiteX5" fmla="*/ 550 w 1378500"/>
                <a:gd name="connsiteY5" fmla="*/ 260350 h 501650"/>
                <a:gd name="connsiteX6" fmla="*/ 318050 w 1378500"/>
                <a:gd name="connsiteY6" fmla="*/ 0 h 501650"/>
                <a:gd name="connsiteX0" fmla="*/ 318050 w 1378500"/>
                <a:gd name="connsiteY0" fmla="*/ 0 h 501650"/>
                <a:gd name="connsiteX1" fmla="*/ 1378500 w 1378500"/>
                <a:gd name="connsiteY1" fmla="*/ 165100 h 501650"/>
                <a:gd name="connsiteX2" fmla="*/ 1378500 w 1378500"/>
                <a:gd name="connsiteY2" fmla="*/ 355600 h 501650"/>
                <a:gd name="connsiteX3" fmla="*/ 1022900 w 1378500"/>
                <a:gd name="connsiteY3" fmla="*/ 457200 h 501650"/>
                <a:gd name="connsiteX4" fmla="*/ 641900 w 1378500"/>
                <a:gd name="connsiteY4" fmla="*/ 463550 h 501650"/>
                <a:gd name="connsiteX5" fmla="*/ 260900 w 1378500"/>
                <a:gd name="connsiteY5" fmla="*/ 501650 h 501650"/>
                <a:gd name="connsiteX6" fmla="*/ 550 w 1378500"/>
                <a:gd name="connsiteY6" fmla="*/ 260350 h 501650"/>
                <a:gd name="connsiteX7" fmla="*/ 318050 w 1378500"/>
                <a:gd name="connsiteY7" fmla="*/ 0 h 501650"/>
                <a:gd name="connsiteX0" fmla="*/ 318050 w 1442000"/>
                <a:gd name="connsiteY0" fmla="*/ 0 h 501650"/>
                <a:gd name="connsiteX1" fmla="*/ 1378500 w 1442000"/>
                <a:gd name="connsiteY1" fmla="*/ 165100 h 501650"/>
                <a:gd name="connsiteX2" fmla="*/ 1442000 w 1442000"/>
                <a:gd name="connsiteY2" fmla="*/ 419100 h 501650"/>
                <a:gd name="connsiteX3" fmla="*/ 1022900 w 1442000"/>
                <a:gd name="connsiteY3" fmla="*/ 457200 h 501650"/>
                <a:gd name="connsiteX4" fmla="*/ 641900 w 1442000"/>
                <a:gd name="connsiteY4" fmla="*/ 463550 h 501650"/>
                <a:gd name="connsiteX5" fmla="*/ 260900 w 1442000"/>
                <a:gd name="connsiteY5" fmla="*/ 501650 h 501650"/>
                <a:gd name="connsiteX6" fmla="*/ 550 w 1442000"/>
                <a:gd name="connsiteY6" fmla="*/ 260350 h 501650"/>
                <a:gd name="connsiteX7" fmla="*/ 318050 w 1442000"/>
                <a:gd name="connsiteY7" fmla="*/ 0 h 501650"/>
                <a:gd name="connsiteX0" fmla="*/ 318050 w 1549950"/>
                <a:gd name="connsiteY0" fmla="*/ 19050 h 520700"/>
                <a:gd name="connsiteX1" fmla="*/ 1549950 w 1549950"/>
                <a:gd name="connsiteY1" fmla="*/ 0 h 520700"/>
                <a:gd name="connsiteX2" fmla="*/ 1442000 w 1549950"/>
                <a:gd name="connsiteY2" fmla="*/ 438150 h 520700"/>
                <a:gd name="connsiteX3" fmla="*/ 1022900 w 1549950"/>
                <a:gd name="connsiteY3" fmla="*/ 476250 h 520700"/>
                <a:gd name="connsiteX4" fmla="*/ 641900 w 1549950"/>
                <a:gd name="connsiteY4" fmla="*/ 482600 h 520700"/>
                <a:gd name="connsiteX5" fmla="*/ 260900 w 1549950"/>
                <a:gd name="connsiteY5" fmla="*/ 520700 h 520700"/>
                <a:gd name="connsiteX6" fmla="*/ 550 w 1549950"/>
                <a:gd name="connsiteY6" fmla="*/ 279400 h 520700"/>
                <a:gd name="connsiteX7" fmla="*/ 318050 w 1549950"/>
                <a:gd name="connsiteY7" fmla="*/ 19050 h 520700"/>
                <a:gd name="connsiteX0" fmla="*/ 318050 w 1549950"/>
                <a:gd name="connsiteY0" fmla="*/ 120650 h 622300"/>
                <a:gd name="connsiteX1" fmla="*/ 1213400 w 1549950"/>
                <a:gd name="connsiteY1" fmla="*/ 0 h 622300"/>
                <a:gd name="connsiteX2" fmla="*/ 1549950 w 1549950"/>
                <a:gd name="connsiteY2" fmla="*/ 101600 h 622300"/>
                <a:gd name="connsiteX3" fmla="*/ 1442000 w 1549950"/>
                <a:gd name="connsiteY3" fmla="*/ 539750 h 622300"/>
                <a:gd name="connsiteX4" fmla="*/ 1022900 w 1549950"/>
                <a:gd name="connsiteY4" fmla="*/ 577850 h 622300"/>
                <a:gd name="connsiteX5" fmla="*/ 641900 w 1549950"/>
                <a:gd name="connsiteY5" fmla="*/ 584200 h 622300"/>
                <a:gd name="connsiteX6" fmla="*/ 260900 w 1549950"/>
                <a:gd name="connsiteY6" fmla="*/ 622300 h 622300"/>
                <a:gd name="connsiteX7" fmla="*/ 550 w 1549950"/>
                <a:gd name="connsiteY7" fmla="*/ 381000 h 622300"/>
                <a:gd name="connsiteX8" fmla="*/ 318050 w 1549950"/>
                <a:gd name="connsiteY8" fmla="*/ 120650 h 622300"/>
                <a:gd name="connsiteX0" fmla="*/ 318050 w 1549950"/>
                <a:gd name="connsiteY0" fmla="*/ 122784 h 624434"/>
                <a:gd name="connsiteX1" fmla="*/ 762550 w 1549950"/>
                <a:gd name="connsiteY1" fmla="*/ 27534 h 624434"/>
                <a:gd name="connsiteX2" fmla="*/ 1213400 w 1549950"/>
                <a:gd name="connsiteY2" fmla="*/ 2134 h 624434"/>
                <a:gd name="connsiteX3" fmla="*/ 1549950 w 1549950"/>
                <a:gd name="connsiteY3" fmla="*/ 103734 h 624434"/>
                <a:gd name="connsiteX4" fmla="*/ 1442000 w 1549950"/>
                <a:gd name="connsiteY4" fmla="*/ 541884 h 624434"/>
                <a:gd name="connsiteX5" fmla="*/ 1022900 w 1549950"/>
                <a:gd name="connsiteY5" fmla="*/ 579984 h 624434"/>
                <a:gd name="connsiteX6" fmla="*/ 641900 w 1549950"/>
                <a:gd name="connsiteY6" fmla="*/ 586334 h 624434"/>
                <a:gd name="connsiteX7" fmla="*/ 260900 w 1549950"/>
                <a:gd name="connsiteY7" fmla="*/ 624434 h 624434"/>
                <a:gd name="connsiteX8" fmla="*/ 550 w 1549950"/>
                <a:gd name="connsiteY8" fmla="*/ 383134 h 624434"/>
                <a:gd name="connsiteX9" fmla="*/ 318050 w 1549950"/>
                <a:gd name="connsiteY9" fmla="*/ 122784 h 624434"/>
                <a:gd name="connsiteX0" fmla="*/ 318050 w 1549950"/>
                <a:gd name="connsiteY0" fmla="*/ 239906 h 741556"/>
                <a:gd name="connsiteX1" fmla="*/ 762550 w 1549950"/>
                <a:gd name="connsiteY1" fmla="*/ 144656 h 741556"/>
                <a:gd name="connsiteX2" fmla="*/ 1213400 w 1549950"/>
                <a:gd name="connsiteY2" fmla="*/ 119256 h 741556"/>
                <a:gd name="connsiteX3" fmla="*/ 1549950 w 1549950"/>
                <a:gd name="connsiteY3" fmla="*/ 220856 h 741556"/>
                <a:gd name="connsiteX4" fmla="*/ 1442000 w 1549950"/>
                <a:gd name="connsiteY4" fmla="*/ 659006 h 741556"/>
                <a:gd name="connsiteX5" fmla="*/ 1022900 w 1549950"/>
                <a:gd name="connsiteY5" fmla="*/ 697106 h 741556"/>
                <a:gd name="connsiteX6" fmla="*/ 641900 w 1549950"/>
                <a:gd name="connsiteY6" fmla="*/ 703456 h 741556"/>
                <a:gd name="connsiteX7" fmla="*/ 260900 w 1549950"/>
                <a:gd name="connsiteY7" fmla="*/ 741556 h 741556"/>
                <a:gd name="connsiteX8" fmla="*/ 550 w 1549950"/>
                <a:gd name="connsiteY8" fmla="*/ 500256 h 741556"/>
                <a:gd name="connsiteX9" fmla="*/ 318050 w 1549950"/>
                <a:gd name="connsiteY9" fmla="*/ 239906 h 741556"/>
                <a:gd name="connsiteX0" fmla="*/ 318050 w 1549950"/>
                <a:gd name="connsiteY0" fmla="*/ 239906 h 741556"/>
                <a:gd name="connsiteX1" fmla="*/ 762550 w 1549950"/>
                <a:gd name="connsiteY1" fmla="*/ 144656 h 741556"/>
                <a:gd name="connsiteX2" fmla="*/ 1213400 w 1549950"/>
                <a:gd name="connsiteY2" fmla="*/ 119256 h 741556"/>
                <a:gd name="connsiteX3" fmla="*/ 1549950 w 1549950"/>
                <a:gd name="connsiteY3" fmla="*/ 220856 h 741556"/>
                <a:gd name="connsiteX4" fmla="*/ 1442000 w 1549950"/>
                <a:gd name="connsiteY4" fmla="*/ 659006 h 741556"/>
                <a:gd name="connsiteX5" fmla="*/ 1022900 w 1549950"/>
                <a:gd name="connsiteY5" fmla="*/ 697106 h 741556"/>
                <a:gd name="connsiteX6" fmla="*/ 641900 w 1549950"/>
                <a:gd name="connsiteY6" fmla="*/ 703456 h 741556"/>
                <a:gd name="connsiteX7" fmla="*/ 260900 w 1549950"/>
                <a:gd name="connsiteY7" fmla="*/ 741556 h 741556"/>
                <a:gd name="connsiteX8" fmla="*/ 550 w 1549950"/>
                <a:gd name="connsiteY8" fmla="*/ 500256 h 741556"/>
                <a:gd name="connsiteX9" fmla="*/ 318050 w 1549950"/>
                <a:gd name="connsiteY9" fmla="*/ 239906 h 741556"/>
                <a:gd name="connsiteX0" fmla="*/ 318050 w 1549950"/>
                <a:gd name="connsiteY0" fmla="*/ 239906 h 741556"/>
                <a:gd name="connsiteX1" fmla="*/ 762550 w 1549950"/>
                <a:gd name="connsiteY1" fmla="*/ 144656 h 741556"/>
                <a:gd name="connsiteX2" fmla="*/ 1213400 w 1549950"/>
                <a:gd name="connsiteY2" fmla="*/ 119256 h 741556"/>
                <a:gd name="connsiteX3" fmla="*/ 1549950 w 1549950"/>
                <a:gd name="connsiteY3" fmla="*/ 220856 h 741556"/>
                <a:gd name="connsiteX4" fmla="*/ 1442000 w 1549950"/>
                <a:gd name="connsiteY4" fmla="*/ 659006 h 741556"/>
                <a:gd name="connsiteX5" fmla="*/ 1022900 w 1549950"/>
                <a:gd name="connsiteY5" fmla="*/ 697106 h 741556"/>
                <a:gd name="connsiteX6" fmla="*/ 641900 w 1549950"/>
                <a:gd name="connsiteY6" fmla="*/ 703456 h 741556"/>
                <a:gd name="connsiteX7" fmla="*/ 260900 w 1549950"/>
                <a:gd name="connsiteY7" fmla="*/ 741556 h 741556"/>
                <a:gd name="connsiteX8" fmla="*/ 550 w 1549950"/>
                <a:gd name="connsiteY8" fmla="*/ 500256 h 741556"/>
                <a:gd name="connsiteX9" fmla="*/ 318050 w 1549950"/>
                <a:gd name="connsiteY9" fmla="*/ 239906 h 741556"/>
                <a:gd name="connsiteX0" fmla="*/ 318050 w 1553807"/>
                <a:gd name="connsiteY0" fmla="*/ 239906 h 741556"/>
                <a:gd name="connsiteX1" fmla="*/ 762550 w 1553807"/>
                <a:gd name="connsiteY1" fmla="*/ 144656 h 741556"/>
                <a:gd name="connsiteX2" fmla="*/ 1213400 w 1553807"/>
                <a:gd name="connsiteY2" fmla="*/ 119256 h 741556"/>
                <a:gd name="connsiteX3" fmla="*/ 1549950 w 1553807"/>
                <a:gd name="connsiteY3" fmla="*/ 220856 h 741556"/>
                <a:gd name="connsiteX4" fmla="*/ 1442000 w 1553807"/>
                <a:gd name="connsiteY4" fmla="*/ 659006 h 741556"/>
                <a:gd name="connsiteX5" fmla="*/ 1022900 w 1553807"/>
                <a:gd name="connsiteY5" fmla="*/ 697106 h 741556"/>
                <a:gd name="connsiteX6" fmla="*/ 641900 w 1553807"/>
                <a:gd name="connsiteY6" fmla="*/ 703456 h 741556"/>
                <a:gd name="connsiteX7" fmla="*/ 260900 w 1553807"/>
                <a:gd name="connsiteY7" fmla="*/ 741556 h 741556"/>
                <a:gd name="connsiteX8" fmla="*/ 550 w 1553807"/>
                <a:gd name="connsiteY8" fmla="*/ 500256 h 741556"/>
                <a:gd name="connsiteX9" fmla="*/ 318050 w 1553807"/>
                <a:gd name="connsiteY9" fmla="*/ 239906 h 741556"/>
                <a:gd name="connsiteX0" fmla="*/ 318050 w 1553807"/>
                <a:gd name="connsiteY0" fmla="*/ 239906 h 741556"/>
                <a:gd name="connsiteX1" fmla="*/ 762550 w 1553807"/>
                <a:gd name="connsiteY1" fmla="*/ 144656 h 741556"/>
                <a:gd name="connsiteX2" fmla="*/ 1213400 w 1553807"/>
                <a:gd name="connsiteY2" fmla="*/ 119256 h 741556"/>
                <a:gd name="connsiteX3" fmla="*/ 1549950 w 1553807"/>
                <a:gd name="connsiteY3" fmla="*/ 220856 h 741556"/>
                <a:gd name="connsiteX4" fmla="*/ 1442000 w 1553807"/>
                <a:gd name="connsiteY4" fmla="*/ 659006 h 741556"/>
                <a:gd name="connsiteX5" fmla="*/ 1022900 w 1553807"/>
                <a:gd name="connsiteY5" fmla="*/ 697106 h 741556"/>
                <a:gd name="connsiteX6" fmla="*/ 641900 w 1553807"/>
                <a:gd name="connsiteY6" fmla="*/ 703456 h 741556"/>
                <a:gd name="connsiteX7" fmla="*/ 260900 w 1553807"/>
                <a:gd name="connsiteY7" fmla="*/ 741556 h 741556"/>
                <a:gd name="connsiteX8" fmla="*/ 550 w 1553807"/>
                <a:gd name="connsiteY8" fmla="*/ 500256 h 741556"/>
                <a:gd name="connsiteX9" fmla="*/ 318050 w 1553807"/>
                <a:gd name="connsiteY9" fmla="*/ 239906 h 741556"/>
                <a:gd name="connsiteX0" fmla="*/ 318050 w 1553807"/>
                <a:gd name="connsiteY0" fmla="*/ 239906 h 741556"/>
                <a:gd name="connsiteX1" fmla="*/ 762550 w 1553807"/>
                <a:gd name="connsiteY1" fmla="*/ 144656 h 741556"/>
                <a:gd name="connsiteX2" fmla="*/ 1213400 w 1553807"/>
                <a:gd name="connsiteY2" fmla="*/ 119256 h 741556"/>
                <a:gd name="connsiteX3" fmla="*/ 1549950 w 1553807"/>
                <a:gd name="connsiteY3" fmla="*/ 220856 h 741556"/>
                <a:gd name="connsiteX4" fmla="*/ 1442000 w 1553807"/>
                <a:gd name="connsiteY4" fmla="*/ 659006 h 741556"/>
                <a:gd name="connsiteX5" fmla="*/ 1022900 w 1553807"/>
                <a:gd name="connsiteY5" fmla="*/ 697106 h 741556"/>
                <a:gd name="connsiteX6" fmla="*/ 641900 w 1553807"/>
                <a:gd name="connsiteY6" fmla="*/ 703456 h 741556"/>
                <a:gd name="connsiteX7" fmla="*/ 260900 w 1553807"/>
                <a:gd name="connsiteY7" fmla="*/ 741556 h 741556"/>
                <a:gd name="connsiteX8" fmla="*/ 550 w 1553807"/>
                <a:gd name="connsiteY8" fmla="*/ 500256 h 741556"/>
                <a:gd name="connsiteX9" fmla="*/ 318050 w 1553807"/>
                <a:gd name="connsiteY9" fmla="*/ 239906 h 741556"/>
                <a:gd name="connsiteX0" fmla="*/ 318851 w 1554608"/>
                <a:gd name="connsiteY0" fmla="*/ 239906 h 741556"/>
                <a:gd name="connsiteX1" fmla="*/ 763351 w 1554608"/>
                <a:gd name="connsiteY1" fmla="*/ 144656 h 741556"/>
                <a:gd name="connsiteX2" fmla="*/ 1214201 w 1554608"/>
                <a:gd name="connsiteY2" fmla="*/ 119256 h 741556"/>
                <a:gd name="connsiteX3" fmla="*/ 1550751 w 1554608"/>
                <a:gd name="connsiteY3" fmla="*/ 220856 h 741556"/>
                <a:gd name="connsiteX4" fmla="*/ 1442801 w 1554608"/>
                <a:gd name="connsiteY4" fmla="*/ 659006 h 741556"/>
                <a:gd name="connsiteX5" fmla="*/ 1023701 w 1554608"/>
                <a:gd name="connsiteY5" fmla="*/ 697106 h 741556"/>
                <a:gd name="connsiteX6" fmla="*/ 642701 w 1554608"/>
                <a:gd name="connsiteY6" fmla="*/ 703456 h 741556"/>
                <a:gd name="connsiteX7" fmla="*/ 261701 w 1554608"/>
                <a:gd name="connsiteY7" fmla="*/ 741556 h 741556"/>
                <a:gd name="connsiteX8" fmla="*/ 1351 w 1554608"/>
                <a:gd name="connsiteY8" fmla="*/ 500256 h 741556"/>
                <a:gd name="connsiteX9" fmla="*/ 318851 w 1554608"/>
                <a:gd name="connsiteY9" fmla="*/ 239906 h 741556"/>
                <a:gd name="connsiteX0" fmla="*/ 319423 w 1555180"/>
                <a:gd name="connsiteY0" fmla="*/ 239906 h 741556"/>
                <a:gd name="connsiteX1" fmla="*/ 763923 w 1555180"/>
                <a:gd name="connsiteY1" fmla="*/ 144656 h 741556"/>
                <a:gd name="connsiteX2" fmla="*/ 1214773 w 1555180"/>
                <a:gd name="connsiteY2" fmla="*/ 119256 h 741556"/>
                <a:gd name="connsiteX3" fmla="*/ 1551323 w 1555180"/>
                <a:gd name="connsiteY3" fmla="*/ 220856 h 741556"/>
                <a:gd name="connsiteX4" fmla="*/ 1443373 w 1555180"/>
                <a:gd name="connsiteY4" fmla="*/ 659006 h 741556"/>
                <a:gd name="connsiteX5" fmla="*/ 1024273 w 1555180"/>
                <a:gd name="connsiteY5" fmla="*/ 697106 h 741556"/>
                <a:gd name="connsiteX6" fmla="*/ 643273 w 1555180"/>
                <a:gd name="connsiteY6" fmla="*/ 703456 h 741556"/>
                <a:gd name="connsiteX7" fmla="*/ 262273 w 1555180"/>
                <a:gd name="connsiteY7" fmla="*/ 741556 h 741556"/>
                <a:gd name="connsiteX8" fmla="*/ 1923 w 1555180"/>
                <a:gd name="connsiteY8" fmla="*/ 500256 h 741556"/>
                <a:gd name="connsiteX9" fmla="*/ 319423 w 1555180"/>
                <a:gd name="connsiteY9" fmla="*/ 239906 h 741556"/>
                <a:gd name="connsiteX0" fmla="*/ 335504 w 1571261"/>
                <a:gd name="connsiteY0" fmla="*/ 239906 h 801446"/>
                <a:gd name="connsiteX1" fmla="*/ 780004 w 1571261"/>
                <a:gd name="connsiteY1" fmla="*/ 144656 h 801446"/>
                <a:gd name="connsiteX2" fmla="*/ 1230854 w 1571261"/>
                <a:gd name="connsiteY2" fmla="*/ 119256 h 801446"/>
                <a:gd name="connsiteX3" fmla="*/ 1567404 w 1571261"/>
                <a:gd name="connsiteY3" fmla="*/ 220856 h 801446"/>
                <a:gd name="connsiteX4" fmla="*/ 1459454 w 1571261"/>
                <a:gd name="connsiteY4" fmla="*/ 659006 h 801446"/>
                <a:gd name="connsiteX5" fmla="*/ 1040354 w 1571261"/>
                <a:gd name="connsiteY5" fmla="*/ 697106 h 801446"/>
                <a:gd name="connsiteX6" fmla="*/ 659354 w 1571261"/>
                <a:gd name="connsiteY6" fmla="*/ 703456 h 801446"/>
                <a:gd name="connsiteX7" fmla="*/ 278354 w 1571261"/>
                <a:gd name="connsiteY7" fmla="*/ 741556 h 801446"/>
                <a:gd name="connsiteX8" fmla="*/ 18004 w 1571261"/>
                <a:gd name="connsiteY8" fmla="*/ 500256 h 801446"/>
                <a:gd name="connsiteX9" fmla="*/ 335504 w 1571261"/>
                <a:gd name="connsiteY9" fmla="*/ 239906 h 801446"/>
                <a:gd name="connsiteX0" fmla="*/ 336533 w 1572290"/>
                <a:gd name="connsiteY0" fmla="*/ 239906 h 842380"/>
                <a:gd name="connsiteX1" fmla="*/ 781033 w 1572290"/>
                <a:gd name="connsiteY1" fmla="*/ 144656 h 842380"/>
                <a:gd name="connsiteX2" fmla="*/ 1231883 w 1572290"/>
                <a:gd name="connsiteY2" fmla="*/ 119256 h 842380"/>
                <a:gd name="connsiteX3" fmla="*/ 1568433 w 1572290"/>
                <a:gd name="connsiteY3" fmla="*/ 220856 h 842380"/>
                <a:gd name="connsiteX4" fmla="*/ 1460483 w 1572290"/>
                <a:gd name="connsiteY4" fmla="*/ 659006 h 842380"/>
                <a:gd name="connsiteX5" fmla="*/ 1041383 w 1572290"/>
                <a:gd name="connsiteY5" fmla="*/ 697106 h 842380"/>
                <a:gd name="connsiteX6" fmla="*/ 660383 w 1572290"/>
                <a:gd name="connsiteY6" fmla="*/ 703456 h 842380"/>
                <a:gd name="connsiteX7" fmla="*/ 279383 w 1572290"/>
                <a:gd name="connsiteY7" fmla="*/ 741556 h 842380"/>
                <a:gd name="connsiteX8" fmla="*/ 19033 w 1572290"/>
                <a:gd name="connsiteY8" fmla="*/ 500256 h 842380"/>
                <a:gd name="connsiteX9" fmla="*/ 336533 w 1572290"/>
                <a:gd name="connsiteY9" fmla="*/ 239906 h 842380"/>
                <a:gd name="connsiteX0" fmla="*/ 336533 w 1572290"/>
                <a:gd name="connsiteY0" fmla="*/ 239906 h 796908"/>
                <a:gd name="connsiteX1" fmla="*/ 781033 w 1572290"/>
                <a:gd name="connsiteY1" fmla="*/ 144656 h 796908"/>
                <a:gd name="connsiteX2" fmla="*/ 1231883 w 1572290"/>
                <a:gd name="connsiteY2" fmla="*/ 119256 h 796908"/>
                <a:gd name="connsiteX3" fmla="*/ 1568433 w 1572290"/>
                <a:gd name="connsiteY3" fmla="*/ 220856 h 796908"/>
                <a:gd name="connsiteX4" fmla="*/ 1460483 w 1572290"/>
                <a:gd name="connsiteY4" fmla="*/ 659006 h 796908"/>
                <a:gd name="connsiteX5" fmla="*/ 1041383 w 1572290"/>
                <a:gd name="connsiteY5" fmla="*/ 697106 h 796908"/>
                <a:gd name="connsiteX6" fmla="*/ 660383 w 1572290"/>
                <a:gd name="connsiteY6" fmla="*/ 703456 h 796908"/>
                <a:gd name="connsiteX7" fmla="*/ 279383 w 1572290"/>
                <a:gd name="connsiteY7" fmla="*/ 741556 h 796908"/>
                <a:gd name="connsiteX8" fmla="*/ 19033 w 1572290"/>
                <a:gd name="connsiteY8" fmla="*/ 500256 h 796908"/>
                <a:gd name="connsiteX9" fmla="*/ 336533 w 1572290"/>
                <a:gd name="connsiteY9" fmla="*/ 239906 h 796908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2290" h="829533">
                  <a:moveTo>
                    <a:pt x="336533" y="239906"/>
                  </a:moveTo>
                  <a:cubicBezTo>
                    <a:pt x="514333" y="-125219"/>
                    <a:pt x="644508" y="50464"/>
                    <a:pt x="781033" y="144656"/>
                  </a:cubicBezTo>
                  <a:cubicBezTo>
                    <a:pt x="1069958" y="-161202"/>
                    <a:pt x="1164150" y="111848"/>
                    <a:pt x="1231883" y="119256"/>
                  </a:cubicBezTo>
                  <a:cubicBezTo>
                    <a:pt x="1699666" y="19773"/>
                    <a:pt x="1538800" y="174289"/>
                    <a:pt x="1568433" y="220856"/>
                  </a:cubicBezTo>
                  <a:lnTo>
                    <a:pt x="1460483" y="659006"/>
                  </a:lnTo>
                  <a:cubicBezTo>
                    <a:pt x="1023391" y="998731"/>
                    <a:pt x="1164150" y="679114"/>
                    <a:pt x="1041383" y="697106"/>
                  </a:cubicBezTo>
                  <a:cubicBezTo>
                    <a:pt x="772566" y="956398"/>
                    <a:pt x="784208" y="688639"/>
                    <a:pt x="660383" y="703456"/>
                  </a:cubicBezTo>
                  <a:cubicBezTo>
                    <a:pt x="469883" y="970156"/>
                    <a:pt x="406383" y="728856"/>
                    <a:pt x="279383" y="741556"/>
                  </a:cubicBezTo>
                  <a:cubicBezTo>
                    <a:pt x="268800" y="800823"/>
                    <a:pt x="-84684" y="898189"/>
                    <a:pt x="19033" y="500256"/>
                  </a:cubicBezTo>
                  <a:cubicBezTo>
                    <a:pt x="-2134" y="172173"/>
                    <a:pt x="154500" y="237789"/>
                    <a:pt x="336533" y="23990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0EED07D-AF81-48EB-A54E-9F64FB39C43D}"/>
                </a:ext>
              </a:extLst>
            </p:cNvPr>
            <p:cNvSpPr/>
            <p:nvPr/>
          </p:nvSpPr>
          <p:spPr>
            <a:xfrm>
              <a:off x="5835659" y="1406276"/>
              <a:ext cx="676499" cy="1844091"/>
            </a:xfrm>
            <a:custGeom>
              <a:avLst/>
              <a:gdLst>
                <a:gd name="connsiteX0" fmla="*/ 263671 w 676499"/>
                <a:gd name="connsiteY0" fmla="*/ 5 h 1844091"/>
                <a:gd name="connsiteX1" fmla="*/ 292330 w 676499"/>
                <a:gd name="connsiteY1" fmla="*/ 5800 h 1844091"/>
                <a:gd name="connsiteX2" fmla="*/ 495530 w 676499"/>
                <a:gd name="connsiteY2" fmla="*/ 437600 h 1844091"/>
                <a:gd name="connsiteX3" fmla="*/ 482830 w 676499"/>
                <a:gd name="connsiteY3" fmla="*/ 805900 h 1844091"/>
                <a:gd name="connsiteX4" fmla="*/ 571730 w 676499"/>
                <a:gd name="connsiteY4" fmla="*/ 1123400 h 1844091"/>
                <a:gd name="connsiteX5" fmla="*/ 495530 w 676499"/>
                <a:gd name="connsiteY5" fmla="*/ 1491700 h 1844091"/>
                <a:gd name="connsiteX6" fmla="*/ 546330 w 676499"/>
                <a:gd name="connsiteY6" fmla="*/ 1834600 h 1844091"/>
                <a:gd name="connsiteX7" fmla="*/ 554029 w 676499"/>
                <a:gd name="connsiteY7" fmla="*/ 1840245 h 1844091"/>
                <a:gd name="connsiteX8" fmla="*/ 506106 w 676499"/>
                <a:gd name="connsiteY8" fmla="*/ 1844091 h 1844091"/>
                <a:gd name="connsiteX9" fmla="*/ 81601 w 676499"/>
                <a:gd name="connsiteY9" fmla="*/ 1638009 h 1844091"/>
                <a:gd name="connsiteX10" fmla="*/ 28475 w 676499"/>
                <a:gd name="connsiteY10" fmla="*/ 1574872 h 1844091"/>
                <a:gd name="connsiteX11" fmla="*/ 20892 w 676499"/>
                <a:gd name="connsiteY11" fmla="*/ 1562059 h 1844091"/>
                <a:gd name="connsiteX12" fmla="*/ 178030 w 676499"/>
                <a:gd name="connsiteY12" fmla="*/ 1199600 h 1844091"/>
                <a:gd name="connsiteX13" fmla="*/ 139930 w 676499"/>
                <a:gd name="connsiteY13" fmla="*/ 882100 h 1844091"/>
                <a:gd name="connsiteX14" fmla="*/ 63730 w 676499"/>
                <a:gd name="connsiteY14" fmla="*/ 463000 h 1844091"/>
                <a:gd name="connsiteX15" fmla="*/ 263671 w 676499"/>
                <a:gd name="connsiteY15" fmla="*/ 5 h 184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76499" h="1844091">
                  <a:moveTo>
                    <a:pt x="263671" y="5"/>
                  </a:moveTo>
                  <a:cubicBezTo>
                    <a:pt x="272486" y="103"/>
                    <a:pt x="282011" y="1964"/>
                    <a:pt x="292330" y="5800"/>
                  </a:cubicBezTo>
                  <a:cubicBezTo>
                    <a:pt x="645813" y="22734"/>
                    <a:pt x="423563" y="367750"/>
                    <a:pt x="495530" y="437600"/>
                  </a:cubicBezTo>
                  <a:cubicBezTo>
                    <a:pt x="643696" y="515917"/>
                    <a:pt x="438380" y="738167"/>
                    <a:pt x="482830" y="805900"/>
                  </a:cubicBezTo>
                  <a:cubicBezTo>
                    <a:pt x="578080" y="848233"/>
                    <a:pt x="535747" y="1023917"/>
                    <a:pt x="571730" y="1123400"/>
                  </a:cubicBezTo>
                  <a:cubicBezTo>
                    <a:pt x="861713" y="1316017"/>
                    <a:pt x="453197" y="1407033"/>
                    <a:pt x="495530" y="1491700"/>
                  </a:cubicBezTo>
                  <a:cubicBezTo>
                    <a:pt x="702963" y="1576367"/>
                    <a:pt x="501880" y="1749933"/>
                    <a:pt x="546330" y="1834600"/>
                  </a:cubicBezTo>
                  <a:lnTo>
                    <a:pt x="554029" y="1840245"/>
                  </a:lnTo>
                  <a:lnTo>
                    <a:pt x="506106" y="1844091"/>
                  </a:lnTo>
                  <a:cubicBezTo>
                    <a:pt x="348860" y="1844091"/>
                    <a:pt x="202779" y="1768119"/>
                    <a:pt x="81601" y="1638009"/>
                  </a:cubicBezTo>
                  <a:lnTo>
                    <a:pt x="28475" y="1574872"/>
                  </a:lnTo>
                  <a:lnTo>
                    <a:pt x="20892" y="1562059"/>
                  </a:lnTo>
                  <a:cubicBezTo>
                    <a:pt x="-44220" y="1418146"/>
                    <a:pt x="118764" y="1205156"/>
                    <a:pt x="178030" y="1199600"/>
                  </a:cubicBezTo>
                  <a:cubicBezTo>
                    <a:pt x="245763" y="1193250"/>
                    <a:pt x="55263" y="987933"/>
                    <a:pt x="139930" y="882100"/>
                  </a:cubicBezTo>
                  <a:cubicBezTo>
                    <a:pt x="173797" y="827067"/>
                    <a:pt x="-126770" y="613283"/>
                    <a:pt x="63730" y="463000"/>
                  </a:cubicBezTo>
                  <a:cubicBezTo>
                    <a:pt x="158980" y="393547"/>
                    <a:pt x="131447" y="-1467"/>
                    <a:pt x="263671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25">
              <a:extLst>
                <a:ext uri="{FF2B5EF4-FFF2-40B4-BE49-F238E27FC236}">
                  <a16:creationId xmlns:a16="http://schemas.microsoft.com/office/drawing/2014/main" id="{564F9547-F64D-461C-B3C0-109039A2A4DF}"/>
                </a:ext>
              </a:extLst>
            </p:cNvPr>
            <p:cNvSpPr/>
            <p:nvPr/>
          </p:nvSpPr>
          <p:spPr>
            <a:xfrm>
              <a:off x="5790542" y="1431179"/>
              <a:ext cx="274121" cy="565078"/>
            </a:xfrm>
            <a:custGeom>
              <a:avLst/>
              <a:gdLst>
                <a:gd name="connsiteX0" fmla="*/ 0 w 190500"/>
                <a:gd name="connsiteY0" fmla="*/ 149189 h 298377"/>
                <a:gd name="connsiteX1" fmla="*/ 95250 w 190500"/>
                <a:gd name="connsiteY1" fmla="*/ 0 h 298377"/>
                <a:gd name="connsiteX2" fmla="*/ 190500 w 190500"/>
                <a:gd name="connsiteY2" fmla="*/ 149189 h 298377"/>
                <a:gd name="connsiteX3" fmla="*/ 95250 w 190500"/>
                <a:gd name="connsiteY3" fmla="*/ 298378 h 298377"/>
                <a:gd name="connsiteX4" fmla="*/ 0 w 190500"/>
                <a:gd name="connsiteY4" fmla="*/ 149189 h 298377"/>
                <a:gd name="connsiteX0" fmla="*/ 5319 w 264382"/>
                <a:gd name="connsiteY0" fmla="*/ 333339 h 482528"/>
                <a:gd name="connsiteX1" fmla="*/ 249794 w 264382"/>
                <a:gd name="connsiteY1" fmla="*/ 0 h 482528"/>
                <a:gd name="connsiteX2" fmla="*/ 195819 w 264382"/>
                <a:gd name="connsiteY2" fmla="*/ 333339 h 482528"/>
                <a:gd name="connsiteX3" fmla="*/ 100569 w 264382"/>
                <a:gd name="connsiteY3" fmla="*/ 482528 h 482528"/>
                <a:gd name="connsiteX4" fmla="*/ 5319 w 264382"/>
                <a:gd name="connsiteY4" fmla="*/ 333339 h 482528"/>
                <a:gd name="connsiteX0" fmla="*/ 15058 w 274121"/>
                <a:gd name="connsiteY0" fmla="*/ 333339 h 565078"/>
                <a:gd name="connsiteX1" fmla="*/ 259533 w 274121"/>
                <a:gd name="connsiteY1" fmla="*/ 0 h 565078"/>
                <a:gd name="connsiteX2" fmla="*/ 205558 w 274121"/>
                <a:gd name="connsiteY2" fmla="*/ 333339 h 565078"/>
                <a:gd name="connsiteX3" fmla="*/ 59508 w 274121"/>
                <a:gd name="connsiteY3" fmla="*/ 565078 h 565078"/>
                <a:gd name="connsiteX4" fmla="*/ 15058 w 274121"/>
                <a:gd name="connsiteY4" fmla="*/ 333339 h 565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121" h="565078">
                  <a:moveTo>
                    <a:pt x="15058" y="333339"/>
                  </a:moveTo>
                  <a:cubicBezTo>
                    <a:pt x="48395" y="239159"/>
                    <a:pt x="206928" y="0"/>
                    <a:pt x="259533" y="0"/>
                  </a:cubicBezTo>
                  <a:cubicBezTo>
                    <a:pt x="312138" y="0"/>
                    <a:pt x="205558" y="250944"/>
                    <a:pt x="205558" y="333339"/>
                  </a:cubicBezTo>
                  <a:cubicBezTo>
                    <a:pt x="205558" y="415734"/>
                    <a:pt x="112113" y="565078"/>
                    <a:pt x="59508" y="565078"/>
                  </a:cubicBezTo>
                  <a:cubicBezTo>
                    <a:pt x="6903" y="565078"/>
                    <a:pt x="-18279" y="427519"/>
                    <a:pt x="15058" y="3333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25">
              <a:extLst>
                <a:ext uri="{FF2B5EF4-FFF2-40B4-BE49-F238E27FC236}">
                  <a16:creationId xmlns:a16="http://schemas.microsoft.com/office/drawing/2014/main" id="{58174918-4835-43DC-BB87-E79C223F4E66}"/>
                </a:ext>
              </a:extLst>
            </p:cNvPr>
            <p:cNvSpPr/>
            <p:nvPr/>
          </p:nvSpPr>
          <p:spPr>
            <a:xfrm rot="16620760">
              <a:off x="6010243" y="2939394"/>
              <a:ext cx="259623" cy="485414"/>
            </a:xfrm>
            <a:custGeom>
              <a:avLst/>
              <a:gdLst>
                <a:gd name="connsiteX0" fmla="*/ 0 w 190500"/>
                <a:gd name="connsiteY0" fmla="*/ 149189 h 298377"/>
                <a:gd name="connsiteX1" fmla="*/ 95250 w 190500"/>
                <a:gd name="connsiteY1" fmla="*/ 0 h 298377"/>
                <a:gd name="connsiteX2" fmla="*/ 190500 w 190500"/>
                <a:gd name="connsiteY2" fmla="*/ 149189 h 298377"/>
                <a:gd name="connsiteX3" fmla="*/ 95250 w 190500"/>
                <a:gd name="connsiteY3" fmla="*/ 298378 h 298377"/>
                <a:gd name="connsiteX4" fmla="*/ 0 w 190500"/>
                <a:gd name="connsiteY4" fmla="*/ 149189 h 298377"/>
                <a:gd name="connsiteX0" fmla="*/ 5319 w 264382"/>
                <a:gd name="connsiteY0" fmla="*/ 333339 h 482528"/>
                <a:gd name="connsiteX1" fmla="*/ 249794 w 264382"/>
                <a:gd name="connsiteY1" fmla="*/ 0 h 482528"/>
                <a:gd name="connsiteX2" fmla="*/ 195819 w 264382"/>
                <a:gd name="connsiteY2" fmla="*/ 333339 h 482528"/>
                <a:gd name="connsiteX3" fmla="*/ 100569 w 264382"/>
                <a:gd name="connsiteY3" fmla="*/ 482528 h 482528"/>
                <a:gd name="connsiteX4" fmla="*/ 5319 w 264382"/>
                <a:gd name="connsiteY4" fmla="*/ 333339 h 482528"/>
                <a:gd name="connsiteX0" fmla="*/ 15058 w 274121"/>
                <a:gd name="connsiteY0" fmla="*/ 333339 h 565078"/>
                <a:gd name="connsiteX1" fmla="*/ 259533 w 274121"/>
                <a:gd name="connsiteY1" fmla="*/ 0 h 565078"/>
                <a:gd name="connsiteX2" fmla="*/ 205558 w 274121"/>
                <a:gd name="connsiteY2" fmla="*/ 333339 h 565078"/>
                <a:gd name="connsiteX3" fmla="*/ 59508 w 274121"/>
                <a:gd name="connsiteY3" fmla="*/ 565078 h 565078"/>
                <a:gd name="connsiteX4" fmla="*/ 15058 w 274121"/>
                <a:gd name="connsiteY4" fmla="*/ 333339 h 565078"/>
                <a:gd name="connsiteX0" fmla="*/ 14405 w 265560"/>
                <a:gd name="connsiteY0" fmla="*/ 326439 h 558178"/>
                <a:gd name="connsiteX1" fmla="*/ 250007 w 265560"/>
                <a:gd name="connsiteY1" fmla="*/ 0 h 558178"/>
                <a:gd name="connsiteX2" fmla="*/ 204905 w 265560"/>
                <a:gd name="connsiteY2" fmla="*/ 326439 h 558178"/>
                <a:gd name="connsiteX3" fmla="*/ 58855 w 265560"/>
                <a:gd name="connsiteY3" fmla="*/ 558178 h 558178"/>
                <a:gd name="connsiteX4" fmla="*/ 14405 w 265560"/>
                <a:gd name="connsiteY4" fmla="*/ 326439 h 558178"/>
                <a:gd name="connsiteX0" fmla="*/ 7047 w 258202"/>
                <a:gd name="connsiteY0" fmla="*/ 326439 h 558946"/>
                <a:gd name="connsiteX1" fmla="*/ 242649 w 258202"/>
                <a:gd name="connsiteY1" fmla="*/ 0 h 558946"/>
                <a:gd name="connsiteX2" fmla="*/ 197547 w 258202"/>
                <a:gd name="connsiteY2" fmla="*/ 326439 h 558946"/>
                <a:gd name="connsiteX3" fmla="*/ 85167 w 258202"/>
                <a:gd name="connsiteY3" fmla="*/ 558947 h 558946"/>
                <a:gd name="connsiteX4" fmla="*/ 7047 w 258202"/>
                <a:gd name="connsiteY4" fmla="*/ 326439 h 558946"/>
                <a:gd name="connsiteX0" fmla="*/ 8468 w 259623"/>
                <a:gd name="connsiteY0" fmla="*/ 326439 h 568614"/>
                <a:gd name="connsiteX1" fmla="*/ 244070 w 259623"/>
                <a:gd name="connsiteY1" fmla="*/ 0 h 568614"/>
                <a:gd name="connsiteX2" fmla="*/ 198968 w 259623"/>
                <a:gd name="connsiteY2" fmla="*/ 326439 h 568614"/>
                <a:gd name="connsiteX3" fmla="*/ 78007 w 259623"/>
                <a:gd name="connsiteY3" fmla="*/ 568613 h 568614"/>
                <a:gd name="connsiteX4" fmla="*/ 8468 w 259623"/>
                <a:gd name="connsiteY4" fmla="*/ 326439 h 56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623" h="568614">
                  <a:moveTo>
                    <a:pt x="8468" y="326439"/>
                  </a:moveTo>
                  <a:cubicBezTo>
                    <a:pt x="36145" y="231670"/>
                    <a:pt x="191465" y="0"/>
                    <a:pt x="244070" y="0"/>
                  </a:cubicBezTo>
                  <a:cubicBezTo>
                    <a:pt x="296675" y="0"/>
                    <a:pt x="198968" y="244044"/>
                    <a:pt x="198968" y="326439"/>
                  </a:cubicBezTo>
                  <a:cubicBezTo>
                    <a:pt x="198968" y="408834"/>
                    <a:pt x="130612" y="568613"/>
                    <a:pt x="78007" y="568613"/>
                  </a:cubicBezTo>
                  <a:cubicBezTo>
                    <a:pt x="25402" y="568613"/>
                    <a:pt x="-19209" y="421208"/>
                    <a:pt x="8468" y="3264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84658CE-7258-43FF-9754-696A472B67EF}"/>
                </a:ext>
              </a:extLst>
            </p:cNvPr>
            <p:cNvSpPr/>
            <p:nvPr/>
          </p:nvSpPr>
          <p:spPr>
            <a:xfrm flipH="1">
              <a:off x="4875883" y="2707761"/>
              <a:ext cx="180975" cy="83879"/>
            </a:xfrm>
            <a:custGeom>
              <a:avLst/>
              <a:gdLst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61913 w 185738"/>
                <a:gd name="connsiteY4" fmla="*/ 90488 h 104775"/>
                <a:gd name="connsiteX5" fmla="*/ 90488 w 185738"/>
                <a:gd name="connsiteY5" fmla="*/ 100013 h 104775"/>
                <a:gd name="connsiteX6" fmla="*/ 104775 w 185738"/>
                <a:gd name="connsiteY6" fmla="*/ 104775 h 104775"/>
                <a:gd name="connsiteX7" fmla="*/ 142875 w 185738"/>
                <a:gd name="connsiteY7" fmla="*/ 100013 h 104775"/>
                <a:gd name="connsiteX8" fmla="*/ 157163 w 185738"/>
                <a:gd name="connsiteY8" fmla="*/ 90488 h 104775"/>
                <a:gd name="connsiteX9" fmla="*/ 180975 w 185738"/>
                <a:gd name="connsiteY9" fmla="*/ 61913 h 104775"/>
                <a:gd name="connsiteX10" fmla="*/ 185738 w 185738"/>
                <a:gd name="connsiteY10" fmla="*/ 42863 h 104775"/>
                <a:gd name="connsiteX11" fmla="*/ 180975 w 185738"/>
                <a:gd name="connsiteY11" fmla="*/ 23813 h 104775"/>
                <a:gd name="connsiteX12" fmla="*/ 171450 w 185738"/>
                <a:gd name="connsiteY12" fmla="*/ 0 h 104775"/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90488 w 185738"/>
                <a:gd name="connsiteY4" fmla="*/ 100013 h 104775"/>
                <a:gd name="connsiteX5" fmla="*/ 104775 w 185738"/>
                <a:gd name="connsiteY5" fmla="*/ 104775 h 104775"/>
                <a:gd name="connsiteX6" fmla="*/ 142875 w 185738"/>
                <a:gd name="connsiteY6" fmla="*/ 100013 h 104775"/>
                <a:gd name="connsiteX7" fmla="*/ 157163 w 185738"/>
                <a:gd name="connsiteY7" fmla="*/ 90488 h 104775"/>
                <a:gd name="connsiteX8" fmla="*/ 180975 w 185738"/>
                <a:gd name="connsiteY8" fmla="*/ 61913 h 104775"/>
                <a:gd name="connsiteX9" fmla="*/ 185738 w 185738"/>
                <a:gd name="connsiteY9" fmla="*/ 42863 h 104775"/>
                <a:gd name="connsiteX10" fmla="*/ 180975 w 185738"/>
                <a:gd name="connsiteY10" fmla="*/ 23813 h 104775"/>
                <a:gd name="connsiteX11" fmla="*/ 171450 w 185738"/>
                <a:gd name="connsiteY11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42863 w 185738"/>
                <a:gd name="connsiteY2" fmla="*/ 85725 h 104775"/>
                <a:gd name="connsiteX3" fmla="*/ 90488 w 185738"/>
                <a:gd name="connsiteY3" fmla="*/ 100013 h 104775"/>
                <a:gd name="connsiteX4" fmla="*/ 104775 w 185738"/>
                <a:gd name="connsiteY4" fmla="*/ 104775 h 104775"/>
                <a:gd name="connsiteX5" fmla="*/ 142875 w 185738"/>
                <a:gd name="connsiteY5" fmla="*/ 100013 h 104775"/>
                <a:gd name="connsiteX6" fmla="*/ 157163 w 185738"/>
                <a:gd name="connsiteY6" fmla="*/ 90488 h 104775"/>
                <a:gd name="connsiteX7" fmla="*/ 180975 w 185738"/>
                <a:gd name="connsiteY7" fmla="*/ 61913 h 104775"/>
                <a:gd name="connsiteX8" fmla="*/ 185738 w 185738"/>
                <a:gd name="connsiteY8" fmla="*/ 42863 h 104775"/>
                <a:gd name="connsiteX9" fmla="*/ 180975 w 185738"/>
                <a:gd name="connsiteY9" fmla="*/ 23813 h 104775"/>
                <a:gd name="connsiteX10" fmla="*/ 171450 w 185738"/>
                <a:gd name="connsiteY10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90488 w 185738"/>
                <a:gd name="connsiteY2" fmla="*/ 100013 h 104775"/>
                <a:gd name="connsiteX3" fmla="*/ 104775 w 185738"/>
                <a:gd name="connsiteY3" fmla="*/ 104775 h 104775"/>
                <a:gd name="connsiteX4" fmla="*/ 142875 w 185738"/>
                <a:gd name="connsiteY4" fmla="*/ 100013 h 104775"/>
                <a:gd name="connsiteX5" fmla="*/ 157163 w 185738"/>
                <a:gd name="connsiteY5" fmla="*/ 90488 h 104775"/>
                <a:gd name="connsiteX6" fmla="*/ 180975 w 185738"/>
                <a:gd name="connsiteY6" fmla="*/ 61913 h 104775"/>
                <a:gd name="connsiteX7" fmla="*/ 185738 w 185738"/>
                <a:gd name="connsiteY7" fmla="*/ 42863 h 104775"/>
                <a:gd name="connsiteX8" fmla="*/ 180975 w 185738"/>
                <a:gd name="connsiteY8" fmla="*/ 23813 h 104775"/>
                <a:gd name="connsiteX9" fmla="*/ 171450 w 185738"/>
                <a:gd name="connsiteY9" fmla="*/ 0 h 104775"/>
                <a:gd name="connsiteX0" fmla="*/ 0 w 185738"/>
                <a:gd name="connsiteY0" fmla="*/ 14288 h 104775"/>
                <a:gd name="connsiteX1" fmla="*/ 90488 w 185738"/>
                <a:gd name="connsiteY1" fmla="*/ 100013 h 104775"/>
                <a:gd name="connsiteX2" fmla="*/ 104775 w 185738"/>
                <a:gd name="connsiteY2" fmla="*/ 104775 h 104775"/>
                <a:gd name="connsiteX3" fmla="*/ 142875 w 185738"/>
                <a:gd name="connsiteY3" fmla="*/ 100013 h 104775"/>
                <a:gd name="connsiteX4" fmla="*/ 157163 w 185738"/>
                <a:gd name="connsiteY4" fmla="*/ 90488 h 104775"/>
                <a:gd name="connsiteX5" fmla="*/ 180975 w 185738"/>
                <a:gd name="connsiteY5" fmla="*/ 61913 h 104775"/>
                <a:gd name="connsiteX6" fmla="*/ 185738 w 185738"/>
                <a:gd name="connsiteY6" fmla="*/ 42863 h 104775"/>
                <a:gd name="connsiteX7" fmla="*/ 180975 w 185738"/>
                <a:gd name="connsiteY7" fmla="*/ 23813 h 104775"/>
                <a:gd name="connsiteX8" fmla="*/ 171450 w 185738"/>
                <a:gd name="connsiteY8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6118"/>
                <a:gd name="connsiteY0" fmla="*/ 14288 h 104775"/>
                <a:gd name="connsiteX1" fmla="*/ 104775 w 186118"/>
                <a:gd name="connsiteY1" fmla="*/ 104775 h 104775"/>
                <a:gd name="connsiteX2" fmla="*/ 142875 w 186118"/>
                <a:gd name="connsiteY2" fmla="*/ 100013 h 104775"/>
                <a:gd name="connsiteX3" fmla="*/ 180975 w 186118"/>
                <a:gd name="connsiteY3" fmla="*/ 61913 h 104775"/>
                <a:gd name="connsiteX4" fmla="*/ 185738 w 186118"/>
                <a:gd name="connsiteY4" fmla="*/ 42863 h 104775"/>
                <a:gd name="connsiteX5" fmla="*/ 180975 w 186118"/>
                <a:gd name="connsiteY5" fmla="*/ 23813 h 104775"/>
                <a:gd name="connsiteX6" fmla="*/ 171450 w 186118"/>
                <a:gd name="connsiteY6" fmla="*/ 0 h 104775"/>
                <a:gd name="connsiteX0" fmla="*/ 0 w 188516"/>
                <a:gd name="connsiteY0" fmla="*/ 14288 h 105799"/>
                <a:gd name="connsiteX1" fmla="*/ 104775 w 188516"/>
                <a:gd name="connsiteY1" fmla="*/ 104775 h 105799"/>
                <a:gd name="connsiteX2" fmla="*/ 180975 w 188516"/>
                <a:gd name="connsiteY2" fmla="*/ 61913 h 105799"/>
                <a:gd name="connsiteX3" fmla="*/ 185738 w 188516"/>
                <a:gd name="connsiteY3" fmla="*/ 42863 h 105799"/>
                <a:gd name="connsiteX4" fmla="*/ 180975 w 188516"/>
                <a:gd name="connsiteY4" fmla="*/ 23813 h 105799"/>
                <a:gd name="connsiteX5" fmla="*/ 171450 w 188516"/>
                <a:gd name="connsiteY5" fmla="*/ 0 h 105799"/>
                <a:gd name="connsiteX0" fmla="*/ 0 w 185738"/>
                <a:gd name="connsiteY0" fmla="*/ 14288 h 105075"/>
                <a:gd name="connsiteX1" fmla="*/ 104775 w 185738"/>
                <a:gd name="connsiteY1" fmla="*/ 104775 h 105075"/>
                <a:gd name="connsiteX2" fmla="*/ 185738 w 185738"/>
                <a:gd name="connsiteY2" fmla="*/ 42863 h 105075"/>
                <a:gd name="connsiteX3" fmla="*/ 180975 w 185738"/>
                <a:gd name="connsiteY3" fmla="*/ 23813 h 105075"/>
                <a:gd name="connsiteX4" fmla="*/ 171450 w 185738"/>
                <a:gd name="connsiteY4" fmla="*/ 0 h 105075"/>
                <a:gd name="connsiteX0" fmla="*/ 0 w 180975"/>
                <a:gd name="connsiteY0" fmla="*/ 14288 h 104803"/>
                <a:gd name="connsiteX1" fmla="*/ 104775 w 180975"/>
                <a:gd name="connsiteY1" fmla="*/ 104775 h 104803"/>
                <a:gd name="connsiteX2" fmla="*/ 180975 w 180975"/>
                <a:gd name="connsiteY2" fmla="*/ 23813 h 104803"/>
                <a:gd name="connsiteX3" fmla="*/ 171450 w 180975"/>
                <a:gd name="connsiteY3" fmla="*/ 0 h 104803"/>
                <a:gd name="connsiteX0" fmla="*/ 0 w 180975"/>
                <a:gd name="connsiteY0" fmla="*/ 14288 h 24179"/>
                <a:gd name="connsiteX1" fmla="*/ 180975 w 180975"/>
                <a:gd name="connsiteY1" fmla="*/ 23813 h 24179"/>
                <a:gd name="connsiteX2" fmla="*/ 171450 w 180975"/>
                <a:gd name="connsiteY2" fmla="*/ 0 h 24179"/>
                <a:gd name="connsiteX0" fmla="*/ 0 w 180975"/>
                <a:gd name="connsiteY0" fmla="*/ 14288 h 102268"/>
                <a:gd name="connsiteX1" fmla="*/ 180975 w 180975"/>
                <a:gd name="connsiteY1" fmla="*/ 23813 h 102268"/>
                <a:gd name="connsiteX2" fmla="*/ 171450 w 180975"/>
                <a:gd name="connsiteY2" fmla="*/ 0 h 102268"/>
                <a:gd name="connsiteX0" fmla="*/ 0 w 180975"/>
                <a:gd name="connsiteY0" fmla="*/ 14288 h 122529"/>
                <a:gd name="connsiteX1" fmla="*/ 180975 w 180975"/>
                <a:gd name="connsiteY1" fmla="*/ 23813 h 122529"/>
                <a:gd name="connsiteX2" fmla="*/ 171450 w 180975"/>
                <a:gd name="connsiteY2" fmla="*/ 0 h 122529"/>
                <a:gd name="connsiteX0" fmla="*/ 0 w 180975"/>
                <a:gd name="connsiteY0" fmla="*/ 14288 h 116376"/>
                <a:gd name="connsiteX1" fmla="*/ 180975 w 180975"/>
                <a:gd name="connsiteY1" fmla="*/ 23813 h 116376"/>
                <a:gd name="connsiteX2" fmla="*/ 171450 w 180975"/>
                <a:gd name="connsiteY2" fmla="*/ 0 h 116376"/>
                <a:gd name="connsiteX0" fmla="*/ 0 w 180975"/>
                <a:gd name="connsiteY0" fmla="*/ 14288 h 98167"/>
                <a:gd name="connsiteX1" fmla="*/ 180975 w 180975"/>
                <a:gd name="connsiteY1" fmla="*/ 23813 h 98167"/>
                <a:gd name="connsiteX2" fmla="*/ 171450 w 180975"/>
                <a:gd name="connsiteY2" fmla="*/ 0 h 98167"/>
                <a:gd name="connsiteX0" fmla="*/ 0 w 180975"/>
                <a:gd name="connsiteY0" fmla="*/ 0 h 83879"/>
                <a:gd name="connsiteX1" fmla="*/ 180975 w 180975"/>
                <a:gd name="connsiteY1" fmla="*/ 9525 h 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975" h="83879">
                  <a:moveTo>
                    <a:pt x="0" y="0"/>
                  </a:moveTo>
                  <a:cubicBezTo>
                    <a:pt x="23415" y="82946"/>
                    <a:pt x="145257" y="133349"/>
                    <a:pt x="180975" y="95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E1210C5-169D-43AE-A9F0-2BF02E86B6DB}"/>
                </a:ext>
              </a:extLst>
            </p:cNvPr>
            <p:cNvSpPr/>
            <p:nvPr/>
          </p:nvSpPr>
          <p:spPr>
            <a:xfrm>
              <a:off x="5050772" y="2707761"/>
              <a:ext cx="180975" cy="83879"/>
            </a:xfrm>
            <a:custGeom>
              <a:avLst/>
              <a:gdLst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61913 w 185738"/>
                <a:gd name="connsiteY4" fmla="*/ 90488 h 104775"/>
                <a:gd name="connsiteX5" fmla="*/ 90488 w 185738"/>
                <a:gd name="connsiteY5" fmla="*/ 100013 h 104775"/>
                <a:gd name="connsiteX6" fmla="*/ 104775 w 185738"/>
                <a:gd name="connsiteY6" fmla="*/ 104775 h 104775"/>
                <a:gd name="connsiteX7" fmla="*/ 142875 w 185738"/>
                <a:gd name="connsiteY7" fmla="*/ 100013 h 104775"/>
                <a:gd name="connsiteX8" fmla="*/ 157163 w 185738"/>
                <a:gd name="connsiteY8" fmla="*/ 90488 h 104775"/>
                <a:gd name="connsiteX9" fmla="*/ 180975 w 185738"/>
                <a:gd name="connsiteY9" fmla="*/ 61913 h 104775"/>
                <a:gd name="connsiteX10" fmla="*/ 185738 w 185738"/>
                <a:gd name="connsiteY10" fmla="*/ 42863 h 104775"/>
                <a:gd name="connsiteX11" fmla="*/ 180975 w 185738"/>
                <a:gd name="connsiteY11" fmla="*/ 23813 h 104775"/>
                <a:gd name="connsiteX12" fmla="*/ 171450 w 185738"/>
                <a:gd name="connsiteY12" fmla="*/ 0 h 104775"/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90488 w 185738"/>
                <a:gd name="connsiteY4" fmla="*/ 100013 h 104775"/>
                <a:gd name="connsiteX5" fmla="*/ 104775 w 185738"/>
                <a:gd name="connsiteY5" fmla="*/ 104775 h 104775"/>
                <a:gd name="connsiteX6" fmla="*/ 142875 w 185738"/>
                <a:gd name="connsiteY6" fmla="*/ 100013 h 104775"/>
                <a:gd name="connsiteX7" fmla="*/ 157163 w 185738"/>
                <a:gd name="connsiteY7" fmla="*/ 90488 h 104775"/>
                <a:gd name="connsiteX8" fmla="*/ 180975 w 185738"/>
                <a:gd name="connsiteY8" fmla="*/ 61913 h 104775"/>
                <a:gd name="connsiteX9" fmla="*/ 185738 w 185738"/>
                <a:gd name="connsiteY9" fmla="*/ 42863 h 104775"/>
                <a:gd name="connsiteX10" fmla="*/ 180975 w 185738"/>
                <a:gd name="connsiteY10" fmla="*/ 23813 h 104775"/>
                <a:gd name="connsiteX11" fmla="*/ 171450 w 185738"/>
                <a:gd name="connsiteY11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42863 w 185738"/>
                <a:gd name="connsiteY2" fmla="*/ 85725 h 104775"/>
                <a:gd name="connsiteX3" fmla="*/ 90488 w 185738"/>
                <a:gd name="connsiteY3" fmla="*/ 100013 h 104775"/>
                <a:gd name="connsiteX4" fmla="*/ 104775 w 185738"/>
                <a:gd name="connsiteY4" fmla="*/ 104775 h 104775"/>
                <a:gd name="connsiteX5" fmla="*/ 142875 w 185738"/>
                <a:gd name="connsiteY5" fmla="*/ 100013 h 104775"/>
                <a:gd name="connsiteX6" fmla="*/ 157163 w 185738"/>
                <a:gd name="connsiteY6" fmla="*/ 90488 h 104775"/>
                <a:gd name="connsiteX7" fmla="*/ 180975 w 185738"/>
                <a:gd name="connsiteY7" fmla="*/ 61913 h 104775"/>
                <a:gd name="connsiteX8" fmla="*/ 185738 w 185738"/>
                <a:gd name="connsiteY8" fmla="*/ 42863 h 104775"/>
                <a:gd name="connsiteX9" fmla="*/ 180975 w 185738"/>
                <a:gd name="connsiteY9" fmla="*/ 23813 h 104775"/>
                <a:gd name="connsiteX10" fmla="*/ 171450 w 185738"/>
                <a:gd name="connsiteY10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90488 w 185738"/>
                <a:gd name="connsiteY2" fmla="*/ 100013 h 104775"/>
                <a:gd name="connsiteX3" fmla="*/ 104775 w 185738"/>
                <a:gd name="connsiteY3" fmla="*/ 104775 h 104775"/>
                <a:gd name="connsiteX4" fmla="*/ 142875 w 185738"/>
                <a:gd name="connsiteY4" fmla="*/ 100013 h 104775"/>
                <a:gd name="connsiteX5" fmla="*/ 157163 w 185738"/>
                <a:gd name="connsiteY5" fmla="*/ 90488 h 104775"/>
                <a:gd name="connsiteX6" fmla="*/ 180975 w 185738"/>
                <a:gd name="connsiteY6" fmla="*/ 61913 h 104775"/>
                <a:gd name="connsiteX7" fmla="*/ 185738 w 185738"/>
                <a:gd name="connsiteY7" fmla="*/ 42863 h 104775"/>
                <a:gd name="connsiteX8" fmla="*/ 180975 w 185738"/>
                <a:gd name="connsiteY8" fmla="*/ 23813 h 104775"/>
                <a:gd name="connsiteX9" fmla="*/ 171450 w 185738"/>
                <a:gd name="connsiteY9" fmla="*/ 0 h 104775"/>
                <a:gd name="connsiteX0" fmla="*/ 0 w 185738"/>
                <a:gd name="connsiteY0" fmla="*/ 14288 h 104775"/>
                <a:gd name="connsiteX1" fmla="*/ 90488 w 185738"/>
                <a:gd name="connsiteY1" fmla="*/ 100013 h 104775"/>
                <a:gd name="connsiteX2" fmla="*/ 104775 w 185738"/>
                <a:gd name="connsiteY2" fmla="*/ 104775 h 104775"/>
                <a:gd name="connsiteX3" fmla="*/ 142875 w 185738"/>
                <a:gd name="connsiteY3" fmla="*/ 100013 h 104775"/>
                <a:gd name="connsiteX4" fmla="*/ 157163 w 185738"/>
                <a:gd name="connsiteY4" fmla="*/ 90488 h 104775"/>
                <a:gd name="connsiteX5" fmla="*/ 180975 w 185738"/>
                <a:gd name="connsiteY5" fmla="*/ 61913 h 104775"/>
                <a:gd name="connsiteX6" fmla="*/ 185738 w 185738"/>
                <a:gd name="connsiteY6" fmla="*/ 42863 h 104775"/>
                <a:gd name="connsiteX7" fmla="*/ 180975 w 185738"/>
                <a:gd name="connsiteY7" fmla="*/ 23813 h 104775"/>
                <a:gd name="connsiteX8" fmla="*/ 171450 w 185738"/>
                <a:gd name="connsiteY8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6118"/>
                <a:gd name="connsiteY0" fmla="*/ 14288 h 104775"/>
                <a:gd name="connsiteX1" fmla="*/ 104775 w 186118"/>
                <a:gd name="connsiteY1" fmla="*/ 104775 h 104775"/>
                <a:gd name="connsiteX2" fmla="*/ 142875 w 186118"/>
                <a:gd name="connsiteY2" fmla="*/ 100013 h 104775"/>
                <a:gd name="connsiteX3" fmla="*/ 180975 w 186118"/>
                <a:gd name="connsiteY3" fmla="*/ 61913 h 104775"/>
                <a:gd name="connsiteX4" fmla="*/ 185738 w 186118"/>
                <a:gd name="connsiteY4" fmla="*/ 42863 h 104775"/>
                <a:gd name="connsiteX5" fmla="*/ 180975 w 186118"/>
                <a:gd name="connsiteY5" fmla="*/ 23813 h 104775"/>
                <a:gd name="connsiteX6" fmla="*/ 171450 w 186118"/>
                <a:gd name="connsiteY6" fmla="*/ 0 h 104775"/>
                <a:gd name="connsiteX0" fmla="*/ 0 w 188516"/>
                <a:gd name="connsiteY0" fmla="*/ 14288 h 105799"/>
                <a:gd name="connsiteX1" fmla="*/ 104775 w 188516"/>
                <a:gd name="connsiteY1" fmla="*/ 104775 h 105799"/>
                <a:gd name="connsiteX2" fmla="*/ 180975 w 188516"/>
                <a:gd name="connsiteY2" fmla="*/ 61913 h 105799"/>
                <a:gd name="connsiteX3" fmla="*/ 185738 w 188516"/>
                <a:gd name="connsiteY3" fmla="*/ 42863 h 105799"/>
                <a:gd name="connsiteX4" fmla="*/ 180975 w 188516"/>
                <a:gd name="connsiteY4" fmla="*/ 23813 h 105799"/>
                <a:gd name="connsiteX5" fmla="*/ 171450 w 188516"/>
                <a:gd name="connsiteY5" fmla="*/ 0 h 105799"/>
                <a:gd name="connsiteX0" fmla="*/ 0 w 185738"/>
                <a:gd name="connsiteY0" fmla="*/ 14288 h 105075"/>
                <a:gd name="connsiteX1" fmla="*/ 104775 w 185738"/>
                <a:gd name="connsiteY1" fmla="*/ 104775 h 105075"/>
                <a:gd name="connsiteX2" fmla="*/ 185738 w 185738"/>
                <a:gd name="connsiteY2" fmla="*/ 42863 h 105075"/>
                <a:gd name="connsiteX3" fmla="*/ 180975 w 185738"/>
                <a:gd name="connsiteY3" fmla="*/ 23813 h 105075"/>
                <a:gd name="connsiteX4" fmla="*/ 171450 w 185738"/>
                <a:gd name="connsiteY4" fmla="*/ 0 h 105075"/>
                <a:gd name="connsiteX0" fmla="*/ 0 w 180975"/>
                <a:gd name="connsiteY0" fmla="*/ 14288 h 104803"/>
                <a:gd name="connsiteX1" fmla="*/ 104775 w 180975"/>
                <a:gd name="connsiteY1" fmla="*/ 104775 h 104803"/>
                <a:gd name="connsiteX2" fmla="*/ 180975 w 180975"/>
                <a:gd name="connsiteY2" fmla="*/ 23813 h 104803"/>
                <a:gd name="connsiteX3" fmla="*/ 171450 w 180975"/>
                <a:gd name="connsiteY3" fmla="*/ 0 h 104803"/>
                <a:gd name="connsiteX0" fmla="*/ 0 w 180975"/>
                <a:gd name="connsiteY0" fmla="*/ 14288 h 24179"/>
                <a:gd name="connsiteX1" fmla="*/ 180975 w 180975"/>
                <a:gd name="connsiteY1" fmla="*/ 23813 h 24179"/>
                <a:gd name="connsiteX2" fmla="*/ 171450 w 180975"/>
                <a:gd name="connsiteY2" fmla="*/ 0 h 24179"/>
                <a:gd name="connsiteX0" fmla="*/ 0 w 180975"/>
                <a:gd name="connsiteY0" fmla="*/ 14288 h 102268"/>
                <a:gd name="connsiteX1" fmla="*/ 180975 w 180975"/>
                <a:gd name="connsiteY1" fmla="*/ 23813 h 102268"/>
                <a:gd name="connsiteX2" fmla="*/ 171450 w 180975"/>
                <a:gd name="connsiteY2" fmla="*/ 0 h 102268"/>
                <a:gd name="connsiteX0" fmla="*/ 0 w 180975"/>
                <a:gd name="connsiteY0" fmla="*/ 14288 h 122529"/>
                <a:gd name="connsiteX1" fmla="*/ 180975 w 180975"/>
                <a:gd name="connsiteY1" fmla="*/ 23813 h 122529"/>
                <a:gd name="connsiteX2" fmla="*/ 171450 w 180975"/>
                <a:gd name="connsiteY2" fmla="*/ 0 h 122529"/>
                <a:gd name="connsiteX0" fmla="*/ 0 w 180975"/>
                <a:gd name="connsiteY0" fmla="*/ 14288 h 116376"/>
                <a:gd name="connsiteX1" fmla="*/ 180975 w 180975"/>
                <a:gd name="connsiteY1" fmla="*/ 23813 h 116376"/>
                <a:gd name="connsiteX2" fmla="*/ 171450 w 180975"/>
                <a:gd name="connsiteY2" fmla="*/ 0 h 116376"/>
                <a:gd name="connsiteX0" fmla="*/ 0 w 180975"/>
                <a:gd name="connsiteY0" fmla="*/ 14288 h 98167"/>
                <a:gd name="connsiteX1" fmla="*/ 180975 w 180975"/>
                <a:gd name="connsiteY1" fmla="*/ 23813 h 98167"/>
                <a:gd name="connsiteX2" fmla="*/ 171450 w 180975"/>
                <a:gd name="connsiteY2" fmla="*/ 0 h 98167"/>
                <a:gd name="connsiteX0" fmla="*/ 0 w 180975"/>
                <a:gd name="connsiteY0" fmla="*/ 0 h 83879"/>
                <a:gd name="connsiteX1" fmla="*/ 180975 w 180975"/>
                <a:gd name="connsiteY1" fmla="*/ 9525 h 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975" h="83879">
                  <a:moveTo>
                    <a:pt x="0" y="0"/>
                  </a:moveTo>
                  <a:cubicBezTo>
                    <a:pt x="23415" y="82946"/>
                    <a:pt x="145257" y="133349"/>
                    <a:pt x="180975" y="95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60CDC98-17AC-44A3-BAA3-27C4B22A88FE}"/>
                </a:ext>
              </a:extLst>
            </p:cNvPr>
            <p:cNvSpPr/>
            <p:nvPr/>
          </p:nvSpPr>
          <p:spPr>
            <a:xfrm flipV="1">
              <a:off x="4683285" y="2423381"/>
              <a:ext cx="56164" cy="879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1EC511E-3C8D-41F6-8F6A-150FB3EA7C55}"/>
                </a:ext>
              </a:extLst>
            </p:cNvPr>
            <p:cNvSpPr/>
            <p:nvPr/>
          </p:nvSpPr>
          <p:spPr>
            <a:xfrm flipV="1">
              <a:off x="5396777" y="2408372"/>
              <a:ext cx="56164" cy="879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" name="ttsMP3.com_VoiceText_2025-4-26_0-23-50">
            <a:hlinkClick r:id="" action="ppaction://media"/>
            <a:extLst>
              <a:ext uri="{FF2B5EF4-FFF2-40B4-BE49-F238E27FC236}">
                <a16:creationId xmlns:a16="http://schemas.microsoft.com/office/drawing/2014/main" id="{11229AA1-12A7-45AF-B4FC-75D9BDEFA8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51717" y="405914"/>
            <a:ext cx="609600" cy="609600"/>
          </a:xfrm>
          <a:prstGeom prst="rect">
            <a:avLst/>
          </a:prstGeom>
        </p:spPr>
      </p:pic>
      <p:pic>
        <p:nvPicPr>
          <p:cNvPr id="3" name="1sec">
            <a:hlinkClick r:id="" action="ppaction://media"/>
            <a:extLst>
              <a:ext uri="{FF2B5EF4-FFF2-40B4-BE49-F238E27FC236}">
                <a16:creationId xmlns:a16="http://schemas.microsoft.com/office/drawing/2014/main" id="{BC01E31F-5E42-4863-9F42-4356A2D02BB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74481" y="440867"/>
            <a:ext cx="609600" cy="609600"/>
          </a:xfrm>
          <a:prstGeom prst="rect">
            <a:avLst/>
          </a:prstGeom>
        </p:spPr>
      </p:pic>
      <p:pic>
        <p:nvPicPr>
          <p:cNvPr id="5" name="ttsMP3.com_VoiceText_2025-4-26_0-26-6">
            <a:hlinkClick r:id="" action="ppaction://media"/>
            <a:extLst>
              <a:ext uri="{FF2B5EF4-FFF2-40B4-BE49-F238E27FC236}">
                <a16:creationId xmlns:a16="http://schemas.microsoft.com/office/drawing/2014/main" id="{9901D665-A3D5-47F5-A73F-2028612EDB3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893396" y="411050"/>
            <a:ext cx="609600" cy="609600"/>
          </a:xfrm>
          <a:prstGeom prst="rect">
            <a:avLst/>
          </a:prstGeom>
        </p:spPr>
      </p:pic>
      <p:pic>
        <p:nvPicPr>
          <p:cNvPr id="77" name="1sec">
            <a:hlinkClick r:id="" action="ppaction://media"/>
            <a:extLst>
              <a:ext uri="{FF2B5EF4-FFF2-40B4-BE49-F238E27FC236}">
                <a16:creationId xmlns:a16="http://schemas.microsoft.com/office/drawing/2014/main" id="{AB0936F7-DD74-4CFF-A059-57E224A1371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570123" y="467710"/>
            <a:ext cx="609600" cy="609600"/>
          </a:xfrm>
          <a:prstGeom prst="rect">
            <a:avLst/>
          </a:prstGeom>
        </p:spPr>
      </p:pic>
      <p:pic>
        <p:nvPicPr>
          <p:cNvPr id="8" name="longo">
            <a:hlinkClick r:id="" action="ppaction://media"/>
            <a:extLst>
              <a:ext uri="{FF2B5EF4-FFF2-40B4-BE49-F238E27FC236}">
                <a16:creationId xmlns:a16="http://schemas.microsoft.com/office/drawing/2014/main" id="{76BDB374-0393-4C3D-8F91-B5BCACBF2C92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270706" y="485187"/>
            <a:ext cx="609600" cy="609600"/>
          </a:xfrm>
          <a:prstGeom prst="rect">
            <a:avLst/>
          </a:prstGeom>
        </p:spPr>
      </p:pic>
      <p:pic>
        <p:nvPicPr>
          <p:cNvPr id="79" name="1sec">
            <a:hlinkClick r:id="" action="ppaction://media"/>
            <a:extLst>
              <a:ext uri="{FF2B5EF4-FFF2-40B4-BE49-F238E27FC236}">
                <a16:creationId xmlns:a16="http://schemas.microsoft.com/office/drawing/2014/main" id="{26BAE929-ADAD-4D6E-86A9-5216D47C9DD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001553" y="441495"/>
            <a:ext cx="609600" cy="609600"/>
          </a:xfrm>
          <a:prstGeom prst="rect">
            <a:avLst/>
          </a:prstGeom>
        </p:spPr>
      </p:pic>
      <p:pic>
        <p:nvPicPr>
          <p:cNvPr id="80" name="longo">
            <a:hlinkClick r:id="" action="ppaction://media"/>
            <a:extLst>
              <a:ext uri="{FF2B5EF4-FFF2-40B4-BE49-F238E27FC236}">
                <a16:creationId xmlns:a16="http://schemas.microsoft.com/office/drawing/2014/main" id="{27E2108D-5CEE-4A2C-B72D-F86CDDA5EACB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702136" y="458972"/>
            <a:ext cx="609600" cy="609600"/>
          </a:xfrm>
          <a:prstGeom prst="rect">
            <a:avLst/>
          </a:prstGeom>
        </p:spPr>
      </p:pic>
      <p:pic>
        <p:nvPicPr>
          <p:cNvPr id="81" name="1sec">
            <a:hlinkClick r:id="" action="ppaction://media"/>
            <a:extLst>
              <a:ext uri="{FF2B5EF4-FFF2-40B4-BE49-F238E27FC236}">
                <a16:creationId xmlns:a16="http://schemas.microsoft.com/office/drawing/2014/main" id="{D71FEF2F-23BA-413B-B9AB-2C85A9C0475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480961" y="500137"/>
            <a:ext cx="609600" cy="609600"/>
          </a:xfrm>
          <a:prstGeom prst="rect">
            <a:avLst/>
          </a:prstGeom>
        </p:spPr>
      </p:pic>
      <p:pic>
        <p:nvPicPr>
          <p:cNvPr id="82" name="longo">
            <a:hlinkClick r:id="" action="ppaction://media"/>
            <a:extLst>
              <a:ext uri="{FF2B5EF4-FFF2-40B4-BE49-F238E27FC236}">
                <a16:creationId xmlns:a16="http://schemas.microsoft.com/office/drawing/2014/main" id="{3AAC86A4-D0AB-42D1-8856-DB74A693D303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181544" y="517614"/>
            <a:ext cx="609600" cy="609600"/>
          </a:xfrm>
          <a:prstGeom prst="rect">
            <a:avLst/>
          </a:prstGeom>
        </p:spPr>
      </p:pic>
      <p:pic>
        <p:nvPicPr>
          <p:cNvPr id="83" name="1sec">
            <a:hlinkClick r:id="" action="ppaction://media"/>
            <a:extLst>
              <a:ext uri="{FF2B5EF4-FFF2-40B4-BE49-F238E27FC236}">
                <a16:creationId xmlns:a16="http://schemas.microsoft.com/office/drawing/2014/main" id="{E7DC1B34-DD3D-46D4-AFF3-F00B2F80334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962196" y="539903"/>
            <a:ext cx="609600" cy="609600"/>
          </a:xfrm>
          <a:prstGeom prst="rect">
            <a:avLst/>
          </a:prstGeom>
        </p:spPr>
      </p:pic>
      <p:pic>
        <p:nvPicPr>
          <p:cNvPr id="9" name="ttsMP3.com_VoiceText_2025-4-26_0-27-57">
            <a:hlinkClick r:id="" action="ppaction://media"/>
            <a:extLst>
              <a:ext uri="{FF2B5EF4-FFF2-40B4-BE49-F238E27FC236}">
                <a16:creationId xmlns:a16="http://schemas.microsoft.com/office/drawing/2014/main" id="{A9299B77-0C32-4D65-99C3-E966E06CC39E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775724" y="596420"/>
            <a:ext cx="609600" cy="609600"/>
          </a:xfrm>
          <a:prstGeom prst="rect">
            <a:avLst/>
          </a:prstGeom>
        </p:spPr>
      </p:pic>
      <p:pic>
        <p:nvPicPr>
          <p:cNvPr id="85" name="1sec">
            <a:hlinkClick r:id="" action="ppaction://media"/>
            <a:extLst>
              <a:ext uri="{FF2B5EF4-FFF2-40B4-BE49-F238E27FC236}">
                <a16:creationId xmlns:a16="http://schemas.microsoft.com/office/drawing/2014/main" id="{8EE9B8D6-8221-4FBA-908F-BB426943F92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90633" y="566186"/>
            <a:ext cx="609600" cy="609600"/>
          </a:xfrm>
          <a:prstGeom prst="rect">
            <a:avLst/>
          </a:prstGeom>
        </p:spPr>
      </p:pic>
      <p:pic>
        <p:nvPicPr>
          <p:cNvPr id="86" name="1sec">
            <a:hlinkClick r:id="" action="ppaction://media"/>
            <a:extLst>
              <a:ext uri="{FF2B5EF4-FFF2-40B4-BE49-F238E27FC236}">
                <a16:creationId xmlns:a16="http://schemas.microsoft.com/office/drawing/2014/main" id="{F25E70D0-0609-4E36-B289-6D82487A91D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467723" y="5268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6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26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32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80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86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320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376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456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832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888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456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344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400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331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712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056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768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1056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 vol="80000" showWhenStopped="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  <p:audio>
              <p:cMediaNode vol="80000" showWhenStopped="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 showWhenStopped="0">
                <p:cTn id="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  <p:audio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2"/>
                </p:tgtEl>
              </p:cMediaNode>
            </p:audio>
            <p:audio>
              <p:cMediaNode vol="80000" showWhenStopped="0">
                <p:cTn id="5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3"/>
                </p:tgtEl>
              </p:cMediaNode>
            </p:audio>
            <p:audio>
              <p:cMediaNode vol="80000" showWhenStopped="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 showWhenStopped="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5"/>
                </p:tgtEl>
              </p:cMediaNode>
            </p:audio>
            <p:audio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2051775" y="3790933"/>
            <a:ext cx="350078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B1734A"/>
                </a:solidFill>
              </a:rPr>
              <a:t>o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159364" y="3790932"/>
            <a:ext cx="168950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B1734A"/>
                </a:solidFill>
              </a:rPr>
              <a:t>o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BC90C37-0288-45A3-A91E-A7F3BF0217DB}"/>
              </a:ext>
            </a:extLst>
          </p:cNvPr>
          <p:cNvGrpSpPr/>
          <p:nvPr/>
        </p:nvGrpSpPr>
        <p:grpSpPr>
          <a:xfrm>
            <a:off x="4847995" y="204981"/>
            <a:ext cx="7152764" cy="6448038"/>
            <a:chOff x="3028950" y="295720"/>
            <a:chExt cx="7218866" cy="6507628"/>
          </a:xfrm>
        </p:grpSpPr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CCA6D818-3535-47E7-B331-45AB8204C542}"/>
                </a:ext>
              </a:extLst>
            </p:cNvPr>
            <p:cNvSpPr/>
            <p:nvPr/>
          </p:nvSpPr>
          <p:spPr>
            <a:xfrm>
              <a:off x="7968343" y="3427352"/>
              <a:ext cx="2279473" cy="2562958"/>
            </a:xfrm>
            <a:custGeom>
              <a:avLst/>
              <a:gdLst>
                <a:gd name="connsiteX0" fmla="*/ 0 w 376953"/>
                <a:gd name="connsiteY0" fmla="*/ 0 h 609600"/>
                <a:gd name="connsiteX1" fmla="*/ 376953 w 376953"/>
                <a:gd name="connsiteY1" fmla="*/ 0 h 609600"/>
                <a:gd name="connsiteX2" fmla="*/ 376953 w 376953"/>
                <a:gd name="connsiteY2" fmla="*/ 609600 h 609600"/>
                <a:gd name="connsiteX3" fmla="*/ 0 w 376953"/>
                <a:gd name="connsiteY3" fmla="*/ 609600 h 609600"/>
                <a:gd name="connsiteX4" fmla="*/ 0 w 376953"/>
                <a:gd name="connsiteY4" fmla="*/ 0 h 609600"/>
                <a:gd name="connsiteX0" fmla="*/ 101600 w 376953"/>
                <a:gd name="connsiteY0" fmla="*/ 0 h 740229"/>
                <a:gd name="connsiteX1" fmla="*/ 376953 w 376953"/>
                <a:gd name="connsiteY1" fmla="*/ 130629 h 740229"/>
                <a:gd name="connsiteX2" fmla="*/ 376953 w 376953"/>
                <a:gd name="connsiteY2" fmla="*/ 740229 h 740229"/>
                <a:gd name="connsiteX3" fmla="*/ 0 w 376953"/>
                <a:gd name="connsiteY3" fmla="*/ 740229 h 740229"/>
                <a:gd name="connsiteX4" fmla="*/ 101600 w 376953"/>
                <a:gd name="connsiteY4" fmla="*/ 0 h 740229"/>
                <a:gd name="connsiteX0" fmla="*/ 101600 w 1813867"/>
                <a:gd name="connsiteY0" fmla="*/ 0 h 740229"/>
                <a:gd name="connsiteX1" fmla="*/ 1813867 w 1813867"/>
                <a:gd name="connsiteY1" fmla="*/ 595086 h 740229"/>
                <a:gd name="connsiteX2" fmla="*/ 376953 w 1813867"/>
                <a:gd name="connsiteY2" fmla="*/ 740229 h 740229"/>
                <a:gd name="connsiteX3" fmla="*/ 0 w 1813867"/>
                <a:gd name="connsiteY3" fmla="*/ 740229 h 740229"/>
                <a:gd name="connsiteX4" fmla="*/ 101600 w 1813867"/>
                <a:gd name="connsiteY4" fmla="*/ 0 h 740229"/>
                <a:gd name="connsiteX0" fmla="*/ 101600 w 1813867"/>
                <a:gd name="connsiteY0" fmla="*/ 409558 h 1149787"/>
                <a:gd name="connsiteX1" fmla="*/ 1813867 w 1813867"/>
                <a:gd name="connsiteY1" fmla="*/ 1004644 h 1149787"/>
                <a:gd name="connsiteX2" fmla="*/ 376953 w 1813867"/>
                <a:gd name="connsiteY2" fmla="*/ 1149787 h 1149787"/>
                <a:gd name="connsiteX3" fmla="*/ 0 w 1813867"/>
                <a:gd name="connsiteY3" fmla="*/ 1149787 h 1149787"/>
                <a:gd name="connsiteX4" fmla="*/ 101600 w 1813867"/>
                <a:gd name="connsiteY4" fmla="*/ 409558 h 1149787"/>
                <a:gd name="connsiteX0" fmla="*/ 101600 w 1813867"/>
                <a:gd name="connsiteY0" fmla="*/ 409558 h 1313551"/>
                <a:gd name="connsiteX1" fmla="*/ 1813867 w 1813867"/>
                <a:gd name="connsiteY1" fmla="*/ 1004644 h 1313551"/>
                <a:gd name="connsiteX2" fmla="*/ 1494971 w 1813867"/>
                <a:gd name="connsiteY2" fmla="*/ 1313551 h 1313551"/>
                <a:gd name="connsiteX3" fmla="*/ 376953 w 1813867"/>
                <a:gd name="connsiteY3" fmla="*/ 1149787 h 1313551"/>
                <a:gd name="connsiteX4" fmla="*/ 0 w 1813867"/>
                <a:gd name="connsiteY4" fmla="*/ 1149787 h 1313551"/>
                <a:gd name="connsiteX5" fmla="*/ 101600 w 1813867"/>
                <a:gd name="connsiteY5" fmla="*/ 409558 h 1313551"/>
                <a:gd name="connsiteX0" fmla="*/ 101600 w 1969937"/>
                <a:gd name="connsiteY0" fmla="*/ 409558 h 1313551"/>
                <a:gd name="connsiteX1" fmla="*/ 1813867 w 1969937"/>
                <a:gd name="connsiteY1" fmla="*/ 1004644 h 1313551"/>
                <a:gd name="connsiteX2" fmla="*/ 1494971 w 1969937"/>
                <a:gd name="connsiteY2" fmla="*/ 1313551 h 1313551"/>
                <a:gd name="connsiteX3" fmla="*/ 1944914 w 1969937"/>
                <a:gd name="connsiteY3" fmla="*/ 1284523 h 1313551"/>
                <a:gd name="connsiteX4" fmla="*/ 376953 w 1969937"/>
                <a:gd name="connsiteY4" fmla="*/ 1149787 h 1313551"/>
                <a:gd name="connsiteX5" fmla="*/ 0 w 1969937"/>
                <a:gd name="connsiteY5" fmla="*/ 1149787 h 1313551"/>
                <a:gd name="connsiteX6" fmla="*/ 101600 w 1969937"/>
                <a:gd name="connsiteY6" fmla="*/ 409558 h 1313551"/>
                <a:gd name="connsiteX0" fmla="*/ 101600 w 1969937"/>
                <a:gd name="connsiteY0" fmla="*/ 409558 h 1677756"/>
                <a:gd name="connsiteX1" fmla="*/ 1813867 w 1969937"/>
                <a:gd name="connsiteY1" fmla="*/ 1004644 h 1677756"/>
                <a:gd name="connsiteX2" fmla="*/ 1494971 w 1969937"/>
                <a:gd name="connsiteY2" fmla="*/ 1313551 h 1677756"/>
                <a:gd name="connsiteX3" fmla="*/ 1944914 w 1969937"/>
                <a:gd name="connsiteY3" fmla="*/ 1284523 h 1677756"/>
                <a:gd name="connsiteX4" fmla="*/ 1654628 w 1969937"/>
                <a:gd name="connsiteY4" fmla="*/ 1676409 h 1677756"/>
                <a:gd name="connsiteX5" fmla="*/ 376953 w 1969937"/>
                <a:gd name="connsiteY5" fmla="*/ 1149787 h 1677756"/>
                <a:gd name="connsiteX6" fmla="*/ 0 w 1969937"/>
                <a:gd name="connsiteY6" fmla="*/ 1149787 h 1677756"/>
                <a:gd name="connsiteX7" fmla="*/ 101600 w 1969937"/>
                <a:gd name="connsiteY7" fmla="*/ 409558 h 1677756"/>
                <a:gd name="connsiteX0" fmla="*/ 101600 w 2322059"/>
                <a:gd name="connsiteY0" fmla="*/ 409558 h 1941450"/>
                <a:gd name="connsiteX1" fmla="*/ 1813867 w 2322059"/>
                <a:gd name="connsiteY1" fmla="*/ 1004644 h 1941450"/>
                <a:gd name="connsiteX2" fmla="*/ 1494971 w 2322059"/>
                <a:gd name="connsiteY2" fmla="*/ 1313551 h 1941450"/>
                <a:gd name="connsiteX3" fmla="*/ 1944914 w 2322059"/>
                <a:gd name="connsiteY3" fmla="*/ 1284523 h 1941450"/>
                <a:gd name="connsiteX4" fmla="*/ 1654628 w 2322059"/>
                <a:gd name="connsiteY4" fmla="*/ 1676409 h 1941450"/>
                <a:gd name="connsiteX5" fmla="*/ 2278743 w 2322059"/>
                <a:gd name="connsiteY5" fmla="*/ 1923150 h 1941450"/>
                <a:gd name="connsiteX6" fmla="*/ 376953 w 2322059"/>
                <a:gd name="connsiteY6" fmla="*/ 1149787 h 1941450"/>
                <a:gd name="connsiteX7" fmla="*/ 0 w 2322059"/>
                <a:gd name="connsiteY7" fmla="*/ 1149787 h 1941450"/>
                <a:gd name="connsiteX8" fmla="*/ 101600 w 2322059"/>
                <a:gd name="connsiteY8" fmla="*/ 409558 h 1941450"/>
                <a:gd name="connsiteX0" fmla="*/ 101600 w 2322059"/>
                <a:gd name="connsiteY0" fmla="*/ 409558 h 1941450"/>
                <a:gd name="connsiteX1" fmla="*/ 1813867 w 2322059"/>
                <a:gd name="connsiteY1" fmla="*/ 1004644 h 1941450"/>
                <a:gd name="connsiteX2" fmla="*/ 1494971 w 2322059"/>
                <a:gd name="connsiteY2" fmla="*/ 1313551 h 1941450"/>
                <a:gd name="connsiteX3" fmla="*/ 1944914 w 2322059"/>
                <a:gd name="connsiteY3" fmla="*/ 1284523 h 1941450"/>
                <a:gd name="connsiteX4" fmla="*/ 1654628 w 2322059"/>
                <a:gd name="connsiteY4" fmla="*/ 1676409 h 1941450"/>
                <a:gd name="connsiteX5" fmla="*/ 2278743 w 2322059"/>
                <a:gd name="connsiteY5" fmla="*/ 1923150 h 1941450"/>
                <a:gd name="connsiteX6" fmla="*/ 565639 w 2322059"/>
                <a:gd name="connsiteY6" fmla="*/ 1280415 h 1941450"/>
                <a:gd name="connsiteX7" fmla="*/ 0 w 2322059"/>
                <a:gd name="connsiteY7" fmla="*/ 1149787 h 1941450"/>
                <a:gd name="connsiteX8" fmla="*/ 101600 w 2322059"/>
                <a:gd name="connsiteY8" fmla="*/ 409558 h 1941450"/>
                <a:gd name="connsiteX0" fmla="*/ 101600 w 2322059"/>
                <a:gd name="connsiteY0" fmla="*/ 409558 h 2497976"/>
                <a:gd name="connsiteX1" fmla="*/ 1813867 w 2322059"/>
                <a:gd name="connsiteY1" fmla="*/ 1004644 h 2497976"/>
                <a:gd name="connsiteX2" fmla="*/ 1494971 w 2322059"/>
                <a:gd name="connsiteY2" fmla="*/ 1313551 h 2497976"/>
                <a:gd name="connsiteX3" fmla="*/ 1944914 w 2322059"/>
                <a:gd name="connsiteY3" fmla="*/ 1284523 h 2497976"/>
                <a:gd name="connsiteX4" fmla="*/ 1654628 w 2322059"/>
                <a:gd name="connsiteY4" fmla="*/ 1676409 h 2497976"/>
                <a:gd name="connsiteX5" fmla="*/ 2278743 w 2322059"/>
                <a:gd name="connsiteY5" fmla="*/ 1923150 h 2497976"/>
                <a:gd name="connsiteX6" fmla="*/ 565639 w 2322059"/>
                <a:gd name="connsiteY6" fmla="*/ 1280415 h 2497976"/>
                <a:gd name="connsiteX7" fmla="*/ 0 w 2322059"/>
                <a:gd name="connsiteY7" fmla="*/ 1149787 h 2497976"/>
                <a:gd name="connsiteX8" fmla="*/ 101600 w 2322059"/>
                <a:gd name="connsiteY8" fmla="*/ 409558 h 2497976"/>
                <a:gd name="connsiteX0" fmla="*/ 101600 w 2322059"/>
                <a:gd name="connsiteY0" fmla="*/ 409558 h 2393645"/>
                <a:gd name="connsiteX1" fmla="*/ 1813867 w 2322059"/>
                <a:gd name="connsiteY1" fmla="*/ 1004644 h 2393645"/>
                <a:gd name="connsiteX2" fmla="*/ 1494971 w 2322059"/>
                <a:gd name="connsiteY2" fmla="*/ 1313551 h 2393645"/>
                <a:gd name="connsiteX3" fmla="*/ 1944914 w 2322059"/>
                <a:gd name="connsiteY3" fmla="*/ 1284523 h 2393645"/>
                <a:gd name="connsiteX4" fmla="*/ 1654628 w 2322059"/>
                <a:gd name="connsiteY4" fmla="*/ 1676409 h 2393645"/>
                <a:gd name="connsiteX5" fmla="*/ 2278743 w 2322059"/>
                <a:gd name="connsiteY5" fmla="*/ 1923150 h 2393645"/>
                <a:gd name="connsiteX6" fmla="*/ 623696 w 2322059"/>
                <a:gd name="connsiteY6" fmla="*/ 1120757 h 2393645"/>
                <a:gd name="connsiteX7" fmla="*/ 0 w 2322059"/>
                <a:gd name="connsiteY7" fmla="*/ 1149787 h 2393645"/>
                <a:gd name="connsiteX8" fmla="*/ 101600 w 2322059"/>
                <a:gd name="connsiteY8" fmla="*/ 409558 h 2393645"/>
                <a:gd name="connsiteX0" fmla="*/ 101600 w 2322059"/>
                <a:gd name="connsiteY0" fmla="*/ 409558 h 2393645"/>
                <a:gd name="connsiteX1" fmla="*/ 1813867 w 2322059"/>
                <a:gd name="connsiteY1" fmla="*/ 1004644 h 2393645"/>
                <a:gd name="connsiteX2" fmla="*/ 1494971 w 2322059"/>
                <a:gd name="connsiteY2" fmla="*/ 1313551 h 2393645"/>
                <a:gd name="connsiteX3" fmla="*/ 1944914 w 2322059"/>
                <a:gd name="connsiteY3" fmla="*/ 1284523 h 2393645"/>
                <a:gd name="connsiteX4" fmla="*/ 1654628 w 2322059"/>
                <a:gd name="connsiteY4" fmla="*/ 1676409 h 2393645"/>
                <a:gd name="connsiteX5" fmla="*/ 2278743 w 2322059"/>
                <a:gd name="connsiteY5" fmla="*/ 1923150 h 2393645"/>
                <a:gd name="connsiteX6" fmla="*/ 623696 w 2322059"/>
                <a:gd name="connsiteY6" fmla="*/ 1120757 h 2393645"/>
                <a:gd name="connsiteX7" fmla="*/ 0 w 2322059"/>
                <a:gd name="connsiteY7" fmla="*/ 1149787 h 2393645"/>
                <a:gd name="connsiteX8" fmla="*/ 101600 w 2322059"/>
                <a:gd name="connsiteY8" fmla="*/ 409558 h 2393645"/>
                <a:gd name="connsiteX0" fmla="*/ 101600 w 2322059"/>
                <a:gd name="connsiteY0" fmla="*/ 409558 h 2559502"/>
                <a:gd name="connsiteX1" fmla="*/ 1813867 w 2322059"/>
                <a:gd name="connsiteY1" fmla="*/ 1004644 h 2559502"/>
                <a:gd name="connsiteX2" fmla="*/ 1494971 w 2322059"/>
                <a:gd name="connsiteY2" fmla="*/ 1313551 h 2559502"/>
                <a:gd name="connsiteX3" fmla="*/ 1944914 w 2322059"/>
                <a:gd name="connsiteY3" fmla="*/ 1284523 h 2559502"/>
                <a:gd name="connsiteX4" fmla="*/ 1654628 w 2322059"/>
                <a:gd name="connsiteY4" fmla="*/ 1676409 h 2559502"/>
                <a:gd name="connsiteX5" fmla="*/ 2278743 w 2322059"/>
                <a:gd name="connsiteY5" fmla="*/ 1923150 h 2559502"/>
                <a:gd name="connsiteX6" fmla="*/ 623696 w 2322059"/>
                <a:gd name="connsiteY6" fmla="*/ 1120757 h 2559502"/>
                <a:gd name="connsiteX7" fmla="*/ 0 w 2322059"/>
                <a:gd name="connsiteY7" fmla="*/ 1149787 h 2559502"/>
                <a:gd name="connsiteX8" fmla="*/ 101600 w 2322059"/>
                <a:gd name="connsiteY8" fmla="*/ 409558 h 2559502"/>
                <a:gd name="connsiteX0" fmla="*/ 101600 w 2322059"/>
                <a:gd name="connsiteY0" fmla="*/ 409558 h 2547763"/>
                <a:gd name="connsiteX1" fmla="*/ 1813867 w 2322059"/>
                <a:gd name="connsiteY1" fmla="*/ 1004644 h 2547763"/>
                <a:gd name="connsiteX2" fmla="*/ 1494971 w 2322059"/>
                <a:gd name="connsiteY2" fmla="*/ 1313551 h 2547763"/>
                <a:gd name="connsiteX3" fmla="*/ 1944914 w 2322059"/>
                <a:gd name="connsiteY3" fmla="*/ 1284523 h 2547763"/>
                <a:gd name="connsiteX4" fmla="*/ 1654628 w 2322059"/>
                <a:gd name="connsiteY4" fmla="*/ 1676409 h 2547763"/>
                <a:gd name="connsiteX5" fmla="*/ 2278743 w 2322059"/>
                <a:gd name="connsiteY5" fmla="*/ 1923150 h 2547763"/>
                <a:gd name="connsiteX6" fmla="*/ 623696 w 2322059"/>
                <a:gd name="connsiteY6" fmla="*/ 1120757 h 2547763"/>
                <a:gd name="connsiteX7" fmla="*/ 0 w 2322059"/>
                <a:gd name="connsiteY7" fmla="*/ 1149787 h 2547763"/>
                <a:gd name="connsiteX8" fmla="*/ 101600 w 2322059"/>
                <a:gd name="connsiteY8" fmla="*/ 409558 h 2547763"/>
                <a:gd name="connsiteX0" fmla="*/ 101600 w 2322059"/>
                <a:gd name="connsiteY0" fmla="*/ 409558 h 2587863"/>
                <a:gd name="connsiteX1" fmla="*/ 1813867 w 2322059"/>
                <a:gd name="connsiteY1" fmla="*/ 1004644 h 2587863"/>
                <a:gd name="connsiteX2" fmla="*/ 1494971 w 2322059"/>
                <a:gd name="connsiteY2" fmla="*/ 1313551 h 2587863"/>
                <a:gd name="connsiteX3" fmla="*/ 1944914 w 2322059"/>
                <a:gd name="connsiteY3" fmla="*/ 1284523 h 2587863"/>
                <a:gd name="connsiteX4" fmla="*/ 1654628 w 2322059"/>
                <a:gd name="connsiteY4" fmla="*/ 1676409 h 2587863"/>
                <a:gd name="connsiteX5" fmla="*/ 2278743 w 2322059"/>
                <a:gd name="connsiteY5" fmla="*/ 1923150 h 2587863"/>
                <a:gd name="connsiteX6" fmla="*/ 623696 w 2322059"/>
                <a:gd name="connsiteY6" fmla="*/ 1120757 h 2587863"/>
                <a:gd name="connsiteX7" fmla="*/ 0 w 2322059"/>
                <a:gd name="connsiteY7" fmla="*/ 1149787 h 2587863"/>
                <a:gd name="connsiteX8" fmla="*/ 101600 w 2322059"/>
                <a:gd name="connsiteY8" fmla="*/ 409558 h 2587863"/>
                <a:gd name="connsiteX0" fmla="*/ 101600 w 2322059"/>
                <a:gd name="connsiteY0" fmla="*/ 409558 h 2557690"/>
                <a:gd name="connsiteX1" fmla="*/ 1813867 w 2322059"/>
                <a:gd name="connsiteY1" fmla="*/ 1004644 h 2557690"/>
                <a:gd name="connsiteX2" fmla="*/ 1494971 w 2322059"/>
                <a:gd name="connsiteY2" fmla="*/ 1313551 h 2557690"/>
                <a:gd name="connsiteX3" fmla="*/ 1944914 w 2322059"/>
                <a:gd name="connsiteY3" fmla="*/ 1284523 h 2557690"/>
                <a:gd name="connsiteX4" fmla="*/ 1654628 w 2322059"/>
                <a:gd name="connsiteY4" fmla="*/ 1676409 h 2557690"/>
                <a:gd name="connsiteX5" fmla="*/ 2278743 w 2322059"/>
                <a:gd name="connsiteY5" fmla="*/ 1923150 h 2557690"/>
                <a:gd name="connsiteX6" fmla="*/ 623696 w 2322059"/>
                <a:gd name="connsiteY6" fmla="*/ 1120757 h 2557690"/>
                <a:gd name="connsiteX7" fmla="*/ 0 w 2322059"/>
                <a:gd name="connsiteY7" fmla="*/ 1149787 h 2557690"/>
                <a:gd name="connsiteX8" fmla="*/ 101600 w 2322059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409558 h 2557690"/>
                <a:gd name="connsiteX1" fmla="*/ 1813867 w 2279473"/>
                <a:gd name="connsiteY1" fmla="*/ 1004644 h 2557690"/>
                <a:gd name="connsiteX2" fmla="*/ 1494971 w 2279473"/>
                <a:gd name="connsiteY2" fmla="*/ 1313551 h 2557690"/>
                <a:gd name="connsiteX3" fmla="*/ 1944914 w 2279473"/>
                <a:gd name="connsiteY3" fmla="*/ 1284523 h 2557690"/>
                <a:gd name="connsiteX4" fmla="*/ 1654628 w 2279473"/>
                <a:gd name="connsiteY4" fmla="*/ 1676409 h 2557690"/>
                <a:gd name="connsiteX5" fmla="*/ 2278743 w 2279473"/>
                <a:gd name="connsiteY5" fmla="*/ 1923150 h 2557690"/>
                <a:gd name="connsiteX6" fmla="*/ 623696 w 2279473"/>
                <a:gd name="connsiteY6" fmla="*/ 1120757 h 2557690"/>
                <a:gd name="connsiteX7" fmla="*/ 0 w 2279473"/>
                <a:gd name="connsiteY7" fmla="*/ 1149787 h 2557690"/>
                <a:gd name="connsiteX8" fmla="*/ 101600 w 2279473"/>
                <a:gd name="connsiteY8" fmla="*/ 409558 h 2557690"/>
                <a:gd name="connsiteX0" fmla="*/ 101600 w 2279473"/>
                <a:gd name="connsiteY0" fmla="*/ 332057 h 2480189"/>
                <a:gd name="connsiteX1" fmla="*/ 1813867 w 2279473"/>
                <a:gd name="connsiteY1" fmla="*/ 927143 h 2480189"/>
                <a:gd name="connsiteX2" fmla="*/ 1494971 w 2279473"/>
                <a:gd name="connsiteY2" fmla="*/ 1236050 h 2480189"/>
                <a:gd name="connsiteX3" fmla="*/ 1944914 w 2279473"/>
                <a:gd name="connsiteY3" fmla="*/ 1207022 h 2480189"/>
                <a:gd name="connsiteX4" fmla="*/ 1654628 w 2279473"/>
                <a:gd name="connsiteY4" fmla="*/ 1598908 h 2480189"/>
                <a:gd name="connsiteX5" fmla="*/ 2278743 w 2279473"/>
                <a:gd name="connsiteY5" fmla="*/ 1845649 h 2480189"/>
                <a:gd name="connsiteX6" fmla="*/ 623696 w 2279473"/>
                <a:gd name="connsiteY6" fmla="*/ 1043256 h 2480189"/>
                <a:gd name="connsiteX7" fmla="*/ 0 w 2279473"/>
                <a:gd name="connsiteY7" fmla="*/ 1072286 h 2480189"/>
                <a:gd name="connsiteX8" fmla="*/ 101600 w 2279473"/>
                <a:gd name="connsiteY8" fmla="*/ 332057 h 2480189"/>
                <a:gd name="connsiteX0" fmla="*/ 101600 w 2279473"/>
                <a:gd name="connsiteY0" fmla="*/ 431848 h 2579980"/>
                <a:gd name="connsiteX1" fmla="*/ 1813867 w 2279473"/>
                <a:gd name="connsiteY1" fmla="*/ 1026934 h 2579980"/>
                <a:gd name="connsiteX2" fmla="*/ 1494971 w 2279473"/>
                <a:gd name="connsiteY2" fmla="*/ 1335841 h 2579980"/>
                <a:gd name="connsiteX3" fmla="*/ 1944914 w 2279473"/>
                <a:gd name="connsiteY3" fmla="*/ 1306813 h 2579980"/>
                <a:gd name="connsiteX4" fmla="*/ 1654628 w 2279473"/>
                <a:gd name="connsiteY4" fmla="*/ 1698699 h 2579980"/>
                <a:gd name="connsiteX5" fmla="*/ 2278743 w 2279473"/>
                <a:gd name="connsiteY5" fmla="*/ 1945440 h 2579980"/>
                <a:gd name="connsiteX6" fmla="*/ 623696 w 2279473"/>
                <a:gd name="connsiteY6" fmla="*/ 1143047 h 2579980"/>
                <a:gd name="connsiteX7" fmla="*/ 0 w 2279473"/>
                <a:gd name="connsiteY7" fmla="*/ 1172077 h 2579980"/>
                <a:gd name="connsiteX8" fmla="*/ 101600 w 2279473"/>
                <a:gd name="connsiteY8" fmla="*/ 431848 h 2579980"/>
                <a:gd name="connsiteX0" fmla="*/ 101600 w 2279473"/>
                <a:gd name="connsiteY0" fmla="*/ 447439 h 2595571"/>
                <a:gd name="connsiteX1" fmla="*/ 1813867 w 2279473"/>
                <a:gd name="connsiteY1" fmla="*/ 1042525 h 2595571"/>
                <a:gd name="connsiteX2" fmla="*/ 1494971 w 2279473"/>
                <a:gd name="connsiteY2" fmla="*/ 1351432 h 2595571"/>
                <a:gd name="connsiteX3" fmla="*/ 1944914 w 2279473"/>
                <a:gd name="connsiteY3" fmla="*/ 1322404 h 2595571"/>
                <a:gd name="connsiteX4" fmla="*/ 1654628 w 2279473"/>
                <a:gd name="connsiteY4" fmla="*/ 1714290 h 2595571"/>
                <a:gd name="connsiteX5" fmla="*/ 2278743 w 2279473"/>
                <a:gd name="connsiteY5" fmla="*/ 1961031 h 2595571"/>
                <a:gd name="connsiteX6" fmla="*/ 623696 w 2279473"/>
                <a:gd name="connsiteY6" fmla="*/ 1158638 h 2595571"/>
                <a:gd name="connsiteX7" fmla="*/ 0 w 2279473"/>
                <a:gd name="connsiteY7" fmla="*/ 1187668 h 2595571"/>
                <a:gd name="connsiteX8" fmla="*/ 101600 w 2279473"/>
                <a:gd name="connsiteY8" fmla="*/ 447439 h 2595571"/>
                <a:gd name="connsiteX0" fmla="*/ 101600 w 2279473"/>
                <a:gd name="connsiteY0" fmla="*/ 435968 h 2584100"/>
                <a:gd name="connsiteX1" fmla="*/ 1813867 w 2279473"/>
                <a:gd name="connsiteY1" fmla="*/ 1031054 h 2584100"/>
                <a:gd name="connsiteX2" fmla="*/ 1494971 w 2279473"/>
                <a:gd name="connsiteY2" fmla="*/ 1339961 h 2584100"/>
                <a:gd name="connsiteX3" fmla="*/ 1944914 w 2279473"/>
                <a:gd name="connsiteY3" fmla="*/ 1310933 h 2584100"/>
                <a:gd name="connsiteX4" fmla="*/ 1654628 w 2279473"/>
                <a:gd name="connsiteY4" fmla="*/ 1702819 h 2584100"/>
                <a:gd name="connsiteX5" fmla="*/ 2278743 w 2279473"/>
                <a:gd name="connsiteY5" fmla="*/ 1949560 h 2584100"/>
                <a:gd name="connsiteX6" fmla="*/ 623696 w 2279473"/>
                <a:gd name="connsiteY6" fmla="*/ 1147167 h 2584100"/>
                <a:gd name="connsiteX7" fmla="*/ 0 w 2279473"/>
                <a:gd name="connsiteY7" fmla="*/ 1176197 h 2584100"/>
                <a:gd name="connsiteX8" fmla="*/ 101600 w 2279473"/>
                <a:gd name="connsiteY8" fmla="*/ 435968 h 2584100"/>
                <a:gd name="connsiteX0" fmla="*/ 53975 w 2279473"/>
                <a:gd name="connsiteY0" fmla="*/ 427530 h 2642337"/>
                <a:gd name="connsiteX1" fmla="*/ 1813867 w 2279473"/>
                <a:gd name="connsiteY1" fmla="*/ 1089291 h 2642337"/>
                <a:gd name="connsiteX2" fmla="*/ 1494971 w 2279473"/>
                <a:gd name="connsiteY2" fmla="*/ 1398198 h 2642337"/>
                <a:gd name="connsiteX3" fmla="*/ 1944914 w 2279473"/>
                <a:gd name="connsiteY3" fmla="*/ 1369170 h 2642337"/>
                <a:gd name="connsiteX4" fmla="*/ 1654628 w 2279473"/>
                <a:gd name="connsiteY4" fmla="*/ 1761056 h 2642337"/>
                <a:gd name="connsiteX5" fmla="*/ 2278743 w 2279473"/>
                <a:gd name="connsiteY5" fmla="*/ 2007797 h 2642337"/>
                <a:gd name="connsiteX6" fmla="*/ 623696 w 2279473"/>
                <a:gd name="connsiteY6" fmla="*/ 1205404 h 2642337"/>
                <a:gd name="connsiteX7" fmla="*/ 0 w 2279473"/>
                <a:gd name="connsiteY7" fmla="*/ 1234434 h 2642337"/>
                <a:gd name="connsiteX8" fmla="*/ 53975 w 2279473"/>
                <a:gd name="connsiteY8" fmla="*/ 427530 h 2642337"/>
                <a:gd name="connsiteX0" fmla="*/ 53975 w 2279473"/>
                <a:gd name="connsiteY0" fmla="*/ 355620 h 2570427"/>
                <a:gd name="connsiteX1" fmla="*/ 1813867 w 2279473"/>
                <a:gd name="connsiteY1" fmla="*/ 1017381 h 2570427"/>
                <a:gd name="connsiteX2" fmla="*/ 1494971 w 2279473"/>
                <a:gd name="connsiteY2" fmla="*/ 1326288 h 2570427"/>
                <a:gd name="connsiteX3" fmla="*/ 1944914 w 2279473"/>
                <a:gd name="connsiteY3" fmla="*/ 1297260 h 2570427"/>
                <a:gd name="connsiteX4" fmla="*/ 1654628 w 2279473"/>
                <a:gd name="connsiteY4" fmla="*/ 1689146 h 2570427"/>
                <a:gd name="connsiteX5" fmla="*/ 2278743 w 2279473"/>
                <a:gd name="connsiteY5" fmla="*/ 1935887 h 2570427"/>
                <a:gd name="connsiteX6" fmla="*/ 623696 w 2279473"/>
                <a:gd name="connsiteY6" fmla="*/ 1133494 h 2570427"/>
                <a:gd name="connsiteX7" fmla="*/ 0 w 2279473"/>
                <a:gd name="connsiteY7" fmla="*/ 1162524 h 2570427"/>
                <a:gd name="connsiteX8" fmla="*/ 53975 w 2279473"/>
                <a:gd name="connsiteY8" fmla="*/ 355620 h 2570427"/>
                <a:gd name="connsiteX0" fmla="*/ 53975 w 2279473"/>
                <a:gd name="connsiteY0" fmla="*/ 348151 h 2562958"/>
                <a:gd name="connsiteX1" fmla="*/ 1813867 w 2279473"/>
                <a:gd name="connsiteY1" fmla="*/ 1009912 h 2562958"/>
                <a:gd name="connsiteX2" fmla="*/ 1494971 w 2279473"/>
                <a:gd name="connsiteY2" fmla="*/ 1318819 h 2562958"/>
                <a:gd name="connsiteX3" fmla="*/ 1944914 w 2279473"/>
                <a:gd name="connsiteY3" fmla="*/ 1289791 h 2562958"/>
                <a:gd name="connsiteX4" fmla="*/ 1654628 w 2279473"/>
                <a:gd name="connsiteY4" fmla="*/ 1681677 h 2562958"/>
                <a:gd name="connsiteX5" fmla="*/ 2278743 w 2279473"/>
                <a:gd name="connsiteY5" fmla="*/ 1928418 h 2562958"/>
                <a:gd name="connsiteX6" fmla="*/ 623696 w 2279473"/>
                <a:gd name="connsiteY6" fmla="*/ 1126025 h 2562958"/>
                <a:gd name="connsiteX7" fmla="*/ 0 w 2279473"/>
                <a:gd name="connsiteY7" fmla="*/ 1155055 h 2562958"/>
                <a:gd name="connsiteX8" fmla="*/ 53975 w 2279473"/>
                <a:gd name="connsiteY8" fmla="*/ 348151 h 2562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9473" h="2562958">
                  <a:moveTo>
                    <a:pt x="53975" y="348151"/>
                  </a:moveTo>
                  <a:cubicBezTo>
                    <a:pt x="1621681" y="-860012"/>
                    <a:pt x="992286" y="1503700"/>
                    <a:pt x="1813867" y="1009912"/>
                  </a:cubicBezTo>
                  <a:cubicBezTo>
                    <a:pt x="1773185" y="1076595"/>
                    <a:pt x="1798724" y="1159608"/>
                    <a:pt x="1494971" y="1318819"/>
                  </a:cubicBezTo>
                  <a:cubicBezTo>
                    <a:pt x="1301750" y="1243829"/>
                    <a:pt x="1613805" y="1580681"/>
                    <a:pt x="1944914" y="1289791"/>
                  </a:cubicBezTo>
                  <a:cubicBezTo>
                    <a:pt x="1978781" y="1275276"/>
                    <a:pt x="1991783" y="1561935"/>
                    <a:pt x="1654628" y="1681677"/>
                  </a:cubicBezTo>
                  <a:cubicBezTo>
                    <a:pt x="1635276" y="1710705"/>
                    <a:pt x="1862667" y="2102591"/>
                    <a:pt x="2278743" y="1928418"/>
                  </a:cubicBezTo>
                  <a:cubicBezTo>
                    <a:pt x="2317308" y="2265716"/>
                    <a:pt x="817360" y="3531927"/>
                    <a:pt x="623696" y="1126025"/>
                  </a:cubicBezTo>
                  <a:lnTo>
                    <a:pt x="0" y="1155055"/>
                  </a:lnTo>
                  <a:lnTo>
                    <a:pt x="53975" y="348151"/>
                  </a:lnTo>
                  <a:close/>
                </a:path>
              </a:pathLst>
            </a:custGeom>
            <a:solidFill>
              <a:srgbClr val="552F22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Rectangle 13">
              <a:extLst>
                <a:ext uri="{FF2B5EF4-FFF2-40B4-BE49-F238E27FC236}">
                  <a16:creationId xmlns:a16="http://schemas.microsoft.com/office/drawing/2014/main" id="{50FE8D81-D1BE-4955-8946-745C0D4B84E2}"/>
                </a:ext>
              </a:extLst>
            </p:cNvPr>
            <p:cNvSpPr/>
            <p:nvPr/>
          </p:nvSpPr>
          <p:spPr>
            <a:xfrm>
              <a:off x="3954327" y="4787901"/>
              <a:ext cx="1545328" cy="1612900"/>
            </a:xfrm>
            <a:custGeom>
              <a:avLst/>
              <a:gdLst>
                <a:gd name="connsiteX0" fmla="*/ 0 w 423966"/>
                <a:gd name="connsiteY0" fmla="*/ 0 h 520726"/>
                <a:gd name="connsiteX1" fmla="*/ 423966 w 423966"/>
                <a:gd name="connsiteY1" fmla="*/ 0 h 520726"/>
                <a:gd name="connsiteX2" fmla="*/ 423966 w 423966"/>
                <a:gd name="connsiteY2" fmla="*/ 520726 h 520726"/>
                <a:gd name="connsiteX3" fmla="*/ 0 w 423966"/>
                <a:gd name="connsiteY3" fmla="*/ 520726 h 520726"/>
                <a:gd name="connsiteX4" fmla="*/ 0 w 423966"/>
                <a:gd name="connsiteY4" fmla="*/ 0 h 520726"/>
                <a:gd name="connsiteX0" fmla="*/ 0 w 423966"/>
                <a:gd name="connsiteY0" fmla="*/ 0 h 1193826"/>
                <a:gd name="connsiteX1" fmla="*/ 423966 w 423966"/>
                <a:gd name="connsiteY1" fmla="*/ 0 h 1193826"/>
                <a:gd name="connsiteX2" fmla="*/ 423966 w 423966"/>
                <a:gd name="connsiteY2" fmla="*/ 520726 h 1193826"/>
                <a:gd name="connsiteX3" fmla="*/ 228600 w 423966"/>
                <a:gd name="connsiteY3" fmla="*/ 1193826 h 1193826"/>
                <a:gd name="connsiteX4" fmla="*/ 0 w 423966"/>
                <a:gd name="connsiteY4" fmla="*/ 0 h 1193826"/>
                <a:gd name="connsiteX0" fmla="*/ 0 w 855766"/>
                <a:gd name="connsiteY0" fmla="*/ 1511300 h 1511300"/>
                <a:gd name="connsiteX1" fmla="*/ 855766 w 855766"/>
                <a:gd name="connsiteY1" fmla="*/ 0 h 1511300"/>
                <a:gd name="connsiteX2" fmla="*/ 855766 w 855766"/>
                <a:gd name="connsiteY2" fmla="*/ 520726 h 1511300"/>
                <a:gd name="connsiteX3" fmla="*/ 660400 w 855766"/>
                <a:gd name="connsiteY3" fmla="*/ 1193826 h 1511300"/>
                <a:gd name="connsiteX4" fmla="*/ 0 w 855766"/>
                <a:gd name="connsiteY4" fmla="*/ 1511300 h 1511300"/>
                <a:gd name="connsiteX0" fmla="*/ 488190 w 1343956"/>
                <a:gd name="connsiteY0" fmla="*/ 1511300 h 1511300"/>
                <a:gd name="connsiteX1" fmla="*/ 1343956 w 1343956"/>
                <a:gd name="connsiteY1" fmla="*/ 0 h 1511300"/>
                <a:gd name="connsiteX2" fmla="*/ 1343956 w 1343956"/>
                <a:gd name="connsiteY2" fmla="*/ 520726 h 1511300"/>
                <a:gd name="connsiteX3" fmla="*/ 1148590 w 1343956"/>
                <a:gd name="connsiteY3" fmla="*/ 1193826 h 1511300"/>
                <a:gd name="connsiteX4" fmla="*/ 488190 w 1343956"/>
                <a:gd name="connsiteY4" fmla="*/ 1511300 h 1511300"/>
                <a:gd name="connsiteX0" fmla="*/ 488190 w 1343956"/>
                <a:gd name="connsiteY0" fmla="*/ 1612900 h 1612900"/>
                <a:gd name="connsiteX1" fmla="*/ 1343956 w 1343956"/>
                <a:gd name="connsiteY1" fmla="*/ 0 h 1612900"/>
                <a:gd name="connsiteX2" fmla="*/ 1343956 w 1343956"/>
                <a:gd name="connsiteY2" fmla="*/ 622326 h 1612900"/>
                <a:gd name="connsiteX3" fmla="*/ 1148590 w 1343956"/>
                <a:gd name="connsiteY3" fmla="*/ 1295426 h 1612900"/>
                <a:gd name="connsiteX4" fmla="*/ 488190 w 1343956"/>
                <a:gd name="connsiteY4" fmla="*/ 1612900 h 1612900"/>
                <a:gd name="connsiteX0" fmla="*/ 488190 w 1343956"/>
                <a:gd name="connsiteY0" fmla="*/ 1612900 h 1612900"/>
                <a:gd name="connsiteX1" fmla="*/ 1343956 w 1343956"/>
                <a:gd name="connsiteY1" fmla="*/ 0 h 1612900"/>
                <a:gd name="connsiteX2" fmla="*/ 1343956 w 1343956"/>
                <a:gd name="connsiteY2" fmla="*/ 622326 h 1612900"/>
                <a:gd name="connsiteX3" fmla="*/ 1148590 w 1343956"/>
                <a:gd name="connsiteY3" fmla="*/ 1295426 h 1612900"/>
                <a:gd name="connsiteX4" fmla="*/ 488190 w 1343956"/>
                <a:gd name="connsiteY4" fmla="*/ 1612900 h 1612900"/>
                <a:gd name="connsiteX0" fmla="*/ 488190 w 1343956"/>
                <a:gd name="connsiteY0" fmla="*/ 1612900 h 1612900"/>
                <a:gd name="connsiteX1" fmla="*/ 1343956 w 1343956"/>
                <a:gd name="connsiteY1" fmla="*/ 0 h 1612900"/>
                <a:gd name="connsiteX2" fmla="*/ 747056 w 1343956"/>
                <a:gd name="connsiteY2" fmla="*/ 939826 h 1612900"/>
                <a:gd name="connsiteX3" fmla="*/ 1148590 w 1343956"/>
                <a:gd name="connsiteY3" fmla="*/ 1295426 h 1612900"/>
                <a:gd name="connsiteX4" fmla="*/ 488190 w 1343956"/>
                <a:gd name="connsiteY4" fmla="*/ 1612900 h 1612900"/>
                <a:gd name="connsiteX0" fmla="*/ 488190 w 1545328"/>
                <a:gd name="connsiteY0" fmla="*/ 1612900 h 1612900"/>
                <a:gd name="connsiteX1" fmla="*/ 1343956 w 1545328"/>
                <a:gd name="connsiteY1" fmla="*/ 0 h 1612900"/>
                <a:gd name="connsiteX2" fmla="*/ 1532073 w 1545328"/>
                <a:gd name="connsiteY2" fmla="*/ 609599 h 1612900"/>
                <a:gd name="connsiteX3" fmla="*/ 747056 w 1545328"/>
                <a:gd name="connsiteY3" fmla="*/ 939826 h 1612900"/>
                <a:gd name="connsiteX4" fmla="*/ 1148590 w 1545328"/>
                <a:gd name="connsiteY4" fmla="*/ 1295426 h 1612900"/>
                <a:gd name="connsiteX5" fmla="*/ 488190 w 1545328"/>
                <a:gd name="connsiteY5" fmla="*/ 1612900 h 1612900"/>
                <a:gd name="connsiteX0" fmla="*/ 488190 w 1545328"/>
                <a:gd name="connsiteY0" fmla="*/ 1612900 h 1612900"/>
                <a:gd name="connsiteX1" fmla="*/ 1343956 w 1545328"/>
                <a:gd name="connsiteY1" fmla="*/ 0 h 1612900"/>
                <a:gd name="connsiteX2" fmla="*/ 1532073 w 1545328"/>
                <a:gd name="connsiteY2" fmla="*/ 609599 h 1612900"/>
                <a:gd name="connsiteX3" fmla="*/ 701336 w 1545328"/>
                <a:gd name="connsiteY3" fmla="*/ 909346 h 1612900"/>
                <a:gd name="connsiteX4" fmla="*/ 1148590 w 1545328"/>
                <a:gd name="connsiteY4" fmla="*/ 1295426 h 1612900"/>
                <a:gd name="connsiteX5" fmla="*/ 488190 w 1545328"/>
                <a:gd name="connsiteY5" fmla="*/ 1612900 h 1612900"/>
                <a:gd name="connsiteX0" fmla="*/ 488190 w 1545328"/>
                <a:gd name="connsiteY0" fmla="*/ 1612900 h 1612900"/>
                <a:gd name="connsiteX1" fmla="*/ 1343956 w 1545328"/>
                <a:gd name="connsiteY1" fmla="*/ 0 h 1612900"/>
                <a:gd name="connsiteX2" fmla="*/ 1532073 w 1545328"/>
                <a:gd name="connsiteY2" fmla="*/ 609599 h 1612900"/>
                <a:gd name="connsiteX3" fmla="*/ 701336 w 1545328"/>
                <a:gd name="connsiteY3" fmla="*/ 909346 h 1612900"/>
                <a:gd name="connsiteX4" fmla="*/ 1186690 w 1545328"/>
                <a:gd name="connsiteY4" fmla="*/ 1264946 h 1612900"/>
                <a:gd name="connsiteX5" fmla="*/ 488190 w 1545328"/>
                <a:gd name="connsiteY5" fmla="*/ 1612900 h 1612900"/>
                <a:gd name="connsiteX0" fmla="*/ 488190 w 1545328"/>
                <a:gd name="connsiteY0" fmla="*/ 1612900 h 1612900"/>
                <a:gd name="connsiteX1" fmla="*/ 1343956 w 1545328"/>
                <a:gd name="connsiteY1" fmla="*/ 0 h 1612900"/>
                <a:gd name="connsiteX2" fmla="*/ 1532073 w 1545328"/>
                <a:gd name="connsiteY2" fmla="*/ 609599 h 1612900"/>
                <a:gd name="connsiteX3" fmla="*/ 701336 w 1545328"/>
                <a:gd name="connsiteY3" fmla="*/ 909346 h 1612900"/>
                <a:gd name="connsiteX4" fmla="*/ 1186690 w 1545328"/>
                <a:gd name="connsiteY4" fmla="*/ 1264946 h 1612900"/>
                <a:gd name="connsiteX5" fmla="*/ 488190 w 1545328"/>
                <a:gd name="connsiteY5" fmla="*/ 1612900 h 1612900"/>
                <a:gd name="connsiteX0" fmla="*/ 488190 w 1545328"/>
                <a:gd name="connsiteY0" fmla="*/ 1612900 h 1612900"/>
                <a:gd name="connsiteX1" fmla="*/ 1343956 w 1545328"/>
                <a:gd name="connsiteY1" fmla="*/ 0 h 1612900"/>
                <a:gd name="connsiteX2" fmla="*/ 1532073 w 1545328"/>
                <a:gd name="connsiteY2" fmla="*/ 609599 h 1612900"/>
                <a:gd name="connsiteX3" fmla="*/ 701336 w 1545328"/>
                <a:gd name="connsiteY3" fmla="*/ 909346 h 1612900"/>
                <a:gd name="connsiteX4" fmla="*/ 1186690 w 1545328"/>
                <a:gd name="connsiteY4" fmla="*/ 1264946 h 1612900"/>
                <a:gd name="connsiteX5" fmla="*/ 488190 w 1545328"/>
                <a:gd name="connsiteY5" fmla="*/ 1612900 h 161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5328" h="1612900">
                  <a:moveTo>
                    <a:pt x="488190" y="1612900"/>
                  </a:moveTo>
                  <a:cubicBezTo>
                    <a:pt x="-890255" y="-135467"/>
                    <a:pt x="1058701" y="503767"/>
                    <a:pt x="1343956" y="0"/>
                  </a:cubicBezTo>
                  <a:cubicBezTo>
                    <a:pt x="1258495" y="143933"/>
                    <a:pt x="1617534" y="465666"/>
                    <a:pt x="1532073" y="609599"/>
                  </a:cubicBezTo>
                  <a:lnTo>
                    <a:pt x="701336" y="909346"/>
                  </a:lnTo>
                  <a:cubicBezTo>
                    <a:pt x="863121" y="1027879"/>
                    <a:pt x="1070625" y="1108313"/>
                    <a:pt x="1186690" y="1264946"/>
                  </a:cubicBezTo>
                  <a:cubicBezTo>
                    <a:pt x="966557" y="1393631"/>
                    <a:pt x="873423" y="1557875"/>
                    <a:pt x="488190" y="1612900"/>
                  </a:cubicBezTo>
                  <a:close/>
                </a:path>
              </a:pathLst>
            </a:custGeom>
            <a:solidFill>
              <a:srgbClr val="B1734A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68211B0-5E5A-4EC5-8889-2B95B0054D52}"/>
                </a:ext>
              </a:extLst>
            </p:cNvPr>
            <p:cNvSpPr/>
            <p:nvPr/>
          </p:nvSpPr>
          <p:spPr>
            <a:xfrm rot="19579132">
              <a:off x="4335052" y="6008262"/>
              <a:ext cx="786556" cy="301329"/>
            </a:xfrm>
            <a:custGeom>
              <a:avLst/>
              <a:gdLst>
                <a:gd name="connsiteX0" fmla="*/ 701705 w 786556"/>
                <a:gd name="connsiteY0" fmla="*/ 0 h 301329"/>
                <a:gd name="connsiteX1" fmla="*/ 705409 w 786556"/>
                <a:gd name="connsiteY1" fmla="*/ 7900 h 301329"/>
                <a:gd name="connsiteX2" fmla="*/ 786556 w 786556"/>
                <a:gd name="connsiteY2" fmla="*/ 292816 h 301329"/>
                <a:gd name="connsiteX3" fmla="*/ 12344 w 786556"/>
                <a:gd name="connsiteY3" fmla="*/ 194993 h 301329"/>
                <a:gd name="connsiteX4" fmla="*/ 0 w 786556"/>
                <a:gd name="connsiteY4" fmla="*/ 0 h 301329"/>
                <a:gd name="connsiteX5" fmla="*/ 701705 w 786556"/>
                <a:gd name="connsiteY5" fmla="*/ 0 h 30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6556" h="301329">
                  <a:moveTo>
                    <a:pt x="701705" y="0"/>
                  </a:moveTo>
                  <a:lnTo>
                    <a:pt x="705409" y="7900"/>
                  </a:lnTo>
                  <a:cubicBezTo>
                    <a:pt x="747251" y="101284"/>
                    <a:pt x="781698" y="195463"/>
                    <a:pt x="786556" y="292816"/>
                  </a:cubicBezTo>
                  <a:cubicBezTo>
                    <a:pt x="532011" y="277820"/>
                    <a:pt x="363426" y="362844"/>
                    <a:pt x="12344" y="194993"/>
                  </a:cubicBezTo>
                  <a:lnTo>
                    <a:pt x="0" y="0"/>
                  </a:lnTo>
                  <a:lnTo>
                    <a:pt x="701705" y="0"/>
                  </a:lnTo>
                  <a:close/>
                </a:path>
              </a:pathLst>
            </a:custGeom>
            <a:solidFill>
              <a:srgbClr val="292929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FB676B0-EF36-4E3C-8A55-15C23B5EACD3}"/>
                </a:ext>
              </a:extLst>
            </p:cNvPr>
            <p:cNvGrpSpPr/>
            <p:nvPr/>
          </p:nvGrpSpPr>
          <p:grpSpPr>
            <a:xfrm>
              <a:off x="6345282" y="4090609"/>
              <a:ext cx="1604021" cy="2176832"/>
              <a:chOff x="9750377" y="1301504"/>
              <a:chExt cx="1604021" cy="2176832"/>
            </a:xfrm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4CD6CAD-2E66-410F-90A3-C6B48E6942D7}"/>
                  </a:ext>
                </a:extLst>
              </p:cNvPr>
              <p:cNvSpPr/>
              <p:nvPr/>
            </p:nvSpPr>
            <p:spPr>
              <a:xfrm>
                <a:off x="9750377" y="1301504"/>
                <a:ext cx="1604021" cy="1908134"/>
              </a:xfrm>
              <a:custGeom>
                <a:avLst/>
                <a:gdLst>
                  <a:gd name="connsiteX0" fmla="*/ 1564642 w 1604021"/>
                  <a:gd name="connsiteY0" fmla="*/ 0 h 1908134"/>
                  <a:gd name="connsiteX1" fmla="*/ 1152264 w 1604021"/>
                  <a:gd name="connsiteY1" fmla="*/ 1891132 h 1908134"/>
                  <a:gd name="connsiteX2" fmla="*/ 1144161 w 1604021"/>
                  <a:gd name="connsiteY2" fmla="*/ 1908134 h 1908134"/>
                  <a:gd name="connsiteX3" fmla="*/ 403093 w 1604021"/>
                  <a:gd name="connsiteY3" fmla="*/ 1908134 h 1908134"/>
                  <a:gd name="connsiteX4" fmla="*/ 422416 w 1604021"/>
                  <a:gd name="connsiteY4" fmla="*/ 1852548 h 1908134"/>
                  <a:gd name="connsiteX5" fmla="*/ 0 w 1604021"/>
                  <a:gd name="connsiteY5" fmla="*/ 49720 h 1908134"/>
                  <a:gd name="connsiteX6" fmla="*/ 1564642 w 1604021"/>
                  <a:gd name="connsiteY6" fmla="*/ 0 h 1908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4021" h="1908134">
                    <a:moveTo>
                      <a:pt x="1564642" y="0"/>
                    </a:moveTo>
                    <a:cubicBezTo>
                      <a:pt x="1712808" y="303426"/>
                      <a:pt x="1413697" y="1316664"/>
                      <a:pt x="1152264" y="1891132"/>
                    </a:cubicBezTo>
                    <a:lnTo>
                      <a:pt x="1144161" y="1908134"/>
                    </a:lnTo>
                    <a:lnTo>
                      <a:pt x="403093" y="1908134"/>
                    </a:lnTo>
                    <a:lnTo>
                      <a:pt x="422416" y="1852548"/>
                    </a:lnTo>
                    <a:cubicBezTo>
                      <a:pt x="589519" y="1311567"/>
                      <a:pt x="460058" y="773016"/>
                      <a:pt x="0" y="49720"/>
                    </a:cubicBezTo>
                    <a:lnTo>
                      <a:pt x="1564642" y="0"/>
                    </a:lnTo>
                    <a:close/>
                  </a:path>
                </a:pathLst>
              </a:custGeom>
              <a:solidFill>
                <a:srgbClr val="B1734A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A718000-F0A4-403E-AD81-2EDD2EBCACBA}"/>
                  </a:ext>
                </a:extLst>
              </p:cNvPr>
              <p:cNvSpPr/>
              <p:nvPr/>
            </p:nvSpPr>
            <p:spPr>
              <a:xfrm>
                <a:off x="10083120" y="3209638"/>
                <a:ext cx="811419" cy="268698"/>
              </a:xfrm>
              <a:custGeom>
                <a:avLst/>
                <a:gdLst>
                  <a:gd name="connsiteX0" fmla="*/ 70351 w 811419"/>
                  <a:gd name="connsiteY0" fmla="*/ 0 h 268698"/>
                  <a:gd name="connsiteX1" fmla="*/ 811419 w 811419"/>
                  <a:gd name="connsiteY1" fmla="*/ 0 h 268698"/>
                  <a:gd name="connsiteX2" fmla="*/ 764254 w 811419"/>
                  <a:gd name="connsiteY2" fmla="*/ 98964 h 268698"/>
                  <a:gd name="connsiteX3" fmla="*/ 711200 w 811419"/>
                  <a:gd name="connsiteY3" fmla="*/ 198986 h 268698"/>
                  <a:gd name="connsiteX4" fmla="*/ 0 w 811419"/>
                  <a:gd name="connsiteY4" fmla="*/ 176958 h 268698"/>
                  <a:gd name="connsiteX5" fmla="*/ 49339 w 811419"/>
                  <a:gd name="connsiteY5" fmla="*/ 60444 h 268698"/>
                  <a:gd name="connsiteX6" fmla="*/ 70351 w 811419"/>
                  <a:gd name="connsiteY6" fmla="*/ 0 h 268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1419" h="268698">
                    <a:moveTo>
                      <a:pt x="70351" y="0"/>
                    </a:moveTo>
                    <a:lnTo>
                      <a:pt x="811419" y="0"/>
                    </a:lnTo>
                    <a:lnTo>
                      <a:pt x="764254" y="98964"/>
                    </a:lnTo>
                    <a:cubicBezTo>
                      <a:pt x="746142" y="135101"/>
                      <a:pt x="728398" y="168582"/>
                      <a:pt x="711200" y="198986"/>
                    </a:cubicBezTo>
                    <a:cubicBezTo>
                      <a:pt x="723900" y="225510"/>
                      <a:pt x="139700" y="353634"/>
                      <a:pt x="0" y="176958"/>
                    </a:cubicBezTo>
                    <a:cubicBezTo>
                      <a:pt x="17939" y="137994"/>
                      <a:pt x="34389" y="99179"/>
                      <a:pt x="49339" y="60444"/>
                    </a:cubicBezTo>
                    <a:lnTo>
                      <a:pt x="70351" y="0"/>
                    </a:lnTo>
                    <a:close/>
                  </a:path>
                </a:pathLst>
              </a:custGeom>
              <a:gradFill>
                <a:gsLst>
                  <a:gs pos="76000">
                    <a:srgbClr val="292929"/>
                  </a:gs>
                  <a:gs pos="97000">
                    <a:srgbClr val="156082">
                      <a:lumMod val="5000"/>
                      <a:lumOff val="95000"/>
                    </a:srgbClr>
                  </a:gs>
                </a:gsLst>
                <a:lin ang="4800000" scaled="0"/>
              </a:gra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2" name="Rectangle 10">
              <a:extLst>
                <a:ext uri="{FF2B5EF4-FFF2-40B4-BE49-F238E27FC236}">
                  <a16:creationId xmlns:a16="http://schemas.microsoft.com/office/drawing/2014/main" id="{00408990-B5BA-4757-8E71-F00E00089A6F}"/>
                </a:ext>
              </a:extLst>
            </p:cNvPr>
            <p:cNvSpPr/>
            <p:nvPr/>
          </p:nvSpPr>
          <p:spPr>
            <a:xfrm>
              <a:off x="4378260" y="3352800"/>
              <a:ext cx="4308540" cy="2406935"/>
            </a:xfrm>
            <a:custGeom>
              <a:avLst/>
              <a:gdLst>
                <a:gd name="connsiteX0" fmla="*/ 0 w 1096068"/>
                <a:gd name="connsiteY0" fmla="*/ 0 h 966006"/>
                <a:gd name="connsiteX1" fmla="*/ 1096068 w 1096068"/>
                <a:gd name="connsiteY1" fmla="*/ 0 h 966006"/>
                <a:gd name="connsiteX2" fmla="*/ 1096068 w 1096068"/>
                <a:gd name="connsiteY2" fmla="*/ 966006 h 966006"/>
                <a:gd name="connsiteX3" fmla="*/ 0 w 1096068"/>
                <a:gd name="connsiteY3" fmla="*/ 966006 h 966006"/>
                <a:gd name="connsiteX4" fmla="*/ 0 w 1096068"/>
                <a:gd name="connsiteY4" fmla="*/ 0 h 966006"/>
                <a:gd name="connsiteX0" fmla="*/ 0 w 1642168"/>
                <a:gd name="connsiteY0" fmla="*/ 0 h 1270806"/>
                <a:gd name="connsiteX1" fmla="*/ 1642168 w 1642168"/>
                <a:gd name="connsiteY1" fmla="*/ 304800 h 1270806"/>
                <a:gd name="connsiteX2" fmla="*/ 1642168 w 1642168"/>
                <a:gd name="connsiteY2" fmla="*/ 1270806 h 1270806"/>
                <a:gd name="connsiteX3" fmla="*/ 546100 w 1642168"/>
                <a:gd name="connsiteY3" fmla="*/ 1270806 h 1270806"/>
                <a:gd name="connsiteX4" fmla="*/ 0 w 1642168"/>
                <a:gd name="connsiteY4" fmla="*/ 0 h 1270806"/>
                <a:gd name="connsiteX0" fmla="*/ 0 w 1642168"/>
                <a:gd name="connsiteY0" fmla="*/ 0 h 2286806"/>
                <a:gd name="connsiteX1" fmla="*/ 1642168 w 1642168"/>
                <a:gd name="connsiteY1" fmla="*/ 304800 h 2286806"/>
                <a:gd name="connsiteX2" fmla="*/ 1642168 w 1642168"/>
                <a:gd name="connsiteY2" fmla="*/ 1270806 h 2286806"/>
                <a:gd name="connsiteX3" fmla="*/ 1143000 w 1642168"/>
                <a:gd name="connsiteY3" fmla="*/ 2286806 h 2286806"/>
                <a:gd name="connsiteX4" fmla="*/ 0 w 1642168"/>
                <a:gd name="connsiteY4" fmla="*/ 0 h 2286806"/>
                <a:gd name="connsiteX0" fmla="*/ 123820 w 1765988"/>
                <a:gd name="connsiteY0" fmla="*/ 0 h 2286806"/>
                <a:gd name="connsiteX1" fmla="*/ 1765988 w 1765988"/>
                <a:gd name="connsiteY1" fmla="*/ 304800 h 2286806"/>
                <a:gd name="connsiteX2" fmla="*/ 1765988 w 1765988"/>
                <a:gd name="connsiteY2" fmla="*/ 1270806 h 2286806"/>
                <a:gd name="connsiteX3" fmla="*/ 1266820 w 1765988"/>
                <a:gd name="connsiteY3" fmla="*/ 2286806 h 2286806"/>
                <a:gd name="connsiteX4" fmla="*/ 123820 w 1765988"/>
                <a:gd name="connsiteY4" fmla="*/ 0 h 2286806"/>
                <a:gd name="connsiteX0" fmla="*/ 75572 w 1806640"/>
                <a:gd name="connsiteY0" fmla="*/ 0 h 2286806"/>
                <a:gd name="connsiteX1" fmla="*/ 1806640 w 1806640"/>
                <a:gd name="connsiteY1" fmla="*/ 304800 h 2286806"/>
                <a:gd name="connsiteX2" fmla="*/ 1806640 w 1806640"/>
                <a:gd name="connsiteY2" fmla="*/ 1270806 h 2286806"/>
                <a:gd name="connsiteX3" fmla="*/ 1307472 w 1806640"/>
                <a:gd name="connsiteY3" fmla="*/ 2286806 h 2286806"/>
                <a:gd name="connsiteX4" fmla="*/ 75572 w 1806640"/>
                <a:gd name="connsiteY4" fmla="*/ 0 h 2286806"/>
                <a:gd name="connsiteX0" fmla="*/ 75572 w 3571940"/>
                <a:gd name="connsiteY0" fmla="*/ 0 h 2286806"/>
                <a:gd name="connsiteX1" fmla="*/ 1806640 w 3571940"/>
                <a:gd name="connsiteY1" fmla="*/ 304800 h 2286806"/>
                <a:gd name="connsiteX2" fmla="*/ 3571940 w 3571940"/>
                <a:gd name="connsiteY2" fmla="*/ 1804206 h 2286806"/>
                <a:gd name="connsiteX3" fmla="*/ 1307472 w 3571940"/>
                <a:gd name="connsiteY3" fmla="*/ 2286806 h 2286806"/>
                <a:gd name="connsiteX4" fmla="*/ 75572 w 3571940"/>
                <a:gd name="connsiteY4" fmla="*/ 0 h 2286806"/>
                <a:gd name="connsiteX0" fmla="*/ 75572 w 3571940"/>
                <a:gd name="connsiteY0" fmla="*/ 0 h 2286806"/>
                <a:gd name="connsiteX1" fmla="*/ 1806640 w 3571940"/>
                <a:gd name="connsiteY1" fmla="*/ 304800 h 2286806"/>
                <a:gd name="connsiteX2" fmla="*/ 3571940 w 3571940"/>
                <a:gd name="connsiteY2" fmla="*/ 1804206 h 2286806"/>
                <a:gd name="connsiteX3" fmla="*/ 1307472 w 3571940"/>
                <a:gd name="connsiteY3" fmla="*/ 2286806 h 2286806"/>
                <a:gd name="connsiteX4" fmla="*/ 75572 w 3571940"/>
                <a:gd name="connsiteY4" fmla="*/ 0 h 2286806"/>
                <a:gd name="connsiteX0" fmla="*/ 75572 w 3571940"/>
                <a:gd name="connsiteY0" fmla="*/ 0 h 2292635"/>
                <a:gd name="connsiteX1" fmla="*/ 1806640 w 3571940"/>
                <a:gd name="connsiteY1" fmla="*/ 304800 h 2292635"/>
                <a:gd name="connsiteX2" fmla="*/ 3571940 w 3571940"/>
                <a:gd name="connsiteY2" fmla="*/ 1804206 h 2292635"/>
                <a:gd name="connsiteX3" fmla="*/ 1307472 w 3571940"/>
                <a:gd name="connsiteY3" fmla="*/ 2286806 h 2292635"/>
                <a:gd name="connsiteX4" fmla="*/ 75572 w 3571940"/>
                <a:gd name="connsiteY4" fmla="*/ 0 h 2292635"/>
                <a:gd name="connsiteX0" fmla="*/ 75572 w 4308540"/>
                <a:gd name="connsiteY0" fmla="*/ 0 h 2292635"/>
                <a:gd name="connsiteX1" fmla="*/ 1806640 w 4308540"/>
                <a:gd name="connsiteY1" fmla="*/ 304800 h 2292635"/>
                <a:gd name="connsiteX2" fmla="*/ 4308540 w 4308540"/>
                <a:gd name="connsiteY2" fmla="*/ 1206500 h 2292635"/>
                <a:gd name="connsiteX3" fmla="*/ 3571940 w 4308540"/>
                <a:gd name="connsiteY3" fmla="*/ 1804206 h 2292635"/>
                <a:gd name="connsiteX4" fmla="*/ 1307472 w 4308540"/>
                <a:gd name="connsiteY4" fmla="*/ 2286806 h 2292635"/>
                <a:gd name="connsiteX5" fmla="*/ 75572 w 4308540"/>
                <a:gd name="connsiteY5" fmla="*/ 0 h 2292635"/>
                <a:gd name="connsiteX0" fmla="*/ 75572 w 4308540"/>
                <a:gd name="connsiteY0" fmla="*/ 0 h 2292635"/>
                <a:gd name="connsiteX1" fmla="*/ 1806640 w 4308540"/>
                <a:gd name="connsiteY1" fmla="*/ 304800 h 2292635"/>
                <a:gd name="connsiteX2" fmla="*/ 4308540 w 4308540"/>
                <a:gd name="connsiteY2" fmla="*/ 1206500 h 2292635"/>
                <a:gd name="connsiteX3" fmla="*/ 3571940 w 4308540"/>
                <a:gd name="connsiteY3" fmla="*/ 1804206 h 2292635"/>
                <a:gd name="connsiteX4" fmla="*/ 1307472 w 4308540"/>
                <a:gd name="connsiteY4" fmla="*/ 2286806 h 2292635"/>
                <a:gd name="connsiteX5" fmla="*/ 75572 w 4308540"/>
                <a:gd name="connsiteY5" fmla="*/ 0 h 2292635"/>
                <a:gd name="connsiteX0" fmla="*/ 75572 w 4308540"/>
                <a:gd name="connsiteY0" fmla="*/ 114300 h 2406935"/>
                <a:gd name="connsiteX1" fmla="*/ 1349440 w 4308540"/>
                <a:gd name="connsiteY1" fmla="*/ 0 h 2406935"/>
                <a:gd name="connsiteX2" fmla="*/ 4308540 w 4308540"/>
                <a:gd name="connsiteY2" fmla="*/ 1320800 h 2406935"/>
                <a:gd name="connsiteX3" fmla="*/ 3571940 w 4308540"/>
                <a:gd name="connsiteY3" fmla="*/ 1918506 h 2406935"/>
                <a:gd name="connsiteX4" fmla="*/ 1307472 w 4308540"/>
                <a:gd name="connsiteY4" fmla="*/ 2401106 h 2406935"/>
                <a:gd name="connsiteX5" fmla="*/ 75572 w 4308540"/>
                <a:gd name="connsiteY5" fmla="*/ 114300 h 240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8540" h="2406935">
                  <a:moveTo>
                    <a:pt x="75572" y="114300"/>
                  </a:moveTo>
                  <a:lnTo>
                    <a:pt x="1349440" y="0"/>
                  </a:lnTo>
                  <a:cubicBezTo>
                    <a:pt x="1857440" y="431800"/>
                    <a:pt x="4067240" y="-660400"/>
                    <a:pt x="4308540" y="1320800"/>
                  </a:cubicBezTo>
                  <a:lnTo>
                    <a:pt x="3571940" y="1918506"/>
                  </a:lnTo>
                  <a:cubicBezTo>
                    <a:pt x="2867917" y="2358773"/>
                    <a:pt x="1922595" y="2430739"/>
                    <a:pt x="1307472" y="2401106"/>
                  </a:cubicBezTo>
                  <a:cubicBezTo>
                    <a:pt x="-915028" y="2121437"/>
                    <a:pt x="456572" y="876569"/>
                    <a:pt x="75572" y="114300"/>
                  </a:cubicBezTo>
                  <a:close/>
                </a:path>
              </a:pathLst>
            </a:custGeom>
            <a:gradFill>
              <a:gsLst>
                <a:gs pos="0">
                  <a:srgbClr val="FFFFCC"/>
                </a:gs>
                <a:gs pos="19000">
                  <a:srgbClr val="B1734A"/>
                </a:gs>
              </a:gsLst>
              <a:lin ang="16800000" scaled="0"/>
            </a:gra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Rectangle 2">
              <a:extLst>
                <a:ext uri="{FF2B5EF4-FFF2-40B4-BE49-F238E27FC236}">
                  <a16:creationId xmlns:a16="http://schemas.microsoft.com/office/drawing/2014/main" id="{D37851C7-2727-4CEA-A89C-7BA237FB3093}"/>
                </a:ext>
              </a:extLst>
            </p:cNvPr>
            <p:cNvSpPr/>
            <p:nvPr/>
          </p:nvSpPr>
          <p:spPr>
            <a:xfrm>
              <a:off x="3500803" y="891540"/>
              <a:ext cx="3113355" cy="3057877"/>
            </a:xfrm>
            <a:custGeom>
              <a:avLst/>
              <a:gdLst>
                <a:gd name="connsiteX0" fmla="*/ 0 w 1752600"/>
                <a:gd name="connsiteY0" fmla="*/ 0 h 520700"/>
                <a:gd name="connsiteX1" fmla="*/ 1752600 w 1752600"/>
                <a:gd name="connsiteY1" fmla="*/ 0 h 520700"/>
                <a:gd name="connsiteX2" fmla="*/ 1752600 w 1752600"/>
                <a:gd name="connsiteY2" fmla="*/ 520700 h 520700"/>
                <a:gd name="connsiteX3" fmla="*/ 0 w 1752600"/>
                <a:gd name="connsiteY3" fmla="*/ 520700 h 520700"/>
                <a:gd name="connsiteX4" fmla="*/ 0 w 1752600"/>
                <a:gd name="connsiteY4" fmla="*/ 0 h 520700"/>
                <a:gd name="connsiteX0" fmla="*/ 373380 w 2125980"/>
                <a:gd name="connsiteY0" fmla="*/ 0 h 2799080"/>
                <a:gd name="connsiteX1" fmla="*/ 2125980 w 2125980"/>
                <a:gd name="connsiteY1" fmla="*/ 0 h 2799080"/>
                <a:gd name="connsiteX2" fmla="*/ 2125980 w 2125980"/>
                <a:gd name="connsiteY2" fmla="*/ 520700 h 2799080"/>
                <a:gd name="connsiteX3" fmla="*/ 0 w 2125980"/>
                <a:gd name="connsiteY3" fmla="*/ 2799080 h 2799080"/>
                <a:gd name="connsiteX4" fmla="*/ 373380 w 2125980"/>
                <a:gd name="connsiteY4" fmla="*/ 0 h 2799080"/>
                <a:gd name="connsiteX0" fmla="*/ 373380 w 2644140"/>
                <a:gd name="connsiteY0" fmla="*/ 0 h 2799080"/>
                <a:gd name="connsiteX1" fmla="*/ 2125980 w 2644140"/>
                <a:gd name="connsiteY1" fmla="*/ 0 h 2799080"/>
                <a:gd name="connsiteX2" fmla="*/ 2644140 w 2644140"/>
                <a:gd name="connsiteY2" fmla="*/ 1511300 h 2799080"/>
                <a:gd name="connsiteX3" fmla="*/ 0 w 2644140"/>
                <a:gd name="connsiteY3" fmla="*/ 2799080 h 2799080"/>
                <a:gd name="connsiteX4" fmla="*/ 373380 w 2644140"/>
                <a:gd name="connsiteY4" fmla="*/ 0 h 2799080"/>
                <a:gd name="connsiteX0" fmla="*/ 373380 w 2644140"/>
                <a:gd name="connsiteY0" fmla="*/ 0 h 2815370"/>
                <a:gd name="connsiteX1" fmla="*/ 2125980 w 2644140"/>
                <a:gd name="connsiteY1" fmla="*/ 0 h 2815370"/>
                <a:gd name="connsiteX2" fmla="*/ 2644140 w 2644140"/>
                <a:gd name="connsiteY2" fmla="*/ 1511300 h 2815370"/>
                <a:gd name="connsiteX3" fmla="*/ 0 w 2644140"/>
                <a:gd name="connsiteY3" fmla="*/ 2799080 h 2815370"/>
                <a:gd name="connsiteX4" fmla="*/ 373380 w 2644140"/>
                <a:gd name="connsiteY4" fmla="*/ 0 h 2815370"/>
                <a:gd name="connsiteX0" fmla="*/ 373380 w 2644140"/>
                <a:gd name="connsiteY0" fmla="*/ 0 h 2920717"/>
                <a:gd name="connsiteX1" fmla="*/ 2125980 w 2644140"/>
                <a:gd name="connsiteY1" fmla="*/ 0 h 2920717"/>
                <a:gd name="connsiteX2" fmla="*/ 2644140 w 2644140"/>
                <a:gd name="connsiteY2" fmla="*/ 1511300 h 2920717"/>
                <a:gd name="connsiteX3" fmla="*/ 0 w 2644140"/>
                <a:gd name="connsiteY3" fmla="*/ 2799080 h 2920717"/>
                <a:gd name="connsiteX4" fmla="*/ 373380 w 2644140"/>
                <a:gd name="connsiteY4" fmla="*/ 0 h 2920717"/>
                <a:gd name="connsiteX0" fmla="*/ 696315 w 2967075"/>
                <a:gd name="connsiteY0" fmla="*/ 0 h 2920717"/>
                <a:gd name="connsiteX1" fmla="*/ 2448915 w 2967075"/>
                <a:gd name="connsiteY1" fmla="*/ 0 h 2920717"/>
                <a:gd name="connsiteX2" fmla="*/ 2967075 w 2967075"/>
                <a:gd name="connsiteY2" fmla="*/ 1511300 h 2920717"/>
                <a:gd name="connsiteX3" fmla="*/ 322935 w 2967075"/>
                <a:gd name="connsiteY3" fmla="*/ 2799080 h 2920717"/>
                <a:gd name="connsiteX4" fmla="*/ 2895 w 2967075"/>
                <a:gd name="connsiteY4" fmla="*/ 1935480 h 2920717"/>
                <a:gd name="connsiteX5" fmla="*/ 696315 w 2967075"/>
                <a:gd name="connsiteY5" fmla="*/ 0 h 2920717"/>
                <a:gd name="connsiteX0" fmla="*/ 835646 w 3106406"/>
                <a:gd name="connsiteY0" fmla="*/ 0 h 2920717"/>
                <a:gd name="connsiteX1" fmla="*/ 2588246 w 3106406"/>
                <a:gd name="connsiteY1" fmla="*/ 0 h 2920717"/>
                <a:gd name="connsiteX2" fmla="*/ 3106406 w 3106406"/>
                <a:gd name="connsiteY2" fmla="*/ 1511300 h 2920717"/>
                <a:gd name="connsiteX3" fmla="*/ 462266 w 3106406"/>
                <a:gd name="connsiteY3" fmla="*/ 2799080 h 2920717"/>
                <a:gd name="connsiteX4" fmla="*/ 142226 w 3106406"/>
                <a:gd name="connsiteY4" fmla="*/ 1935480 h 2920717"/>
                <a:gd name="connsiteX5" fmla="*/ 835646 w 3106406"/>
                <a:gd name="connsiteY5" fmla="*/ 0 h 2920717"/>
                <a:gd name="connsiteX0" fmla="*/ 842595 w 3113355"/>
                <a:gd name="connsiteY0" fmla="*/ 0 h 2920717"/>
                <a:gd name="connsiteX1" fmla="*/ 2595195 w 3113355"/>
                <a:gd name="connsiteY1" fmla="*/ 0 h 2920717"/>
                <a:gd name="connsiteX2" fmla="*/ 3113355 w 3113355"/>
                <a:gd name="connsiteY2" fmla="*/ 1511300 h 2920717"/>
                <a:gd name="connsiteX3" fmla="*/ 469215 w 3113355"/>
                <a:gd name="connsiteY3" fmla="*/ 2799080 h 2920717"/>
                <a:gd name="connsiteX4" fmla="*/ 149175 w 3113355"/>
                <a:gd name="connsiteY4" fmla="*/ 1935480 h 2920717"/>
                <a:gd name="connsiteX5" fmla="*/ 842595 w 3113355"/>
                <a:gd name="connsiteY5" fmla="*/ 0 h 2920717"/>
                <a:gd name="connsiteX0" fmla="*/ 842595 w 3113355"/>
                <a:gd name="connsiteY0" fmla="*/ 137160 h 3057877"/>
                <a:gd name="connsiteX1" fmla="*/ 2816175 w 3113355"/>
                <a:gd name="connsiteY1" fmla="*/ 0 h 3057877"/>
                <a:gd name="connsiteX2" fmla="*/ 3113355 w 3113355"/>
                <a:gd name="connsiteY2" fmla="*/ 1648460 h 3057877"/>
                <a:gd name="connsiteX3" fmla="*/ 469215 w 3113355"/>
                <a:gd name="connsiteY3" fmla="*/ 2936240 h 3057877"/>
                <a:gd name="connsiteX4" fmla="*/ 149175 w 3113355"/>
                <a:gd name="connsiteY4" fmla="*/ 2072640 h 3057877"/>
                <a:gd name="connsiteX5" fmla="*/ 842595 w 3113355"/>
                <a:gd name="connsiteY5" fmla="*/ 137160 h 3057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13355" h="3057877">
                  <a:moveTo>
                    <a:pt x="842595" y="137160"/>
                  </a:moveTo>
                  <a:lnTo>
                    <a:pt x="2816175" y="0"/>
                  </a:lnTo>
                  <a:lnTo>
                    <a:pt x="3113355" y="1648460"/>
                  </a:lnTo>
                  <a:cubicBezTo>
                    <a:pt x="2696795" y="3837940"/>
                    <a:pt x="1015315" y="2781300"/>
                    <a:pt x="469215" y="2936240"/>
                  </a:cubicBezTo>
                  <a:cubicBezTo>
                    <a:pt x="509855" y="2653453"/>
                    <a:pt x="108535" y="2355427"/>
                    <a:pt x="149175" y="2072640"/>
                  </a:cubicBezTo>
                  <a:cubicBezTo>
                    <a:pt x="-351205" y="1000760"/>
                    <a:pt x="542875" y="271780"/>
                    <a:pt x="842595" y="137160"/>
                  </a:cubicBezTo>
                  <a:close/>
                </a:path>
              </a:pathLst>
            </a:custGeom>
            <a:solidFill>
              <a:srgbClr val="B1734A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Rectangle 3">
              <a:extLst>
                <a:ext uri="{FF2B5EF4-FFF2-40B4-BE49-F238E27FC236}">
                  <a16:creationId xmlns:a16="http://schemas.microsoft.com/office/drawing/2014/main" id="{57CBECA8-0CD3-4A0D-9F0B-E5248064DBEF}"/>
                </a:ext>
              </a:extLst>
            </p:cNvPr>
            <p:cNvSpPr/>
            <p:nvPr/>
          </p:nvSpPr>
          <p:spPr>
            <a:xfrm>
              <a:off x="3158909" y="2903277"/>
              <a:ext cx="1445907" cy="940050"/>
            </a:xfrm>
            <a:custGeom>
              <a:avLst/>
              <a:gdLst>
                <a:gd name="connsiteX0" fmla="*/ 0 w 441960"/>
                <a:gd name="connsiteY0" fmla="*/ 0 h 434340"/>
                <a:gd name="connsiteX1" fmla="*/ 441960 w 441960"/>
                <a:gd name="connsiteY1" fmla="*/ 0 h 434340"/>
                <a:gd name="connsiteX2" fmla="*/ 441960 w 441960"/>
                <a:gd name="connsiteY2" fmla="*/ 434340 h 434340"/>
                <a:gd name="connsiteX3" fmla="*/ 0 w 441960"/>
                <a:gd name="connsiteY3" fmla="*/ 434340 h 434340"/>
                <a:gd name="connsiteX4" fmla="*/ 0 w 441960"/>
                <a:gd name="connsiteY4" fmla="*/ 0 h 434340"/>
                <a:gd name="connsiteX0" fmla="*/ 15240 w 441960"/>
                <a:gd name="connsiteY0" fmla="*/ 0 h 464820"/>
                <a:gd name="connsiteX1" fmla="*/ 441960 w 441960"/>
                <a:gd name="connsiteY1" fmla="*/ 30480 h 464820"/>
                <a:gd name="connsiteX2" fmla="*/ 441960 w 441960"/>
                <a:gd name="connsiteY2" fmla="*/ 464820 h 464820"/>
                <a:gd name="connsiteX3" fmla="*/ 0 w 441960"/>
                <a:gd name="connsiteY3" fmla="*/ 464820 h 464820"/>
                <a:gd name="connsiteX4" fmla="*/ 15240 w 441960"/>
                <a:gd name="connsiteY4" fmla="*/ 0 h 464820"/>
                <a:gd name="connsiteX0" fmla="*/ 0 w 426720"/>
                <a:gd name="connsiteY0" fmla="*/ 0 h 464820"/>
                <a:gd name="connsiteX1" fmla="*/ 426720 w 426720"/>
                <a:gd name="connsiteY1" fmla="*/ 30480 h 464820"/>
                <a:gd name="connsiteX2" fmla="*/ 426720 w 426720"/>
                <a:gd name="connsiteY2" fmla="*/ 464820 h 464820"/>
                <a:gd name="connsiteX3" fmla="*/ 0 w 426720"/>
                <a:gd name="connsiteY3" fmla="*/ 0 h 464820"/>
                <a:gd name="connsiteX0" fmla="*/ 0 w 777240"/>
                <a:gd name="connsiteY0" fmla="*/ 0 h 571500"/>
                <a:gd name="connsiteX1" fmla="*/ 426720 w 777240"/>
                <a:gd name="connsiteY1" fmla="*/ 30480 h 571500"/>
                <a:gd name="connsiteX2" fmla="*/ 777240 w 777240"/>
                <a:gd name="connsiteY2" fmla="*/ 571500 h 571500"/>
                <a:gd name="connsiteX3" fmla="*/ 0 w 777240"/>
                <a:gd name="connsiteY3" fmla="*/ 0 h 571500"/>
                <a:gd name="connsiteX0" fmla="*/ 0 w 777240"/>
                <a:gd name="connsiteY0" fmla="*/ 0 h 894906"/>
                <a:gd name="connsiteX1" fmla="*/ 426720 w 777240"/>
                <a:gd name="connsiteY1" fmla="*/ 30480 h 894906"/>
                <a:gd name="connsiteX2" fmla="*/ 777240 w 777240"/>
                <a:gd name="connsiteY2" fmla="*/ 571500 h 894906"/>
                <a:gd name="connsiteX3" fmla="*/ 0 w 777240"/>
                <a:gd name="connsiteY3" fmla="*/ 0 h 894906"/>
                <a:gd name="connsiteX0" fmla="*/ 476044 w 1253284"/>
                <a:gd name="connsiteY0" fmla="*/ 16364 h 861853"/>
                <a:gd name="connsiteX1" fmla="*/ 902764 w 1253284"/>
                <a:gd name="connsiteY1" fmla="*/ 46844 h 861853"/>
                <a:gd name="connsiteX2" fmla="*/ 1253284 w 1253284"/>
                <a:gd name="connsiteY2" fmla="*/ 587864 h 861853"/>
                <a:gd name="connsiteX3" fmla="*/ 476044 w 1253284"/>
                <a:gd name="connsiteY3" fmla="*/ 16364 h 861853"/>
                <a:gd name="connsiteX0" fmla="*/ 514424 w 1291664"/>
                <a:gd name="connsiteY0" fmla="*/ 14643 h 946530"/>
                <a:gd name="connsiteX1" fmla="*/ 941144 w 1291664"/>
                <a:gd name="connsiteY1" fmla="*/ 45123 h 946530"/>
                <a:gd name="connsiteX2" fmla="*/ 1291664 w 1291664"/>
                <a:gd name="connsiteY2" fmla="*/ 586143 h 946530"/>
                <a:gd name="connsiteX3" fmla="*/ 514424 w 1291664"/>
                <a:gd name="connsiteY3" fmla="*/ 14643 h 946530"/>
                <a:gd name="connsiteX0" fmla="*/ 490771 w 1268011"/>
                <a:gd name="connsiteY0" fmla="*/ 47293 h 957710"/>
                <a:gd name="connsiteX1" fmla="*/ 917491 w 1268011"/>
                <a:gd name="connsiteY1" fmla="*/ 77773 h 957710"/>
                <a:gd name="connsiteX2" fmla="*/ 1268011 w 1268011"/>
                <a:gd name="connsiteY2" fmla="*/ 618793 h 957710"/>
                <a:gd name="connsiteX3" fmla="*/ 490771 w 1268011"/>
                <a:gd name="connsiteY3" fmla="*/ 47293 h 957710"/>
                <a:gd name="connsiteX0" fmla="*/ 511045 w 1288285"/>
                <a:gd name="connsiteY0" fmla="*/ 12629 h 946414"/>
                <a:gd name="connsiteX1" fmla="*/ 937765 w 1288285"/>
                <a:gd name="connsiteY1" fmla="*/ 43109 h 946414"/>
                <a:gd name="connsiteX2" fmla="*/ 1288285 w 1288285"/>
                <a:gd name="connsiteY2" fmla="*/ 584129 h 946414"/>
                <a:gd name="connsiteX3" fmla="*/ 511045 w 1288285"/>
                <a:gd name="connsiteY3" fmla="*/ 12629 h 946414"/>
                <a:gd name="connsiteX0" fmla="*/ 511045 w 1288285"/>
                <a:gd name="connsiteY0" fmla="*/ 12483 h 966006"/>
                <a:gd name="connsiteX1" fmla="*/ 937765 w 1288285"/>
                <a:gd name="connsiteY1" fmla="*/ 65823 h 966006"/>
                <a:gd name="connsiteX2" fmla="*/ 1288285 w 1288285"/>
                <a:gd name="connsiteY2" fmla="*/ 606843 h 966006"/>
                <a:gd name="connsiteX3" fmla="*/ 511045 w 1288285"/>
                <a:gd name="connsiteY3" fmla="*/ 12483 h 966006"/>
                <a:gd name="connsiteX0" fmla="*/ 470319 w 1433296"/>
                <a:gd name="connsiteY0" fmla="*/ 12307 h 990577"/>
                <a:gd name="connsiteX1" fmla="*/ 897039 w 1433296"/>
                <a:gd name="connsiteY1" fmla="*/ 65647 h 990577"/>
                <a:gd name="connsiteX2" fmla="*/ 1433296 w 1433296"/>
                <a:gd name="connsiteY2" fmla="*/ 635242 h 990577"/>
                <a:gd name="connsiteX3" fmla="*/ 470319 w 1433296"/>
                <a:gd name="connsiteY3" fmla="*/ 12307 h 990577"/>
                <a:gd name="connsiteX0" fmla="*/ 470319 w 1433296"/>
                <a:gd name="connsiteY0" fmla="*/ 12307 h 990577"/>
                <a:gd name="connsiteX1" fmla="*/ 897039 w 1433296"/>
                <a:gd name="connsiteY1" fmla="*/ 65647 h 990577"/>
                <a:gd name="connsiteX2" fmla="*/ 1433296 w 1433296"/>
                <a:gd name="connsiteY2" fmla="*/ 635242 h 990577"/>
                <a:gd name="connsiteX3" fmla="*/ 470319 w 1433296"/>
                <a:gd name="connsiteY3" fmla="*/ 12307 h 990577"/>
                <a:gd name="connsiteX0" fmla="*/ 470319 w 1433296"/>
                <a:gd name="connsiteY0" fmla="*/ 12307 h 990577"/>
                <a:gd name="connsiteX1" fmla="*/ 897039 w 1433296"/>
                <a:gd name="connsiteY1" fmla="*/ 65647 h 990577"/>
                <a:gd name="connsiteX2" fmla="*/ 1433296 w 1433296"/>
                <a:gd name="connsiteY2" fmla="*/ 635242 h 990577"/>
                <a:gd name="connsiteX3" fmla="*/ 470319 w 1433296"/>
                <a:gd name="connsiteY3" fmla="*/ 12307 h 990577"/>
                <a:gd name="connsiteX0" fmla="*/ 470319 w 1433296"/>
                <a:gd name="connsiteY0" fmla="*/ 12307 h 990577"/>
                <a:gd name="connsiteX1" fmla="*/ 897039 w 1433296"/>
                <a:gd name="connsiteY1" fmla="*/ 65647 h 990577"/>
                <a:gd name="connsiteX2" fmla="*/ 1433296 w 1433296"/>
                <a:gd name="connsiteY2" fmla="*/ 635242 h 990577"/>
                <a:gd name="connsiteX3" fmla="*/ 470319 w 1433296"/>
                <a:gd name="connsiteY3" fmla="*/ 12307 h 990577"/>
                <a:gd name="connsiteX0" fmla="*/ 536257 w 536257"/>
                <a:gd name="connsiteY0" fmla="*/ 569595 h 569595"/>
                <a:gd name="connsiteX1" fmla="*/ 0 w 536257"/>
                <a:gd name="connsiteY1" fmla="*/ 0 h 569595"/>
                <a:gd name="connsiteX2" fmla="*/ 536257 w 536257"/>
                <a:gd name="connsiteY2" fmla="*/ 569595 h 569595"/>
                <a:gd name="connsiteX0" fmla="*/ 1156427 w 1156427"/>
                <a:gd name="connsiteY0" fmla="*/ 649215 h 649215"/>
                <a:gd name="connsiteX1" fmla="*/ 620170 w 1156427"/>
                <a:gd name="connsiteY1" fmla="*/ 79620 h 649215"/>
                <a:gd name="connsiteX2" fmla="*/ 1156427 w 1156427"/>
                <a:gd name="connsiteY2" fmla="*/ 649215 h 649215"/>
                <a:gd name="connsiteX0" fmla="*/ 1378631 w 1378631"/>
                <a:gd name="connsiteY0" fmla="*/ 605353 h 891471"/>
                <a:gd name="connsiteX1" fmla="*/ 842374 w 1378631"/>
                <a:gd name="connsiteY1" fmla="*/ 35758 h 891471"/>
                <a:gd name="connsiteX2" fmla="*/ 1378631 w 1378631"/>
                <a:gd name="connsiteY2" fmla="*/ 605353 h 891471"/>
                <a:gd name="connsiteX0" fmla="*/ 1435752 w 1435752"/>
                <a:gd name="connsiteY0" fmla="*/ 654495 h 920142"/>
                <a:gd name="connsiteX1" fmla="*/ 899495 w 1435752"/>
                <a:gd name="connsiteY1" fmla="*/ 84900 h 920142"/>
                <a:gd name="connsiteX2" fmla="*/ 1435752 w 1435752"/>
                <a:gd name="connsiteY2" fmla="*/ 654495 h 920142"/>
                <a:gd name="connsiteX0" fmla="*/ 1445907 w 1445907"/>
                <a:gd name="connsiteY0" fmla="*/ 652544 h 940050"/>
                <a:gd name="connsiteX1" fmla="*/ 909650 w 1445907"/>
                <a:gd name="connsiteY1" fmla="*/ 82949 h 940050"/>
                <a:gd name="connsiteX2" fmla="*/ 1445907 w 1445907"/>
                <a:gd name="connsiteY2" fmla="*/ 652544 h 940050"/>
                <a:gd name="connsiteX0" fmla="*/ 1445907 w 1445907"/>
                <a:gd name="connsiteY0" fmla="*/ 652544 h 940050"/>
                <a:gd name="connsiteX1" fmla="*/ 909650 w 1445907"/>
                <a:gd name="connsiteY1" fmla="*/ 82949 h 940050"/>
                <a:gd name="connsiteX2" fmla="*/ 1445907 w 1445907"/>
                <a:gd name="connsiteY2" fmla="*/ 652544 h 940050"/>
                <a:gd name="connsiteX0" fmla="*/ 1445907 w 1445907"/>
                <a:gd name="connsiteY0" fmla="*/ 652544 h 940050"/>
                <a:gd name="connsiteX1" fmla="*/ 909650 w 1445907"/>
                <a:gd name="connsiteY1" fmla="*/ 82949 h 940050"/>
                <a:gd name="connsiteX2" fmla="*/ 1445907 w 1445907"/>
                <a:gd name="connsiteY2" fmla="*/ 652544 h 94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5907" h="940050">
                  <a:moveTo>
                    <a:pt x="1445907" y="652544"/>
                  </a:moveTo>
                  <a:cubicBezTo>
                    <a:pt x="219405" y="1685054"/>
                    <a:pt x="-810248" y="-435211"/>
                    <a:pt x="909650" y="82949"/>
                  </a:cubicBezTo>
                  <a:cubicBezTo>
                    <a:pt x="1140790" y="168039"/>
                    <a:pt x="1400505" y="105491"/>
                    <a:pt x="1445907" y="652544"/>
                  </a:cubicBezTo>
                  <a:close/>
                </a:path>
              </a:pathLst>
            </a:custGeom>
            <a:solidFill>
              <a:srgbClr val="F1D0A7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8BA98C-04CA-4775-B358-3F1E61C1292F}"/>
                </a:ext>
              </a:extLst>
            </p:cNvPr>
            <p:cNvSpPr/>
            <p:nvPr/>
          </p:nvSpPr>
          <p:spPr>
            <a:xfrm>
              <a:off x="4552125" y="2280471"/>
              <a:ext cx="722135" cy="723079"/>
            </a:xfrm>
            <a:custGeom>
              <a:avLst/>
              <a:gdLst>
                <a:gd name="connsiteX0" fmla="*/ 70596 w 903559"/>
                <a:gd name="connsiteY0" fmla="*/ 437101 h 642841"/>
                <a:gd name="connsiteX1" fmla="*/ 55356 w 903559"/>
                <a:gd name="connsiteY1" fmla="*/ 109441 h 642841"/>
                <a:gd name="connsiteX2" fmla="*/ 680196 w 903559"/>
                <a:gd name="connsiteY2" fmla="*/ 2761 h 642841"/>
                <a:gd name="connsiteX3" fmla="*/ 878316 w 903559"/>
                <a:gd name="connsiteY3" fmla="*/ 200881 h 642841"/>
                <a:gd name="connsiteX4" fmla="*/ 878316 w 903559"/>
                <a:gd name="connsiteY4" fmla="*/ 498061 h 642841"/>
                <a:gd name="connsiteX5" fmla="*/ 672576 w 903559"/>
                <a:gd name="connsiteY5" fmla="*/ 642841 h 642841"/>
                <a:gd name="connsiteX6" fmla="*/ 672576 w 903559"/>
                <a:gd name="connsiteY6" fmla="*/ 642841 h 642841"/>
                <a:gd name="connsiteX0" fmla="*/ 163992 w 869955"/>
                <a:gd name="connsiteY0" fmla="*/ 565226 h 643966"/>
                <a:gd name="connsiteX1" fmla="*/ 21752 w 869955"/>
                <a:gd name="connsiteY1" fmla="*/ 110566 h 643966"/>
                <a:gd name="connsiteX2" fmla="*/ 646592 w 869955"/>
                <a:gd name="connsiteY2" fmla="*/ 3886 h 643966"/>
                <a:gd name="connsiteX3" fmla="*/ 844712 w 869955"/>
                <a:gd name="connsiteY3" fmla="*/ 202006 h 643966"/>
                <a:gd name="connsiteX4" fmla="*/ 844712 w 869955"/>
                <a:gd name="connsiteY4" fmla="*/ 499186 h 643966"/>
                <a:gd name="connsiteX5" fmla="*/ 638972 w 869955"/>
                <a:gd name="connsiteY5" fmla="*/ 643966 h 643966"/>
                <a:gd name="connsiteX6" fmla="*/ 638972 w 869955"/>
                <a:gd name="connsiteY6" fmla="*/ 643966 h 643966"/>
                <a:gd name="connsiteX0" fmla="*/ 163992 w 869955"/>
                <a:gd name="connsiteY0" fmla="*/ 565226 h 656666"/>
                <a:gd name="connsiteX1" fmla="*/ 21752 w 869955"/>
                <a:gd name="connsiteY1" fmla="*/ 110566 h 656666"/>
                <a:gd name="connsiteX2" fmla="*/ 646592 w 869955"/>
                <a:gd name="connsiteY2" fmla="*/ 3886 h 656666"/>
                <a:gd name="connsiteX3" fmla="*/ 844712 w 869955"/>
                <a:gd name="connsiteY3" fmla="*/ 202006 h 656666"/>
                <a:gd name="connsiteX4" fmla="*/ 844712 w 869955"/>
                <a:gd name="connsiteY4" fmla="*/ 499186 h 656666"/>
                <a:gd name="connsiteX5" fmla="*/ 638972 w 869955"/>
                <a:gd name="connsiteY5" fmla="*/ 643966 h 656666"/>
                <a:gd name="connsiteX6" fmla="*/ 537372 w 869955"/>
                <a:gd name="connsiteY6" fmla="*/ 656666 h 656666"/>
                <a:gd name="connsiteX0" fmla="*/ 69851 w 775814"/>
                <a:gd name="connsiteY0" fmla="*/ 563816 h 655256"/>
                <a:gd name="connsiteX1" fmla="*/ 41911 w 775814"/>
                <a:gd name="connsiteY1" fmla="*/ 121856 h 655256"/>
                <a:gd name="connsiteX2" fmla="*/ 552451 w 775814"/>
                <a:gd name="connsiteY2" fmla="*/ 2476 h 655256"/>
                <a:gd name="connsiteX3" fmla="*/ 750571 w 775814"/>
                <a:gd name="connsiteY3" fmla="*/ 200596 h 655256"/>
                <a:gd name="connsiteX4" fmla="*/ 750571 w 775814"/>
                <a:gd name="connsiteY4" fmla="*/ 497776 h 655256"/>
                <a:gd name="connsiteX5" fmla="*/ 544831 w 775814"/>
                <a:gd name="connsiteY5" fmla="*/ 642556 h 655256"/>
                <a:gd name="connsiteX6" fmla="*/ 443231 w 775814"/>
                <a:gd name="connsiteY6" fmla="*/ 655256 h 655256"/>
                <a:gd name="connsiteX0" fmla="*/ 69851 w 775814"/>
                <a:gd name="connsiteY0" fmla="*/ 563816 h 655256"/>
                <a:gd name="connsiteX1" fmla="*/ 41911 w 775814"/>
                <a:gd name="connsiteY1" fmla="*/ 121856 h 655256"/>
                <a:gd name="connsiteX2" fmla="*/ 552451 w 775814"/>
                <a:gd name="connsiteY2" fmla="*/ 2476 h 655256"/>
                <a:gd name="connsiteX3" fmla="*/ 750571 w 775814"/>
                <a:gd name="connsiteY3" fmla="*/ 200596 h 655256"/>
                <a:gd name="connsiteX4" fmla="*/ 750571 w 775814"/>
                <a:gd name="connsiteY4" fmla="*/ 497776 h 655256"/>
                <a:gd name="connsiteX5" fmla="*/ 544831 w 775814"/>
                <a:gd name="connsiteY5" fmla="*/ 642556 h 655256"/>
                <a:gd name="connsiteX6" fmla="*/ 367031 w 775814"/>
                <a:gd name="connsiteY6" fmla="*/ 655256 h 655256"/>
                <a:gd name="connsiteX0" fmla="*/ 69851 w 775814"/>
                <a:gd name="connsiteY0" fmla="*/ 613533 h 704973"/>
                <a:gd name="connsiteX1" fmla="*/ 41911 w 775814"/>
                <a:gd name="connsiteY1" fmla="*/ 171573 h 704973"/>
                <a:gd name="connsiteX2" fmla="*/ 552451 w 775814"/>
                <a:gd name="connsiteY2" fmla="*/ 1393 h 704973"/>
                <a:gd name="connsiteX3" fmla="*/ 750571 w 775814"/>
                <a:gd name="connsiteY3" fmla="*/ 250313 h 704973"/>
                <a:gd name="connsiteX4" fmla="*/ 750571 w 775814"/>
                <a:gd name="connsiteY4" fmla="*/ 547493 h 704973"/>
                <a:gd name="connsiteX5" fmla="*/ 544831 w 775814"/>
                <a:gd name="connsiteY5" fmla="*/ 692273 h 704973"/>
                <a:gd name="connsiteX6" fmla="*/ 367031 w 775814"/>
                <a:gd name="connsiteY6" fmla="*/ 704973 h 704973"/>
                <a:gd name="connsiteX0" fmla="*/ 75442 w 776965"/>
                <a:gd name="connsiteY0" fmla="*/ 613533 h 704973"/>
                <a:gd name="connsiteX1" fmla="*/ 47502 w 776965"/>
                <a:gd name="connsiteY1" fmla="*/ 171573 h 704973"/>
                <a:gd name="connsiteX2" fmla="*/ 634242 w 776965"/>
                <a:gd name="connsiteY2" fmla="*/ 1393 h 704973"/>
                <a:gd name="connsiteX3" fmla="*/ 756162 w 776965"/>
                <a:gd name="connsiteY3" fmla="*/ 250313 h 704973"/>
                <a:gd name="connsiteX4" fmla="*/ 756162 w 776965"/>
                <a:gd name="connsiteY4" fmla="*/ 547493 h 704973"/>
                <a:gd name="connsiteX5" fmla="*/ 550422 w 776965"/>
                <a:gd name="connsiteY5" fmla="*/ 692273 h 704973"/>
                <a:gd name="connsiteX6" fmla="*/ 372622 w 776965"/>
                <a:gd name="connsiteY6" fmla="*/ 704973 h 704973"/>
                <a:gd name="connsiteX0" fmla="*/ 75442 w 789647"/>
                <a:gd name="connsiteY0" fmla="*/ 613533 h 704973"/>
                <a:gd name="connsiteX1" fmla="*/ 47502 w 789647"/>
                <a:gd name="connsiteY1" fmla="*/ 171573 h 704973"/>
                <a:gd name="connsiteX2" fmla="*/ 634242 w 789647"/>
                <a:gd name="connsiteY2" fmla="*/ 1393 h 704973"/>
                <a:gd name="connsiteX3" fmla="*/ 756162 w 789647"/>
                <a:gd name="connsiteY3" fmla="*/ 250313 h 704973"/>
                <a:gd name="connsiteX4" fmla="*/ 756162 w 789647"/>
                <a:gd name="connsiteY4" fmla="*/ 547493 h 704973"/>
                <a:gd name="connsiteX5" fmla="*/ 372622 w 789647"/>
                <a:gd name="connsiteY5" fmla="*/ 704973 h 704973"/>
                <a:gd name="connsiteX0" fmla="*/ 75442 w 772119"/>
                <a:gd name="connsiteY0" fmla="*/ 613533 h 704973"/>
                <a:gd name="connsiteX1" fmla="*/ 47502 w 772119"/>
                <a:gd name="connsiteY1" fmla="*/ 171573 h 704973"/>
                <a:gd name="connsiteX2" fmla="*/ 634242 w 772119"/>
                <a:gd name="connsiteY2" fmla="*/ 1393 h 704973"/>
                <a:gd name="connsiteX3" fmla="*/ 756162 w 772119"/>
                <a:gd name="connsiteY3" fmla="*/ 250313 h 704973"/>
                <a:gd name="connsiteX4" fmla="*/ 372622 w 772119"/>
                <a:gd name="connsiteY4" fmla="*/ 704973 h 704973"/>
                <a:gd name="connsiteX0" fmla="*/ 75442 w 757350"/>
                <a:gd name="connsiteY0" fmla="*/ 613533 h 704973"/>
                <a:gd name="connsiteX1" fmla="*/ 47502 w 757350"/>
                <a:gd name="connsiteY1" fmla="*/ 171573 h 704973"/>
                <a:gd name="connsiteX2" fmla="*/ 634242 w 757350"/>
                <a:gd name="connsiteY2" fmla="*/ 1393 h 704973"/>
                <a:gd name="connsiteX3" fmla="*/ 756162 w 757350"/>
                <a:gd name="connsiteY3" fmla="*/ 250313 h 704973"/>
                <a:gd name="connsiteX4" fmla="*/ 372622 w 757350"/>
                <a:gd name="connsiteY4" fmla="*/ 704973 h 704973"/>
                <a:gd name="connsiteX0" fmla="*/ 75442 w 757350"/>
                <a:gd name="connsiteY0" fmla="*/ 613533 h 704973"/>
                <a:gd name="connsiteX1" fmla="*/ 47502 w 757350"/>
                <a:gd name="connsiteY1" fmla="*/ 171573 h 704973"/>
                <a:gd name="connsiteX2" fmla="*/ 634242 w 757350"/>
                <a:gd name="connsiteY2" fmla="*/ 1393 h 704973"/>
                <a:gd name="connsiteX3" fmla="*/ 756162 w 757350"/>
                <a:gd name="connsiteY3" fmla="*/ 250313 h 704973"/>
                <a:gd name="connsiteX4" fmla="*/ 372622 w 757350"/>
                <a:gd name="connsiteY4" fmla="*/ 704973 h 704973"/>
                <a:gd name="connsiteX0" fmla="*/ 0 w 681908"/>
                <a:gd name="connsiteY0" fmla="*/ 612140 h 703580"/>
                <a:gd name="connsiteX1" fmla="*/ 558800 w 681908"/>
                <a:gd name="connsiteY1" fmla="*/ 0 h 703580"/>
                <a:gd name="connsiteX2" fmla="*/ 680720 w 681908"/>
                <a:gd name="connsiteY2" fmla="*/ 248920 h 703580"/>
                <a:gd name="connsiteX3" fmla="*/ 297180 w 681908"/>
                <a:gd name="connsiteY3" fmla="*/ 703580 h 703580"/>
                <a:gd name="connsiteX0" fmla="*/ 36612 w 718520"/>
                <a:gd name="connsiteY0" fmla="*/ 612140 h 703580"/>
                <a:gd name="connsiteX1" fmla="*/ 595412 w 718520"/>
                <a:gd name="connsiteY1" fmla="*/ 0 h 703580"/>
                <a:gd name="connsiteX2" fmla="*/ 717332 w 718520"/>
                <a:gd name="connsiteY2" fmla="*/ 248920 h 703580"/>
                <a:gd name="connsiteX3" fmla="*/ 333792 w 718520"/>
                <a:gd name="connsiteY3" fmla="*/ 703580 h 703580"/>
                <a:gd name="connsiteX0" fmla="*/ 41389 w 723297"/>
                <a:gd name="connsiteY0" fmla="*/ 612140 h 703580"/>
                <a:gd name="connsiteX1" fmla="*/ 600189 w 723297"/>
                <a:gd name="connsiteY1" fmla="*/ 0 h 703580"/>
                <a:gd name="connsiteX2" fmla="*/ 722109 w 723297"/>
                <a:gd name="connsiteY2" fmla="*/ 248920 h 703580"/>
                <a:gd name="connsiteX3" fmla="*/ 338569 w 723297"/>
                <a:gd name="connsiteY3" fmla="*/ 703580 h 703580"/>
                <a:gd name="connsiteX0" fmla="*/ 40194 w 721419"/>
                <a:gd name="connsiteY0" fmla="*/ 614128 h 705568"/>
                <a:gd name="connsiteX1" fmla="*/ 598994 w 721419"/>
                <a:gd name="connsiteY1" fmla="*/ 1988 h 705568"/>
                <a:gd name="connsiteX2" fmla="*/ 720914 w 721419"/>
                <a:gd name="connsiteY2" fmla="*/ 250908 h 705568"/>
                <a:gd name="connsiteX3" fmla="*/ 337374 w 721419"/>
                <a:gd name="connsiteY3" fmla="*/ 705568 h 705568"/>
                <a:gd name="connsiteX0" fmla="*/ 40194 w 737344"/>
                <a:gd name="connsiteY0" fmla="*/ 612627 h 723117"/>
                <a:gd name="connsiteX1" fmla="*/ 598994 w 737344"/>
                <a:gd name="connsiteY1" fmla="*/ 487 h 723117"/>
                <a:gd name="connsiteX2" fmla="*/ 720914 w 737344"/>
                <a:gd name="connsiteY2" fmla="*/ 249407 h 723117"/>
                <a:gd name="connsiteX3" fmla="*/ 277049 w 737344"/>
                <a:gd name="connsiteY3" fmla="*/ 723117 h 723117"/>
                <a:gd name="connsiteX0" fmla="*/ 40194 w 737344"/>
                <a:gd name="connsiteY0" fmla="*/ 612627 h 723117"/>
                <a:gd name="connsiteX1" fmla="*/ 598994 w 737344"/>
                <a:gd name="connsiteY1" fmla="*/ 487 h 723117"/>
                <a:gd name="connsiteX2" fmla="*/ 720914 w 737344"/>
                <a:gd name="connsiteY2" fmla="*/ 249407 h 723117"/>
                <a:gd name="connsiteX3" fmla="*/ 277049 w 737344"/>
                <a:gd name="connsiteY3" fmla="*/ 723117 h 723117"/>
                <a:gd name="connsiteX0" fmla="*/ 40194 w 722135"/>
                <a:gd name="connsiteY0" fmla="*/ 612589 h 723079"/>
                <a:gd name="connsiteX1" fmla="*/ 598994 w 722135"/>
                <a:gd name="connsiteY1" fmla="*/ 449 h 723079"/>
                <a:gd name="connsiteX2" fmla="*/ 720914 w 722135"/>
                <a:gd name="connsiteY2" fmla="*/ 249369 h 723079"/>
                <a:gd name="connsiteX3" fmla="*/ 277049 w 722135"/>
                <a:gd name="connsiteY3" fmla="*/ 723079 h 7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135" h="723079">
                  <a:moveTo>
                    <a:pt x="40194" y="612589"/>
                  </a:moveTo>
                  <a:cubicBezTo>
                    <a:pt x="-170414" y="-70565"/>
                    <a:pt x="510941" y="10186"/>
                    <a:pt x="598994" y="449"/>
                  </a:cubicBezTo>
                  <a:cubicBezTo>
                    <a:pt x="687047" y="-9288"/>
                    <a:pt x="730121" y="141631"/>
                    <a:pt x="720914" y="249369"/>
                  </a:cubicBezTo>
                  <a:cubicBezTo>
                    <a:pt x="711707" y="357107"/>
                    <a:pt x="645878" y="650583"/>
                    <a:pt x="277049" y="723079"/>
                  </a:cubicBezTo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56557D62-A4DA-41F7-9A29-77102C99BB68}"/>
                </a:ext>
              </a:extLst>
            </p:cNvPr>
            <p:cNvSpPr/>
            <p:nvPr/>
          </p:nvSpPr>
          <p:spPr>
            <a:xfrm>
              <a:off x="4564380" y="1943100"/>
              <a:ext cx="632460" cy="274320"/>
            </a:xfrm>
            <a:prstGeom prst="arc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D66D3977-255C-4C61-93AE-311451500B30}"/>
                </a:ext>
              </a:extLst>
            </p:cNvPr>
            <p:cNvSpPr/>
            <p:nvPr/>
          </p:nvSpPr>
          <p:spPr>
            <a:xfrm>
              <a:off x="3028950" y="295720"/>
              <a:ext cx="4438889" cy="3677088"/>
            </a:xfrm>
            <a:custGeom>
              <a:avLst/>
              <a:gdLst>
                <a:gd name="connsiteX0" fmla="*/ 0 w 1748041"/>
                <a:gd name="connsiteY0" fmla="*/ 0 h 1206889"/>
                <a:gd name="connsiteX1" fmla="*/ 1748041 w 1748041"/>
                <a:gd name="connsiteY1" fmla="*/ 0 h 1206889"/>
                <a:gd name="connsiteX2" fmla="*/ 1748041 w 1748041"/>
                <a:gd name="connsiteY2" fmla="*/ 1206889 h 1206889"/>
                <a:gd name="connsiteX3" fmla="*/ 0 w 1748041"/>
                <a:gd name="connsiteY3" fmla="*/ 1206889 h 1206889"/>
                <a:gd name="connsiteX4" fmla="*/ 0 w 1748041"/>
                <a:gd name="connsiteY4" fmla="*/ 0 h 1206889"/>
                <a:gd name="connsiteX0" fmla="*/ 0 w 1748041"/>
                <a:gd name="connsiteY0" fmla="*/ 0 h 1206889"/>
                <a:gd name="connsiteX1" fmla="*/ 1748041 w 1748041"/>
                <a:gd name="connsiteY1" fmla="*/ 0 h 1206889"/>
                <a:gd name="connsiteX2" fmla="*/ 1748041 w 1748041"/>
                <a:gd name="connsiteY2" fmla="*/ 1206889 h 1206889"/>
                <a:gd name="connsiteX3" fmla="*/ 361950 w 1748041"/>
                <a:gd name="connsiteY3" fmla="*/ 663964 h 1206889"/>
                <a:gd name="connsiteX4" fmla="*/ 0 w 1748041"/>
                <a:gd name="connsiteY4" fmla="*/ 0 h 1206889"/>
                <a:gd name="connsiteX0" fmla="*/ 0 w 1748041"/>
                <a:gd name="connsiteY0" fmla="*/ 19050 h 1225939"/>
                <a:gd name="connsiteX1" fmla="*/ 1443241 w 1748041"/>
                <a:gd name="connsiteY1" fmla="*/ 0 h 1225939"/>
                <a:gd name="connsiteX2" fmla="*/ 1748041 w 1748041"/>
                <a:gd name="connsiteY2" fmla="*/ 1225939 h 1225939"/>
                <a:gd name="connsiteX3" fmla="*/ 361950 w 1748041"/>
                <a:gd name="connsiteY3" fmla="*/ 683014 h 1225939"/>
                <a:gd name="connsiteX4" fmla="*/ 0 w 1748041"/>
                <a:gd name="connsiteY4" fmla="*/ 19050 h 1225939"/>
                <a:gd name="connsiteX0" fmla="*/ 0 w 1748041"/>
                <a:gd name="connsiteY0" fmla="*/ 19050 h 1225939"/>
                <a:gd name="connsiteX1" fmla="*/ 1443241 w 1748041"/>
                <a:gd name="connsiteY1" fmla="*/ 0 h 1225939"/>
                <a:gd name="connsiteX2" fmla="*/ 1748041 w 1748041"/>
                <a:gd name="connsiteY2" fmla="*/ 1225939 h 1225939"/>
                <a:gd name="connsiteX3" fmla="*/ 361950 w 1748041"/>
                <a:gd name="connsiteY3" fmla="*/ 683014 h 1225939"/>
                <a:gd name="connsiteX4" fmla="*/ 557416 w 1748041"/>
                <a:gd name="connsiteY4" fmla="*/ 272767 h 1225939"/>
                <a:gd name="connsiteX5" fmla="*/ 0 w 1748041"/>
                <a:gd name="connsiteY5" fmla="*/ 19050 h 1225939"/>
                <a:gd name="connsiteX0" fmla="*/ 169348 w 1917389"/>
                <a:gd name="connsiteY0" fmla="*/ 19050 h 1225939"/>
                <a:gd name="connsiteX1" fmla="*/ 1612589 w 1917389"/>
                <a:gd name="connsiteY1" fmla="*/ 0 h 1225939"/>
                <a:gd name="connsiteX2" fmla="*/ 1917389 w 1917389"/>
                <a:gd name="connsiteY2" fmla="*/ 1225939 h 1225939"/>
                <a:gd name="connsiteX3" fmla="*/ 531298 w 1917389"/>
                <a:gd name="connsiteY3" fmla="*/ 683014 h 1225939"/>
                <a:gd name="connsiteX4" fmla="*/ 726764 w 1917389"/>
                <a:gd name="connsiteY4" fmla="*/ 272767 h 1225939"/>
                <a:gd name="connsiteX5" fmla="*/ 169348 w 1917389"/>
                <a:gd name="connsiteY5" fmla="*/ 19050 h 1225939"/>
                <a:gd name="connsiteX0" fmla="*/ 832606 w 2580647"/>
                <a:gd name="connsiteY0" fmla="*/ 19050 h 1225939"/>
                <a:gd name="connsiteX1" fmla="*/ 2275847 w 2580647"/>
                <a:gd name="connsiteY1" fmla="*/ 0 h 1225939"/>
                <a:gd name="connsiteX2" fmla="*/ 2580647 w 2580647"/>
                <a:gd name="connsiteY2" fmla="*/ 1225939 h 1225939"/>
                <a:gd name="connsiteX3" fmla="*/ 1194556 w 2580647"/>
                <a:gd name="connsiteY3" fmla="*/ 683014 h 1225939"/>
                <a:gd name="connsiteX4" fmla="*/ 1390022 w 2580647"/>
                <a:gd name="connsiteY4" fmla="*/ 272767 h 1225939"/>
                <a:gd name="connsiteX5" fmla="*/ 8897 w 2580647"/>
                <a:gd name="connsiteY5" fmla="*/ 901417 h 1225939"/>
                <a:gd name="connsiteX6" fmla="*/ 832606 w 2580647"/>
                <a:gd name="connsiteY6" fmla="*/ 19050 h 1225939"/>
                <a:gd name="connsiteX0" fmla="*/ 852275 w 2600316"/>
                <a:gd name="connsiteY0" fmla="*/ 19050 h 1225939"/>
                <a:gd name="connsiteX1" fmla="*/ 2295516 w 2600316"/>
                <a:gd name="connsiteY1" fmla="*/ 0 h 1225939"/>
                <a:gd name="connsiteX2" fmla="*/ 2600316 w 2600316"/>
                <a:gd name="connsiteY2" fmla="*/ 1225939 h 1225939"/>
                <a:gd name="connsiteX3" fmla="*/ 1214225 w 2600316"/>
                <a:gd name="connsiteY3" fmla="*/ 683014 h 1225939"/>
                <a:gd name="connsiteX4" fmla="*/ 1409691 w 2600316"/>
                <a:gd name="connsiteY4" fmla="*/ 272767 h 1225939"/>
                <a:gd name="connsiteX5" fmla="*/ 28566 w 2600316"/>
                <a:gd name="connsiteY5" fmla="*/ 901417 h 1225939"/>
                <a:gd name="connsiteX6" fmla="*/ 419091 w 2600316"/>
                <a:gd name="connsiteY6" fmla="*/ 310867 h 1225939"/>
                <a:gd name="connsiteX7" fmla="*/ 852275 w 2600316"/>
                <a:gd name="connsiteY7" fmla="*/ 19050 h 1225939"/>
                <a:gd name="connsiteX0" fmla="*/ 938000 w 2600316"/>
                <a:gd name="connsiteY0" fmla="*/ 0 h 1225939"/>
                <a:gd name="connsiteX1" fmla="*/ 2295516 w 2600316"/>
                <a:gd name="connsiteY1" fmla="*/ 0 h 1225939"/>
                <a:gd name="connsiteX2" fmla="*/ 2600316 w 2600316"/>
                <a:gd name="connsiteY2" fmla="*/ 1225939 h 1225939"/>
                <a:gd name="connsiteX3" fmla="*/ 1214225 w 2600316"/>
                <a:gd name="connsiteY3" fmla="*/ 683014 h 1225939"/>
                <a:gd name="connsiteX4" fmla="*/ 1409691 w 2600316"/>
                <a:gd name="connsiteY4" fmla="*/ 272767 h 1225939"/>
                <a:gd name="connsiteX5" fmla="*/ 28566 w 2600316"/>
                <a:gd name="connsiteY5" fmla="*/ 901417 h 1225939"/>
                <a:gd name="connsiteX6" fmla="*/ 419091 w 2600316"/>
                <a:gd name="connsiteY6" fmla="*/ 310867 h 1225939"/>
                <a:gd name="connsiteX7" fmla="*/ 938000 w 2600316"/>
                <a:gd name="connsiteY7" fmla="*/ 0 h 1225939"/>
                <a:gd name="connsiteX0" fmla="*/ 61666 w 2619332"/>
                <a:gd name="connsiteY0" fmla="*/ 685800 h 1225939"/>
                <a:gd name="connsiteX1" fmla="*/ 2314532 w 2619332"/>
                <a:gd name="connsiteY1" fmla="*/ 0 h 1225939"/>
                <a:gd name="connsiteX2" fmla="*/ 2619332 w 2619332"/>
                <a:gd name="connsiteY2" fmla="*/ 1225939 h 1225939"/>
                <a:gd name="connsiteX3" fmla="*/ 1233241 w 2619332"/>
                <a:gd name="connsiteY3" fmla="*/ 683014 h 1225939"/>
                <a:gd name="connsiteX4" fmla="*/ 1428707 w 2619332"/>
                <a:gd name="connsiteY4" fmla="*/ 272767 h 1225939"/>
                <a:gd name="connsiteX5" fmla="*/ 47582 w 2619332"/>
                <a:gd name="connsiteY5" fmla="*/ 901417 h 1225939"/>
                <a:gd name="connsiteX6" fmla="*/ 438107 w 2619332"/>
                <a:gd name="connsiteY6" fmla="*/ 310867 h 1225939"/>
                <a:gd name="connsiteX7" fmla="*/ 61666 w 2619332"/>
                <a:gd name="connsiteY7" fmla="*/ 685800 h 1225939"/>
                <a:gd name="connsiteX0" fmla="*/ 880859 w 3438525"/>
                <a:gd name="connsiteY0" fmla="*/ 685800 h 1225939"/>
                <a:gd name="connsiteX1" fmla="*/ 0 w 3438525"/>
                <a:gd name="connsiteY1" fmla="*/ 939517 h 1225939"/>
                <a:gd name="connsiteX2" fmla="*/ 3133725 w 3438525"/>
                <a:gd name="connsiteY2" fmla="*/ 0 h 1225939"/>
                <a:gd name="connsiteX3" fmla="*/ 3438525 w 3438525"/>
                <a:gd name="connsiteY3" fmla="*/ 1225939 h 1225939"/>
                <a:gd name="connsiteX4" fmla="*/ 2052434 w 3438525"/>
                <a:gd name="connsiteY4" fmla="*/ 683014 h 1225939"/>
                <a:gd name="connsiteX5" fmla="*/ 2247900 w 3438525"/>
                <a:gd name="connsiteY5" fmla="*/ 272767 h 1225939"/>
                <a:gd name="connsiteX6" fmla="*/ 866775 w 3438525"/>
                <a:gd name="connsiteY6" fmla="*/ 901417 h 1225939"/>
                <a:gd name="connsiteX7" fmla="*/ 1257300 w 3438525"/>
                <a:gd name="connsiteY7" fmla="*/ 310867 h 1225939"/>
                <a:gd name="connsiteX8" fmla="*/ 880859 w 3438525"/>
                <a:gd name="connsiteY8" fmla="*/ 685800 h 1225939"/>
                <a:gd name="connsiteX0" fmla="*/ 880859 w 3438525"/>
                <a:gd name="connsiteY0" fmla="*/ 813083 h 1353222"/>
                <a:gd name="connsiteX1" fmla="*/ 0 w 3438525"/>
                <a:gd name="connsiteY1" fmla="*/ 1066800 h 1353222"/>
                <a:gd name="connsiteX2" fmla="*/ 704851 w 3438525"/>
                <a:gd name="connsiteY2" fmla="*/ 0 h 1353222"/>
                <a:gd name="connsiteX3" fmla="*/ 3133725 w 3438525"/>
                <a:gd name="connsiteY3" fmla="*/ 127283 h 1353222"/>
                <a:gd name="connsiteX4" fmla="*/ 3438525 w 3438525"/>
                <a:gd name="connsiteY4" fmla="*/ 1353222 h 1353222"/>
                <a:gd name="connsiteX5" fmla="*/ 2052434 w 3438525"/>
                <a:gd name="connsiteY5" fmla="*/ 810297 h 1353222"/>
                <a:gd name="connsiteX6" fmla="*/ 2247900 w 3438525"/>
                <a:gd name="connsiteY6" fmla="*/ 400050 h 1353222"/>
                <a:gd name="connsiteX7" fmla="*/ 866775 w 3438525"/>
                <a:gd name="connsiteY7" fmla="*/ 1028700 h 1353222"/>
                <a:gd name="connsiteX8" fmla="*/ 1257300 w 3438525"/>
                <a:gd name="connsiteY8" fmla="*/ 438150 h 1353222"/>
                <a:gd name="connsiteX9" fmla="*/ 880859 w 3438525"/>
                <a:gd name="connsiteY9" fmla="*/ 813083 h 1353222"/>
                <a:gd name="connsiteX0" fmla="*/ 880859 w 3438525"/>
                <a:gd name="connsiteY0" fmla="*/ 813083 h 1353222"/>
                <a:gd name="connsiteX1" fmla="*/ 0 w 3438525"/>
                <a:gd name="connsiteY1" fmla="*/ 1066800 h 1353222"/>
                <a:gd name="connsiteX2" fmla="*/ 704851 w 3438525"/>
                <a:gd name="connsiteY2" fmla="*/ 0 h 1353222"/>
                <a:gd name="connsiteX3" fmla="*/ 38101 w 3438525"/>
                <a:gd name="connsiteY3" fmla="*/ 285750 h 1353222"/>
                <a:gd name="connsiteX4" fmla="*/ 3133725 w 3438525"/>
                <a:gd name="connsiteY4" fmla="*/ 127283 h 1353222"/>
                <a:gd name="connsiteX5" fmla="*/ 3438525 w 3438525"/>
                <a:gd name="connsiteY5" fmla="*/ 1353222 h 1353222"/>
                <a:gd name="connsiteX6" fmla="*/ 2052434 w 3438525"/>
                <a:gd name="connsiteY6" fmla="*/ 810297 h 1353222"/>
                <a:gd name="connsiteX7" fmla="*/ 2247900 w 3438525"/>
                <a:gd name="connsiteY7" fmla="*/ 400050 h 1353222"/>
                <a:gd name="connsiteX8" fmla="*/ 866775 w 3438525"/>
                <a:gd name="connsiteY8" fmla="*/ 1028700 h 1353222"/>
                <a:gd name="connsiteX9" fmla="*/ 1257300 w 3438525"/>
                <a:gd name="connsiteY9" fmla="*/ 438150 h 1353222"/>
                <a:gd name="connsiteX10" fmla="*/ 880859 w 3438525"/>
                <a:gd name="connsiteY10" fmla="*/ 813083 h 1353222"/>
                <a:gd name="connsiteX0" fmla="*/ 880859 w 3438525"/>
                <a:gd name="connsiteY0" fmla="*/ 1146458 h 1686597"/>
                <a:gd name="connsiteX1" fmla="*/ 0 w 3438525"/>
                <a:gd name="connsiteY1" fmla="*/ 1400175 h 1686597"/>
                <a:gd name="connsiteX2" fmla="*/ 704851 w 3438525"/>
                <a:gd name="connsiteY2" fmla="*/ 333375 h 1686597"/>
                <a:gd name="connsiteX3" fmla="*/ 38101 w 3438525"/>
                <a:gd name="connsiteY3" fmla="*/ 619125 h 1686597"/>
                <a:gd name="connsiteX4" fmla="*/ 1390651 w 3438525"/>
                <a:gd name="connsiteY4" fmla="*/ 0 h 1686597"/>
                <a:gd name="connsiteX5" fmla="*/ 3133725 w 3438525"/>
                <a:gd name="connsiteY5" fmla="*/ 460658 h 1686597"/>
                <a:gd name="connsiteX6" fmla="*/ 3438525 w 3438525"/>
                <a:gd name="connsiteY6" fmla="*/ 1686597 h 1686597"/>
                <a:gd name="connsiteX7" fmla="*/ 2052434 w 3438525"/>
                <a:gd name="connsiteY7" fmla="*/ 1143672 h 1686597"/>
                <a:gd name="connsiteX8" fmla="*/ 2247900 w 3438525"/>
                <a:gd name="connsiteY8" fmla="*/ 733425 h 1686597"/>
                <a:gd name="connsiteX9" fmla="*/ 866775 w 3438525"/>
                <a:gd name="connsiteY9" fmla="*/ 1362075 h 1686597"/>
                <a:gd name="connsiteX10" fmla="*/ 1257300 w 3438525"/>
                <a:gd name="connsiteY10" fmla="*/ 771525 h 1686597"/>
                <a:gd name="connsiteX11" fmla="*/ 880859 w 3438525"/>
                <a:gd name="connsiteY11" fmla="*/ 1146458 h 1686597"/>
                <a:gd name="connsiteX0" fmla="*/ 880859 w 3438525"/>
                <a:gd name="connsiteY0" fmla="*/ 1146458 h 1686597"/>
                <a:gd name="connsiteX1" fmla="*/ 0 w 3438525"/>
                <a:gd name="connsiteY1" fmla="*/ 1400175 h 1686597"/>
                <a:gd name="connsiteX2" fmla="*/ 704851 w 3438525"/>
                <a:gd name="connsiteY2" fmla="*/ 333375 h 1686597"/>
                <a:gd name="connsiteX3" fmla="*/ 38101 w 3438525"/>
                <a:gd name="connsiteY3" fmla="*/ 619125 h 1686597"/>
                <a:gd name="connsiteX4" fmla="*/ 1390651 w 3438525"/>
                <a:gd name="connsiteY4" fmla="*/ 0 h 1686597"/>
                <a:gd name="connsiteX5" fmla="*/ 2609851 w 3438525"/>
                <a:gd name="connsiteY5" fmla="*/ 95251 h 1686597"/>
                <a:gd name="connsiteX6" fmla="*/ 3133725 w 3438525"/>
                <a:gd name="connsiteY6" fmla="*/ 460658 h 1686597"/>
                <a:gd name="connsiteX7" fmla="*/ 3438525 w 3438525"/>
                <a:gd name="connsiteY7" fmla="*/ 1686597 h 1686597"/>
                <a:gd name="connsiteX8" fmla="*/ 2052434 w 3438525"/>
                <a:gd name="connsiteY8" fmla="*/ 1143672 h 1686597"/>
                <a:gd name="connsiteX9" fmla="*/ 2247900 w 3438525"/>
                <a:gd name="connsiteY9" fmla="*/ 733425 h 1686597"/>
                <a:gd name="connsiteX10" fmla="*/ 866775 w 3438525"/>
                <a:gd name="connsiteY10" fmla="*/ 1362075 h 1686597"/>
                <a:gd name="connsiteX11" fmla="*/ 1257300 w 3438525"/>
                <a:gd name="connsiteY11" fmla="*/ 771525 h 1686597"/>
                <a:gd name="connsiteX12" fmla="*/ 880859 w 3438525"/>
                <a:gd name="connsiteY12" fmla="*/ 1146458 h 1686597"/>
                <a:gd name="connsiteX0" fmla="*/ 880859 w 4400550"/>
                <a:gd name="connsiteY0" fmla="*/ 1146458 h 1686597"/>
                <a:gd name="connsiteX1" fmla="*/ 0 w 4400550"/>
                <a:gd name="connsiteY1" fmla="*/ 1400175 h 1686597"/>
                <a:gd name="connsiteX2" fmla="*/ 704851 w 4400550"/>
                <a:gd name="connsiteY2" fmla="*/ 333375 h 1686597"/>
                <a:gd name="connsiteX3" fmla="*/ 38101 w 4400550"/>
                <a:gd name="connsiteY3" fmla="*/ 619125 h 1686597"/>
                <a:gd name="connsiteX4" fmla="*/ 1390651 w 4400550"/>
                <a:gd name="connsiteY4" fmla="*/ 0 h 1686597"/>
                <a:gd name="connsiteX5" fmla="*/ 2609851 w 4400550"/>
                <a:gd name="connsiteY5" fmla="*/ 95251 h 1686597"/>
                <a:gd name="connsiteX6" fmla="*/ 4400550 w 4400550"/>
                <a:gd name="connsiteY6" fmla="*/ 1336958 h 1686597"/>
                <a:gd name="connsiteX7" fmla="*/ 3438525 w 4400550"/>
                <a:gd name="connsiteY7" fmla="*/ 1686597 h 1686597"/>
                <a:gd name="connsiteX8" fmla="*/ 2052434 w 4400550"/>
                <a:gd name="connsiteY8" fmla="*/ 1143672 h 1686597"/>
                <a:gd name="connsiteX9" fmla="*/ 2247900 w 4400550"/>
                <a:gd name="connsiteY9" fmla="*/ 733425 h 1686597"/>
                <a:gd name="connsiteX10" fmla="*/ 866775 w 4400550"/>
                <a:gd name="connsiteY10" fmla="*/ 1362075 h 1686597"/>
                <a:gd name="connsiteX11" fmla="*/ 1257300 w 4400550"/>
                <a:gd name="connsiteY11" fmla="*/ 771525 h 1686597"/>
                <a:gd name="connsiteX12" fmla="*/ 880859 w 4400550"/>
                <a:gd name="connsiteY12" fmla="*/ 1146458 h 1686597"/>
                <a:gd name="connsiteX0" fmla="*/ 880859 w 4400550"/>
                <a:gd name="connsiteY0" fmla="*/ 1146458 h 1686597"/>
                <a:gd name="connsiteX1" fmla="*/ 0 w 4400550"/>
                <a:gd name="connsiteY1" fmla="*/ 1400175 h 1686597"/>
                <a:gd name="connsiteX2" fmla="*/ 704851 w 4400550"/>
                <a:gd name="connsiteY2" fmla="*/ 333375 h 1686597"/>
                <a:gd name="connsiteX3" fmla="*/ 38101 w 4400550"/>
                <a:gd name="connsiteY3" fmla="*/ 619125 h 1686597"/>
                <a:gd name="connsiteX4" fmla="*/ 1390651 w 4400550"/>
                <a:gd name="connsiteY4" fmla="*/ 0 h 1686597"/>
                <a:gd name="connsiteX5" fmla="*/ 2609851 w 4400550"/>
                <a:gd name="connsiteY5" fmla="*/ 95251 h 1686597"/>
                <a:gd name="connsiteX6" fmla="*/ 4400550 w 4400550"/>
                <a:gd name="connsiteY6" fmla="*/ 1336958 h 1686597"/>
                <a:gd name="connsiteX7" fmla="*/ 4076700 w 4400550"/>
                <a:gd name="connsiteY7" fmla="*/ 1628776 h 1686597"/>
                <a:gd name="connsiteX8" fmla="*/ 3438525 w 4400550"/>
                <a:gd name="connsiteY8" fmla="*/ 1686597 h 1686597"/>
                <a:gd name="connsiteX9" fmla="*/ 2052434 w 4400550"/>
                <a:gd name="connsiteY9" fmla="*/ 1143672 h 1686597"/>
                <a:gd name="connsiteX10" fmla="*/ 2247900 w 4400550"/>
                <a:gd name="connsiteY10" fmla="*/ 733425 h 1686597"/>
                <a:gd name="connsiteX11" fmla="*/ 866775 w 4400550"/>
                <a:gd name="connsiteY11" fmla="*/ 1362075 h 1686597"/>
                <a:gd name="connsiteX12" fmla="*/ 1257300 w 4400550"/>
                <a:gd name="connsiteY12" fmla="*/ 771525 h 1686597"/>
                <a:gd name="connsiteX13" fmla="*/ 880859 w 4400550"/>
                <a:gd name="connsiteY13" fmla="*/ 1146458 h 1686597"/>
                <a:gd name="connsiteX0" fmla="*/ 880859 w 4400550"/>
                <a:gd name="connsiteY0" fmla="*/ 1146458 h 1686597"/>
                <a:gd name="connsiteX1" fmla="*/ 0 w 4400550"/>
                <a:gd name="connsiteY1" fmla="*/ 1400175 h 1686597"/>
                <a:gd name="connsiteX2" fmla="*/ 704851 w 4400550"/>
                <a:gd name="connsiteY2" fmla="*/ 333375 h 1686597"/>
                <a:gd name="connsiteX3" fmla="*/ 38101 w 4400550"/>
                <a:gd name="connsiteY3" fmla="*/ 619125 h 1686597"/>
                <a:gd name="connsiteX4" fmla="*/ 1390651 w 4400550"/>
                <a:gd name="connsiteY4" fmla="*/ 0 h 1686597"/>
                <a:gd name="connsiteX5" fmla="*/ 2609851 w 4400550"/>
                <a:gd name="connsiteY5" fmla="*/ 95251 h 1686597"/>
                <a:gd name="connsiteX6" fmla="*/ 4400550 w 4400550"/>
                <a:gd name="connsiteY6" fmla="*/ 1336958 h 1686597"/>
                <a:gd name="connsiteX7" fmla="*/ 4076700 w 4400550"/>
                <a:gd name="connsiteY7" fmla="*/ 1628776 h 1686597"/>
                <a:gd name="connsiteX8" fmla="*/ 4305300 w 4400550"/>
                <a:gd name="connsiteY8" fmla="*/ 1638301 h 1686597"/>
                <a:gd name="connsiteX9" fmla="*/ 3438525 w 4400550"/>
                <a:gd name="connsiteY9" fmla="*/ 1686597 h 1686597"/>
                <a:gd name="connsiteX10" fmla="*/ 2052434 w 4400550"/>
                <a:gd name="connsiteY10" fmla="*/ 1143672 h 1686597"/>
                <a:gd name="connsiteX11" fmla="*/ 2247900 w 4400550"/>
                <a:gd name="connsiteY11" fmla="*/ 733425 h 1686597"/>
                <a:gd name="connsiteX12" fmla="*/ 866775 w 4400550"/>
                <a:gd name="connsiteY12" fmla="*/ 1362075 h 1686597"/>
                <a:gd name="connsiteX13" fmla="*/ 1257300 w 4400550"/>
                <a:gd name="connsiteY13" fmla="*/ 771525 h 1686597"/>
                <a:gd name="connsiteX14" fmla="*/ 880859 w 4400550"/>
                <a:gd name="connsiteY14" fmla="*/ 1146458 h 1686597"/>
                <a:gd name="connsiteX0" fmla="*/ 880859 w 4400550"/>
                <a:gd name="connsiteY0" fmla="*/ 1146458 h 2257426"/>
                <a:gd name="connsiteX1" fmla="*/ 0 w 4400550"/>
                <a:gd name="connsiteY1" fmla="*/ 1400175 h 2257426"/>
                <a:gd name="connsiteX2" fmla="*/ 704851 w 4400550"/>
                <a:gd name="connsiteY2" fmla="*/ 333375 h 2257426"/>
                <a:gd name="connsiteX3" fmla="*/ 38101 w 4400550"/>
                <a:gd name="connsiteY3" fmla="*/ 619125 h 2257426"/>
                <a:gd name="connsiteX4" fmla="*/ 1390651 w 4400550"/>
                <a:gd name="connsiteY4" fmla="*/ 0 h 2257426"/>
                <a:gd name="connsiteX5" fmla="*/ 2609851 w 4400550"/>
                <a:gd name="connsiteY5" fmla="*/ 95251 h 2257426"/>
                <a:gd name="connsiteX6" fmla="*/ 4400550 w 4400550"/>
                <a:gd name="connsiteY6" fmla="*/ 1336958 h 2257426"/>
                <a:gd name="connsiteX7" fmla="*/ 4076700 w 4400550"/>
                <a:gd name="connsiteY7" fmla="*/ 1628776 h 2257426"/>
                <a:gd name="connsiteX8" fmla="*/ 4305300 w 4400550"/>
                <a:gd name="connsiteY8" fmla="*/ 1638301 h 2257426"/>
                <a:gd name="connsiteX9" fmla="*/ 3981450 w 4400550"/>
                <a:gd name="connsiteY9" fmla="*/ 2257426 h 2257426"/>
                <a:gd name="connsiteX10" fmla="*/ 3438525 w 4400550"/>
                <a:gd name="connsiteY10" fmla="*/ 1686597 h 2257426"/>
                <a:gd name="connsiteX11" fmla="*/ 2052434 w 4400550"/>
                <a:gd name="connsiteY11" fmla="*/ 1143672 h 2257426"/>
                <a:gd name="connsiteX12" fmla="*/ 2247900 w 4400550"/>
                <a:gd name="connsiteY12" fmla="*/ 733425 h 2257426"/>
                <a:gd name="connsiteX13" fmla="*/ 866775 w 4400550"/>
                <a:gd name="connsiteY13" fmla="*/ 1362075 h 2257426"/>
                <a:gd name="connsiteX14" fmla="*/ 1257300 w 4400550"/>
                <a:gd name="connsiteY14" fmla="*/ 771525 h 2257426"/>
                <a:gd name="connsiteX15" fmla="*/ 880859 w 4400550"/>
                <a:gd name="connsiteY15" fmla="*/ 1146458 h 2257426"/>
                <a:gd name="connsiteX0" fmla="*/ 880859 w 4401871"/>
                <a:gd name="connsiteY0" fmla="*/ 1146458 h 2475504"/>
                <a:gd name="connsiteX1" fmla="*/ 0 w 4401871"/>
                <a:gd name="connsiteY1" fmla="*/ 1400175 h 2475504"/>
                <a:gd name="connsiteX2" fmla="*/ 704851 w 4401871"/>
                <a:gd name="connsiteY2" fmla="*/ 333375 h 2475504"/>
                <a:gd name="connsiteX3" fmla="*/ 38101 w 4401871"/>
                <a:gd name="connsiteY3" fmla="*/ 619125 h 2475504"/>
                <a:gd name="connsiteX4" fmla="*/ 1390651 w 4401871"/>
                <a:gd name="connsiteY4" fmla="*/ 0 h 2475504"/>
                <a:gd name="connsiteX5" fmla="*/ 2609851 w 4401871"/>
                <a:gd name="connsiteY5" fmla="*/ 95251 h 2475504"/>
                <a:gd name="connsiteX6" fmla="*/ 4400550 w 4401871"/>
                <a:gd name="connsiteY6" fmla="*/ 1336958 h 2475504"/>
                <a:gd name="connsiteX7" fmla="*/ 4076700 w 4401871"/>
                <a:gd name="connsiteY7" fmla="*/ 1628776 h 2475504"/>
                <a:gd name="connsiteX8" fmla="*/ 4305300 w 4401871"/>
                <a:gd name="connsiteY8" fmla="*/ 1638301 h 2475504"/>
                <a:gd name="connsiteX9" fmla="*/ 3981450 w 4401871"/>
                <a:gd name="connsiteY9" fmla="*/ 2257426 h 2475504"/>
                <a:gd name="connsiteX10" fmla="*/ 4391025 w 4401871"/>
                <a:gd name="connsiteY10" fmla="*/ 2457450 h 2475504"/>
                <a:gd name="connsiteX11" fmla="*/ 3438525 w 4401871"/>
                <a:gd name="connsiteY11" fmla="*/ 1686597 h 2475504"/>
                <a:gd name="connsiteX12" fmla="*/ 2052434 w 4401871"/>
                <a:gd name="connsiteY12" fmla="*/ 1143672 h 2475504"/>
                <a:gd name="connsiteX13" fmla="*/ 2247900 w 4401871"/>
                <a:gd name="connsiteY13" fmla="*/ 733425 h 2475504"/>
                <a:gd name="connsiteX14" fmla="*/ 866775 w 4401871"/>
                <a:gd name="connsiteY14" fmla="*/ 1362075 h 2475504"/>
                <a:gd name="connsiteX15" fmla="*/ 1257300 w 4401871"/>
                <a:gd name="connsiteY15" fmla="*/ 771525 h 2475504"/>
                <a:gd name="connsiteX16" fmla="*/ 880859 w 4401871"/>
                <a:gd name="connsiteY16" fmla="*/ 1146458 h 2475504"/>
                <a:gd name="connsiteX0" fmla="*/ 880859 w 4401871"/>
                <a:gd name="connsiteY0" fmla="*/ 1146458 h 3380074"/>
                <a:gd name="connsiteX1" fmla="*/ 0 w 4401871"/>
                <a:gd name="connsiteY1" fmla="*/ 1400175 h 3380074"/>
                <a:gd name="connsiteX2" fmla="*/ 704851 w 4401871"/>
                <a:gd name="connsiteY2" fmla="*/ 333375 h 3380074"/>
                <a:gd name="connsiteX3" fmla="*/ 38101 w 4401871"/>
                <a:gd name="connsiteY3" fmla="*/ 619125 h 3380074"/>
                <a:gd name="connsiteX4" fmla="*/ 1390651 w 4401871"/>
                <a:gd name="connsiteY4" fmla="*/ 0 h 3380074"/>
                <a:gd name="connsiteX5" fmla="*/ 2609851 w 4401871"/>
                <a:gd name="connsiteY5" fmla="*/ 95251 h 3380074"/>
                <a:gd name="connsiteX6" fmla="*/ 4400550 w 4401871"/>
                <a:gd name="connsiteY6" fmla="*/ 1336958 h 3380074"/>
                <a:gd name="connsiteX7" fmla="*/ 4076700 w 4401871"/>
                <a:gd name="connsiteY7" fmla="*/ 1628776 h 3380074"/>
                <a:gd name="connsiteX8" fmla="*/ 4305300 w 4401871"/>
                <a:gd name="connsiteY8" fmla="*/ 1638301 h 3380074"/>
                <a:gd name="connsiteX9" fmla="*/ 3981450 w 4401871"/>
                <a:gd name="connsiteY9" fmla="*/ 2257426 h 3380074"/>
                <a:gd name="connsiteX10" fmla="*/ 4391025 w 4401871"/>
                <a:gd name="connsiteY10" fmla="*/ 2457450 h 3380074"/>
                <a:gd name="connsiteX11" fmla="*/ 4238625 w 4401871"/>
                <a:gd name="connsiteY11" fmla="*/ 3362325 h 3380074"/>
                <a:gd name="connsiteX12" fmla="*/ 3438525 w 4401871"/>
                <a:gd name="connsiteY12" fmla="*/ 1686597 h 3380074"/>
                <a:gd name="connsiteX13" fmla="*/ 2052434 w 4401871"/>
                <a:gd name="connsiteY13" fmla="*/ 1143672 h 3380074"/>
                <a:gd name="connsiteX14" fmla="*/ 2247900 w 4401871"/>
                <a:gd name="connsiteY14" fmla="*/ 733425 h 3380074"/>
                <a:gd name="connsiteX15" fmla="*/ 866775 w 4401871"/>
                <a:gd name="connsiteY15" fmla="*/ 1362075 h 3380074"/>
                <a:gd name="connsiteX16" fmla="*/ 1257300 w 4401871"/>
                <a:gd name="connsiteY16" fmla="*/ 771525 h 3380074"/>
                <a:gd name="connsiteX17" fmla="*/ 880859 w 4401871"/>
                <a:gd name="connsiteY17" fmla="*/ 1146458 h 3380074"/>
                <a:gd name="connsiteX0" fmla="*/ 880859 w 4401871"/>
                <a:gd name="connsiteY0" fmla="*/ 1146458 h 3380074"/>
                <a:gd name="connsiteX1" fmla="*/ 0 w 4401871"/>
                <a:gd name="connsiteY1" fmla="*/ 1400175 h 3380074"/>
                <a:gd name="connsiteX2" fmla="*/ 704851 w 4401871"/>
                <a:gd name="connsiteY2" fmla="*/ 333375 h 3380074"/>
                <a:gd name="connsiteX3" fmla="*/ 38101 w 4401871"/>
                <a:gd name="connsiteY3" fmla="*/ 619125 h 3380074"/>
                <a:gd name="connsiteX4" fmla="*/ 1390651 w 4401871"/>
                <a:gd name="connsiteY4" fmla="*/ 0 h 3380074"/>
                <a:gd name="connsiteX5" fmla="*/ 2609851 w 4401871"/>
                <a:gd name="connsiteY5" fmla="*/ 95251 h 3380074"/>
                <a:gd name="connsiteX6" fmla="*/ 4400550 w 4401871"/>
                <a:gd name="connsiteY6" fmla="*/ 1336958 h 3380074"/>
                <a:gd name="connsiteX7" fmla="*/ 4076700 w 4401871"/>
                <a:gd name="connsiteY7" fmla="*/ 1628776 h 3380074"/>
                <a:gd name="connsiteX8" fmla="*/ 4305300 w 4401871"/>
                <a:gd name="connsiteY8" fmla="*/ 1638301 h 3380074"/>
                <a:gd name="connsiteX9" fmla="*/ 3981450 w 4401871"/>
                <a:gd name="connsiteY9" fmla="*/ 2257426 h 3380074"/>
                <a:gd name="connsiteX10" fmla="*/ 4391025 w 4401871"/>
                <a:gd name="connsiteY10" fmla="*/ 2457450 h 3380074"/>
                <a:gd name="connsiteX11" fmla="*/ 4238625 w 4401871"/>
                <a:gd name="connsiteY11" fmla="*/ 3362325 h 3380074"/>
                <a:gd name="connsiteX12" fmla="*/ 3590925 w 4401871"/>
                <a:gd name="connsiteY12" fmla="*/ 3076575 h 3380074"/>
                <a:gd name="connsiteX13" fmla="*/ 3438525 w 4401871"/>
                <a:gd name="connsiteY13" fmla="*/ 1686597 h 3380074"/>
                <a:gd name="connsiteX14" fmla="*/ 2052434 w 4401871"/>
                <a:gd name="connsiteY14" fmla="*/ 1143672 h 3380074"/>
                <a:gd name="connsiteX15" fmla="*/ 2247900 w 4401871"/>
                <a:gd name="connsiteY15" fmla="*/ 733425 h 3380074"/>
                <a:gd name="connsiteX16" fmla="*/ 866775 w 4401871"/>
                <a:gd name="connsiteY16" fmla="*/ 1362075 h 3380074"/>
                <a:gd name="connsiteX17" fmla="*/ 1257300 w 4401871"/>
                <a:gd name="connsiteY17" fmla="*/ 771525 h 3380074"/>
                <a:gd name="connsiteX18" fmla="*/ 880859 w 4401871"/>
                <a:gd name="connsiteY18" fmla="*/ 1146458 h 3380074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438525 w 4401871"/>
                <a:gd name="connsiteY14" fmla="*/ 1686597 h 3527205"/>
                <a:gd name="connsiteX15" fmla="*/ 2052434 w 4401871"/>
                <a:gd name="connsiteY15" fmla="*/ 1143672 h 3527205"/>
                <a:gd name="connsiteX16" fmla="*/ 2247900 w 4401871"/>
                <a:gd name="connsiteY16" fmla="*/ 733425 h 3527205"/>
                <a:gd name="connsiteX17" fmla="*/ 866775 w 4401871"/>
                <a:gd name="connsiteY17" fmla="*/ 1362075 h 3527205"/>
                <a:gd name="connsiteX18" fmla="*/ 1257300 w 4401871"/>
                <a:gd name="connsiteY18" fmla="*/ 771525 h 3527205"/>
                <a:gd name="connsiteX19" fmla="*/ 880859 w 4401871"/>
                <a:gd name="connsiteY19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3438525 w 4401871"/>
                <a:gd name="connsiteY15" fmla="*/ 1686597 h 3527205"/>
                <a:gd name="connsiteX16" fmla="*/ 2052434 w 4401871"/>
                <a:gd name="connsiteY16" fmla="*/ 1143672 h 3527205"/>
                <a:gd name="connsiteX17" fmla="*/ 2247900 w 4401871"/>
                <a:gd name="connsiteY17" fmla="*/ 733425 h 3527205"/>
                <a:gd name="connsiteX18" fmla="*/ 866775 w 4401871"/>
                <a:gd name="connsiteY18" fmla="*/ 1362075 h 3527205"/>
                <a:gd name="connsiteX19" fmla="*/ 1257300 w 4401871"/>
                <a:gd name="connsiteY19" fmla="*/ 771525 h 3527205"/>
                <a:gd name="connsiteX20" fmla="*/ 880859 w 4401871"/>
                <a:gd name="connsiteY20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2052434 w 4401871"/>
                <a:gd name="connsiteY16" fmla="*/ 1143672 h 3527205"/>
                <a:gd name="connsiteX17" fmla="*/ 2247900 w 4401871"/>
                <a:gd name="connsiteY17" fmla="*/ 733425 h 3527205"/>
                <a:gd name="connsiteX18" fmla="*/ 866775 w 4401871"/>
                <a:gd name="connsiteY18" fmla="*/ 1362075 h 3527205"/>
                <a:gd name="connsiteX19" fmla="*/ 1257300 w 4401871"/>
                <a:gd name="connsiteY19" fmla="*/ 771525 h 3527205"/>
                <a:gd name="connsiteX20" fmla="*/ 880859 w 4401871"/>
                <a:gd name="connsiteY20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019425 w 4401871"/>
                <a:gd name="connsiteY16" fmla="*/ 457200 h 3527205"/>
                <a:gd name="connsiteX17" fmla="*/ 2052434 w 4401871"/>
                <a:gd name="connsiteY17" fmla="*/ 1143672 h 3527205"/>
                <a:gd name="connsiteX18" fmla="*/ 2247900 w 4401871"/>
                <a:gd name="connsiteY18" fmla="*/ 733425 h 3527205"/>
                <a:gd name="connsiteX19" fmla="*/ 866775 w 4401871"/>
                <a:gd name="connsiteY19" fmla="*/ 1362075 h 3527205"/>
                <a:gd name="connsiteX20" fmla="*/ 1257300 w 4401871"/>
                <a:gd name="connsiteY20" fmla="*/ 771525 h 3527205"/>
                <a:gd name="connsiteX21" fmla="*/ 880859 w 4401871"/>
                <a:gd name="connsiteY21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71525 h 3527205"/>
                <a:gd name="connsiteX17" fmla="*/ 2052434 w 4401871"/>
                <a:gd name="connsiteY17" fmla="*/ 1143672 h 3527205"/>
                <a:gd name="connsiteX18" fmla="*/ 2247900 w 4401871"/>
                <a:gd name="connsiteY18" fmla="*/ 733425 h 3527205"/>
                <a:gd name="connsiteX19" fmla="*/ 866775 w 4401871"/>
                <a:gd name="connsiteY19" fmla="*/ 1362075 h 3527205"/>
                <a:gd name="connsiteX20" fmla="*/ 1257300 w 4401871"/>
                <a:gd name="connsiteY20" fmla="*/ 771525 h 3527205"/>
                <a:gd name="connsiteX21" fmla="*/ 880859 w 4401871"/>
                <a:gd name="connsiteY21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71525 h 3527205"/>
                <a:gd name="connsiteX17" fmla="*/ 2743200 w 4401871"/>
                <a:gd name="connsiteY17" fmla="*/ 485775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71525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76600 w 4401871"/>
                <a:gd name="connsiteY16" fmla="*/ 6667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527205"/>
                <a:gd name="connsiteX1" fmla="*/ 0 w 4401871"/>
                <a:gd name="connsiteY1" fmla="*/ 1400175 h 3527205"/>
                <a:gd name="connsiteX2" fmla="*/ 704851 w 4401871"/>
                <a:gd name="connsiteY2" fmla="*/ 333375 h 3527205"/>
                <a:gd name="connsiteX3" fmla="*/ 38101 w 4401871"/>
                <a:gd name="connsiteY3" fmla="*/ 619125 h 3527205"/>
                <a:gd name="connsiteX4" fmla="*/ 1390651 w 4401871"/>
                <a:gd name="connsiteY4" fmla="*/ 0 h 3527205"/>
                <a:gd name="connsiteX5" fmla="*/ 2609851 w 4401871"/>
                <a:gd name="connsiteY5" fmla="*/ 95251 h 3527205"/>
                <a:gd name="connsiteX6" fmla="*/ 4400550 w 4401871"/>
                <a:gd name="connsiteY6" fmla="*/ 1336958 h 3527205"/>
                <a:gd name="connsiteX7" fmla="*/ 4076700 w 4401871"/>
                <a:gd name="connsiteY7" fmla="*/ 1628776 h 3527205"/>
                <a:gd name="connsiteX8" fmla="*/ 4305300 w 4401871"/>
                <a:gd name="connsiteY8" fmla="*/ 1638301 h 3527205"/>
                <a:gd name="connsiteX9" fmla="*/ 3981450 w 4401871"/>
                <a:gd name="connsiteY9" fmla="*/ 2257426 h 3527205"/>
                <a:gd name="connsiteX10" fmla="*/ 4391025 w 4401871"/>
                <a:gd name="connsiteY10" fmla="*/ 2457450 h 3527205"/>
                <a:gd name="connsiteX11" fmla="*/ 4238625 w 4401871"/>
                <a:gd name="connsiteY11" fmla="*/ 3362325 h 3527205"/>
                <a:gd name="connsiteX12" fmla="*/ 3590925 w 4401871"/>
                <a:gd name="connsiteY12" fmla="*/ 3076575 h 3527205"/>
                <a:gd name="connsiteX13" fmla="*/ 3238500 w 4401871"/>
                <a:gd name="connsiteY13" fmla="*/ 3486150 h 3527205"/>
                <a:gd name="connsiteX14" fmla="*/ 3019425 w 4401871"/>
                <a:gd name="connsiteY14" fmla="*/ 2181225 h 3527205"/>
                <a:gd name="connsiteX15" fmla="*/ 2838450 w 4401871"/>
                <a:gd name="connsiteY15" fmla="*/ 2505747 h 3527205"/>
                <a:gd name="connsiteX16" fmla="*/ 3238500 w 4401871"/>
                <a:gd name="connsiteY16" fmla="*/ 781050 h 3527205"/>
                <a:gd name="connsiteX17" fmla="*/ 2790825 w 4401871"/>
                <a:gd name="connsiteY17" fmla="*/ 381000 h 3527205"/>
                <a:gd name="connsiteX18" fmla="*/ 2052434 w 4401871"/>
                <a:gd name="connsiteY18" fmla="*/ 1143672 h 3527205"/>
                <a:gd name="connsiteX19" fmla="*/ 2247900 w 4401871"/>
                <a:gd name="connsiteY19" fmla="*/ 733425 h 3527205"/>
                <a:gd name="connsiteX20" fmla="*/ 866775 w 4401871"/>
                <a:gd name="connsiteY20" fmla="*/ 1362075 h 3527205"/>
                <a:gd name="connsiteX21" fmla="*/ 1257300 w 4401871"/>
                <a:gd name="connsiteY21" fmla="*/ 771525 h 3527205"/>
                <a:gd name="connsiteX22" fmla="*/ 880859 w 4401871"/>
                <a:gd name="connsiteY22" fmla="*/ 1146458 h 3527205"/>
                <a:gd name="connsiteX0" fmla="*/ 880859 w 4401871"/>
                <a:gd name="connsiteY0" fmla="*/ 1146458 h 3487032"/>
                <a:gd name="connsiteX1" fmla="*/ 0 w 4401871"/>
                <a:gd name="connsiteY1" fmla="*/ 1400175 h 3487032"/>
                <a:gd name="connsiteX2" fmla="*/ 704851 w 4401871"/>
                <a:gd name="connsiteY2" fmla="*/ 333375 h 3487032"/>
                <a:gd name="connsiteX3" fmla="*/ 38101 w 4401871"/>
                <a:gd name="connsiteY3" fmla="*/ 619125 h 3487032"/>
                <a:gd name="connsiteX4" fmla="*/ 1390651 w 4401871"/>
                <a:gd name="connsiteY4" fmla="*/ 0 h 3487032"/>
                <a:gd name="connsiteX5" fmla="*/ 2609851 w 4401871"/>
                <a:gd name="connsiteY5" fmla="*/ 95251 h 3487032"/>
                <a:gd name="connsiteX6" fmla="*/ 4400550 w 4401871"/>
                <a:gd name="connsiteY6" fmla="*/ 1336958 h 3487032"/>
                <a:gd name="connsiteX7" fmla="*/ 4076700 w 4401871"/>
                <a:gd name="connsiteY7" fmla="*/ 1628776 h 3487032"/>
                <a:gd name="connsiteX8" fmla="*/ 4305300 w 4401871"/>
                <a:gd name="connsiteY8" fmla="*/ 1638301 h 3487032"/>
                <a:gd name="connsiteX9" fmla="*/ 3981450 w 4401871"/>
                <a:gd name="connsiteY9" fmla="*/ 2257426 h 3487032"/>
                <a:gd name="connsiteX10" fmla="*/ 4391025 w 4401871"/>
                <a:gd name="connsiteY10" fmla="*/ 2457450 h 3487032"/>
                <a:gd name="connsiteX11" fmla="*/ 4238625 w 4401871"/>
                <a:gd name="connsiteY11" fmla="*/ 3362325 h 3487032"/>
                <a:gd name="connsiteX12" fmla="*/ 3590925 w 4401871"/>
                <a:gd name="connsiteY12" fmla="*/ 3076575 h 3487032"/>
                <a:gd name="connsiteX13" fmla="*/ 3238500 w 4401871"/>
                <a:gd name="connsiteY13" fmla="*/ 3486150 h 3487032"/>
                <a:gd name="connsiteX14" fmla="*/ 3019425 w 4401871"/>
                <a:gd name="connsiteY14" fmla="*/ 2181225 h 3487032"/>
                <a:gd name="connsiteX15" fmla="*/ 2838450 w 4401871"/>
                <a:gd name="connsiteY15" fmla="*/ 2505747 h 3487032"/>
                <a:gd name="connsiteX16" fmla="*/ 3238500 w 4401871"/>
                <a:gd name="connsiteY16" fmla="*/ 781050 h 3487032"/>
                <a:gd name="connsiteX17" fmla="*/ 2790825 w 4401871"/>
                <a:gd name="connsiteY17" fmla="*/ 381000 h 3487032"/>
                <a:gd name="connsiteX18" fmla="*/ 2052434 w 4401871"/>
                <a:gd name="connsiteY18" fmla="*/ 1143672 h 3487032"/>
                <a:gd name="connsiteX19" fmla="*/ 2247900 w 4401871"/>
                <a:gd name="connsiteY19" fmla="*/ 733425 h 3487032"/>
                <a:gd name="connsiteX20" fmla="*/ 866775 w 4401871"/>
                <a:gd name="connsiteY20" fmla="*/ 1362075 h 3487032"/>
                <a:gd name="connsiteX21" fmla="*/ 1257300 w 4401871"/>
                <a:gd name="connsiteY21" fmla="*/ 771525 h 3487032"/>
                <a:gd name="connsiteX22" fmla="*/ 880859 w 4401871"/>
                <a:gd name="connsiteY22" fmla="*/ 1146458 h 3487032"/>
                <a:gd name="connsiteX0" fmla="*/ 880859 w 4401871"/>
                <a:gd name="connsiteY0" fmla="*/ 1146458 h 3487032"/>
                <a:gd name="connsiteX1" fmla="*/ 0 w 4401871"/>
                <a:gd name="connsiteY1" fmla="*/ 1400175 h 3487032"/>
                <a:gd name="connsiteX2" fmla="*/ 704851 w 4401871"/>
                <a:gd name="connsiteY2" fmla="*/ 333375 h 3487032"/>
                <a:gd name="connsiteX3" fmla="*/ 38101 w 4401871"/>
                <a:gd name="connsiteY3" fmla="*/ 619125 h 3487032"/>
                <a:gd name="connsiteX4" fmla="*/ 1390651 w 4401871"/>
                <a:gd name="connsiteY4" fmla="*/ 0 h 3487032"/>
                <a:gd name="connsiteX5" fmla="*/ 2609851 w 4401871"/>
                <a:gd name="connsiteY5" fmla="*/ 95251 h 3487032"/>
                <a:gd name="connsiteX6" fmla="*/ 4400550 w 4401871"/>
                <a:gd name="connsiteY6" fmla="*/ 1336958 h 3487032"/>
                <a:gd name="connsiteX7" fmla="*/ 4076700 w 4401871"/>
                <a:gd name="connsiteY7" fmla="*/ 1628776 h 3487032"/>
                <a:gd name="connsiteX8" fmla="*/ 4305300 w 4401871"/>
                <a:gd name="connsiteY8" fmla="*/ 1638301 h 3487032"/>
                <a:gd name="connsiteX9" fmla="*/ 3981450 w 4401871"/>
                <a:gd name="connsiteY9" fmla="*/ 2257426 h 3487032"/>
                <a:gd name="connsiteX10" fmla="*/ 4391025 w 4401871"/>
                <a:gd name="connsiteY10" fmla="*/ 2457450 h 3487032"/>
                <a:gd name="connsiteX11" fmla="*/ 4238625 w 4401871"/>
                <a:gd name="connsiteY11" fmla="*/ 3362325 h 3487032"/>
                <a:gd name="connsiteX12" fmla="*/ 3590925 w 4401871"/>
                <a:gd name="connsiteY12" fmla="*/ 3076575 h 3487032"/>
                <a:gd name="connsiteX13" fmla="*/ 3238500 w 4401871"/>
                <a:gd name="connsiteY13" fmla="*/ 3486150 h 3487032"/>
                <a:gd name="connsiteX14" fmla="*/ 3019425 w 4401871"/>
                <a:gd name="connsiteY14" fmla="*/ 2181225 h 3487032"/>
                <a:gd name="connsiteX15" fmla="*/ 2838450 w 4401871"/>
                <a:gd name="connsiteY15" fmla="*/ 2505747 h 3487032"/>
                <a:gd name="connsiteX16" fmla="*/ 3238500 w 4401871"/>
                <a:gd name="connsiteY16" fmla="*/ 781050 h 3487032"/>
                <a:gd name="connsiteX17" fmla="*/ 2790825 w 4401871"/>
                <a:gd name="connsiteY17" fmla="*/ 381000 h 3487032"/>
                <a:gd name="connsiteX18" fmla="*/ 2052434 w 4401871"/>
                <a:gd name="connsiteY18" fmla="*/ 1143672 h 3487032"/>
                <a:gd name="connsiteX19" fmla="*/ 2247900 w 4401871"/>
                <a:gd name="connsiteY19" fmla="*/ 733425 h 3487032"/>
                <a:gd name="connsiteX20" fmla="*/ 866775 w 4401871"/>
                <a:gd name="connsiteY20" fmla="*/ 1362075 h 3487032"/>
                <a:gd name="connsiteX21" fmla="*/ 1257300 w 4401871"/>
                <a:gd name="connsiteY21" fmla="*/ 771525 h 3487032"/>
                <a:gd name="connsiteX22" fmla="*/ 880859 w 4401871"/>
                <a:gd name="connsiteY22" fmla="*/ 1146458 h 3487032"/>
                <a:gd name="connsiteX0" fmla="*/ 880859 w 4401871"/>
                <a:gd name="connsiteY0" fmla="*/ 1146458 h 3487032"/>
                <a:gd name="connsiteX1" fmla="*/ 0 w 4401871"/>
                <a:gd name="connsiteY1" fmla="*/ 1400175 h 3487032"/>
                <a:gd name="connsiteX2" fmla="*/ 704851 w 4401871"/>
                <a:gd name="connsiteY2" fmla="*/ 333375 h 3487032"/>
                <a:gd name="connsiteX3" fmla="*/ 38101 w 4401871"/>
                <a:gd name="connsiteY3" fmla="*/ 619125 h 3487032"/>
                <a:gd name="connsiteX4" fmla="*/ 1390651 w 4401871"/>
                <a:gd name="connsiteY4" fmla="*/ 0 h 3487032"/>
                <a:gd name="connsiteX5" fmla="*/ 2609851 w 4401871"/>
                <a:gd name="connsiteY5" fmla="*/ 95251 h 3487032"/>
                <a:gd name="connsiteX6" fmla="*/ 4400550 w 4401871"/>
                <a:gd name="connsiteY6" fmla="*/ 1336958 h 3487032"/>
                <a:gd name="connsiteX7" fmla="*/ 4076700 w 4401871"/>
                <a:gd name="connsiteY7" fmla="*/ 1628776 h 3487032"/>
                <a:gd name="connsiteX8" fmla="*/ 4305300 w 4401871"/>
                <a:gd name="connsiteY8" fmla="*/ 1638301 h 3487032"/>
                <a:gd name="connsiteX9" fmla="*/ 3981450 w 4401871"/>
                <a:gd name="connsiteY9" fmla="*/ 2257426 h 3487032"/>
                <a:gd name="connsiteX10" fmla="*/ 4391025 w 4401871"/>
                <a:gd name="connsiteY10" fmla="*/ 2457450 h 3487032"/>
                <a:gd name="connsiteX11" fmla="*/ 4238625 w 4401871"/>
                <a:gd name="connsiteY11" fmla="*/ 3362325 h 3487032"/>
                <a:gd name="connsiteX12" fmla="*/ 3590925 w 4401871"/>
                <a:gd name="connsiteY12" fmla="*/ 3076575 h 3487032"/>
                <a:gd name="connsiteX13" fmla="*/ 3238500 w 4401871"/>
                <a:gd name="connsiteY13" fmla="*/ 3486150 h 3487032"/>
                <a:gd name="connsiteX14" fmla="*/ 3019425 w 4401871"/>
                <a:gd name="connsiteY14" fmla="*/ 2181225 h 3487032"/>
                <a:gd name="connsiteX15" fmla="*/ 2838450 w 4401871"/>
                <a:gd name="connsiteY15" fmla="*/ 2505747 h 3487032"/>
                <a:gd name="connsiteX16" fmla="*/ 3238500 w 4401871"/>
                <a:gd name="connsiteY16" fmla="*/ 781050 h 3487032"/>
                <a:gd name="connsiteX17" fmla="*/ 2790825 w 4401871"/>
                <a:gd name="connsiteY17" fmla="*/ 381000 h 3487032"/>
                <a:gd name="connsiteX18" fmla="*/ 2052434 w 4401871"/>
                <a:gd name="connsiteY18" fmla="*/ 1143672 h 3487032"/>
                <a:gd name="connsiteX19" fmla="*/ 2247900 w 4401871"/>
                <a:gd name="connsiteY19" fmla="*/ 733425 h 3487032"/>
                <a:gd name="connsiteX20" fmla="*/ 866775 w 4401871"/>
                <a:gd name="connsiteY20" fmla="*/ 1362075 h 3487032"/>
                <a:gd name="connsiteX21" fmla="*/ 1257300 w 4401871"/>
                <a:gd name="connsiteY21" fmla="*/ 771525 h 3487032"/>
                <a:gd name="connsiteX22" fmla="*/ 880859 w 4401871"/>
                <a:gd name="connsiteY22" fmla="*/ 1146458 h 3487032"/>
                <a:gd name="connsiteX0" fmla="*/ 880859 w 4419751"/>
                <a:gd name="connsiteY0" fmla="*/ 1146458 h 3487032"/>
                <a:gd name="connsiteX1" fmla="*/ 0 w 4419751"/>
                <a:gd name="connsiteY1" fmla="*/ 1400175 h 3487032"/>
                <a:gd name="connsiteX2" fmla="*/ 704851 w 4419751"/>
                <a:gd name="connsiteY2" fmla="*/ 333375 h 3487032"/>
                <a:gd name="connsiteX3" fmla="*/ 38101 w 4419751"/>
                <a:gd name="connsiteY3" fmla="*/ 619125 h 3487032"/>
                <a:gd name="connsiteX4" fmla="*/ 1390651 w 4419751"/>
                <a:gd name="connsiteY4" fmla="*/ 0 h 3487032"/>
                <a:gd name="connsiteX5" fmla="*/ 2609851 w 4419751"/>
                <a:gd name="connsiteY5" fmla="*/ 95251 h 3487032"/>
                <a:gd name="connsiteX6" fmla="*/ 4400550 w 4419751"/>
                <a:gd name="connsiteY6" fmla="*/ 1336958 h 3487032"/>
                <a:gd name="connsiteX7" fmla="*/ 4076700 w 4419751"/>
                <a:gd name="connsiteY7" fmla="*/ 1628776 h 3487032"/>
                <a:gd name="connsiteX8" fmla="*/ 4305300 w 4419751"/>
                <a:gd name="connsiteY8" fmla="*/ 1638301 h 3487032"/>
                <a:gd name="connsiteX9" fmla="*/ 3981450 w 4419751"/>
                <a:gd name="connsiteY9" fmla="*/ 2257426 h 3487032"/>
                <a:gd name="connsiteX10" fmla="*/ 4391025 w 4419751"/>
                <a:gd name="connsiteY10" fmla="*/ 2457450 h 3487032"/>
                <a:gd name="connsiteX11" fmla="*/ 4238625 w 4419751"/>
                <a:gd name="connsiteY11" fmla="*/ 3362325 h 3487032"/>
                <a:gd name="connsiteX12" fmla="*/ 3590925 w 4419751"/>
                <a:gd name="connsiteY12" fmla="*/ 3076575 h 3487032"/>
                <a:gd name="connsiteX13" fmla="*/ 3238500 w 4419751"/>
                <a:gd name="connsiteY13" fmla="*/ 3486150 h 3487032"/>
                <a:gd name="connsiteX14" fmla="*/ 3019425 w 4419751"/>
                <a:gd name="connsiteY14" fmla="*/ 2181225 h 3487032"/>
                <a:gd name="connsiteX15" fmla="*/ 2838450 w 4419751"/>
                <a:gd name="connsiteY15" fmla="*/ 2505747 h 3487032"/>
                <a:gd name="connsiteX16" fmla="*/ 3238500 w 4419751"/>
                <a:gd name="connsiteY16" fmla="*/ 781050 h 3487032"/>
                <a:gd name="connsiteX17" fmla="*/ 2790825 w 4419751"/>
                <a:gd name="connsiteY17" fmla="*/ 381000 h 3487032"/>
                <a:gd name="connsiteX18" fmla="*/ 2052434 w 4419751"/>
                <a:gd name="connsiteY18" fmla="*/ 1143672 h 3487032"/>
                <a:gd name="connsiteX19" fmla="*/ 2247900 w 4419751"/>
                <a:gd name="connsiteY19" fmla="*/ 733425 h 3487032"/>
                <a:gd name="connsiteX20" fmla="*/ 866775 w 4419751"/>
                <a:gd name="connsiteY20" fmla="*/ 1362075 h 3487032"/>
                <a:gd name="connsiteX21" fmla="*/ 1257300 w 4419751"/>
                <a:gd name="connsiteY21" fmla="*/ 771525 h 3487032"/>
                <a:gd name="connsiteX22" fmla="*/ 880859 w 4419751"/>
                <a:gd name="connsiteY22" fmla="*/ 1146458 h 3487032"/>
                <a:gd name="connsiteX0" fmla="*/ 880859 w 4419751"/>
                <a:gd name="connsiteY0" fmla="*/ 1146458 h 3487032"/>
                <a:gd name="connsiteX1" fmla="*/ 0 w 4419751"/>
                <a:gd name="connsiteY1" fmla="*/ 1400175 h 3487032"/>
                <a:gd name="connsiteX2" fmla="*/ 704851 w 4419751"/>
                <a:gd name="connsiteY2" fmla="*/ 333375 h 3487032"/>
                <a:gd name="connsiteX3" fmla="*/ 38101 w 4419751"/>
                <a:gd name="connsiteY3" fmla="*/ 619125 h 3487032"/>
                <a:gd name="connsiteX4" fmla="*/ 1390651 w 4419751"/>
                <a:gd name="connsiteY4" fmla="*/ 0 h 3487032"/>
                <a:gd name="connsiteX5" fmla="*/ 2609851 w 4419751"/>
                <a:gd name="connsiteY5" fmla="*/ 95251 h 3487032"/>
                <a:gd name="connsiteX6" fmla="*/ 4400550 w 4419751"/>
                <a:gd name="connsiteY6" fmla="*/ 1336958 h 3487032"/>
                <a:gd name="connsiteX7" fmla="*/ 4076700 w 4419751"/>
                <a:gd name="connsiteY7" fmla="*/ 1628776 h 3487032"/>
                <a:gd name="connsiteX8" fmla="*/ 4305300 w 4419751"/>
                <a:gd name="connsiteY8" fmla="*/ 1638301 h 3487032"/>
                <a:gd name="connsiteX9" fmla="*/ 3981450 w 4419751"/>
                <a:gd name="connsiteY9" fmla="*/ 2257426 h 3487032"/>
                <a:gd name="connsiteX10" fmla="*/ 4391025 w 4419751"/>
                <a:gd name="connsiteY10" fmla="*/ 2457450 h 3487032"/>
                <a:gd name="connsiteX11" fmla="*/ 4238625 w 4419751"/>
                <a:gd name="connsiteY11" fmla="*/ 3362325 h 3487032"/>
                <a:gd name="connsiteX12" fmla="*/ 3590925 w 4419751"/>
                <a:gd name="connsiteY12" fmla="*/ 3076575 h 3487032"/>
                <a:gd name="connsiteX13" fmla="*/ 3238500 w 4419751"/>
                <a:gd name="connsiteY13" fmla="*/ 3486150 h 3487032"/>
                <a:gd name="connsiteX14" fmla="*/ 3019425 w 4419751"/>
                <a:gd name="connsiteY14" fmla="*/ 2181225 h 3487032"/>
                <a:gd name="connsiteX15" fmla="*/ 2838450 w 4419751"/>
                <a:gd name="connsiteY15" fmla="*/ 2505747 h 3487032"/>
                <a:gd name="connsiteX16" fmla="*/ 3238500 w 4419751"/>
                <a:gd name="connsiteY16" fmla="*/ 781050 h 3487032"/>
                <a:gd name="connsiteX17" fmla="*/ 2790825 w 4419751"/>
                <a:gd name="connsiteY17" fmla="*/ 381000 h 3487032"/>
                <a:gd name="connsiteX18" fmla="*/ 2052434 w 4419751"/>
                <a:gd name="connsiteY18" fmla="*/ 1143672 h 3487032"/>
                <a:gd name="connsiteX19" fmla="*/ 2247900 w 4419751"/>
                <a:gd name="connsiteY19" fmla="*/ 733425 h 3487032"/>
                <a:gd name="connsiteX20" fmla="*/ 866775 w 4419751"/>
                <a:gd name="connsiteY20" fmla="*/ 1362075 h 3487032"/>
                <a:gd name="connsiteX21" fmla="*/ 1257300 w 4419751"/>
                <a:gd name="connsiteY21" fmla="*/ 771525 h 3487032"/>
                <a:gd name="connsiteX22" fmla="*/ 880859 w 4419751"/>
                <a:gd name="connsiteY22" fmla="*/ 1146458 h 3487032"/>
                <a:gd name="connsiteX0" fmla="*/ 880859 w 4419751"/>
                <a:gd name="connsiteY0" fmla="*/ 1146458 h 3487032"/>
                <a:gd name="connsiteX1" fmla="*/ 0 w 4419751"/>
                <a:gd name="connsiteY1" fmla="*/ 1400175 h 3487032"/>
                <a:gd name="connsiteX2" fmla="*/ 704851 w 4419751"/>
                <a:gd name="connsiteY2" fmla="*/ 333375 h 3487032"/>
                <a:gd name="connsiteX3" fmla="*/ 38101 w 4419751"/>
                <a:gd name="connsiteY3" fmla="*/ 619125 h 3487032"/>
                <a:gd name="connsiteX4" fmla="*/ 1390651 w 4419751"/>
                <a:gd name="connsiteY4" fmla="*/ 0 h 3487032"/>
                <a:gd name="connsiteX5" fmla="*/ 2609851 w 4419751"/>
                <a:gd name="connsiteY5" fmla="*/ 95251 h 3487032"/>
                <a:gd name="connsiteX6" fmla="*/ 4400550 w 4419751"/>
                <a:gd name="connsiteY6" fmla="*/ 1336958 h 3487032"/>
                <a:gd name="connsiteX7" fmla="*/ 4076700 w 4419751"/>
                <a:gd name="connsiteY7" fmla="*/ 1628776 h 3487032"/>
                <a:gd name="connsiteX8" fmla="*/ 4305300 w 4419751"/>
                <a:gd name="connsiteY8" fmla="*/ 1638301 h 3487032"/>
                <a:gd name="connsiteX9" fmla="*/ 3981450 w 4419751"/>
                <a:gd name="connsiteY9" fmla="*/ 2257426 h 3487032"/>
                <a:gd name="connsiteX10" fmla="*/ 4391025 w 4419751"/>
                <a:gd name="connsiteY10" fmla="*/ 2457450 h 3487032"/>
                <a:gd name="connsiteX11" fmla="*/ 4238625 w 4419751"/>
                <a:gd name="connsiteY11" fmla="*/ 3362325 h 3487032"/>
                <a:gd name="connsiteX12" fmla="*/ 3590925 w 4419751"/>
                <a:gd name="connsiteY12" fmla="*/ 3076575 h 3487032"/>
                <a:gd name="connsiteX13" fmla="*/ 3238500 w 4419751"/>
                <a:gd name="connsiteY13" fmla="*/ 3486150 h 3487032"/>
                <a:gd name="connsiteX14" fmla="*/ 3019425 w 4419751"/>
                <a:gd name="connsiteY14" fmla="*/ 2181225 h 3487032"/>
                <a:gd name="connsiteX15" fmla="*/ 2838450 w 4419751"/>
                <a:gd name="connsiteY15" fmla="*/ 2505747 h 3487032"/>
                <a:gd name="connsiteX16" fmla="*/ 3238500 w 4419751"/>
                <a:gd name="connsiteY16" fmla="*/ 781050 h 3487032"/>
                <a:gd name="connsiteX17" fmla="*/ 2790825 w 4419751"/>
                <a:gd name="connsiteY17" fmla="*/ 381000 h 3487032"/>
                <a:gd name="connsiteX18" fmla="*/ 2052434 w 4419751"/>
                <a:gd name="connsiteY18" fmla="*/ 1143672 h 3487032"/>
                <a:gd name="connsiteX19" fmla="*/ 2247900 w 4419751"/>
                <a:gd name="connsiteY19" fmla="*/ 733425 h 3487032"/>
                <a:gd name="connsiteX20" fmla="*/ 866775 w 4419751"/>
                <a:gd name="connsiteY20" fmla="*/ 1362075 h 3487032"/>
                <a:gd name="connsiteX21" fmla="*/ 1257300 w 4419751"/>
                <a:gd name="connsiteY21" fmla="*/ 771525 h 3487032"/>
                <a:gd name="connsiteX22" fmla="*/ 880859 w 4419751"/>
                <a:gd name="connsiteY22" fmla="*/ 1146458 h 3487032"/>
                <a:gd name="connsiteX0" fmla="*/ 880859 w 4419751"/>
                <a:gd name="connsiteY0" fmla="*/ 1146458 h 3487032"/>
                <a:gd name="connsiteX1" fmla="*/ 0 w 4419751"/>
                <a:gd name="connsiteY1" fmla="*/ 1400175 h 3487032"/>
                <a:gd name="connsiteX2" fmla="*/ 704851 w 4419751"/>
                <a:gd name="connsiteY2" fmla="*/ 333375 h 3487032"/>
                <a:gd name="connsiteX3" fmla="*/ 38101 w 4419751"/>
                <a:gd name="connsiteY3" fmla="*/ 619125 h 3487032"/>
                <a:gd name="connsiteX4" fmla="*/ 1390651 w 4419751"/>
                <a:gd name="connsiteY4" fmla="*/ 0 h 3487032"/>
                <a:gd name="connsiteX5" fmla="*/ 2609851 w 4419751"/>
                <a:gd name="connsiteY5" fmla="*/ 95251 h 3487032"/>
                <a:gd name="connsiteX6" fmla="*/ 4400550 w 4419751"/>
                <a:gd name="connsiteY6" fmla="*/ 1336958 h 3487032"/>
                <a:gd name="connsiteX7" fmla="*/ 4076700 w 4419751"/>
                <a:gd name="connsiteY7" fmla="*/ 1628776 h 3487032"/>
                <a:gd name="connsiteX8" fmla="*/ 4305300 w 4419751"/>
                <a:gd name="connsiteY8" fmla="*/ 1638301 h 3487032"/>
                <a:gd name="connsiteX9" fmla="*/ 3981450 w 4419751"/>
                <a:gd name="connsiteY9" fmla="*/ 2257426 h 3487032"/>
                <a:gd name="connsiteX10" fmla="*/ 4391025 w 4419751"/>
                <a:gd name="connsiteY10" fmla="*/ 2457450 h 3487032"/>
                <a:gd name="connsiteX11" fmla="*/ 4238625 w 4419751"/>
                <a:gd name="connsiteY11" fmla="*/ 3362325 h 3487032"/>
                <a:gd name="connsiteX12" fmla="*/ 3590925 w 4419751"/>
                <a:gd name="connsiteY12" fmla="*/ 3076575 h 3487032"/>
                <a:gd name="connsiteX13" fmla="*/ 3238500 w 4419751"/>
                <a:gd name="connsiteY13" fmla="*/ 3486150 h 3487032"/>
                <a:gd name="connsiteX14" fmla="*/ 3019425 w 4419751"/>
                <a:gd name="connsiteY14" fmla="*/ 2181225 h 3487032"/>
                <a:gd name="connsiteX15" fmla="*/ 2838450 w 4419751"/>
                <a:gd name="connsiteY15" fmla="*/ 2505747 h 3487032"/>
                <a:gd name="connsiteX16" fmla="*/ 3238500 w 4419751"/>
                <a:gd name="connsiteY16" fmla="*/ 781050 h 3487032"/>
                <a:gd name="connsiteX17" fmla="*/ 2790825 w 4419751"/>
                <a:gd name="connsiteY17" fmla="*/ 381000 h 3487032"/>
                <a:gd name="connsiteX18" fmla="*/ 2052434 w 4419751"/>
                <a:gd name="connsiteY18" fmla="*/ 1143672 h 3487032"/>
                <a:gd name="connsiteX19" fmla="*/ 2247900 w 4419751"/>
                <a:gd name="connsiteY19" fmla="*/ 733425 h 3487032"/>
                <a:gd name="connsiteX20" fmla="*/ 866775 w 4419751"/>
                <a:gd name="connsiteY20" fmla="*/ 1362075 h 3487032"/>
                <a:gd name="connsiteX21" fmla="*/ 1257300 w 4419751"/>
                <a:gd name="connsiteY21" fmla="*/ 771525 h 3487032"/>
                <a:gd name="connsiteX22" fmla="*/ 880859 w 4419751"/>
                <a:gd name="connsiteY22" fmla="*/ 1146458 h 3487032"/>
                <a:gd name="connsiteX0" fmla="*/ 880859 w 4419751"/>
                <a:gd name="connsiteY0" fmla="*/ 1146458 h 3487032"/>
                <a:gd name="connsiteX1" fmla="*/ 0 w 4419751"/>
                <a:gd name="connsiteY1" fmla="*/ 1400175 h 3487032"/>
                <a:gd name="connsiteX2" fmla="*/ 704851 w 4419751"/>
                <a:gd name="connsiteY2" fmla="*/ 333375 h 3487032"/>
                <a:gd name="connsiteX3" fmla="*/ 38101 w 4419751"/>
                <a:gd name="connsiteY3" fmla="*/ 619125 h 3487032"/>
                <a:gd name="connsiteX4" fmla="*/ 1390651 w 4419751"/>
                <a:gd name="connsiteY4" fmla="*/ 0 h 3487032"/>
                <a:gd name="connsiteX5" fmla="*/ 2609851 w 4419751"/>
                <a:gd name="connsiteY5" fmla="*/ 95251 h 3487032"/>
                <a:gd name="connsiteX6" fmla="*/ 4400550 w 4419751"/>
                <a:gd name="connsiteY6" fmla="*/ 1336958 h 3487032"/>
                <a:gd name="connsiteX7" fmla="*/ 4076700 w 4419751"/>
                <a:gd name="connsiteY7" fmla="*/ 1628776 h 3487032"/>
                <a:gd name="connsiteX8" fmla="*/ 4305300 w 4419751"/>
                <a:gd name="connsiteY8" fmla="*/ 1638301 h 3487032"/>
                <a:gd name="connsiteX9" fmla="*/ 3981450 w 4419751"/>
                <a:gd name="connsiteY9" fmla="*/ 2257426 h 3487032"/>
                <a:gd name="connsiteX10" fmla="*/ 4391025 w 4419751"/>
                <a:gd name="connsiteY10" fmla="*/ 2457450 h 3487032"/>
                <a:gd name="connsiteX11" fmla="*/ 4238625 w 4419751"/>
                <a:gd name="connsiteY11" fmla="*/ 3362325 h 3487032"/>
                <a:gd name="connsiteX12" fmla="*/ 3590925 w 4419751"/>
                <a:gd name="connsiteY12" fmla="*/ 3076575 h 3487032"/>
                <a:gd name="connsiteX13" fmla="*/ 3238500 w 4419751"/>
                <a:gd name="connsiteY13" fmla="*/ 3486150 h 3487032"/>
                <a:gd name="connsiteX14" fmla="*/ 3019425 w 4419751"/>
                <a:gd name="connsiteY14" fmla="*/ 2181225 h 3487032"/>
                <a:gd name="connsiteX15" fmla="*/ 2838450 w 4419751"/>
                <a:gd name="connsiteY15" fmla="*/ 2505747 h 3487032"/>
                <a:gd name="connsiteX16" fmla="*/ 3238500 w 4419751"/>
                <a:gd name="connsiteY16" fmla="*/ 781050 h 3487032"/>
                <a:gd name="connsiteX17" fmla="*/ 2790825 w 4419751"/>
                <a:gd name="connsiteY17" fmla="*/ 381000 h 3487032"/>
                <a:gd name="connsiteX18" fmla="*/ 2052434 w 4419751"/>
                <a:gd name="connsiteY18" fmla="*/ 1143672 h 3487032"/>
                <a:gd name="connsiteX19" fmla="*/ 2247900 w 4419751"/>
                <a:gd name="connsiteY19" fmla="*/ 733425 h 3487032"/>
                <a:gd name="connsiteX20" fmla="*/ 866775 w 4419751"/>
                <a:gd name="connsiteY20" fmla="*/ 1362075 h 3487032"/>
                <a:gd name="connsiteX21" fmla="*/ 1257300 w 4419751"/>
                <a:gd name="connsiteY21" fmla="*/ 771525 h 3487032"/>
                <a:gd name="connsiteX22" fmla="*/ 880859 w 4419751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3981450 w 4400790"/>
                <a:gd name="connsiteY9" fmla="*/ 225742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609851 w 4400790"/>
                <a:gd name="connsiteY5" fmla="*/ 952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853691 w 4400790"/>
                <a:gd name="connsiteY5" fmla="*/ 2095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853691 w 4400790"/>
                <a:gd name="connsiteY5" fmla="*/ 2095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853691 w 4400790"/>
                <a:gd name="connsiteY5" fmla="*/ 2095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146458 h 3487032"/>
                <a:gd name="connsiteX1" fmla="*/ 0 w 4400790"/>
                <a:gd name="connsiteY1" fmla="*/ 1400175 h 3487032"/>
                <a:gd name="connsiteX2" fmla="*/ 704851 w 4400790"/>
                <a:gd name="connsiteY2" fmla="*/ 333375 h 3487032"/>
                <a:gd name="connsiteX3" fmla="*/ 38101 w 4400790"/>
                <a:gd name="connsiteY3" fmla="*/ 619125 h 3487032"/>
                <a:gd name="connsiteX4" fmla="*/ 1390651 w 4400790"/>
                <a:gd name="connsiteY4" fmla="*/ 0 h 3487032"/>
                <a:gd name="connsiteX5" fmla="*/ 2853691 w 4400790"/>
                <a:gd name="connsiteY5" fmla="*/ 209551 h 3487032"/>
                <a:gd name="connsiteX6" fmla="*/ 4400550 w 4400790"/>
                <a:gd name="connsiteY6" fmla="*/ 1336958 h 3487032"/>
                <a:gd name="connsiteX7" fmla="*/ 4076700 w 4400790"/>
                <a:gd name="connsiteY7" fmla="*/ 1628776 h 3487032"/>
                <a:gd name="connsiteX8" fmla="*/ 4305300 w 4400790"/>
                <a:gd name="connsiteY8" fmla="*/ 1638301 h 3487032"/>
                <a:gd name="connsiteX9" fmla="*/ 4019550 w 4400790"/>
                <a:gd name="connsiteY9" fmla="*/ 2238376 h 3487032"/>
                <a:gd name="connsiteX10" fmla="*/ 4391025 w 4400790"/>
                <a:gd name="connsiteY10" fmla="*/ 2457450 h 3487032"/>
                <a:gd name="connsiteX11" fmla="*/ 4238625 w 4400790"/>
                <a:gd name="connsiteY11" fmla="*/ 3362325 h 3487032"/>
                <a:gd name="connsiteX12" fmla="*/ 3590925 w 4400790"/>
                <a:gd name="connsiteY12" fmla="*/ 3076575 h 3487032"/>
                <a:gd name="connsiteX13" fmla="*/ 3238500 w 4400790"/>
                <a:gd name="connsiteY13" fmla="*/ 3486150 h 3487032"/>
                <a:gd name="connsiteX14" fmla="*/ 3019425 w 4400790"/>
                <a:gd name="connsiteY14" fmla="*/ 2181225 h 3487032"/>
                <a:gd name="connsiteX15" fmla="*/ 2838450 w 4400790"/>
                <a:gd name="connsiteY15" fmla="*/ 2505747 h 3487032"/>
                <a:gd name="connsiteX16" fmla="*/ 3238500 w 4400790"/>
                <a:gd name="connsiteY16" fmla="*/ 781050 h 3487032"/>
                <a:gd name="connsiteX17" fmla="*/ 2790825 w 4400790"/>
                <a:gd name="connsiteY17" fmla="*/ 381000 h 3487032"/>
                <a:gd name="connsiteX18" fmla="*/ 2052434 w 4400790"/>
                <a:gd name="connsiteY18" fmla="*/ 1143672 h 3487032"/>
                <a:gd name="connsiteX19" fmla="*/ 2247900 w 4400790"/>
                <a:gd name="connsiteY19" fmla="*/ 733425 h 3487032"/>
                <a:gd name="connsiteX20" fmla="*/ 866775 w 4400790"/>
                <a:gd name="connsiteY20" fmla="*/ 1362075 h 3487032"/>
                <a:gd name="connsiteX21" fmla="*/ 1257300 w 4400790"/>
                <a:gd name="connsiteY21" fmla="*/ 771525 h 3487032"/>
                <a:gd name="connsiteX22" fmla="*/ 880859 w 4400790"/>
                <a:gd name="connsiteY22" fmla="*/ 1146458 h 3487032"/>
                <a:gd name="connsiteX0" fmla="*/ 880859 w 4400790"/>
                <a:gd name="connsiteY0" fmla="*/ 1341062 h 3681636"/>
                <a:gd name="connsiteX1" fmla="*/ 0 w 4400790"/>
                <a:gd name="connsiteY1" fmla="*/ 1594779 h 3681636"/>
                <a:gd name="connsiteX2" fmla="*/ 704851 w 4400790"/>
                <a:gd name="connsiteY2" fmla="*/ 527979 h 3681636"/>
                <a:gd name="connsiteX3" fmla="*/ 38101 w 4400790"/>
                <a:gd name="connsiteY3" fmla="*/ 813729 h 3681636"/>
                <a:gd name="connsiteX4" fmla="*/ 1390651 w 4400790"/>
                <a:gd name="connsiteY4" fmla="*/ 194604 h 3681636"/>
                <a:gd name="connsiteX5" fmla="*/ 1238250 w 4400790"/>
                <a:gd name="connsiteY5" fmla="*/ 6009 h 3681636"/>
                <a:gd name="connsiteX6" fmla="*/ 2853691 w 4400790"/>
                <a:gd name="connsiteY6" fmla="*/ 404155 h 3681636"/>
                <a:gd name="connsiteX7" fmla="*/ 4400550 w 4400790"/>
                <a:gd name="connsiteY7" fmla="*/ 1531562 h 3681636"/>
                <a:gd name="connsiteX8" fmla="*/ 4076700 w 4400790"/>
                <a:gd name="connsiteY8" fmla="*/ 1823380 h 3681636"/>
                <a:gd name="connsiteX9" fmla="*/ 4305300 w 4400790"/>
                <a:gd name="connsiteY9" fmla="*/ 1832905 h 3681636"/>
                <a:gd name="connsiteX10" fmla="*/ 4019550 w 4400790"/>
                <a:gd name="connsiteY10" fmla="*/ 2432980 h 3681636"/>
                <a:gd name="connsiteX11" fmla="*/ 4391025 w 4400790"/>
                <a:gd name="connsiteY11" fmla="*/ 2652054 h 3681636"/>
                <a:gd name="connsiteX12" fmla="*/ 4238625 w 4400790"/>
                <a:gd name="connsiteY12" fmla="*/ 3556929 h 3681636"/>
                <a:gd name="connsiteX13" fmla="*/ 3590925 w 4400790"/>
                <a:gd name="connsiteY13" fmla="*/ 3271179 h 3681636"/>
                <a:gd name="connsiteX14" fmla="*/ 3238500 w 4400790"/>
                <a:gd name="connsiteY14" fmla="*/ 3680754 h 3681636"/>
                <a:gd name="connsiteX15" fmla="*/ 3019425 w 4400790"/>
                <a:gd name="connsiteY15" fmla="*/ 2375829 h 3681636"/>
                <a:gd name="connsiteX16" fmla="*/ 2838450 w 4400790"/>
                <a:gd name="connsiteY16" fmla="*/ 2700351 h 3681636"/>
                <a:gd name="connsiteX17" fmla="*/ 3238500 w 4400790"/>
                <a:gd name="connsiteY17" fmla="*/ 975654 h 3681636"/>
                <a:gd name="connsiteX18" fmla="*/ 2790825 w 4400790"/>
                <a:gd name="connsiteY18" fmla="*/ 575604 h 3681636"/>
                <a:gd name="connsiteX19" fmla="*/ 2052434 w 4400790"/>
                <a:gd name="connsiteY19" fmla="*/ 1338276 h 3681636"/>
                <a:gd name="connsiteX20" fmla="*/ 2247900 w 4400790"/>
                <a:gd name="connsiteY20" fmla="*/ 928029 h 3681636"/>
                <a:gd name="connsiteX21" fmla="*/ 866775 w 4400790"/>
                <a:gd name="connsiteY21" fmla="*/ 1556679 h 3681636"/>
                <a:gd name="connsiteX22" fmla="*/ 1257300 w 4400790"/>
                <a:gd name="connsiteY22" fmla="*/ 966129 h 3681636"/>
                <a:gd name="connsiteX23" fmla="*/ 880859 w 4400790"/>
                <a:gd name="connsiteY23" fmla="*/ 1341062 h 3681636"/>
                <a:gd name="connsiteX0" fmla="*/ 880859 w 4400790"/>
                <a:gd name="connsiteY0" fmla="*/ 1339409 h 3679983"/>
                <a:gd name="connsiteX1" fmla="*/ 0 w 4400790"/>
                <a:gd name="connsiteY1" fmla="*/ 1593126 h 3679983"/>
                <a:gd name="connsiteX2" fmla="*/ 704851 w 4400790"/>
                <a:gd name="connsiteY2" fmla="*/ 526326 h 3679983"/>
                <a:gd name="connsiteX3" fmla="*/ 38101 w 4400790"/>
                <a:gd name="connsiteY3" fmla="*/ 812076 h 3679983"/>
                <a:gd name="connsiteX4" fmla="*/ 1390651 w 4400790"/>
                <a:gd name="connsiteY4" fmla="*/ 192951 h 3679983"/>
                <a:gd name="connsiteX5" fmla="*/ 1238250 w 4400790"/>
                <a:gd name="connsiteY5" fmla="*/ 4356 h 3679983"/>
                <a:gd name="connsiteX6" fmla="*/ 2853691 w 4400790"/>
                <a:gd name="connsiteY6" fmla="*/ 402502 h 3679983"/>
                <a:gd name="connsiteX7" fmla="*/ 4400550 w 4400790"/>
                <a:gd name="connsiteY7" fmla="*/ 1529909 h 3679983"/>
                <a:gd name="connsiteX8" fmla="*/ 4076700 w 4400790"/>
                <a:gd name="connsiteY8" fmla="*/ 1821727 h 3679983"/>
                <a:gd name="connsiteX9" fmla="*/ 4305300 w 4400790"/>
                <a:gd name="connsiteY9" fmla="*/ 1831252 h 3679983"/>
                <a:gd name="connsiteX10" fmla="*/ 4019550 w 4400790"/>
                <a:gd name="connsiteY10" fmla="*/ 2431327 h 3679983"/>
                <a:gd name="connsiteX11" fmla="*/ 4391025 w 4400790"/>
                <a:gd name="connsiteY11" fmla="*/ 2650401 h 3679983"/>
                <a:gd name="connsiteX12" fmla="*/ 4238625 w 4400790"/>
                <a:gd name="connsiteY12" fmla="*/ 3555276 h 3679983"/>
                <a:gd name="connsiteX13" fmla="*/ 3590925 w 4400790"/>
                <a:gd name="connsiteY13" fmla="*/ 3269526 h 3679983"/>
                <a:gd name="connsiteX14" fmla="*/ 3238500 w 4400790"/>
                <a:gd name="connsiteY14" fmla="*/ 3679101 h 3679983"/>
                <a:gd name="connsiteX15" fmla="*/ 3019425 w 4400790"/>
                <a:gd name="connsiteY15" fmla="*/ 2374176 h 3679983"/>
                <a:gd name="connsiteX16" fmla="*/ 2838450 w 4400790"/>
                <a:gd name="connsiteY16" fmla="*/ 2698698 h 3679983"/>
                <a:gd name="connsiteX17" fmla="*/ 3238500 w 4400790"/>
                <a:gd name="connsiteY17" fmla="*/ 974001 h 3679983"/>
                <a:gd name="connsiteX18" fmla="*/ 2790825 w 4400790"/>
                <a:gd name="connsiteY18" fmla="*/ 573951 h 3679983"/>
                <a:gd name="connsiteX19" fmla="*/ 2052434 w 4400790"/>
                <a:gd name="connsiteY19" fmla="*/ 1336623 h 3679983"/>
                <a:gd name="connsiteX20" fmla="*/ 2247900 w 4400790"/>
                <a:gd name="connsiteY20" fmla="*/ 926376 h 3679983"/>
                <a:gd name="connsiteX21" fmla="*/ 866775 w 4400790"/>
                <a:gd name="connsiteY21" fmla="*/ 1555026 h 3679983"/>
                <a:gd name="connsiteX22" fmla="*/ 1257300 w 4400790"/>
                <a:gd name="connsiteY22" fmla="*/ 964476 h 3679983"/>
                <a:gd name="connsiteX23" fmla="*/ 880859 w 4400790"/>
                <a:gd name="connsiteY23" fmla="*/ 1339409 h 3679983"/>
                <a:gd name="connsiteX0" fmla="*/ 880859 w 4400790"/>
                <a:gd name="connsiteY0" fmla="*/ 1336632 h 3677206"/>
                <a:gd name="connsiteX1" fmla="*/ 0 w 4400790"/>
                <a:gd name="connsiteY1" fmla="*/ 1590349 h 3677206"/>
                <a:gd name="connsiteX2" fmla="*/ 704851 w 4400790"/>
                <a:gd name="connsiteY2" fmla="*/ 523549 h 3677206"/>
                <a:gd name="connsiteX3" fmla="*/ 38101 w 4400790"/>
                <a:gd name="connsiteY3" fmla="*/ 809299 h 3677206"/>
                <a:gd name="connsiteX4" fmla="*/ 1390651 w 4400790"/>
                <a:gd name="connsiteY4" fmla="*/ 190174 h 3677206"/>
                <a:gd name="connsiteX5" fmla="*/ 1238250 w 4400790"/>
                <a:gd name="connsiteY5" fmla="*/ 1579 h 3677206"/>
                <a:gd name="connsiteX6" fmla="*/ 2853691 w 4400790"/>
                <a:gd name="connsiteY6" fmla="*/ 399725 h 3677206"/>
                <a:gd name="connsiteX7" fmla="*/ 4400550 w 4400790"/>
                <a:gd name="connsiteY7" fmla="*/ 1527132 h 3677206"/>
                <a:gd name="connsiteX8" fmla="*/ 4076700 w 4400790"/>
                <a:gd name="connsiteY8" fmla="*/ 1818950 h 3677206"/>
                <a:gd name="connsiteX9" fmla="*/ 4305300 w 4400790"/>
                <a:gd name="connsiteY9" fmla="*/ 1828475 h 3677206"/>
                <a:gd name="connsiteX10" fmla="*/ 4019550 w 4400790"/>
                <a:gd name="connsiteY10" fmla="*/ 2428550 h 3677206"/>
                <a:gd name="connsiteX11" fmla="*/ 4391025 w 4400790"/>
                <a:gd name="connsiteY11" fmla="*/ 2647624 h 3677206"/>
                <a:gd name="connsiteX12" fmla="*/ 4238625 w 4400790"/>
                <a:gd name="connsiteY12" fmla="*/ 3552499 h 3677206"/>
                <a:gd name="connsiteX13" fmla="*/ 3590925 w 4400790"/>
                <a:gd name="connsiteY13" fmla="*/ 3266749 h 3677206"/>
                <a:gd name="connsiteX14" fmla="*/ 3238500 w 4400790"/>
                <a:gd name="connsiteY14" fmla="*/ 3676324 h 3677206"/>
                <a:gd name="connsiteX15" fmla="*/ 3019425 w 4400790"/>
                <a:gd name="connsiteY15" fmla="*/ 2371399 h 3677206"/>
                <a:gd name="connsiteX16" fmla="*/ 2838450 w 4400790"/>
                <a:gd name="connsiteY16" fmla="*/ 2695921 h 3677206"/>
                <a:gd name="connsiteX17" fmla="*/ 3238500 w 4400790"/>
                <a:gd name="connsiteY17" fmla="*/ 971224 h 3677206"/>
                <a:gd name="connsiteX18" fmla="*/ 2790825 w 4400790"/>
                <a:gd name="connsiteY18" fmla="*/ 571174 h 3677206"/>
                <a:gd name="connsiteX19" fmla="*/ 2052434 w 4400790"/>
                <a:gd name="connsiteY19" fmla="*/ 1333846 h 3677206"/>
                <a:gd name="connsiteX20" fmla="*/ 2247900 w 4400790"/>
                <a:gd name="connsiteY20" fmla="*/ 923599 h 3677206"/>
                <a:gd name="connsiteX21" fmla="*/ 866775 w 4400790"/>
                <a:gd name="connsiteY21" fmla="*/ 1552249 h 3677206"/>
                <a:gd name="connsiteX22" fmla="*/ 1257300 w 4400790"/>
                <a:gd name="connsiteY22" fmla="*/ 961699 h 3677206"/>
                <a:gd name="connsiteX23" fmla="*/ 880859 w 4400790"/>
                <a:gd name="connsiteY23" fmla="*/ 1336632 h 3677206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853691 w 4400790"/>
                <a:gd name="connsiteY6" fmla="*/ 39960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853691 w 4400790"/>
                <a:gd name="connsiteY6" fmla="*/ 39960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907031 w 4400790"/>
                <a:gd name="connsiteY6" fmla="*/ 37674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907031 w 4400790"/>
                <a:gd name="connsiteY6" fmla="*/ 37674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907031 w 4400790"/>
                <a:gd name="connsiteY6" fmla="*/ 37674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907031 w 4400790"/>
                <a:gd name="connsiteY6" fmla="*/ 37674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880859 w 4400790"/>
                <a:gd name="connsiteY0" fmla="*/ 1336514 h 3677088"/>
                <a:gd name="connsiteX1" fmla="*/ 0 w 4400790"/>
                <a:gd name="connsiteY1" fmla="*/ 1590231 h 3677088"/>
                <a:gd name="connsiteX2" fmla="*/ 704851 w 4400790"/>
                <a:gd name="connsiteY2" fmla="*/ 523431 h 3677088"/>
                <a:gd name="connsiteX3" fmla="*/ 38101 w 4400790"/>
                <a:gd name="connsiteY3" fmla="*/ 809181 h 3677088"/>
                <a:gd name="connsiteX4" fmla="*/ 1390651 w 4400790"/>
                <a:gd name="connsiteY4" fmla="*/ 190056 h 3677088"/>
                <a:gd name="connsiteX5" fmla="*/ 1238250 w 4400790"/>
                <a:gd name="connsiteY5" fmla="*/ 1461 h 3677088"/>
                <a:gd name="connsiteX6" fmla="*/ 2907031 w 4400790"/>
                <a:gd name="connsiteY6" fmla="*/ 376747 h 3677088"/>
                <a:gd name="connsiteX7" fmla="*/ 4400550 w 4400790"/>
                <a:gd name="connsiteY7" fmla="*/ 1527014 h 3677088"/>
                <a:gd name="connsiteX8" fmla="*/ 4076700 w 4400790"/>
                <a:gd name="connsiteY8" fmla="*/ 1818832 h 3677088"/>
                <a:gd name="connsiteX9" fmla="*/ 4305300 w 4400790"/>
                <a:gd name="connsiteY9" fmla="*/ 1828357 h 3677088"/>
                <a:gd name="connsiteX10" fmla="*/ 4019550 w 4400790"/>
                <a:gd name="connsiteY10" fmla="*/ 2428432 h 3677088"/>
                <a:gd name="connsiteX11" fmla="*/ 4391025 w 4400790"/>
                <a:gd name="connsiteY11" fmla="*/ 2647506 h 3677088"/>
                <a:gd name="connsiteX12" fmla="*/ 4238625 w 4400790"/>
                <a:gd name="connsiteY12" fmla="*/ 3552381 h 3677088"/>
                <a:gd name="connsiteX13" fmla="*/ 3590925 w 4400790"/>
                <a:gd name="connsiteY13" fmla="*/ 3266631 h 3677088"/>
                <a:gd name="connsiteX14" fmla="*/ 3238500 w 4400790"/>
                <a:gd name="connsiteY14" fmla="*/ 3676206 h 3677088"/>
                <a:gd name="connsiteX15" fmla="*/ 3019425 w 4400790"/>
                <a:gd name="connsiteY15" fmla="*/ 2371281 h 3677088"/>
                <a:gd name="connsiteX16" fmla="*/ 2838450 w 4400790"/>
                <a:gd name="connsiteY16" fmla="*/ 2695803 h 3677088"/>
                <a:gd name="connsiteX17" fmla="*/ 3238500 w 4400790"/>
                <a:gd name="connsiteY17" fmla="*/ 971106 h 3677088"/>
                <a:gd name="connsiteX18" fmla="*/ 2790825 w 4400790"/>
                <a:gd name="connsiteY18" fmla="*/ 571056 h 3677088"/>
                <a:gd name="connsiteX19" fmla="*/ 2052434 w 4400790"/>
                <a:gd name="connsiteY19" fmla="*/ 1333728 h 3677088"/>
                <a:gd name="connsiteX20" fmla="*/ 2247900 w 4400790"/>
                <a:gd name="connsiteY20" fmla="*/ 923481 h 3677088"/>
                <a:gd name="connsiteX21" fmla="*/ 866775 w 4400790"/>
                <a:gd name="connsiteY21" fmla="*/ 1552131 h 3677088"/>
                <a:gd name="connsiteX22" fmla="*/ 1257300 w 4400790"/>
                <a:gd name="connsiteY22" fmla="*/ 961581 h 3677088"/>
                <a:gd name="connsiteX23" fmla="*/ 880859 w 4400790"/>
                <a:gd name="connsiteY23" fmla="*/ 1336514 h 3677088"/>
                <a:gd name="connsiteX0" fmla="*/ 938464 w 4458395"/>
                <a:gd name="connsiteY0" fmla="*/ 1336514 h 3677088"/>
                <a:gd name="connsiteX1" fmla="*/ 57605 w 4458395"/>
                <a:gd name="connsiteY1" fmla="*/ 1590231 h 3677088"/>
                <a:gd name="connsiteX2" fmla="*/ 762456 w 4458395"/>
                <a:gd name="connsiteY2" fmla="*/ 523431 h 3677088"/>
                <a:gd name="connsiteX3" fmla="*/ 19506 w 4458395"/>
                <a:gd name="connsiteY3" fmla="*/ 793941 h 3677088"/>
                <a:gd name="connsiteX4" fmla="*/ 1448256 w 4458395"/>
                <a:gd name="connsiteY4" fmla="*/ 190056 h 3677088"/>
                <a:gd name="connsiteX5" fmla="*/ 1295855 w 4458395"/>
                <a:gd name="connsiteY5" fmla="*/ 1461 h 3677088"/>
                <a:gd name="connsiteX6" fmla="*/ 2964636 w 4458395"/>
                <a:gd name="connsiteY6" fmla="*/ 376747 h 3677088"/>
                <a:gd name="connsiteX7" fmla="*/ 4458155 w 4458395"/>
                <a:gd name="connsiteY7" fmla="*/ 1527014 h 3677088"/>
                <a:gd name="connsiteX8" fmla="*/ 4134305 w 4458395"/>
                <a:gd name="connsiteY8" fmla="*/ 1818832 h 3677088"/>
                <a:gd name="connsiteX9" fmla="*/ 4362905 w 4458395"/>
                <a:gd name="connsiteY9" fmla="*/ 1828357 h 3677088"/>
                <a:gd name="connsiteX10" fmla="*/ 4077155 w 4458395"/>
                <a:gd name="connsiteY10" fmla="*/ 2428432 h 3677088"/>
                <a:gd name="connsiteX11" fmla="*/ 4448630 w 4458395"/>
                <a:gd name="connsiteY11" fmla="*/ 2647506 h 3677088"/>
                <a:gd name="connsiteX12" fmla="*/ 4296230 w 4458395"/>
                <a:gd name="connsiteY12" fmla="*/ 3552381 h 3677088"/>
                <a:gd name="connsiteX13" fmla="*/ 3648530 w 4458395"/>
                <a:gd name="connsiteY13" fmla="*/ 3266631 h 3677088"/>
                <a:gd name="connsiteX14" fmla="*/ 3296105 w 4458395"/>
                <a:gd name="connsiteY14" fmla="*/ 3676206 h 3677088"/>
                <a:gd name="connsiteX15" fmla="*/ 3077030 w 4458395"/>
                <a:gd name="connsiteY15" fmla="*/ 2371281 h 3677088"/>
                <a:gd name="connsiteX16" fmla="*/ 2896055 w 4458395"/>
                <a:gd name="connsiteY16" fmla="*/ 2695803 h 3677088"/>
                <a:gd name="connsiteX17" fmla="*/ 3296105 w 4458395"/>
                <a:gd name="connsiteY17" fmla="*/ 971106 h 3677088"/>
                <a:gd name="connsiteX18" fmla="*/ 2848430 w 4458395"/>
                <a:gd name="connsiteY18" fmla="*/ 571056 h 3677088"/>
                <a:gd name="connsiteX19" fmla="*/ 2110039 w 4458395"/>
                <a:gd name="connsiteY19" fmla="*/ 1333728 h 3677088"/>
                <a:gd name="connsiteX20" fmla="*/ 2305505 w 4458395"/>
                <a:gd name="connsiteY20" fmla="*/ 923481 h 3677088"/>
                <a:gd name="connsiteX21" fmla="*/ 924380 w 4458395"/>
                <a:gd name="connsiteY21" fmla="*/ 1552131 h 3677088"/>
                <a:gd name="connsiteX22" fmla="*/ 1314905 w 4458395"/>
                <a:gd name="connsiteY22" fmla="*/ 961581 h 3677088"/>
                <a:gd name="connsiteX23" fmla="*/ 938464 w 4458395"/>
                <a:gd name="connsiteY23" fmla="*/ 1336514 h 3677088"/>
                <a:gd name="connsiteX0" fmla="*/ 938464 w 4458395"/>
                <a:gd name="connsiteY0" fmla="*/ 1336514 h 3677088"/>
                <a:gd name="connsiteX1" fmla="*/ 57605 w 4458395"/>
                <a:gd name="connsiteY1" fmla="*/ 1590231 h 3677088"/>
                <a:gd name="connsiteX2" fmla="*/ 762456 w 4458395"/>
                <a:gd name="connsiteY2" fmla="*/ 523431 h 3677088"/>
                <a:gd name="connsiteX3" fmla="*/ 19506 w 4458395"/>
                <a:gd name="connsiteY3" fmla="*/ 793941 h 3677088"/>
                <a:gd name="connsiteX4" fmla="*/ 1448256 w 4458395"/>
                <a:gd name="connsiteY4" fmla="*/ 190056 h 3677088"/>
                <a:gd name="connsiteX5" fmla="*/ 1295855 w 4458395"/>
                <a:gd name="connsiteY5" fmla="*/ 1461 h 3677088"/>
                <a:gd name="connsiteX6" fmla="*/ 2964636 w 4458395"/>
                <a:gd name="connsiteY6" fmla="*/ 376747 h 3677088"/>
                <a:gd name="connsiteX7" fmla="*/ 4458155 w 4458395"/>
                <a:gd name="connsiteY7" fmla="*/ 1527014 h 3677088"/>
                <a:gd name="connsiteX8" fmla="*/ 4134305 w 4458395"/>
                <a:gd name="connsiteY8" fmla="*/ 1818832 h 3677088"/>
                <a:gd name="connsiteX9" fmla="*/ 4362905 w 4458395"/>
                <a:gd name="connsiteY9" fmla="*/ 1828357 h 3677088"/>
                <a:gd name="connsiteX10" fmla="*/ 4077155 w 4458395"/>
                <a:gd name="connsiteY10" fmla="*/ 2428432 h 3677088"/>
                <a:gd name="connsiteX11" fmla="*/ 4448630 w 4458395"/>
                <a:gd name="connsiteY11" fmla="*/ 2647506 h 3677088"/>
                <a:gd name="connsiteX12" fmla="*/ 4296230 w 4458395"/>
                <a:gd name="connsiteY12" fmla="*/ 3552381 h 3677088"/>
                <a:gd name="connsiteX13" fmla="*/ 3648530 w 4458395"/>
                <a:gd name="connsiteY13" fmla="*/ 3266631 h 3677088"/>
                <a:gd name="connsiteX14" fmla="*/ 3296105 w 4458395"/>
                <a:gd name="connsiteY14" fmla="*/ 3676206 h 3677088"/>
                <a:gd name="connsiteX15" fmla="*/ 3077030 w 4458395"/>
                <a:gd name="connsiteY15" fmla="*/ 2371281 h 3677088"/>
                <a:gd name="connsiteX16" fmla="*/ 2896055 w 4458395"/>
                <a:gd name="connsiteY16" fmla="*/ 2695803 h 3677088"/>
                <a:gd name="connsiteX17" fmla="*/ 3296105 w 4458395"/>
                <a:gd name="connsiteY17" fmla="*/ 971106 h 3677088"/>
                <a:gd name="connsiteX18" fmla="*/ 2848430 w 4458395"/>
                <a:gd name="connsiteY18" fmla="*/ 571056 h 3677088"/>
                <a:gd name="connsiteX19" fmla="*/ 2110039 w 4458395"/>
                <a:gd name="connsiteY19" fmla="*/ 1333728 h 3677088"/>
                <a:gd name="connsiteX20" fmla="*/ 2305505 w 4458395"/>
                <a:gd name="connsiteY20" fmla="*/ 923481 h 3677088"/>
                <a:gd name="connsiteX21" fmla="*/ 924380 w 4458395"/>
                <a:gd name="connsiteY21" fmla="*/ 1552131 h 3677088"/>
                <a:gd name="connsiteX22" fmla="*/ 1314905 w 4458395"/>
                <a:gd name="connsiteY22" fmla="*/ 961581 h 3677088"/>
                <a:gd name="connsiteX23" fmla="*/ 938464 w 4458395"/>
                <a:gd name="connsiteY23" fmla="*/ 1336514 h 3677088"/>
                <a:gd name="connsiteX0" fmla="*/ 938464 w 4458395"/>
                <a:gd name="connsiteY0" fmla="*/ 1336514 h 3677088"/>
                <a:gd name="connsiteX1" fmla="*/ 57605 w 4458395"/>
                <a:gd name="connsiteY1" fmla="*/ 1590231 h 3677088"/>
                <a:gd name="connsiteX2" fmla="*/ 762456 w 4458395"/>
                <a:gd name="connsiteY2" fmla="*/ 523431 h 3677088"/>
                <a:gd name="connsiteX3" fmla="*/ 19506 w 4458395"/>
                <a:gd name="connsiteY3" fmla="*/ 793941 h 3677088"/>
                <a:gd name="connsiteX4" fmla="*/ 1448256 w 4458395"/>
                <a:gd name="connsiteY4" fmla="*/ 190056 h 3677088"/>
                <a:gd name="connsiteX5" fmla="*/ 1295855 w 4458395"/>
                <a:gd name="connsiteY5" fmla="*/ 1461 h 3677088"/>
                <a:gd name="connsiteX6" fmla="*/ 2964636 w 4458395"/>
                <a:gd name="connsiteY6" fmla="*/ 376747 h 3677088"/>
                <a:gd name="connsiteX7" fmla="*/ 4458155 w 4458395"/>
                <a:gd name="connsiteY7" fmla="*/ 1527014 h 3677088"/>
                <a:gd name="connsiteX8" fmla="*/ 4134305 w 4458395"/>
                <a:gd name="connsiteY8" fmla="*/ 1818832 h 3677088"/>
                <a:gd name="connsiteX9" fmla="*/ 4362905 w 4458395"/>
                <a:gd name="connsiteY9" fmla="*/ 1828357 h 3677088"/>
                <a:gd name="connsiteX10" fmla="*/ 4077155 w 4458395"/>
                <a:gd name="connsiteY10" fmla="*/ 2428432 h 3677088"/>
                <a:gd name="connsiteX11" fmla="*/ 4448630 w 4458395"/>
                <a:gd name="connsiteY11" fmla="*/ 2647506 h 3677088"/>
                <a:gd name="connsiteX12" fmla="*/ 4296230 w 4458395"/>
                <a:gd name="connsiteY12" fmla="*/ 3552381 h 3677088"/>
                <a:gd name="connsiteX13" fmla="*/ 3648530 w 4458395"/>
                <a:gd name="connsiteY13" fmla="*/ 3266631 h 3677088"/>
                <a:gd name="connsiteX14" fmla="*/ 3296105 w 4458395"/>
                <a:gd name="connsiteY14" fmla="*/ 3676206 h 3677088"/>
                <a:gd name="connsiteX15" fmla="*/ 3077030 w 4458395"/>
                <a:gd name="connsiteY15" fmla="*/ 2371281 h 3677088"/>
                <a:gd name="connsiteX16" fmla="*/ 2896055 w 4458395"/>
                <a:gd name="connsiteY16" fmla="*/ 2695803 h 3677088"/>
                <a:gd name="connsiteX17" fmla="*/ 3296105 w 4458395"/>
                <a:gd name="connsiteY17" fmla="*/ 971106 h 3677088"/>
                <a:gd name="connsiteX18" fmla="*/ 2848430 w 4458395"/>
                <a:gd name="connsiteY18" fmla="*/ 571056 h 3677088"/>
                <a:gd name="connsiteX19" fmla="*/ 2110039 w 4458395"/>
                <a:gd name="connsiteY19" fmla="*/ 1333728 h 3677088"/>
                <a:gd name="connsiteX20" fmla="*/ 2305505 w 4458395"/>
                <a:gd name="connsiteY20" fmla="*/ 923481 h 3677088"/>
                <a:gd name="connsiteX21" fmla="*/ 924380 w 4458395"/>
                <a:gd name="connsiteY21" fmla="*/ 1552131 h 3677088"/>
                <a:gd name="connsiteX22" fmla="*/ 1314905 w 4458395"/>
                <a:gd name="connsiteY22" fmla="*/ 961581 h 3677088"/>
                <a:gd name="connsiteX23" fmla="*/ 938464 w 4458395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52736 w 4472667"/>
                <a:gd name="connsiteY0" fmla="*/ 1336514 h 3677088"/>
                <a:gd name="connsiteX1" fmla="*/ 71877 w 4472667"/>
                <a:gd name="connsiteY1" fmla="*/ 1590231 h 3677088"/>
                <a:gd name="connsiteX2" fmla="*/ 776728 w 4472667"/>
                <a:gd name="connsiteY2" fmla="*/ 523431 h 3677088"/>
                <a:gd name="connsiteX3" fmla="*/ 33778 w 4472667"/>
                <a:gd name="connsiteY3" fmla="*/ 793941 h 3677088"/>
                <a:gd name="connsiteX4" fmla="*/ 1462528 w 4472667"/>
                <a:gd name="connsiteY4" fmla="*/ 190056 h 3677088"/>
                <a:gd name="connsiteX5" fmla="*/ 1310127 w 4472667"/>
                <a:gd name="connsiteY5" fmla="*/ 1461 h 3677088"/>
                <a:gd name="connsiteX6" fmla="*/ 2978908 w 4472667"/>
                <a:gd name="connsiteY6" fmla="*/ 376747 h 3677088"/>
                <a:gd name="connsiteX7" fmla="*/ 4472427 w 4472667"/>
                <a:gd name="connsiteY7" fmla="*/ 1527014 h 3677088"/>
                <a:gd name="connsiteX8" fmla="*/ 4148577 w 4472667"/>
                <a:gd name="connsiteY8" fmla="*/ 1818832 h 3677088"/>
                <a:gd name="connsiteX9" fmla="*/ 4377177 w 4472667"/>
                <a:gd name="connsiteY9" fmla="*/ 1828357 h 3677088"/>
                <a:gd name="connsiteX10" fmla="*/ 4091427 w 4472667"/>
                <a:gd name="connsiteY10" fmla="*/ 2428432 h 3677088"/>
                <a:gd name="connsiteX11" fmla="*/ 4462902 w 4472667"/>
                <a:gd name="connsiteY11" fmla="*/ 2647506 h 3677088"/>
                <a:gd name="connsiteX12" fmla="*/ 4310502 w 4472667"/>
                <a:gd name="connsiteY12" fmla="*/ 3552381 h 3677088"/>
                <a:gd name="connsiteX13" fmla="*/ 3662802 w 4472667"/>
                <a:gd name="connsiteY13" fmla="*/ 3266631 h 3677088"/>
                <a:gd name="connsiteX14" fmla="*/ 3310377 w 4472667"/>
                <a:gd name="connsiteY14" fmla="*/ 3676206 h 3677088"/>
                <a:gd name="connsiteX15" fmla="*/ 3091302 w 4472667"/>
                <a:gd name="connsiteY15" fmla="*/ 2371281 h 3677088"/>
                <a:gd name="connsiteX16" fmla="*/ 2910327 w 4472667"/>
                <a:gd name="connsiteY16" fmla="*/ 2695803 h 3677088"/>
                <a:gd name="connsiteX17" fmla="*/ 3310377 w 4472667"/>
                <a:gd name="connsiteY17" fmla="*/ 971106 h 3677088"/>
                <a:gd name="connsiteX18" fmla="*/ 2862702 w 4472667"/>
                <a:gd name="connsiteY18" fmla="*/ 571056 h 3677088"/>
                <a:gd name="connsiteX19" fmla="*/ 2124311 w 4472667"/>
                <a:gd name="connsiteY19" fmla="*/ 1333728 h 3677088"/>
                <a:gd name="connsiteX20" fmla="*/ 2319777 w 4472667"/>
                <a:gd name="connsiteY20" fmla="*/ 923481 h 3677088"/>
                <a:gd name="connsiteX21" fmla="*/ 938652 w 4472667"/>
                <a:gd name="connsiteY21" fmla="*/ 1552131 h 3677088"/>
                <a:gd name="connsiteX22" fmla="*/ 1329177 w 4472667"/>
                <a:gd name="connsiteY22" fmla="*/ 961581 h 3677088"/>
                <a:gd name="connsiteX23" fmla="*/ 952736 w 4472667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90487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189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18958 w 4438889"/>
                <a:gd name="connsiteY23" fmla="*/ 1336514 h 3677088"/>
                <a:gd name="connsiteX0" fmla="*/ 944358 w 4438889"/>
                <a:gd name="connsiteY0" fmla="*/ 1336514 h 3677088"/>
                <a:gd name="connsiteX1" fmla="*/ 38099 w 4438889"/>
                <a:gd name="connsiteY1" fmla="*/ 1590231 h 3677088"/>
                <a:gd name="connsiteX2" fmla="*/ 742950 w 4438889"/>
                <a:gd name="connsiteY2" fmla="*/ 523431 h 3677088"/>
                <a:gd name="connsiteX3" fmla="*/ 0 w 4438889"/>
                <a:gd name="connsiteY3" fmla="*/ 793941 h 3677088"/>
                <a:gd name="connsiteX4" fmla="*/ 1428750 w 4438889"/>
                <a:gd name="connsiteY4" fmla="*/ 190056 h 3677088"/>
                <a:gd name="connsiteX5" fmla="*/ 1276349 w 4438889"/>
                <a:gd name="connsiteY5" fmla="*/ 1461 h 3677088"/>
                <a:gd name="connsiteX6" fmla="*/ 2945130 w 4438889"/>
                <a:gd name="connsiteY6" fmla="*/ 376747 h 3677088"/>
                <a:gd name="connsiteX7" fmla="*/ 4438649 w 4438889"/>
                <a:gd name="connsiteY7" fmla="*/ 1527014 h 3677088"/>
                <a:gd name="connsiteX8" fmla="*/ 4114799 w 4438889"/>
                <a:gd name="connsiteY8" fmla="*/ 1818832 h 3677088"/>
                <a:gd name="connsiteX9" fmla="*/ 4343399 w 4438889"/>
                <a:gd name="connsiteY9" fmla="*/ 1828357 h 3677088"/>
                <a:gd name="connsiteX10" fmla="*/ 4057649 w 4438889"/>
                <a:gd name="connsiteY10" fmla="*/ 2428432 h 3677088"/>
                <a:gd name="connsiteX11" fmla="*/ 4429124 w 4438889"/>
                <a:gd name="connsiteY11" fmla="*/ 2647506 h 3677088"/>
                <a:gd name="connsiteX12" fmla="*/ 4276724 w 4438889"/>
                <a:gd name="connsiteY12" fmla="*/ 3552381 h 3677088"/>
                <a:gd name="connsiteX13" fmla="*/ 3629024 w 4438889"/>
                <a:gd name="connsiteY13" fmla="*/ 3266631 h 3677088"/>
                <a:gd name="connsiteX14" fmla="*/ 3276599 w 4438889"/>
                <a:gd name="connsiteY14" fmla="*/ 3676206 h 3677088"/>
                <a:gd name="connsiteX15" fmla="*/ 3057524 w 4438889"/>
                <a:gd name="connsiteY15" fmla="*/ 2371281 h 3677088"/>
                <a:gd name="connsiteX16" fmla="*/ 2876549 w 4438889"/>
                <a:gd name="connsiteY16" fmla="*/ 2695803 h 3677088"/>
                <a:gd name="connsiteX17" fmla="*/ 3276599 w 4438889"/>
                <a:gd name="connsiteY17" fmla="*/ 971106 h 3677088"/>
                <a:gd name="connsiteX18" fmla="*/ 2828924 w 4438889"/>
                <a:gd name="connsiteY18" fmla="*/ 571056 h 3677088"/>
                <a:gd name="connsiteX19" fmla="*/ 2090533 w 4438889"/>
                <a:gd name="connsiteY19" fmla="*/ 1333728 h 3677088"/>
                <a:gd name="connsiteX20" fmla="*/ 2285999 w 4438889"/>
                <a:gd name="connsiteY20" fmla="*/ 923481 h 3677088"/>
                <a:gd name="connsiteX21" fmla="*/ 874394 w 4438889"/>
                <a:gd name="connsiteY21" fmla="*/ 1552131 h 3677088"/>
                <a:gd name="connsiteX22" fmla="*/ 1295399 w 4438889"/>
                <a:gd name="connsiteY22" fmla="*/ 961581 h 3677088"/>
                <a:gd name="connsiteX23" fmla="*/ 944358 w 4438889"/>
                <a:gd name="connsiteY23" fmla="*/ 1336514 h 367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438889" h="3677088">
                  <a:moveTo>
                    <a:pt x="944358" y="1336514"/>
                  </a:moveTo>
                  <a:cubicBezTo>
                    <a:pt x="330698" y="1337266"/>
                    <a:pt x="331719" y="1505659"/>
                    <a:pt x="38099" y="1590231"/>
                  </a:cubicBezTo>
                  <a:cubicBezTo>
                    <a:pt x="27304" y="1611186"/>
                    <a:pt x="-69215" y="1051116"/>
                    <a:pt x="742950" y="523431"/>
                  </a:cubicBezTo>
                  <a:cubicBezTo>
                    <a:pt x="434975" y="659321"/>
                    <a:pt x="147955" y="947611"/>
                    <a:pt x="0" y="793941"/>
                  </a:cubicBezTo>
                  <a:cubicBezTo>
                    <a:pt x="158750" y="694246"/>
                    <a:pt x="797560" y="7811"/>
                    <a:pt x="1428750" y="190056"/>
                  </a:cubicBezTo>
                  <a:cubicBezTo>
                    <a:pt x="1285875" y="167196"/>
                    <a:pt x="1162049" y="-18224"/>
                    <a:pt x="1276349" y="1461"/>
                  </a:cubicBezTo>
                  <a:cubicBezTo>
                    <a:pt x="2609849" y="-16954"/>
                    <a:pt x="2471420" y="203768"/>
                    <a:pt x="2945130" y="376747"/>
                  </a:cubicBezTo>
                  <a:cubicBezTo>
                    <a:pt x="4265930" y="402029"/>
                    <a:pt x="3917949" y="1730332"/>
                    <a:pt x="4438649" y="1527014"/>
                  </a:cubicBezTo>
                  <a:cubicBezTo>
                    <a:pt x="4423409" y="1633177"/>
                    <a:pt x="4267199" y="1766009"/>
                    <a:pt x="4114799" y="1818832"/>
                  </a:cubicBezTo>
                  <a:cubicBezTo>
                    <a:pt x="4010024" y="1828357"/>
                    <a:pt x="4448174" y="1818832"/>
                    <a:pt x="4343399" y="1828357"/>
                  </a:cubicBezTo>
                  <a:cubicBezTo>
                    <a:pt x="4418964" y="1952182"/>
                    <a:pt x="4225924" y="2418907"/>
                    <a:pt x="4057649" y="2428432"/>
                  </a:cubicBezTo>
                  <a:cubicBezTo>
                    <a:pt x="3959224" y="2320482"/>
                    <a:pt x="4117974" y="2784031"/>
                    <a:pt x="4429124" y="2647506"/>
                  </a:cubicBezTo>
                  <a:cubicBezTo>
                    <a:pt x="4537074" y="2876106"/>
                    <a:pt x="3702049" y="3085656"/>
                    <a:pt x="4276724" y="3552381"/>
                  </a:cubicBezTo>
                  <a:cubicBezTo>
                    <a:pt x="3838574" y="3742881"/>
                    <a:pt x="3743324" y="3504756"/>
                    <a:pt x="3629024" y="3266631"/>
                  </a:cubicBezTo>
                  <a:cubicBezTo>
                    <a:pt x="3603624" y="3028506"/>
                    <a:pt x="3682999" y="3704781"/>
                    <a:pt x="3276599" y="3676206"/>
                  </a:cubicBezTo>
                  <a:cubicBezTo>
                    <a:pt x="3536949" y="3244406"/>
                    <a:pt x="2854324" y="2917381"/>
                    <a:pt x="3057524" y="2371281"/>
                  </a:cubicBezTo>
                  <a:cubicBezTo>
                    <a:pt x="2901949" y="2393730"/>
                    <a:pt x="2936874" y="2587629"/>
                    <a:pt x="2876549" y="2695803"/>
                  </a:cubicBezTo>
                  <a:cubicBezTo>
                    <a:pt x="2736849" y="2457454"/>
                    <a:pt x="2511424" y="1628555"/>
                    <a:pt x="3276599" y="971106"/>
                  </a:cubicBezTo>
                  <a:cubicBezTo>
                    <a:pt x="3098799" y="1028256"/>
                    <a:pt x="3006724" y="513906"/>
                    <a:pt x="2828924" y="571056"/>
                  </a:cubicBezTo>
                  <a:cubicBezTo>
                    <a:pt x="2582794" y="825280"/>
                    <a:pt x="2557643" y="1193804"/>
                    <a:pt x="2090533" y="1333728"/>
                  </a:cubicBezTo>
                  <a:cubicBezTo>
                    <a:pt x="2135368" y="1281434"/>
                    <a:pt x="2309744" y="968155"/>
                    <a:pt x="2285999" y="923481"/>
                  </a:cubicBezTo>
                  <a:cubicBezTo>
                    <a:pt x="2201419" y="1434227"/>
                    <a:pt x="1073977" y="1304857"/>
                    <a:pt x="874394" y="1552131"/>
                  </a:cubicBezTo>
                  <a:cubicBezTo>
                    <a:pt x="737869" y="1539431"/>
                    <a:pt x="1158114" y="1108642"/>
                    <a:pt x="1295399" y="961581"/>
                  </a:cubicBezTo>
                  <a:cubicBezTo>
                    <a:pt x="1432684" y="814520"/>
                    <a:pt x="1010716" y="1239735"/>
                    <a:pt x="944358" y="1336514"/>
                  </a:cubicBezTo>
                  <a:close/>
                </a:path>
              </a:pathLst>
            </a:custGeom>
            <a:solidFill>
              <a:srgbClr val="552F22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244EF51-16E9-49C1-B77F-FC41D5539A97}"/>
                </a:ext>
              </a:extLst>
            </p:cNvPr>
            <p:cNvSpPr/>
            <p:nvPr/>
          </p:nvSpPr>
          <p:spPr>
            <a:xfrm>
              <a:off x="5600700" y="622843"/>
              <a:ext cx="744582" cy="774158"/>
            </a:xfrm>
            <a:custGeom>
              <a:avLst/>
              <a:gdLst>
                <a:gd name="connsiteX0" fmla="*/ 70596 w 903559"/>
                <a:gd name="connsiteY0" fmla="*/ 437101 h 642841"/>
                <a:gd name="connsiteX1" fmla="*/ 55356 w 903559"/>
                <a:gd name="connsiteY1" fmla="*/ 109441 h 642841"/>
                <a:gd name="connsiteX2" fmla="*/ 680196 w 903559"/>
                <a:gd name="connsiteY2" fmla="*/ 2761 h 642841"/>
                <a:gd name="connsiteX3" fmla="*/ 878316 w 903559"/>
                <a:gd name="connsiteY3" fmla="*/ 200881 h 642841"/>
                <a:gd name="connsiteX4" fmla="*/ 878316 w 903559"/>
                <a:gd name="connsiteY4" fmla="*/ 498061 h 642841"/>
                <a:gd name="connsiteX5" fmla="*/ 672576 w 903559"/>
                <a:gd name="connsiteY5" fmla="*/ 642841 h 642841"/>
                <a:gd name="connsiteX6" fmla="*/ 672576 w 903559"/>
                <a:gd name="connsiteY6" fmla="*/ 642841 h 64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3559" h="642841">
                  <a:moveTo>
                    <a:pt x="70596" y="437101"/>
                  </a:moveTo>
                  <a:cubicBezTo>
                    <a:pt x="12176" y="309466"/>
                    <a:pt x="-46244" y="181831"/>
                    <a:pt x="55356" y="109441"/>
                  </a:cubicBezTo>
                  <a:cubicBezTo>
                    <a:pt x="156956" y="37051"/>
                    <a:pt x="543036" y="-12479"/>
                    <a:pt x="680196" y="2761"/>
                  </a:cubicBezTo>
                  <a:cubicBezTo>
                    <a:pt x="817356" y="18001"/>
                    <a:pt x="845296" y="118331"/>
                    <a:pt x="878316" y="200881"/>
                  </a:cubicBezTo>
                  <a:cubicBezTo>
                    <a:pt x="911336" y="283431"/>
                    <a:pt x="912606" y="424401"/>
                    <a:pt x="878316" y="498061"/>
                  </a:cubicBezTo>
                  <a:cubicBezTo>
                    <a:pt x="844026" y="571721"/>
                    <a:pt x="672576" y="642841"/>
                    <a:pt x="672576" y="642841"/>
                  </a:cubicBezTo>
                  <a:lnTo>
                    <a:pt x="672576" y="642841"/>
                  </a:lnTo>
                </a:path>
              </a:pathLst>
            </a:custGeom>
            <a:solidFill>
              <a:srgbClr val="B1734A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79160FD-6D80-4815-B7B3-901143EE7961}"/>
                </a:ext>
              </a:extLst>
            </p:cNvPr>
            <p:cNvSpPr/>
            <p:nvPr/>
          </p:nvSpPr>
          <p:spPr>
            <a:xfrm>
              <a:off x="5768558" y="739828"/>
              <a:ext cx="495300" cy="514974"/>
            </a:xfrm>
            <a:custGeom>
              <a:avLst/>
              <a:gdLst>
                <a:gd name="connsiteX0" fmla="*/ 70596 w 903559"/>
                <a:gd name="connsiteY0" fmla="*/ 437101 h 642841"/>
                <a:gd name="connsiteX1" fmla="*/ 55356 w 903559"/>
                <a:gd name="connsiteY1" fmla="*/ 109441 h 642841"/>
                <a:gd name="connsiteX2" fmla="*/ 680196 w 903559"/>
                <a:gd name="connsiteY2" fmla="*/ 2761 h 642841"/>
                <a:gd name="connsiteX3" fmla="*/ 878316 w 903559"/>
                <a:gd name="connsiteY3" fmla="*/ 200881 h 642841"/>
                <a:gd name="connsiteX4" fmla="*/ 878316 w 903559"/>
                <a:gd name="connsiteY4" fmla="*/ 498061 h 642841"/>
                <a:gd name="connsiteX5" fmla="*/ 672576 w 903559"/>
                <a:gd name="connsiteY5" fmla="*/ 642841 h 642841"/>
                <a:gd name="connsiteX6" fmla="*/ 672576 w 903559"/>
                <a:gd name="connsiteY6" fmla="*/ 642841 h 64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3559" h="642841">
                  <a:moveTo>
                    <a:pt x="70596" y="437101"/>
                  </a:moveTo>
                  <a:cubicBezTo>
                    <a:pt x="12176" y="309466"/>
                    <a:pt x="-46244" y="181831"/>
                    <a:pt x="55356" y="109441"/>
                  </a:cubicBezTo>
                  <a:cubicBezTo>
                    <a:pt x="156956" y="37051"/>
                    <a:pt x="543036" y="-12479"/>
                    <a:pt x="680196" y="2761"/>
                  </a:cubicBezTo>
                  <a:cubicBezTo>
                    <a:pt x="817356" y="18001"/>
                    <a:pt x="845296" y="118331"/>
                    <a:pt x="878316" y="200881"/>
                  </a:cubicBezTo>
                  <a:cubicBezTo>
                    <a:pt x="911336" y="283431"/>
                    <a:pt x="912606" y="424401"/>
                    <a:pt x="878316" y="498061"/>
                  </a:cubicBezTo>
                  <a:cubicBezTo>
                    <a:pt x="844026" y="571721"/>
                    <a:pt x="672576" y="642841"/>
                    <a:pt x="672576" y="642841"/>
                  </a:cubicBezTo>
                  <a:lnTo>
                    <a:pt x="672576" y="642841"/>
                  </a:lnTo>
                </a:path>
              </a:pathLst>
            </a:custGeom>
            <a:solidFill>
              <a:srgbClr val="F0D7A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2E2D764-8FF8-4643-9483-D7735E49F792}"/>
                </a:ext>
              </a:extLst>
            </p:cNvPr>
            <p:cNvSpPr/>
            <p:nvPr/>
          </p:nvSpPr>
          <p:spPr>
            <a:xfrm>
              <a:off x="3495997" y="3135787"/>
              <a:ext cx="233566" cy="21955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474AC29-6787-4373-B6B6-40EF794FAF19}"/>
                </a:ext>
              </a:extLst>
            </p:cNvPr>
            <p:cNvSpPr/>
            <p:nvPr/>
          </p:nvSpPr>
          <p:spPr>
            <a:xfrm>
              <a:off x="4803276" y="2288788"/>
              <a:ext cx="445118" cy="429304"/>
            </a:xfrm>
            <a:custGeom>
              <a:avLst/>
              <a:gdLst>
                <a:gd name="connsiteX0" fmla="*/ 70596 w 903559"/>
                <a:gd name="connsiteY0" fmla="*/ 437101 h 642841"/>
                <a:gd name="connsiteX1" fmla="*/ 55356 w 903559"/>
                <a:gd name="connsiteY1" fmla="*/ 109441 h 642841"/>
                <a:gd name="connsiteX2" fmla="*/ 680196 w 903559"/>
                <a:gd name="connsiteY2" fmla="*/ 2761 h 642841"/>
                <a:gd name="connsiteX3" fmla="*/ 878316 w 903559"/>
                <a:gd name="connsiteY3" fmla="*/ 200881 h 642841"/>
                <a:gd name="connsiteX4" fmla="*/ 878316 w 903559"/>
                <a:gd name="connsiteY4" fmla="*/ 498061 h 642841"/>
                <a:gd name="connsiteX5" fmla="*/ 672576 w 903559"/>
                <a:gd name="connsiteY5" fmla="*/ 642841 h 642841"/>
                <a:gd name="connsiteX6" fmla="*/ 672576 w 903559"/>
                <a:gd name="connsiteY6" fmla="*/ 642841 h 642841"/>
                <a:gd name="connsiteX0" fmla="*/ 163992 w 869955"/>
                <a:gd name="connsiteY0" fmla="*/ 565226 h 643966"/>
                <a:gd name="connsiteX1" fmla="*/ 21752 w 869955"/>
                <a:gd name="connsiteY1" fmla="*/ 110566 h 643966"/>
                <a:gd name="connsiteX2" fmla="*/ 646592 w 869955"/>
                <a:gd name="connsiteY2" fmla="*/ 3886 h 643966"/>
                <a:gd name="connsiteX3" fmla="*/ 844712 w 869955"/>
                <a:gd name="connsiteY3" fmla="*/ 202006 h 643966"/>
                <a:gd name="connsiteX4" fmla="*/ 844712 w 869955"/>
                <a:gd name="connsiteY4" fmla="*/ 499186 h 643966"/>
                <a:gd name="connsiteX5" fmla="*/ 638972 w 869955"/>
                <a:gd name="connsiteY5" fmla="*/ 643966 h 643966"/>
                <a:gd name="connsiteX6" fmla="*/ 638972 w 869955"/>
                <a:gd name="connsiteY6" fmla="*/ 643966 h 643966"/>
                <a:gd name="connsiteX0" fmla="*/ 163992 w 869955"/>
                <a:gd name="connsiteY0" fmla="*/ 565226 h 656666"/>
                <a:gd name="connsiteX1" fmla="*/ 21752 w 869955"/>
                <a:gd name="connsiteY1" fmla="*/ 110566 h 656666"/>
                <a:gd name="connsiteX2" fmla="*/ 646592 w 869955"/>
                <a:gd name="connsiteY2" fmla="*/ 3886 h 656666"/>
                <a:gd name="connsiteX3" fmla="*/ 844712 w 869955"/>
                <a:gd name="connsiteY3" fmla="*/ 202006 h 656666"/>
                <a:gd name="connsiteX4" fmla="*/ 844712 w 869955"/>
                <a:gd name="connsiteY4" fmla="*/ 499186 h 656666"/>
                <a:gd name="connsiteX5" fmla="*/ 638972 w 869955"/>
                <a:gd name="connsiteY5" fmla="*/ 643966 h 656666"/>
                <a:gd name="connsiteX6" fmla="*/ 537372 w 869955"/>
                <a:gd name="connsiteY6" fmla="*/ 656666 h 656666"/>
                <a:gd name="connsiteX0" fmla="*/ 69851 w 775814"/>
                <a:gd name="connsiteY0" fmla="*/ 563816 h 655256"/>
                <a:gd name="connsiteX1" fmla="*/ 41911 w 775814"/>
                <a:gd name="connsiteY1" fmla="*/ 121856 h 655256"/>
                <a:gd name="connsiteX2" fmla="*/ 552451 w 775814"/>
                <a:gd name="connsiteY2" fmla="*/ 2476 h 655256"/>
                <a:gd name="connsiteX3" fmla="*/ 750571 w 775814"/>
                <a:gd name="connsiteY3" fmla="*/ 200596 h 655256"/>
                <a:gd name="connsiteX4" fmla="*/ 750571 w 775814"/>
                <a:gd name="connsiteY4" fmla="*/ 497776 h 655256"/>
                <a:gd name="connsiteX5" fmla="*/ 544831 w 775814"/>
                <a:gd name="connsiteY5" fmla="*/ 642556 h 655256"/>
                <a:gd name="connsiteX6" fmla="*/ 443231 w 775814"/>
                <a:gd name="connsiteY6" fmla="*/ 655256 h 655256"/>
                <a:gd name="connsiteX0" fmla="*/ 69851 w 775814"/>
                <a:gd name="connsiteY0" fmla="*/ 563816 h 655256"/>
                <a:gd name="connsiteX1" fmla="*/ 41911 w 775814"/>
                <a:gd name="connsiteY1" fmla="*/ 121856 h 655256"/>
                <a:gd name="connsiteX2" fmla="*/ 552451 w 775814"/>
                <a:gd name="connsiteY2" fmla="*/ 2476 h 655256"/>
                <a:gd name="connsiteX3" fmla="*/ 750571 w 775814"/>
                <a:gd name="connsiteY3" fmla="*/ 200596 h 655256"/>
                <a:gd name="connsiteX4" fmla="*/ 750571 w 775814"/>
                <a:gd name="connsiteY4" fmla="*/ 497776 h 655256"/>
                <a:gd name="connsiteX5" fmla="*/ 544831 w 775814"/>
                <a:gd name="connsiteY5" fmla="*/ 642556 h 655256"/>
                <a:gd name="connsiteX6" fmla="*/ 367031 w 775814"/>
                <a:gd name="connsiteY6" fmla="*/ 655256 h 655256"/>
                <a:gd name="connsiteX0" fmla="*/ 69851 w 775814"/>
                <a:gd name="connsiteY0" fmla="*/ 613533 h 704973"/>
                <a:gd name="connsiteX1" fmla="*/ 41911 w 775814"/>
                <a:gd name="connsiteY1" fmla="*/ 171573 h 704973"/>
                <a:gd name="connsiteX2" fmla="*/ 552451 w 775814"/>
                <a:gd name="connsiteY2" fmla="*/ 1393 h 704973"/>
                <a:gd name="connsiteX3" fmla="*/ 750571 w 775814"/>
                <a:gd name="connsiteY3" fmla="*/ 250313 h 704973"/>
                <a:gd name="connsiteX4" fmla="*/ 750571 w 775814"/>
                <a:gd name="connsiteY4" fmla="*/ 547493 h 704973"/>
                <a:gd name="connsiteX5" fmla="*/ 544831 w 775814"/>
                <a:gd name="connsiteY5" fmla="*/ 692273 h 704973"/>
                <a:gd name="connsiteX6" fmla="*/ 367031 w 775814"/>
                <a:gd name="connsiteY6" fmla="*/ 704973 h 704973"/>
                <a:gd name="connsiteX0" fmla="*/ 75442 w 776965"/>
                <a:gd name="connsiteY0" fmla="*/ 613533 h 704973"/>
                <a:gd name="connsiteX1" fmla="*/ 47502 w 776965"/>
                <a:gd name="connsiteY1" fmla="*/ 171573 h 704973"/>
                <a:gd name="connsiteX2" fmla="*/ 634242 w 776965"/>
                <a:gd name="connsiteY2" fmla="*/ 1393 h 704973"/>
                <a:gd name="connsiteX3" fmla="*/ 756162 w 776965"/>
                <a:gd name="connsiteY3" fmla="*/ 250313 h 704973"/>
                <a:gd name="connsiteX4" fmla="*/ 756162 w 776965"/>
                <a:gd name="connsiteY4" fmla="*/ 547493 h 704973"/>
                <a:gd name="connsiteX5" fmla="*/ 550422 w 776965"/>
                <a:gd name="connsiteY5" fmla="*/ 692273 h 704973"/>
                <a:gd name="connsiteX6" fmla="*/ 372622 w 776965"/>
                <a:gd name="connsiteY6" fmla="*/ 704973 h 704973"/>
                <a:gd name="connsiteX0" fmla="*/ 75442 w 789647"/>
                <a:gd name="connsiteY0" fmla="*/ 613533 h 704973"/>
                <a:gd name="connsiteX1" fmla="*/ 47502 w 789647"/>
                <a:gd name="connsiteY1" fmla="*/ 171573 h 704973"/>
                <a:gd name="connsiteX2" fmla="*/ 634242 w 789647"/>
                <a:gd name="connsiteY2" fmla="*/ 1393 h 704973"/>
                <a:gd name="connsiteX3" fmla="*/ 756162 w 789647"/>
                <a:gd name="connsiteY3" fmla="*/ 250313 h 704973"/>
                <a:gd name="connsiteX4" fmla="*/ 756162 w 789647"/>
                <a:gd name="connsiteY4" fmla="*/ 547493 h 704973"/>
                <a:gd name="connsiteX5" fmla="*/ 372622 w 789647"/>
                <a:gd name="connsiteY5" fmla="*/ 704973 h 704973"/>
                <a:gd name="connsiteX0" fmla="*/ 75442 w 772119"/>
                <a:gd name="connsiteY0" fmla="*/ 613533 h 704973"/>
                <a:gd name="connsiteX1" fmla="*/ 47502 w 772119"/>
                <a:gd name="connsiteY1" fmla="*/ 171573 h 704973"/>
                <a:gd name="connsiteX2" fmla="*/ 634242 w 772119"/>
                <a:gd name="connsiteY2" fmla="*/ 1393 h 704973"/>
                <a:gd name="connsiteX3" fmla="*/ 756162 w 772119"/>
                <a:gd name="connsiteY3" fmla="*/ 250313 h 704973"/>
                <a:gd name="connsiteX4" fmla="*/ 372622 w 772119"/>
                <a:gd name="connsiteY4" fmla="*/ 704973 h 704973"/>
                <a:gd name="connsiteX0" fmla="*/ 75442 w 757350"/>
                <a:gd name="connsiteY0" fmla="*/ 613533 h 704973"/>
                <a:gd name="connsiteX1" fmla="*/ 47502 w 757350"/>
                <a:gd name="connsiteY1" fmla="*/ 171573 h 704973"/>
                <a:gd name="connsiteX2" fmla="*/ 634242 w 757350"/>
                <a:gd name="connsiteY2" fmla="*/ 1393 h 704973"/>
                <a:gd name="connsiteX3" fmla="*/ 756162 w 757350"/>
                <a:gd name="connsiteY3" fmla="*/ 250313 h 704973"/>
                <a:gd name="connsiteX4" fmla="*/ 372622 w 757350"/>
                <a:gd name="connsiteY4" fmla="*/ 704973 h 704973"/>
                <a:gd name="connsiteX0" fmla="*/ 75442 w 757350"/>
                <a:gd name="connsiteY0" fmla="*/ 613533 h 704973"/>
                <a:gd name="connsiteX1" fmla="*/ 47502 w 757350"/>
                <a:gd name="connsiteY1" fmla="*/ 171573 h 704973"/>
                <a:gd name="connsiteX2" fmla="*/ 634242 w 757350"/>
                <a:gd name="connsiteY2" fmla="*/ 1393 h 704973"/>
                <a:gd name="connsiteX3" fmla="*/ 756162 w 757350"/>
                <a:gd name="connsiteY3" fmla="*/ 250313 h 704973"/>
                <a:gd name="connsiteX4" fmla="*/ 372622 w 757350"/>
                <a:gd name="connsiteY4" fmla="*/ 704973 h 704973"/>
                <a:gd name="connsiteX0" fmla="*/ 0 w 681908"/>
                <a:gd name="connsiteY0" fmla="*/ 612140 h 703580"/>
                <a:gd name="connsiteX1" fmla="*/ 558800 w 681908"/>
                <a:gd name="connsiteY1" fmla="*/ 0 h 703580"/>
                <a:gd name="connsiteX2" fmla="*/ 680720 w 681908"/>
                <a:gd name="connsiteY2" fmla="*/ 248920 h 703580"/>
                <a:gd name="connsiteX3" fmla="*/ 297180 w 681908"/>
                <a:gd name="connsiteY3" fmla="*/ 703580 h 703580"/>
                <a:gd name="connsiteX0" fmla="*/ 36612 w 718520"/>
                <a:gd name="connsiteY0" fmla="*/ 612140 h 703580"/>
                <a:gd name="connsiteX1" fmla="*/ 595412 w 718520"/>
                <a:gd name="connsiteY1" fmla="*/ 0 h 703580"/>
                <a:gd name="connsiteX2" fmla="*/ 717332 w 718520"/>
                <a:gd name="connsiteY2" fmla="*/ 248920 h 703580"/>
                <a:gd name="connsiteX3" fmla="*/ 333792 w 718520"/>
                <a:gd name="connsiteY3" fmla="*/ 703580 h 703580"/>
                <a:gd name="connsiteX0" fmla="*/ 41389 w 723297"/>
                <a:gd name="connsiteY0" fmla="*/ 612140 h 703580"/>
                <a:gd name="connsiteX1" fmla="*/ 600189 w 723297"/>
                <a:gd name="connsiteY1" fmla="*/ 0 h 703580"/>
                <a:gd name="connsiteX2" fmla="*/ 722109 w 723297"/>
                <a:gd name="connsiteY2" fmla="*/ 248920 h 703580"/>
                <a:gd name="connsiteX3" fmla="*/ 338569 w 723297"/>
                <a:gd name="connsiteY3" fmla="*/ 703580 h 703580"/>
                <a:gd name="connsiteX0" fmla="*/ 40194 w 721419"/>
                <a:gd name="connsiteY0" fmla="*/ 614128 h 705568"/>
                <a:gd name="connsiteX1" fmla="*/ 598994 w 721419"/>
                <a:gd name="connsiteY1" fmla="*/ 1988 h 705568"/>
                <a:gd name="connsiteX2" fmla="*/ 720914 w 721419"/>
                <a:gd name="connsiteY2" fmla="*/ 250908 h 705568"/>
                <a:gd name="connsiteX3" fmla="*/ 337374 w 721419"/>
                <a:gd name="connsiteY3" fmla="*/ 705568 h 705568"/>
                <a:gd name="connsiteX0" fmla="*/ 40194 w 737344"/>
                <a:gd name="connsiteY0" fmla="*/ 612627 h 723117"/>
                <a:gd name="connsiteX1" fmla="*/ 598994 w 737344"/>
                <a:gd name="connsiteY1" fmla="*/ 487 h 723117"/>
                <a:gd name="connsiteX2" fmla="*/ 720914 w 737344"/>
                <a:gd name="connsiteY2" fmla="*/ 249407 h 723117"/>
                <a:gd name="connsiteX3" fmla="*/ 277049 w 737344"/>
                <a:gd name="connsiteY3" fmla="*/ 723117 h 723117"/>
                <a:gd name="connsiteX0" fmla="*/ 40194 w 737344"/>
                <a:gd name="connsiteY0" fmla="*/ 612627 h 723117"/>
                <a:gd name="connsiteX1" fmla="*/ 598994 w 737344"/>
                <a:gd name="connsiteY1" fmla="*/ 487 h 723117"/>
                <a:gd name="connsiteX2" fmla="*/ 720914 w 737344"/>
                <a:gd name="connsiteY2" fmla="*/ 249407 h 723117"/>
                <a:gd name="connsiteX3" fmla="*/ 277049 w 737344"/>
                <a:gd name="connsiteY3" fmla="*/ 723117 h 723117"/>
                <a:gd name="connsiteX0" fmla="*/ 40194 w 722135"/>
                <a:gd name="connsiteY0" fmla="*/ 612589 h 723079"/>
                <a:gd name="connsiteX1" fmla="*/ 598994 w 722135"/>
                <a:gd name="connsiteY1" fmla="*/ 449 h 723079"/>
                <a:gd name="connsiteX2" fmla="*/ 720914 w 722135"/>
                <a:gd name="connsiteY2" fmla="*/ 249369 h 723079"/>
                <a:gd name="connsiteX3" fmla="*/ 277049 w 722135"/>
                <a:gd name="connsiteY3" fmla="*/ 723079 h 7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135" h="723079">
                  <a:moveTo>
                    <a:pt x="40194" y="612589"/>
                  </a:moveTo>
                  <a:cubicBezTo>
                    <a:pt x="-170414" y="-70565"/>
                    <a:pt x="510941" y="10186"/>
                    <a:pt x="598994" y="449"/>
                  </a:cubicBezTo>
                  <a:cubicBezTo>
                    <a:pt x="687047" y="-9288"/>
                    <a:pt x="730121" y="141631"/>
                    <a:pt x="720914" y="249369"/>
                  </a:cubicBezTo>
                  <a:cubicBezTo>
                    <a:pt x="711707" y="357107"/>
                    <a:pt x="645878" y="650583"/>
                    <a:pt x="277049" y="723079"/>
                  </a:cubicBezTo>
                </a:path>
              </a:pathLst>
            </a:cu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40F8B24-BFA0-4251-95B8-D8F2140074FD}"/>
                </a:ext>
              </a:extLst>
            </p:cNvPr>
            <p:cNvSpPr/>
            <p:nvPr/>
          </p:nvSpPr>
          <p:spPr>
            <a:xfrm>
              <a:off x="4710596" y="2292323"/>
              <a:ext cx="554172" cy="520917"/>
            </a:xfrm>
            <a:prstGeom prst="ellipse">
              <a:avLst/>
            </a:prstGeom>
            <a:solidFill>
              <a:srgbClr val="B1734A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59DD42B-F60D-4065-A788-F5F7BFF40E72}"/>
                </a:ext>
              </a:extLst>
            </p:cNvPr>
            <p:cNvSpPr/>
            <p:nvPr/>
          </p:nvSpPr>
          <p:spPr>
            <a:xfrm>
              <a:off x="4864606" y="2437103"/>
              <a:ext cx="233566" cy="219550"/>
            </a:xfrm>
            <a:prstGeom prst="ellipse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F60E9D9-8ADD-4798-9DB8-3A19145E52C3}"/>
                </a:ext>
              </a:extLst>
            </p:cNvPr>
            <p:cNvSpPr/>
            <p:nvPr/>
          </p:nvSpPr>
          <p:spPr>
            <a:xfrm>
              <a:off x="5044831" y="2376140"/>
              <a:ext cx="151073" cy="142007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E3A082F2-49A6-4FDC-8875-03508841D66F}"/>
                </a:ext>
              </a:extLst>
            </p:cNvPr>
            <p:cNvSpPr/>
            <p:nvPr/>
          </p:nvSpPr>
          <p:spPr>
            <a:xfrm rot="2554288" flipH="1">
              <a:off x="4450639" y="3009576"/>
              <a:ext cx="632460" cy="274320"/>
            </a:xfrm>
            <a:prstGeom prst="arc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36D71319-B912-479A-8DC7-46F890FCBFD0}"/>
                </a:ext>
              </a:extLst>
            </p:cNvPr>
            <p:cNvSpPr/>
            <p:nvPr/>
          </p:nvSpPr>
          <p:spPr>
            <a:xfrm rot="5097193" flipH="1">
              <a:off x="4055256" y="3662033"/>
              <a:ext cx="632460" cy="274320"/>
            </a:xfrm>
            <a:prstGeom prst="arc">
              <a:avLst>
                <a:gd name="adj1" fmla="val 20416134"/>
                <a:gd name="adj2" fmla="val 0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5465918-E19F-4640-9738-13FC1C0B6E31}"/>
                </a:ext>
              </a:extLst>
            </p:cNvPr>
            <p:cNvSpPr/>
            <p:nvPr/>
          </p:nvSpPr>
          <p:spPr>
            <a:xfrm>
              <a:off x="3166362" y="2896163"/>
              <a:ext cx="1236900" cy="952230"/>
            </a:xfrm>
            <a:custGeom>
              <a:avLst/>
              <a:gdLst>
                <a:gd name="connsiteX0" fmla="*/ 947608 w 1302351"/>
                <a:gd name="connsiteY0" fmla="*/ 65673 h 980613"/>
                <a:gd name="connsiteX1" fmla="*/ 303083 w 1302351"/>
                <a:gd name="connsiteY1" fmla="*/ 5348 h 980613"/>
                <a:gd name="connsiteX2" fmla="*/ 17333 w 1302351"/>
                <a:gd name="connsiteY2" fmla="*/ 186323 h 980613"/>
                <a:gd name="connsiteX3" fmla="*/ 87183 w 1302351"/>
                <a:gd name="connsiteY3" fmla="*/ 621298 h 980613"/>
                <a:gd name="connsiteX4" fmla="*/ 541208 w 1302351"/>
                <a:gd name="connsiteY4" fmla="*/ 967373 h 980613"/>
                <a:gd name="connsiteX5" fmla="*/ 973008 w 1302351"/>
                <a:gd name="connsiteY5" fmla="*/ 894348 h 980613"/>
                <a:gd name="connsiteX6" fmla="*/ 1163508 w 1302351"/>
                <a:gd name="connsiteY6" fmla="*/ 757823 h 980613"/>
                <a:gd name="connsiteX7" fmla="*/ 1290508 w 1302351"/>
                <a:gd name="connsiteY7" fmla="*/ 608598 h 980613"/>
                <a:gd name="connsiteX8" fmla="*/ 1296858 w 1302351"/>
                <a:gd name="connsiteY8" fmla="*/ 608598 h 980613"/>
                <a:gd name="connsiteX9" fmla="*/ 1296858 w 1302351"/>
                <a:gd name="connsiteY9" fmla="*/ 608598 h 980613"/>
                <a:gd name="connsiteX0" fmla="*/ 947608 w 1302351"/>
                <a:gd name="connsiteY0" fmla="*/ 65673 h 969427"/>
                <a:gd name="connsiteX1" fmla="*/ 303083 w 1302351"/>
                <a:gd name="connsiteY1" fmla="*/ 5348 h 969427"/>
                <a:gd name="connsiteX2" fmla="*/ 17333 w 1302351"/>
                <a:gd name="connsiteY2" fmla="*/ 186323 h 969427"/>
                <a:gd name="connsiteX3" fmla="*/ 87183 w 1302351"/>
                <a:gd name="connsiteY3" fmla="*/ 621298 h 969427"/>
                <a:gd name="connsiteX4" fmla="*/ 541208 w 1302351"/>
                <a:gd name="connsiteY4" fmla="*/ 967373 h 969427"/>
                <a:gd name="connsiteX5" fmla="*/ 1163508 w 1302351"/>
                <a:gd name="connsiteY5" fmla="*/ 757823 h 969427"/>
                <a:gd name="connsiteX6" fmla="*/ 1290508 w 1302351"/>
                <a:gd name="connsiteY6" fmla="*/ 608598 h 969427"/>
                <a:gd name="connsiteX7" fmla="*/ 1296858 w 1302351"/>
                <a:gd name="connsiteY7" fmla="*/ 608598 h 969427"/>
                <a:gd name="connsiteX8" fmla="*/ 1296858 w 1302351"/>
                <a:gd name="connsiteY8" fmla="*/ 608598 h 969427"/>
                <a:gd name="connsiteX0" fmla="*/ 947608 w 1348177"/>
                <a:gd name="connsiteY0" fmla="*/ 65673 h 967388"/>
                <a:gd name="connsiteX1" fmla="*/ 303083 w 1348177"/>
                <a:gd name="connsiteY1" fmla="*/ 5348 h 967388"/>
                <a:gd name="connsiteX2" fmla="*/ 17333 w 1348177"/>
                <a:gd name="connsiteY2" fmla="*/ 186323 h 967388"/>
                <a:gd name="connsiteX3" fmla="*/ 87183 w 1348177"/>
                <a:gd name="connsiteY3" fmla="*/ 621298 h 967388"/>
                <a:gd name="connsiteX4" fmla="*/ 541208 w 1348177"/>
                <a:gd name="connsiteY4" fmla="*/ 967373 h 967388"/>
                <a:gd name="connsiteX5" fmla="*/ 1290508 w 1348177"/>
                <a:gd name="connsiteY5" fmla="*/ 608598 h 967388"/>
                <a:gd name="connsiteX6" fmla="*/ 1296858 w 1348177"/>
                <a:gd name="connsiteY6" fmla="*/ 608598 h 967388"/>
                <a:gd name="connsiteX7" fmla="*/ 1296858 w 1348177"/>
                <a:gd name="connsiteY7" fmla="*/ 608598 h 967388"/>
                <a:gd name="connsiteX0" fmla="*/ 988902 w 1423083"/>
                <a:gd name="connsiteY0" fmla="*/ 65673 h 649992"/>
                <a:gd name="connsiteX1" fmla="*/ 344377 w 1423083"/>
                <a:gd name="connsiteY1" fmla="*/ 5348 h 649992"/>
                <a:gd name="connsiteX2" fmla="*/ 58627 w 1423083"/>
                <a:gd name="connsiteY2" fmla="*/ 186323 h 649992"/>
                <a:gd name="connsiteX3" fmla="*/ 128477 w 1423083"/>
                <a:gd name="connsiteY3" fmla="*/ 621298 h 649992"/>
                <a:gd name="connsiteX4" fmla="*/ 1331802 w 1423083"/>
                <a:gd name="connsiteY4" fmla="*/ 608598 h 649992"/>
                <a:gd name="connsiteX5" fmla="*/ 1338152 w 1423083"/>
                <a:gd name="connsiteY5" fmla="*/ 608598 h 649992"/>
                <a:gd name="connsiteX6" fmla="*/ 1338152 w 1423083"/>
                <a:gd name="connsiteY6" fmla="*/ 608598 h 649992"/>
                <a:gd name="connsiteX0" fmla="*/ 978685 w 1418039"/>
                <a:gd name="connsiteY0" fmla="*/ 65673 h 639877"/>
                <a:gd name="connsiteX1" fmla="*/ 334160 w 1418039"/>
                <a:gd name="connsiteY1" fmla="*/ 5348 h 639877"/>
                <a:gd name="connsiteX2" fmla="*/ 48410 w 1418039"/>
                <a:gd name="connsiteY2" fmla="*/ 186323 h 639877"/>
                <a:gd name="connsiteX3" fmla="*/ 1321585 w 1418039"/>
                <a:gd name="connsiteY3" fmla="*/ 608598 h 639877"/>
                <a:gd name="connsiteX4" fmla="*/ 1327935 w 1418039"/>
                <a:gd name="connsiteY4" fmla="*/ 608598 h 639877"/>
                <a:gd name="connsiteX5" fmla="*/ 1327935 w 1418039"/>
                <a:gd name="connsiteY5" fmla="*/ 608598 h 639877"/>
                <a:gd name="connsiteX0" fmla="*/ 649423 w 1067619"/>
                <a:gd name="connsiteY0" fmla="*/ 95002 h 682612"/>
                <a:gd name="connsiteX1" fmla="*/ 4898 w 1067619"/>
                <a:gd name="connsiteY1" fmla="*/ 34677 h 682612"/>
                <a:gd name="connsiteX2" fmla="*/ 992323 w 1067619"/>
                <a:gd name="connsiteY2" fmla="*/ 637927 h 682612"/>
                <a:gd name="connsiteX3" fmla="*/ 998673 w 1067619"/>
                <a:gd name="connsiteY3" fmla="*/ 637927 h 682612"/>
                <a:gd name="connsiteX4" fmla="*/ 998673 w 1067619"/>
                <a:gd name="connsiteY4" fmla="*/ 637927 h 682612"/>
                <a:gd name="connsiteX0" fmla="*/ 0 w 370525"/>
                <a:gd name="connsiteY0" fmla="*/ 0 h 583141"/>
                <a:gd name="connsiteX1" fmla="*/ 342900 w 370525"/>
                <a:gd name="connsiteY1" fmla="*/ 542925 h 583141"/>
                <a:gd name="connsiteX2" fmla="*/ 349250 w 370525"/>
                <a:gd name="connsiteY2" fmla="*/ 542925 h 583141"/>
                <a:gd name="connsiteX3" fmla="*/ 349250 w 370525"/>
                <a:gd name="connsiteY3" fmla="*/ 542925 h 583141"/>
                <a:gd name="connsiteX0" fmla="*/ 775255 w 1145780"/>
                <a:gd name="connsiteY0" fmla="*/ 54001 h 637142"/>
                <a:gd name="connsiteX1" fmla="*/ 1118155 w 1145780"/>
                <a:gd name="connsiteY1" fmla="*/ 596926 h 637142"/>
                <a:gd name="connsiteX2" fmla="*/ 1124505 w 1145780"/>
                <a:gd name="connsiteY2" fmla="*/ 596926 h 637142"/>
                <a:gd name="connsiteX3" fmla="*/ 1124505 w 1145780"/>
                <a:gd name="connsiteY3" fmla="*/ 596926 h 637142"/>
                <a:gd name="connsiteX0" fmla="*/ 775255 w 1145780"/>
                <a:gd name="connsiteY0" fmla="*/ 54001 h 704876"/>
                <a:gd name="connsiteX1" fmla="*/ 1118155 w 1145780"/>
                <a:gd name="connsiteY1" fmla="*/ 596926 h 704876"/>
                <a:gd name="connsiteX2" fmla="*/ 1124505 w 1145780"/>
                <a:gd name="connsiteY2" fmla="*/ 596926 h 704876"/>
                <a:gd name="connsiteX3" fmla="*/ 1080055 w 1145780"/>
                <a:gd name="connsiteY3" fmla="*/ 704876 h 704876"/>
                <a:gd name="connsiteX0" fmla="*/ 775255 w 1145780"/>
                <a:gd name="connsiteY0" fmla="*/ 54001 h 637142"/>
                <a:gd name="connsiteX1" fmla="*/ 1118155 w 1145780"/>
                <a:gd name="connsiteY1" fmla="*/ 596926 h 637142"/>
                <a:gd name="connsiteX2" fmla="*/ 1124505 w 1145780"/>
                <a:gd name="connsiteY2" fmla="*/ 596926 h 637142"/>
                <a:gd name="connsiteX0" fmla="*/ 764756 w 1139079"/>
                <a:gd name="connsiteY0" fmla="*/ 48237 h 618579"/>
                <a:gd name="connsiteX1" fmla="*/ 1107656 w 1139079"/>
                <a:gd name="connsiteY1" fmla="*/ 591162 h 618579"/>
                <a:gd name="connsiteX2" fmla="*/ 1123531 w 1139079"/>
                <a:gd name="connsiteY2" fmla="*/ 543537 h 618579"/>
                <a:gd name="connsiteX0" fmla="*/ 764756 w 1107656"/>
                <a:gd name="connsiteY0" fmla="*/ 48237 h 591162"/>
                <a:gd name="connsiteX1" fmla="*/ 1107656 w 1107656"/>
                <a:gd name="connsiteY1" fmla="*/ 591162 h 591162"/>
                <a:gd name="connsiteX0" fmla="*/ 996240 w 1339140"/>
                <a:gd name="connsiteY0" fmla="*/ 22034 h 858649"/>
                <a:gd name="connsiteX1" fmla="*/ 1339140 w 1339140"/>
                <a:gd name="connsiteY1" fmla="*/ 564959 h 858649"/>
                <a:gd name="connsiteX0" fmla="*/ 945545 w 1288445"/>
                <a:gd name="connsiteY0" fmla="*/ 20396 h 918876"/>
                <a:gd name="connsiteX1" fmla="*/ 1288445 w 1288445"/>
                <a:gd name="connsiteY1" fmla="*/ 563321 h 918876"/>
                <a:gd name="connsiteX0" fmla="*/ 956741 w 1299641"/>
                <a:gd name="connsiteY0" fmla="*/ 59644 h 935273"/>
                <a:gd name="connsiteX1" fmla="*/ 1299641 w 1299641"/>
                <a:gd name="connsiteY1" fmla="*/ 602569 h 935273"/>
                <a:gd name="connsiteX0" fmla="*/ 958377 w 1301277"/>
                <a:gd name="connsiteY0" fmla="*/ 57501 h 968728"/>
                <a:gd name="connsiteX1" fmla="*/ 1301277 w 1301277"/>
                <a:gd name="connsiteY1" fmla="*/ 600426 h 968728"/>
                <a:gd name="connsiteX0" fmla="*/ 952780 w 1295680"/>
                <a:gd name="connsiteY0" fmla="*/ 72610 h 976686"/>
                <a:gd name="connsiteX1" fmla="*/ 1295680 w 1295680"/>
                <a:gd name="connsiteY1" fmla="*/ 615535 h 976686"/>
                <a:gd name="connsiteX0" fmla="*/ 986095 w 1328995"/>
                <a:gd name="connsiteY0" fmla="*/ 78571 h 980029"/>
                <a:gd name="connsiteX1" fmla="*/ 1328995 w 1328995"/>
                <a:gd name="connsiteY1" fmla="*/ 621496 h 980029"/>
                <a:gd name="connsiteX0" fmla="*/ 965667 w 1308567"/>
                <a:gd name="connsiteY0" fmla="*/ 80919 h 952230"/>
                <a:gd name="connsiteX1" fmla="*/ 1308567 w 1308567"/>
                <a:gd name="connsiteY1" fmla="*/ 623844 h 9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8567" h="952230">
                  <a:moveTo>
                    <a:pt x="965667" y="80919"/>
                  </a:moveTo>
                  <a:cubicBezTo>
                    <a:pt x="-999034" y="-438193"/>
                    <a:pt x="513411" y="1754144"/>
                    <a:pt x="1308567" y="623844"/>
                  </a:cubicBezTo>
                </a:path>
              </a:pathLst>
            </a:cu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" name="Rectangle 11">
              <a:extLst>
                <a:ext uri="{FF2B5EF4-FFF2-40B4-BE49-F238E27FC236}">
                  <a16:creationId xmlns:a16="http://schemas.microsoft.com/office/drawing/2014/main" id="{8AD010F6-6535-4522-AEA9-CABA3E0289D3}"/>
                </a:ext>
              </a:extLst>
            </p:cNvPr>
            <p:cNvSpPr/>
            <p:nvPr/>
          </p:nvSpPr>
          <p:spPr>
            <a:xfrm>
              <a:off x="7087585" y="4559720"/>
              <a:ext cx="1604021" cy="2176832"/>
            </a:xfrm>
            <a:custGeom>
              <a:avLst/>
              <a:gdLst>
                <a:gd name="connsiteX0" fmla="*/ 0 w 1526542"/>
                <a:gd name="connsiteY0" fmla="*/ 0 h 595820"/>
                <a:gd name="connsiteX1" fmla="*/ 1526542 w 1526542"/>
                <a:gd name="connsiteY1" fmla="*/ 0 h 595820"/>
                <a:gd name="connsiteX2" fmla="*/ 1526542 w 1526542"/>
                <a:gd name="connsiteY2" fmla="*/ 595820 h 595820"/>
                <a:gd name="connsiteX3" fmla="*/ 0 w 1526542"/>
                <a:gd name="connsiteY3" fmla="*/ 595820 h 595820"/>
                <a:gd name="connsiteX4" fmla="*/ 0 w 1526542"/>
                <a:gd name="connsiteY4" fmla="*/ 0 h 595820"/>
                <a:gd name="connsiteX0" fmla="*/ 0 w 1996442"/>
                <a:gd name="connsiteY0" fmla="*/ 0 h 722820"/>
                <a:gd name="connsiteX1" fmla="*/ 1526542 w 1996442"/>
                <a:gd name="connsiteY1" fmla="*/ 0 h 722820"/>
                <a:gd name="connsiteX2" fmla="*/ 1996442 w 1996442"/>
                <a:gd name="connsiteY2" fmla="*/ 722820 h 722820"/>
                <a:gd name="connsiteX3" fmla="*/ 0 w 1996442"/>
                <a:gd name="connsiteY3" fmla="*/ 595820 h 722820"/>
                <a:gd name="connsiteX4" fmla="*/ 0 w 1996442"/>
                <a:gd name="connsiteY4" fmla="*/ 0 h 722820"/>
                <a:gd name="connsiteX0" fmla="*/ 0 w 1526542"/>
                <a:gd name="connsiteY0" fmla="*/ 0 h 2716720"/>
                <a:gd name="connsiteX1" fmla="*/ 1526542 w 1526542"/>
                <a:gd name="connsiteY1" fmla="*/ 0 h 2716720"/>
                <a:gd name="connsiteX2" fmla="*/ 1475742 w 1526542"/>
                <a:gd name="connsiteY2" fmla="*/ 2716720 h 2716720"/>
                <a:gd name="connsiteX3" fmla="*/ 0 w 1526542"/>
                <a:gd name="connsiteY3" fmla="*/ 595820 h 2716720"/>
                <a:gd name="connsiteX4" fmla="*/ 0 w 1526542"/>
                <a:gd name="connsiteY4" fmla="*/ 0 h 2716720"/>
                <a:gd name="connsiteX0" fmla="*/ 0 w 1996442"/>
                <a:gd name="connsiteY0" fmla="*/ 0 h 2716720"/>
                <a:gd name="connsiteX1" fmla="*/ 1996442 w 1996442"/>
                <a:gd name="connsiteY1" fmla="*/ 609600 h 2716720"/>
                <a:gd name="connsiteX2" fmla="*/ 1475742 w 1996442"/>
                <a:gd name="connsiteY2" fmla="*/ 2716720 h 2716720"/>
                <a:gd name="connsiteX3" fmla="*/ 0 w 1996442"/>
                <a:gd name="connsiteY3" fmla="*/ 595820 h 2716720"/>
                <a:gd name="connsiteX4" fmla="*/ 0 w 1996442"/>
                <a:gd name="connsiteY4" fmla="*/ 0 h 2716720"/>
                <a:gd name="connsiteX0" fmla="*/ 0 w 2030068"/>
                <a:gd name="connsiteY0" fmla="*/ 0 h 2716720"/>
                <a:gd name="connsiteX1" fmla="*/ 1996442 w 2030068"/>
                <a:gd name="connsiteY1" fmla="*/ 609600 h 2716720"/>
                <a:gd name="connsiteX2" fmla="*/ 1475742 w 2030068"/>
                <a:gd name="connsiteY2" fmla="*/ 2716720 h 2716720"/>
                <a:gd name="connsiteX3" fmla="*/ 0 w 2030068"/>
                <a:gd name="connsiteY3" fmla="*/ 595820 h 2716720"/>
                <a:gd name="connsiteX4" fmla="*/ 0 w 2030068"/>
                <a:gd name="connsiteY4" fmla="*/ 0 h 2716720"/>
                <a:gd name="connsiteX0" fmla="*/ 0 w 2035821"/>
                <a:gd name="connsiteY0" fmla="*/ 0 h 2716720"/>
                <a:gd name="connsiteX1" fmla="*/ 1996442 w 2035821"/>
                <a:gd name="connsiteY1" fmla="*/ 609600 h 2716720"/>
                <a:gd name="connsiteX2" fmla="*/ 1475742 w 2035821"/>
                <a:gd name="connsiteY2" fmla="*/ 2716720 h 2716720"/>
                <a:gd name="connsiteX3" fmla="*/ 0 w 2035821"/>
                <a:gd name="connsiteY3" fmla="*/ 595820 h 2716720"/>
                <a:gd name="connsiteX4" fmla="*/ 0 w 2035821"/>
                <a:gd name="connsiteY4" fmla="*/ 0 h 2716720"/>
                <a:gd name="connsiteX0" fmla="*/ 0 w 2035821"/>
                <a:gd name="connsiteY0" fmla="*/ 0 h 2777645"/>
                <a:gd name="connsiteX1" fmla="*/ 1996442 w 2035821"/>
                <a:gd name="connsiteY1" fmla="*/ 609600 h 2777645"/>
                <a:gd name="connsiteX2" fmla="*/ 1475742 w 2035821"/>
                <a:gd name="connsiteY2" fmla="*/ 2716720 h 2777645"/>
                <a:gd name="connsiteX3" fmla="*/ 764542 w 2035821"/>
                <a:gd name="connsiteY3" fmla="*/ 2694692 h 2777645"/>
                <a:gd name="connsiteX4" fmla="*/ 0 w 2035821"/>
                <a:gd name="connsiteY4" fmla="*/ 595820 h 2777645"/>
                <a:gd name="connsiteX5" fmla="*/ 0 w 2035821"/>
                <a:gd name="connsiteY5" fmla="*/ 0 h 2777645"/>
                <a:gd name="connsiteX0" fmla="*/ 0 w 2035821"/>
                <a:gd name="connsiteY0" fmla="*/ 0 h 2777645"/>
                <a:gd name="connsiteX1" fmla="*/ 1996442 w 2035821"/>
                <a:gd name="connsiteY1" fmla="*/ 609600 h 2777645"/>
                <a:gd name="connsiteX2" fmla="*/ 1475742 w 2035821"/>
                <a:gd name="connsiteY2" fmla="*/ 2716720 h 2777645"/>
                <a:gd name="connsiteX3" fmla="*/ 764542 w 2035821"/>
                <a:gd name="connsiteY3" fmla="*/ 2694692 h 2777645"/>
                <a:gd name="connsiteX4" fmla="*/ 482600 w 2035821"/>
                <a:gd name="connsiteY4" fmla="*/ 595820 h 2777645"/>
                <a:gd name="connsiteX5" fmla="*/ 0 w 2035821"/>
                <a:gd name="connsiteY5" fmla="*/ 0 h 2777645"/>
                <a:gd name="connsiteX0" fmla="*/ 0 w 2035821"/>
                <a:gd name="connsiteY0" fmla="*/ 0 h 2777645"/>
                <a:gd name="connsiteX1" fmla="*/ 1996442 w 2035821"/>
                <a:gd name="connsiteY1" fmla="*/ 609600 h 2777645"/>
                <a:gd name="connsiteX2" fmla="*/ 1475742 w 2035821"/>
                <a:gd name="connsiteY2" fmla="*/ 2716720 h 2777645"/>
                <a:gd name="connsiteX3" fmla="*/ 764542 w 2035821"/>
                <a:gd name="connsiteY3" fmla="*/ 2694692 h 2777645"/>
                <a:gd name="connsiteX4" fmla="*/ 482600 w 2035821"/>
                <a:gd name="connsiteY4" fmla="*/ 595820 h 2777645"/>
                <a:gd name="connsiteX5" fmla="*/ 0 w 2035821"/>
                <a:gd name="connsiteY5" fmla="*/ 0 h 2777645"/>
                <a:gd name="connsiteX0" fmla="*/ 0 w 2035821"/>
                <a:gd name="connsiteY0" fmla="*/ 0 h 2777645"/>
                <a:gd name="connsiteX1" fmla="*/ 1996442 w 2035821"/>
                <a:gd name="connsiteY1" fmla="*/ 609600 h 2777645"/>
                <a:gd name="connsiteX2" fmla="*/ 1475742 w 2035821"/>
                <a:gd name="connsiteY2" fmla="*/ 2716720 h 2777645"/>
                <a:gd name="connsiteX3" fmla="*/ 764542 w 2035821"/>
                <a:gd name="connsiteY3" fmla="*/ 2694692 h 2777645"/>
                <a:gd name="connsiteX4" fmla="*/ 482600 w 2035821"/>
                <a:gd name="connsiteY4" fmla="*/ 595820 h 2777645"/>
                <a:gd name="connsiteX5" fmla="*/ 0 w 2035821"/>
                <a:gd name="connsiteY5" fmla="*/ 0 h 2777645"/>
                <a:gd name="connsiteX0" fmla="*/ 0 w 2035821"/>
                <a:gd name="connsiteY0" fmla="*/ 0 h 2830967"/>
                <a:gd name="connsiteX1" fmla="*/ 1996442 w 2035821"/>
                <a:gd name="connsiteY1" fmla="*/ 609600 h 2830967"/>
                <a:gd name="connsiteX2" fmla="*/ 1475742 w 2035821"/>
                <a:gd name="connsiteY2" fmla="*/ 2716720 h 2830967"/>
                <a:gd name="connsiteX3" fmla="*/ 764542 w 2035821"/>
                <a:gd name="connsiteY3" fmla="*/ 2694692 h 2830967"/>
                <a:gd name="connsiteX4" fmla="*/ 482600 w 2035821"/>
                <a:gd name="connsiteY4" fmla="*/ 595820 h 2830967"/>
                <a:gd name="connsiteX5" fmla="*/ 0 w 2035821"/>
                <a:gd name="connsiteY5" fmla="*/ 0 h 2830967"/>
                <a:gd name="connsiteX0" fmla="*/ 0 w 2035821"/>
                <a:gd name="connsiteY0" fmla="*/ 0 h 2786432"/>
                <a:gd name="connsiteX1" fmla="*/ 1996442 w 2035821"/>
                <a:gd name="connsiteY1" fmla="*/ 609600 h 2786432"/>
                <a:gd name="connsiteX2" fmla="*/ 1475742 w 2035821"/>
                <a:gd name="connsiteY2" fmla="*/ 2716720 h 2786432"/>
                <a:gd name="connsiteX3" fmla="*/ 764542 w 2035821"/>
                <a:gd name="connsiteY3" fmla="*/ 2694692 h 2786432"/>
                <a:gd name="connsiteX4" fmla="*/ 482600 w 2035821"/>
                <a:gd name="connsiteY4" fmla="*/ 595820 h 2786432"/>
                <a:gd name="connsiteX5" fmla="*/ 0 w 2035821"/>
                <a:gd name="connsiteY5" fmla="*/ 0 h 2786432"/>
                <a:gd name="connsiteX0" fmla="*/ 0 w 1553221"/>
                <a:gd name="connsiteY0" fmla="*/ 0 h 2190612"/>
                <a:gd name="connsiteX1" fmla="*/ 1513842 w 1553221"/>
                <a:gd name="connsiteY1" fmla="*/ 13780 h 2190612"/>
                <a:gd name="connsiteX2" fmla="*/ 993142 w 1553221"/>
                <a:gd name="connsiteY2" fmla="*/ 2120900 h 2190612"/>
                <a:gd name="connsiteX3" fmla="*/ 281942 w 1553221"/>
                <a:gd name="connsiteY3" fmla="*/ 2098872 h 2190612"/>
                <a:gd name="connsiteX4" fmla="*/ 0 w 1553221"/>
                <a:gd name="connsiteY4" fmla="*/ 0 h 2190612"/>
                <a:gd name="connsiteX0" fmla="*/ 0 w 1604021"/>
                <a:gd name="connsiteY0" fmla="*/ 49720 h 2176832"/>
                <a:gd name="connsiteX1" fmla="*/ 1564642 w 1604021"/>
                <a:gd name="connsiteY1" fmla="*/ 0 h 2176832"/>
                <a:gd name="connsiteX2" fmla="*/ 1043942 w 1604021"/>
                <a:gd name="connsiteY2" fmla="*/ 2107120 h 2176832"/>
                <a:gd name="connsiteX3" fmla="*/ 332742 w 1604021"/>
                <a:gd name="connsiteY3" fmla="*/ 2085092 h 2176832"/>
                <a:gd name="connsiteX4" fmla="*/ 0 w 1604021"/>
                <a:gd name="connsiteY4" fmla="*/ 49720 h 2176832"/>
                <a:gd name="connsiteX0" fmla="*/ 0 w 1604021"/>
                <a:gd name="connsiteY0" fmla="*/ 49720 h 2176832"/>
                <a:gd name="connsiteX1" fmla="*/ 1564642 w 1604021"/>
                <a:gd name="connsiteY1" fmla="*/ 0 h 2176832"/>
                <a:gd name="connsiteX2" fmla="*/ 1043942 w 1604021"/>
                <a:gd name="connsiteY2" fmla="*/ 2107120 h 2176832"/>
                <a:gd name="connsiteX3" fmla="*/ 332742 w 1604021"/>
                <a:gd name="connsiteY3" fmla="*/ 2085092 h 2176832"/>
                <a:gd name="connsiteX4" fmla="*/ 0 w 1604021"/>
                <a:gd name="connsiteY4" fmla="*/ 49720 h 2176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4021" h="2176832">
                  <a:moveTo>
                    <a:pt x="0" y="49720"/>
                  </a:moveTo>
                  <a:lnTo>
                    <a:pt x="1564642" y="0"/>
                  </a:lnTo>
                  <a:cubicBezTo>
                    <a:pt x="1733975" y="346773"/>
                    <a:pt x="1319109" y="1620647"/>
                    <a:pt x="1043942" y="2107120"/>
                  </a:cubicBezTo>
                  <a:cubicBezTo>
                    <a:pt x="1056642" y="2133644"/>
                    <a:pt x="472442" y="2261768"/>
                    <a:pt x="332742" y="2085092"/>
                  </a:cubicBezTo>
                  <a:cubicBezTo>
                    <a:pt x="619761" y="1461668"/>
                    <a:pt x="525781" y="876344"/>
                    <a:pt x="0" y="49720"/>
                  </a:cubicBezTo>
                  <a:close/>
                </a:path>
              </a:pathLst>
            </a:custGeom>
            <a:solidFill>
              <a:srgbClr val="B1734A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" name="Rectangle 12">
              <a:extLst>
                <a:ext uri="{FF2B5EF4-FFF2-40B4-BE49-F238E27FC236}">
                  <a16:creationId xmlns:a16="http://schemas.microsoft.com/office/drawing/2014/main" id="{8BBB3B25-7974-41FD-8739-443C267BE65B}"/>
                </a:ext>
              </a:extLst>
            </p:cNvPr>
            <p:cNvSpPr/>
            <p:nvPr/>
          </p:nvSpPr>
          <p:spPr>
            <a:xfrm>
              <a:off x="5132297" y="4842975"/>
              <a:ext cx="1068034" cy="1960373"/>
            </a:xfrm>
            <a:custGeom>
              <a:avLst/>
              <a:gdLst>
                <a:gd name="connsiteX0" fmla="*/ 0 w 1051558"/>
                <a:gd name="connsiteY0" fmla="*/ 0 h 173947"/>
                <a:gd name="connsiteX1" fmla="*/ 1051558 w 1051558"/>
                <a:gd name="connsiteY1" fmla="*/ 0 h 173947"/>
                <a:gd name="connsiteX2" fmla="*/ 1051558 w 1051558"/>
                <a:gd name="connsiteY2" fmla="*/ 173947 h 173947"/>
                <a:gd name="connsiteX3" fmla="*/ 0 w 1051558"/>
                <a:gd name="connsiteY3" fmla="*/ 173947 h 173947"/>
                <a:gd name="connsiteX4" fmla="*/ 0 w 1051558"/>
                <a:gd name="connsiteY4" fmla="*/ 0 h 173947"/>
                <a:gd name="connsiteX0" fmla="*/ 0 w 1051558"/>
                <a:gd name="connsiteY0" fmla="*/ 0 h 1761447"/>
                <a:gd name="connsiteX1" fmla="*/ 1051558 w 1051558"/>
                <a:gd name="connsiteY1" fmla="*/ 0 h 1761447"/>
                <a:gd name="connsiteX2" fmla="*/ 1038858 w 1051558"/>
                <a:gd name="connsiteY2" fmla="*/ 1761447 h 1761447"/>
                <a:gd name="connsiteX3" fmla="*/ 0 w 1051558"/>
                <a:gd name="connsiteY3" fmla="*/ 173947 h 1761447"/>
                <a:gd name="connsiteX4" fmla="*/ 0 w 1051558"/>
                <a:gd name="connsiteY4" fmla="*/ 0 h 1761447"/>
                <a:gd name="connsiteX0" fmla="*/ 0 w 1051558"/>
                <a:gd name="connsiteY0" fmla="*/ 0 h 1812247"/>
                <a:gd name="connsiteX1" fmla="*/ 1051558 w 1051558"/>
                <a:gd name="connsiteY1" fmla="*/ 0 h 1812247"/>
                <a:gd name="connsiteX2" fmla="*/ 1038858 w 1051558"/>
                <a:gd name="connsiteY2" fmla="*/ 1761447 h 1812247"/>
                <a:gd name="connsiteX3" fmla="*/ 177800 w 1051558"/>
                <a:gd name="connsiteY3" fmla="*/ 1812247 h 1812247"/>
                <a:gd name="connsiteX4" fmla="*/ 0 w 1051558"/>
                <a:gd name="connsiteY4" fmla="*/ 0 h 1812247"/>
                <a:gd name="connsiteX0" fmla="*/ 0 w 1051558"/>
                <a:gd name="connsiteY0" fmla="*/ 0 h 1853352"/>
                <a:gd name="connsiteX1" fmla="*/ 1051558 w 1051558"/>
                <a:gd name="connsiteY1" fmla="*/ 0 h 1853352"/>
                <a:gd name="connsiteX2" fmla="*/ 1038858 w 1051558"/>
                <a:gd name="connsiteY2" fmla="*/ 1761447 h 1853352"/>
                <a:gd name="connsiteX3" fmla="*/ 177800 w 1051558"/>
                <a:gd name="connsiteY3" fmla="*/ 1812247 h 1853352"/>
                <a:gd name="connsiteX4" fmla="*/ 0 w 1051558"/>
                <a:gd name="connsiteY4" fmla="*/ 0 h 1853352"/>
                <a:gd name="connsiteX0" fmla="*/ 0 w 1051558"/>
                <a:gd name="connsiteY0" fmla="*/ 0 h 1863047"/>
                <a:gd name="connsiteX1" fmla="*/ 1051558 w 1051558"/>
                <a:gd name="connsiteY1" fmla="*/ 0 h 1863047"/>
                <a:gd name="connsiteX2" fmla="*/ 1038858 w 1051558"/>
                <a:gd name="connsiteY2" fmla="*/ 1761447 h 1863047"/>
                <a:gd name="connsiteX3" fmla="*/ 177800 w 1051558"/>
                <a:gd name="connsiteY3" fmla="*/ 1812247 h 1863047"/>
                <a:gd name="connsiteX4" fmla="*/ 0 w 1051558"/>
                <a:gd name="connsiteY4" fmla="*/ 0 h 1863047"/>
                <a:gd name="connsiteX0" fmla="*/ 0 w 1051558"/>
                <a:gd name="connsiteY0" fmla="*/ 0 h 1863047"/>
                <a:gd name="connsiteX1" fmla="*/ 1051558 w 1051558"/>
                <a:gd name="connsiteY1" fmla="*/ 0 h 1863047"/>
                <a:gd name="connsiteX2" fmla="*/ 1038858 w 1051558"/>
                <a:gd name="connsiteY2" fmla="*/ 1761447 h 1863047"/>
                <a:gd name="connsiteX3" fmla="*/ 177800 w 1051558"/>
                <a:gd name="connsiteY3" fmla="*/ 1812247 h 1863047"/>
                <a:gd name="connsiteX4" fmla="*/ 0 w 1051558"/>
                <a:gd name="connsiteY4" fmla="*/ 0 h 1863047"/>
                <a:gd name="connsiteX0" fmla="*/ 0 w 1051558"/>
                <a:gd name="connsiteY0" fmla="*/ 0 h 1863047"/>
                <a:gd name="connsiteX1" fmla="*/ 1051558 w 1051558"/>
                <a:gd name="connsiteY1" fmla="*/ 0 h 1863047"/>
                <a:gd name="connsiteX2" fmla="*/ 1038858 w 1051558"/>
                <a:gd name="connsiteY2" fmla="*/ 1761447 h 1863047"/>
                <a:gd name="connsiteX3" fmla="*/ 177800 w 1051558"/>
                <a:gd name="connsiteY3" fmla="*/ 1812247 h 1863047"/>
                <a:gd name="connsiteX4" fmla="*/ 0 w 1051558"/>
                <a:gd name="connsiteY4" fmla="*/ 0 h 1863047"/>
                <a:gd name="connsiteX0" fmla="*/ 0 w 1051558"/>
                <a:gd name="connsiteY0" fmla="*/ 0 h 1863047"/>
                <a:gd name="connsiteX1" fmla="*/ 1051558 w 1051558"/>
                <a:gd name="connsiteY1" fmla="*/ 0 h 1863047"/>
                <a:gd name="connsiteX2" fmla="*/ 1038858 w 1051558"/>
                <a:gd name="connsiteY2" fmla="*/ 1761447 h 1863047"/>
                <a:gd name="connsiteX3" fmla="*/ 177800 w 1051558"/>
                <a:gd name="connsiteY3" fmla="*/ 1812247 h 1863047"/>
                <a:gd name="connsiteX4" fmla="*/ 0 w 1051558"/>
                <a:gd name="connsiteY4" fmla="*/ 0 h 1863047"/>
                <a:gd name="connsiteX0" fmla="*/ 0 w 1038914"/>
                <a:gd name="connsiteY0" fmla="*/ 0 h 1863047"/>
                <a:gd name="connsiteX1" fmla="*/ 810258 w 1038914"/>
                <a:gd name="connsiteY1" fmla="*/ 0 h 1863047"/>
                <a:gd name="connsiteX2" fmla="*/ 1038858 w 1038914"/>
                <a:gd name="connsiteY2" fmla="*/ 1761447 h 1863047"/>
                <a:gd name="connsiteX3" fmla="*/ 177800 w 1038914"/>
                <a:gd name="connsiteY3" fmla="*/ 1812247 h 1863047"/>
                <a:gd name="connsiteX4" fmla="*/ 0 w 1038914"/>
                <a:gd name="connsiteY4" fmla="*/ 0 h 1863047"/>
                <a:gd name="connsiteX0" fmla="*/ 0 w 1039317"/>
                <a:gd name="connsiteY0" fmla="*/ 0 h 1863047"/>
                <a:gd name="connsiteX1" fmla="*/ 810258 w 1039317"/>
                <a:gd name="connsiteY1" fmla="*/ 0 h 1863047"/>
                <a:gd name="connsiteX2" fmla="*/ 1038858 w 1039317"/>
                <a:gd name="connsiteY2" fmla="*/ 1761447 h 1863047"/>
                <a:gd name="connsiteX3" fmla="*/ 177800 w 1039317"/>
                <a:gd name="connsiteY3" fmla="*/ 1812247 h 1863047"/>
                <a:gd name="connsiteX4" fmla="*/ 0 w 1039317"/>
                <a:gd name="connsiteY4" fmla="*/ 0 h 1863047"/>
                <a:gd name="connsiteX0" fmla="*/ 0 w 1042634"/>
                <a:gd name="connsiteY0" fmla="*/ 0 h 1863047"/>
                <a:gd name="connsiteX1" fmla="*/ 810258 w 1042634"/>
                <a:gd name="connsiteY1" fmla="*/ 0 h 1863047"/>
                <a:gd name="connsiteX2" fmla="*/ 1038858 w 1042634"/>
                <a:gd name="connsiteY2" fmla="*/ 1761447 h 1863047"/>
                <a:gd name="connsiteX3" fmla="*/ 177800 w 1042634"/>
                <a:gd name="connsiteY3" fmla="*/ 1812247 h 1863047"/>
                <a:gd name="connsiteX4" fmla="*/ 0 w 1042634"/>
                <a:gd name="connsiteY4" fmla="*/ 0 h 1863047"/>
                <a:gd name="connsiteX0" fmla="*/ 0 w 1106134"/>
                <a:gd name="connsiteY0" fmla="*/ 0 h 1888447"/>
                <a:gd name="connsiteX1" fmla="*/ 873758 w 1106134"/>
                <a:gd name="connsiteY1" fmla="*/ 25400 h 1888447"/>
                <a:gd name="connsiteX2" fmla="*/ 1102358 w 1106134"/>
                <a:gd name="connsiteY2" fmla="*/ 1786847 h 1888447"/>
                <a:gd name="connsiteX3" fmla="*/ 241300 w 1106134"/>
                <a:gd name="connsiteY3" fmla="*/ 1837647 h 1888447"/>
                <a:gd name="connsiteX4" fmla="*/ 0 w 1106134"/>
                <a:gd name="connsiteY4" fmla="*/ 0 h 1888447"/>
                <a:gd name="connsiteX0" fmla="*/ 0 w 1068034"/>
                <a:gd name="connsiteY0" fmla="*/ 0 h 1913847"/>
                <a:gd name="connsiteX1" fmla="*/ 835658 w 1068034"/>
                <a:gd name="connsiteY1" fmla="*/ 50800 h 1913847"/>
                <a:gd name="connsiteX2" fmla="*/ 1064258 w 1068034"/>
                <a:gd name="connsiteY2" fmla="*/ 1812247 h 1913847"/>
                <a:gd name="connsiteX3" fmla="*/ 203200 w 1068034"/>
                <a:gd name="connsiteY3" fmla="*/ 1863047 h 1913847"/>
                <a:gd name="connsiteX4" fmla="*/ 0 w 1068034"/>
                <a:gd name="connsiteY4" fmla="*/ 0 h 191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034" h="1913847">
                  <a:moveTo>
                    <a:pt x="0" y="0"/>
                  </a:moveTo>
                  <a:lnTo>
                    <a:pt x="835658" y="50800"/>
                  </a:lnTo>
                  <a:cubicBezTo>
                    <a:pt x="1047325" y="358549"/>
                    <a:pt x="1081191" y="1161598"/>
                    <a:pt x="1064258" y="1812247"/>
                  </a:cubicBezTo>
                  <a:cubicBezTo>
                    <a:pt x="853439" y="1879980"/>
                    <a:pt x="655319" y="1973114"/>
                    <a:pt x="203200" y="1863047"/>
                  </a:cubicBezTo>
                  <a:cubicBezTo>
                    <a:pt x="207433" y="1373265"/>
                    <a:pt x="579967" y="667582"/>
                    <a:pt x="0" y="0"/>
                  </a:cubicBezTo>
                  <a:close/>
                </a:path>
              </a:pathLst>
            </a:custGeom>
            <a:solidFill>
              <a:srgbClr val="B1734A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09C73F8-F158-4865-8470-2667AC68313F}"/>
                </a:ext>
              </a:extLst>
            </p:cNvPr>
            <p:cNvSpPr/>
            <p:nvPr/>
          </p:nvSpPr>
          <p:spPr>
            <a:xfrm>
              <a:off x="7419928" y="6469835"/>
              <a:ext cx="811419" cy="268698"/>
            </a:xfrm>
            <a:custGeom>
              <a:avLst/>
              <a:gdLst>
                <a:gd name="connsiteX0" fmla="*/ 70351 w 811419"/>
                <a:gd name="connsiteY0" fmla="*/ 0 h 268698"/>
                <a:gd name="connsiteX1" fmla="*/ 811419 w 811419"/>
                <a:gd name="connsiteY1" fmla="*/ 0 h 268698"/>
                <a:gd name="connsiteX2" fmla="*/ 764254 w 811419"/>
                <a:gd name="connsiteY2" fmla="*/ 98964 h 268698"/>
                <a:gd name="connsiteX3" fmla="*/ 711200 w 811419"/>
                <a:gd name="connsiteY3" fmla="*/ 198986 h 268698"/>
                <a:gd name="connsiteX4" fmla="*/ 0 w 811419"/>
                <a:gd name="connsiteY4" fmla="*/ 176958 h 268698"/>
                <a:gd name="connsiteX5" fmla="*/ 49339 w 811419"/>
                <a:gd name="connsiteY5" fmla="*/ 60444 h 268698"/>
                <a:gd name="connsiteX6" fmla="*/ 70351 w 811419"/>
                <a:gd name="connsiteY6" fmla="*/ 0 h 26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1419" h="268698">
                  <a:moveTo>
                    <a:pt x="70351" y="0"/>
                  </a:moveTo>
                  <a:lnTo>
                    <a:pt x="811419" y="0"/>
                  </a:lnTo>
                  <a:lnTo>
                    <a:pt x="764254" y="98964"/>
                  </a:lnTo>
                  <a:cubicBezTo>
                    <a:pt x="746142" y="135101"/>
                    <a:pt x="728398" y="168582"/>
                    <a:pt x="711200" y="198986"/>
                  </a:cubicBezTo>
                  <a:cubicBezTo>
                    <a:pt x="723900" y="225510"/>
                    <a:pt x="139700" y="353634"/>
                    <a:pt x="0" y="176958"/>
                  </a:cubicBezTo>
                  <a:cubicBezTo>
                    <a:pt x="17939" y="137994"/>
                    <a:pt x="34389" y="99179"/>
                    <a:pt x="49339" y="60444"/>
                  </a:cubicBezTo>
                  <a:lnTo>
                    <a:pt x="70351" y="0"/>
                  </a:lnTo>
                  <a:close/>
                </a:path>
              </a:pathLst>
            </a:custGeom>
            <a:gradFill>
              <a:gsLst>
                <a:gs pos="76000">
                  <a:srgbClr val="292929"/>
                </a:gs>
                <a:gs pos="97000">
                  <a:srgbClr val="156082">
                    <a:lumMod val="5000"/>
                    <a:lumOff val="95000"/>
                  </a:srgbClr>
                </a:gs>
              </a:gsLst>
              <a:lin ang="4800000" scaled="0"/>
            </a:gra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6D228E6-C84F-483D-B5B6-32FCF4C24AB4}"/>
                </a:ext>
              </a:extLst>
            </p:cNvPr>
            <p:cNvSpPr/>
            <p:nvPr/>
          </p:nvSpPr>
          <p:spPr>
            <a:xfrm>
              <a:off x="5336785" y="6531238"/>
              <a:ext cx="863546" cy="268698"/>
            </a:xfrm>
            <a:custGeom>
              <a:avLst/>
              <a:gdLst>
                <a:gd name="connsiteX0" fmla="*/ 20400 w 863546"/>
                <a:gd name="connsiteY0" fmla="*/ 0 h 268698"/>
                <a:gd name="connsiteX1" fmla="*/ 863546 w 863546"/>
                <a:gd name="connsiteY1" fmla="*/ 0 h 268698"/>
                <a:gd name="connsiteX2" fmla="*/ 861058 w 863546"/>
                <a:gd name="connsiteY2" fmla="*/ 167098 h 268698"/>
                <a:gd name="connsiteX3" fmla="*/ 0 w 863546"/>
                <a:gd name="connsiteY3" fmla="*/ 217898 h 268698"/>
                <a:gd name="connsiteX4" fmla="*/ 16272 w 863546"/>
                <a:gd name="connsiteY4" fmla="*/ 24605 h 268698"/>
                <a:gd name="connsiteX5" fmla="*/ 20400 w 863546"/>
                <a:gd name="connsiteY5" fmla="*/ 0 h 26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3546" h="268698">
                  <a:moveTo>
                    <a:pt x="20400" y="0"/>
                  </a:moveTo>
                  <a:lnTo>
                    <a:pt x="863546" y="0"/>
                  </a:lnTo>
                  <a:lnTo>
                    <a:pt x="861058" y="167098"/>
                  </a:lnTo>
                  <a:cubicBezTo>
                    <a:pt x="650239" y="234831"/>
                    <a:pt x="452119" y="327965"/>
                    <a:pt x="0" y="217898"/>
                  </a:cubicBezTo>
                  <a:cubicBezTo>
                    <a:pt x="529" y="156675"/>
                    <a:pt x="6813" y="92079"/>
                    <a:pt x="16272" y="24605"/>
                  </a:cubicBezTo>
                  <a:lnTo>
                    <a:pt x="20400" y="0"/>
                  </a:lnTo>
                  <a:close/>
                </a:path>
              </a:pathLst>
            </a:custGeom>
            <a:gradFill>
              <a:gsLst>
                <a:gs pos="76000">
                  <a:srgbClr val="292929"/>
                </a:gs>
                <a:gs pos="97000">
                  <a:srgbClr val="156082">
                    <a:lumMod val="5000"/>
                    <a:lumOff val="95000"/>
                  </a:srgbClr>
                </a:gs>
              </a:gsLst>
              <a:lin ang="4800000" scaled="0"/>
            </a:gra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ED9691F-2C19-4816-9C3B-3C058C18CC7D}"/>
                </a:ext>
              </a:extLst>
            </p:cNvPr>
            <p:cNvSpPr/>
            <p:nvPr/>
          </p:nvSpPr>
          <p:spPr>
            <a:xfrm>
              <a:off x="6853467" y="4322058"/>
              <a:ext cx="1790800" cy="520917"/>
            </a:xfrm>
            <a:prstGeom prst="ellipse">
              <a:avLst/>
            </a:prstGeom>
            <a:solidFill>
              <a:srgbClr val="B1734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90C989E-9AD9-4790-B0D3-F2EA8CE38C48}"/>
                </a:ext>
              </a:extLst>
            </p:cNvPr>
            <p:cNvSpPr/>
            <p:nvPr/>
          </p:nvSpPr>
          <p:spPr>
            <a:xfrm>
              <a:off x="5020047" y="4473946"/>
              <a:ext cx="1547102" cy="520917"/>
            </a:xfrm>
            <a:prstGeom prst="ellipse">
              <a:avLst/>
            </a:prstGeom>
            <a:solidFill>
              <a:srgbClr val="B1734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4" name="ttsMP3.com_VoiceText_2025-4-26_0-31-54">
            <a:hlinkClick r:id="" action="ppaction://media"/>
            <a:extLst>
              <a:ext uri="{FF2B5EF4-FFF2-40B4-BE49-F238E27FC236}">
                <a16:creationId xmlns:a16="http://schemas.microsoft.com/office/drawing/2014/main" id="{ADF6A369-1515-43A2-B39D-30FC4BB5C8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55932" y="890008"/>
            <a:ext cx="609600" cy="609600"/>
          </a:xfrm>
          <a:prstGeom prst="rect">
            <a:avLst/>
          </a:prstGeom>
        </p:spPr>
      </p:pic>
      <p:pic>
        <p:nvPicPr>
          <p:cNvPr id="140" name="1sec">
            <a:hlinkClick r:id="" action="ppaction://media"/>
            <a:extLst>
              <a:ext uri="{FF2B5EF4-FFF2-40B4-BE49-F238E27FC236}">
                <a16:creationId xmlns:a16="http://schemas.microsoft.com/office/drawing/2014/main" id="{A9EE0385-868C-400C-B91B-F4471185C7F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35495" y="890008"/>
            <a:ext cx="609600" cy="609600"/>
          </a:xfrm>
          <a:prstGeom prst="rect">
            <a:avLst/>
          </a:prstGeom>
        </p:spPr>
      </p:pic>
      <p:pic>
        <p:nvPicPr>
          <p:cNvPr id="5" name="ttsMP3.com_VoiceText_2025-4-26_0-32-38">
            <a:hlinkClick r:id="" action="ppaction://media"/>
            <a:extLst>
              <a:ext uri="{FF2B5EF4-FFF2-40B4-BE49-F238E27FC236}">
                <a16:creationId xmlns:a16="http://schemas.microsoft.com/office/drawing/2014/main" id="{9048EC6E-7C5F-44E7-A029-565E6FEA045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188931" y="850480"/>
            <a:ext cx="609600" cy="609600"/>
          </a:xfrm>
          <a:prstGeom prst="rect">
            <a:avLst/>
          </a:prstGeom>
        </p:spPr>
      </p:pic>
      <p:pic>
        <p:nvPicPr>
          <p:cNvPr id="141" name="1sec">
            <a:hlinkClick r:id="" action="ppaction://media"/>
            <a:extLst>
              <a:ext uri="{FF2B5EF4-FFF2-40B4-BE49-F238E27FC236}">
                <a16:creationId xmlns:a16="http://schemas.microsoft.com/office/drawing/2014/main" id="{BBBC2E96-BF2E-42BB-8822-C6D5C7EFDB7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01197" y="890008"/>
            <a:ext cx="609600" cy="609600"/>
          </a:xfrm>
          <a:prstGeom prst="rect">
            <a:avLst/>
          </a:prstGeom>
        </p:spPr>
      </p:pic>
      <p:pic>
        <p:nvPicPr>
          <p:cNvPr id="142" name="1sec">
            <a:hlinkClick r:id="" action="ppaction://media"/>
            <a:extLst>
              <a:ext uri="{FF2B5EF4-FFF2-40B4-BE49-F238E27FC236}">
                <a16:creationId xmlns:a16="http://schemas.microsoft.com/office/drawing/2014/main" id="{56F979A4-8E91-43E2-A941-53DECEB6570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13075" y="8900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0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62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68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1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0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3357670" y="2345334"/>
            <a:ext cx="3665357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o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b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525043" y="2345334"/>
            <a:ext cx="2628349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o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-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F5353"/>
                </a:solidFill>
              </a:rPr>
              <a:t>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75BA65-5A8C-4139-9656-34FF492BFD3E}"/>
              </a:ext>
            </a:extLst>
          </p:cNvPr>
          <p:cNvGrpSpPr/>
          <p:nvPr/>
        </p:nvGrpSpPr>
        <p:grpSpPr>
          <a:xfrm>
            <a:off x="7446020" y="397682"/>
            <a:ext cx="4125465" cy="6274609"/>
            <a:chOff x="7713406" y="818612"/>
            <a:chExt cx="3524250" cy="5360194"/>
          </a:xfrm>
          <a:solidFill>
            <a:srgbClr val="4472C4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83D566E-B2D9-4B9C-B39C-5D1693D0A5E9}"/>
                </a:ext>
              </a:extLst>
            </p:cNvPr>
            <p:cNvGrpSpPr/>
            <p:nvPr/>
          </p:nvGrpSpPr>
          <p:grpSpPr>
            <a:xfrm>
              <a:off x="7713406" y="1191206"/>
              <a:ext cx="3524250" cy="4987600"/>
              <a:chOff x="7713406" y="1191206"/>
              <a:chExt cx="3524250" cy="4987600"/>
            </a:xfrm>
            <a:grpFill/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E24A941-2918-4A0B-BACE-16008C25EF9F}"/>
                  </a:ext>
                </a:extLst>
              </p:cNvPr>
              <p:cNvSpPr/>
              <p:nvPr/>
            </p:nvSpPr>
            <p:spPr>
              <a:xfrm>
                <a:off x="7713406" y="1191206"/>
                <a:ext cx="3524250" cy="4986867"/>
              </a:xfrm>
              <a:custGeom>
                <a:avLst/>
                <a:gdLst>
                  <a:gd name="connsiteX0" fmla="*/ 0 w 2609850"/>
                  <a:gd name="connsiteY0" fmla="*/ 0 h 952500"/>
                  <a:gd name="connsiteX1" fmla="*/ 2609850 w 2609850"/>
                  <a:gd name="connsiteY1" fmla="*/ 0 h 952500"/>
                  <a:gd name="connsiteX2" fmla="*/ 2609850 w 2609850"/>
                  <a:gd name="connsiteY2" fmla="*/ 952500 h 952500"/>
                  <a:gd name="connsiteX3" fmla="*/ 0 w 2609850"/>
                  <a:gd name="connsiteY3" fmla="*/ 952500 h 952500"/>
                  <a:gd name="connsiteX4" fmla="*/ 0 w 2609850"/>
                  <a:gd name="connsiteY4" fmla="*/ 0 h 952500"/>
                  <a:gd name="connsiteX0" fmla="*/ 438150 w 3048000"/>
                  <a:gd name="connsiteY0" fmla="*/ 0 h 1857375"/>
                  <a:gd name="connsiteX1" fmla="*/ 3048000 w 3048000"/>
                  <a:gd name="connsiteY1" fmla="*/ 0 h 1857375"/>
                  <a:gd name="connsiteX2" fmla="*/ 3048000 w 3048000"/>
                  <a:gd name="connsiteY2" fmla="*/ 952500 h 1857375"/>
                  <a:gd name="connsiteX3" fmla="*/ 0 w 3048000"/>
                  <a:gd name="connsiteY3" fmla="*/ 1857375 h 1857375"/>
                  <a:gd name="connsiteX4" fmla="*/ 438150 w 3048000"/>
                  <a:gd name="connsiteY4" fmla="*/ 0 h 1857375"/>
                  <a:gd name="connsiteX0" fmla="*/ 438150 w 3048000"/>
                  <a:gd name="connsiteY0" fmla="*/ 0 h 1990725"/>
                  <a:gd name="connsiteX1" fmla="*/ 3048000 w 3048000"/>
                  <a:gd name="connsiteY1" fmla="*/ 0 h 1990725"/>
                  <a:gd name="connsiteX2" fmla="*/ 3048000 w 3048000"/>
                  <a:gd name="connsiteY2" fmla="*/ 952500 h 1990725"/>
                  <a:gd name="connsiteX3" fmla="*/ 752475 w 3048000"/>
                  <a:gd name="connsiteY3" fmla="*/ 1990725 h 1990725"/>
                  <a:gd name="connsiteX4" fmla="*/ 0 w 3048000"/>
                  <a:gd name="connsiteY4" fmla="*/ 1857375 h 1990725"/>
                  <a:gd name="connsiteX5" fmla="*/ 438150 w 3048000"/>
                  <a:gd name="connsiteY5" fmla="*/ 0 h 1990725"/>
                  <a:gd name="connsiteX0" fmla="*/ 438150 w 3524250"/>
                  <a:gd name="connsiteY0" fmla="*/ 0 h 1990725"/>
                  <a:gd name="connsiteX1" fmla="*/ 3048000 w 3524250"/>
                  <a:gd name="connsiteY1" fmla="*/ 0 h 1990725"/>
                  <a:gd name="connsiteX2" fmla="*/ 3524250 w 3524250"/>
                  <a:gd name="connsiteY2" fmla="*/ 1866900 h 1990725"/>
                  <a:gd name="connsiteX3" fmla="*/ 752475 w 3524250"/>
                  <a:gd name="connsiteY3" fmla="*/ 1990725 h 1990725"/>
                  <a:gd name="connsiteX4" fmla="*/ 0 w 3524250"/>
                  <a:gd name="connsiteY4" fmla="*/ 1857375 h 1990725"/>
                  <a:gd name="connsiteX5" fmla="*/ 438150 w 3524250"/>
                  <a:gd name="connsiteY5" fmla="*/ 0 h 1990725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752475 w 3524250"/>
                  <a:gd name="connsiteY4" fmla="*/ 1990725 h 2057898"/>
                  <a:gd name="connsiteX5" fmla="*/ 0 w 3524250"/>
                  <a:gd name="connsiteY5" fmla="*/ 1857375 h 2057898"/>
                  <a:gd name="connsiteX6" fmla="*/ 438150 w 3524250"/>
                  <a:gd name="connsiteY6" fmla="*/ 0 h 2057898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2743200 w 3524250"/>
                  <a:gd name="connsiteY4" fmla="*/ 523874 h 2057898"/>
                  <a:gd name="connsiteX5" fmla="*/ 752475 w 3524250"/>
                  <a:gd name="connsiteY5" fmla="*/ 1990725 h 2057898"/>
                  <a:gd name="connsiteX6" fmla="*/ 0 w 3524250"/>
                  <a:gd name="connsiteY6" fmla="*/ 1857375 h 2057898"/>
                  <a:gd name="connsiteX7" fmla="*/ 438150 w 3524250"/>
                  <a:gd name="connsiteY7" fmla="*/ 0 h 2057898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2743200 w 3524250"/>
                  <a:gd name="connsiteY4" fmla="*/ 523874 h 2057898"/>
                  <a:gd name="connsiteX5" fmla="*/ 2543175 w 3524250"/>
                  <a:gd name="connsiteY5" fmla="*/ 1904999 h 2057898"/>
                  <a:gd name="connsiteX6" fmla="*/ 752475 w 3524250"/>
                  <a:gd name="connsiteY6" fmla="*/ 1990725 h 2057898"/>
                  <a:gd name="connsiteX7" fmla="*/ 0 w 3524250"/>
                  <a:gd name="connsiteY7" fmla="*/ 1857375 h 2057898"/>
                  <a:gd name="connsiteX8" fmla="*/ 438150 w 3524250"/>
                  <a:gd name="connsiteY8" fmla="*/ 0 h 2057898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2743200 w 3524250"/>
                  <a:gd name="connsiteY4" fmla="*/ 523874 h 2057898"/>
                  <a:gd name="connsiteX5" fmla="*/ 2543175 w 3524250"/>
                  <a:gd name="connsiteY5" fmla="*/ 1904999 h 2057898"/>
                  <a:gd name="connsiteX6" fmla="*/ 819150 w 3524250"/>
                  <a:gd name="connsiteY6" fmla="*/ 1638299 h 2057898"/>
                  <a:gd name="connsiteX7" fmla="*/ 752475 w 3524250"/>
                  <a:gd name="connsiteY7" fmla="*/ 1990725 h 2057898"/>
                  <a:gd name="connsiteX8" fmla="*/ 0 w 3524250"/>
                  <a:gd name="connsiteY8" fmla="*/ 1857375 h 2057898"/>
                  <a:gd name="connsiteX9" fmla="*/ 438150 w 3524250"/>
                  <a:gd name="connsiteY9" fmla="*/ 0 h 2057898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2714625 w 3524250"/>
                  <a:gd name="connsiteY4" fmla="*/ 1647824 h 2057898"/>
                  <a:gd name="connsiteX5" fmla="*/ 2543175 w 3524250"/>
                  <a:gd name="connsiteY5" fmla="*/ 1904999 h 2057898"/>
                  <a:gd name="connsiteX6" fmla="*/ 819150 w 3524250"/>
                  <a:gd name="connsiteY6" fmla="*/ 1638299 h 2057898"/>
                  <a:gd name="connsiteX7" fmla="*/ 752475 w 3524250"/>
                  <a:gd name="connsiteY7" fmla="*/ 1990725 h 2057898"/>
                  <a:gd name="connsiteX8" fmla="*/ 0 w 3524250"/>
                  <a:gd name="connsiteY8" fmla="*/ 1857375 h 2057898"/>
                  <a:gd name="connsiteX9" fmla="*/ 438150 w 3524250"/>
                  <a:gd name="connsiteY9" fmla="*/ 0 h 2057898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2705100 w 3524250"/>
                  <a:gd name="connsiteY4" fmla="*/ 1609724 h 2057898"/>
                  <a:gd name="connsiteX5" fmla="*/ 2543175 w 3524250"/>
                  <a:gd name="connsiteY5" fmla="*/ 1904999 h 2057898"/>
                  <a:gd name="connsiteX6" fmla="*/ 819150 w 3524250"/>
                  <a:gd name="connsiteY6" fmla="*/ 1638299 h 2057898"/>
                  <a:gd name="connsiteX7" fmla="*/ 752475 w 3524250"/>
                  <a:gd name="connsiteY7" fmla="*/ 1990725 h 2057898"/>
                  <a:gd name="connsiteX8" fmla="*/ 0 w 3524250"/>
                  <a:gd name="connsiteY8" fmla="*/ 1857375 h 2057898"/>
                  <a:gd name="connsiteX9" fmla="*/ 438150 w 3524250"/>
                  <a:gd name="connsiteY9" fmla="*/ 0 h 2057898"/>
                  <a:gd name="connsiteX0" fmla="*/ 438150 w 3524250"/>
                  <a:gd name="connsiteY0" fmla="*/ 0 h 2057898"/>
                  <a:gd name="connsiteX1" fmla="*/ 3048000 w 3524250"/>
                  <a:gd name="connsiteY1" fmla="*/ 0 h 2057898"/>
                  <a:gd name="connsiteX2" fmla="*/ 3524250 w 3524250"/>
                  <a:gd name="connsiteY2" fmla="*/ 1866900 h 2057898"/>
                  <a:gd name="connsiteX3" fmla="*/ 2809875 w 3524250"/>
                  <a:gd name="connsiteY3" fmla="*/ 2019300 h 2057898"/>
                  <a:gd name="connsiteX4" fmla="*/ 2705100 w 3524250"/>
                  <a:gd name="connsiteY4" fmla="*/ 1609724 h 2057898"/>
                  <a:gd name="connsiteX5" fmla="*/ 2543175 w 3524250"/>
                  <a:gd name="connsiteY5" fmla="*/ 1904999 h 2057898"/>
                  <a:gd name="connsiteX6" fmla="*/ 819150 w 3524250"/>
                  <a:gd name="connsiteY6" fmla="*/ 1638299 h 2057898"/>
                  <a:gd name="connsiteX7" fmla="*/ 752475 w 3524250"/>
                  <a:gd name="connsiteY7" fmla="*/ 1990725 h 2057898"/>
                  <a:gd name="connsiteX8" fmla="*/ 0 w 3524250"/>
                  <a:gd name="connsiteY8" fmla="*/ 1857375 h 2057898"/>
                  <a:gd name="connsiteX9" fmla="*/ 438150 w 3524250"/>
                  <a:gd name="connsiteY9" fmla="*/ 0 h 2057898"/>
                  <a:gd name="connsiteX0" fmla="*/ 438150 w 3524250"/>
                  <a:gd name="connsiteY0" fmla="*/ 0 h 2160658"/>
                  <a:gd name="connsiteX1" fmla="*/ 3048000 w 3524250"/>
                  <a:gd name="connsiteY1" fmla="*/ 0 h 2160658"/>
                  <a:gd name="connsiteX2" fmla="*/ 3524250 w 3524250"/>
                  <a:gd name="connsiteY2" fmla="*/ 1866900 h 2160658"/>
                  <a:gd name="connsiteX3" fmla="*/ 2809875 w 3524250"/>
                  <a:gd name="connsiteY3" fmla="*/ 2019300 h 2160658"/>
                  <a:gd name="connsiteX4" fmla="*/ 2705100 w 3524250"/>
                  <a:gd name="connsiteY4" fmla="*/ 1609724 h 2160658"/>
                  <a:gd name="connsiteX5" fmla="*/ 2543175 w 3524250"/>
                  <a:gd name="connsiteY5" fmla="*/ 1904999 h 2160658"/>
                  <a:gd name="connsiteX6" fmla="*/ 1117600 w 3524250"/>
                  <a:gd name="connsiteY6" fmla="*/ 2155824 h 2160658"/>
                  <a:gd name="connsiteX7" fmla="*/ 819150 w 3524250"/>
                  <a:gd name="connsiteY7" fmla="*/ 1638299 h 2160658"/>
                  <a:gd name="connsiteX8" fmla="*/ 752475 w 3524250"/>
                  <a:gd name="connsiteY8" fmla="*/ 1990725 h 2160658"/>
                  <a:gd name="connsiteX9" fmla="*/ 0 w 3524250"/>
                  <a:gd name="connsiteY9" fmla="*/ 1857375 h 2160658"/>
                  <a:gd name="connsiteX10" fmla="*/ 438150 w 3524250"/>
                  <a:gd name="connsiteY10" fmla="*/ 0 h 2160658"/>
                  <a:gd name="connsiteX0" fmla="*/ 438150 w 3524250"/>
                  <a:gd name="connsiteY0" fmla="*/ 0 h 2171813"/>
                  <a:gd name="connsiteX1" fmla="*/ 3048000 w 3524250"/>
                  <a:gd name="connsiteY1" fmla="*/ 0 h 2171813"/>
                  <a:gd name="connsiteX2" fmla="*/ 3524250 w 3524250"/>
                  <a:gd name="connsiteY2" fmla="*/ 1866900 h 2171813"/>
                  <a:gd name="connsiteX3" fmla="*/ 2809875 w 3524250"/>
                  <a:gd name="connsiteY3" fmla="*/ 2019300 h 2171813"/>
                  <a:gd name="connsiteX4" fmla="*/ 2705100 w 3524250"/>
                  <a:gd name="connsiteY4" fmla="*/ 1609724 h 2171813"/>
                  <a:gd name="connsiteX5" fmla="*/ 2454275 w 3524250"/>
                  <a:gd name="connsiteY5" fmla="*/ 2120899 h 2171813"/>
                  <a:gd name="connsiteX6" fmla="*/ 1117600 w 3524250"/>
                  <a:gd name="connsiteY6" fmla="*/ 2155824 h 2171813"/>
                  <a:gd name="connsiteX7" fmla="*/ 819150 w 3524250"/>
                  <a:gd name="connsiteY7" fmla="*/ 1638299 h 2171813"/>
                  <a:gd name="connsiteX8" fmla="*/ 752475 w 3524250"/>
                  <a:gd name="connsiteY8" fmla="*/ 1990725 h 2171813"/>
                  <a:gd name="connsiteX9" fmla="*/ 0 w 3524250"/>
                  <a:gd name="connsiteY9" fmla="*/ 1857375 h 2171813"/>
                  <a:gd name="connsiteX10" fmla="*/ 438150 w 3524250"/>
                  <a:gd name="connsiteY10" fmla="*/ 0 h 2171813"/>
                  <a:gd name="connsiteX0" fmla="*/ 438150 w 3524250"/>
                  <a:gd name="connsiteY0" fmla="*/ 0 h 4530735"/>
                  <a:gd name="connsiteX1" fmla="*/ 3048000 w 3524250"/>
                  <a:gd name="connsiteY1" fmla="*/ 0 h 4530735"/>
                  <a:gd name="connsiteX2" fmla="*/ 3524250 w 3524250"/>
                  <a:gd name="connsiteY2" fmla="*/ 1866900 h 4530735"/>
                  <a:gd name="connsiteX3" fmla="*/ 2809875 w 3524250"/>
                  <a:gd name="connsiteY3" fmla="*/ 2019300 h 4530735"/>
                  <a:gd name="connsiteX4" fmla="*/ 2705100 w 3524250"/>
                  <a:gd name="connsiteY4" fmla="*/ 1609724 h 4530735"/>
                  <a:gd name="connsiteX5" fmla="*/ 2454275 w 3524250"/>
                  <a:gd name="connsiteY5" fmla="*/ 2120899 h 4530735"/>
                  <a:gd name="connsiteX6" fmla="*/ 2806700 w 3524250"/>
                  <a:gd name="connsiteY6" fmla="*/ 4530724 h 4530735"/>
                  <a:gd name="connsiteX7" fmla="*/ 1117600 w 3524250"/>
                  <a:gd name="connsiteY7" fmla="*/ 2155824 h 4530735"/>
                  <a:gd name="connsiteX8" fmla="*/ 819150 w 3524250"/>
                  <a:gd name="connsiteY8" fmla="*/ 1638299 h 4530735"/>
                  <a:gd name="connsiteX9" fmla="*/ 752475 w 3524250"/>
                  <a:gd name="connsiteY9" fmla="*/ 1990725 h 4530735"/>
                  <a:gd name="connsiteX10" fmla="*/ 0 w 3524250"/>
                  <a:gd name="connsiteY10" fmla="*/ 1857375 h 4530735"/>
                  <a:gd name="connsiteX11" fmla="*/ 438150 w 3524250"/>
                  <a:gd name="connsiteY11" fmla="*/ 0 h 4530735"/>
                  <a:gd name="connsiteX0" fmla="*/ 438150 w 3524250"/>
                  <a:gd name="connsiteY0" fmla="*/ 0 h 4708484"/>
                  <a:gd name="connsiteX1" fmla="*/ 3048000 w 3524250"/>
                  <a:gd name="connsiteY1" fmla="*/ 0 h 4708484"/>
                  <a:gd name="connsiteX2" fmla="*/ 3524250 w 3524250"/>
                  <a:gd name="connsiteY2" fmla="*/ 1866900 h 4708484"/>
                  <a:gd name="connsiteX3" fmla="*/ 2809875 w 3524250"/>
                  <a:gd name="connsiteY3" fmla="*/ 2019300 h 4708484"/>
                  <a:gd name="connsiteX4" fmla="*/ 2705100 w 3524250"/>
                  <a:gd name="connsiteY4" fmla="*/ 1609724 h 4708484"/>
                  <a:gd name="connsiteX5" fmla="*/ 2454275 w 3524250"/>
                  <a:gd name="connsiteY5" fmla="*/ 2120899 h 4708484"/>
                  <a:gd name="connsiteX6" fmla="*/ 2806700 w 3524250"/>
                  <a:gd name="connsiteY6" fmla="*/ 4530724 h 4708484"/>
                  <a:gd name="connsiteX7" fmla="*/ 711200 w 3524250"/>
                  <a:gd name="connsiteY7" fmla="*/ 4505324 h 4708484"/>
                  <a:gd name="connsiteX8" fmla="*/ 1117600 w 3524250"/>
                  <a:gd name="connsiteY8" fmla="*/ 2155824 h 4708484"/>
                  <a:gd name="connsiteX9" fmla="*/ 819150 w 3524250"/>
                  <a:gd name="connsiteY9" fmla="*/ 1638299 h 4708484"/>
                  <a:gd name="connsiteX10" fmla="*/ 752475 w 3524250"/>
                  <a:gd name="connsiteY10" fmla="*/ 1990725 h 4708484"/>
                  <a:gd name="connsiteX11" fmla="*/ 0 w 3524250"/>
                  <a:gd name="connsiteY11" fmla="*/ 1857375 h 4708484"/>
                  <a:gd name="connsiteX12" fmla="*/ 438150 w 3524250"/>
                  <a:gd name="connsiteY12" fmla="*/ 0 h 4708484"/>
                  <a:gd name="connsiteX0" fmla="*/ 438150 w 3524250"/>
                  <a:gd name="connsiteY0" fmla="*/ 0 h 4708484"/>
                  <a:gd name="connsiteX1" fmla="*/ 3048000 w 3524250"/>
                  <a:gd name="connsiteY1" fmla="*/ 0 h 4708484"/>
                  <a:gd name="connsiteX2" fmla="*/ 3524250 w 3524250"/>
                  <a:gd name="connsiteY2" fmla="*/ 1866900 h 4708484"/>
                  <a:gd name="connsiteX3" fmla="*/ 2809875 w 3524250"/>
                  <a:gd name="connsiteY3" fmla="*/ 2019300 h 4708484"/>
                  <a:gd name="connsiteX4" fmla="*/ 2705100 w 3524250"/>
                  <a:gd name="connsiteY4" fmla="*/ 1609724 h 4708484"/>
                  <a:gd name="connsiteX5" fmla="*/ 2454275 w 3524250"/>
                  <a:gd name="connsiteY5" fmla="*/ 2120899 h 4708484"/>
                  <a:gd name="connsiteX6" fmla="*/ 2806700 w 3524250"/>
                  <a:gd name="connsiteY6" fmla="*/ 4530724 h 4708484"/>
                  <a:gd name="connsiteX7" fmla="*/ 711200 w 3524250"/>
                  <a:gd name="connsiteY7" fmla="*/ 4505324 h 4708484"/>
                  <a:gd name="connsiteX8" fmla="*/ 1117600 w 3524250"/>
                  <a:gd name="connsiteY8" fmla="*/ 2155824 h 4708484"/>
                  <a:gd name="connsiteX9" fmla="*/ 819150 w 3524250"/>
                  <a:gd name="connsiteY9" fmla="*/ 1638299 h 4708484"/>
                  <a:gd name="connsiteX10" fmla="*/ 752475 w 3524250"/>
                  <a:gd name="connsiteY10" fmla="*/ 1990725 h 4708484"/>
                  <a:gd name="connsiteX11" fmla="*/ 0 w 3524250"/>
                  <a:gd name="connsiteY11" fmla="*/ 1857375 h 4708484"/>
                  <a:gd name="connsiteX12" fmla="*/ 438150 w 3524250"/>
                  <a:gd name="connsiteY12" fmla="*/ 0 h 470848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38299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38299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38299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0 h 4642704"/>
                  <a:gd name="connsiteX1" fmla="*/ 3048000 w 3524250"/>
                  <a:gd name="connsiteY1" fmla="*/ 0 h 4642704"/>
                  <a:gd name="connsiteX2" fmla="*/ 3524250 w 3524250"/>
                  <a:gd name="connsiteY2" fmla="*/ 1866900 h 4642704"/>
                  <a:gd name="connsiteX3" fmla="*/ 2809875 w 3524250"/>
                  <a:gd name="connsiteY3" fmla="*/ 2019300 h 4642704"/>
                  <a:gd name="connsiteX4" fmla="*/ 2705100 w 3524250"/>
                  <a:gd name="connsiteY4" fmla="*/ 1609724 h 4642704"/>
                  <a:gd name="connsiteX5" fmla="*/ 2454275 w 3524250"/>
                  <a:gd name="connsiteY5" fmla="*/ 2120899 h 4642704"/>
                  <a:gd name="connsiteX6" fmla="*/ 2806700 w 3524250"/>
                  <a:gd name="connsiteY6" fmla="*/ 4530724 h 4642704"/>
                  <a:gd name="connsiteX7" fmla="*/ 711200 w 3524250"/>
                  <a:gd name="connsiteY7" fmla="*/ 4505324 h 4642704"/>
                  <a:gd name="connsiteX8" fmla="*/ 1117600 w 3524250"/>
                  <a:gd name="connsiteY8" fmla="*/ 2155824 h 4642704"/>
                  <a:gd name="connsiteX9" fmla="*/ 819150 w 3524250"/>
                  <a:gd name="connsiteY9" fmla="*/ 1628774 h 4642704"/>
                  <a:gd name="connsiteX10" fmla="*/ 752475 w 3524250"/>
                  <a:gd name="connsiteY10" fmla="*/ 1990725 h 4642704"/>
                  <a:gd name="connsiteX11" fmla="*/ 0 w 3524250"/>
                  <a:gd name="connsiteY11" fmla="*/ 1857375 h 4642704"/>
                  <a:gd name="connsiteX12" fmla="*/ 438150 w 3524250"/>
                  <a:gd name="connsiteY12" fmla="*/ 0 h 4642704"/>
                  <a:gd name="connsiteX0" fmla="*/ 438150 w 3524250"/>
                  <a:gd name="connsiteY0" fmla="*/ 235655 h 4878359"/>
                  <a:gd name="connsiteX1" fmla="*/ 3048000 w 3524250"/>
                  <a:gd name="connsiteY1" fmla="*/ 235655 h 4878359"/>
                  <a:gd name="connsiteX2" fmla="*/ 3524250 w 3524250"/>
                  <a:gd name="connsiteY2" fmla="*/ 2102555 h 4878359"/>
                  <a:gd name="connsiteX3" fmla="*/ 2809875 w 3524250"/>
                  <a:gd name="connsiteY3" fmla="*/ 2254955 h 4878359"/>
                  <a:gd name="connsiteX4" fmla="*/ 2705100 w 3524250"/>
                  <a:gd name="connsiteY4" fmla="*/ 1845379 h 4878359"/>
                  <a:gd name="connsiteX5" fmla="*/ 2454275 w 3524250"/>
                  <a:gd name="connsiteY5" fmla="*/ 2356554 h 4878359"/>
                  <a:gd name="connsiteX6" fmla="*/ 2806700 w 3524250"/>
                  <a:gd name="connsiteY6" fmla="*/ 4766379 h 4878359"/>
                  <a:gd name="connsiteX7" fmla="*/ 711200 w 3524250"/>
                  <a:gd name="connsiteY7" fmla="*/ 4740979 h 4878359"/>
                  <a:gd name="connsiteX8" fmla="*/ 1117600 w 3524250"/>
                  <a:gd name="connsiteY8" fmla="*/ 2391479 h 4878359"/>
                  <a:gd name="connsiteX9" fmla="*/ 819150 w 3524250"/>
                  <a:gd name="connsiteY9" fmla="*/ 1864429 h 4878359"/>
                  <a:gd name="connsiteX10" fmla="*/ 752475 w 3524250"/>
                  <a:gd name="connsiteY10" fmla="*/ 2226380 h 4878359"/>
                  <a:gd name="connsiteX11" fmla="*/ 0 w 3524250"/>
                  <a:gd name="connsiteY11" fmla="*/ 2093030 h 4878359"/>
                  <a:gd name="connsiteX12" fmla="*/ 438150 w 3524250"/>
                  <a:gd name="connsiteY12" fmla="*/ 235655 h 4878359"/>
                  <a:gd name="connsiteX0" fmla="*/ 438150 w 3524250"/>
                  <a:gd name="connsiteY0" fmla="*/ 306617 h 4949321"/>
                  <a:gd name="connsiteX1" fmla="*/ 3048000 w 3524250"/>
                  <a:gd name="connsiteY1" fmla="*/ 306617 h 4949321"/>
                  <a:gd name="connsiteX2" fmla="*/ 3524250 w 3524250"/>
                  <a:gd name="connsiteY2" fmla="*/ 2173517 h 4949321"/>
                  <a:gd name="connsiteX3" fmla="*/ 2809875 w 3524250"/>
                  <a:gd name="connsiteY3" fmla="*/ 2325917 h 4949321"/>
                  <a:gd name="connsiteX4" fmla="*/ 2705100 w 3524250"/>
                  <a:gd name="connsiteY4" fmla="*/ 1916341 h 4949321"/>
                  <a:gd name="connsiteX5" fmla="*/ 2454275 w 3524250"/>
                  <a:gd name="connsiteY5" fmla="*/ 2427516 h 4949321"/>
                  <a:gd name="connsiteX6" fmla="*/ 2806700 w 3524250"/>
                  <a:gd name="connsiteY6" fmla="*/ 4837341 h 4949321"/>
                  <a:gd name="connsiteX7" fmla="*/ 711200 w 3524250"/>
                  <a:gd name="connsiteY7" fmla="*/ 4811941 h 4949321"/>
                  <a:gd name="connsiteX8" fmla="*/ 1117600 w 3524250"/>
                  <a:gd name="connsiteY8" fmla="*/ 2462441 h 4949321"/>
                  <a:gd name="connsiteX9" fmla="*/ 819150 w 3524250"/>
                  <a:gd name="connsiteY9" fmla="*/ 1935391 h 4949321"/>
                  <a:gd name="connsiteX10" fmla="*/ 752475 w 3524250"/>
                  <a:gd name="connsiteY10" fmla="*/ 2297342 h 4949321"/>
                  <a:gd name="connsiteX11" fmla="*/ 0 w 3524250"/>
                  <a:gd name="connsiteY11" fmla="*/ 2163992 h 4949321"/>
                  <a:gd name="connsiteX12" fmla="*/ 438150 w 3524250"/>
                  <a:gd name="connsiteY12" fmla="*/ 306617 h 4949321"/>
                  <a:gd name="connsiteX0" fmla="*/ 438150 w 3524250"/>
                  <a:gd name="connsiteY0" fmla="*/ 306617 h 4949321"/>
                  <a:gd name="connsiteX1" fmla="*/ 3048000 w 3524250"/>
                  <a:gd name="connsiteY1" fmla="*/ 306617 h 4949321"/>
                  <a:gd name="connsiteX2" fmla="*/ 3524250 w 3524250"/>
                  <a:gd name="connsiteY2" fmla="*/ 2173517 h 4949321"/>
                  <a:gd name="connsiteX3" fmla="*/ 2809875 w 3524250"/>
                  <a:gd name="connsiteY3" fmla="*/ 2325917 h 4949321"/>
                  <a:gd name="connsiteX4" fmla="*/ 2705100 w 3524250"/>
                  <a:gd name="connsiteY4" fmla="*/ 1916341 h 4949321"/>
                  <a:gd name="connsiteX5" fmla="*/ 2454275 w 3524250"/>
                  <a:gd name="connsiteY5" fmla="*/ 2427516 h 4949321"/>
                  <a:gd name="connsiteX6" fmla="*/ 2806700 w 3524250"/>
                  <a:gd name="connsiteY6" fmla="*/ 4837341 h 4949321"/>
                  <a:gd name="connsiteX7" fmla="*/ 711200 w 3524250"/>
                  <a:gd name="connsiteY7" fmla="*/ 4811941 h 4949321"/>
                  <a:gd name="connsiteX8" fmla="*/ 1117600 w 3524250"/>
                  <a:gd name="connsiteY8" fmla="*/ 2462441 h 4949321"/>
                  <a:gd name="connsiteX9" fmla="*/ 819150 w 3524250"/>
                  <a:gd name="connsiteY9" fmla="*/ 1935391 h 4949321"/>
                  <a:gd name="connsiteX10" fmla="*/ 752475 w 3524250"/>
                  <a:gd name="connsiteY10" fmla="*/ 2297342 h 4949321"/>
                  <a:gd name="connsiteX11" fmla="*/ 0 w 3524250"/>
                  <a:gd name="connsiteY11" fmla="*/ 2163992 h 4949321"/>
                  <a:gd name="connsiteX12" fmla="*/ 438150 w 3524250"/>
                  <a:gd name="connsiteY12" fmla="*/ 306617 h 4949321"/>
                  <a:gd name="connsiteX0" fmla="*/ 438150 w 3524250"/>
                  <a:gd name="connsiteY0" fmla="*/ 306617 h 4949321"/>
                  <a:gd name="connsiteX1" fmla="*/ 3048000 w 3524250"/>
                  <a:gd name="connsiteY1" fmla="*/ 306617 h 4949321"/>
                  <a:gd name="connsiteX2" fmla="*/ 3524250 w 3524250"/>
                  <a:gd name="connsiteY2" fmla="*/ 2173517 h 4949321"/>
                  <a:gd name="connsiteX3" fmla="*/ 2809875 w 3524250"/>
                  <a:gd name="connsiteY3" fmla="*/ 2325917 h 4949321"/>
                  <a:gd name="connsiteX4" fmla="*/ 2705100 w 3524250"/>
                  <a:gd name="connsiteY4" fmla="*/ 1916341 h 4949321"/>
                  <a:gd name="connsiteX5" fmla="*/ 2454275 w 3524250"/>
                  <a:gd name="connsiteY5" fmla="*/ 2427516 h 4949321"/>
                  <a:gd name="connsiteX6" fmla="*/ 2806700 w 3524250"/>
                  <a:gd name="connsiteY6" fmla="*/ 4837341 h 4949321"/>
                  <a:gd name="connsiteX7" fmla="*/ 711200 w 3524250"/>
                  <a:gd name="connsiteY7" fmla="*/ 4811941 h 4949321"/>
                  <a:gd name="connsiteX8" fmla="*/ 1117600 w 3524250"/>
                  <a:gd name="connsiteY8" fmla="*/ 2462441 h 4949321"/>
                  <a:gd name="connsiteX9" fmla="*/ 819150 w 3524250"/>
                  <a:gd name="connsiteY9" fmla="*/ 1935391 h 4949321"/>
                  <a:gd name="connsiteX10" fmla="*/ 752475 w 3524250"/>
                  <a:gd name="connsiteY10" fmla="*/ 2297342 h 4949321"/>
                  <a:gd name="connsiteX11" fmla="*/ 0 w 3524250"/>
                  <a:gd name="connsiteY11" fmla="*/ 2163992 h 4949321"/>
                  <a:gd name="connsiteX12" fmla="*/ 438150 w 3524250"/>
                  <a:gd name="connsiteY12" fmla="*/ 306617 h 4949321"/>
                  <a:gd name="connsiteX0" fmla="*/ 438150 w 3524250"/>
                  <a:gd name="connsiteY0" fmla="*/ 306617 h 4949321"/>
                  <a:gd name="connsiteX1" fmla="*/ 3048000 w 3524250"/>
                  <a:gd name="connsiteY1" fmla="*/ 306617 h 4949321"/>
                  <a:gd name="connsiteX2" fmla="*/ 3524250 w 3524250"/>
                  <a:gd name="connsiteY2" fmla="*/ 2173517 h 4949321"/>
                  <a:gd name="connsiteX3" fmla="*/ 2809875 w 3524250"/>
                  <a:gd name="connsiteY3" fmla="*/ 2325917 h 4949321"/>
                  <a:gd name="connsiteX4" fmla="*/ 2705100 w 3524250"/>
                  <a:gd name="connsiteY4" fmla="*/ 1916341 h 4949321"/>
                  <a:gd name="connsiteX5" fmla="*/ 2454275 w 3524250"/>
                  <a:gd name="connsiteY5" fmla="*/ 2427516 h 4949321"/>
                  <a:gd name="connsiteX6" fmla="*/ 2806700 w 3524250"/>
                  <a:gd name="connsiteY6" fmla="*/ 4837341 h 4949321"/>
                  <a:gd name="connsiteX7" fmla="*/ 711200 w 3524250"/>
                  <a:gd name="connsiteY7" fmla="*/ 4811941 h 4949321"/>
                  <a:gd name="connsiteX8" fmla="*/ 1117600 w 3524250"/>
                  <a:gd name="connsiteY8" fmla="*/ 2462441 h 4949321"/>
                  <a:gd name="connsiteX9" fmla="*/ 819150 w 3524250"/>
                  <a:gd name="connsiteY9" fmla="*/ 1935391 h 4949321"/>
                  <a:gd name="connsiteX10" fmla="*/ 752475 w 3524250"/>
                  <a:gd name="connsiteY10" fmla="*/ 2297342 h 4949321"/>
                  <a:gd name="connsiteX11" fmla="*/ 0 w 3524250"/>
                  <a:gd name="connsiteY11" fmla="*/ 2163992 h 4949321"/>
                  <a:gd name="connsiteX12" fmla="*/ 438150 w 3524250"/>
                  <a:gd name="connsiteY12" fmla="*/ 306617 h 4949321"/>
                  <a:gd name="connsiteX0" fmla="*/ 438150 w 3524250"/>
                  <a:gd name="connsiteY0" fmla="*/ 331107 h 4973811"/>
                  <a:gd name="connsiteX1" fmla="*/ 3048000 w 3524250"/>
                  <a:gd name="connsiteY1" fmla="*/ 331107 h 4973811"/>
                  <a:gd name="connsiteX2" fmla="*/ 3524250 w 3524250"/>
                  <a:gd name="connsiteY2" fmla="*/ 2198007 h 4973811"/>
                  <a:gd name="connsiteX3" fmla="*/ 2809875 w 3524250"/>
                  <a:gd name="connsiteY3" fmla="*/ 2350407 h 4973811"/>
                  <a:gd name="connsiteX4" fmla="*/ 2705100 w 3524250"/>
                  <a:gd name="connsiteY4" fmla="*/ 1940831 h 4973811"/>
                  <a:gd name="connsiteX5" fmla="*/ 2454275 w 3524250"/>
                  <a:gd name="connsiteY5" fmla="*/ 2452006 h 4973811"/>
                  <a:gd name="connsiteX6" fmla="*/ 2806700 w 3524250"/>
                  <a:gd name="connsiteY6" fmla="*/ 4861831 h 4973811"/>
                  <a:gd name="connsiteX7" fmla="*/ 711200 w 3524250"/>
                  <a:gd name="connsiteY7" fmla="*/ 4836431 h 4973811"/>
                  <a:gd name="connsiteX8" fmla="*/ 1117600 w 3524250"/>
                  <a:gd name="connsiteY8" fmla="*/ 2486931 h 4973811"/>
                  <a:gd name="connsiteX9" fmla="*/ 819150 w 3524250"/>
                  <a:gd name="connsiteY9" fmla="*/ 1959881 h 4973811"/>
                  <a:gd name="connsiteX10" fmla="*/ 752475 w 3524250"/>
                  <a:gd name="connsiteY10" fmla="*/ 2321832 h 4973811"/>
                  <a:gd name="connsiteX11" fmla="*/ 0 w 3524250"/>
                  <a:gd name="connsiteY11" fmla="*/ 2188482 h 4973811"/>
                  <a:gd name="connsiteX12" fmla="*/ 438150 w 3524250"/>
                  <a:gd name="connsiteY12" fmla="*/ 331107 h 4973811"/>
                  <a:gd name="connsiteX0" fmla="*/ 438150 w 3524250"/>
                  <a:gd name="connsiteY0" fmla="*/ 344163 h 4986867"/>
                  <a:gd name="connsiteX1" fmla="*/ 3048000 w 3524250"/>
                  <a:gd name="connsiteY1" fmla="*/ 344163 h 4986867"/>
                  <a:gd name="connsiteX2" fmla="*/ 3524250 w 3524250"/>
                  <a:gd name="connsiteY2" fmla="*/ 2211063 h 4986867"/>
                  <a:gd name="connsiteX3" fmla="*/ 2809875 w 3524250"/>
                  <a:gd name="connsiteY3" fmla="*/ 2363463 h 4986867"/>
                  <a:gd name="connsiteX4" fmla="*/ 2705100 w 3524250"/>
                  <a:gd name="connsiteY4" fmla="*/ 1953887 h 4986867"/>
                  <a:gd name="connsiteX5" fmla="*/ 2454275 w 3524250"/>
                  <a:gd name="connsiteY5" fmla="*/ 2465062 h 4986867"/>
                  <a:gd name="connsiteX6" fmla="*/ 2806700 w 3524250"/>
                  <a:gd name="connsiteY6" fmla="*/ 4874887 h 4986867"/>
                  <a:gd name="connsiteX7" fmla="*/ 711200 w 3524250"/>
                  <a:gd name="connsiteY7" fmla="*/ 4849487 h 4986867"/>
                  <a:gd name="connsiteX8" fmla="*/ 1117600 w 3524250"/>
                  <a:gd name="connsiteY8" fmla="*/ 2499987 h 4986867"/>
                  <a:gd name="connsiteX9" fmla="*/ 819150 w 3524250"/>
                  <a:gd name="connsiteY9" fmla="*/ 1972937 h 4986867"/>
                  <a:gd name="connsiteX10" fmla="*/ 752475 w 3524250"/>
                  <a:gd name="connsiteY10" fmla="*/ 2334888 h 4986867"/>
                  <a:gd name="connsiteX11" fmla="*/ 0 w 3524250"/>
                  <a:gd name="connsiteY11" fmla="*/ 2201538 h 4986867"/>
                  <a:gd name="connsiteX12" fmla="*/ 438150 w 3524250"/>
                  <a:gd name="connsiteY12" fmla="*/ 344163 h 4986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4250" h="4986867">
                    <a:moveTo>
                      <a:pt x="438150" y="344163"/>
                    </a:moveTo>
                    <a:cubicBezTo>
                      <a:pt x="1622425" y="-217812"/>
                      <a:pt x="2330450" y="1263"/>
                      <a:pt x="3048000" y="344163"/>
                    </a:cubicBezTo>
                    <a:cubicBezTo>
                      <a:pt x="3145790" y="439730"/>
                      <a:pt x="3365500" y="1588763"/>
                      <a:pt x="3524250" y="2211063"/>
                    </a:cubicBezTo>
                    <a:cubicBezTo>
                      <a:pt x="3406775" y="2326950"/>
                      <a:pt x="3271838" y="2342826"/>
                      <a:pt x="2809875" y="2363463"/>
                    </a:cubicBezTo>
                    <a:cubicBezTo>
                      <a:pt x="2657475" y="2390450"/>
                      <a:pt x="2686050" y="2063425"/>
                      <a:pt x="2705100" y="1953887"/>
                    </a:cubicBezTo>
                    <a:cubicBezTo>
                      <a:pt x="2625724" y="1982462"/>
                      <a:pt x="2733675" y="2168200"/>
                      <a:pt x="2454275" y="2465062"/>
                    </a:cubicBezTo>
                    <a:cubicBezTo>
                      <a:pt x="2797175" y="2820662"/>
                      <a:pt x="3029479" y="4869066"/>
                      <a:pt x="2806700" y="4874887"/>
                    </a:cubicBezTo>
                    <a:cubicBezTo>
                      <a:pt x="2638954" y="4954791"/>
                      <a:pt x="1361017" y="5092904"/>
                      <a:pt x="711200" y="4849487"/>
                    </a:cubicBezTo>
                    <a:cubicBezTo>
                      <a:pt x="429683" y="4453670"/>
                      <a:pt x="790575" y="2558725"/>
                      <a:pt x="1117600" y="2499987"/>
                    </a:cubicBezTo>
                    <a:cubicBezTo>
                      <a:pt x="912812" y="2382511"/>
                      <a:pt x="909638" y="1928487"/>
                      <a:pt x="819150" y="1972937"/>
                    </a:cubicBezTo>
                    <a:cubicBezTo>
                      <a:pt x="852488" y="2220587"/>
                      <a:pt x="846138" y="2363463"/>
                      <a:pt x="752475" y="2334888"/>
                    </a:cubicBezTo>
                    <a:cubicBezTo>
                      <a:pt x="501650" y="2290438"/>
                      <a:pt x="209550" y="2350763"/>
                      <a:pt x="0" y="2201538"/>
                    </a:cubicBezTo>
                    <a:cubicBezTo>
                      <a:pt x="146050" y="1582413"/>
                      <a:pt x="296862" y="529901"/>
                      <a:pt x="438150" y="344163"/>
                    </a:cubicBezTo>
                    <a:close/>
                  </a:path>
                </a:pathLst>
              </a:custGeom>
              <a:solidFill>
                <a:srgbClr val="FFFF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6F0E21C-03B6-4264-B599-B9966AD80104}"/>
                  </a:ext>
                </a:extLst>
              </p:cNvPr>
              <p:cNvSpPr/>
              <p:nvPr/>
            </p:nvSpPr>
            <p:spPr>
              <a:xfrm>
                <a:off x="9237406" y="5316793"/>
                <a:ext cx="1238250" cy="862013"/>
              </a:xfrm>
              <a:custGeom>
                <a:avLst/>
                <a:gdLst>
                  <a:gd name="connsiteX0" fmla="*/ 1238250 w 1238250"/>
                  <a:gd name="connsiteY0" fmla="*/ 0 h 862013"/>
                  <a:gd name="connsiteX1" fmla="*/ 0 w 1238250"/>
                  <a:gd name="connsiteY1" fmla="*/ 862013 h 862013"/>
                  <a:gd name="connsiteX2" fmla="*/ 0 w 1238250"/>
                  <a:gd name="connsiteY2" fmla="*/ 862013 h 862013"/>
                  <a:gd name="connsiteX0" fmla="*/ 1238250 w 1238250"/>
                  <a:gd name="connsiteY0" fmla="*/ 0 h 862013"/>
                  <a:gd name="connsiteX1" fmla="*/ 0 w 1238250"/>
                  <a:gd name="connsiteY1" fmla="*/ 862013 h 862013"/>
                  <a:gd name="connsiteX2" fmla="*/ 0 w 1238250"/>
                  <a:gd name="connsiteY2" fmla="*/ 862013 h 862013"/>
                  <a:gd name="connsiteX0" fmla="*/ 1238250 w 1238250"/>
                  <a:gd name="connsiteY0" fmla="*/ 0 h 862013"/>
                  <a:gd name="connsiteX1" fmla="*/ 0 w 1238250"/>
                  <a:gd name="connsiteY1" fmla="*/ 862013 h 862013"/>
                  <a:gd name="connsiteX2" fmla="*/ 0 w 1238250"/>
                  <a:gd name="connsiteY2" fmla="*/ 862013 h 862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0" h="862013">
                    <a:moveTo>
                      <a:pt x="1238250" y="0"/>
                    </a:moveTo>
                    <a:cubicBezTo>
                      <a:pt x="915988" y="696913"/>
                      <a:pt x="465137" y="717550"/>
                      <a:pt x="0" y="862013"/>
                    </a:cubicBezTo>
                    <a:lnTo>
                      <a:pt x="0" y="862013"/>
                    </a:lnTo>
                  </a:path>
                </a:pathLst>
              </a:custGeom>
              <a:solidFill>
                <a:srgbClr val="FFFF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AE33E64-FEFE-4ABD-B2BD-36BC2933CD80}"/>
                  </a:ext>
                </a:extLst>
              </p:cNvPr>
              <p:cNvSpPr/>
              <p:nvPr/>
            </p:nvSpPr>
            <p:spPr>
              <a:xfrm flipH="1">
                <a:off x="10412223" y="2039393"/>
                <a:ext cx="18575" cy="1127950"/>
              </a:xfrm>
              <a:custGeom>
                <a:avLst/>
                <a:gdLst>
                  <a:gd name="connsiteX0" fmla="*/ 0 w 6350"/>
                  <a:gd name="connsiteY0" fmla="*/ 390525 h 390525"/>
                  <a:gd name="connsiteX1" fmla="*/ 6350 w 6350"/>
                  <a:gd name="connsiteY1" fmla="*/ 0 h 390525"/>
                  <a:gd name="connsiteX2" fmla="*/ 6350 w 6350"/>
                  <a:gd name="connsiteY2" fmla="*/ 0 h 390525"/>
                  <a:gd name="connsiteX0" fmla="*/ 0 w 10000"/>
                  <a:gd name="connsiteY0" fmla="*/ 10000 h 10000"/>
                  <a:gd name="connsiteX1" fmla="*/ 10000 w 10000"/>
                  <a:gd name="connsiteY1" fmla="*/ 0 h 10000"/>
                  <a:gd name="connsiteX0" fmla="*/ 2868 w 2868"/>
                  <a:gd name="connsiteY0" fmla="*/ 10216 h 10216"/>
                  <a:gd name="connsiteX1" fmla="*/ 0 w 2868"/>
                  <a:gd name="connsiteY1" fmla="*/ 0 h 10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68" h="10216">
                    <a:moveTo>
                      <a:pt x="2868" y="10216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B6844A4-81F4-480D-8042-C9D457024A1D}"/>
                  </a:ext>
                </a:extLst>
              </p:cNvPr>
              <p:cNvSpPr/>
              <p:nvPr/>
            </p:nvSpPr>
            <p:spPr>
              <a:xfrm flipH="1">
                <a:off x="8539540" y="2050517"/>
                <a:ext cx="1274" cy="1116826"/>
              </a:xfrm>
              <a:custGeom>
                <a:avLst/>
                <a:gdLst>
                  <a:gd name="connsiteX0" fmla="*/ 0 w 6350"/>
                  <a:gd name="connsiteY0" fmla="*/ 390525 h 390525"/>
                  <a:gd name="connsiteX1" fmla="*/ 6350 w 6350"/>
                  <a:gd name="connsiteY1" fmla="*/ 0 h 390525"/>
                  <a:gd name="connsiteX2" fmla="*/ 6350 w 6350"/>
                  <a:gd name="connsiteY2" fmla="*/ 0 h 390525"/>
                  <a:gd name="connsiteX0" fmla="*/ 0 w 9020"/>
                  <a:gd name="connsiteY0" fmla="*/ 10029 h 10029"/>
                  <a:gd name="connsiteX1" fmla="*/ 9020 w 9020"/>
                  <a:gd name="connsiteY1" fmla="*/ 0 h 10029"/>
                  <a:gd name="connsiteX2" fmla="*/ 9020 w 9020"/>
                  <a:gd name="connsiteY2" fmla="*/ 0 h 10029"/>
                  <a:gd name="connsiteX0" fmla="*/ 0 w 10000"/>
                  <a:gd name="connsiteY0" fmla="*/ 10086 h 10086"/>
                  <a:gd name="connsiteX1" fmla="*/ 10000 w 10000"/>
                  <a:gd name="connsiteY1" fmla="*/ 86 h 10086"/>
                  <a:gd name="connsiteX2" fmla="*/ 218 w 10000"/>
                  <a:gd name="connsiteY2" fmla="*/ 0 h 10086"/>
                  <a:gd name="connsiteX0" fmla="*/ 0 w 218"/>
                  <a:gd name="connsiteY0" fmla="*/ 10086 h 10086"/>
                  <a:gd name="connsiteX1" fmla="*/ 218 w 218"/>
                  <a:gd name="connsiteY1" fmla="*/ 0 h 10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" h="10086">
                    <a:moveTo>
                      <a:pt x="0" y="10086"/>
                    </a:moveTo>
                    <a:cubicBezTo>
                      <a:pt x="73" y="6724"/>
                      <a:pt x="145" y="3362"/>
                      <a:pt x="218" y="0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74E0BA9-4785-484E-A16D-D0CD9D46C5EE}"/>
                </a:ext>
              </a:extLst>
            </p:cNvPr>
            <p:cNvGrpSpPr/>
            <p:nvPr/>
          </p:nvGrpSpPr>
          <p:grpSpPr>
            <a:xfrm>
              <a:off x="8672256" y="818612"/>
              <a:ext cx="1800849" cy="4848182"/>
              <a:chOff x="8672256" y="818612"/>
              <a:chExt cx="1800849" cy="4848182"/>
            </a:xfrm>
            <a:grpFill/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4B8AE5-93D4-4A8B-8E7A-12829683A2FB}"/>
                  </a:ext>
                </a:extLst>
              </p:cNvPr>
              <p:cNvSpPr/>
              <p:nvPr/>
            </p:nvSpPr>
            <p:spPr>
              <a:xfrm>
                <a:off x="8932607" y="818612"/>
                <a:ext cx="1104900" cy="510380"/>
              </a:xfrm>
              <a:custGeom>
                <a:avLst/>
                <a:gdLst>
                  <a:gd name="connsiteX0" fmla="*/ 0 w 711200"/>
                  <a:gd name="connsiteY0" fmla="*/ 0 h 419100"/>
                  <a:gd name="connsiteX1" fmla="*/ 711200 w 711200"/>
                  <a:gd name="connsiteY1" fmla="*/ 0 h 419100"/>
                  <a:gd name="connsiteX2" fmla="*/ 711200 w 711200"/>
                  <a:gd name="connsiteY2" fmla="*/ 419100 h 419100"/>
                  <a:gd name="connsiteX3" fmla="*/ 0 w 711200"/>
                  <a:gd name="connsiteY3" fmla="*/ 419100 h 419100"/>
                  <a:gd name="connsiteX4" fmla="*/ 0 w 711200"/>
                  <a:gd name="connsiteY4" fmla="*/ 0 h 419100"/>
                  <a:gd name="connsiteX0" fmla="*/ 0 w 755650"/>
                  <a:gd name="connsiteY0" fmla="*/ 0 h 476250"/>
                  <a:gd name="connsiteX1" fmla="*/ 755650 w 755650"/>
                  <a:gd name="connsiteY1" fmla="*/ 57150 h 476250"/>
                  <a:gd name="connsiteX2" fmla="*/ 755650 w 755650"/>
                  <a:gd name="connsiteY2" fmla="*/ 476250 h 476250"/>
                  <a:gd name="connsiteX3" fmla="*/ 44450 w 755650"/>
                  <a:gd name="connsiteY3" fmla="*/ 476250 h 476250"/>
                  <a:gd name="connsiteX4" fmla="*/ 0 w 755650"/>
                  <a:gd name="connsiteY4" fmla="*/ 0 h 476250"/>
                  <a:gd name="connsiteX0" fmla="*/ 171450 w 927100"/>
                  <a:gd name="connsiteY0" fmla="*/ 0 h 476250"/>
                  <a:gd name="connsiteX1" fmla="*/ 927100 w 927100"/>
                  <a:gd name="connsiteY1" fmla="*/ 57150 h 476250"/>
                  <a:gd name="connsiteX2" fmla="*/ 927100 w 927100"/>
                  <a:gd name="connsiteY2" fmla="*/ 476250 h 476250"/>
                  <a:gd name="connsiteX3" fmla="*/ 0 w 927100"/>
                  <a:gd name="connsiteY3" fmla="*/ 425450 h 476250"/>
                  <a:gd name="connsiteX4" fmla="*/ 171450 w 927100"/>
                  <a:gd name="connsiteY4" fmla="*/ 0 h 476250"/>
                  <a:gd name="connsiteX0" fmla="*/ 171450 w 927100"/>
                  <a:gd name="connsiteY0" fmla="*/ 6350 h 482600"/>
                  <a:gd name="connsiteX1" fmla="*/ 831850 w 927100"/>
                  <a:gd name="connsiteY1" fmla="*/ 0 h 482600"/>
                  <a:gd name="connsiteX2" fmla="*/ 927100 w 927100"/>
                  <a:gd name="connsiteY2" fmla="*/ 482600 h 482600"/>
                  <a:gd name="connsiteX3" fmla="*/ 0 w 927100"/>
                  <a:gd name="connsiteY3" fmla="*/ 431800 h 482600"/>
                  <a:gd name="connsiteX4" fmla="*/ 171450 w 927100"/>
                  <a:gd name="connsiteY4" fmla="*/ 6350 h 482600"/>
                  <a:gd name="connsiteX0" fmla="*/ 222250 w 927100"/>
                  <a:gd name="connsiteY0" fmla="*/ 12700 h 482600"/>
                  <a:gd name="connsiteX1" fmla="*/ 831850 w 927100"/>
                  <a:gd name="connsiteY1" fmla="*/ 0 h 482600"/>
                  <a:gd name="connsiteX2" fmla="*/ 927100 w 927100"/>
                  <a:gd name="connsiteY2" fmla="*/ 482600 h 482600"/>
                  <a:gd name="connsiteX3" fmla="*/ 0 w 927100"/>
                  <a:gd name="connsiteY3" fmla="*/ 431800 h 482600"/>
                  <a:gd name="connsiteX4" fmla="*/ 222250 w 927100"/>
                  <a:gd name="connsiteY4" fmla="*/ 12700 h 482600"/>
                  <a:gd name="connsiteX0" fmla="*/ 222250 w 927100"/>
                  <a:gd name="connsiteY0" fmla="*/ 12700 h 482600"/>
                  <a:gd name="connsiteX1" fmla="*/ 831850 w 927100"/>
                  <a:gd name="connsiteY1" fmla="*/ 0 h 482600"/>
                  <a:gd name="connsiteX2" fmla="*/ 927100 w 927100"/>
                  <a:gd name="connsiteY2" fmla="*/ 482600 h 482600"/>
                  <a:gd name="connsiteX3" fmla="*/ 0 w 927100"/>
                  <a:gd name="connsiteY3" fmla="*/ 431800 h 482600"/>
                  <a:gd name="connsiteX4" fmla="*/ 222250 w 927100"/>
                  <a:gd name="connsiteY4" fmla="*/ 12700 h 482600"/>
                  <a:gd name="connsiteX0" fmla="*/ 222250 w 927100"/>
                  <a:gd name="connsiteY0" fmla="*/ 29877 h 499777"/>
                  <a:gd name="connsiteX1" fmla="*/ 831850 w 927100"/>
                  <a:gd name="connsiteY1" fmla="*/ 17177 h 499777"/>
                  <a:gd name="connsiteX2" fmla="*/ 927100 w 927100"/>
                  <a:gd name="connsiteY2" fmla="*/ 499777 h 499777"/>
                  <a:gd name="connsiteX3" fmla="*/ 0 w 927100"/>
                  <a:gd name="connsiteY3" fmla="*/ 448977 h 499777"/>
                  <a:gd name="connsiteX4" fmla="*/ 222250 w 927100"/>
                  <a:gd name="connsiteY4" fmla="*/ 29877 h 499777"/>
                  <a:gd name="connsiteX0" fmla="*/ 222250 w 927100"/>
                  <a:gd name="connsiteY0" fmla="*/ 29877 h 499777"/>
                  <a:gd name="connsiteX1" fmla="*/ 831850 w 927100"/>
                  <a:gd name="connsiteY1" fmla="*/ 17177 h 499777"/>
                  <a:gd name="connsiteX2" fmla="*/ 927100 w 927100"/>
                  <a:gd name="connsiteY2" fmla="*/ 499777 h 499777"/>
                  <a:gd name="connsiteX3" fmla="*/ 0 w 927100"/>
                  <a:gd name="connsiteY3" fmla="*/ 448977 h 499777"/>
                  <a:gd name="connsiteX4" fmla="*/ 222250 w 927100"/>
                  <a:gd name="connsiteY4" fmla="*/ 29877 h 499777"/>
                  <a:gd name="connsiteX0" fmla="*/ 222250 w 927100"/>
                  <a:gd name="connsiteY0" fmla="*/ 39762 h 509662"/>
                  <a:gd name="connsiteX1" fmla="*/ 831850 w 927100"/>
                  <a:gd name="connsiteY1" fmla="*/ 27062 h 509662"/>
                  <a:gd name="connsiteX2" fmla="*/ 927100 w 927100"/>
                  <a:gd name="connsiteY2" fmla="*/ 509662 h 509662"/>
                  <a:gd name="connsiteX3" fmla="*/ 0 w 927100"/>
                  <a:gd name="connsiteY3" fmla="*/ 458862 h 509662"/>
                  <a:gd name="connsiteX4" fmla="*/ 222250 w 927100"/>
                  <a:gd name="connsiteY4" fmla="*/ 39762 h 509662"/>
                  <a:gd name="connsiteX0" fmla="*/ 222250 w 960675"/>
                  <a:gd name="connsiteY0" fmla="*/ 39762 h 509662"/>
                  <a:gd name="connsiteX1" fmla="*/ 831850 w 960675"/>
                  <a:gd name="connsiteY1" fmla="*/ 27062 h 509662"/>
                  <a:gd name="connsiteX2" fmla="*/ 927100 w 960675"/>
                  <a:gd name="connsiteY2" fmla="*/ 509662 h 509662"/>
                  <a:gd name="connsiteX3" fmla="*/ 0 w 960675"/>
                  <a:gd name="connsiteY3" fmla="*/ 458862 h 509662"/>
                  <a:gd name="connsiteX4" fmla="*/ 222250 w 960675"/>
                  <a:gd name="connsiteY4" fmla="*/ 39762 h 509662"/>
                  <a:gd name="connsiteX0" fmla="*/ 222250 w 1104900"/>
                  <a:gd name="connsiteY0" fmla="*/ 39762 h 496962"/>
                  <a:gd name="connsiteX1" fmla="*/ 831850 w 1104900"/>
                  <a:gd name="connsiteY1" fmla="*/ 27062 h 496962"/>
                  <a:gd name="connsiteX2" fmla="*/ 1104900 w 1104900"/>
                  <a:gd name="connsiteY2" fmla="*/ 496962 h 496962"/>
                  <a:gd name="connsiteX3" fmla="*/ 0 w 1104900"/>
                  <a:gd name="connsiteY3" fmla="*/ 458862 h 496962"/>
                  <a:gd name="connsiteX4" fmla="*/ 222250 w 1104900"/>
                  <a:gd name="connsiteY4" fmla="*/ 39762 h 496962"/>
                  <a:gd name="connsiteX0" fmla="*/ 222250 w 1104900"/>
                  <a:gd name="connsiteY0" fmla="*/ 33460 h 490660"/>
                  <a:gd name="connsiteX1" fmla="*/ 831850 w 1104900"/>
                  <a:gd name="connsiteY1" fmla="*/ 20760 h 490660"/>
                  <a:gd name="connsiteX2" fmla="*/ 1104900 w 1104900"/>
                  <a:gd name="connsiteY2" fmla="*/ 490660 h 490660"/>
                  <a:gd name="connsiteX3" fmla="*/ 0 w 1104900"/>
                  <a:gd name="connsiteY3" fmla="*/ 452560 h 490660"/>
                  <a:gd name="connsiteX4" fmla="*/ 222250 w 1104900"/>
                  <a:gd name="connsiteY4" fmla="*/ 33460 h 490660"/>
                  <a:gd name="connsiteX0" fmla="*/ 222250 w 1104900"/>
                  <a:gd name="connsiteY0" fmla="*/ 33460 h 477960"/>
                  <a:gd name="connsiteX1" fmla="*/ 831850 w 1104900"/>
                  <a:gd name="connsiteY1" fmla="*/ 20760 h 477960"/>
                  <a:gd name="connsiteX2" fmla="*/ 1104900 w 1104900"/>
                  <a:gd name="connsiteY2" fmla="*/ 477960 h 477960"/>
                  <a:gd name="connsiteX3" fmla="*/ 0 w 1104900"/>
                  <a:gd name="connsiteY3" fmla="*/ 452560 h 477960"/>
                  <a:gd name="connsiteX4" fmla="*/ 222250 w 1104900"/>
                  <a:gd name="connsiteY4" fmla="*/ 33460 h 477960"/>
                  <a:gd name="connsiteX0" fmla="*/ 222250 w 1104900"/>
                  <a:gd name="connsiteY0" fmla="*/ 33460 h 477960"/>
                  <a:gd name="connsiteX1" fmla="*/ 831850 w 1104900"/>
                  <a:gd name="connsiteY1" fmla="*/ 20760 h 477960"/>
                  <a:gd name="connsiteX2" fmla="*/ 1104900 w 1104900"/>
                  <a:gd name="connsiteY2" fmla="*/ 477960 h 477960"/>
                  <a:gd name="connsiteX3" fmla="*/ 0 w 1104900"/>
                  <a:gd name="connsiteY3" fmla="*/ 452560 h 477960"/>
                  <a:gd name="connsiteX4" fmla="*/ 222250 w 1104900"/>
                  <a:gd name="connsiteY4" fmla="*/ 33460 h 477960"/>
                  <a:gd name="connsiteX0" fmla="*/ 222250 w 1104900"/>
                  <a:gd name="connsiteY0" fmla="*/ 33460 h 477960"/>
                  <a:gd name="connsiteX1" fmla="*/ 831850 w 1104900"/>
                  <a:gd name="connsiteY1" fmla="*/ 20760 h 477960"/>
                  <a:gd name="connsiteX2" fmla="*/ 1104900 w 1104900"/>
                  <a:gd name="connsiteY2" fmla="*/ 477960 h 477960"/>
                  <a:gd name="connsiteX3" fmla="*/ 0 w 1104900"/>
                  <a:gd name="connsiteY3" fmla="*/ 452560 h 477960"/>
                  <a:gd name="connsiteX4" fmla="*/ 222250 w 1104900"/>
                  <a:gd name="connsiteY4" fmla="*/ 33460 h 477960"/>
                  <a:gd name="connsiteX0" fmla="*/ 222250 w 1104900"/>
                  <a:gd name="connsiteY0" fmla="*/ 33460 h 477960"/>
                  <a:gd name="connsiteX1" fmla="*/ 831850 w 1104900"/>
                  <a:gd name="connsiteY1" fmla="*/ 20760 h 477960"/>
                  <a:gd name="connsiteX2" fmla="*/ 1104900 w 1104900"/>
                  <a:gd name="connsiteY2" fmla="*/ 477960 h 477960"/>
                  <a:gd name="connsiteX3" fmla="*/ 0 w 1104900"/>
                  <a:gd name="connsiteY3" fmla="*/ 452560 h 477960"/>
                  <a:gd name="connsiteX4" fmla="*/ 222250 w 1104900"/>
                  <a:gd name="connsiteY4" fmla="*/ 33460 h 477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4900" h="477960">
                    <a:moveTo>
                      <a:pt x="222250" y="33460"/>
                    </a:moveTo>
                    <a:cubicBezTo>
                      <a:pt x="495300" y="-27923"/>
                      <a:pt x="628650" y="12293"/>
                      <a:pt x="831850" y="20760"/>
                    </a:cubicBezTo>
                    <a:cubicBezTo>
                      <a:pt x="1073150" y="35577"/>
                      <a:pt x="1054100" y="342493"/>
                      <a:pt x="1104900" y="477960"/>
                    </a:cubicBezTo>
                    <a:cubicBezTo>
                      <a:pt x="962819" y="373603"/>
                      <a:pt x="499269" y="273707"/>
                      <a:pt x="0" y="452560"/>
                    </a:cubicBezTo>
                    <a:cubicBezTo>
                      <a:pt x="74083" y="312860"/>
                      <a:pt x="71967" y="46160"/>
                      <a:pt x="222250" y="33460"/>
                    </a:cubicBezTo>
                    <a:close/>
                  </a:path>
                </a:pathLst>
              </a:custGeom>
              <a:solidFill>
                <a:srgbClr val="FF535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">
                <a:extLst>
                  <a:ext uri="{FF2B5EF4-FFF2-40B4-BE49-F238E27FC236}">
                    <a16:creationId xmlns:a16="http://schemas.microsoft.com/office/drawing/2014/main" id="{524AA33E-C2D8-4AC2-A6AF-22B8D1A70C44}"/>
                  </a:ext>
                </a:extLst>
              </p:cNvPr>
              <p:cNvSpPr/>
              <p:nvPr/>
            </p:nvSpPr>
            <p:spPr>
              <a:xfrm flipH="1" flipV="1">
                <a:off x="9442946" y="874191"/>
                <a:ext cx="637229" cy="2077307"/>
              </a:xfrm>
              <a:custGeom>
                <a:avLst/>
                <a:gdLst>
                  <a:gd name="connsiteX0" fmla="*/ 0 w 116682"/>
                  <a:gd name="connsiteY0" fmla="*/ 0 h 404813"/>
                  <a:gd name="connsiteX1" fmla="*/ 116682 w 116682"/>
                  <a:gd name="connsiteY1" fmla="*/ 0 h 404813"/>
                  <a:gd name="connsiteX2" fmla="*/ 116682 w 116682"/>
                  <a:gd name="connsiteY2" fmla="*/ 404813 h 404813"/>
                  <a:gd name="connsiteX3" fmla="*/ 0 w 116682"/>
                  <a:gd name="connsiteY3" fmla="*/ 404813 h 404813"/>
                  <a:gd name="connsiteX4" fmla="*/ 0 w 116682"/>
                  <a:gd name="connsiteY4" fmla="*/ 0 h 404813"/>
                  <a:gd name="connsiteX0" fmla="*/ 0 w 221457"/>
                  <a:gd name="connsiteY0" fmla="*/ 0 h 404813"/>
                  <a:gd name="connsiteX1" fmla="*/ 221457 w 221457"/>
                  <a:gd name="connsiteY1" fmla="*/ 300037 h 404813"/>
                  <a:gd name="connsiteX2" fmla="*/ 116682 w 221457"/>
                  <a:gd name="connsiteY2" fmla="*/ 404813 h 404813"/>
                  <a:gd name="connsiteX3" fmla="*/ 0 w 221457"/>
                  <a:gd name="connsiteY3" fmla="*/ 404813 h 404813"/>
                  <a:gd name="connsiteX4" fmla="*/ 0 w 221457"/>
                  <a:gd name="connsiteY4" fmla="*/ 0 h 404813"/>
                  <a:gd name="connsiteX0" fmla="*/ 45243 w 221457"/>
                  <a:gd name="connsiteY0" fmla="*/ 0 h 552450"/>
                  <a:gd name="connsiteX1" fmla="*/ 221457 w 221457"/>
                  <a:gd name="connsiteY1" fmla="*/ 447674 h 552450"/>
                  <a:gd name="connsiteX2" fmla="*/ 116682 w 221457"/>
                  <a:gd name="connsiteY2" fmla="*/ 552450 h 552450"/>
                  <a:gd name="connsiteX3" fmla="*/ 0 w 221457"/>
                  <a:gd name="connsiteY3" fmla="*/ 552450 h 552450"/>
                  <a:gd name="connsiteX4" fmla="*/ 45243 w 221457"/>
                  <a:gd name="connsiteY4" fmla="*/ 0 h 552450"/>
                  <a:gd name="connsiteX0" fmla="*/ 45243 w 221457"/>
                  <a:gd name="connsiteY0" fmla="*/ 0 h 552450"/>
                  <a:gd name="connsiteX1" fmla="*/ 221457 w 221457"/>
                  <a:gd name="connsiteY1" fmla="*/ 447674 h 552450"/>
                  <a:gd name="connsiteX2" fmla="*/ 116682 w 221457"/>
                  <a:gd name="connsiteY2" fmla="*/ 552450 h 552450"/>
                  <a:gd name="connsiteX3" fmla="*/ 0 w 221457"/>
                  <a:gd name="connsiteY3" fmla="*/ 552450 h 552450"/>
                  <a:gd name="connsiteX4" fmla="*/ 45243 w 221457"/>
                  <a:gd name="connsiteY4" fmla="*/ 0 h 552450"/>
                  <a:gd name="connsiteX0" fmla="*/ 45243 w 221457"/>
                  <a:gd name="connsiteY0" fmla="*/ 0 h 552450"/>
                  <a:gd name="connsiteX1" fmla="*/ 221457 w 221457"/>
                  <a:gd name="connsiteY1" fmla="*/ 447674 h 552450"/>
                  <a:gd name="connsiteX2" fmla="*/ 116682 w 221457"/>
                  <a:gd name="connsiteY2" fmla="*/ 552450 h 552450"/>
                  <a:gd name="connsiteX3" fmla="*/ 0 w 221457"/>
                  <a:gd name="connsiteY3" fmla="*/ 552450 h 552450"/>
                  <a:gd name="connsiteX4" fmla="*/ 45243 w 221457"/>
                  <a:gd name="connsiteY4" fmla="*/ 0 h 552450"/>
                  <a:gd name="connsiteX0" fmla="*/ 247649 w 423863"/>
                  <a:gd name="connsiteY0" fmla="*/ 0 h 642937"/>
                  <a:gd name="connsiteX1" fmla="*/ 423863 w 423863"/>
                  <a:gd name="connsiteY1" fmla="*/ 447674 h 642937"/>
                  <a:gd name="connsiteX2" fmla="*/ 319088 w 423863"/>
                  <a:gd name="connsiteY2" fmla="*/ 552450 h 642937"/>
                  <a:gd name="connsiteX3" fmla="*/ 0 w 423863"/>
                  <a:gd name="connsiteY3" fmla="*/ 642937 h 642937"/>
                  <a:gd name="connsiteX4" fmla="*/ 247649 w 423863"/>
                  <a:gd name="connsiteY4" fmla="*/ 0 h 642937"/>
                  <a:gd name="connsiteX0" fmla="*/ 476249 w 652463"/>
                  <a:gd name="connsiteY0" fmla="*/ 0 h 1665287"/>
                  <a:gd name="connsiteX1" fmla="*/ 652463 w 652463"/>
                  <a:gd name="connsiteY1" fmla="*/ 447674 h 1665287"/>
                  <a:gd name="connsiteX2" fmla="*/ 547688 w 652463"/>
                  <a:gd name="connsiteY2" fmla="*/ 552450 h 1665287"/>
                  <a:gd name="connsiteX3" fmla="*/ 0 w 652463"/>
                  <a:gd name="connsiteY3" fmla="*/ 1665287 h 1665287"/>
                  <a:gd name="connsiteX4" fmla="*/ 476249 w 652463"/>
                  <a:gd name="connsiteY4" fmla="*/ 0 h 1665287"/>
                  <a:gd name="connsiteX0" fmla="*/ 476249 w 652463"/>
                  <a:gd name="connsiteY0" fmla="*/ 0 h 1678539"/>
                  <a:gd name="connsiteX1" fmla="*/ 652463 w 652463"/>
                  <a:gd name="connsiteY1" fmla="*/ 447674 h 1678539"/>
                  <a:gd name="connsiteX2" fmla="*/ 547688 w 652463"/>
                  <a:gd name="connsiteY2" fmla="*/ 552450 h 1678539"/>
                  <a:gd name="connsiteX3" fmla="*/ 0 w 652463"/>
                  <a:gd name="connsiteY3" fmla="*/ 1678539 h 1678539"/>
                  <a:gd name="connsiteX4" fmla="*/ 476249 w 652463"/>
                  <a:gd name="connsiteY4" fmla="*/ 0 h 1678539"/>
                  <a:gd name="connsiteX0" fmla="*/ 476249 w 652463"/>
                  <a:gd name="connsiteY0" fmla="*/ 0 h 1957181"/>
                  <a:gd name="connsiteX1" fmla="*/ 652463 w 652463"/>
                  <a:gd name="connsiteY1" fmla="*/ 447674 h 1957181"/>
                  <a:gd name="connsiteX2" fmla="*/ 203132 w 652463"/>
                  <a:gd name="connsiteY2" fmla="*/ 1957181 h 1957181"/>
                  <a:gd name="connsiteX3" fmla="*/ 0 w 652463"/>
                  <a:gd name="connsiteY3" fmla="*/ 1678539 h 1957181"/>
                  <a:gd name="connsiteX4" fmla="*/ 476249 w 652463"/>
                  <a:gd name="connsiteY4" fmla="*/ 0 h 1957181"/>
                  <a:gd name="connsiteX0" fmla="*/ 514349 w 690563"/>
                  <a:gd name="connsiteY0" fmla="*/ 0 h 1957181"/>
                  <a:gd name="connsiteX1" fmla="*/ 690563 w 690563"/>
                  <a:gd name="connsiteY1" fmla="*/ 447674 h 1957181"/>
                  <a:gd name="connsiteX2" fmla="*/ 241232 w 690563"/>
                  <a:gd name="connsiteY2" fmla="*/ 1957181 h 1957181"/>
                  <a:gd name="connsiteX3" fmla="*/ 0 w 690563"/>
                  <a:gd name="connsiteY3" fmla="*/ 1576939 h 1957181"/>
                  <a:gd name="connsiteX4" fmla="*/ 514349 w 690563"/>
                  <a:gd name="connsiteY4" fmla="*/ 0 h 1957181"/>
                  <a:gd name="connsiteX0" fmla="*/ 1002029 w 1178243"/>
                  <a:gd name="connsiteY0" fmla="*/ 0 h 2864719"/>
                  <a:gd name="connsiteX1" fmla="*/ 1178243 w 1178243"/>
                  <a:gd name="connsiteY1" fmla="*/ 447674 h 2864719"/>
                  <a:gd name="connsiteX2" fmla="*/ 728912 w 1178243"/>
                  <a:gd name="connsiteY2" fmla="*/ 1957181 h 2864719"/>
                  <a:gd name="connsiteX3" fmla="*/ 0 w 1178243"/>
                  <a:gd name="connsiteY3" fmla="*/ 2864719 h 2864719"/>
                  <a:gd name="connsiteX4" fmla="*/ 1002029 w 1178243"/>
                  <a:gd name="connsiteY4" fmla="*/ 0 h 2864719"/>
                  <a:gd name="connsiteX0" fmla="*/ 1002029 w 1178243"/>
                  <a:gd name="connsiteY0" fmla="*/ 0 h 3001121"/>
                  <a:gd name="connsiteX1" fmla="*/ 1178243 w 1178243"/>
                  <a:gd name="connsiteY1" fmla="*/ 447674 h 3001121"/>
                  <a:gd name="connsiteX2" fmla="*/ 271712 w 1178243"/>
                  <a:gd name="connsiteY2" fmla="*/ 3001121 h 3001121"/>
                  <a:gd name="connsiteX3" fmla="*/ 0 w 1178243"/>
                  <a:gd name="connsiteY3" fmla="*/ 2864719 h 3001121"/>
                  <a:gd name="connsiteX4" fmla="*/ 1002029 w 1178243"/>
                  <a:gd name="connsiteY4" fmla="*/ 0 h 3001121"/>
                  <a:gd name="connsiteX0" fmla="*/ 1174817 w 1351031"/>
                  <a:gd name="connsiteY0" fmla="*/ 0 h 4829921"/>
                  <a:gd name="connsiteX1" fmla="*/ 1351031 w 1351031"/>
                  <a:gd name="connsiteY1" fmla="*/ 447674 h 4829921"/>
                  <a:gd name="connsiteX2" fmla="*/ 0 w 1351031"/>
                  <a:gd name="connsiteY2" fmla="*/ 4829921 h 4829921"/>
                  <a:gd name="connsiteX3" fmla="*/ 172788 w 1351031"/>
                  <a:gd name="connsiteY3" fmla="*/ 2864719 h 4829921"/>
                  <a:gd name="connsiteX4" fmla="*/ 1174817 w 1351031"/>
                  <a:gd name="connsiteY4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195512 w 1546543"/>
                  <a:gd name="connsiteY2" fmla="*/ 4829921 h 4829921"/>
                  <a:gd name="connsiteX3" fmla="*/ 0 w 1546543"/>
                  <a:gd name="connsiteY3" fmla="*/ 4464919 h 4829921"/>
                  <a:gd name="connsiteX4" fmla="*/ 1370329 w 1546543"/>
                  <a:gd name="connsiteY4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195512 w 1546543"/>
                  <a:gd name="connsiteY2" fmla="*/ 4829921 h 4829921"/>
                  <a:gd name="connsiteX3" fmla="*/ 0 w 1546543"/>
                  <a:gd name="connsiteY3" fmla="*/ 4464919 h 4829921"/>
                  <a:gd name="connsiteX4" fmla="*/ 409894 w 1546543"/>
                  <a:gd name="connsiteY4" fmla="*/ 2662210 h 4829921"/>
                  <a:gd name="connsiteX5" fmla="*/ 1370329 w 1546543"/>
                  <a:gd name="connsiteY5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375448"/>
                  <a:gd name="connsiteY0" fmla="*/ 0 h 4826746"/>
                  <a:gd name="connsiteX1" fmla="*/ 765494 w 1375448"/>
                  <a:gd name="connsiteY1" fmla="*/ 2795560 h 4826746"/>
                  <a:gd name="connsiteX2" fmla="*/ 211387 w 1375448"/>
                  <a:gd name="connsiteY2" fmla="*/ 4826746 h 4826746"/>
                  <a:gd name="connsiteX3" fmla="*/ 0 w 1375448"/>
                  <a:gd name="connsiteY3" fmla="*/ 4464919 h 4826746"/>
                  <a:gd name="connsiteX4" fmla="*/ 409894 w 1375448"/>
                  <a:gd name="connsiteY4" fmla="*/ 2662210 h 4826746"/>
                  <a:gd name="connsiteX5" fmla="*/ 1370329 w 1375448"/>
                  <a:gd name="connsiteY5" fmla="*/ 0 h 4826746"/>
                  <a:gd name="connsiteX0" fmla="*/ 409894 w 768365"/>
                  <a:gd name="connsiteY0" fmla="*/ 177913 h 2342449"/>
                  <a:gd name="connsiteX1" fmla="*/ 765494 w 768365"/>
                  <a:gd name="connsiteY1" fmla="*/ 311263 h 2342449"/>
                  <a:gd name="connsiteX2" fmla="*/ 211387 w 768365"/>
                  <a:gd name="connsiteY2" fmla="*/ 2342449 h 2342449"/>
                  <a:gd name="connsiteX3" fmla="*/ 0 w 768365"/>
                  <a:gd name="connsiteY3" fmla="*/ 1980622 h 2342449"/>
                  <a:gd name="connsiteX4" fmla="*/ 409894 w 768365"/>
                  <a:gd name="connsiteY4" fmla="*/ 177913 h 2342449"/>
                  <a:gd name="connsiteX0" fmla="*/ 409894 w 651092"/>
                  <a:gd name="connsiteY0" fmla="*/ 99648 h 2264184"/>
                  <a:gd name="connsiteX1" fmla="*/ 646225 w 651092"/>
                  <a:gd name="connsiteY1" fmla="*/ 537798 h 2264184"/>
                  <a:gd name="connsiteX2" fmla="*/ 211387 w 651092"/>
                  <a:gd name="connsiteY2" fmla="*/ 2264184 h 2264184"/>
                  <a:gd name="connsiteX3" fmla="*/ 0 w 651092"/>
                  <a:gd name="connsiteY3" fmla="*/ 1902357 h 2264184"/>
                  <a:gd name="connsiteX4" fmla="*/ 409894 w 651092"/>
                  <a:gd name="connsiteY4" fmla="*/ 99648 h 2264184"/>
                  <a:gd name="connsiteX0" fmla="*/ 409894 w 638240"/>
                  <a:gd name="connsiteY0" fmla="*/ 91914 h 2256450"/>
                  <a:gd name="connsiteX1" fmla="*/ 632973 w 638240"/>
                  <a:gd name="connsiteY1" fmla="*/ 583073 h 2256450"/>
                  <a:gd name="connsiteX2" fmla="*/ 211387 w 638240"/>
                  <a:gd name="connsiteY2" fmla="*/ 2256450 h 2256450"/>
                  <a:gd name="connsiteX3" fmla="*/ 0 w 638240"/>
                  <a:gd name="connsiteY3" fmla="*/ 1894623 h 2256450"/>
                  <a:gd name="connsiteX4" fmla="*/ 409894 w 638240"/>
                  <a:gd name="connsiteY4" fmla="*/ 91914 h 2256450"/>
                  <a:gd name="connsiteX0" fmla="*/ 383389 w 637494"/>
                  <a:gd name="connsiteY0" fmla="*/ 101768 h 2200043"/>
                  <a:gd name="connsiteX1" fmla="*/ 632973 w 637494"/>
                  <a:gd name="connsiteY1" fmla="*/ 526666 h 2200043"/>
                  <a:gd name="connsiteX2" fmla="*/ 211387 w 637494"/>
                  <a:gd name="connsiteY2" fmla="*/ 2200043 h 2200043"/>
                  <a:gd name="connsiteX3" fmla="*/ 0 w 637494"/>
                  <a:gd name="connsiteY3" fmla="*/ 1838216 h 2200043"/>
                  <a:gd name="connsiteX4" fmla="*/ 383389 w 637494"/>
                  <a:gd name="connsiteY4" fmla="*/ 101768 h 2200043"/>
                  <a:gd name="connsiteX0" fmla="*/ 423146 w 638709"/>
                  <a:gd name="connsiteY0" fmla="*/ 111107 h 2156374"/>
                  <a:gd name="connsiteX1" fmla="*/ 632973 w 638709"/>
                  <a:gd name="connsiteY1" fmla="*/ 482997 h 2156374"/>
                  <a:gd name="connsiteX2" fmla="*/ 211387 w 638709"/>
                  <a:gd name="connsiteY2" fmla="*/ 2156374 h 2156374"/>
                  <a:gd name="connsiteX3" fmla="*/ 0 w 638709"/>
                  <a:gd name="connsiteY3" fmla="*/ 1794547 h 2156374"/>
                  <a:gd name="connsiteX4" fmla="*/ 423146 w 638709"/>
                  <a:gd name="connsiteY4" fmla="*/ 111107 h 2156374"/>
                  <a:gd name="connsiteX0" fmla="*/ 423146 w 637229"/>
                  <a:gd name="connsiteY0" fmla="*/ 32040 h 2077307"/>
                  <a:gd name="connsiteX1" fmla="*/ 632973 w 637229"/>
                  <a:gd name="connsiteY1" fmla="*/ 403930 h 2077307"/>
                  <a:gd name="connsiteX2" fmla="*/ 211387 w 637229"/>
                  <a:gd name="connsiteY2" fmla="*/ 2077307 h 2077307"/>
                  <a:gd name="connsiteX3" fmla="*/ 0 w 637229"/>
                  <a:gd name="connsiteY3" fmla="*/ 1715480 h 2077307"/>
                  <a:gd name="connsiteX4" fmla="*/ 423146 w 637229"/>
                  <a:gd name="connsiteY4" fmla="*/ 32040 h 2077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229" h="2077307">
                    <a:moveTo>
                      <a:pt x="423146" y="32040"/>
                    </a:moveTo>
                    <a:cubicBezTo>
                      <a:pt x="497719" y="-60655"/>
                      <a:pt x="666058" y="43174"/>
                      <a:pt x="632973" y="403930"/>
                    </a:cubicBezTo>
                    <a:cubicBezTo>
                      <a:pt x="448271" y="1020032"/>
                      <a:pt x="373229" y="1354525"/>
                      <a:pt x="211387" y="2077307"/>
                    </a:cubicBezTo>
                    <a:cubicBezTo>
                      <a:pt x="93300" y="1956698"/>
                      <a:pt x="57762" y="1858314"/>
                      <a:pt x="0" y="1715480"/>
                    </a:cubicBezTo>
                    <a:cubicBezTo>
                      <a:pt x="87948" y="1208769"/>
                      <a:pt x="239948" y="624476"/>
                      <a:pt x="423146" y="32040"/>
                    </a:cubicBezTo>
                    <a:close/>
                  </a:path>
                </a:pathLst>
              </a:custGeom>
              <a:solidFill>
                <a:srgbClr val="FF535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D17414-9F97-4AF6-8601-AB197277A8F1}"/>
                  </a:ext>
                </a:extLst>
              </p:cNvPr>
              <p:cNvSpPr/>
              <p:nvPr/>
            </p:nvSpPr>
            <p:spPr>
              <a:xfrm flipH="1">
                <a:off x="8932606" y="863883"/>
                <a:ext cx="1540499" cy="4802911"/>
              </a:xfrm>
              <a:custGeom>
                <a:avLst/>
                <a:gdLst>
                  <a:gd name="connsiteX0" fmla="*/ 0 w 116682"/>
                  <a:gd name="connsiteY0" fmla="*/ 0 h 404813"/>
                  <a:gd name="connsiteX1" fmla="*/ 116682 w 116682"/>
                  <a:gd name="connsiteY1" fmla="*/ 0 h 404813"/>
                  <a:gd name="connsiteX2" fmla="*/ 116682 w 116682"/>
                  <a:gd name="connsiteY2" fmla="*/ 404813 h 404813"/>
                  <a:gd name="connsiteX3" fmla="*/ 0 w 116682"/>
                  <a:gd name="connsiteY3" fmla="*/ 404813 h 404813"/>
                  <a:gd name="connsiteX4" fmla="*/ 0 w 116682"/>
                  <a:gd name="connsiteY4" fmla="*/ 0 h 404813"/>
                  <a:gd name="connsiteX0" fmla="*/ 0 w 221457"/>
                  <a:gd name="connsiteY0" fmla="*/ 0 h 404813"/>
                  <a:gd name="connsiteX1" fmla="*/ 221457 w 221457"/>
                  <a:gd name="connsiteY1" fmla="*/ 300037 h 404813"/>
                  <a:gd name="connsiteX2" fmla="*/ 116682 w 221457"/>
                  <a:gd name="connsiteY2" fmla="*/ 404813 h 404813"/>
                  <a:gd name="connsiteX3" fmla="*/ 0 w 221457"/>
                  <a:gd name="connsiteY3" fmla="*/ 404813 h 404813"/>
                  <a:gd name="connsiteX4" fmla="*/ 0 w 221457"/>
                  <a:gd name="connsiteY4" fmla="*/ 0 h 404813"/>
                  <a:gd name="connsiteX0" fmla="*/ 45243 w 221457"/>
                  <a:gd name="connsiteY0" fmla="*/ 0 h 552450"/>
                  <a:gd name="connsiteX1" fmla="*/ 221457 w 221457"/>
                  <a:gd name="connsiteY1" fmla="*/ 447674 h 552450"/>
                  <a:gd name="connsiteX2" fmla="*/ 116682 w 221457"/>
                  <a:gd name="connsiteY2" fmla="*/ 552450 h 552450"/>
                  <a:gd name="connsiteX3" fmla="*/ 0 w 221457"/>
                  <a:gd name="connsiteY3" fmla="*/ 552450 h 552450"/>
                  <a:gd name="connsiteX4" fmla="*/ 45243 w 221457"/>
                  <a:gd name="connsiteY4" fmla="*/ 0 h 552450"/>
                  <a:gd name="connsiteX0" fmla="*/ 45243 w 221457"/>
                  <a:gd name="connsiteY0" fmla="*/ 0 h 552450"/>
                  <a:gd name="connsiteX1" fmla="*/ 221457 w 221457"/>
                  <a:gd name="connsiteY1" fmla="*/ 447674 h 552450"/>
                  <a:gd name="connsiteX2" fmla="*/ 116682 w 221457"/>
                  <a:gd name="connsiteY2" fmla="*/ 552450 h 552450"/>
                  <a:gd name="connsiteX3" fmla="*/ 0 w 221457"/>
                  <a:gd name="connsiteY3" fmla="*/ 552450 h 552450"/>
                  <a:gd name="connsiteX4" fmla="*/ 45243 w 221457"/>
                  <a:gd name="connsiteY4" fmla="*/ 0 h 552450"/>
                  <a:gd name="connsiteX0" fmla="*/ 45243 w 221457"/>
                  <a:gd name="connsiteY0" fmla="*/ 0 h 552450"/>
                  <a:gd name="connsiteX1" fmla="*/ 221457 w 221457"/>
                  <a:gd name="connsiteY1" fmla="*/ 447674 h 552450"/>
                  <a:gd name="connsiteX2" fmla="*/ 116682 w 221457"/>
                  <a:gd name="connsiteY2" fmla="*/ 552450 h 552450"/>
                  <a:gd name="connsiteX3" fmla="*/ 0 w 221457"/>
                  <a:gd name="connsiteY3" fmla="*/ 552450 h 552450"/>
                  <a:gd name="connsiteX4" fmla="*/ 45243 w 221457"/>
                  <a:gd name="connsiteY4" fmla="*/ 0 h 552450"/>
                  <a:gd name="connsiteX0" fmla="*/ 247649 w 423863"/>
                  <a:gd name="connsiteY0" fmla="*/ 0 h 642937"/>
                  <a:gd name="connsiteX1" fmla="*/ 423863 w 423863"/>
                  <a:gd name="connsiteY1" fmla="*/ 447674 h 642937"/>
                  <a:gd name="connsiteX2" fmla="*/ 319088 w 423863"/>
                  <a:gd name="connsiteY2" fmla="*/ 552450 h 642937"/>
                  <a:gd name="connsiteX3" fmla="*/ 0 w 423863"/>
                  <a:gd name="connsiteY3" fmla="*/ 642937 h 642937"/>
                  <a:gd name="connsiteX4" fmla="*/ 247649 w 423863"/>
                  <a:gd name="connsiteY4" fmla="*/ 0 h 642937"/>
                  <a:gd name="connsiteX0" fmla="*/ 476249 w 652463"/>
                  <a:gd name="connsiteY0" fmla="*/ 0 h 1665287"/>
                  <a:gd name="connsiteX1" fmla="*/ 652463 w 652463"/>
                  <a:gd name="connsiteY1" fmla="*/ 447674 h 1665287"/>
                  <a:gd name="connsiteX2" fmla="*/ 547688 w 652463"/>
                  <a:gd name="connsiteY2" fmla="*/ 552450 h 1665287"/>
                  <a:gd name="connsiteX3" fmla="*/ 0 w 652463"/>
                  <a:gd name="connsiteY3" fmla="*/ 1665287 h 1665287"/>
                  <a:gd name="connsiteX4" fmla="*/ 476249 w 652463"/>
                  <a:gd name="connsiteY4" fmla="*/ 0 h 1665287"/>
                  <a:gd name="connsiteX0" fmla="*/ 476249 w 652463"/>
                  <a:gd name="connsiteY0" fmla="*/ 0 h 1678539"/>
                  <a:gd name="connsiteX1" fmla="*/ 652463 w 652463"/>
                  <a:gd name="connsiteY1" fmla="*/ 447674 h 1678539"/>
                  <a:gd name="connsiteX2" fmla="*/ 547688 w 652463"/>
                  <a:gd name="connsiteY2" fmla="*/ 552450 h 1678539"/>
                  <a:gd name="connsiteX3" fmla="*/ 0 w 652463"/>
                  <a:gd name="connsiteY3" fmla="*/ 1678539 h 1678539"/>
                  <a:gd name="connsiteX4" fmla="*/ 476249 w 652463"/>
                  <a:gd name="connsiteY4" fmla="*/ 0 h 1678539"/>
                  <a:gd name="connsiteX0" fmla="*/ 476249 w 652463"/>
                  <a:gd name="connsiteY0" fmla="*/ 0 h 1957181"/>
                  <a:gd name="connsiteX1" fmla="*/ 652463 w 652463"/>
                  <a:gd name="connsiteY1" fmla="*/ 447674 h 1957181"/>
                  <a:gd name="connsiteX2" fmla="*/ 203132 w 652463"/>
                  <a:gd name="connsiteY2" fmla="*/ 1957181 h 1957181"/>
                  <a:gd name="connsiteX3" fmla="*/ 0 w 652463"/>
                  <a:gd name="connsiteY3" fmla="*/ 1678539 h 1957181"/>
                  <a:gd name="connsiteX4" fmla="*/ 476249 w 652463"/>
                  <a:gd name="connsiteY4" fmla="*/ 0 h 1957181"/>
                  <a:gd name="connsiteX0" fmla="*/ 514349 w 690563"/>
                  <a:gd name="connsiteY0" fmla="*/ 0 h 1957181"/>
                  <a:gd name="connsiteX1" fmla="*/ 690563 w 690563"/>
                  <a:gd name="connsiteY1" fmla="*/ 447674 h 1957181"/>
                  <a:gd name="connsiteX2" fmla="*/ 241232 w 690563"/>
                  <a:gd name="connsiteY2" fmla="*/ 1957181 h 1957181"/>
                  <a:gd name="connsiteX3" fmla="*/ 0 w 690563"/>
                  <a:gd name="connsiteY3" fmla="*/ 1576939 h 1957181"/>
                  <a:gd name="connsiteX4" fmla="*/ 514349 w 690563"/>
                  <a:gd name="connsiteY4" fmla="*/ 0 h 1957181"/>
                  <a:gd name="connsiteX0" fmla="*/ 1002029 w 1178243"/>
                  <a:gd name="connsiteY0" fmla="*/ 0 h 2864719"/>
                  <a:gd name="connsiteX1" fmla="*/ 1178243 w 1178243"/>
                  <a:gd name="connsiteY1" fmla="*/ 447674 h 2864719"/>
                  <a:gd name="connsiteX2" fmla="*/ 728912 w 1178243"/>
                  <a:gd name="connsiteY2" fmla="*/ 1957181 h 2864719"/>
                  <a:gd name="connsiteX3" fmla="*/ 0 w 1178243"/>
                  <a:gd name="connsiteY3" fmla="*/ 2864719 h 2864719"/>
                  <a:gd name="connsiteX4" fmla="*/ 1002029 w 1178243"/>
                  <a:gd name="connsiteY4" fmla="*/ 0 h 2864719"/>
                  <a:gd name="connsiteX0" fmla="*/ 1002029 w 1178243"/>
                  <a:gd name="connsiteY0" fmla="*/ 0 h 3001121"/>
                  <a:gd name="connsiteX1" fmla="*/ 1178243 w 1178243"/>
                  <a:gd name="connsiteY1" fmla="*/ 447674 h 3001121"/>
                  <a:gd name="connsiteX2" fmla="*/ 271712 w 1178243"/>
                  <a:gd name="connsiteY2" fmla="*/ 3001121 h 3001121"/>
                  <a:gd name="connsiteX3" fmla="*/ 0 w 1178243"/>
                  <a:gd name="connsiteY3" fmla="*/ 2864719 h 3001121"/>
                  <a:gd name="connsiteX4" fmla="*/ 1002029 w 1178243"/>
                  <a:gd name="connsiteY4" fmla="*/ 0 h 3001121"/>
                  <a:gd name="connsiteX0" fmla="*/ 1174817 w 1351031"/>
                  <a:gd name="connsiteY0" fmla="*/ 0 h 4829921"/>
                  <a:gd name="connsiteX1" fmla="*/ 1351031 w 1351031"/>
                  <a:gd name="connsiteY1" fmla="*/ 447674 h 4829921"/>
                  <a:gd name="connsiteX2" fmla="*/ 0 w 1351031"/>
                  <a:gd name="connsiteY2" fmla="*/ 4829921 h 4829921"/>
                  <a:gd name="connsiteX3" fmla="*/ 172788 w 1351031"/>
                  <a:gd name="connsiteY3" fmla="*/ 2864719 h 4829921"/>
                  <a:gd name="connsiteX4" fmla="*/ 1174817 w 1351031"/>
                  <a:gd name="connsiteY4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195512 w 1546543"/>
                  <a:gd name="connsiteY2" fmla="*/ 4829921 h 4829921"/>
                  <a:gd name="connsiteX3" fmla="*/ 0 w 1546543"/>
                  <a:gd name="connsiteY3" fmla="*/ 4464919 h 4829921"/>
                  <a:gd name="connsiteX4" fmla="*/ 1370329 w 1546543"/>
                  <a:gd name="connsiteY4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195512 w 1546543"/>
                  <a:gd name="connsiteY2" fmla="*/ 4829921 h 4829921"/>
                  <a:gd name="connsiteX3" fmla="*/ 0 w 1546543"/>
                  <a:gd name="connsiteY3" fmla="*/ 4464919 h 4829921"/>
                  <a:gd name="connsiteX4" fmla="*/ 409894 w 1546543"/>
                  <a:gd name="connsiteY4" fmla="*/ 2662210 h 4829921"/>
                  <a:gd name="connsiteX5" fmla="*/ 1370329 w 1546543"/>
                  <a:gd name="connsiteY5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9921"/>
                  <a:gd name="connsiteX1" fmla="*/ 1546543 w 1546543"/>
                  <a:gd name="connsiteY1" fmla="*/ 447674 h 4829921"/>
                  <a:gd name="connsiteX2" fmla="*/ 765494 w 1546543"/>
                  <a:gd name="connsiteY2" fmla="*/ 2795560 h 4829921"/>
                  <a:gd name="connsiteX3" fmla="*/ 195512 w 1546543"/>
                  <a:gd name="connsiteY3" fmla="*/ 4829921 h 4829921"/>
                  <a:gd name="connsiteX4" fmla="*/ 0 w 1546543"/>
                  <a:gd name="connsiteY4" fmla="*/ 4464919 h 4829921"/>
                  <a:gd name="connsiteX5" fmla="*/ 409894 w 1546543"/>
                  <a:gd name="connsiteY5" fmla="*/ 2662210 h 4829921"/>
                  <a:gd name="connsiteX6" fmla="*/ 1370329 w 1546543"/>
                  <a:gd name="connsiteY6" fmla="*/ 0 h 4829921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  <a:gd name="connsiteX0" fmla="*/ 1370329 w 1546543"/>
                  <a:gd name="connsiteY0" fmla="*/ 0 h 4826746"/>
                  <a:gd name="connsiteX1" fmla="*/ 1546543 w 1546543"/>
                  <a:gd name="connsiteY1" fmla="*/ 447674 h 4826746"/>
                  <a:gd name="connsiteX2" fmla="*/ 765494 w 1546543"/>
                  <a:gd name="connsiteY2" fmla="*/ 2795560 h 4826746"/>
                  <a:gd name="connsiteX3" fmla="*/ 211387 w 1546543"/>
                  <a:gd name="connsiteY3" fmla="*/ 4826746 h 4826746"/>
                  <a:gd name="connsiteX4" fmla="*/ 0 w 1546543"/>
                  <a:gd name="connsiteY4" fmla="*/ 4464919 h 4826746"/>
                  <a:gd name="connsiteX5" fmla="*/ 409894 w 1546543"/>
                  <a:gd name="connsiteY5" fmla="*/ 2662210 h 4826746"/>
                  <a:gd name="connsiteX6" fmla="*/ 1370329 w 1546543"/>
                  <a:gd name="connsiteY6" fmla="*/ 0 h 4826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46543" h="4826746">
                    <a:moveTo>
                      <a:pt x="1370329" y="0"/>
                    </a:moveTo>
                    <a:cubicBezTo>
                      <a:pt x="1483836" y="137318"/>
                      <a:pt x="1525905" y="334167"/>
                      <a:pt x="1546543" y="447674"/>
                    </a:cubicBezTo>
                    <a:cubicBezTo>
                      <a:pt x="1457643" y="1030278"/>
                      <a:pt x="1006794" y="2012931"/>
                      <a:pt x="765494" y="2795560"/>
                    </a:cubicBezTo>
                    <a:cubicBezTo>
                      <a:pt x="580792" y="3411662"/>
                      <a:pt x="373229" y="4103964"/>
                      <a:pt x="211387" y="4826746"/>
                    </a:cubicBezTo>
                    <a:cubicBezTo>
                      <a:pt x="93300" y="4706137"/>
                      <a:pt x="57762" y="4607753"/>
                      <a:pt x="0" y="4464919"/>
                    </a:cubicBezTo>
                    <a:cubicBezTo>
                      <a:pt x="87948" y="3958208"/>
                      <a:pt x="226696" y="3254646"/>
                      <a:pt x="409894" y="2662210"/>
                    </a:cubicBezTo>
                    <a:cubicBezTo>
                      <a:pt x="730039" y="1774807"/>
                      <a:pt x="1050184" y="1296978"/>
                      <a:pt x="1370329" y="0"/>
                    </a:cubicBezTo>
                    <a:close/>
                  </a:path>
                </a:pathLst>
              </a:custGeom>
              <a:solidFill>
                <a:srgbClr val="FF535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21555EC-9AC9-465B-958E-4B8528280228}"/>
                  </a:ext>
                </a:extLst>
              </p:cNvPr>
              <p:cNvSpPr/>
              <p:nvPr/>
            </p:nvSpPr>
            <p:spPr>
              <a:xfrm>
                <a:off x="8672256" y="3456243"/>
                <a:ext cx="1644650" cy="393700"/>
              </a:xfrm>
              <a:prstGeom prst="roundRect">
                <a:avLst/>
              </a:prstGeom>
              <a:solidFill>
                <a:srgbClr val="FF535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" name="ttsMP3.com_VoiceText_2025-4-26_0-34-13">
            <a:hlinkClick r:id="" action="ppaction://media"/>
            <a:extLst>
              <a:ext uri="{FF2B5EF4-FFF2-40B4-BE49-F238E27FC236}">
                <a16:creationId xmlns:a16="http://schemas.microsoft.com/office/drawing/2014/main" id="{7C79FB3B-0B7E-4FF7-B511-1158D3AF62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7128" y="3946139"/>
            <a:ext cx="609600" cy="609600"/>
          </a:xfrm>
          <a:prstGeom prst="rect">
            <a:avLst/>
          </a:prstGeom>
        </p:spPr>
      </p:pic>
      <p:pic>
        <p:nvPicPr>
          <p:cNvPr id="59" name="1sec">
            <a:hlinkClick r:id="" action="ppaction://media"/>
            <a:extLst>
              <a:ext uri="{FF2B5EF4-FFF2-40B4-BE49-F238E27FC236}">
                <a16:creationId xmlns:a16="http://schemas.microsoft.com/office/drawing/2014/main" id="{DC20BBB8-62A3-47C7-94F3-7F901A9B0C6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38289" y="3946139"/>
            <a:ext cx="609600" cy="609600"/>
          </a:xfrm>
          <a:prstGeom prst="rect">
            <a:avLst/>
          </a:prstGeom>
        </p:spPr>
      </p:pic>
      <p:pic>
        <p:nvPicPr>
          <p:cNvPr id="22" name="ttsMP3.com_VoiceText_2025-4-26_0-34-56">
            <a:hlinkClick r:id="" action="ppaction://media"/>
            <a:extLst>
              <a:ext uri="{FF2B5EF4-FFF2-40B4-BE49-F238E27FC236}">
                <a16:creationId xmlns:a16="http://schemas.microsoft.com/office/drawing/2014/main" id="{CCF3291B-24FD-4191-BD54-DC38298B2CF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52653" y="3946139"/>
            <a:ext cx="609600" cy="609600"/>
          </a:xfrm>
          <a:prstGeom prst="rect">
            <a:avLst/>
          </a:prstGeom>
        </p:spPr>
      </p:pic>
      <p:pic>
        <p:nvPicPr>
          <p:cNvPr id="60" name="1sec">
            <a:hlinkClick r:id="" action="ppaction://media"/>
            <a:extLst>
              <a:ext uri="{FF2B5EF4-FFF2-40B4-BE49-F238E27FC236}">
                <a16:creationId xmlns:a16="http://schemas.microsoft.com/office/drawing/2014/main" id="{4591BDA1-0911-49FF-85D0-39E5D6128E3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04942" y="3946139"/>
            <a:ext cx="609600" cy="609600"/>
          </a:xfrm>
          <a:prstGeom prst="rect">
            <a:avLst/>
          </a:prstGeom>
        </p:spPr>
      </p:pic>
      <p:pic>
        <p:nvPicPr>
          <p:cNvPr id="61" name="1sec">
            <a:hlinkClick r:id="" action="ppaction://media"/>
            <a:extLst>
              <a:ext uri="{FF2B5EF4-FFF2-40B4-BE49-F238E27FC236}">
                <a16:creationId xmlns:a16="http://schemas.microsoft.com/office/drawing/2014/main" id="{49B2DBCA-E743-4470-9B93-8154A9DB72A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18820" y="394613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84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6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62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Rectangle: Rounded Corners 506">
            <a:extLst>
              <a:ext uri="{FF2B5EF4-FFF2-40B4-BE49-F238E27FC236}">
                <a16:creationId xmlns:a16="http://schemas.microsoft.com/office/drawing/2014/main" id="{F1EA6ECC-FA2B-4B3E-90B2-383E568446FB}"/>
              </a:ext>
            </a:extLst>
          </p:cNvPr>
          <p:cNvSpPr/>
          <p:nvPr/>
        </p:nvSpPr>
        <p:spPr>
          <a:xfrm>
            <a:off x="2813955" y="1713573"/>
            <a:ext cx="3921534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D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</a:rPr>
              <a:t>oe</a:t>
            </a:r>
          </a:p>
        </p:txBody>
      </p: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F270F2AD-E03A-4158-AE6E-64AFBCC703D9}"/>
              </a:ext>
            </a:extLst>
          </p:cNvPr>
          <p:cNvSpPr/>
          <p:nvPr/>
        </p:nvSpPr>
        <p:spPr>
          <a:xfrm>
            <a:off x="170744" y="1713572"/>
            <a:ext cx="2420821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FEB159"/>
                </a:solidFill>
              </a:rPr>
              <a:t>oe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EB159"/>
              </a:solidFill>
            </a:endParaRPr>
          </a:p>
        </p:txBody>
      </p: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F99EAF7C-3B69-4860-9B7B-C852433AC45B}"/>
              </a:ext>
            </a:extLst>
          </p:cNvPr>
          <p:cNvGrpSpPr/>
          <p:nvPr/>
        </p:nvGrpSpPr>
        <p:grpSpPr>
          <a:xfrm>
            <a:off x="-4841655" y="629716"/>
            <a:ext cx="4064614" cy="6012394"/>
            <a:chOff x="7345738" y="422803"/>
            <a:chExt cx="4064614" cy="601239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7DF2B0F-7CFC-4F49-A46B-BF1B63821600}"/>
                </a:ext>
              </a:extLst>
            </p:cNvPr>
            <p:cNvGrpSpPr/>
            <p:nvPr/>
          </p:nvGrpSpPr>
          <p:grpSpPr>
            <a:xfrm>
              <a:off x="7345738" y="422803"/>
              <a:ext cx="4064614" cy="6012394"/>
              <a:chOff x="5894768" y="337843"/>
              <a:chExt cx="4064614" cy="6012394"/>
            </a:xfrm>
          </p:grpSpPr>
          <p:sp>
            <p:nvSpPr>
              <p:cNvPr id="43" name="Rectangle 11">
                <a:extLst>
                  <a:ext uri="{FF2B5EF4-FFF2-40B4-BE49-F238E27FC236}">
                    <a16:creationId xmlns:a16="http://schemas.microsoft.com/office/drawing/2014/main" id="{CCA5D45E-A245-41D4-9C5C-6C4D5103917A}"/>
                  </a:ext>
                </a:extLst>
              </p:cNvPr>
              <p:cNvSpPr/>
              <p:nvPr/>
            </p:nvSpPr>
            <p:spPr>
              <a:xfrm rot="3469843">
                <a:off x="5559318" y="3371753"/>
                <a:ext cx="1115576" cy="444675"/>
              </a:xfrm>
              <a:custGeom>
                <a:avLst/>
                <a:gdLst>
                  <a:gd name="connsiteX0" fmla="*/ 0 w 494240"/>
                  <a:gd name="connsiteY0" fmla="*/ 0 h 243840"/>
                  <a:gd name="connsiteX1" fmla="*/ 494240 w 494240"/>
                  <a:gd name="connsiteY1" fmla="*/ 0 h 243840"/>
                  <a:gd name="connsiteX2" fmla="*/ 494240 w 494240"/>
                  <a:gd name="connsiteY2" fmla="*/ 243840 h 243840"/>
                  <a:gd name="connsiteX3" fmla="*/ 0 w 494240"/>
                  <a:gd name="connsiteY3" fmla="*/ 243840 h 243840"/>
                  <a:gd name="connsiteX4" fmla="*/ 0 w 494240"/>
                  <a:gd name="connsiteY4" fmla="*/ 0 h 243840"/>
                  <a:gd name="connsiteX0" fmla="*/ 0 w 1309580"/>
                  <a:gd name="connsiteY0" fmla="*/ 541020 h 784860"/>
                  <a:gd name="connsiteX1" fmla="*/ 1309580 w 1309580"/>
                  <a:gd name="connsiteY1" fmla="*/ 0 h 784860"/>
                  <a:gd name="connsiteX2" fmla="*/ 494240 w 1309580"/>
                  <a:gd name="connsiteY2" fmla="*/ 784860 h 784860"/>
                  <a:gd name="connsiteX3" fmla="*/ 0 w 1309580"/>
                  <a:gd name="connsiteY3" fmla="*/ 784860 h 784860"/>
                  <a:gd name="connsiteX4" fmla="*/ 0 w 1309580"/>
                  <a:gd name="connsiteY4" fmla="*/ 541020 h 784860"/>
                  <a:gd name="connsiteX0" fmla="*/ 180975 w 1309580"/>
                  <a:gd name="connsiteY0" fmla="*/ 560070 h 784860"/>
                  <a:gd name="connsiteX1" fmla="*/ 1309580 w 1309580"/>
                  <a:gd name="connsiteY1" fmla="*/ 0 h 784860"/>
                  <a:gd name="connsiteX2" fmla="*/ 494240 w 1309580"/>
                  <a:gd name="connsiteY2" fmla="*/ 784860 h 784860"/>
                  <a:gd name="connsiteX3" fmla="*/ 0 w 1309580"/>
                  <a:gd name="connsiteY3" fmla="*/ 784860 h 784860"/>
                  <a:gd name="connsiteX4" fmla="*/ 180975 w 1309580"/>
                  <a:gd name="connsiteY4" fmla="*/ 560070 h 784860"/>
                  <a:gd name="connsiteX0" fmla="*/ 0 w 1128605"/>
                  <a:gd name="connsiteY0" fmla="*/ 560070 h 784860"/>
                  <a:gd name="connsiteX1" fmla="*/ 1128605 w 1128605"/>
                  <a:gd name="connsiteY1" fmla="*/ 0 h 784860"/>
                  <a:gd name="connsiteX2" fmla="*/ 313265 w 1128605"/>
                  <a:gd name="connsiteY2" fmla="*/ 784860 h 784860"/>
                  <a:gd name="connsiteX3" fmla="*/ 0 w 1128605"/>
                  <a:gd name="connsiteY3" fmla="*/ 560070 h 784860"/>
                  <a:gd name="connsiteX0" fmla="*/ 0 w 1128605"/>
                  <a:gd name="connsiteY0" fmla="*/ 560070 h 718185"/>
                  <a:gd name="connsiteX1" fmla="*/ 1128605 w 1128605"/>
                  <a:gd name="connsiteY1" fmla="*/ 0 h 718185"/>
                  <a:gd name="connsiteX2" fmla="*/ 27515 w 1128605"/>
                  <a:gd name="connsiteY2" fmla="*/ 718185 h 718185"/>
                  <a:gd name="connsiteX3" fmla="*/ 0 w 1128605"/>
                  <a:gd name="connsiteY3" fmla="*/ 560070 h 718185"/>
                  <a:gd name="connsiteX0" fmla="*/ 0 w 1128605"/>
                  <a:gd name="connsiteY0" fmla="*/ 575815 h 733930"/>
                  <a:gd name="connsiteX1" fmla="*/ 1128605 w 1128605"/>
                  <a:gd name="connsiteY1" fmla="*/ 15745 h 733930"/>
                  <a:gd name="connsiteX2" fmla="*/ 27515 w 1128605"/>
                  <a:gd name="connsiteY2" fmla="*/ 733930 h 733930"/>
                  <a:gd name="connsiteX3" fmla="*/ 0 w 1128605"/>
                  <a:gd name="connsiteY3" fmla="*/ 575815 h 733930"/>
                  <a:gd name="connsiteX0" fmla="*/ 0 w 1128605"/>
                  <a:gd name="connsiteY0" fmla="*/ 572639 h 730754"/>
                  <a:gd name="connsiteX1" fmla="*/ 1128605 w 1128605"/>
                  <a:gd name="connsiteY1" fmla="*/ 12569 h 730754"/>
                  <a:gd name="connsiteX2" fmla="*/ 27515 w 1128605"/>
                  <a:gd name="connsiteY2" fmla="*/ 730754 h 730754"/>
                  <a:gd name="connsiteX3" fmla="*/ 0 w 1128605"/>
                  <a:gd name="connsiteY3" fmla="*/ 572639 h 730754"/>
                  <a:gd name="connsiteX0" fmla="*/ 0 w 1128605"/>
                  <a:gd name="connsiteY0" fmla="*/ 572639 h 811147"/>
                  <a:gd name="connsiteX1" fmla="*/ 1128605 w 1128605"/>
                  <a:gd name="connsiteY1" fmla="*/ 12569 h 811147"/>
                  <a:gd name="connsiteX2" fmla="*/ 27515 w 1128605"/>
                  <a:gd name="connsiteY2" fmla="*/ 730754 h 811147"/>
                  <a:gd name="connsiteX3" fmla="*/ 0 w 1128605"/>
                  <a:gd name="connsiteY3" fmla="*/ 572639 h 811147"/>
                  <a:gd name="connsiteX0" fmla="*/ 0 w 1129745"/>
                  <a:gd name="connsiteY0" fmla="*/ 572639 h 821101"/>
                  <a:gd name="connsiteX1" fmla="*/ 1128605 w 1129745"/>
                  <a:gd name="connsiteY1" fmla="*/ 12569 h 821101"/>
                  <a:gd name="connsiteX2" fmla="*/ 27515 w 1129745"/>
                  <a:gd name="connsiteY2" fmla="*/ 730754 h 821101"/>
                  <a:gd name="connsiteX3" fmla="*/ 0 w 1129745"/>
                  <a:gd name="connsiteY3" fmla="*/ 572639 h 821101"/>
                  <a:gd name="connsiteX0" fmla="*/ 0 w 1129745"/>
                  <a:gd name="connsiteY0" fmla="*/ 659139 h 907601"/>
                  <a:gd name="connsiteX1" fmla="*/ 1128605 w 1129745"/>
                  <a:gd name="connsiteY1" fmla="*/ 99069 h 907601"/>
                  <a:gd name="connsiteX2" fmla="*/ 27515 w 1129745"/>
                  <a:gd name="connsiteY2" fmla="*/ 817254 h 907601"/>
                  <a:gd name="connsiteX3" fmla="*/ 0 w 1129745"/>
                  <a:gd name="connsiteY3" fmla="*/ 659139 h 907601"/>
                  <a:gd name="connsiteX0" fmla="*/ 0 w 1125667"/>
                  <a:gd name="connsiteY0" fmla="*/ 339293 h 950518"/>
                  <a:gd name="connsiteX1" fmla="*/ 1124527 w 1125667"/>
                  <a:gd name="connsiteY1" fmla="*/ 141986 h 950518"/>
                  <a:gd name="connsiteX2" fmla="*/ 23437 w 1125667"/>
                  <a:gd name="connsiteY2" fmla="*/ 860171 h 950518"/>
                  <a:gd name="connsiteX3" fmla="*/ 0 w 1125667"/>
                  <a:gd name="connsiteY3" fmla="*/ 339293 h 950518"/>
                  <a:gd name="connsiteX0" fmla="*/ 0 w 1125667"/>
                  <a:gd name="connsiteY0" fmla="*/ 322866 h 934091"/>
                  <a:gd name="connsiteX1" fmla="*/ 1124527 w 1125667"/>
                  <a:gd name="connsiteY1" fmla="*/ 125559 h 934091"/>
                  <a:gd name="connsiteX2" fmla="*/ 23437 w 1125667"/>
                  <a:gd name="connsiteY2" fmla="*/ 843744 h 934091"/>
                  <a:gd name="connsiteX3" fmla="*/ 0 w 1125667"/>
                  <a:gd name="connsiteY3" fmla="*/ 322866 h 934091"/>
                  <a:gd name="connsiteX0" fmla="*/ 0 w 1116716"/>
                  <a:gd name="connsiteY0" fmla="*/ 290018 h 939445"/>
                  <a:gd name="connsiteX1" fmla="*/ 1115576 w 1116716"/>
                  <a:gd name="connsiteY1" fmla="*/ 130913 h 939445"/>
                  <a:gd name="connsiteX2" fmla="*/ 14486 w 1116716"/>
                  <a:gd name="connsiteY2" fmla="*/ 849098 h 939445"/>
                  <a:gd name="connsiteX3" fmla="*/ 0 w 1116716"/>
                  <a:gd name="connsiteY3" fmla="*/ 290018 h 939445"/>
                  <a:gd name="connsiteX0" fmla="*/ 0 w 1116716"/>
                  <a:gd name="connsiteY0" fmla="*/ 280063 h 929490"/>
                  <a:gd name="connsiteX1" fmla="*/ 1115576 w 1116716"/>
                  <a:gd name="connsiteY1" fmla="*/ 120958 h 929490"/>
                  <a:gd name="connsiteX2" fmla="*/ 14486 w 1116716"/>
                  <a:gd name="connsiteY2" fmla="*/ 839143 h 929490"/>
                  <a:gd name="connsiteX3" fmla="*/ 0 w 1116716"/>
                  <a:gd name="connsiteY3" fmla="*/ 280063 h 929490"/>
                  <a:gd name="connsiteX0" fmla="*/ 0 w 1115576"/>
                  <a:gd name="connsiteY0" fmla="*/ 280063 h 304442"/>
                  <a:gd name="connsiteX1" fmla="*/ 1115576 w 1115576"/>
                  <a:gd name="connsiteY1" fmla="*/ 120958 h 304442"/>
                  <a:gd name="connsiteX2" fmla="*/ 0 w 1115576"/>
                  <a:gd name="connsiteY2" fmla="*/ 280063 h 304442"/>
                  <a:gd name="connsiteX0" fmla="*/ 0 w 1115576"/>
                  <a:gd name="connsiteY0" fmla="*/ 280063 h 818618"/>
                  <a:gd name="connsiteX1" fmla="*/ 1115576 w 1115576"/>
                  <a:gd name="connsiteY1" fmla="*/ 120958 h 818618"/>
                  <a:gd name="connsiteX2" fmla="*/ 0 w 1115576"/>
                  <a:gd name="connsiteY2" fmla="*/ 280063 h 818618"/>
                  <a:gd name="connsiteX0" fmla="*/ 0 w 1115576"/>
                  <a:gd name="connsiteY0" fmla="*/ 275449 h 814004"/>
                  <a:gd name="connsiteX1" fmla="*/ 1115576 w 1115576"/>
                  <a:gd name="connsiteY1" fmla="*/ 116344 h 814004"/>
                  <a:gd name="connsiteX2" fmla="*/ 0 w 1115576"/>
                  <a:gd name="connsiteY2" fmla="*/ 275449 h 814004"/>
                  <a:gd name="connsiteX0" fmla="*/ 0 w 1115576"/>
                  <a:gd name="connsiteY0" fmla="*/ 275449 h 1011514"/>
                  <a:gd name="connsiteX1" fmla="*/ 1115576 w 1115576"/>
                  <a:gd name="connsiteY1" fmla="*/ 116344 h 1011514"/>
                  <a:gd name="connsiteX2" fmla="*/ 0 w 1115576"/>
                  <a:gd name="connsiteY2" fmla="*/ 275449 h 1011514"/>
                  <a:gd name="connsiteX0" fmla="*/ 0 w 1115576"/>
                  <a:gd name="connsiteY0" fmla="*/ 274111 h 1010176"/>
                  <a:gd name="connsiteX1" fmla="*/ 1115576 w 1115576"/>
                  <a:gd name="connsiteY1" fmla="*/ 115006 h 1010176"/>
                  <a:gd name="connsiteX2" fmla="*/ 0 w 1115576"/>
                  <a:gd name="connsiteY2" fmla="*/ 274111 h 101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5576" h="1010176">
                    <a:moveTo>
                      <a:pt x="0" y="274111"/>
                    </a:moveTo>
                    <a:cubicBezTo>
                      <a:pt x="475462" y="490816"/>
                      <a:pt x="533927" y="-281136"/>
                      <a:pt x="1115576" y="115006"/>
                    </a:cubicBezTo>
                    <a:cubicBezTo>
                      <a:pt x="825458" y="1615105"/>
                      <a:pt x="176555" y="916388"/>
                      <a:pt x="0" y="274111"/>
                    </a:cubicBezTo>
                    <a:close/>
                  </a:path>
                </a:pathLst>
              </a:custGeom>
              <a:solidFill>
                <a:srgbClr val="FEB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F698D08-744C-4D24-A494-90FDC712B624}"/>
                  </a:ext>
                </a:extLst>
              </p:cNvPr>
              <p:cNvSpPr/>
              <p:nvPr/>
            </p:nvSpPr>
            <p:spPr>
              <a:xfrm>
                <a:off x="6384290" y="4114800"/>
                <a:ext cx="908050" cy="2217775"/>
              </a:xfrm>
              <a:custGeom>
                <a:avLst/>
                <a:gdLst>
                  <a:gd name="connsiteX0" fmla="*/ 0 w 838200"/>
                  <a:gd name="connsiteY0" fmla="*/ 0 h 281940"/>
                  <a:gd name="connsiteX1" fmla="*/ 838200 w 838200"/>
                  <a:gd name="connsiteY1" fmla="*/ 0 h 281940"/>
                  <a:gd name="connsiteX2" fmla="*/ 838200 w 838200"/>
                  <a:gd name="connsiteY2" fmla="*/ 281940 h 281940"/>
                  <a:gd name="connsiteX3" fmla="*/ 0 w 838200"/>
                  <a:gd name="connsiteY3" fmla="*/ 281940 h 281940"/>
                  <a:gd name="connsiteX4" fmla="*/ 0 w 838200"/>
                  <a:gd name="connsiteY4" fmla="*/ 0 h 281940"/>
                  <a:gd name="connsiteX0" fmla="*/ 0 w 838200"/>
                  <a:gd name="connsiteY0" fmla="*/ 0 h 960120"/>
                  <a:gd name="connsiteX1" fmla="*/ 838200 w 838200"/>
                  <a:gd name="connsiteY1" fmla="*/ 0 h 960120"/>
                  <a:gd name="connsiteX2" fmla="*/ 495300 w 838200"/>
                  <a:gd name="connsiteY2" fmla="*/ 960120 h 960120"/>
                  <a:gd name="connsiteX3" fmla="*/ 0 w 838200"/>
                  <a:gd name="connsiteY3" fmla="*/ 281940 h 960120"/>
                  <a:gd name="connsiteX4" fmla="*/ 0 w 838200"/>
                  <a:gd name="connsiteY4" fmla="*/ 0 h 960120"/>
                  <a:gd name="connsiteX0" fmla="*/ 0 w 838200"/>
                  <a:gd name="connsiteY0" fmla="*/ 0 h 2065020"/>
                  <a:gd name="connsiteX1" fmla="*/ 838200 w 838200"/>
                  <a:gd name="connsiteY1" fmla="*/ 0 h 2065020"/>
                  <a:gd name="connsiteX2" fmla="*/ 495300 w 838200"/>
                  <a:gd name="connsiteY2" fmla="*/ 960120 h 2065020"/>
                  <a:gd name="connsiteX3" fmla="*/ 449580 w 838200"/>
                  <a:gd name="connsiteY3" fmla="*/ 2065020 h 2065020"/>
                  <a:gd name="connsiteX4" fmla="*/ 0 w 838200"/>
                  <a:gd name="connsiteY4" fmla="*/ 0 h 2065020"/>
                  <a:gd name="connsiteX0" fmla="*/ 0 w 838200"/>
                  <a:gd name="connsiteY0" fmla="*/ 0 h 2217420"/>
                  <a:gd name="connsiteX1" fmla="*/ 838200 w 838200"/>
                  <a:gd name="connsiteY1" fmla="*/ 0 h 2217420"/>
                  <a:gd name="connsiteX2" fmla="*/ 495300 w 838200"/>
                  <a:gd name="connsiteY2" fmla="*/ 960120 h 2217420"/>
                  <a:gd name="connsiteX3" fmla="*/ 554355 w 838200"/>
                  <a:gd name="connsiteY3" fmla="*/ 2217420 h 2217420"/>
                  <a:gd name="connsiteX4" fmla="*/ 0 w 838200"/>
                  <a:gd name="connsiteY4" fmla="*/ 0 h 2217420"/>
                  <a:gd name="connsiteX0" fmla="*/ 0 w 908050"/>
                  <a:gd name="connsiteY0" fmla="*/ 254000 h 2217420"/>
                  <a:gd name="connsiteX1" fmla="*/ 908050 w 908050"/>
                  <a:gd name="connsiteY1" fmla="*/ 0 h 2217420"/>
                  <a:gd name="connsiteX2" fmla="*/ 565150 w 908050"/>
                  <a:gd name="connsiteY2" fmla="*/ 960120 h 2217420"/>
                  <a:gd name="connsiteX3" fmla="*/ 624205 w 908050"/>
                  <a:gd name="connsiteY3" fmla="*/ 2217420 h 2217420"/>
                  <a:gd name="connsiteX4" fmla="*/ 0 w 908050"/>
                  <a:gd name="connsiteY4" fmla="*/ 254000 h 2217420"/>
                  <a:gd name="connsiteX0" fmla="*/ 0 w 908050"/>
                  <a:gd name="connsiteY0" fmla="*/ 254000 h 2217455"/>
                  <a:gd name="connsiteX1" fmla="*/ 908050 w 908050"/>
                  <a:gd name="connsiteY1" fmla="*/ 0 h 2217455"/>
                  <a:gd name="connsiteX2" fmla="*/ 565150 w 908050"/>
                  <a:gd name="connsiteY2" fmla="*/ 960120 h 2217455"/>
                  <a:gd name="connsiteX3" fmla="*/ 624205 w 908050"/>
                  <a:gd name="connsiteY3" fmla="*/ 2217420 h 2217455"/>
                  <a:gd name="connsiteX4" fmla="*/ 0 w 908050"/>
                  <a:gd name="connsiteY4" fmla="*/ 254000 h 2217455"/>
                  <a:gd name="connsiteX0" fmla="*/ 0 w 908050"/>
                  <a:gd name="connsiteY0" fmla="*/ 254000 h 2217455"/>
                  <a:gd name="connsiteX1" fmla="*/ 908050 w 908050"/>
                  <a:gd name="connsiteY1" fmla="*/ 0 h 2217455"/>
                  <a:gd name="connsiteX2" fmla="*/ 565150 w 908050"/>
                  <a:gd name="connsiteY2" fmla="*/ 960120 h 2217455"/>
                  <a:gd name="connsiteX3" fmla="*/ 624205 w 908050"/>
                  <a:gd name="connsiteY3" fmla="*/ 2217420 h 2217455"/>
                  <a:gd name="connsiteX4" fmla="*/ 0 w 908050"/>
                  <a:gd name="connsiteY4" fmla="*/ 254000 h 2217455"/>
                  <a:gd name="connsiteX0" fmla="*/ 0 w 908050"/>
                  <a:gd name="connsiteY0" fmla="*/ 254000 h 2217455"/>
                  <a:gd name="connsiteX1" fmla="*/ 908050 w 908050"/>
                  <a:gd name="connsiteY1" fmla="*/ 0 h 2217455"/>
                  <a:gd name="connsiteX2" fmla="*/ 565150 w 908050"/>
                  <a:gd name="connsiteY2" fmla="*/ 960120 h 2217455"/>
                  <a:gd name="connsiteX3" fmla="*/ 624205 w 908050"/>
                  <a:gd name="connsiteY3" fmla="*/ 2217420 h 2217455"/>
                  <a:gd name="connsiteX4" fmla="*/ 0 w 908050"/>
                  <a:gd name="connsiteY4" fmla="*/ 254000 h 2217455"/>
                  <a:gd name="connsiteX0" fmla="*/ 0 w 908050"/>
                  <a:gd name="connsiteY0" fmla="*/ 254000 h 2217420"/>
                  <a:gd name="connsiteX1" fmla="*/ 908050 w 908050"/>
                  <a:gd name="connsiteY1" fmla="*/ 0 h 2217420"/>
                  <a:gd name="connsiteX2" fmla="*/ 565150 w 908050"/>
                  <a:gd name="connsiteY2" fmla="*/ 960120 h 2217420"/>
                  <a:gd name="connsiteX3" fmla="*/ 624205 w 908050"/>
                  <a:gd name="connsiteY3" fmla="*/ 2217420 h 2217420"/>
                  <a:gd name="connsiteX4" fmla="*/ 0 w 908050"/>
                  <a:gd name="connsiteY4" fmla="*/ 254000 h 2217420"/>
                  <a:gd name="connsiteX0" fmla="*/ 0 w 908050"/>
                  <a:gd name="connsiteY0" fmla="*/ 254000 h 2217504"/>
                  <a:gd name="connsiteX1" fmla="*/ 908050 w 908050"/>
                  <a:gd name="connsiteY1" fmla="*/ 0 h 2217504"/>
                  <a:gd name="connsiteX2" fmla="*/ 565150 w 908050"/>
                  <a:gd name="connsiteY2" fmla="*/ 960120 h 2217504"/>
                  <a:gd name="connsiteX3" fmla="*/ 624205 w 908050"/>
                  <a:gd name="connsiteY3" fmla="*/ 2217420 h 2217504"/>
                  <a:gd name="connsiteX4" fmla="*/ 0 w 908050"/>
                  <a:gd name="connsiteY4" fmla="*/ 254000 h 2217504"/>
                  <a:gd name="connsiteX0" fmla="*/ 0 w 908050"/>
                  <a:gd name="connsiteY0" fmla="*/ 254000 h 2217750"/>
                  <a:gd name="connsiteX1" fmla="*/ 908050 w 908050"/>
                  <a:gd name="connsiteY1" fmla="*/ 0 h 2217750"/>
                  <a:gd name="connsiteX2" fmla="*/ 565150 w 908050"/>
                  <a:gd name="connsiteY2" fmla="*/ 960120 h 2217750"/>
                  <a:gd name="connsiteX3" fmla="*/ 624205 w 908050"/>
                  <a:gd name="connsiteY3" fmla="*/ 2217420 h 2217750"/>
                  <a:gd name="connsiteX4" fmla="*/ 0 w 908050"/>
                  <a:gd name="connsiteY4" fmla="*/ 254000 h 2217750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8050" h="2217775">
                    <a:moveTo>
                      <a:pt x="0" y="254000"/>
                    </a:moveTo>
                    <a:lnTo>
                      <a:pt x="908050" y="0"/>
                    </a:lnTo>
                    <a:cubicBezTo>
                      <a:pt x="793750" y="320040"/>
                      <a:pt x="895350" y="201930"/>
                      <a:pt x="565150" y="960120"/>
                    </a:cubicBezTo>
                    <a:cubicBezTo>
                      <a:pt x="641985" y="1880870"/>
                      <a:pt x="807720" y="2204720"/>
                      <a:pt x="624205" y="2217420"/>
                    </a:cubicBezTo>
                    <a:cubicBezTo>
                      <a:pt x="435187" y="2229697"/>
                      <a:pt x="500168" y="1930823"/>
                      <a:pt x="0" y="254000"/>
                    </a:cubicBezTo>
                    <a:close/>
                  </a:path>
                </a:pathLst>
              </a:custGeom>
              <a:solidFill>
                <a:srgbClr val="FEB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4">
                <a:extLst>
                  <a:ext uri="{FF2B5EF4-FFF2-40B4-BE49-F238E27FC236}">
                    <a16:creationId xmlns:a16="http://schemas.microsoft.com/office/drawing/2014/main" id="{FDA18AAD-178B-4C72-9C07-6D213C612503}"/>
                  </a:ext>
                </a:extLst>
              </p:cNvPr>
              <p:cNvSpPr/>
              <p:nvPr/>
            </p:nvSpPr>
            <p:spPr>
              <a:xfrm>
                <a:off x="8171011" y="3817619"/>
                <a:ext cx="596900" cy="2514600"/>
              </a:xfrm>
              <a:custGeom>
                <a:avLst/>
                <a:gdLst>
                  <a:gd name="connsiteX0" fmla="*/ 0 w 838200"/>
                  <a:gd name="connsiteY0" fmla="*/ 0 h 281940"/>
                  <a:gd name="connsiteX1" fmla="*/ 838200 w 838200"/>
                  <a:gd name="connsiteY1" fmla="*/ 0 h 281940"/>
                  <a:gd name="connsiteX2" fmla="*/ 838200 w 838200"/>
                  <a:gd name="connsiteY2" fmla="*/ 281940 h 281940"/>
                  <a:gd name="connsiteX3" fmla="*/ 0 w 838200"/>
                  <a:gd name="connsiteY3" fmla="*/ 281940 h 281940"/>
                  <a:gd name="connsiteX4" fmla="*/ 0 w 838200"/>
                  <a:gd name="connsiteY4" fmla="*/ 0 h 281940"/>
                  <a:gd name="connsiteX0" fmla="*/ 0 w 838200"/>
                  <a:gd name="connsiteY0" fmla="*/ 0 h 960120"/>
                  <a:gd name="connsiteX1" fmla="*/ 838200 w 838200"/>
                  <a:gd name="connsiteY1" fmla="*/ 0 h 960120"/>
                  <a:gd name="connsiteX2" fmla="*/ 495300 w 838200"/>
                  <a:gd name="connsiteY2" fmla="*/ 960120 h 960120"/>
                  <a:gd name="connsiteX3" fmla="*/ 0 w 838200"/>
                  <a:gd name="connsiteY3" fmla="*/ 281940 h 960120"/>
                  <a:gd name="connsiteX4" fmla="*/ 0 w 838200"/>
                  <a:gd name="connsiteY4" fmla="*/ 0 h 960120"/>
                  <a:gd name="connsiteX0" fmla="*/ 0 w 838200"/>
                  <a:gd name="connsiteY0" fmla="*/ 0 h 2065020"/>
                  <a:gd name="connsiteX1" fmla="*/ 838200 w 838200"/>
                  <a:gd name="connsiteY1" fmla="*/ 0 h 2065020"/>
                  <a:gd name="connsiteX2" fmla="*/ 495300 w 838200"/>
                  <a:gd name="connsiteY2" fmla="*/ 960120 h 2065020"/>
                  <a:gd name="connsiteX3" fmla="*/ 449580 w 838200"/>
                  <a:gd name="connsiteY3" fmla="*/ 2065020 h 2065020"/>
                  <a:gd name="connsiteX4" fmla="*/ 0 w 838200"/>
                  <a:gd name="connsiteY4" fmla="*/ 0 h 2065020"/>
                  <a:gd name="connsiteX0" fmla="*/ 0 w 838200"/>
                  <a:gd name="connsiteY0" fmla="*/ 0 h 2217420"/>
                  <a:gd name="connsiteX1" fmla="*/ 838200 w 838200"/>
                  <a:gd name="connsiteY1" fmla="*/ 0 h 2217420"/>
                  <a:gd name="connsiteX2" fmla="*/ 495300 w 838200"/>
                  <a:gd name="connsiteY2" fmla="*/ 960120 h 2217420"/>
                  <a:gd name="connsiteX3" fmla="*/ 554355 w 838200"/>
                  <a:gd name="connsiteY3" fmla="*/ 2217420 h 2217420"/>
                  <a:gd name="connsiteX4" fmla="*/ 0 w 838200"/>
                  <a:gd name="connsiteY4" fmla="*/ 0 h 2217420"/>
                  <a:gd name="connsiteX0" fmla="*/ 0 w 908050"/>
                  <a:gd name="connsiteY0" fmla="*/ 254000 h 2217420"/>
                  <a:gd name="connsiteX1" fmla="*/ 908050 w 908050"/>
                  <a:gd name="connsiteY1" fmla="*/ 0 h 2217420"/>
                  <a:gd name="connsiteX2" fmla="*/ 565150 w 908050"/>
                  <a:gd name="connsiteY2" fmla="*/ 960120 h 2217420"/>
                  <a:gd name="connsiteX3" fmla="*/ 624205 w 908050"/>
                  <a:gd name="connsiteY3" fmla="*/ 2217420 h 2217420"/>
                  <a:gd name="connsiteX4" fmla="*/ 0 w 908050"/>
                  <a:gd name="connsiteY4" fmla="*/ 254000 h 2217420"/>
                  <a:gd name="connsiteX0" fmla="*/ 0 w 908050"/>
                  <a:gd name="connsiteY0" fmla="*/ 254000 h 2217455"/>
                  <a:gd name="connsiteX1" fmla="*/ 908050 w 908050"/>
                  <a:gd name="connsiteY1" fmla="*/ 0 h 2217455"/>
                  <a:gd name="connsiteX2" fmla="*/ 565150 w 908050"/>
                  <a:gd name="connsiteY2" fmla="*/ 960120 h 2217455"/>
                  <a:gd name="connsiteX3" fmla="*/ 624205 w 908050"/>
                  <a:gd name="connsiteY3" fmla="*/ 2217420 h 2217455"/>
                  <a:gd name="connsiteX4" fmla="*/ 0 w 908050"/>
                  <a:gd name="connsiteY4" fmla="*/ 254000 h 2217455"/>
                  <a:gd name="connsiteX0" fmla="*/ 0 w 908050"/>
                  <a:gd name="connsiteY0" fmla="*/ 254000 h 2217455"/>
                  <a:gd name="connsiteX1" fmla="*/ 908050 w 908050"/>
                  <a:gd name="connsiteY1" fmla="*/ 0 h 2217455"/>
                  <a:gd name="connsiteX2" fmla="*/ 565150 w 908050"/>
                  <a:gd name="connsiteY2" fmla="*/ 960120 h 2217455"/>
                  <a:gd name="connsiteX3" fmla="*/ 624205 w 908050"/>
                  <a:gd name="connsiteY3" fmla="*/ 2217420 h 2217455"/>
                  <a:gd name="connsiteX4" fmla="*/ 0 w 908050"/>
                  <a:gd name="connsiteY4" fmla="*/ 254000 h 2217455"/>
                  <a:gd name="connsiteX0" fmla="*/ 0 w 908050"/>
                  <a:gd name="connsiteY0" fmla="*/ 254000 h 2217455"/>
                  <a:gd name="connsiteX1" fmla="*/ 908050 w 908050"/>
                  <a:gd name="connsiteY1" fmla="*/ 0 h 2217455"/>
                  <a:gd name="connsiteX2" fmla="*/ 565150 w 908050"/>
                  <a:gd name="connsiteY2" fmla="*/ 960120 h 2217455"/>
                  <a:gd name="connsiteX3" fmla="*/ 624205 w 908050"/>
                  <a:gd name="connsiteY3" fmla="*/ 2217420 h 2217455"/>
                  <a:gd name="connsiteX4" fmla="*/ 0 w 908050"/>
                  <a:gd name="connsiteY4" fmla="*/ 254000 h 2217455"/>
                  <a:gd name="connsiteX0" fmla="*/ 0 w 908050"/>
                  <a:gd name="connsiteY0" fmla="*/ 254000 h 2217420"/>
                  <a:gd name="connsiteX1" fmla="*/ 908050 w 908050"/>
                  <a:gd name="connsiteY1" fmla="*/ 0 h 2217420"/>
                  <a:gd name="connsiteX2" fmla="*/ 565150 w 908050"/>
                  <a:gd name="connsiteY2" fmla="*/ 960120 h 2217420"/>
                  <a:gd name="connsiteX3" fmla="*/ 624205 w 908050"/>
                  <a:gd name="connsiteY3" fmla="*/ 2217420 h 2217420"/>
                  <a:gd name="connsiteX4" fmla="*/ 0 w 908050"/>
                  <a:gd name="connsiteY4" fmla="*/ 254000 h 2217420"/>
                  <a:gd name="connsiteX0" fmla="*/ 0 w 908050"/>
                  <a:gd name="connsiteY0" fmla="*/ 254000 h 2217504"/>
                  <a:gd name="connsiteX1" fmla="*/ 908050 w 908050"/>
                  <a:gd name="connsiteY1" fmla="*/ 0 h 2217504"/>
                  <a:gd name="connsiteX2" fmla="*/ 565150 w 908050"/>
                  <a:gd name="connsiteY2" fmla="*/ 960120 h 2217504"/>
                  <a:gd name="connsiteX3" fmla="*/ 624205 w 908050"/>
                  <a:gd name="connsiteY3" fmla="*/ 2217420 h 2217504"/>
                  <a:gd name="connsiteX4" fmla="*/ 0 w 908050"/>
                  <a:gd name="connsiteY4" fmla="*/ 254000 h 2217504"/>
                  <a:gd name="connsiteX0" fmla="*/ 0 w 908050"/>
                  <a:gd name="connsiteY0" fmla="*/ 254000 h 2217750"/>
                  <a:gd name="connsiteX1" fmla="*/ 908050 w 908050"/>
                  <a:gd name="connsiteY1" fmla="*/ 0 h 2217750"/>
                  <a:gd name="connsiteX2" fmla="*/ 565150 w 908050"/>
                  <a:gd name="connsiteY2" fmla="*/ 960120 h 2217750"/>
                  <a:gd name="connsiteX3" fmla="*/ 624205 w 908050"/>
                  <a:gd name="connsiteY3" fmla="*/ 2217420 h 2217750"/>
                  <a:gd name="connsiteX4" fmla="*/ 0 w 908050"/>
                  <a:gd name="connsiteY4" fmla="*/ 254000 h 2217750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908050"/>
                  <a:gd name="connsiteY0" fmla="*/ 254000 h 2217775"/>
                  <a:gd name="connsiteX1" fmla="*/ 908050 w 908050"/>
                  <a:gd name="connsiteY1" fmla="*/ 0 h 2217775"/>
                  <a:gd name="connsiteX2" fmla="*/ 565150 w 908050"/>
                  <a:gd name="connsiteY2" fmla="*/ 960120 h 2217775"/>
                  <a:gd name="connsiteX3" fmla="*/ 624205 w 908050"/>
                  <a:gd name="connsiteY3" fmla="*/ 2217420 h 2217775"/>
                  <a:gd name="connsiteX4" fmla="*/ 0 w 908050"/>
                  <a:gd name="connsiteY4" fmla="*/ 254000 h 2217775"/>
                  <a:gd name="connsiteX0" fmla="*/ 0 w 707532"/>
                  <a:gd name="connsiteY0" fmla="*/ 0 h 1963775"/>
                  <a:gd name="connsiteX1" fmla="*/ 565150 w 707532"/>
                  <a:gd name="connsiteY1" fmla="*/ 706120 h 1963775"/>
                  <a:gd name="connsiteX2" fmla="*/ 624205 w 707532"/>
                  <a:gd name="connsiteY2" fmla="*/ 1963420 h 1963775"/>
                  <a:gd name="connsiteX3" fmla="*/ 0 w 707532"/>
                  <a:gd name="connsiteY3" fmla="*/ 0 h 1963775"/>
                  <a:gd name="connsiteX0" fmla="*/ 0 w 810805"/>
                  <a:gd name="connsiteY0" fmla="*/ 551180 h 2514955"/>
                  <a:gd name="connsiteX1" fmla="*/ 774700 w 810805"/>
                  <a:gd name="connsiteY1" fmla="*/ 0 h 2514955"/>
                  <a:gd name="connsiteX2" fmla="*/ 624205 w 810805"/>
                  <a:gd name="connsiteY2" fmla="*/ 2514600 h 2514955"/>
                  <a:gd name="connsiteX3" fmla="*/ 0 w 810805"/>
                  <a:gd name="connsiteY3" fmla="*/ 551180 h 2514955"/>
                  <a:gd name="connsiteX0" fmla="*/ 0 w 633005"/>
                  <a:gd name="connsiteY0" fmla="*/ 271780 h 2514790"/>
                  <a:gd name="connsiteX1" fmla="*/ 596900 w 633005"/>
                  <a:gd name="connsiteY1" fmla="*/ 0 h 2514790"/>
                  <a:gd name="connsiteX2" fmla="*/ 446405 w 633005"/>
                  <a:gd name="connsiteY2" fmla="*/ 2514600 h 2514790"/>
                  <a:gd name="connsiteX3" fmla="*/ 0 w 633005"/>
                  <a:gd name="connsiteY3" fmla="*/ 271780 h 2514790"/>
                  <a:gd name="connsiteX0" fmla="*/ 0 w 633005"/>
                  <a:gd name="connsiteY0" fmla="*/ 271780 h 2514600"/>
                  <a:gd name="connsiteX1" fmla="*/ 596900 w 633005"/>
                  <a:gd name="connsiteY1" fmla="*/ 0 h 2514600"/>
                  <a:gd name="connsiteX2" fmla="*/ 446405 w 633005"/>
                  <a:gd name="connsiteY2" fmla="*/ 2514600 h 2514600"/>
                  <a:gd name="connsiteX3" fmla="*/ 0 w 633005"/>
                  <a:gd name="connsiteY3" fmla="*/ 271780 h 2514600"/>
                  <a:gd name="connsiteX0" fmla="*/ 0 w 624464"/>
                  <a:gd name="connsiteY0" fmla="*/ 271780 h 2514618"/>
                  <a:gd name="connsiteX1" fmla="*/ 596900 w 624464"/>
                  <a:gd name="connsiteY1" fmla="*/ 0 h 2514618"/>
                  <a:gd name="connsiteX2" fmla="*/ 446405 w 624464"/>
                  <a:gd name="connsiteY2" fmla="*/ 2514600 h 2514618"/>
                  <a:gd name="connsiteX3" fmla="*/ 0 w 624464"/>
                  <a:gd name="connsiteY3" fmla="*/ 271780 h 2514618"/>
                  <a:gd name="connsiteX0" fmla="*/ 0 w 596900"/>
                  <a:gd name="connsiteY0" fmla="*/ 271780 h 2514643"/>
                  <a:gd name="connsiteX1" fmla="*/ 596900 w 596900"/>
                  <a:gd name="connsiteY1" fmla="*/ 0 h 2514643"/>
                  <a:gd name="connsiteX2" fmla="*/ 446405 w 596900"/>
                  <a:gd name="connsiteY2" fmla="*/ 2514600 h 2514643"/>
                  <a:gd name="connsiteX3" fmla="*/ 0 w 596900"/>
                  <a:gd name="connsiteY3" fmla="*/ 271780 h 2514643"/>
                  <a:gd name="connsiteX0" fmla="*/ 0 w 596900"/>
                  <a:gd name="connsiteY0" fmla="*/ 271780 h 2514643"/>
                  <a:gd name="connsiteX1" fmla="*/ 596900 w 596900"/>
                  <a:gd name="connsiteY1" fmla="*/ 0 h 2514643"/>
                  <a:gd name="connsiteX2" fmla="*/ 446405 w 596900"/>
                  <a:gd name="connsiteY2" fmla="*/ 2514600 h 2514643"/>
                  <a:gd name="connsiteX3" fmla="*/ 0 w 596900"/>
                  <a:gd name="connsiteY3" fmla="*/ 271780 h 2514643"/>
                  <a:gd name="connsiteX0" fmla="*/ 0 w 596900"/>
                  <a:gd name="connsiteY0" fmla="*/ 271780 h 2514600"/>
                  <a:gd name="connsiteX1" fmla="*/ 596900 w 596900"/>
                  <a:gd name="connsiteY1" fmla="*/ 0 h 2514600"/>
                  <a:gd name="connsiteX2" fmla="*/ 446405 w 596900"/>
                  <a:gd name="connsiteY2" fmla="*/ 2514600 h 2514600"/>
                  <a:gd name="connsiteX3" fmla="*/ 0 w 596900"/>
                  <a:gd name="connsiteY3" fmla="*/ 271780 h 2514600"/>
                  <a:gd name="connsiteX0" fmla="*/ 0 w 596900"/>
                  <a:gd name="connsiteY0" fmla="*/ 271780 h 2514600"/>
                  <a:gd name="connsiteX1" fmla="*/ 596900 w 596900"/>
                  <a:gd name="connsiteY1" fmla="*/ 0 h 2514600"/>
                  <a:gd name="connsiteX2" fmla="*/ 446405 w 596900"/>
                  <a:gd name="connsiteY2" fmla="*/ 2514600 h 2514600"/>
                  <a:gd name="connsiteX3" fmla="*/ 0 w 596900"/>
                  <a:gd name="connsiteY3" fmla="*/ 271780 h 2514600"/>
                  <a:gd name="connsiteX0" fmla="*/ 0 w 596900"/>
                  <a:gd name="connsiteY0" fmla="*/ 271780 h 2514600"/>
                  <a:gd name="connsiteX1" fmla="*/ 596900 w 596900"/>
                  <a:gd name="connsiteY1" fmla="*/ 0 h 2514600"/>
                  <a:gd name="connsiteX2" fmla="*/ 446405 w 596900"/>
                  <a:gd name="connsiteY2" fmla="*/ 2514600 h 2514600"/>
                  <a:gd name="connsiteX3" fmla="*/ 0 w 596900"/>
                  <a:gd name="connsiteY3" fmla="*/ 271780 h 2514600"/>
                  <a:gd name="connsiteX0" fmla="*/ 0 w 596900"/>
                  <a:gd name="connsiteY0" fmla="*/ 271780 h 2514600"/>
                  <a:gd name="connsiteX1" fmla="*/ 596900 w 596900"/>
                  <a:gd name="connsiteY1" fmla="*/ 0 h 2514600"/>
                  <a:gd name="connsiteX2" fmla="*/ 446405 w 596900"/>
                  <a:gd name="connsiteY2" fmla="*/ 2514600 h 2514600"/>
                  <a:gd name="connsiteX3" fmla="*/ 0 w 596900"/>
                  <a:gd name="connsiteY3" fmla="*/ 271780 h 251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900" h="2514600">
                    <a:moveTo>
                      <a:pt x="0" y="271780"/>
                    </a:moveTo>
                    <a:lnTo>
                      <a:pt x="596900" y="0"/>
                    </a:lnTo>
                    <a:cubicBezTo>
                      <a:pt x="534035" y="1835150"/>
                      <a:pt x="582295" y="2508250"/>
                      <a:pt x="446405" y="2514600"/>
                    </a:cubicBezTo>
                    <a:cubicBezTo>
                      <a:pt x="143087" y="2507827"/>
                      <a:pt x="500168" y="1948603"/>
                      <a:pt x="0" y="271780"/>
                    </a:cubicBezTo>
                    <a:close/>
                  </a:path>
                </a:pathLst>
              </a:custGeom>
              <a:solidFill>
                <a:srgbClr val="FEB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347A083-50B5-49E3-8507-FB25CAF4BD8C}"/>
                  </a:ext>
                </a:extLst>
              </p:cNvPr>
              <p:cNvSpPr/>
              <p:nvPr/>
            </p:nvSpPr>
            <p:spPr>
              <a:xfrm>
                <a:off x="6533321" y="1775791"/>
                <a:ext cx="2498603" cy="2682838"/>
              </a:xfrm>
              <a:custGeom>
                <a:avLst/>
                <a:gdLst>
                  <a:gd name="connsiteX0" fmla="*/ 0 w 516835"/>
                  <a:gd name="connsiteY0" fmla="*/ 0 h 251792"/>
                  <a:gd name="connsiteX1" fmla="*/ 516835 w 516835"/>
                  <a:gd name="connsiteY1" fmla="*/ 0 h 251792"/>
                  <a:gd name="connsiteX2" fmla="*/ 516835 w 516835"/>
                  <a:gd name="connsiteY2" fmla="*/ 251792 h 251792"/>
                  <a:gd name="connsiteX3" fmla="*/ 0 w 516835"/>
                  <a:gd name="connsiteY3" fmla="*/ 251792 h 251792"/>
                  <a:gd name="connsiteX4" fmla="*/ 0 w 516835"/>
                  <a:gd name="connsiteY4" fmla="*/ 0 h 251792"/>
                  <a:gd name="connsiteX0" fmla="*/ 1696279 w 2213114"/>
                  <a:gd name="connsiteY0" fmla="*/ 0 h 2213113"/>
                  <a:gd name="connsiteX1" fmla="*/ 2213114 w 2213114"/>
                  <a:gd name="connsiteY1" fmla="*/ 0 h 2213113"/>
                  <a:gd name="connsiteX2" fmla="*/ 2213114 w 2213114"/>
                  <a:gd name="connsiteY2" fmla="*/ 251792 h 2213113"/>
                  <a:gd name="connsiteX3" fmla="*/ 0 w 2213114"/>
                  <a:gd name="connsiteY3" fmla="*/ 2213113 h 2213113"/>
                  <a:gd name="connsiteX4" fmla="*/ 1696279 w 2213114"/>
                  <a:gd name="connsiteY4" fmla="*/ 0 h 2213113"/>
                  <a:gd name="connsiteX0" fmla="*/ 1696279 w 2213114"/>
                  <a:gd name="connsiteY0" fmla="*/ 0 h 2438400"/>
                  <a:gd name="connsiteX1" fmla="*/ 2213114 w 2213114"/>
                  <a:gd name="connsiteY1" fmla="*/ 0 h 2438400"/>
                  <a:gd name="connsiteX2" fmla="*/ 172279 w 2213114"/>
                  <a:gd name="connsiteY2" fmla="*/ 2438400 h 2438400"/>
                  <a:gd name="connsiteX3" fmla="*/ 0 w 2213114"/>
                  <a:gd name="connsiteY3" fmla="*/ 2213113 h 2438400"/>
                  <a:gd name="connsiteX4" fmla="*/ 1696279 w 2213114"/>
                  <a:gd name="connsiteY4" fmla="*/ 0 h 2438400"/>
                  <a:gd name="connsiteX0" fmla="*/ 1696279 w 2470983"/>
                  <a:gd name="connsiteY0" fmla="*/ 0 h 2438400"/>
                  <a:gd name="connsiteX1" fmla="*/ 2213114 w 2470983"/>
                  <a:gd name="connsiteY1" fmla="*/ 0 h 2438400"/>
                  <a:gd name="connsiteX2" fmla="*/ 172279 w 2470983"/>
                  <a:gd name="connsiteY2" fmla="*/ 2438400 h 2438400"/>
                  <a:gd name="connsiteX3" fmla="*/ 0 w 2470983"/>
                  <a:gd name="connsiteY3" fmla="*/ 2213113 h 2438400"/>
                  <a:gd name="connsiteX4" fmla="*/ 1696279 w 2470983"/>
                  <a:gd name="connsiteY4" fmla="*/ 0 h 2438400"/>
                  <a:gd name="connsiteX0" fmla="*/ 1696279 w 2470983"/>
                  <a:gd name="connsiteY0" fmla="*/ 0 h 2372139"/>
                  <a:gd name="connsiteX1" fmla="*/ 2213114 w 2470983"/>
                  <a:gd name="connsiteY1" fmla="*/ 0 h 2372139"/>
                  <a:gd name="connsiteX2" fmla="*/ 172279 w 2470983"/>
                  <a:gd name="connsiteY2" fmla="*/ 2372139 h 2372139"/>
                  <a:gd name="connsiteX3" fmla="*/ 0 w 2470983"/>
                  <a:gd name="connsiteY3" fmla="*/ 2213113 h 2372139"/>
                  <a:gd name="connsiteX4" fmla="*/ 1696279 w 2470983"/>
                  <a:gd name="connsiteY4" fmla="*/ 0 h 2372139"/>
                  <a:gd name="connsiteX0" fmla="*/ 1696279 w 2412367"/>
                  <a:gd name="connsiteY0" fmla="*/ 0 h 2379041"/>
                  <a:gd name="connsiteX1" fmla="*/ 2213114 w 2412367"/>
                  <a:gd name="connsiteY1" fmla="*/ 0 h 2379041"/>
                  <a:gd name="connsiteX2" fmla="*/ 172279 w 2412367"/>
                  <a:gd name="connsiteY2" fmla="*/ 2372139 h 2379041"/>
                  <a:gd name="connsiteX3" fmla="*/ 0 w 2412367"/>
                  <a:gd name="connsiteY3" fmla="*/ 2213113 h 2379041"/>
                  <a:gd name="connsiteX4" fmla="*/ 1696279 w 2412367"/>
                  <a:gd name="connsiteY4" fmla="*/ 0 h 2379041"/>
                  <a:gd name="connsiteX0" fmla="*/ 1696279 w 2498603"/>
                  <a:gd name="connsiteY0" fmla="*/ 304800 h 2682838"/>
                  <a:gd name="connsiteX1" fmla="*/ 2398644 w 2498603"/>
                  <a:gd name="connsiteY1" fmla="*/ 0 h 2682838"/>
                  <a:gd name="connsiteX2" fmla="*/ 172279 w 2498603"/>
                  <a:gd name="connsiteY2" fmla="*/ 2676939 h 2682838"/>
                  <a:gd name="connsiteX3" fmla="*/ 0 w 2498603"/>
                  <a:gd name="connsiteY3" fmla="*/ 2517913 h 2682838"/>
                  <a:gd name="connsiteX4" fmla="*/ 1696279 w 2498603"/>
                  <a:gd name="connsiteY4" fmla="*/ 304800 h 2682838"/>
                  <a:gd name="connsiteX0" fmla="*/ 1696279 w 2498603"/>
                  <a:gd name="connsiteY0" fmla="*/ 304800 h 2682838"/>
                  <a:gd name="connsiteX1" fmla="*/ 2398644 w 2498603"/>
                  <a:gd name="connsiteY1" fmla="*/ 0 h 2682838"/>
                  <a:gd name="connsiteX2" fmla="*/ 172279 w 2498603"/>
                  <a:gd name="connsiteY2" fmla="*/ 2676939 h 2682838"/>
                  <a:gd name="connsiteX3" fmla="*/ 0 w 2498603"/>
                  <a:gd name="connsiteY3" fmla="*/ 2517913 h 2682838"/>
                  <a:gd name="connsiteX4" fmla="*/ 1696279 w 2498603"/>
                  <a:gd name="connsiteY4" fmla="*/ 304800 h 2682838"/>
                  <a:gd name="connsiteX0" fmla="*/ 1643271 w 2498603"/>
                  <a:gd name="connsiteY0" fmla="*/ 503582 h 2682838"/>
                  <a:gd name="connsiteX1" fmla="*/ 2398644 w 2498603"/>
                  <a:gd name="connsiteY1" fmla="*/ 0 h 2682838"/>
                  <a:gd name="connsiteX2" fmla="*/ 172279 w 2498603"/>
                  <a:gd name="connsiteY2" fmla="*/ 2676939 h 2682838"/>
                  <a:gd name="connsiteX3" fmla="*/ 0 w 2498603"/>
                  <a:gd name="connsiteY3" fmla="*/ 2517913 h 2682838"/>
                  <a:gd name="connsiteX4" fmla="*/ 1643271 w 2498603"/>
                  <a:gd name="connsiteY4" fmla="*/ 503582 h 2682838"/>
                  <a:gd name="connsiteX0" fmla="*/ 1643271 w 2498603"/>
                  <a:gd name="connsiteY0" fmla="*/ 503582 h 2682838"/>
                  <a:gd name="connsiteX1" fmla="*/ 2398644 w 2498603"/>
                  <a:gd name="connsiteY1" fmla="*/ 0 h 2682838"/>
                  <a:gd name="connsiteX2" fmla="*/ 172279 w 2498603"/>
                  <a:gd name="connsiteY2" fmla="*/ 2676939 h 2682838"/>
                  <a:gd name="connsiteX3" fmla="*/ 0 w 2498603"/>
                  <a:gd name="connsiteY3" fmla="*/ 2517913 h 2682838"/>
                  <a:gd name="connsiteX4" fmla="*/ 1643271 w 2498603"/>
                  <a:gd name="connsiteY4" fmla="*/ 503582 h 2682838"/>
                  <a:gd name="connsiteX0" fmla="*/ 1603514 w 2498603"/>
                  <a:gd name="connsiteY0" fmla="*/ 503582 h 2682838"/>
                  <a:gd name="connsiteX1" fmla="*/ 2398644 w 2498603"/>
                  <a:gd name="connsiteY1" fmla="*/ 0 h 2682838"/>
                  <a:gd name="connsiteX2" fmla="*/ 172279 w 2498603"/>
                  <a:gd name="connsiteY2" fmla="*/ 2676939 h 2682838"/>
                  <a:gd name="connsiteX3" fmla="*/ 0 w 2498603"/>
                  <a:gd name="connsiteY3" fmla="*/ 2517913 h 2682838"/>
                  <a:gd name="connsiteX4" fmla="*/ 1603514 w 2498603"/>
                  <a:gd name="connsiteY4" fmla="*/ 503582 h 2682838"/>
                  <a:gd name="connsiteX0" fmla="*/ 1603514 w 2498603"/>
                  <a:gd name="connsiteY0" fmla="*/ 503582 h 2682838"/>
                  <a:gd name="connsiteX1" fmla="*/ 2398644 w 2498603"/>
                  <a:gd name="connsiteY1" fmla="*/ 0 h 2682838"/>
                  <a:gd name="connsiteX2" fmla="*/ 172279 w 2498603"/>
                  <a:gd name="connsiteY2" fmla="*/ 2676939 h 2682838"/>
                  <a:gd name="connsiteX3" fmla="*/ 0 w 2498603"/>
                  <a:gd name="connsiteY3" fmla="*/ 2517913 h 2682838"/>
                  <a:gd name="connsiteX4" fmla="*/ 1603514 w 2498603"/>
                  <a:gd name="connsiteY4" fmla="*/ 503582 h 2682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98603" h="2682838">
                    <a:moveTo>
                      <a:pt x="1603514" y="503582"/>
                    </a:moveTo>
                    <a:lnTo>
                      <a:pt x="2398644" y="0"/>
                    </a:lnTo>
                    <a:cubicBezTo>
                      <a:pt x="1718366" y="812800"/>
                      <a:pt x="4086088" y="2805044"/>
                      <a:pt x="172279" y="2676939"/>
                    </a:cubicBezTo>
                    <a:lnTo>
                      <a:pt x="0" y="2517913"/>
                    </a:lnTo>
                    <a:cubicBezTo>
                      <a:pt x="565426" y="1780209"/>
                      <a:pt x="2363306" y="2433981"/>
                      <a:pt x="1603514" y="503582"/>
                    </a:cubicBezTo>
                    <a:close/>
                  </a:path>
                </a:pathLst>
              </a:custGeom>
              <a:solidFill>
                <a:srgbClr val="FFF4D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9CE29B2-7A7C-4832-BA08-DFC176CE2DAF}"/>
                  </a:ext>
                </a:extLst>
              </p:cNvPr>
              <p:cNvSpPr/>
              <p:nvPr/>
            </p:nvSpPr>
            <p:spPr>
              <a:xfrm>
                <a:off x="6037434" y="2279375"/>
                <a:ext cx="2512583" cy="4068086"/>
              </a:xfrm>
              <a:custGeom>
                <a:avLst/>
                <a:gdLst>
                  <a:gd name="connsiteX0" fmla="*/ 0 w 1431236"/>
                  <a:gd name="connsiteY0" fmla="*/ 0 h 53009"/>
                  <a:gd name="connsiteX1" fmla="*/ 1431236 w 1431236"/>
                  <a:gd name="connsiteY1" fmla="*/ 0 h 53009"/>
                  <a:gd name="connsiteX2" fmla="*/ 1431236 w 1431236"/>
                  <a:gd name="connsiteY2" fmla="*/ 53009 h 53009"/>
                  <a:gd name="connsiteX3" fmla="*/ 0 w 1431236"/>
                  <a:gd name="connsiteY3" fmla="*/ 53009 h 53009"/>
                  <a:gd name="connsiteX4" fmla="*/ 0 w 1431236"/>
                  <a:gd name="connsiteY4" fmla="*/ 0 h 53009"/>
                  <a:gd name="connsiteX0" fmla="*/ 0 w 1789044"/>
                  <a:gd name="connsiteY0" fmla="*/ 1325217 h 1378226"/>
                  <a:gd name="connsiteX1" fmla="*/ 1431236 w 1789044"/>
                  <a:gd name="connsiteY1" fmla="*/ 1325217 h 1378226"/>
                  <a:gd name="connsiteX2" fmla="*/ 1789044 w 1789044"/>
                  <a:gd name="connsiteY2" fmla="*/ 0 h 1378226"/>
                  <a:gd name="connsiteX3" fmla="*/ 0 w 1789044"/>
                  <a:gd name="connsiteY3" fmla="*/ 1378226 h 1378226"/>
                  <a:gd name="connsiteX4" fmla="*/ 0 w 1789044"/>
                  <a:gd name="connsiteY4" fmla="*/ 1325217 h 1378226"/>
                  <a:gd name="connsiteX0" fmla="*/ 0 w 1789044"/>
                  <a:gd name="connsiteY0" fmla="*/ 1325217 h 1378226"/>
                  <a:gd name="connsiteX1" fmla="*/ 1431236 w 1789044"/>
                  <a:gd name="connsiteY1" fmla="*/ 1325217 h 1378226"/>
                  <a:gd name="connsiteX2" fmla="*/ 1789044 w 1789044"/>
                  <a:gd name="connsiteY2" fmla="*/ 0 h 1378226"/>
                  <a:gd name="connsiteX3" fmla="*/ 0 w 1789044"/>
                  <a:gd name="connsiteY3" fmla="*/ 1378226 h 1378226"/>
                  <a:gd name="connsiteX4" fmla="*/ 0 w 1789044"/>
                  <a:gd name="connsiteY4" fmla="*/ 1325217 h 1378226"/>
                  <a:gd name="connsiteX0" fmla="*/ 0 w 1789044"/>
                  <a:gd name="connsiteY0" fmla="*/ 1325217 h 1378226"/>
                  <a:gd name="connsiteX1" fmla="*/ 1616766 w 1789044"/>
                  <a:gd name="connsiteY1" fmla="*/ 79513 h 1378226"/>
                  <a:gd name="connsiteX2" fmla="*/ 1789044 w 1789044"/>
                  <a:gd name="connsiteY2" fmla="*/ 0 h 1378226"/>
                  <a:gd name="connsiteX3" fmla="*/ 0 w 1789044"/>
                  <a:gd name="connsiteY3" fmla="*/ 1378226 h 1378226"/>
                  <a:gd name="connsiteX4" fmla="*/ 0 w 1789044"/>
                  <a:gd name="connsiteY4" fmla="*/ 1325217 h 1378226"/>
                  <a:gd name="connsiteX0" fmla="*/ 0 w 1802297"/>
                  <a:gd name="connsiteY0" fmla="*/ 1325217 h 1378226"/>
                  <a:gd name="connsiteX1" fmla="*/ 1616766 w 1802297"/>
                  <a:gd name="connsiteY1" fmla="*/ 79513 h 1378226"/>
                  <a:gd name="connsiteX2" fmla="*/ 1802297 w 1802297"/>
                  <a:gd name="connsiteY2" fmla="*/ 0 h 1378226"/>
                  <a:gd name="connsiteX3" fmla="*/ 0 w 1802297"/>
                  <a:gd name="connsiteY3" fmla="*/ 1378226 h 1378226"/>
                  <a:gd name="connsiteX4" fmla="*/ 0 w 1802297"/>
                  <a:gd name="connsiteY4" fmla="*/ 1325217 h 1378226"/>
                  <a:gd name="connsiteX0" fmla="*/ 0 w 2451654"/>
                  <a:gd name="connsiteY0" fmla="*/ 1431234 h 1431234"/>
                  <a:gd name="connsiteX1" fmla="*/ 2266123 w 2451654"/>
                  <a:gd name="connsiteY1" fmla="*/ 79513 h 1431234"/>
                  <a:gd name="connsiteX2" fmla="*/ 2451654 w 2451654"/>
                  <a:gd name="connsiteY2" fmla="*/ 0 h 1431234"/>
                  <a:gd name="connsiteX3" fmla="*/ 649357 w 2451654"/>
                  <a:gd name="connsiteY3" fmla="*/ 1378226 h 1431234"/>
                  <a:gd name="connsiteX4" fmla="*/ 0 w 2451654"/>
                  <a:gd name="connsiteY4" fmla="*/ 1431234 h 1431234"/>
                  <a:gd name="connsiteX0" fmla="*/ 0 w 2451654"/>
                  <a:gd name="connsiteY0" fmla="*/ 1431234 h 2120348"/>
                  <a:gd name="connsiteX1" fmla="*/ 2266123 w 2451654"/>
                  <a:gd name="connsiteY1" fmla="*/ 79513 h 2120348"/>
                  <a:gd name="connsiteX2" fmla="*/ 2451654 w 2451654"/>
                  <a:gd name="connsiteY2" fmla="*/ 0 h 2120348"/>
                  <a:gd name="connsiteX3" fmla="*/ 1020418 w 2451654"/>
                  <a:gd name="connsiteY3" fmla="*/ 2120348 h 2120348"/>
                  <a:gd name="connsiteX4" fmla="*/ 0 w 2451654"/>
                  <a:gd name="connsiteY4" fmla="*/ 1431234 h 2120348"/>
                  <a:gd name="connsiteX0" fmla="*/ 0 w 2067341"/>
                  <a:gd name="connsiteY0" fmla="*/ 1073426 h 2120348"/>
                  <a:gd name="connsiteX1" fmla="*/ 1881810 w 2067341"/>
                  <a:gd name="connsiteY1" fmla="*/ 79513 h 2120348"/>
                  <a:gd name="connsiteX2" fmla="*/ 2067341 w 2067341"/>
                  <a:gd name="connsiteY2" fmla="*/ 0 h 2120348"/>
                  <a:gd name="connsiteX3" fmla="*/ 636105 w 2067341"/>
                  <a:gd name="connsiteY3" fmla="*/ 2120348 h 2120348"/>
                  <a:gd name="connsiteX4" fmla="*/ 0 w 2067341"/>
                  <a:gd name="connsiteY4" fmla="*/ 1073426 h 2120348"/>
                  <a:gd name="connsiteX0" fmla="*/ 0 w 2067341"/>
                  <a:gd name="connsiteY0" fmla="*/ 1073426 h 2120348"/>
                  <a:gd name="connsiteX1" fmla="*/ 1881810 w 2067341"/>
                  <a:gd name="connsiteY1" fmla="*/ 79513 h 2120348"/>
                  <a:gd name="connsiteX2" fmla="*/ 2067341 w 2067341"/>
                  <a:gd name="connsiteY2" fmla="*/ 0 h 2120348"/>
                  <a:gd name="connsiteX3" fmla="*/ 636105 w 2067341"/>
                  <a:gd name="connsiteY3" fmla="*/ 2120348 h 2120348"/>
                  <a:gd name="connsiteX4" fmla="*/ 0 w 2067341"/>
                  <a:gd name="connsiteY4" fmla="*/ 1073426 h 2120348"/>
                  <a:gd name="connsiteX0" fmla="*/ 0 w 2067341"/>
                  <a:gd name="connsiteY0" fmla="*/ 1073426 h 2120348"/>
                  <a:gd name="connsiteX1" fmla="*/ 1881810 w 2067341"/>
                  <a:gd name="connsiteY1" fmla="*/ 79513 h 2120348"/>
                  <a:gd name="connsiteX2" fmla="*/ 2067341 w 2067341"/>
                  <a:gd name="connsiteY2" fmla="*/ 0 h 2120348"/>
                  <a:gd name="connsiteX3" fmla="*/ 636105 w 2067341"/>
                  <a:gd name="connsiteY3" fmla="*/ 2120348 h 2120348"/>
                  <a:gd name="connsiteX4" fmla="*/ 0 w 2067341"/>
                  <a:gd name="connsiteY4" fmla="*/ 1073426 h 2120348"/>
                  <a:gd name="connsiteX0" fmla="*/ 39755 w 2107096"/>
                  <a:gd name="connsiteY0" fmla="*/ 1073426 h 2571022"/>
                  <a:gd name="connsiteX1" fmla="*/ 1921565 w 2107096"/>
                  <a:gd name="connsiteY1" fmla="*/ 79513 h 2571022"/>
                  <a:gd name="connsiteX2" fmla="*/ 2107096 w 2107096"/>
                  <a:gd name="connsiteY2" fmla="*/ 0 h 2571022"/>
                  <a:gd name="connsiteX3" fmla="*/ 675860 w 2107096"/>
                  <a:gd name="connsiteY3" fmla="*/ 2120348 h 2571022"/>
                  <a:gd name="connsiteX4" fmla="*/ 0 w 2107096"/>
                  <a:gd name="connsiteY4" fmla="*/ 2557669 h 2571022"/>
                  <a:gd name="connsiteX5" fmla="*/ 39755 w 2107096"/>
                  <a:gd name="connsiteY5" fmla="*/ 1073426 h 2571022"/>
                  <a:gd name="connsiteX0" fmla="*/ 202042 w 2269383"/>
                  <a:gd name="connsiteY0" fmla="*/ 1073426 h 2571022"/>
                  <a:gd name="connsiteX1" fmla="*/ 2083852 w 2269383"/>
                  <a:gd name="connsiteY1" fmla="*/ 79513 h 2571022"/>
                  <a:gd name="connsiteX2" fmla="*/ 2269383 w 2269383"/>
                  <a:gd name="connsiteY2" fmla="*/ 0 h 2571022"/>
                  <a:gd name="connsiteX3" fmla="*/ 838147 w 2269383"/>
                  <a:gd name="connsiteY3" fmla="*/ 2120348 h 2571022"/>
                  <a:gd name="connsiteX4" fmla="*/ 162287 w 2269383"/>
                  <a:gd name="connsiteY4" fmla="*/ 2557669 h 2571022"/>
                  <a:gd name="connsiteX5" fmla="*/ 202042 w 2269383"/>
                  <a:gd name="connsiteY5" fmla="*/ 1073426 h 2571022"/>
                  <a:gd name="connsiteX0" fmla="*/ 219684 w 2287025"/>
                  <a:gd name="connsiteY0" fmla="*/ 1073426 h 2571022"/>
                  <a:gd name="connsiteX1" fmla="*/ 2101494 w 2287025"/>
                  <a:gd name="connsiteY1" fmla="*/ 79513 h 2571022"/>
                  <a:gd name="connsiteX2" fmla="*/ 2287025 w 2287025"/>
                  <a:gd name="connsiteY2" fmla="*/ 0 h 2571022"/>
                  <a:gd name="connsiteX3" fmla="*/ 855789 w 2287025"/>
                  <a:gd name="connsiteY3" fmla="*/ 2120348 h 2571022"/>
                  <a:gd name="connsiteX4" fmla="*/ 179929 w 2287025"/>
                  <a:gd name="connsiteY4" fmla="*/ 2557669 h 2571022"/>
                  <a:gd name="connsiteX5" fmla="*/ 219684 w 2287025"/>
                  <a:gd name="connsiteY5" fmla="*/ 1073426 h 2571022"/>
                  <a:gd name="connsiteX0" fmla="*/ 219684 w 2287025"/>
                  <a:gd name="connsiteY0" fmla="*/ 1073426 h 2929688"/>
                  <a:gd name="connsiteX1" fmla="*/ 2101494 w 2287025"/>
                  <a:gd name="connsiteY1" fmla="*/ 79513 h 2929688"/>
                  <a:gd name="connsiteX2" fmla="*/ 2287025 w 2287025"/>
                  <a:gd name="connsiteY2" fmla="*/ 0 h 2929688"/>
                  <a:gd name="connsiteX3" fmla="*/ 855789 w 2287025"/>
                  <a:gd name="connsiteY3" fmla="*/ 2120348 h 2929688"/>
                  <a:gd name="connsiteX4" fmla="*/ 47408 w 2287025"/>
                  <a:gd name="connsiteY4" fmla="*/ 2915478 h 2929688"/>
                  <a:gd name="connsiteX5" fmla="*/ 179929 w 2287025"/>
                  <a:gd name="connsiteY5" fmla="*/ 2557669 h 2929688"/>
                  <a:gd name="connsiteX6" fmla="*/ 219684 w 2287025"/>
                  <a:gd name="connsiteY6" fmla="*/ 1073426 h 2929688"/>
                  <a:gd name="connsiteX0" fmla="*/ 219684 w 2287025"/>
                  <a:gd name="connsiteY0" fmla="*/ 1073426 h 4038645"/>
                  <a:gd name="connsiteX1" fmla="*/ 2101494 w 2287025"/>
                  <a:gd name="connsiteY1" fmla="*/ 79513 h 4038645"/>
                  <a:gd name="connsiteX2" fmla="*/ 2287025 w 2287025"/>
                  <a:gd name="connsiteY2" fmla="*/ 0 h 4038645"/>
                  <a:gd name="connsiteX3" fmla="*/ 855789 w 2287025"/>
                  <a:gd name="connsiteY3" fmla="*/ 2120348 h 4038645"/>
                  <a:gd name="connsiteX4" fmla="*/ 391965 w 2287025"/>
                  <a:gd name="connsiteY4" fmla="*/ 4028661 h 4038645"/>
                  <a:gd name="connsiteX5" fmla="*/ 47408 w 2287025"/>
                  <a:gd name="connsiteY5" fmla="*/ 2915478 h 4038645"/>
                  <a:gd name="connsiteX6" fmla="*/ 179929 w 2287025"/>
                  <a:gd name="connsiteY6" fmla="*/ 2557669 h 4038645"/>
                  <a:gd name="connsiteX7" fmla="*/ 219684 w 2287025"/>
                  <a:gd name="connsiteY7" fmla="*/ 1073426 h 4038645"/>
                  <a:gd name="connsiteX0" fmla="*/ 219684 w 2287025"/>
                  <a:gd name="connsiteY0" fmla="*/ 1073426 h 4028661"/>
                  <a:gd name="connsiteX1" fmla="*/ 2101494 w 2287025"/>
                  <a:gd name="connsiteY1" fmla="*/ 79513 h 4028661"/>
                  <a:gd name="connsiteX2" fmla="*/ 2287025 w 2287025"/>
                  <a:gd name="connsiteY2" fmla="*/ 0 h 4028661"/>
                  <a:gd name="connsiteX3" fmla="*/ 855789 w 2287025"/>
                  <a:gd name="connsiteY3" fmla="*/ 2120348 h 4028661"/>
                  <a:gd name="connsiteX4" fmla="*/ 471478 w 2287025"/>
                  <a:gd name="connsiteY4" fmla="*/ 2875722 h 4028661"/>
                  <a:gd name="connsiteX5" fmla="*/ 391965 w 2287025"/>
                  <a:gd name="connsiteY5" fmla="*/ 4028661 h 4028661"/>
                  <a:gd name="connsiteX6" fmla="*/ 47408 w 2287025"/>
                  <a:gd name="connsiteY6" fmla="*/ 2915478 h 4028661"/>
                  <a:gd name="connsiteX7" fmla="*/ 179929 w 2287025"/>
                  <a:gd name="connsiteY7" fmla="*/ 2557669 h 4028661"/>
                  <a:gd name="connsiteX8" fmla="*/ 219684 w 2287025"/>
                  <a:gd name="connsiteY8" fmla="*/ 1073426 h 4028661"/>
                  <a:gd name="connsiteX0" fmla="*/ 219684 w 2287025"/>
                  <a:gd name="connsiteY0" fmla="*/ 1073426 h 4028661"/>
                  <a:gd name="connsiteX1" fmla="*/ 2101494 w 2287025"/>
                  <a:gd name="connsiteY1" fmla="*/ 79513 h 4028661"/>
                  <a:gd name="connsiteX2" fmla="*/ 2287025 w 2287025"/>
                  <a:gd name="connsiteY2" fmla="*/ 0 h 4028661"/>
                  <a:gd name="connsiteX3" fmla="*/ 855789 w 2287025"/>
                  <a:gd name="connsiteY3" fmla="*/ 2120348 h 4028661"/>
                  <a:gd name="connsiteX4" fmla="*/ 471478 w 2287025"/>
                  <a:gd name="connsiteY4" fmla="*/ 2875722 h 4028661"/>
                  <a:gd name="connsiteX5" fmla="*/ 391965 w 2287025"/>
                  <a:gd name="connsiteY5" fmla="*/ 4028661 h 4028661"/>
                  <a:gd name="connsiteX6" fmla="*/ 47408 w 2287025"/>
                  <a:gd name="connsiteY6" fmla="*/ 2915478 h 4028661"/>
                  <a:gd name="connsiteX7" fmla="*/ 179929 w 2287025"/>
                  <a:gd name="connsiteY7" fmla="*/ 2557669 h 4028661"/>
                  <a:gd name="connsiteX8" fmla="*/ 219684 w 2287025"/>
                  <a:gd name="connsiteY8" fmla="*/ 1073426 h 4028661"/>
                  <a:gd name="connsiteX0" fmla="*/ 219684 w 2287025"/>
                  <a:gd name="connsiteY0" fmla="*/ 1073426 h 4028661"/>
                  <a:gd name="connsiteX1" fmla="*/ 2101494 w 2287025"/>
                  <a:gd name="connsiteY1" fmla="*/ 79513 h 4028661"/>
                  <a:gd name="connsiteX2" fmla="*/ 2287025 w 2287025"/>
                  <a:gd name="connsiteY2" fmla="*/ 0 h 4028661"/>
                  <a:gd name="connsiteX3" fmla="*/ 855789 w 2287025"/>
                  <a:gd name="connsiteY3" fmla="*/ 2120348 h 4028661"/>
                  <a:gd name="connsiteX4" fmla="*/ 471478 w 2287025"/>
                  <a:gd name="connsiteY4" fmla="*/ 2875722 h 4028661"/>
                  <a:gd name="connsiteX5" fmla="*/ 391965 w 2287025"/>
                  <a:gd name="connsiteY5" fmla="*/ 4028661 h 4028661"/>
                  <a:gd name="connsiteX6" fmla="*/ 47408 w 2287025"/>
                  <a:gd name="connsiteY6" fmla="*/ 2915478 h 4028661"/>
                  <a:gd name="connsiteX7" fmla="*/ 179929 w 2287025"/>
                  <a:gd name="connsiteY7" fmla="*/ 2557669 h 4028661"/>
                  <a:gd name="connsiteX8" fmla="*/ 219684 w 2287025"/>
                  <a:gd name="connsiteY8" fmla="*/ 1073426 h 4028661"/>
                  <a:gd name="connsiteX0" fmla="*/ 230842 w 2298183"/>
                  <a:gd name="connsiteY0" fmla="*/ 1073426 h 4028661"/>
                  <a:gd name="connsiteX1" fmla="*/ 2112652 w 2298183"/>
                  <a:gd name="connsiteY1" fmla="*/ 79513 h 4028661"/>
                  <a:gd name="connsiteX2" fmla="*/ 2298183 w 2298183"/>
                  <a:gd name="connsiteY2" fmla="*/ 0 h 4028661"/>
                  <a:gd name="connsiteX3" fmla="*/ 866947 w 2298183"/>
                  <a:gd name="connsiteY3" fmla="*/ 2120348 h 4028661"/>
                  <a:gd name="connsiteX4" fmla="*/ 482636 w 2298183"/>
                  <a:gd name="connsiteY4" fmla="*/ 2875722 h 4028661"/>
                  <a:gd name="connsiteX5" fmla="*/ 403123 w 2298183"/>
                  <a:gd name="connsiteY5" fmla="*/ 4028661 h 4028661"/>
                  <a:gd name="connsiteX6" fmla="*/ 58566 w 2298183"/>
                  <a:gd name="connsiteY6" fmla="*/ 2915478 h 4028661"/>
                  <a:gd name="connsiteX7" fmla="*/ 152987 w 2298183"/>
                  <a:gd name="connsiteY7" fmla="*/ 2490994 h 4028661"/>
                  <a:gd name="connsiteX8" fmla="*/ 230842 w 2298183"/>
                  <a:gd name="connsiteY8" fmla="*/ 1073426 h 4028661"/>
                  <a:gd name="connsiteX0" fmla="*/ 230842 w 2298183"/>
                  <a:gd name="connsiteY0" fmla="*/ 1073426 h 4028661"/>
                  <a:gd name="connsiteX1" fmla="*/ 2112652 w 2298183"/>
                  <a:gd name="connsiteY1" fmla="*/ 79513 h 4028661"/>
                  <a:gd name="connsiteX2" fmla="*/ 2298183 w 2298183"/>
                  <a:gd name="connsiteY2" fmla="*/ 0 h 4028661"/>
                  <a:gd name="connsiteX3" fmla="*/ 866947 w 2298183"/>
                  <a:gd name="connsiteY3" fmla="*/ 2120348 h 4028661"/>
                  <a:gd name="connsiteX4" fmla="*/ 467396 w 2298183"/>
                  <a:gd name="connsiteY4" fmla="*/ 2875722 h 4028661"/>
                  <a:gd name="connsiteX5" fmla="*/ 403123 w 2298183"/>
                  <a:gd name="connsiteY5" fmla="*/ 4028661 h 4028661"/>
                  <a:gd name="connsiteX6" fmla="*/ 58566 w 2298183"/>
                  <a:gd name="connsiteY6" fmla="*/ 2915478 h 4028661"/>
                  <a:gd name="connsiteX7" fmla="*/ 152987 w 2298183"/>
                  <a:gd name="connsiteY7" fmla="*/ 2490994 h 4028661"/>
                  <a:gd name="connsiteX8" fmla="*/ 230842 w 2298183"/>
                  <a:gd name="connsiteY8" fmla="*/ 1073426 h 40286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12034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12034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12034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12034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12034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12034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09748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866947 w 2298183"/>
                  <a:gd name="connsiteY3" fmla="*/ 2097488 h 4066761"/>
                  <a:gd name="connsiteX4" fmla="*/ 467396 w 2298183"/>
                  <a:gd name="connsiteY4" fmla="*/ 2875722 h 4066761"/>
                  <a:gd name="connsiteX5" fmla="*/ 403123 w 2298183"/>
                  <a:gd name="connsiteY5" fmla="*/ 4066761 h 4066761"/>
                  <a:gd name="connsiteX6" fmla="*/ 58566 w 2298183"/>
                  <a:gd name="connsiteY6" fmla="*/ 2915478 h 4066761"/>
                  <a:gd name="connsiteX7" fmla="*/ 152987 w 2298183"/>
                  <a:gd name="connsiteY7" fmla="*/ 2490994 h 4066761"/>
                  <a:gd name="connsiteX8" fmla="*/ 230842 w 2298183"/>
                  <a:gd name="connsiteY8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1696866 w 2298183"/>
                  <a:gd name="connsiteY3" fmla="*/ 2056406 h 4066761"/>
                  <a:gd name="connsiteX4" fmla="*/ 866947 w 2298183"/>
                  <a:gd name="connsiteY4" fmla="*/ 2097488 h 4066761"/>
                  <a:gd name="connsiteX5" fmla="*/ 467396 w 2298183"/>
                  <a:gd name="connsiteY5" fmla="*/ 2875722 h 4066761"/>
                  <a:gd name="connsiteX6" fmla="*/ 403123 w 2298183"/>
                  <a:gd name="connsiteY6" fmla="*/ 4066761 h 4066761"/>
                  <a:gd name="connsiteX7" fmla="*/ 58566 w 2298183"/>
                  <a:gd name="connsiteY7" fmla="*/ 2915478 h 4066761"/>
                  <a:gd name="connsiteX8" fmla="*/ 152987 w 2298183"/>
                  <a:gd name="connsiteY8" fmla="*/ 2490994 h 4066761"/>
                  <a:gd name="connsiteX9" fmla="*/ 230842 w 2298183"/>
                  <a:gd name="connsiteY9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1696866 w 2298183"/>
                  <a:gd name="connsiteY3" fmla="*/ 2056406 h 4066761"/>
                  <a:gd name="connsiteX4" fmla="*/ 866947 w 2298183"/>
                  <a:gd name="connsiteY4" fmla="*/ 2097488 h 4066761"/>
                  <a:gd name="connsiteX5" fmla="*/ 467396 w 2298183"/>
                  <a:gd name="connsiteY5" fmla="*/ 2875722 h 4066761"/>
                  <a:gd name="connsiteX6" fmla="*/ 403123 w 2298183"/>
                  <a:gd name="connsiteY6" fmla="*/ 4066761 h 4066761"/>
                  <a:gd name="connsiteX7" fmla="*/ 58566 w 2298183"/>
                  <a:gd name="connsiteY7" fmla="*/ 2915478 h 4066761"/>
                  <a:gd name="connsiteX8" fmla="*/ 152987 w 2298183"/>
                  <a:gd name="connsiteY8" fmla="*/ 2490994 h 4066761"/>
                  <a:gd name="connsiteX9" fmla="*/ 230842 w 2298183"/>
                  <a:gd name="connsiteY9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1696866 w 2298183"/>
                  <a:gd name="connsiteY3" fmla="*/ 2056406 h 4066761"/>
                  <a:gd name="connsiteX4" fmla="*/ 866947 w 2298183"/>
                  <a:gd name="connsiteY4" fmla="*/ 2097488 h 4066761"/>
                  <a:gd name="connsiteX5" fmla="*/ 467396 w 2298183"/>
                  <a:gd name="connsiteY5" fmla="*/ 2875722 h 4066761"/>
                  <a:gd name="connsiteX6" fmla="*/ 403123 w 2298183"/>
                  <a:gd name="connsiteY6" fmla="*/ 4066761 h 4066761"/>
                  <a:gd name="connsiteX7" fmla="*/ 58566 w 2298183"/>
                  <a:gd name="connsiteY7" fmla="*/ 2915478 h 4066761"/>
                  <a:gd name="connsiteX8" fmla="*/ 152987 w 2298183"/>
                  <a:gd name="connsiteY8" fmla="*/ 2490994 h 4066761"/>
                  <a:gd name="connsiteX9" fmla="*/ 230842 w 2298183"/>
                  <a:gd name="connsiteY9" fmla="*/ 1073426 h 4066761"/>
                  <a:gd name="connsiteX0" fmla="*/ 230842 w 2298183"/>
                  <a:gd name="connsiteY0" fmla="*/ 1073426 h 4066761"/>
                  <a:gd name="connsiteX1" fmla="*/ 2112652 w 2298183"/>
                  <a:gd name="connsiteY1" fmla="*/ 79513 h 4066761"/>
                  <a:gd name="connsiteX2" fmla="*/ 2298183 w 2298183"/>
                  <a:gd name="connsiteY2" fmla="*/ 0 h 4066761"/>
                  <a:gd name="connsiteX3" fmla="*/ 1696866 w 2298183"/>
                  <a:gd name="connsiteY3" fmla="*/ 2056406 h 4066761"/>
                  <a:gd name="connsiteX4" fmla="*/ 866947 w 2298183"/>
                  <a:gd name="connsiteY4" fmla="*/ 2097488 h 4066761"/>
                  <a:gd name="connsiteX5" fmla="*/ 467396 w 2298183"/>
                  <a:gd name="connsiteY5" fmla="*/ 2875722 h 4066761"/>
                  <a:gd name="connsiteX6" fmla="*/ 403123 w 2298183"/>
                  <a:gd name="connsiteY6" fmla="*/ 4066761 h 4066761"/>
                  <a:gd name="connsiteX7" fmla="*/ 58566 w 2298183"/>
                  <a:gd name="connsiteY7" fmla="*/ 2915478 h 4066761"/>
                  <a:gd name="connsiteX8" fmla="*/ 152987 w 2298183"/>
                  <a:gd name="connsiteY8" fmla="*/ 2490994 h 4066761"/>
                  <a:gd name="connsiteX9" fmla="*/ 230842 w 2298183"/>
                  <a:gd name="connsiteY9" fmla="*/ 1073426 h 4066761"/>
                  <a:gd name="connsiteX0" fmla="*/ 230842 w 2298183"/>
                  <a:gd name="connsiteY0" fmla="*/ 1073426 h 4101435"/>
                  <a:gd name="connsiteX1" fmla="*/ 2112652 w 2298183"/>
                  <a:gd name="connsiteY1" fmla="*/ 79513 h 4101435"/>
                  <a:gd name="connsiteX2" fmla="*/ 2298183 w 2298183"/>
                  <a:gd name="connsiteY2" fmla="*/ 0 h 4101435"/>
                  <a:gd name="connsiteX3" fmla="*/ 2077866 w 2298183"/>
                  <a:gd name="connsiteY3" fmla="*/ 4068086 h 4101435"/>
                  <a:gd name="connsiteX4" fmla="*/ 1696866 w 2298183"/>
                  <a:gd name="connsiteY4" fmla="*/ 2056406 h 4101435"/>
                  <a:gd name="connsiteX5" fmla="*/ 866947 w 2298183"/>
                  <a:gd name="connsiteY5" fmla="*/ 2097488 h 4101435"/>
                  <a:gd name="connsiteX6" fmla="*/ 467396 w 2298183"/>
                  <a:gd name="connsiteY6" fmla="*/ 2875722 h 4101435"/>
                  <a:gd name="connsiteX7" fmla="*/ 403123 w 2298183"/>
                  <a:gd name="connsiteY7" fmla="*/ 4066761 h 4101435"/>
                  <a:gd name="connsiteX8" fmla="*/ 58566 w 2298183"/>
                  <a:gd name="connsiteY8" fmla="*/ 2915478 h 4101435"/>
                  <a:gd name="connsiteX9" fmla="*/ 152987 w 2298183"/>
                  <a:gd name="connsiteY9" fmla="*/ 2490994 h 4101435"/>
                  <a:gd name="connsiteX10" fmla="*/ 230842 w 2298183"/>
                  <a:gd name="connsiteY10" fmla="*/ 1073426 h 4101435"/>
                  <a:gd name="connsiteX0" fmla="*/ 230842 w 2299885"/>
                  <a:gd name="connsiteY0" fmla="*/ 1073426 h 4068087"/>
                  <a:gd name="connsiteX1" fmla="*/ 2112652 w 2299885"/>
                  <a:gd name="connsiteY1" fmla="*/ 79513 h 4068087"/>
                  <a:gd name="connsiteX2" fmla="*/ 2298183 w 2299885"/>
                  <a:gd name="connsiteY2" fmla="*/ 0 h 4068087"/>
                  <a:gd name="connsiteX3" fmla="*/ 2207406 w 2299885"/>
                  <a:gd name="connsiteY3" fmla="*/ 2307866 h 4068087"/>
                  <a:gd name="connsiteX4" fmla="*/ 2077866 w 2299885"/>
                  <a:gd name="connsiteY4" fmla="*/ 4068086 h 4068087"/>
                  <a:gd name="connsiteX5" fmla="*/ 1696866 w 2299885"/>
                  <a:gd name="connsiteY5" fmla="*/ 2056406 h 4068087"/>
                  <a:gd name="connsiteX6" fmla="*/ 866947 w 2299885"/>
                  <a:gd name="connsiteY6" fmla="*/ 2097488 h 4068087"/>
                  <a:gd name="connsiteX7" fmla="*/ 467396 w 2299885"/>
                  <a:gd name="connsiteY7" fmla="*/ 2875722 h 4068087"/>
                  <a:gd name="connsiteX8" fmla="*/ 403123 w 2299885"/>
                  <a:gd name="connsiteY8" fmla="*/ 4066761 h 4068087"/>
                  <a:gd name="connsiteX9" fmla="*/ 58566 w 2299885"/>
                  <a:gd name="connsiteY9" fmla="*/ 2915478 h 4068087"/>
                  <a:gd name="connsiteX10" fmla="*/ 152987 w 2299885"/>
                  <a:gd name="connsiteY10" fmla="*/ 2490994 h 4068087"/>
                  <a:gd name="connsiteX11" fmla="*/ 230842 w 2299885"/>
                  <a:gd name="connsiteY11" fmla="*/ 1073426 h 4068087"/>
                  <a:gd name="connsiteX0" fmla="*/ 230842 w 2532055"/>
                  <a:gd name="connsiteY0" fmla="*/ 1073426 h 4068087"/>
                  <a:gd name="connsiteX1" fmla="*/ 2112652 w 2532055"/>
                  <a:gd name="connsiteY1" fmla="*/ 79513 h 4068087"/>
                  <a:gd name="connsiteX2" fmla="*/ 2298183 w 2532055"/>
                  <a:gd name="connsiteY2" fmla="*/ 0 h 4068087"/>
                  <a:gd name="connsiteX3" fmla="*/ 2207406 w 2532055"/>
                  <a:gd name="connsiteY3" fmla="*/ 2307866 h 4068087"/>
                  <a:gd name="connsiteX4" fmla="*/ 2077866 w 2532055"/>
                  <a:gd name="connsiteY4" fmla="*/ 4068086 h 4068087"/>
                  <a:gd name="connsiteX5" fmla="*/ 1696866 w 2532055"/>
                  <a:gd name="connsiteY5" fmla="*/ 2056406 h 4068087"/>
                  <a:gd name="connsiteX6" fmla="*/ 866947 w 2532055"/>
                  <a:gd name="connsiteY6" fmla="*/ 2097488 h 4068087"/>
                  <a:gd name="connsiteX7" fmla="*/ 467396 w 2532055"/>
                  <a:gd name="connsiteY7" fmla="*/ 2875722 h 4068087"/>
                  <a:gd name="connsiteX8" fmla="*/ 403123 w 2532055"/>
                  <a:gd name="connsiteY8" fmla="*/ 4066761 h 4068087"/>
                  <a:gd name="connsiteX9" fmla="*/ 58566 w 2532055"/>
                  <a:gd name="connsiteY9" fmla="*/ 2915478 h 4068087"/>
                  <a:gd name="connsiteX10" fmla="*/ 152987 w 2532055"/>
                  <a:gd name="connsiteY10" fmla="*/ 2490994 h 4068087"/>
                  <a:gd name="connsiteX11" fmla="*/ 230842 w 2532055"/>
                  <a:gd name="connsiteY11" fmla="*/ 1073426 h 4068087"/>
                  <a:gd name="connsiteX0" fmla="*/ 230842 w 2512583"/>
                  <a:gd name="connsiteY0" fmla="*/ 1073426 h 4068087"/>
                  <a:gd name="connsiteX1" fmla="*/ 2112652 w 2512583"/>
                  <a:gd name="connsiteY1" fmla="*/ 79513 h 4068087"/>
                  <a:gd name="connsiteX2" fmla="*/ 2231508 w 2512583"/>
                  <a:gd name="connsiteY2" fmla="*/ 0 h 4068087"/>
                  <a:gd name="connsiteX3" fmla="*/ 2207406 w 2512583"/>
                  <a:gd name="connsiteY3" fmla="*/ 2307866 h 4068087"/>
                  <a:gd name="connsiteX4" fmla="*/ 2077866 w 2512583"/>
                  <a:gd name="connsiteY4" fmla="*/ 4068086 h 4068087"/>
                  <a:gd name="connsiteX5" fmla="*/ 1696866 w 2512583"/>
                  <a:gd name="connsiteY5" fmla="*/ 2056406 h 4068087"/>
                  <a:gd name="connsiteX6" fmla="*/ 866947 w 2512583"/>
                  <a:gd name="connsiteY6" fmla="*/ 2097488 h 4068087"/>
                  <a:gd name="connsiteX7" fmla="*/ 467396 w 2512583"/>
                  <a:gd name="connsiteY7" fmla="*/ 2875722 h 4068087"/>
                  <a:gd name="connsiteX8" fmla="*/ 403123 w 2512583"/>
                  <a:gd name="connsiteY8" fmla="*/ 4066761 h 4068087"/>
                  <a:gd name="connsiteX9" fmla="*/ 58566 w 2512583"/>
                  <a:gd name="connsiteY9" fmla="*/ 2915478 h 4068087"/>
                  <a:gd name="connsiteX10" fmla="*/ 152987 w 2512583"/>
                  <a:gd name="connsiteY10" fmla="*/ 2490994 h 4068087"/>
                  <a:gd name="connsiteX11" fmla="*/ 230842 w 2512583"/>
                  <a:gd name="connsiteY11" fmla="*/ 1073426 h 4068087"/>
                  <a:gd name="connsiteX0" fmla="*/ 230842 w 2512583"/>
                  <a:gd name="connsiteY0" fmla="*/ 1073426 h 4068836"/>
                  <a:gd name="connsiteX1" fmla="*/ 2112652 w 2512583"/>
                  <a:gd name="connsiteY1" fmla="*/ 79513 h 4068836"/>
                  <a:gd name="connsiteX2" fmla="*/ 2231508 w 2512583"/>
                  <a:gd name="connsiteY2" fmla="*/ 0 h 4068836"/>
                  <a:gd name="connsiteX3" fmla="*/ 2207406 w 2512583"/>
                  <a:gd name="connsiteY3" fmla="*/ 2307866 h 4068836"/>
                  <a:gd name="connsiteX4" fmla="*/ 2077866 w 2512583"/>
                  <a:gd name="connsiteY4" fmla="*/ 4068086 h 4068836"/>
                  <a:gd name="connsiteX5" fmla="*/ 1696866 w 2512583"/>
                  <a:gd name="connsiteY5" fmla="*/ 2056406 h 4068836"/>
                  <a:gd name="connsiteX6" fmla="*/ 866947 w 2512583"/>
                  <a:gd name="connsiteY6" fmla="*/ 2097488 h 4068836"/>
                  <a:gd name="connsiteX7" fmla="*/ 467396 w 2512583"/>
                  <a:gd name="connsiteY7" fmla="*/ 2875722 h 4068836"/>
                  <a:gd name="connsiteX8" fmla="*/ 403123 w 2512583"/>
                  <a:gd name="connsiteY8" fmla="*/ 4066761 h 4068836"/>
                  <a:gd name="connsiteX9" fmla="*/ 58566 w 2512583"/>
                  <a:gd name="connsiteY9" fmla="*/ 2915478 h 4068836"/>
                  <a:gd name="connsiteX10" fmla="*/ 152987 w 2512583"/>
                  <a:gd name="connsiteY10" fmla="*/ 2490994 h 4068836"/>
                  <a:gd name="connsiteX11" fmla="*/ 230842 w 2512583"/>
                  <a:gd name="connsiteY11" fmla="*/ 1073426 h 4068836"/>
                  <a:gd name="connsiteX0" fmla="*/ 230842 w 2512583"/>
                  <a:gd name="connsiteY0" fmla="*/ 1073426 h 4068836"/>
                  <a:gd name="connsiteX1" fmla="*/ 2112652 w 2512583"/>
                  <a:gd name="connsiteY1" fmla="*/ 79513 h 4068836"/>
                  <a:gd name="connsiteX2" fmla="*/ 2231508 w 2512583"/>
                  <a:gd name="connsiteY2" fmla="*/ 0 h 4068836"/>
                  <a:gd name="connsiteX3" fmla="*/ 2207406 w 2512583"/>
                  <a:gd name="connsiteY3" fmla="*/ 2307866 h 4068836"/>
                  <a:gd name="connsiteX4" fmla="*/ 2077866 w 2512583"/>
                  <a:gd name="connsiteY4" fmla="*/ 4068086 h 4068836"/>
                  <a:gd name="connsiteX5" fmla="*/ 1696866 w 2512583"/>
                  <a:gd name="connsiteY5" fmla="*/ 2056406 h 4068836"/>
                  <a:gd name="connsiteX6" fmla="*/ 866947 w 2512583"/>
                  <a:gd name="connsiteY6" fmla="*/ 2097488 h 4068836"/>
                  <a:gd name="connsiteX7" fmla="*/ 467396 w 2512583"/>
                  <a:gd name="connsiteY7" fmla="*/ 2875722 h 4068836"/>
                  <a:gd name="connsiteX8" fmla="*/ 403123 w 2512583"/>
                  <a:gd name="connsiteY8" fmla="*/ 4066761 h 4068836"/>
                  <a:gd name="connsiteX9" fmla="*/ 58566 w 2512583"/>
                  <a:gd name="connsiteY9" fmla="*/ 2915478 h 4068836"/>
                  <a:gd name="connsiteX10" fmla="*/ 152987 w 2512583"/>
                  <a:gd name="connsiteY10" fmla="*/ 2490994 h 4068836"/>
                  <a:gd name="connsiteX11" fmla="*/ 230842 w 2512583"/>
                  <a:gd name="connsiteY11" fmla="*/ 1073426 h 4068836"/>
                  <a:gd name="connsiteX0" fmla="*/ 230842 w 2512583"/>
                  <a:gd name="connsiteY0" fmla="*/ 1073426 h 4068110"/>
                  <a:gd name="connsiteX1" fmla="*/ 2112652 w 2512583"/>
                  <a:gd name="connsiteY1" fmla="*/ 79513 h 4068110"/>
                  <a:gd name="connsiteX2" fmla="*/ 2231508 w 2512583"/>
                  <a:gd name="connsiteY2" fmla="*/ 0 h 4068110"/>
                  <a:gd name="connsiteX3" fmla="*/ 2207406 w 2512583"/>
                  <a:gd name="connsiteY3" fmla="*/ 2307866 h 4068110"/>
                  <a:gd name="connsiteX4" fmla="*/ 2077866 w 2512583"/>
                  <a:gd name="connsiteY4" fmla="*/ 4068086 h 4068110"/>
                  <a:gd name="connsiteX5" fmla="*/ 1696866 w 2512583"/>
                  <a:gd name="connsiteY5" fmla="*/ 2056406 h 4068110"/>
                  <a:gd name="connsiteX6" fmla="*/ 866947 w 2512583"/>
                  <a:gd name="connsiteY6" fmla="*/ 2097488 h 4068110"/>
                  <a:gd name="connsiteX7" fmla="*/ 467396 w 2512583"/>
                  <a:gd name="connsiteY7" fmla="*/ 2875722 h 4068110"/>
                  <a:gd name="connsiteX8" fmla="*/ 403123 w 2512583"/>
                  <a:gd name="connsiteY8" fmla="*/ 4066761 h 4068110"/>
                  <a:gd name="connsiteX9" fmla="*/ 58566 w 2512583"/>
                  <a:gd name="connsiteY9" fmla="*/ 2915478 h 4068110"/>
                  <a:gd name="connsiteX10" fmla="*/ 152987 w 2512583"/>
                  <a:gd name="connsiteY10" fmla="*/ 2490994 h 4068110"/>
                  <a:gd name="connsiteX11" fmla="*/ 230842 w 2512583"/>
                  <a:gd name="connsiteY11" fmla="*/ 1073426 h 4068110"/>
                  <a:gd name="connsiteX0" fmla="*/ 230842 w 2512583"/>
                  <a:gd name="connsiteY0" fmla="*/ 1073426 h 4068110"/>
                  <a:gd name="connsiteX1" fmla="*/ 2112652 w 2512583"/>
                  <a:gd name="connsiteY1" fmla="*/ 79513 h 4068110"/>
                  <a:gd name="connsiteX2" fmla="*/ 2231508 w 2512583"/>
                  <a:gd name="connsiteY2" fmla="*/ 0 h 4068110"/>
                  <a:gd name="connsiteX3" fmla="*/ 2207406 w 2512583"/>
                  <a:gd name="connsiteY3" fmla="*/ 2307866 h 4068110"/>
                  <a:gd name="connsiteX4" fmla="*/ 2077866 w 2512583"/>
                  <a:gd name="connsiteY4" fmla="*/ 4068086 h 4068110"/>
                  <a:gd name="connsiteX5" fmla="*/ 1696866 w 2512583"/>
                  <a:gd name="connsiteY5" fmla="*/ 2056406 h 4068110"/>
                  <a:gd name="connsiteX6" fmla="*/ 866947 w 2512583"/>
                  <a:gd name="connsiteY6" fmla="*/ 2097488 h 4068110"/>
                  <a:gd name="connsiteX7" fmla="*/ 467396 w 2512583"/>
                  <a:gd name="connsiteY7" fmla="*/ 2875722 h 4068110"/>
                  <a:gd name="connsiteX8" fmla="*/ 403123 w 2512583"/>
                  <a:gd name="connsiteY8" fmla="*/ 4066761 h 4068110"/>
                  <a:gd name="connsiteX9" fmla="*/ 58566 w 2512583"/>
                  <a:gd name="connsiteY9" fmla="*/ 2915478 h 4068110"/>
                  <a:gd name="connsiteX10" fmla="*/ 152987 w 2512583"/>
                  <a:gd name="connsiteY10" fmla="*/ 2490994 h 4068110"/>
                  <a:gd name="connsiteX11" fmla="*/ 230842 w 2512583"/>
                  <a:gd name="connsiteY11" fmla="*/ 1073426 h 4068110"/>
                  <a:gd name="connsiteX0" fmla="*/ 230842 w 2512583"/>
                  <a:gd name="connsiteY0" fmla="*/ 1073426 h 4068110"/>
                  <a:gd name="connsiteX1" fmla="*/ 2112652 w 2512583"/>
                  <a:gd name="connsiteY1" fmla="*/ 79513 h 4068110"/>
                  <a:gd name="connsiteX2" fmla="*/ 2231508 w 2512583"/>
                  <a:gd name="connsiteY2" fmla="*/ 0 h 4068110"/>
                  <a:gd name="connsiteX3" fmla="*/ 2207406 w 2512583"/>
                  <a:gd name="connsiteY3" fmla="*/ 2307866 h 4068110"/>
                  <a:gd name="connsiteX4" fmla="*/ 2077866 w 2512583"/>
                  <a:gd name="connsiteY4" fmla="*/ 4068086 h 4068110"/>
                  <a:gd name="connsiteX5" fmla="*/ 1696866 w 2512583"/>
                  <a:gd name="connsiteY5" fmla="*/ 2056406 h 4068110"/>
                  <a:gd name="connsiteX6" fmla="*/ 866947 w 2512583"/>
                  <a:gd name="connsiteY6" fmla="*/ 2097488 h 4068110"/>
                  <a:gd name="connsiteX7" fmla="*/ 467396 w 2512583"/>
                  <a:gd name="connsiteY7" fmla="*/ 2875722 h 4068110"/>
                  <a:gd name="connsiteX8" fmla="*/ 403123 w 2512583"/>
                  <a:gd name="connsiteY8" fmla="*/ 4066761 h 4068110"/>
                  <a:gd name="connsiteX9" fmla="*/ 58566 w 2512583"/>
                  <a:gd name="connsiteY9" fmla="*/ 2915478 h 4068110"/>
                  <a:gd name="connsiteX10" fmla="*/ 152987 w 2512583"/>
                  <a:gd name="connsiteY10" fmla="*/ 2490994 h 4068110"/>
                  <a:gd name="connsiteX11" fmla="*/ 230842 w 2512583"/>
                  <a:gd name="connsiteY11" fmla="*/ 1073426 h 4068110"/>
                  <a:gd name="connsiteX0" fmla="*/ 230842 w 2512583"/>
                  <a:gd name="connsiteY0" fmla="*/ 1073426 h 4068110"/>
                  <a:gd name="connsiteX1" fmla="*/ 2112652 w 2512583"/>
                  <a:gd name="connsiteY1" fmla="*/ 79513 h 4068110"/>
                  <a:gd name="connsiteX2" fmla="*/ 2231508 w 2512583"/>
                  <a:gd name="connsiteY2" fmla="*/ 0 h 4068110"/>
                  <a:gd name="connsiteX3" fmla="*/ 2207406 w 2512583"/>
                  <a:gd name="connsiteY3" fmla="*/ 2307866 h 4068110"/>
                  <a:gd name="connsiteX4" fmla="*/ 2077866 w 2512583"/>
                  <a:gd name="connsiteY4" fmla="*/ 4068086 h 4068110"/>
                  <a:gd name="connsiteX5" fmla="*/ 1696866 w 2512583"/>
                  <a:gd name="connsiteY5" fmla="*/ 2056406 h 4068110"/>
                  <a:gd name="connsiteX6" fmla="*/ 866947 w 2512583"/>
                  <a:gd name="connsiteY6" fmla="*/ 2097488 h 4068110"/>
                  <a:gd name="connsiteX7" fmla="*/ 467396 w 2512583"/>
                  <a:gd name="connsiteY7" fmla="*/ 2875722 h 4068110"/>
                  <a:gd name="connsiteX8" fmla="*/ 403123 w 2512583"/>
                  <a:gd name="connsiteY8" fmla="*/ 4066761 h 4068110"/>
                  <a:gd name="connsiteX9" fmla="*/ 58566 w 2512583"/>
                  <a:gd name="connsiteY9" fmla="*/ 2915478 h 4068110"/>
                  <a:gd name="connsiteX10" fmla="*/ 152987 w 2512583"/>
                  <a:gd name="connsiteY10" fmla="*/ 2490994 h 4068110"/>
                  <a:gd name="connsiteX11" fmla="*/ 230842 w 2512583"/>
                  <a:gd name="connsiteY11" fmla="*/ 1073426 h 4068110"/>
                  <a:gd name="connsiteX0" fmla="*/ 230842 w 2512583"/>
                  <a:gd name="connsiteY0" fmla="*/ 1073426 h 4068110"/>
                  <a:gd name="connsiteX1" fmla="*/ 2112652 w 2512583"/>
                  <a:gd name="connsiteY1" fmla="*/ 79513 h 4068110"/>
                  <a:gd name="connsiteX2" fmla="*/ 2231508 w 2512583"/>
                  <a:gd name="connsiteY2" fmla="*/ 0 h 4068110"/>
                  <a:gd name="connsiteX3" fmla="*/ 2207406 w 2512583"/>
                  <a:gd name="connsiteY3" fmla="*/ 2307866 h 4068110"/>
                  <a:gd name="connsiteX4" fmla="*/ 2077866 w 2512583"/>
                  <a:gd name="connsiteY4" fmla="*/ 4068086 h 4068110"/>
                  <a:gd name="connsiteX5" fmla="*/ 1677816 w 2512583"/>
                  <a:gd name="connsiteY5" fmla="*/ 2056406 h 4068110"/>
                  <a:gd name="connsiteX6" fmla="*/ 866947 w 2512583"/>
                  <a:gd name="connsiteY6" fmla="*/ 2097488 h 4068110"/>
                  <a:gd name="connsiteX7" fmla="*/ 467396 w 2512583"/>
                  <a:gd name="connsiteY7" fmla="*/ 2875722 h 4068110"/>
                  <a:gd name="connsiteX8" fmla="*/ 403123 w 2512583"/>
                  <a:gd name="connsiteY8" fmla="*/ 4066761 h 4068110"/>
                  <a:gd name="connsiteX9" fmla="*/ 58566 w 2512583"/>
                  <a:gd name="connsiteY9" fmla="*/ 2915478 h 4068110"/>
                  <a:gd name="connsiteX10" fmla="*/ 152987 w 2512583"/>
                  <a:gd name="connsiteY10" fmla="*/ 2490994 h 4068110"/>
                  <a:gd name="connsiteX11" fmla="*/ 230842 w 2512583"/>
                  <a:gd name="connsiteY11" fmla="*/ 1073426 h 4068110"/>
                  <a:gd name="connsiteX0" fmla="*/ 230842 w 2512583"/>
                  <a:gd name="connsiteY0" fmla="*/ 1073426 h 4068110"/>
                  <a:gd name="connsiteX1" fmla="*/ 2112652 w 2512583"/>
                  <a:gd name="connsiteY1" fmla="*/ 79513 h 4068110"/>
                  <a:gd name="connsiteX2" fmla="*/ 2231508 w 2512583"/>
                  <a:gd name="connsiteY2" fmla="*/ 0 h 4068110"/>
                  <a:gd name="connsiteX3" fmla="*/ 2207406 w 2512583"/>
                  <a:gd name="connsiteY3" fmla="*/ 2307866 h 4068110"/>
                  <a:gd name="connsiteX4" fmla="*/ 2077866 w 2512583"/>
                  <a:gd name="connsiteY4" fmla="*/ 4068086 h 4068110"/>
                  <a:gd name="connsiteX5" fmla="*/ 1677816 w 2512583"/>
                  <a:gd name="connsiteY5" fmla="*/ 2056406 h 4068110"/>
                  <a:gd name="connsiteX6" fmla="*/ 866947 w 2512583"/>
                  <a:gd name="connsiteY6" fmla="*/ 2097488 h 4068110"/>
                  <a:gd name="connsiteX7" fmla="*/ 467396 w 2512583"/>
                  <a:gd name="connsiteY7" fmla="*/ 2875722 h 4068110"/>
                  <a:gd name="connsiteX8" fmla="*/ 403123 w 2512583"/>
                  <a:gd name="connsiteY8" fmla="*/ 4066761 h 4068110"/>
                  <a:gd name="connsiteX9" fmla="*/ 58566 w 2512583"/>
                  <a:gd name="connsiteY9" fmla="*/ 2915478 h 4068110"/>
                  <a:gd name="connsiteX10" fmla="*/ 152987 w 2512583"/>
                  <a:gd name="connsiteY10" fmla="*/ 2490994 h 4068110"/>
                  <a:gd name="connsiteX11" fmla="*/ 230842 w 2512583"/>
                  <a:gd name="connsiteY11" fmla="*/ 1073426 h 4068110"/>
                  <a:gd name="connsiteX0" fmla="*/ 230842 w 2512583"/>
                  <a:gd name="connsiteY0" fmla="*/ 1073426 h 4068314"/>
                  <a:gd name="connsiteX1" fmla="*/ 2112652 w 2512583"/>
                  <a:gd name="connsiteY1" fmla="*/ 79513 h 4068314"/>
                  <a:gd name="connsiteX2" fmla="*/ 2231508 w 2512583"/>
                  <a:gd name="connsiteY2" fmla="*/ 0 h 4068314"/>
                  <a:gd name="connsiteX3" fmla="*/ 2207406 w 2512583"/>
                  <a:gd name="connsiteY3" fmla="*/ 2307866 h 4068314"/>
                  <a:gd name="connsiteX4" fmla="*/ 2077866 w 2512583"/>
                  <a:gd name="connsiteY4" fmla="*/ 4068086 h 4068314"/>
                  <a:gd name="connsiteX5" fmla="*/ 1677816 w 2512583"/>
                  <a:gd name="connsiteY5" fmla="*/ 2056406 h 4068314"/>
                  <a:gd name="connsiteX6" fmla="*/ 866947 w 2512583"/>
                  <a:gd name="connsiteY6" fmla="*/ 2097488 h 4068314"/>
                  <a:gd name="connsiteX7" fmla="*/ 467396 w 2512583"/>
                  <a:gd name="connsiteY7" fmla="*/ 2875722 h 4068314"/>
                  <a:gd name="connsiteX8" fmla="*/ 403123 w 2512583"/>
                  <a:gd name="connsiteY8" fmla="*/ 4066761 h 4068314"/>
                  <a:gd name="connsiteX9" fmla="*/ 58566 w 2512583"/>
                  <a:gd name="connsiteY9" fmla="*/ 2915478 h 4068314"/>
                  <a:gd name="connsiteX10" fmla="*/ 152987 w 2512583"/>
                  <a:gd name="connsiteY10" fmla="*/ 2490994 h 4068314"/>
                  <a:gd name="connsiteX11" fmla="*/ 230842 w 2512583"/>
                  <a:gd name="connsiteY11" fmla="*/ 1073426 h 4068314"/>
                  <a:gd name="connsiteX0" fmla="*/ 230842 w 2512583"/>
                  <a:gd name="connsiteY0" fmla="*/ 1073426 h 4069535"/>
                  <a:gd name="connsiteX1" fmla="*/ 2112652 w 2512583"/>
                  <a:gd name="connsiteY1" fmla="*/ 79513 h 4069535"/>
                  <a:gd name="connsiteX2" fmla="*/ 2231508 w 2512583"/>
                  <a:gd name="connsiteY2" fmla="*/ 0 h 4069535"/>
                  <a:gd name="connsiteX3" fmla="*/ 2207406 w 2512583"/>
                  <a:gd name="connsiteY3" fmla="*/ 2307866 h 4069535"/>
                  <a:gd name="connsiteX4" fmla="*/ 2077866 w 2512583"/>
                  <a:gd name="connsiteY4" fmla="*/ 4068086 h 4069535"/>
                  <a:gd name="connsiteX5" fmla="*/ 1677816 w 2512583"/>
                  <a:gd name="connsiteY5" fmla="*/ 2056406 h 4069535"/>
                  <a:gd name="connsiteX6" fmla="*/ 866947 w 2512583"/>
                  <a:gd name="connsiteY6" fmla="*/ 2097488 h 4069535"/>
                  <a:gd name="connsiteX7" fmla="*/ 467396 w 2512583"/>
                  <a:gd name="connsiteY7" fmla="*/ 2875722 h 4069535"/>
                  <a:gd name="connsiteX8" fmla="*/ 403123 w 2512583"/>
                  <a:gd name="connsiteY8" fmla="*/ 4066761 h 4069535"/>
                  <a:gd name="connsiteX9" fmla="*/ 58566 w 2512583"/>
                  <a:gd name="connsiteY9" fmla="*/ 2915478 h 4069535"/>
                  <a:gd name="connsiteX10" fmla="*/ 152987 w 2512583"/>
                  <a:gd name="connsiteY10" fmla="*/ 2490994 h 4069535"/>
                  <a:gd name="connsiteX11" fmla="*/ 230842 w 2512583"/>
                  <a:gd name="connsiteY11" fmla="*/ 1073426 h 4069535"/>
                  <a:gd name="connsiteX0" fmla="*/ 230842 w 2512583"/>
                  <a:gd name="connsiteY0" fmla="*/ 1073426 h 4069535"/>
                  <a:gd name="connsiteX1" fmla="*/ 2112652 w 2512583"/>
                  <a:gd name="connsiteY1" fmla="*/ 79513 h 4069535"/>
                  <a:gd name="connsiteX2" fmla="*/ 2231508 w 2512583"/>
                  <a:gd name="connsiteY2" fmla="*/ 0 h 4069535"/>
                  <a:gd name="connsiteX3" fmla="*/ 2207406 w 2512583"/>
                  <a:gd name="connsiteY3" fmla="*/ 2307866 h 4069535"/>
                  <a:gd name="connsiteX4" fmla="*/ 2077866 w 2512583"/>
                  <a:gd name="connsiteY4" fmla="*/ 4068086 h 4069535"/>
                  <a:gd name="connsiteX5" fmla="*/ 1677816 w 2512583"/>
                  <a:gd name="connsiteY5" fmla="*/ 2056406 h 4069535"/>
                  <a:gd name="connsiteX6" fmla="*/ 866947 w 2512583"/>
                  <a:gd name="connsiteY6" fmla="*/ 2097488 h 4069535"/>
                  <a:gd name="connsiteX7" fmla="*/ 467396 w 2512583"/>
                  <a:gd name="connsiteY7" fmla="*/ 2875722 h 4069535"/>
                  <a:gd name="connsiteX8" fmla="*/ 403123 w 2512583"/>
                  <a:gd name="connsiteY8" fmla="*/ 4066761 h 4069535"/>
                  <a:gd name="connsiteX9" fmla="*/ 58566 w 2512583"/>
                  <a:gd name="connsiteY9" fmla="*/ 2915478 h 4069535"/>
                  <a:gd name="connsiteX10" fmla="*/ 152987 w 2512583"/>
                  <a:gd name="connsiteY10" fmla="*/ 2490994 h 4069535"/>
                  <a:gd name="connsiteX11" fmla="*/ 230842 w 2512583"/>
                  <a:gd name="connsiteY11" fmla="*/ 1073426 h 4069535"/>
                  <a:gd name="connsiteX0" fmla="*/ 230842 w 2512583"/>
                  <a:gd name="connsiteY0" fmla="*/ 1073426 h 4069535"/>
                  <a:gd name="connsiteX1" fmla="*/ 2112652 w 2512583"/>
                  <a:gd name="connsiteY1" fmla="*/ 79513 h 4069535"/>
                  <a:gd name="connsiteX2" fmla="*/ 2231508 w 2512583"/>
                  <a:gd name="connsiteY2" fmla="*/ 0 h 4069535"/>
                  <a:gd name="connsiteX3" fmla="*/ 2207406 w 2512583"/>
                  <a:gd name="connsiteY3" fmla="*/ 2307866 h 4069535"/>
                  <a:gd name="connsiteX4" fmla="*/ 2077866 w 2512583"/>
                  <a:gd name="connsiteY4" fmla="*/ 4068086 h 4069535"/>
                  <a:gd name="connsiteX5" fmla="*/ 1677816 w 2512583"/>
                  <a:gd name="connsiteY5" fmla="*/ 2056406 h 4069535"/>
                  <a:gd name="connsiteX6" fmla="*/ 866947 w 2512583"/>
                  <a:gd name="connsiteY6" fmla="*/ 2097488 h 4069535"/>
                  <a:gd name="connsiteX7" fmla="*/ 467396 w 2512583"/>
                  <a:gd name="connsiteY7" fmla="*/ 2875722 h 4069535"/>
                  <a:gd name="connsiteX8" fmla="*/ 403123 w 2512583"/>
                  <a:gd name="connsiteY8" fmla="*/ 4066761 h 4069535"/>
                  <a:gd name="connsiteX9" fmla="*/ 58566 w 2512583"/>
                  <a:gd name="connsiteY9" fmla="*/ 2915478 h 4069535"/>
                  <a:gd name="connsiteX10" fmla="*/ 152987 w 2512583"/>
                  <a:gd name="connsiteY10" fmla="*/ 2490994 h 4069535"/>
                  <a:gd name="connsiteX11" fmla="*/ 230842 w 2512583"/>
                  <a:gd name="connsiteY11" fmla="*/ 1073426 h 4069535"/>
                  <a:gd name="connsiteX0" fmla="*/ 230842 w 2512583"/>
                  <a:gd name="connsiteY0" fmla="*/ 1073426 h 4068086"/>
                  <a:gd name="connsiteX1" fmla="*/ 2112652 w 2512583"/>
                  <a:gd name="connsiteY1" fmla="*/ 79513 h 4068086"/>
                  <a:gd name="connsiteX2" fmla="*/ 2231508 w 2512583"/>
                  <a:gd name="connsiteY2" fmla="*/ 0 h 4068086"/>
                  <a:gd name="connsiteX3" fmla="*/ 2207406 w 2512583"/>
                  <a:gd name="connsiteY3" fmla="*/ 2307866 h 4068086"/>
                  <a:gd name="connsiteX4" fmla="*/ 2077866 w 2512583"/>
                  <a:gd name="connsiteY4" fmla="*/ 4068086 h 4068086"/>
                  <a:gd name="connsiteX5" fmla="*/ 1677816 w 2512583"/>
                  <a:gd name="connsiteY5" fmla="*/ 2056406 h 4068086"/>
                  <a:gd name="connsiteX6" fmla="*/ 866947 w 2512583"/>
                  <a:gd name="connsiteY6" fmla="*/ 2097488 h 4068086"/>
                  <a:gd name="connsiteX7" fmla="*/ 467396 w 2512583"/>
                  <a:gd name="connsiteY7" fmla="*/ 2875722 h 4068086"/>
                  <a:gd name="connsiteX8" fmla="*/ 403123 w 2512583"/>
                  <a:gd name="connsiteY8" fmla="*/ 4066761 h 4068086"/>
                  <a:gd name="connsiteX9" fmla="*/ 58566 w 2512583"/>
                  <a:gd name="connsiteY9" fmla="*/ 2915478 h 4068086"/>
                  <a:gd name="connsiteX10" fmla="*/ 152987 w 2512583"/>
                  <a:gd name="connsiteY10" fmla="*/ 2490994 h 4068086"/>
                  <a:gd name="connsiteX11" fmla="*/ 230842 w 2512583"/>
                  <a:gd name="connsiteY11" fmla="*/ 1073426 h 4068086"/>
                  <a:gd name="connsiteX0" fmla="*/ 230842 w 2512583"/>
                  <a:gd name="connsiteY0" fmla="*/ 1073426 h 4068086"/>
                  <a:gd name="connsiteX1" fmla="*/ 2112652 w 2512583"/>
                  <a:gd name="connsiteY1" fmla="*/ 79513 h 4068086"/>
                  <a:gd name="connsiteX2" fmla="*/ 2231508 w 2512583"/>
                  <a:gd name="connsiteY2" fmla="*/ 0 h 4068086"/>
                  <a:gd name="connsiteX3" fmla="*/ 2207406 w 2512583"/>
                  <a:gd name="connsiteY3" fmla="*/ 2307866 h 4068086"/>
                  <a:gd name="connsiteX4" fmla="*/ 2077866 w 2512583"/>
                  <a:gd name="connsiteY4" fmla="*/ 4068086 h 4068086"/>
                  <a:gd name="connsiteX5" fmla="*/ 1677816 w 2512583"/>
                  <a:gd name="connsiteY5" fmla="*/ 2056406 h 4068086"/>
                  <a:gd name="connsiteX6" fmla="*/ 866947 w 2512583"/>
                  <a:gd name="connsiteY6" fmla="*/ 2097488 h 4068086"/>
                  <a:gd name="connsiteX7" fmla="*/ 467396 w 2512583"/>
                  <a:gd name="connsiteY7" fmla="*/ 2875722 h 4068086"/>
                  <a:gd name="connsiteX8" fmla="*/ 403123 w 2512583"/>
                  <a:gd name="connsiteY8" fmla="*/ 4066761 h 4068086"/>
                  <a:gd name="connsiteX9" fmla="*/ 58566 w 2512583"/>
                  <a:gd name="connsiteY9" fmla="*/ 2915478 h 4068086"/>
                  <a:gd name="connsiteX10" fmla="*/ 152987 w 2512583"/>
                  <a:gd name="connsiteY10" fmla="*/ 2490994 h 4068086"/>
                  <a:gd name="connsiteX11" fmla="*/ 230842 w 2512583"/>
                  <a:gd name="connsiteY11" fmla="*/ 1073426 h 4068086"/>
                  <a:gd name="connsiteX0" fmla="*/ 230842 w 2512583"/>
                  <a:gd name="connsiteY0" fmla="*/ 1073426 h 4068086"/>
                  <a:gd name="connsiteX1" fmla="*/ 2112652 w 2512583"/>
                  <a:gd name="connsiteY1" fmla="*/ 79513 h 4068086"/>
                  <a:gd name="connsiteX2" fmla="*/ 2231508 w 2512583"/>
                  <a:gd name="connsiteY2" fmla="*/ 0 h 4068086"/>
                  <a:gd name="connsiteX3" fmla="*/ 2207406 w 2512583"/>
                  <a:gd name="connsiteY3" fmla="*/ 2307866 h 4068086"/>
                  <a:gd name="connsiteX4" fmla="*/ 2077866 w 2512583"/>
                  <a:gd name="connsiteY4" fmla="*/ 4068086 h 4068086"/>
                  <a:gd name="connsiteX5" fmla="*/ 1696866 w 2512583"/>
                  <a:gd name="connsiteY5" fmla="*/ 2061169 h 4068086"/>
                  <a:gd name="connsiteX6" fmla="*/ 866947 w 2512583"/>
                  <a:gd name="connsiteY6" fmla="*/ 2097488 h 4068086"/>
                  <a:gd name="connsiteX7" fmla="*/ 467396 w 2512583"/>
                  <a:gd name="connsiteY7" fmla="*/ 2875722 h 4068086"/>
                  <a:gd name="connsiteX8" fmla="*/ 403123 w 2512583"/>
                  <a:gd name="connsiteY8" fmla="*/ 4066761 h 4068086"/>
                  <a:gd name="connsiteX9" fmla="*/ 58566 w 2512583"/>
                  <a:gd name="connsiteY9" fmla="*/ 2915478 h 4068086"/>
                  <a:gd name="connsiteX10" fmla="*/ 152987 w 2512583"/>
                  <a:gd name="connsiteY10" fmla="*/ 2490994 h 4068086"/>
                  <a:gd name="connsiteX11" fmla="*/ 230842 w 2512583"/>
                  <a:gd name="connsiteY11" fmla="*/ 1073426 h 4068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12583" h="4068086">
                    <a:moveTo>
                      <a:pt x="230842" y="1073426"/>
                    </a:moveTo>
                    <a:cubicBezTo>
                      <a:pt x="844860" y="622853"/>
                      <a:pt x="2307017" y="1298712"/>
                      <a:pt x="2112652" y="79513"/>
                    </a:cubicBezTo>
                    <a:lnTo>
                      <a:pt x="2231508" y="0"/>
                    </a:lnTo>
                    <a:cubicBezTo>
                      <a:pt x="2244760" y="330752"/>
                      <a:pt x="2872776" y="1058352"/>
                      <a:pt x="2207406" y="2307866"/>
                    </a:cubicBezTo>
                    <a:cubicBezTo>
                      <a:pt x="2084962" y="3933617"/>
                      <a:pt x="2265192" y="4064594"/>
                      <a:pt x="2077866" y="4068086"/>
                    </a:cubicBezTo>
                    <a:cubicBezTo>
                      <a:pt x="1838154" y="4066816"/>
                      <a:pt x="2116491" y="3873915"/>
                      <a:pt x="1696866" y="2061169"/>
                    </a:cubicBezTo>
                    <a:cubicBezTo>
                      <a:pt x="1443087" y="2105950"/>
                      <a:pt x="1165839" y="2141275"/>
                      <a:pt x="866947" y="2097488"/>
                    </a:cubicBezTo>
                    <a:cubicBezTo>
                      <a:pt x="565791" y="2606261"/>
                      <a:pt x="544700" y="2557670"/>
                      <a:pt x="467396" y="2875722"/>
                    </a:cubicBezTo>
                    <a:cubicBezTo>
                      <a:pt x="382472" y="3772894"/>
                      <a:pt x="665074" y="4034624"/>
                      <a:pt x="403123" y="4066761"/>
                    </a:cubicBezTo>
                    <a:cubicBezTo>
                      <a:pt x="184903" y="4066761"/>
                      <a:pt x="82862" y="2930939"/>
                      <a:pt x="58566" y="2915478"/>
                    </a:cubicBezTo>
                    <a:cubicBezTo>
                      <a:pt x="34270" y="2900017"/>
                      <a:pt x="197161" y="2700820"/>
                      <a:pt x="152987" y="2490994"/>
                    </a:cubicBezTo>
                    <a:cubicBezTo>
                      <a:pt x="166239" y="1996246"/>
                      <a:pt x="-246236" y="1740453"/>
                      <a:pt x="230842" y="1073426"/>
                    </a:cubicBezTo>
                    <a:close/>
                  </a:path>
                </a:pathLst>
              </a:custGeom>
              <a:solidFill>
                <a:srgbClr val="FEB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6036589-C297-44B9-B35A-E54067B2BE86}"/>
                  </a:ext>
                </a:extLst>
              </p:cNvPr>
              <p:cNvGrpSpPr/>
              <p:nvPr/>
            </p:nvGrpSpPr>
            <p:grpSpPr>
              <a:xfrm>
                <a:off x="7200900" y="337843"/>
                <a:ext cx="1097351" cy="1082055"/>
                <a:chOff x="7200900" y="337843"/>
                <a:chExt cx="1097351" cy="1082055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EA36AEB-4ECC-4A59-A3CC-2D0CE9E830E1}"/>
                    </a:ext>
                  </a:extLst>
                </p:cNvPr>
                <p:cNvSpPr/>
                <p:nvPr/>
              </p:nvSpPr>
              <p:spPr>
                <a:xfrm>
                  <a:off x="7200900" y="629911"/>
                  <a:ext cx="906840" cy="789987"/>
                </a:xfrm>
                <a:custGeom>
                  <a:avLst/>
                  <a:gdLst>
                    <a:gd name="connsiteX0" fmla="*/ 0 w 647700"/>
                    <a:gd name="connsiteY0" fmla="*/ 0 h 735524"/>
                    <a:gd name="connsiteX1" fmla="*/ 647700 w 647700"/>
                    <a:gd name="connsiteY1" fmla="*/ 0 h 735524"/>
                    <a:gd name="connsiteX2" fmla="*/ 647700 w 647700"/>
                    <a:gd name="connsiteY2" fmla="*/ 735524 h 735524"/>
                    <a:gd name="connsiteX3" fmla="*/ 0 w 647700"/>
                    <a:gd name="connsiteY3" fmla="*/ 735524 h 735524"/>
                    <a:gd name="connsiteX4" fmla="*/ 0 w 647700"/>
                    <a:gd name="connsiteY4" fmla="*/ 0 h 735524"/>
                    <a:gd name="connsiteX0" fmla="*/ 0 w 739140"/>
                    <a:gd name="connsiteY0" fmla="*/ 0 h 872684"/>
                    <a:gd name="connsiteX1" fmla="*/ 739140 w 739140"/>
                    <a:gd name="connsiteY1" fmla="*/ 137160 h 872684"/>
                    <a:gd name="connsiteX2" fmla="*/ 739140 w 739140"/>
                    <a:gd name="connsiteY2" fmla="*/ 872684 h 872684"/>
                    <a:gd name="connsiteX3" fmla="*/ 91440 w 739140"/>
                    <a:gd name="connsiteY3" fmla="*/ 872684 h 872684"/>
                    <a:gd name="connsiteX4" fmla="*/ 0 w 739140"/>
                    <a:gd name="connsiteY4" fmla="*/ 0 h 872684"/>
                    <a:gd name="connsiteX0" fmla="*/ 0 w 739140"/>
                    <a:gd name="connsiteY0" fmla="*/ 0 h 872684"/>
                    <a:gd name="connsiteX1" fmla="*/ 739140 w 739140"/>
                    <a:gd name="connsiteY1" fmla="*/ 872684 h 872684"/>
                    <a:gd name="connsiteX2" fmla="*/ 91440 w 739140"/>
                    <a:gd name="connsiteY2" fmla="*/ 872684 h 872684"/>
                    <a:gd name="connsiteX3" fmla="*/ 0 w 739140"/>
                    <a:gd name="connsiteY3" fmla="*/ 0 h 872684"/>
                    <a:gd name="connsiteX0" fmla="*/ 0 w 906780"/>
                    <a:gd name="connsiteY0" fmla="*/ 0 h 872684"/>
                    <a:gd name="connsiteX1" fmla="*/ 906780 w 906780"/>
                    <a:gd name="connsiteY1" fmla="*/ 644084 h 872684"/>
                    <a:gd name="connsiteX2" fmla="*/ 91440 w 906780"/>
                    <a:gd name="connsiteY2" fmla="*/ 872684 h 872684"/>
                    <a:gd name="connsiteX3" fmla="*/ 0 w 906780"/>
                    <a:gd name="connsiteY3" fmla="*/ 0 h 872684"/>
                    <a:gd name="connsiteX0" fmla="*/ 0 w 906780"/>
                    <a:gd name="connsiteY0" fmla="*/ 0 h 758384"/>
                    <a:gd name="connsiteX1" fmla="*/ 906780 w 906780"/>
                    <a:gd name="connsiteY1" fmla="*/ 644084 h 758384"/>
                    <a:gd name="connsiteX2" fmla="*/ 632460 w 906780"/>
                    <a:gd name="connsiteY2" fmla="*/ 758384 h 758384"/>
                    <a:gd name="connsiteX3" fmla="*/ 0 w 906780"/>
                    <a:gd name="connsiteY3" fmla="*/ 0 h 758384"/>
                    <a:gd name="connsiteX0" fmla="*/ 0 w 906780"/>
                    <a:gd name="connsiteY0" fmla="*/ 0 h 758384"/>
                    <a:gd name="connsiteX1" fmla="*/ 906780 w 906780"/>
                    <a:gd name="connsiteY1" fmla="*/ 644084 h 758384"/>
                    <a:gd name="connsiteX2" fmla="*/ 632460 w 906780"/>
                    <a:gd name="connsiteY2" fmla="*/ 758384 h 758384"/>
                    <a:gd name="connsiteX3" fmla="*/ 0 w 906780"/>
                    <a:gd name="connsiteY3" fmla="*/ 0 h 758384"/>
                    <a:gd name="connsiteX0" fmla="*/ 0 w 906780"/>
                    <a:gd name="connsiteY0" fmla="*/ 10392 h 768776"/>
                    <a:gd name="connsiteX1" fmla="*/ 906780 w 906780"/>
                    <a:gd name="connsiteY1" fmla="*/ 654476 h 768776"/>
                    <a:gd name="connsiteX2" fmla="*/ 632460 w 906780"/>
                    <a:gd name="connsiteY2" fmla="*/ 768776 h 768776"/>
                    <a:gd name="connsiteX3" fmla="*/ 0 w 906780"/>
                    <a:gd name="connsiteY3" fmla="*/ 10392 h 768776"/>
                    <a:gd name="connsiteX0" fmla="*/ 0 w 906840"/>
                    <a:gd name="connsiteY0" fmla="*/ 8743 h 767127"/>
                    <a:gd name="connsiteX1" fmla="*/ 906780 w 906840"/>
                    <a:gd name="connsiteY1" fmla="*/ 652827 h 767127"/>
                    <a:gd name="connsiteX2" fmla="*/ 632460 w 906840"/>
                    <a:gd name="connsiteY2" fmla="*/ 767127 h 767127"/>
                    <a:gd name="connsiteX3" fmla="*/ 0 w 906840"/>
                    <a:gd name="connsiteY3" fmla="*/ 8743 h 767127"/>
                    <a:gd name="connsiteX0" fmla="*/ 0 w 906840"/>
                    <a:gd name="connsiteY0" fmla="*/ 8743 h 789987"/>
                    <a:gd name="connsiteX1" fmla="*/ 906780 w 906840"/>
                    <a:gd name="connsiteY1" fmla="*/ 652827 h 789987"/>
                    <a:gd name="connsiteX2" fmla="*/ 624840 w 906840"/>
                    <a:gd name="connsiteY2" fmla="*/ 789987 h 789987"/>
                    <a:gd name="connsiteX3" fmla="*/ 0 w 906840"/>
                    <a:gd name="connsiteY3" fmla="*/ 8743 h 7899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6840" h="789987">
                      <a:moveTo>
                        <a:pt x="0" y="8743"/>
                      </a:moveTo>
                      <a:cubicBezTo>
                        <a:pt x="835660" y="-81362"/>
                        <a:pt x="909320" y="552432"/>
                        <a:pt x="906780" y="652827"/>
                      </a:cubicBezTo>
                      <a:lnTo>
                        <a:pt x="624840" y="789987"/>
                      </a:lnTo>
                      <a:cubicBezTo>
                        <a:pt x="414020" y="537192"/>
                        <a:pt x="50800" y="749218"/>
                        <a:pt x="0" y="8743"/>
                      </a:cubicBezTo>
                      <a:close/>
                    </a:path>
                  </a:pathLst>
                </a:custGeom>
                <a:solidFill>
                  <a:srgbClr val="FEB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CBADB4F-89CD-4653-AC25-6B201905A529}"/>
                    </a:ext>
                  </a:extLst>
                </p:cNvPr>
                <p:cNvSpPr/>
                <p:nvPr/>
              </p:nvSpPr>
              <p:spPr>
                <a:xfrm>
                  <a:off x="7978680" y="337843"/>
                  <a:ext cx="319571" cy="916964"/>
                </a:xfrm>
                <a:custGeom>
                  <a:avLst/>
                  <a:gdLst>
                    <a:gd name="connsiteX0" fmla="*/ 0 w 315248"/>
                    <a:gd name="connsiteY0" fmla="*/ 0 h 789987"/>
                    <a:gd name="connsiteX1" fmla="*/ 315248 w 315248"/>
                    <a:gd name="connsiteY1" fmla="*/ 0 h 789987"/>
                    <a:gd name="connsiteX2" fmla="*/ 315248 w 315248"/>
                    <a:gd name="connsiteY2" fmla="*/ 789987 h 789987"/>
                    <a:gd name="connsiteX3" fmla="*/ 0 w 315248"/>
                    <a:gd name="connsiteY3" fmla="*/ 789987 h 789987"/>
                    <a:gd name="connsiteX4" fmla="*/ 0 w 315248"/>
                    <a:gd name="connsiteY4" fmla="*/ 0 h 789987"/>
                    <a:gd name="connsiteX0" fmla="*/ 7620 w 322868"/>
                    <a:gd name="connsiteY0" fmla="*/ 0 h 812847"/>
                    <a:gd name="connsiteX1" fmla="*/ 322868 w 322868"/>
                    <a:gd name="connsiteY1" fmla="*/ 0 h 812847"/>
                    <a:gd name="connsiteX2" fmla="*/ 322868 w 322868"/>
                    <a:gd name="connsiteY2" fmla="*/ 789987 h 812847"/>
                    <a:gd name="connsiteX3" fmla="*/ 0 w 322868"/>
                    <a:gd name="connsiteY3" fmla="*/ 812847 h 812847"/>
                    <a:gd name="connsiteX4" fmla="*/ 7620 w 322868"/>
                    <a:gd name="connsiteY4" fmla="*/ 0 h 812847"/>
                    <a:gd name="connsiteX0" fmla="*/ 205740 w 322868"/>
                    <a:gd name="connsiteY0" fmla="*/ 0 h 911907"/>
                    <a:gd name="connsiteX1" fmla="*/ 322868 w 322868"/>
                    <a:gd name="connsiteY1" fmla="*/ 9906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0 h 911907"/>
                    <a:gd name="connsiteX1" fmla="*/ 178088 w 322868"/>
                    <a:gd name="connsiteY1" fmla="*/ 37338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8999 h 920906"/>
                    <a:gd name="connsiteX1" fmla="*/ 178088 w 322868"/>
                    <a:gd name="connsiteY1" fmla="*/ 382379 h 920906"/>
                    <a:gd name="connsiteX2" fmla="*/ 322868 w 322868"/>
                    <a:gd name="connsiteY2" fmla="*/ 898046 h 920906"/>
                    <a:gd name="connsiteX3" fmla="*/ 0 w 322868"/>
                    <a:gd name="connsiteY3" fmla="*/ 920906 h 920906"/>
                    <a:gd name="connsiteX4" fmla="*/ 205740 w 322868"/>
                    <a:gd name="connsiteY4" fmla="*/ 8999 h 920906"/>
                    <a:gd name="connsiteX0" fmla="*/ 220439 w 337567"/>
                    <a:gd name="connsiteY0" fmla="*/ 8999 h 920906"/>
                    <a:gd name="connsiteX1" fmla="*/ 192787 w 337567"/>
                    <a:gd name="connsiteY1" fmla="*/ 382379 h 920906"/>
                    <a:gd name="connsiteX2" fmla="*/ 337567 w 337567"/>
                    <a:gd name="connsiteY2" fmla="*/ 898046 h 920906"/>
                    <a:gd name="connsiteX3" fmla="*/ 14699 w 337567"/>
                    <a:gd name="connsiteY3" fmla="*/ 920906 h 920906"/>
                    <a:gd name="connsiteX4" fmla="*/ 220439 w 337567"/>
                    <a:gd name="connsiteY4" fmla="*/ 8999 h 920906"/>
                    <a:gd name="connsiteX0" fmla="*/ 220439 w 337567"/>
                    <a:gd name="connsiteY0" fmla="*/ 10271 h 922178"/>
                    <a:gd name="connsiteX1" fmla="*/ 169927 w 337567"/>
                    <a:gd name="connsiteY1" fmla="*/ 337931 h 922178"/>
                    <a:gd name="connsiteX2" fmla="*/ 337567 w 337567"/>
                    <a:gd name="connsiteY2" fmla="*/ 899318 h 922178"/>
                    <a:gd name="connsiteX3" fmla="*/ 14699 w 337567"/>
                    <a:gd name="connsiteY3" fmla="*/ 922178 h 922178"/>
                    <a:gd name="connsiteX4" fmla="*/ 220439 w 337567"/>
                    <a:gd name="connsiteY4" fmla="*/ 10271 h 922178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37567 w 337567"/>
                    <a:gd name="connsiteY2" fmla="*/ 900681 h 923541"/>
                    <a:gd name="connsiteX3" fmla="*/ 14699 w 337567"/>
                    <a:gd name="connsiteY3" fmla="*/ 923541 h 923541"/>
                    <a:gd name="connsiteX4" fmla="*/ 220439 w 337567"/>
                    <a:gd name="connsiteY4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337567 w 337567"/>
                    <a:gd name="connsiteY3" fmla="*/ 900681 h 923541"/>
                    <a:gd name="connsiteX4" fmla="*/ 14699 w 337567"/>
                    <a:gd name="connsiteY4" fmla="*/ 923541 h 923541"/>
                    <a:gd name="connsiteX5" fmla="*/ 220439 w 337567"/>
                    <a:gd name="connsiteY5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258540 w 337567"/>
                    <a:gd name="connsiteY3" fmla="*/ 522175 h 923541"/>
                    <a:gd name="connsiteX4" fmla="*/ 337567 w 337567"/>
                    <a:gd name="connsiteY4" fmla="*/ 900681 h 923541"/>
                    <a:gd name="connsiteX5" fmla="*/ 14699 w 337567"/>
                    <a:gd name="connsiteY5" fmla="*/ 923541 h 923541"/>
                    <a:gd name="connsiteX6" fmla="*/ 220439 w 337567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5057 h 916964"/>
                    <a:gd name="connsiteX1" fmla="*/ 154687 w 319571"/>
                    <a:gd name="connsiteY1" fmla="*/ 294617 h 916964"/>
                    <a:gd name="connsiteX2" fmla="*/ 319500 w 319571"/>
                    <a:gd name="connsiteY2" fmla="*/ 317478 h 916964"/>
                    <a:gd name="connsiteX3" fmla="*/ 258540 w 319571"/>
                    <a:gd name="connsiteY3" fmla="*/ 515598 h 916964"/>
                    <a:gd name="connsiteX4" fmla="*/ 299467 w 319571"/>
                    <a:gd name="connsiteY4" fmla="*/ 894104 h 916964"/>
                    <a:gd name="connsiteX5" fmla="*/ 14699 w 319571"/>
                    <a:gd name="connsiteY5" fmla="*/ 916964 h 916964"/>
                    <a:gd name="connsiteX6" fmla="*/ 220439 w 319571"/>
                    <a:gd name="connsiteY6" fmla="*/ 5057 h 91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9571" h="916964">
                      <a:moveTo>
                        <a:pt x="220439" y="5057"/>
                      </a:moveTo>
                      <a:cubicBezTo>
                        <a:pt x="418867" y="-34790"/>
                        <a:pt x="163904" y="170157"/>
                        <a:pt x="154687" y="294617"/>
                      </a:cubicBezTo>
                      <a:cubicBezTo>
                        <a:pt x="168985" y="337797"/>
                        <a:pt x="300440" y="264773"/>
                        <a:pt x="319500" y="317478"/>
                      </a:cubicBezTo>
                      <a:cubicBezTo>
                        <a:pt x="322040" y="413998"/>
                        <a:pt x="256000" y="419078"/>
                        <a:pt x="258540" y="515598"/>
                      </a:cubicBezTo>
                      <a:lnTo>
                        <a:pt x="299467" y="894104"/>
                      </a:lnTo>
                      <a:lnTo>
                        <a:pt x="14699" y="916964"/>
                      </a:lnTo>
                      <a:cubicBezTo>
                        <a:pt x="83279" y="612995"/>
                        <a:pt x="-160561" y="88046"/>
                        <a:pt x="220439" y="5057"/>
                      </a:cubicBezTo>
                      <a:close/>
                    </a:path>
                  </a:pathLst>
                </a:custGeom>
                <a:solidFill>
                  <a:srgbClr val="964B2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D3920B7-777A-4E06-8DD4-462A873D0456}"/>
                  </a:ext>
                </a:extLst>
              </p:cNvPr>
              <p:cNvGrpSpPr/>
              <p:nvPr/>
            </p:nvGrpSpPr>
            <p:grpSpPr>
              <a:xfrm>
                <a:off x="6894063" y="1107912"/>
                <a:ext cx="2233637" cy="1528654"/>
                <a:chOff x="6894063" y="1107912"/>
                <a:chExt cx="2233637" cy="1528654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DA8BD13-BD2F-46BA-AAAE-0231BDF0916C}"/>
                    </a:ext>
                  </a:extLst>
                </p:cNvPr>
                <p:cNvSpPr/>
                <p:nvPr/>
              </p:nvSpPr>
              <p:spPr>
                <a:xfrm>
                  <a:off x="6943997" y="1107912"/>
                  <a:ext cx="2183703" cy="1528654"/>
                </a:xfrm>
                <a:custGeom>
                  <a:avLst/>
                  <a:gdLst>
                    <a:gd name="connsiteX0" fmla="*/ 0 w 973560"/>
                    <a:gd name="connsiteY0" fmla="*/ 0 h 565803"/>
                    <a:gd name="connsiteX1" fmla="*/ 973560 w 973560"/>
                    <a:gd name="connsiteY1" fmla="*/ 0 h 565803"/>
                    <a:gd name="connsiteX2" fmla="*/ 973560 w 973560"/>
                    <a:gd name="connsiteY2" fmla="*/ 565803 h 565803"/>
                    <a:gd name="connsiteX3" fmla="*/ 0 w 973560"/>
                    <a:gd name="connsiteY3" fmla="*/ 565803 h 565803"/>
                    <a:gd name="connsiteX4" fmla="*/ 0 w 973560"/>
                    <a:gd name="connsiteY4" fmla="*/ 0 h 565803"/>
                    <a:gd name="connsiteX0" fmla="*/ 632460 w 1606020"/>
                    <a:gd name="connsiteY0" fmla="*/ 0 h 565803"/>
                    <a:gd name="connsiteX1" fmla="*/ 1606020 w 1606020"/>
                    <a:gd name="connsiteY1" fmla="*/ 0 h 565803"/>
                    <a:gd name="connsiteX2" fmla="*/ 1606020 w 1606020"/>
                    <a:gd name="connsiteY2" fmla="*/ 565803 h 565803"/>
                    <a:gd name="connsiteX3" fmla="*/ 0 w 1606020"/>
                    <a:gd name="connsiteY3" fmla="*/ 390543 h 565803"/>
                    <a:gd name="connsiteX4" fmla="*/ 632460 w 1606020"/>
                    <a:gd name="connsiteY4" fmla="*/ 0 h 565803"/>
                    <a:gd name="connsiteX0" fmla="*/ 0 w 1606020"/>
                    <a:gd name="connsiteY0" fmla="*/ 390543 h 565803"/>
                    <a:gd name="connsiteX1" fmla="*/ 1606020 w 1606020"/>
                    <a:gd name="connsiteY1" fmla="*/ 0 h 565803"/>
                    <a:gd name="connsiteX2" fmla="*/ 1606020 w 1606020"/>
                    <a:gd name="connsiteY2" fmla="*/ 565803 h 565803"/>
                    <a:gd name="connsiteX3" fmla="*/ 0 w 1606020"/>
                    <a:gd name="connsiteY3" fmla="*/ 390543 h 565803"/>
                    <a:gd name="connsiteX0" fmla="*/ 0 w 2124180"/>
                    <a:gd name="connsiteY0" fmla="*/ 611523 h 786783"/>
                    <a:gd name="connsiteX1" fmla="*/ 2124180 w 2124180"/>
                    <a:gd name="connsiteY1" fmla="*/ 0 h 786783"/>
                    <a:gd name="connsiteX2" fmla="*/ 1606020 w 2124180"/>
                    <a:gd name="connsiteY2" fmla="*/ 786783 h 786783"/>
                    <a:gd name="connsiteX3" fmla="*/ 0 w 2124180"/>
                    <a:gd name="connsiteY3" fmla="*/ 611523 h 786783"/>
                    <a:gd name="connsiteX0" fmla="*/ 0 w 2124180"/>
                    <a:gd name="connsiteY0" fmla="*/ 919598 h 1094858"/>
                    <a:gd name="connsiteX1" fmla="*/ 2124180 w 2124180"/>
                    <a:gd name="connsiteY1" fmla="*/ 308075 h 1094858"/>
                    <a:gd name="connsiteX2" fmla="*/ 1606020 w 2124180"/>
                    <a:gd name="connsiteY2" fmla="*/ 1094858 h 1094858"/>
                    <a:gd name="connsiteX3" fmla="*/ 0 w 2124180"/>
                    <a:gd name="connsiteY3" fmla="*/ 919598 h 1094858"/>
                    <a:gd name="connsiteX0" fmla="*/ 0 w 2124180"/>
                    <a:gd name="connsiteY0" fmla="*/ 995019 h 1170279"/>
                    <a:gd name="connsiteX1" fmla="*/ 2124180 w 2124180"/>
                    <a:gd name="connsiteY1" fmla="*/ 383496 h 1170279"/>
                    <a:gd name="connsiteX2" fmla="*/ 1606020 w 2124180"/>
                    <a:gd name="connsiteY2" fmla="*/ 1170279 h 1170279"/>
                    <a:gd name="connsiteX3" fmla="*/ 0 w 2124180"/>
                    <a:gd name="connsiteY3" fmla="*/ 995019 h 1170279"/>
                    <a:gd name="connsiteX0" fmla="*/ 0 w 2124180"/>
                    <a:gd name="connsiteY0" fmla="*/ 973679 h 1148939"/>
                    <a:gd name="connsiteX1" fmla="*/ 2124180 w 2124180"/>
                    <a:gd name="connsiteY1" fmla="*/ 415496 h 1148939"/>
                    <a:gd name="connsiteX2" fmla="*/ 1606020 w 2124180"/>
                    <a:gd name="connsiteY2" fmla="*/ 1148939 h 1148939"/>
                    <a:gd name="connsiteX3" fmla="*/ 0 w 2124180"/>
                    <a:gd name="connsiteY3" fmla="*/ 973679 h 1148939"/>
                    <a:gd name="connsiteX0" fmla="*/ 0 w 2124180"/>
                    <a:gd name="connsiteY0" fmla="*/ 993027 h 1168287"/>
                    <a:gd name="connsiteX1" fmla="*/ 2124180 w 2124180"/>
                    <a:gd name="connsiteY1" fmla="*/ 434844 h 1168287"/>
                    <a:gd name="connsiteX2" fmla="*/ 1606020 w 2124180"/>
                    <a:gd name="connsiteY2" fmla="*/ 1168287 h 1168287"/>
                    <a:gd name="connsiteX3" fmla="*/ 0 w 2124180"/>
                    <a:gd name="connsiteY3" fmla="*/ 993027 h 1168287"/>
                    <a:gd name="connsiteX0" fmla="*/ 0 w 2124180"/>
                    <a:gd name="connsiteY0" fmla="*/ 996202 h 1171462"/>
                    <a:gd name="connsiteX1" fmla="*/ 2124180 w 2124180"/>
                    <a:gd name="connsiteY1" fmla="*/ 438019 h 1171462"/>
                    <a:gd name="connsiteX2" fmla="*/ 1606020 w 2124180"/>
                    <a:gd name="connsiteY2" fmla="*/ 1171462 h 1171462"/>
                    <a:gd name="connsiteX3" fmla="*/ 0 w 2124180"/>
                    <a:gd name="connsiteY3" fmla="*/ 996202 h 1171462"/>
                    <a:gd name="connsiteX0" fmla="*/ 0 w 2124180"/>
                    <a:gd name="connsiteY0" fmla="*/ 996202 h 996202"/>
                    <a:gd name="connsiteX1" fmla="*/ 2124180 w 2124180"/>
                    <a:gd name="connsiteY1" fmla="*/ 438019 h 996202"/>
                    <a:gd name="connsiteX2" fmla="*/ 0 w 2124180"/>
                    <a:gd name="connsiteY2" fmla="*/ 996202 h 996202"/>
                    <a:gd name="connsiteX0" fmla="*/ 0 w 2197286"/>
                    <a:gd name="connsiteY0" fmla="*/ 996202 h 1339414"/>
                    <a:gd name="connsiteX1" fmla="*/ 2124180 w 2197286"/>
                    <a:gd name="connsiteY1" fmla="*/ 438019 h 1339414"/>
                    <a:gd name="connsiteX2" fmla="*/ 0 w 2197286"/>
                    <a:gd name="connsiteY2" fmla="*/ 996202 h 1339414"/>
                    <a:gd name="connsiteX0" fmla="*/ 0 w 2182064"/>
                    <a:gd name="connsiteY0" fmla="*/ 996202 h 1569278"/>
                    <a:gd name="connsiteX1" fmla="*/ 2124180 w 2182064"/>
                    <a:gd name="connsiteY1" fmla="*/ 438019 h 1569278"/>
                    <a:gd name="connsiteX2" fmla="*/ 0 w 2182064"/>
                    <a:gd name="connsiteY2" fmla="*/ 996202 h 1569278"/>
                    <a:gd name="connsiteX0" fmla="*/ 0 w 2183703"/>
                    <a:gd name="connsiteY0" fmla="*/ 996202 h 1528654"/>
                    <a:gd name="connsiteX1" fmla="*/ 2124180 w 2183703"/>
                    <a:gd name="connsiteY1" fmla="*/ 438019 h 1528654"/>
                    <a:gd name="connsiteX2" fmla="*/ 0 w 2183703"/>
                    <a:gd name="connsiteY2" fmla="*/ 996202 h 1528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83703" h="1528654">
                      <a:moveTo>
                        <a:pt x="0" y="996202"/>
                      </a:moveTo>
                      <a:cubicBezTo>
                        <a:pt x="1416720" y="-777359"/>
                        <a:pt x="2101920" y="337060"/>
                        <a:pt x="2124180" y="438019"/>
                      </a:cubicBezTo>
                      <a:cubicBezTo>
                        <a:pt x="2597220" y="2087120"/>
                        <a:pt x="98460" y="1511181"/>
                        <a:pt x="0" y="996202"/>
                      </a:cubicBezTo>
                      <a:close/>
                    </a:path>
                  </a:pathLst>
                </a:custGeom>
                <a:solidFill>
                  <a:srgbClr val="FEB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AB4047A-214D-4ADB-A88F-9F2AD05748C2}"/>
                    </a:ext>
                  </a:extLst>
                </p:cNvPr>
                <p:cNvSpPr/>
                <p:nvPr/>
              </p:nvSpPr>
              <p:spPr>
                <a:xfrm rot="20600351">
                  <a:off x="6894063" y="1968657"/>
                  <a:ext cx="195519" cy="1431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084724A-586D-4757-A8FA-548B8F8948A6}"/>
                  </a:ext>
                </a:extLst>
              </p:cNvPr>
              <p:cNvGrpSpPr/>
              <p:nvPr/>
            </p:nvGrpSpPr>
            <p:grpSpPr>
              <a:xfrm>
                <a:off x="7802880" y="1517293"/>
                <a:ext cx="649541" cy="559487"/>
                <a:chOff x="7802880" y="1517293"/>
                <a:chExt cx="649541" cy="559487"/>
              </a:xfrm>
            </p:grpSpPr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5C27635-3DE4-43EA-A8B7-D4E69D7FCB6D}"/>
                    </a:ext>
                  </a:extLst>
                </p:cNvPr>
                <p:cNvSpPr/>
                <p:nvPr/>
              </p:nvSpPr>
              <p:spPr>
                <a:xfrm>
                  <a:off x="7802880" y="1546875"/>
                  <a:ext cx="601979" cy="5299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C8F3B7D-4E6E-4BA1-9DE2-48FECBB41C09}"/>
                    </a:ext>
                  </a:extLst>
                </p:cNvPr>
                <p:cNvSpPr/>
                <p:nvPr/>
              </p:nvSpPr>
              <p:spPr>
                <a:xfrm>
                  <a:off x="7917528" y="1765274"/>
                  <a:ext cx="122304" cy="10766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84A6BA7E-F64C-404A-B3D2-D23788A23631}"/>
                    </a:ext>
                  </a:extLst>
                </p:cNvPr>
                <p:cNvSpPr/>
                <p:nvPr/>
              </p:nvSpPr>
              <p:spPr>
                <a:xfrm>
                  <a:off x="8054462" y="1620679"/>
                  <a:ext cx="171027" cy="15055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A8EF01A-93CB-48AB-9C04-392B4C4CD680}"/>
                    </a:ext>
                  </a:extLst>
                </p:cNvPr>
                <p:cNvSpPr/>
                <p:nvPr/>
              </p:nvSpPr>
              <p:spPr>
                <a:xfrm rot="3257763">
                  <a:off x="8283257" y="1474718"/>
                  <a:ext cx="126589" cy="211739"/>
                </a:xfrm>
                <a:custGeom>
                  <a:avLst/>
                  <a:gdLst>
                    <a:gd name="connsiteX0" fmla="*/ 79867 w 96751"/>
                    <a:gd name="connsiteY0" fmla="*/ 0 h 195431"/>
                    <a:gd name="connsiteX1" fmla="*/ 84598 w 96751"/>
                    <a:gd name="connsiteY1" fmla="*/ 6525 h 195431"/>
                    <a:gd name="connsiteX2" fmla="*/ 96751 w 96751"/>
                    <a:gd name="connsiteY2" fmla="*/ 62499 h 195431"/>
                    <a:gd name="connsiteX3" fmla="*/ 2300 w 96751"/>
                    <a:gd name="connsiteY3" fmla="*/ 194999 h 195431"/>
                    <a:gd name="connsiteX4" fmla="*/ 0 w 96751"/>
                    <a:gd name="connsiteY4" fmla="*/ 195431 h 195431"/>
                    <a:gd name="connsiteX5" fmla="*/ 8946 w 96751"/>
                    <a:gd name="connsiteY5" fmla="*/ 184588 h 195431"/>
                    <a:gd name="connsiteX6" fmla="*/ 77739 w 96751"/>
                    <a:gd name="connsiteY6" fmla="*/ 21105 h 195431"/>
                    <a:gd name="connsiteX7" fmla="*/ 79867 w 96751"/>
                    <a:gd name="connsiteY7" fmla="*/ 0 h 195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6751" h="195431">
                      <a:moveTo>
                        <a:pt x="79867" y="0"/>
                      </a:moveTo>
                      <a:lnTo>
                        <a:pt x="84598" y="6525"/>
                      </a:lnTo>
                      <a:cubicBezTo>
                        <a:pt x="92424" y="23729"/>
                        <a:pt x="96751" y="42644"/>
                        <a:pt x="96751" y="62499"/>
                      </a:cubicBezTo>
                      <a:cubicBezTo>
                        <a:pt x="96751" y="122063"/>
                        <a:pt x="57805" y="173169"/>
                        <a:pt x="2300" y="194999"/>
                      </a:cubicBezTo>
                      <a:lnTo>
                        <a:pt x="0" y="195431"/>
                      </a:lnTo>
                      <a:lnTo>
                        <a:pt x="8946" y="184588"/>
                      </a:lnTo>
                      <a:cubicBezTo>
                        <a:pt x="41811" y="135942"/>
                        <a:pt x="65559" y="80630"/>
                        <a:pt x="77739" y="21105"/>
                      </a:cubicBezTo>
                      <a:lnTo>
                        <a:pt x="79867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11F4285-1E5D-4B3A-BF4F-D89B1A2F84A8}"/>
                  </a:ext>
                </a:extLst>
              </p:cNvPr>
              <p:cNvGrpSpPr/>
              <p:nvPr/>
            </p:nvGrpSpPr>
            <p:grpSpPr>
              <a:xfrm>
                <a:off x="8814435" y="435954"/>
                <a:ext cx="1144947" cy="1180297"/>
                <a:chOff x="8814435" y="435954"/>
                <a:chExt cx="1144947" cy="1180297"/>
              </a:xfrm>
            </p:grpSpPr>
            <p:sp>
              <p:nvSpPr>
                <p:cNvPr id="44" name="Rectangle 10">
                  <a:extLst>
                    <a:ext uri="{FF2B5EF4-FFF2-40B4-BE49-F238E27FC236}">
                      <a16:creationId xmlns:a16="http://schemas.microsoft.com/office/drawing/2014/main" id="{0E3F56B6-DAEE-406C-91A6-3811155A0AA0}"/>
                    </a:ext>
                  </a:extLst>
                </p:cNvPr>
                <p:cNvSpPr/>
                <p:nvPr/>
              </p:nvSpPr>
              <p:spPr>
                <a:xfrm flipH="1">
                  <a:off x="8835260" y="435954"/>
                  <a:ext cx="319571" cy="916964"/>
                </a:xfrm>
                <a:custGeom>
                  <a:avLst/>
                  <a:gdLst>
                    <a:gd name="connsiteX0" fmla="*/ 0 w 315248"/>
                    <a:gd name="connsiteY0" fmla="*/ 0 h 789987"/>
                    <a:gd name="connsiteX1" fmla="*/ 315248 w 315248"/>
                    <a:gd name="connsiteY1" fmla="*/ 0 h 789987"/>
                    <a:gd name="connsiteX2" fmla="*/ 315248 w 315248"/>
                    <a:gd name="connsiteY2" fmla="*/ 789987 h 789987"/>
                    <a:gd name="connsiteX3" fmla="*/ 0 w 315248"/>
                    <a:gd name="connsiteY3" fmla="*/ 789987 h 789987"/>
                    <a:gd name="connsiteX4" fmla="*/ 0 w 315248"/>
                    <a:gd name="connsiteY4" fmla="*/ 0 h 789987"/>
                    <a:gd name="connsiteX0" fmla="*/ 7620 w 322868"/>
                    <a:gd name="connsiteY0" fmla="*/ 0 h 812847"/>
                    <a:gd name="connsiteX1" fmla="*/ 322868 w 322868"/>
                    <a:gd name="connsiteY1" fmla="*/ 0 h 812847"/>
                    <a:gd name="connsiteX2" fmla="*/ 322868 w 322868"/>
                    <a:gd name="connsiteY2" fmla="*/ 789987 h 812847"/>
                    <a:gd name="connsiteX3" fmla="*/ 0 w 322868"/>
                    <a:gd name="connsiteY3" fmla="*/ 812847 h 812847"/>
                    <a:gd name="connsiteX4" fmla="*/ 7620 w 322868"/>
                    <a:gd name="connsiteY4" fmla="*/ 0 h 812847"/>
                    <a:gd name="connsiteX0" fmla="*/ 205740 w 322868"/>
                    <a:gd name="connsiteY0" fmla="*/ 0 h 911907"/>
                    <a:gd name="connsiteX1" fmla="*/ 322868 w 322868"/>
                    <a:gd name="connsiteY1" fmla="*/ 9906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0 h 911907"/>
                    <a:gd name="connsiteX1" fmla="*/ 178088 w 322868"/>
                    <a:gd name="connsiteY1" fmla="*/ 37338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8999 h 920906"/>
                    <a:gd name="connsiteX1" fmla="*/ 178088 w 322868"/>
                    <a:gd name="connsiteY1" fmla="*/ 382379 h 920906"/>
                    <a:gd name="connsiteX2" fmla="*/ 322868 w 322868"/>
                    <a:gd name="connsiteY2" fmla="*/ 898046 h 920906"/>
                    <a:gd name="connsiteX3" fmla="*/ 0 w 322868"/>
                    <a:gd name="connsiteY3" fmla="*/ 920906 h 920906"/>
                    <a:gd name="connsiteX4" fmla="*/ 205740 w 322868"/>
                    <a:gd name="connsiteY4" fmla="*/ 8999 h 920906"/>
                    <a:gd name="connsiteX0" fmla="*/ 220439 w 337567"/>
                    <a:gd name="connsiteY0" fmla="*/ 8999 h 920906"/>
                    <a:gd name="connsiteX1" fmla="*/ 192787 w 337567"/>
                    <a:gd name="connsiteY1" fmla="*/ 382379 h 920906"/>
                    <a:gd name="connsiteX2" fmla="*/ 337567 w 337567"/>
                    <a:gd name="connsiteY2" fmla="*/ 898046 h 920906"/>
                    <a:gd name="connsiteX3" fmla="*/ 14699 w 337567"/>
                    <a:gd name="connsiteY3" fmla="*/ 920906 h 920906"/>
                    <a:gd name="connsiteX4" fmla="*/ 220439 w 337567"/>
                    <a:gd name="connsiteY4" fmla="*/ 8999 h 920906"/>
                    <a:gd name="connsiteX0" fmla="*/ 220439 w 337567"/>
                    <a:gd name="connsiteY0" fmla="*/ 10271 h 922178"/>
                    <a:gd name="connsiteX1" fmla="*/ 169927 w 337567"/>
                    <a:gd name="connsiteY1" fmla="*/ 337931 h 922178"/>
                    <a:gd name="connsiteX2" fmla="*/ 337567 w 337567"/>
                    <a:gd name="connsiteY2" fmla="*/ 899318 h 922178"/>
                    <a:gd name="connsiteX3" fmla="*/ 14699 w 337567"/>
                    <a:gd name="connsiteY3" fmla="*/ 922178 h 922178"/>
                    <a:gd name="connsiteX4" fmla="*/ 220439 w 337567"/>
                    <a:gd name="connsiteY4" fmla="*/ 10271 h 922178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37567 w 337567"/>
                    <a:gd name="connsiteY2" fmla="*/ 900681 h 923541"/>
                    <a:gd name="connsiteX3" fmla="*/ 14699 w 337567"/>
                    <a:gd name="connsiteY3" fmla="*/ 923541 h 923541"/>
                    <a:gd name="connsiteX4" fmla="*/ 220439 w 337567"/>
                    <a:gd name="connsiteY4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337567 w 337567"/>
                    <a:gd name="connsiteY3" fmla="*/ 900681 h 923541"/>
                    <a:gd name="connsiteX4" fmla="*/ 14699 w 337567"/>
                    <a:gd name="connsiteY4" fmla="*/ 923541 h 923541"/>
                    <a:gd name="connsiteX5" fmla="*/ 220439 w 337567"/>
                    <a:gd name="connsiteY5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258540 w 337567"/>
                    <a:gd name="connsiteY3" fmla="*/ 522175 h 923541"/>
                    <a:gd name="connsiteX4" fmla="*/ 337567 w 337567"/>
                    <a:gd name="connsiteY4" fmla="*/ 900681 h 923541"/>
                    <a:gd name="connsiteX5" fmla="*/ 14699 w 337567"/>
                    <a:gd name="connsiteY5" fmla="*/ 923541 h 923541"/>
                    <a:gd name="connsiteX6" fmla="*/ 220439 w 337567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5057 h 916964"/>
                    <a:gd name="connsiteX1" fmla="*/ 154687 w 319571"/>
                    <a:gd name="connsiteY1" fmla="*/ 294617 h 916964"/>
                    <a:gd name="connsiteX2" fmla="*/ 319500 w 319571"/>
                    <a:gd name="connsiteY2" fmla="*/ 317478 h 916964"/>
                    <a:gd name="connsiteX3" fmla="*/ 258540 w 319571"/>
                    <a:gd name="connsiteY3" fmla="*/ 515598 h 916964"/>
                    <a:gd name="connsiteX4" fmla="*/ 299467 w 319571"/>
                    <a:gd name="connsiteY4" fmla="*/ 894104 h 916964"/>
                    <a:gd name="connsiteX5" fmla="*/ 14699 w 319571"/>
                    <a:gd name="connsiteY5" fmla="*/ 916964 h 916964"/>
                    <a:gd name="connsiteX6" fmla="*/ 220439 w 319571"/>
                    <a:gd name="connsiteY6" fmla="*/ 5057 h 91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9571" h="916964">
                      <a:moveTo>
                        <a:pt x="220439" y="5057"/>
                      </a:moveTo>
                      <a:cubicBezTo>
                        <a:pt x="418867" y="-34790"/>
                        <a:pt x="163904" y="170157"/>
                        <a:pt x="154687" y="294617"/>
                      </a:cubicBezTo>
                      <a:cubicBezTo>
                        <a:pt x="168985" y="337797"/>
                        <a:pt x="300440" y="264773"/>
                        <a:pt x="319500" y="317478"/>
                      </a:cubicBezTo>
                      <a:cubicBezTo>
                        <a:pt x="322040" y="413998"/>
                        <a:pt x="256000" y="419078"/>
                        <a:pt x="258540" y="515598"/>
                      </a:cubicBezTo>
                      <a:lnTo>
                        <a:pt x="299467" y="894104"/>
                      </a:lnTo>
                      <a:lnTo>
                        <a:pt x="14699" y="916964"/>
                      </a:lnTo>
                      <a:cubicBezTo>
                        <a:pt x="83279" y="612995"/>
                        <a:pt x="-160561" y="88046"/>
                        <a:pt x="220439" y="5057"/>
                      </a:cubicBezTo>
                      <a:close/>
                    </a:path>
                  </a:pathLst>
                </a:custGeom>
                <a:solidFill>
                  <a:srgbClr val="964B2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5416F18-BD92-4648-92BC-6FA2520C9B50}"/>
                    </a:ext>
                  </a:extLst>
                </p:cNvPr>
                <p:cNvSpPr/>
                <p:nvPr/>
              </p:nvSpPr>
              <p:spPr>
                <a:xfrm>
                  <a:off x="8814435" y="795150"/>
                  <a:ext cx="1129745" cy="821101"/>
                </a:xfrm>
                <a:custGeom>
                  <a:avLst/>
                  <a:gdLst>
                    <a:gd name="connsiteX0" fmla="*/ 0 w 494240"/>
                    <a:gd name="connsiteY0" fmla="*/ 0 h 243840"/>
                    <a:gd name="connsiteX1" fmla="*/ 494240 w 494240"/>
                    <a:gd name="connsiteY1" fmla="*/ 0 h 243840"/>
                    <a:gd name="connsiteX2" fmla="*/ 494240 w 494240"/>
                    <a:gd name="connsiteY2" fmla="*/ 243840 h 243840"/>
                    <a:gd name="connsiteX3" fmla="*/ 0 w 494240"/>
                    <a:gd name="connsiteY3" fmla="*/ 243840 h 243840"/>
                    <a:gd name="connsiteX4" fmla="*/ 0 w 494240"/>
                    <a:gd name="connsiteY4" fmla="*/ 0 h 243840"/>
                    <a:gd name="connsiteX0" fmla="*/ 0 w 1309580"/>
                    <a:gd name="connsiteY0" fmla="*/ 54102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0 w 1309580"/>
                    <a:gd name="connsiteY4" fmla="*/ 541020 h 784860"/>
                    <a:gd name="connsiteX0" fmla="*/ 180975 w 1309580"/>
                    <a:gd name="connsiteY0" fmla="*/ 56007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180975 w 1309580"/>
                    <a:gd name="connsiteY4" fmla="*/ 560070 h 784860"/>
                    <a:gd name="connsiteX0" fmla="*/ 0 w 1128605"/>
                    <a:gd name="connsiteY0" fmla="*/ 560070 h 784860"/>
                    <a:gd name="connsiteX1" fmla="*/ 1128605 w 1128605"/>
                    <a:gd name="connsiteY1" fmla="*/ 0 h 784860"/>
                    <a:gd name="connsiteX2" fmla="*/ 313265 w 1128605"/>
                    <a:gd name="connsiteY2" fmla="*/ 784860 h 784860"/>
                    <a:gd name="connsiteX3" fmla="*/ 0 w 1128605"/>
                    <a:gd name="connsiteY3" fmla="*/ 560070 h 784860"/>
                    <a:gd name="connsiteX0" fmla="*/ 0 w 1128605"/>
                    <a:gd name="connsiteY0" fmla="*/ 560070 h 718185"/>
                    <a:gd name="connsiteX1" fmla="*/ 1128605 w 1128605"/>
                    <a:gd name="connsiteY1" fmla="*/ 0 h 718185"/>
                    <a:gd name="connsiteX2" fmla="*/ 27515 w 1128605"/>
                    <a:gd name="connsiteY2" fmla="*/ 718185 h 718185"/>
                    <a:gd name="connsiteX3" fmla="*/ 0 w 1128605"/>
                    <a:gd name="connsiteY3" fmla="*/ 560070 h 718185"/>
                    <a:gd name="connsiteX0" fmla="*/ 0 w 1128605"/>
                    <a:gd name="connsiteY0" fmla="*/ 575815 h 733930"/>
                    <a:gd name="connsiteX1" fmla="*/ 1128605 w 1128605"/>
                    <a:gd name="connsiteY1" fmla="*/ 15745 h 733930"/>
                    <a:gd name="connsiteX2" fmla="*/ 27515 w 1128605"/>
                    <a:gd name="connsiteY2" fmla="*/ 733930 h 733930"/>
                    <a:gd name="connsiteX3" fmla="*/ 0 w 1128605"/>
                    <a:gd name="connsiteY3" fmla="*/ 575815 h 733930"/>
                    <a:gd name="connsiteX0" fmla="*/ 0 w 1128605"/>
                    <a:gd name="connsiteY0" fmla="*/ 572639 h 730754"/>
                    <a:gd name="connsiteX1" fmla="*/ 1128605 w 1128605"/>
                    <a:gd name="connsiteY1" fmla="*/ 12569 h 730754"/>
                    <a:gd name="connsiteX2" fmla="*/ 27515 w 1128605"/>
                    <a:gd name="connsiteY2" fmla="*/ 730754 h 730754"/>
                    <a:gd name="connsiteX3" fmla="*/ 0 w 1128605"/>
                    <a:gd name="connsiteY3" fmla="*/ 572639 h 730754"/>
                    <a:gd name="connsiteX0" fmla="*/ 0 w 1128605"/>
                    <a:gd name="connsiteY0" fmla="*/ 572639 h 811147"/>
                    <a:gd name="connsiteX1" fmla="*/ 1128605 w 1128605"/>
                    <a:gd name="connsiteY1" fmla="*/ 12569 h 811147"/>
                    <a:gd name="connsiteX2" fmla="*/ 27515 w 1128605"/>
                    <a:gd name="connsiteY2" fmla="*/ 730754 h 811147"/>
                    <a:gd name="connsiteX3" fmla="*/ 0 w 1128605"/>
                    <a:gd name="connsiteY3" fmla="*/ 572639 h 811147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  <a:gd name="connsiteX3" fmla="*/ 0 w 1129745"/>
                    <a:gd name="connsiteY3" fmla="*/ 572639 h 821101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  <a:gd name="connsiteX3" fmla="*/ 91440 w 1129745"/>
                    <a:gd name="connsiteY3" fmla="*/ 664079 h 821101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29745" h="821101">
                      <a:moveTo>
                        <a:pt x="0" y="572639"/>
                      </a:moveTo>
                      <a:cubicBezTo>
                        <a:pt x="71402" y="533587"/>
                        <a:pt x="247578" y="-96016"/>
                        <a:pt x="1128605" y="12569"/>
                      </a:cubicBezTo>
                      <a:cubicBezTo>
                        <a:pt x="1152100" y="380552"/>
                        <a:pt x="813645" y="1067621"/>
                        <a:pt x="27515" y="730754"/>
                      </a:cubicBezTo>
                    </a:path>
                  </a:pathLst>
                </a:custGeom>
                <a:solidFill>
                  <a:srgbClr val="FEB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11">
                  <a:extLst>
                    <a:ext uri="{FF2B5EF4-FFF2-40B4-BE49-F238E27FC236}">
                      <a16:creationId xmlns:a16="http://schemas.microsoft.com/office/drawing/2014/main" id="{C9911D51-F4BD-4555-A9D0-273B2310BD68}"/>
                    </a:ext>
                  </a:extLst>
                </p:cNvPr>
                <p:cNvSpPr/>
                <p:nvPr/>
              </p:nvSpPr>
              <p:spPr>
                <a:xfrm rot="19918342">
                  <a:off x="8843806" y="1026605"/>
                  <a:ext cx="1115576" cy="444675"/>
                </a:xfrm>
                <a:custGeom>
                  <a:avLst/>
                  <a:gdLst>
                    <a:gd name="connsiteX0" fmla="*/ 0 w 494240"/>
                    <a:gd name="connsiteY0" fmla="*/ 0 h 243840"/>
                    <a:gd name="connsiteX1" fmla="*/ 494240 w 494240"/>
                    <a:gd name="connsiteY1" fmla="*/ 0 h 243840"/>
                    <a:gd name="connsiteX2" fmla="*/ 494240 w 494240"/>
                    <a:gd name="connsiteY2" fmla="*/ 243840 h 243840"/>
                    <a:gd name="connsiteX3" fmla="*/ 0 w 494240"/>
                    <a:gd name="connsiteY3" fmla="*/ 243840 h 243840"/>
                    <a:gd name="connsiteX4" fmla="*/ 0 w 494240"/>
                    <a:gd name="connsiteY4" fmla="*/ 0 h 243840"/>
                    <a:gd name="connsiteX0" fmla="*/ 0 w 1309580"/>
                    <a:gd name="connsiteY0" fmla="*/ 54102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0 w 1309580"/>
                    <a:gd name="connsiteY4" fmla="*/ 541020 h 784860"/>
                    <a:gd name="connsiteX0" fmla="*/ 180975 w 1309580"/>
                    <a:gd name="connsiteY0" fmla="*/ 56007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180975 w 1309580"/>
                    <a:gd name="connsiteY4" fmla="*/ 560070 h 784860"/>
                    <a:gd name="connsiteX0" fmla="*/ 0 w 1128605"/>
                    <a:gd name="connsiteY0" fmla="*/ 560070 h 784860"/>
                    <a:gd name="connsiteX1" fmla="*/ 1128605 w 1128605"/>
                    <a:gd name="connsiteY1" fmla="*/ 0 h 784860"/>
                    <a:gd name="connsiteX2" fmla="*/ 313265 w 1128605"/>
                    <a:gd name="connsiteY2" fmla="*/ 784860 h 784860"/>
                    <a:gd name="connsiteX3" fmla="*/ 0 w 1128605"/>
                    <a:gd name="connsiteY3" fmla="*/ 560070 h 784860"/>
                    <a:gd name="connsiteX0" fmla="*/ 0 w 1128605"/>
                    <a:gd name="connsiteY0" fmla="*/ 560070 h 718185"/>
                    <a:gd name="connsiteX1" fmla="*/ 1128605 w 1128605"/>
                    <a:gd name="connsiteY1" fmla="*/ 0 h 718185"/>
                    <a:gd name="connsiteX2" fmla="*/ 27515 w 1128605"/>
                    <a:gd name="connsiteY2" fmla="*/ 718185 h 718185"/>
                    <a:gd name="connsiteX3" fmla="*/ 0 w 1128605"/>
                    <a:gd name="connsiteY3" fmla="*/ 560070 h 718185"/>
                    <a:gd name="connsiteX0" fmla="*/ 0 w 1128605"/>
                    <a:gd name="connsiteY0" fmla="*/ 575815 h 733930"/>
                    <a:gd name="connsiteX1" fmla="*/ 1128605 w 1128605"/>
                    <a:gd name="connsiteY1" fmla="*/ 15745 h 733930"/>
                    <a:gd name="connsiteX2" fmla="*/ 27515 w 1128605"/>
                    <a:gd name="connsiteY2" fmla="*/ 733930 h 733930"/>
                    <a:gd name="connsiteX3" fmla="*/ 0 w 1128605"/>
                    <a:gd name="connsiteY3" fmla="*/ 575815 h 733930"/>
                    <a:gd name="connsiteX0" fmla="*/ 0 w 1128605"/>
                    <a:gd name="connsiteY0" fmla="*/ 572639 h 730754"/>
                    <a:gd name="connsiteX1" fmla="*/ 1128605 w 1128605"/>
                    <a:gd name="connsiteY1" fmla="*/ 12569 h 730754"/>
                    <a:gd name="connsiteX2" fmla="*/ 27515 w 1128605"/>
                    <a:gd name="connsiteY2" fmla="*/ 730754 h 730754"/>
                    <a:gd name="connsiteX3" fmla="*/ 0 w 1128605"/>
                    <a:gd name="connsiteY3" fmla="*/ 572639 h 730754"/>
                    <a:gd name="connsiteX0" fmla="*/ 0 w 1128605"/>
                    <a:gd name="connsiteY0" fmla="*/ 572639 h 811147"/>
                    <a:gd name="connsiteX1" fmla="*/ 1128605 w 1128605"/>
                    <a:gd name="connsiteY1" fmla="*/ 12569 h 811147"/>
                    <a:gd name="connsiteX2" fmla="*/ 27515 w 1128605"/>
                    <a:gd name="connsiteY2" fmla="*/ 730754 h 811147"/>
                    <a:gd name="connsiteX3" fmla="*/ 0 w 1128605"/>
                    <a:gd name="connsiteY3" fmla="*/ 572639 h 811147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  <a:gd name="connsiteX3" fmla="*/ 0 w 1129745"/>
                    <a:gd name="connsiteY3" fmla="*/ 572639 h 821101"/>
                    <a:gd name="connsiteX0" fmla="*/ 0 w 1129745"/>
                    <a:gd name="connsiteY0" fmla="*/ 659139 h 907601"/>
                    <a:gd name="connsiteX1" fmla="*/ 1128605 w 1129745"/>
                    <a:gd name="connsiteY1" fmla="*/ 99069 h 907601"/>
                    <a:gd name="connsiteX2" fmla="*/ 27515 w 1129745"/>
                    <a:gd name="connsiteY2" fmla="*/ 817254 h 907601"/>
                    <a:gd name="connsiteX3" fmla="*/ 0 w 1129745"/>
                    <a:gd name="connsiteY3" fmla="*/ 659139 h 907601"/>
                    <a:gd name="connsiteX0" fmla="*/ 0 w 1125667"/>
                    <a:gd name="connsiteY0" fmla="*/ 339293 h 950518"/>
                    <a:gd name="connsiteX1" fmla="*/ 1124527 w 1125667"/>
                    <a:gd name="connsiteY1" fmla="*/ 141986 h 950518"/>
                    <a:gd name="connsiteX2" fmla="*/ 23437 w 1125667"/>
                    <a:gd name="connsiteY2" fmla="*/ 860171 h 950518"/>
                    <a:gd name="connsiteX3" fmla="*/ 0 w 1125667"/>
                    <a:gd name="connsiteY3" fmla="*/ 339293 h 950518"/>
                    <a:gd name="connsiteX0" fmla="*/ 0 w 1125667"/>
                    <a:gd name="connsiteY0" fmla="*/ 322866 h 934091"/>
                    <a:gd name="connsiteX1" fmla="*/ 1124527 w 1125667"/>
                    <a:gd name="connsiteY1" fmla="*/ 125559 h 934091"/>
                    <a:gd name="connsiteX2" fmla="*/ 23437 w 1125667"/>
                    <a:gd name="connsiteY2" fmla="*/ 843744 h 934091"/>
                    <a:gd name="connsiteX3" fmla="*/ 0 w 1125667"/>
                    <a:gd name="connsiteY3" fmla="*/ 322866 h 934091"/>
                    <a:gd name="connsiteX0" fmla="*/ 0 w 1116716"/>
                    <a:gd name="connsiteY0" fmla="*/ 290018 h 939445"/>
                    <a:gd name="connsiteX1" fmla="*/ 1115576 w 1116716"/>
                    <a:gd name="connsiteY1" fmla="*/ 130913 h 939445"/>
                    <a:gd name="connsiteX2" fmla="*/ 14486 w 1116716"/>
                    <a:gd name="connsiteY2" fmla="*/ 849098 h 939445"/>
                    <a:gd name="connsiteX3" fmla="*/ 0 w 1116716"/>
                    <a:gd name="connsiteY3" fmla="*/ 290018 h 939445"/>
                    <a:gd name="connsiteX0" fmla="*/ 0 w 1116716"/>
                    <a:gd name="connsiteY0" fmla="*/ 280063 h 929490"/>
                    <a:gd name="connsiteX1" fmla="*/ 1115576 w 1116716"/>
                    <a:gd name="connsiteY1" fmla="*/ 120958 h 929490"/>
                    <a:gd name="connsiteX2" fmla="*/ 14486 w 1116716"/>
                    <a:gd name="connsiteY2" fmla="*/ 839143 h 929490"/>
                    <a:gd name="connsiteX3" fmla="*/ 0 w 1116716"/>
                    <a:gd name="connsiteY3" fmla="*/ 280063 h 929490"/>
                    <a:gd name="connsiteX0" fmla="*/ 0 w 1115576"/>
                    <a:gd name="connsiteY0" fmla="*/ 280063 h 304442"/>
                    <a:gd name="connsiteX1" fmla="*/ 1115576 w 1115576"/>
                    <a:gd name="connsiteY1" fmla="*/ 120958 h 304442"/>
                    <a:gd name="connsiteX2" fmla="*/ 0 w 1115576"/>
                    <a:gd name="connsiteY2" fmla="*/ 280063 h 304442"/>
                    <a:gd name="connsiteX0" fmla="*/ 0 w 1115576"/>
                    <a:gd name="connsiteY0" fmla="*/ 280063 h 818618"/>
                    <a:gd name="connsiteX1" fmla="*/ 1115576 w 1115576"/>
                    <a:gd name="connsiteY1" fmla="*/ 120958 h 818618"/>
                    <a:gd name="connsiteX2" fmla="*/ 0 w 1115576"/>
                    <a:gd name="connsiteY2" fmla="*/ 280063 h 818618"/>
                    <a:gd name="connsiteX0" fmla="*/ 0 w 1115576"/>
                    <a:gd name="connsiteY0" fmla="*/ 275449 h 814004"/>
                    <a:gd name="connsiteX1" fmla="*/ 1115576 w 1115576"/>
                    <a:gd name="connsiteY1" fmla="*/ 116344 h 814004"/>
                    <a:gd name="connsiteX2" fmla="*/ 0 w 1115576"/>
                    <a:gd name="connsiteY2" fmla="*/ 275449 h 814004"/>
                    <a:gd name="connsiteX0" fmla="*/ 0 w 1115576"/>
                    <a:gd name="connsiteY0" fmla="*/ 275449 h 1011514"/>
                    <a:gd name="connsiteX1" fmla="*/ 1115576 w 1115576"/>
                    <a:gd name="connsiteY1" fmla="*/ 116344 h 1011514"/>
                    <a:gd name="connsiteX2" fmla="*/ 0 w 1115576"/>
                    <a:gd name="connsiteY2" fmla="*/ 275449 h 1011514"/>
                    <a:gd name="connsiteX0" fmla="*/ 0 w 1115576"/>
                    <a:gd name="connsiteY0" fmla="*/ 274111 h 1010176"/>
                    <a:gd name="connsiteX1" fmla="*/ 1115576 w 1115576"/>
                    <a:gd name="connsiteY1" fmla="*/ 115006 h 1010176"/>
                    <a:gd name="connsiteX2" fmla="*/ 0 w 1115576"/>
                    <a:gd name="connsiteY2" fmla="*/ 274111 h 1010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15576" h="1010176">
                      <a:moveTo>
                        <a:pt x="0" y="274111"/>
                      </a:moveTo>
                      <a:cubicBezTo>
                        <a:pt x="475462" y="490816"/>
                        <a:pt x="533927" y="-281136"/>
                        <a:pt x="1115576" y="115006"/>
                      </a:cubicBezTo>
                      <a:cubicBezTo>
                        <a:pt x="825458" y="1615105"/>
                        <a:pt x="176555" y="916388"/>
                        <a:pt x="0" y="274111"/>
                      </a:cubicBezTo>
                      <a:close/>
                    </a:path>
                  </a:pathLst>
                </a:custGeom>
                <a:solidFill>
                  <a:srgbClr val="FFF4D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95D190C-E474-49BA-B040-6689B7C6BE65}"/>
                  </a:ext>
                </a:extLst>
              </p:cNvPr>
              <p:cNvSpPr/>
              <p:nvPr/>
            </p:nvSpPr>
            <p:spPr>
              <a:xfrm>
                <a:off x="6299551" y="6165055"/>
                <a:ext cx="253650" cy="182405"/>
              </a:xfrm>
              <a:custGeom>
                <a:avLst/>
                <a:gdLst>
                  <a:gd name="connsiteX0" fmla="*/ 0 w 259721"/>
                  <a:gd name="connsiteY0" fmla="*/ 0 h 186636"/>
                  <a:gd name="connsiteX1" fmla="*/ 255222 w 259721"/>
                  <a:gd name="connsiteY1" fmla="*/ 0 h 186636"/>
                  <a:gd name="connsiteX2" fmla="*/ 258567 w 259721"/>
                  <a:gd name="connsiteY2" fmla="*/ 32220 h 186636"/>
                  <a:gd name="connsiteX3" fmla="*/ 145508 w 259721"/>
                  <a:gd name="connsiteY3" fmla="*/ 186636 h 186636"/>
                  <a:gd name="connsiteX4" fmla="*/ 3026 w 259721"/>
                  <a:gd name="connsiteY4" fmla="*/ 8922 h 186636"/>
                  <a:gd name="connsiteX5" fmla="*/ 0 w 259721"/>
                  <a:gd name="connsiteY5" fmla="*/ 0 h 186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9721" h="186636">
                    <a:moveTo>
                      <a:pt x="0" y="0"/>
                    </a:moveTo>
                    <a:lnTo>
                      <a:pt x="255222" y="0"/>
                    </a:lnTo>
                    <a:lnTo>
                      <a:pt x="258567" y="32220"/>
                    </a:lnTo>
                    <a:cubicBezTo>
                      <a:pt x="265393" y="130247"/>
                      <a:pt x="243740" y="174585"/>
                      <a:pt x="145508" y="186636"/>
                    </a:cubicBezTo>
                    <a:cubicBezTo>
                      <a:pt x="90953" y="186636"/>
                      <a:pt x="43659" y="115647"/>
                      <a:pt x="3026" y="892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1D1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C5C691B-80D6-4418-ADF9-DCA3349D4A1E}"/>
                  </a:ext>
                </a:extLst>
              </p:cNvPr>
              <p:cNvSpPr/>
              <p:nvPr/>
            </p:nvSpPr>
            <p:spPr>
              <a:xfrm>
                <a:off x="6857365" y="6159144"/>
                <a:ext cx="231677" cy="173075"/>
              </a:xfrm>
              <a:custGeom>
                <a:avLst/>
                <a:gdLst>
                  <a:gd name="connsiteX0" fmla="*/ 0 w 231677"/>
                  <a:gd name="connsiteY0" fmla="*/ 0 h 173075"/>
                  <a:gd name="connsiteX1" fmla="*/ 229495 w 231677"/>
                  <a:gd name="connsiteY1" fmla="*/ 0 h 173075"/>
                  <a:gd name="connsiteX2" fmla="*/ 230570 w 231677"/>
                  <a:gd name="connsiteY2" fmla="*/ 12097 h 173075"/>
                  <a:gd name="connsiteX3" fmla="*/ 148350 w 231677"/>
                  <a:gd name="connsiteY3" fmla="*/ 172720 h 173075"/>
                  <a:gd name="connsiteX4" fmla="*/ 20561 w 231677"/>
                  <a:gd name="connsiteY4" fmla="*/ 60516 h 173075"/>
                  <a:gd name="connsiteX5" fmla="*/ 0 w 231677"/>
                  <a:gd name="connsiteY5" fmla="*/ 0 h 173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1677" h="173075">
                    <a:moveTo>
                      <a:pt x="0" y="0"/>
                    </a:moveTo>
                    <a:lnTo>
                      <a:pt x="229495" y="0"/>
                    </a:lnTo>
                    <a:lnTo>
                      <a:pt x="230570" y="12097"/>
                    </a:lnTo>
                    <a:cubicBezTo>
                      <a:pt x="236873" y="119440"/>
                      <a:pt x="217168" y="167958"/>
                      <a:pt x="148350" y="172720"/>
                    </a:cubicBezTo>
                    <a:cubicBezTo>
                      <a:pt x="89282" y="176557"/>
                      <a:pt x="55018" y="150008"/>
                      <a:pt x="20561" y="6051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1D1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B35AE57-444B-4A42-954F-35375A23B373}"/>
                  </a:ext>
                </a:extLst>
              </p:cNvPr>
              <p:cNvSpPr/>
              <p:nvPr/>
            </p:nvSpPr>
            <p:spPr>
              <a:xfrm>
                <a:off x="7999964" y="6162276"/>
                <a:ext cx="207809" cy="187961"/>
              </a:xfrm>
              <a:custGeom>
                <a:avLst/>
                <a:gdLst>
                  <a:gd name="connsiteX0" fmla="*/ 0 w 207809"/>
                  <a:gd name="connsiteY0" fmla="*/ 0 h 187961"/>
                  <a:gd name="connsiteX1" fmla="*/ 207725 w 207809"/>
                  <a:gd name="connsiteY1" fmla="*/ 0 h 187961"/>
                  <a:gd name="connsiteX2" fmla="*/ 207809 w 207809"/>
                  <a:gd name="connsiteY2" fmla="*/ 58147 h 187961"/>
                  <a:gd name="connsiteX3" fmla="*/ 116786 w 207809"/>
                  <a:gd name="connsiteY3" fmla="*/ 187961 h 187961"/>
                  <a:gd name="connsiteX4" fmla="*/ 1536 w 207809"/>
                  <a:gd name="connsiteY4" fmla="*/ 30372 h 187961"/>
                  <a:gd name="connsiteX5" fmla="*/ 0 w 207809"/>
                  <a:gd name="connsiteY5" fmla="*/ 0 h 187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809" h="187961">
                    <a:moveTo>
                      <a:pt x="0" y="0"/>
                    </a:moveTo>
                    <a:lnTo>
                      <a:pt x="207725" y="0"/>
                    </a:lnTo>
                    <a:lnTo>
                      <a:pt x="207809" y="58147"/>
                    </a:lnTo>
                    <a:cubicBezTo>
                      <a:pt x="205593" y="167415"/>
                      <a:pt x="187033" y="186652"/>
                      <a:pt x="116786" y="187961"/>
                    </a:cubicBezTo>
                    <a:cubicBezTo>
                      <a:pt x="26894" y="187485"/>
                      <a:pt x="9853" y="160061"/>
                      <a:pt x="1536" y="3037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1D1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42774A2-8E27-4EC3-A3F5-BAA453357394}"/>
                  </a:ext>
                </a:extLst>
              </p:cNvPr>
              <p:cNvSpPr/>
              <p:nvPr/>
            </p:nvSpPr>
            <p:spPr>
              <a:xfrm>
                <a:off x="8479846" y="6159144"/>
                <a:ext cx="212027" cy="172719"/>
              </a:xfrm>
              <a:custGeom>
                <a:avLst/>
                <a:gdLst>
                  <a:gd name="connsiteX0" fmla="*/ 0 w 212027"/>
                  <a:gd name="connsiteY0" fmla="*/ 0 h 172719"/>
                  <a:gd name="connsiteX1" fmla="*/ 212027 w 212027"/>
                  <a:gd name="connsiteY1" fmla="*/ 0 h 172719"/>
                  <a:gd name="connsiteX2" fmla="*/ 207362 w 212027"/>
                  <a:gd name="connsiteY2" fmla="*/ 35202 h 172719"/>
                  <a:gd name="connsiteX3" fmla="*/ 135359 w 212027"/>
                  <a:gd name="connsiteY3" fmla="*/ 172719 h 172719"/>
                  <a:gd name="connsiteX4" fmla="*/ 7982 w 212027"/>
                  <a:gd name="connsiteY4" fmla="*/ 55224 h 172719"/>
                  <a:gd name="connsiteX5" fmla="*/ 0 w 212027"/>
                  <a:gd name="connsiteY5" fmla="*/ 0 h 172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2027" h="172719">
                    <a:moveTo>
                      <a:pt x="0" y="0"/>
                    </a:moveTo>
                    <a:lnTo>
                      <a:pt x="212027" y="0"/>
                    </a:lnTo>
                    <a:lnTo>
                      <a:pt x="207362" y="35202"/>
                    </a:lnTo>
                    <a:cubicBezTo>
                      <a:pt x="191795" y="127872"/>
                      <a:pt x="169331" y="171132"/>
                      <a:pt x="135359" y="172719"/>
                    </a:cubicBezTo>
                    <a:cubicBezTo>
                      <a:pt x="59529" y="171026"/>
                      <a:pt x="24975" y="134805"/>
                      <a:pt x="7982" y="5522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1D1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9" name="Group 448">
              <a:extLst>
                <a:ext uri="{FF2B5EF4-FFF2-40B4-BE49-F238E27FC236}">
                  <a16:creationId xmlns:a16="http://schemas.microsoft.com/office/drawing/2014/main" id="{6B5C4A57-F20F-47DB-A10C-234FF211C0BF}"/>
                </a:ext>
              </a:extLst>
            </p:cNvPr>
            <p:cNvGrpSpPr/>
            <p:nvPr/>
          </p:nvGrpSpPr>
          <p:grpSpPr>
            <a:xfrm>
              <a:off x="8442792" y="2215526"/>
              <a:ext cx="225705" cy="89967"/>
              <a:chOff x="8442792" y="2215526"/>
              <a:chExt cx="225705" cy="89967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D1EB826-D3AC-4834-ADE4-8A656BD925BC}"/>
                  </a:ext>
                </a:extLst>
              </p:cNvPr>
              <p:cNvSpPr/>
              <p:nvPr/>
            </p:nvSpPr>
            <p:spPr>
              <a:xfrm>
                <a:off x="8442792" y="2271626"/>
                <a:ext cx="176212" cy="33867"/>
              </a:xfrm>
              <a:custGeom>
                <a:avLst/>
                <a:gdLst>
                  <a:gd name="connsiteX0" fmla="*/ 0 w 176212"/>
                  <a:gd name="connsiteY0" fmla="*/ 21432 h 21432"/>
                  <a:gd name="connsiteX1" fmla="*/ 176212 w 176212"/>
                  <a:gd name="connsiteY1" fmla="*/ 0 h 21432"/>
                  <a:gd name="connsiteX2" fmla="*/ 176212 w 176212"/>
                  <a:gd name="connsiteY2" fmla="*/ 0 h 21432"/>
                  <a:gd name="connsiteX0" fmla="*/ 0 w 176212"/>
                  <a:gd name="connsiteY0" fmla="*/ 21432 h 29167"/>
                  <a:gd name="connsiteX1" fmla="*/ 176212 w 176212"/>
                  <a:gd name="connsiteY1" fmla="*/ 0 h 29167"/>
                  <a:gd name="connsiteX2" fmla="*/ 176212 w 176212"/>
                  <a:gd name="connsiteY2" fmla="*/ 0 h 29167"/>
                  <a:gd name="connsiteX0" fmla="*/ 0 w 176212"/>
                  <a:gd name="connsiteY0" fmla="*/ 21432 h 32808"/>
                  <a:gd name="connsiteX1" fmla="*/ 176212 w 176212"/>
                  <a:gd name="connsiteY1" fmla="*/ 0 h 32808"/>
                  <a:gd name="connsiteX2" fmla="*/ 176212 w 176212"/>
                  <a:gd name="connsiteY2" fmla="*/ 0 h 32808"/>
                  <a:gd name="connsiteX0" fmla="*/ 0 w 176212"/>
                  <a:gd name="connsiteY0" fmla="*/ 21432 h 33867"/>
                  <a:gd name="connsiteX1" fmla="*/ 176212 w 176212"/>
                  <a:gd name="connsiteY1" fmla="*/ 0 h 33867"/>
                  <a:gd name="connsiteX2" fmla="*/ 176212 w 176212"/>
                  <a:gd name="connsiteY2" fmla="*/ 0 h 33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6212" h="33867">
                    <a:moveTo>
                      <a:pt x="0" y="21432"/>
                    </a:moveTo>
                    <a:cubicBezTo>
                      <a:pt x="73024" y="47625"/>
                      <a:pt x="117475" y="28576"/>
                      <a:pt x="176212" y="0"/>
                    </a:cubicBezTo>
                    <a:lnTo>
                      <a:pt x="176212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Arc 447">
                <a:extLst>
                  <a:ext uri="{FF2B5EF4-FFF2-40B4-BE49-F238E27FC236}">
                    <a16:creationId xmlns:a16="http://schemas.microsoft.com/office/drawing/2014/main" id="{75EB4112-4588-4242-AC24-6EC8A1C912A9}"/>
                  </a:ext>
                </a:extLst>
              </p:cNvPr>
              <p:cNvSpPr/>
              <p:nvPr/>
            </p:nvSpPr>
            <p:spPr>
              <a:xfrm rot="4289395" flipV="1">
                <a:off x="8607321" y="2215526"/>
                <a:ext cx="61176" cy="61176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52A18929-B893-4659-B4A4-7EB21D0E3065}"/>
              </a:ext>
            </a:extLst>
          </p:cNvPr>
          <p:cNvGrpSpPr/>
          <p:nvPr/>
        </p:nvGrpSpPr>
        <p:grpSpPr>
          <a:xfrm flipH="1">
            <a:off x="7110019" y="187058"/>
            <a:ext cx="4300333" cy="6361071"/>
            <a:chOff x="4324242" y="648090"/>
            <a:chExt cx="4064614" cy="6012394"/>
          </a:xfrm>
        </p:grpSpPr>
        <p:sp>
          <p:nvSpPr>
            <p:cNvPr id="80" name="Rectangle 11">
              <a:extLst>
                <a:ext uri="{FF2B5EF4-FFF2-40B4-BE49-F238E27FC236}">
                  <a16:creationId xmlns:a16="http://schemas.microsoft.com/office/drawing/2014/main" id="{86BF5B8C-CE1C-4191-BE51-C30C10D9F7D7}"/>
                </a:ext>
              </a:extLst>
            </p:cNvPr>
            <p:cNvSpPr/>
            <p:nvPr/>
          </p:nvSpPr>
          <p:spPr>
            <a:xfrm rot="3469843">
              <a:off x="3988792" y="3682000"/>
              <a:ext cx="1115576" cy="444675"/>
            </a:xfrm>
            <a:custGeom>
              <a:avLst/>
              <a:gdLst>
                <a:gd name="connsiteX0" fmla="*/ 0 w 494240"/>
                <a:gd name="connsiteY0" fmla="*/ 0 h 243840"/>
                <a:gd name="connsiteX1" fmla="*/ 494240 w 494240"/>
                <a:gd name="connsiteY1" fmla="*/ 0 h 243840"/>
                <a:gd name="connsiteX2" fmla="*/ 494240 w 494240"/>
                <a:gd name="connsiteY2" fmla="*/ 243840 h 243840"/>
                <a:gd name="connsiteX3" fmla="*/ 0 w 494240"/>
                <a:gd name="connsiteY3" fmla="*/ 243840 h 243840"/>
                <a:gd name="connsiteX4" fmla="*/ 0 w 494240"/>
                <a:gd name="connsiteY4" fmla="*/ 0 h 243840"/>
                <a:gd name="connsiteX0" fmla="*/ 0 w 1309580"/>
                <a:gd name="connsiteY0" fmla="*/ 541020 h 784860"/>
                <a:gd name="connsiteX1" fmla="*/ 1309580 w 1309580"/>
                <a:gd name="connsiteY1" fmla="*/ 0 h 784860"/>
                <a:gd name="connsiteX2" fmla="*/ 494240 w 1309580"/>
                <a:gd name="connsiteY2" fmla="*/ 784860 h 784860"/>
                <a:gd name="connsiteX3" fmla="*/ 0 w 1309580"/>
                <a:gd name="connsiteY3" fmla="*/ 784860 h 784860"/>
                <a:gd name="connsiteX4" fmla="*/ 0 w 1309580"/>
                <a:gd name="connsiteY4" fmla="*/ 541020 h 784860"/>
                <a:gd name="connsiteX0" fmla="*/ 180975 w 1309580"/>
                <a:gd name="connsiteY0" fmla="*/ 560070 h 784860"/>
                <a:gd name="connsiteX1" fmla="*/ 1309580 w 1309580"/>
                <a:gd name="connsiteY1" fmla="*/ 0 h 784860"/>
                <a:gd name="connsiteX2" fmla="*/ 494240 w 1309580"/>
                <a:gd name="connsiteY2" fmla="*/ 784860 h 784860"/>
                <a:gd name="connsiteX3" fmla="*/ 0 w 1309580"/>
                <a:gd name="connsiteY3" fmla="*/ 784860 h 784860"/>
                <a:gd name="connsiteX4" fmla="*/ 180975 w 1309580"/>
                <a:gd name="connsiteY4" fmla="*/ 560070 h 784860"/>
                <a:gd name="connsiteX0" fmla="*/ 0 w 1128605"/>
                <a:gd name="connsiteY0" fmla="*/ 560070 h 784860"/>
                <a:gd name="connsiteX1" fmla="*/ 1128605 w 1128605"/>
                <a:gd name="connsiteY1" fmla="*/ 0 h 784860"/>
                <a:gd name="connsiteX2" fmla="*/ 313265 w 1128605"/>
                <a:gd name="connsiteY2" fmla="*/ 784860 h 784860"/>
                <a:gd name="connsiteX3" fmla="*/ 0 w 1128605"/>
                <a:gd name="connsiteY3" fmla="*/ 560070 h 784860"/>
                <a:gd name="connsiteX0" fmla="*/ 0 w 1128605"/>
                <a:gd name="connsiteY0" fmla="*/ 560070 h 718185"/>
                <a:gd name="connsiteX1" fmla="*/ 1128605 w 1128605"/>
                <a:gd name="connsiteY1" fmla="*/ 0 h 718185"/>
                <a:gd name="connsiteX2" fmla="*/ 27515 w 1128605"/>
                <a:gd name="connsiteY2" fmla="*/ 718185 h 718185"/>
                <a:gd name="connsiteX3" fmla="*/ 0 w 1128605"/>
                <a:gd name="connsiteY3" fmla="*/ 560070 h 718185"/>
                <a:gd name="connsiteX0" fmla="*/ 0 w 1128605"/>
                <a:gd name="connsiteY0" fmla="*/ 575815 h 733930"/>
                <a:gd name="connsiteX1" fmla="*/ 1128605 w 1128605"/>
                <a:gd name="connsiteY1" fmla="*/ 15745 h 733930"/>
                <a:gd name="connsiteX2" fmla="*/ 27515 w 1128605"/>
                <a:gd name="connsiteY2" fmla="*/ 733930 h 733930"/>
                <a:gd name="connsiteX3" fmla="*/ 0 w 1128605"/>
                <a:gd name="connsiteY3" fmla="*/ 575815 h 733930"/>
                <a:gd name="connsiteX0" fmla="*/ 0 w 1128605"/>
                <a:gd name="connsiteY0" fmla="*/ 572639 h 730754"/>
                <a:gd name="connsiteX1" fmla="*/ 1128605 w 1128605"/>
                <a:gd name="connsiteY1" fmla="*/ 12569 h 730754"/>
                <a:gd name="connsiteX2" fmla="*/ 27515 w 1128605"/>
                <a:gd name="connsiteY2" fmla="*/ 730754 h 730754"/>
                <a:gd name="connsiteX3" fmla="*/ 0 w 1128605"/>
                <a:gd name="connsiteY3" fmla="*/ 572639 h 730754"/>
                <a:gd name="connsiteX0" fmla="*/ 0 w 1128605"/>
                <a:gd name="connsiteY0" fmla="*/ 572639 h 811147"/>
                <a:gd name="connsiteX1" fmla="*/ 1128605 w 1128605"/>
                <a:gd name="connsiteY1" fmla="*/ 12569 h 811147"/>
                <a:gd name="connsiteX2" fmla="*/ 27515 w 1128605"/>
                <a:gd name="connsiteY2" fmla="*/ 730754 h 811147"/>
                <a:gd name="connsiteX3" fmla="*/ 0 w 1128605"/>
                <a:gd name="connsiteY3" fmla="*/ 572639 h 811147"/>
                <a:gd name="connsiteX0" fmla="*/ 0 w 1129745"/>
                <a:gd name="connsiteY0" fmla="*/ 572639 h 821101"/>
                <a:gd name="connsiteX1" fmla="*/ 1128605 w 1129745"/>
                <a:gd name="connsiteY1" fmla="*/ 12569 h 821101"/>
                <a:gd name="connsiteX2" fmla="*/ 27515 w 1129745"/>
                <a:gd name="connsiteY2" fmla="*/ 730754 h 821101"/>
                <a:gd name="connsiteX3" fmla="*/ 0 w 1129745"/>
                <a:gd name="connsiteY3" fmla="*/ 572639 h 821101"/>
                <a:gd name="connsiteX0" fmla="*/ 0 w 1129745"/>
                <a:gd name="connsiteY0" fmla="*/ 659139 h 907601"/>
                <a:gd name="connsiteX1" fmla="*/ 1128605 w 1129745"/>
                <a:gd name="connsiteY1" fmla="*/ 99069 h 907601"/>
                <a:gd name="connsiteX2" fmla="*/ 27515 w 1129745"/>
                <a:gd name="connsiteY2" fmla="*/ 817254 h 907601"/>
                <a:gd name="connsiteX3" fmla="*/ 0 w 1129745"/>
                <a:gd name="connsiteY3" fmla="*/ 659139 h 907601"/>
                <a:gd name="connsiteX0" fmla="*/ 0 w 1125667"/>
                <a:gd name="connsiteY0" fmla="*/ 339293 h 950518"/>
                <a:gd name="connsiteX1" fmla="*/ 1124527 w 1125667"/>
                <a:gd name="connsiteY1" fmla="*/ 141986 h 950518"/>
                <a:gd name="connsiteX2" fmla="*/ 23437 w 1125667"/>
                <a:gd name="connsiteY2" fmla="*/ 860171 h 950518"/>
                <a:gd name="connsiteX3" fmla="*/ 0 w 1125667"/>
                <a:gd name="connsiteY3" fmla="*/ 339293 h 950518"/>
                <a:gd name="connsiteX0" fmla="*/ 0 w 1125667"/>
                <a:gd name="connsiteY0" fmla="*/ 322866 h 934091"/>
                <a:gd name="connsiteX1" fmla="*/ 1124527 w 1125667"/>
                <a:gd name="connsiteY1" fmla="*/ 125559 h 934091"/>
                <a:gd name="connsiteX2" fmla="*/ 23437 w 1125667"/>
                <a:gd name="connsiteY2" fmla="*/ 843744 h 934091"/>
                <a:gd name="connsiteX3" fmla="*/ 0 w 1125667"/>
                <a:gd name="connsiteY3" fmla="*/ 322866 h 934091"/>
                <a:gd name="connsiteX0" fmla="*/ 0 w 1116716"/>
                <a:gd name="connsiteY0" fmla="*/ 290018 h 939445"/>
                <a:gd name="connsiteX1" fmla="*/ 1115576 w 1116716"/>
                <a:gd name="connsiteY1" fmla="*/ 130913 h 939445"/>
                <a:gd name="connsiteX2" fmla="*/ 14486 w 1116716"/>
                <a:gd name="connsiteY2" fmla="*/ 849098 h 939445"/>
                <a:gd name="connsiteX3" fmla="*/ 0 w 1116716"/>
                <a:gd name="connsiteY3" fmla="*/ 290018 h 939445"/>
                <a:gd name="connsiteX0" fmla="*/ 0 w 1116716"/>
                <a:gd name="connsiteY0" fmla="*/ 280063 h 929490"/>
                <a:gd name="connsiteX1" fmla="*/ 1115576 w 1116716"/>
                <a:gd name="connsiteY1" fmla="*/ 120958 h 929490"/>
                <a:gd name="connsiteX2" fmla="*/ 14486 w 1116716"/>
                <a:gd name="connsiteY2" fmla="*/ 839143 h 929490"/>
                <a:gd name="connsiteX3" fmla="*/ 0 w 1116716"/>
                <a:gd name="connsiteY3" fmla="*/ 280063 h 929490"/>
                <a:gd name="connsiteX0" fmla="*/ 0 w 1115576"/>
                <a:gd name="connsiteY0" fmla="*/ 280063 h 304442"/>
                <a:gd name="connsiteX1" fmla="*/ 1115576 w 1115576"/>
                <a:gd name="connsiteY1" fmla="*/ 120958 h 304442"/>
                <a:gd name="connsiteX2" fmla="*/ 0 w 1115576"/>
                <a:gd name="connsiteY2" fmla="*/ 280063 h 304442"/>
                <a:gd name="connsiteX0" fmla="*/ 0 w 1115576"/>
                <a:gd name="connsiteY0" fmla="*/ 280063 h 818618"/>
                <a:gd name="connsiteX1" fmla="*/ 1115576 w 1115576"/>
                <a:gd name="connsiteY1" fmla="*/ 120958 h 818618"/>
                <a:gd name="connsiteX2" fmla="*/ 0 w 1115576"/>
                <a:gd name="connsiteY2" fmla="*/ 280063 h 818618"/>
                <a:gd name="connsiteX0" fmla="*/ 0 w 1115576"/>
                <a:gd name="connsiteY0" fmla="*/ 275449 h 814004"/>
                <a:gd name="connsiteX1" fmla="*/ 1115576 w 1115576"/>
                <a:gd name="connsiteY1" fmla="*/ 116344 h 814004"/>
                <a:gd name="connsiteX2" fmla="*/ 0 w 1115576"/>
                <a:gd name="connsiteY2" fmla="*/ 275449 h 814004"/>
                <a:gd name="connsiteX0" fmla="*/ 0 w 1115576"/>
                <a:gd name="connsiteY0" fmla="*/ 275449 h 1011514"/>
                <a:gd name="connsiteX1" fmla="*/ 1115576 w 1115576"/>
                <a:gd name="connsiteY1" fmla="*/ 116344 h 1011514"/>
                <a:gd name="connsiteX2" fmla="*/ 0 w 1115576"/>
                <a:gd name="connsiteY2" fmla="*/ 275449 h 1011514"/>
                <a:gd name="connsiteX0" fmla="*/ 0 w 1115576"/>
                <a:gd name="connsiteY0" fmla="*/ 274111 h 1010176"/>
                <a:gd name="connsiteX1" fmla="*/ 1115576 w 1115576"/>
                <a:gd name="connsiteY1" fmla="*/ 115006 h 1010176"/>
                <a:gd name="connsiteX2" fmla="*/ 0 w 1115576"/>
                <a:gd name="connsiteY2" fmla="*/ 274111 h 1010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5576" h="1010176">
                  <a:moveTo>
                    <a:pt x="0" y="274111"/>
                  </a:moveTo>
                  <a:cubicBezTo>
                    <a:pt x="475462" y="490816"/>
                    <a:pt x="533927" y="-281136"/>
                    <a:pt x="1115576" y="115006"/>
                  </a:cubicBezTo>
                  <a:cubicBezTo>
                    <a:pt x="825458" y="1615105"/>
                    <a:pt x="176555" y="916388"/>
                    <a:pt x="0" y="274111"/>
                  </a:cubicBezTo>
                  <a:close/>
                </a:path>
              </a:pathLst>
            </a:custGeom>
            <a:solidFill>
              <a:srgbClr val="FEB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AC555358-3476-4007-85B2-4A4DFD2CEB40}"/>
                </a:ext>
              </a:extLst>
            </p:cNvPr>
            <p:cNvSpPr/>
            <p:nvPr/>
          </p:nvSpPr>
          <p:spPr>
            <a:xfrm>
              <a:off x="4813764" y="4425047"/>
              <a:ext cx="908050" cy="2217775"/>
            </a:xfrm>
            <a:custGeom>
              <a:avLst/>
              <a:gdLst>
                <a:gd name="connsiteX0" fmla="*/ 0 w 838200"/>
                <a:gd name="connsiteY0" fmla="*/ 0 h 281940"/>
                <a:gd name="connsiteX1" fmla="*/ 838200 w 838200"/>
                <a:gd name="connsiteY1" fmla="*/ 0 h 281940"/>
                <a:gd name="connsiteX2" fmla="*/ 838200 w 838200"/>
                <a:gd name="connsiteY2" fmla="*/ 281940 h 281940"/>
                <a:gd name="connsiteX3" fmla="*/ 0 w 838200"/>
                <a:gd name="connsiteY3" fmla="*/ 281940 h 281940"/>
                <a:gd name="connsiteX4" fmla="*/ 0 w 838200"/>
                <a:gd name="connsiteY4" fmla="*/ 0 h 281940"/>
                <a:gd name="connsiteX0" fmla="*/ 0 w 838200"/>
                <a:gd name="connsiteY0" fmla="*/ 0 h 960120"/>
                <a:gd name="connsiteX1" fmla="*/ 838200 w 838200"/>
                <a:gd name="connsiteY1" fmla="*/ 0 h 960120"/>
                <a:gd name="connsiteX2" fmla="*/ 495300 w 838200"/>
                <a:gd name="connsiteY2" fmla="*/ 960120 h 960120"/>
                <a:gd name="connsiteX3" fmla="*/ 0 w 838200"/>
                <a:gd name="connsiteY3" fmla="*/ 281940 h 960120"/>
                <a:gd name="connsiteX4" fmla="*/ 0 w 838200"/>
                <a:gd name="connsiteY4" fmla="*/ 0 h 960120"/>
                <a:gd name="connsiteX0" fmla="*/ 0 w 838200"/>
                <a:gd name="connsiteY0" fmla="*/ 0 h 2065020"/>
                <a:gd name="connsiteX1" fmla="*/ 838200 w 838200"/>
                <a:gd name="connsiteY1" fmla="*/ 0 h 2065020"/>
                <a:gd name="connsiteX2" fmla="*/ 495300 w 838200"/>
                <a:gd name="connsiteY2" fmla="*/ 960120 h 2065020"/>
                <a:gd name="connsiteX3" fmla="*/ 449580 w 838200"/>
                <a:gd name="connsiteY3" fmla="*/ 2065020 h 2065020"/>
                <a:gd name="connsiteX4" fmla="*/ 0 w 838200"/>
                <a:gd name="connsiteY4" fmla="*/ 0 h 2065020"/>
                <a:gd name="connsiteX0" fmla="*/ 0 w 838200"/>
                <a:gd name="connsiteY0" fmla="*/ 0 h 2217420"/>
                <a:gd name="connsiteX1" fmla="*/ 838200 w 838200"/>
                <a:gd name="connsiteY1" fmla="*/ 0 h 2217420"/>
                <a:gd name="connsiteX2" fmla="*/ 495300 w 838200"/>
                <a:gd name="connsiteY2" fmla="*/ 960120 h 2217420"/>
                <a:gd name="connsiteX3" fmla="*/ 554355 w 838200"/>
                <a:gd name="connsiteY3" fmla="*/ 2217420 h 2217420"/>
                <a:gd name="connsiteX4" fmla="*/ 0 w 838200"/>
                <a:gd name="connsiteY4" fmla="*/ 0 h 2217420"/>
                <a:gd name="connsiteX0" fmla="*/ 0 w 908050"/>
                <a:gd name="connsiteY0" fmla="*/ 254000 h 2217420"/>
                <a:gd name="connsiteX1" fmla="*/ 908050 w 908050"/>
                <a:gd name="connsiteY1" fmla="*/ 0 h 2217420"/>
                <a:gd name="connsiteX2" fmla="*/ 565150 w 908050"/>
                <a:gd name="connsiteY2" fmla="*/ 960120 h 2217420"/>
                <a:gd name="connsiteX3" fmla="*/ 624205 w 908050"/>
                <a:gd name="connsiteY3" fmla="*/ 2217420 h 2217420"/>
                <a:gd name="connsiteX4" fmla="*/ 0 w 908050"/>
                <a:gd name="connsiteY4" fmla="*/ 254000 h 2217420"/>
                <a:gd name="connsiteX0" fmla="*/ 0 w 908050"/>
                <a:gd name="connsiteY0" fmla="*/ 254000 h 2217455"/>
                <a:gd name="connsiteX1" fmla="*/ 908050 w 908050"/>
                <a:gd name="connsiteY1" fmla="*/ 0 h 2217455"/>
                <a:gd name="connsiteX2" fmla="*/ 565150 w 908050"/>
                <a:gd name="connsiteY2" fmla="*/ 960120 h 2217455"/>
                <a:gd name="connsiteX3" fmla="*/ 624205 w 908050"/>
                <a:gd name="connsiteY3" fmla="*/ 2217420 h 2217455"/>
                <a:gd name="connsiteX4" fmla="*/ 0 w 908050"/>
                <a:gd name="connsiteY4" fmla="*/ 254000 h 2217455"/>
                <a:gd name="connsiteX0" fmla="*/ 0 w 908050"/>
                <a:gd name="connsiteY0" fmla="*/ 254000 h 2217455"/>
                <a:gd name="connsiteX1" fmla="*/ 908050 w 908050"/>
                <a:gd name="connsiteY1" fmla="*/ 0 h 2217455"/>
                <a:gd name="connsiteX2" fmla="*/ 565150 w 908050"/>
                <a:gd name="connsiteY2" fmla="*/ 960120 h 2217455"/>
                <a:gd name="connsiteX3" fmla="*/ 624205 w 908050"/>
                <a:gd name="connsiteY3" fmla="*/ 2217420 h 2217455"/>
                <a:gd name="connsiteX4" fmla="*/ 0 w 908050"/>
                <a:gd name="connsiteY4" fmla="*/ 254000 h 2217455"/>
                <a:gd name="connsiteX0" fmla="*/ 0 w 908050"/>
                <a:gd name="connsiteY0" fmla="*/ 254000 h 2217455"/>
                <a:gd name="connsiteX1" fmla="*/ 908050 w 908050"/>
                <a:gd name="connsiteY1" fmla="*/ 0 h 2217455"/>
                <a:gd name="connsiteX2" fmla="*/ 565150 w 908050"/>
                <a:gd name="connsiteY2" fmla="*/ 960120 h 2217455"/>
                <a:gd name="connsiteX3" fmla="*/ 624205 w 908050"/>
                <a:gd name="connsiteY3" fmla="*/ 2217420 h 2217455"/>
                <a:gd name="connsiteX4" fmla="*/ 0 w 908050"/>
                <a:gd name="connsiteY4" fmla="*/ 254000 h 2217455"/>
                <a:gd name="connsiteX0" fmla="*/ 0 w 908050"/>
                <a:gd name="connsiteY0" fmla="*/ 254000 h 2217420"/>
                <a:gd name="connsiteX1" fmla="*/ 908050 w 908050"/>
                <a:gd name="connsiteY1" fmla="*/ 0 h 2217420"/>
                <a:gd name="connsiteX2" fmla="*/ 565150 w 908050"/>
                <a:gd name="connsiteY2" fmla="*/ 960120 h 2217420"/>
                <a:gd name="connsiteX3" fmla="*/ 624205 w 908050"/>
                <a:gd name="connsiteY3" fmla="*/ 2217420 h 2217420"/>
                <a:gd name="connsiteX4" fmla="*/ 0 w 908050"/>
                <a:gd name="connsiteY4" fmla="*/ 254000 h 2217420"/>
                <a:gd name="connsiteX0" fmla="*/ 0 w 908050"/>
                <a:gd name="connsiteY0" fmla="*/ 254000 h 2217504"/>
                <a:gd name="connsiteX1" fmla="*/ 908050 w 908050"/>
                <a:gd name="connsiteY1" fmla="*/ 0 h 2217504"/>
                <a:gd name="connsiteX2" fmla="*/ 565150 w 908050"/>
                <a:gd name="connsiteY2" fmla="*/ 960120 h 2217504"/>
                <a:gd name="connsiteX3" fmla="*/ 624205 w 908050"/>
                <a:gd name="connsiteY3" fmla="*/ 2217420 h 2217504"/>
                <a:gd name="connsiteX4" fmla="*/ 0 w 908050"/>
                <a:gd name="connsiteY4" fmla="*/ 254000 h 2217504"/>
                <a:gd name="connsiteX0" fmla="*/ 0 w 908050"/>
                <a:gd name="connsiteY0" fmla="*/ 254000 h 2217750"/>
                <a:gd name="connsiteX1" fmla="*/ 908050 w 908050"/>
                <a:gd name="connsiteY1" fmla="*/ 0 h 2217750"/>
                <a:gd name="connsiteX2" fmla="*/ 565150 w 908050"/>
                <a:gd name="connsiteY2" fmla="*/ 960120 h 2217750"/>
                <a:gd name="connsiteX3" fmla="*/ 624205 w 908050"/>
                <a:gd name="connsiteY3" fmla="*/ 2217420 h 2217750"/>
                <a:gd name="connsiteX4" fmla="*/ 0 w 908050"/>
                <a:gd name="connsiteY4" fmla="*/ 254000 h 2217750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8050" h="2217775">
                  <a:moveTo>
                    <a:pt x="0" y="254000"/>
                  </a:moveTo>
                  <a:lnTo>
                    <a:pt x="908050" y="0"/>
                  </a:lnTo>
                  <a:cubicBezTo>
                    <a:pt x="793750" y="320040"/>
                    <a:pt x="895350" y="201930"/>
                    <a:pt x="565150" y="960120"/>
                  </a:cubicBezTo>
                  <a:cubicBezTo>
                    <a:pt x="641985" y="1880870"/>
                    <a:pt x="807720" y="2204720"/>
                    <a:pt x="624205" y="2217420"/>
                  </a:cubicBezTo>
                  <a:cubicBezTo>
                    <a:pt x="435187" y="2229697"/>
                    <a:pt x="500168" y="1930823"/>
                    <a:pt x="0" y="254000"/>
                  </a:cubicBezTo>
                  <a:close/>
                </a:path>
              </a:pathLst>
            </a:custGeom>
            <a:solidFill>
              <a:srgbClr val="FEB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3CAB6243-3582-4C0A-BD60-DE1A5D3EEDA0}"/>
                </a:ext>
              </a:extLst>
            </p:cNvPr>
            <p:cNvSpPr/>
            <p:nvPr/>
          </p:nvSpPr>
          <p:spPr>
            <a:xfrm>
              <a:off x="6600485" y="4127866"/>
              <a:ext cx="596900" cy="2514600"/>
            </a:xfrm>
            <a:custGeom>
              <a:avLst/>
              <a:gdLst>
                <a:gd name="connsiteX0" fmla="*/ 0 w 838200"/>
                <a:gd name="connsiteY0" fmla="*/ 0 h 281940"/>
                <a:gd name="connsiteX1" fmla="*/ 838200 w 838200"/>
                <a:gd name="connsiteY1" fmla="*/ 0 h 281940"/>
                <a:gd name="connsiteX2" fmla="*/ 838200 w 838200"/>
                <a:gd name="connsiteY2" fmla="*/ 281940 h 281940"/>
                <a:gd name="connsiteX3" fmla="*/ 0 w 838200"/>
                <a:gd name="connsiteY3" fmla="*/ 281940 h 281940"/>
                <a:gd name="connsiteX4" fmla="*/ 0 w 838200"/>
                <a:gd name="connsiteY4" fmla="*/ 0 h 281940"/>
                <a:gd name="connsiteX0" fmla="*/ 0 w 838200"/>
                <a:gd name="connsiteY0" fmla="*/ 0 h 960120"/>
                <a:gd name="connsiteX1" fmla="*/ 838200 w 838200"/>
                <a:gd name="connsiteY1" fmla="*/ 0 h 960120"/>
                <a:gd name="connsiteX2" fmla="*/ 495300 w 838200"/>
                <a:gd name="connsiteY2" fmla="*/ 960120 h 960120"/>
                <a:gd name="connsiteX3" fmla="*/ 0 w 838200"/>
                <a:gd name="connsiteY3" fmla="*/ 281940 h 960120"/>
                <a:gd name="connsiteX4" fmla="*/ 0 w 838200"/>
                <a:gd name="connsiteY4" fmla="*/ 0 h 960120"/>
                <a:gd name="connsiteX0" fmla="*/ 0 w 838200"/>
                <a:gd name="connsiteY0" fmla="*/ 0 h 2065020"/>
                <a:gd name="connsiteX1" fmla="*/ 838200 w 838200"/>
                <a:gd name="connsiteY1" fmla="*/ 0 h 2065020"/>
                <a:gd name="connsiteX2" fmla="*/ 495300 w 838200"/>
                <a:gd name="connsiteY2" fmla="*/ 960120 h 2065020"/>
                <a:gd name="connsiteX3" fmla="*/ 449580 w 838200"/>
                <a:gd name="connsiteY3" fmla="*/ 2065020 h 2065020"/>
                <a:gd name="connsiteX4" fmla="*/ 0 w 838200"/>
                <a:gd name="connsiteY4" fmla="*/ 0 h 2065020"/>
                <a:gd name="connsiteX0" fmla="*/ 0 w 838200"/>
                <a:gd name="connsiteY0" fmla="*/ 0 h 2217420"/>
                <a:gd name="connsiteX1" fmla="*/ 838200 w 838200"/>
                <a:gd name="connsiteY1" fmla="*/ 0 h 2217420"/>
                <a:gd name="connsiteX2" fmla="*/ 495300 w 838200"/>
                <a:gd name="connsiteY2" fmla="*/ 960120 h 2217420"/>
                <a:gd name="connsiteX3" fmla="*/ 554355 w 838200"/>
                <a:gd name="connsiteY3" fmla="*/ 2217420 h 2217420"/>
                <a:gd name="connsiteX4" fmla="*/ 0 w 838200"/>
                <a:gd name="connsiteY4" fmla="*/ 0 h 2217420"/>
                <a:gd name="connsiteX0" fmla="*/ 0 w 908050"/>
                <a:gd name="connsiteY0" fmla="*/ 254000 h 2217420"/>
                <a:gd name="connsiteX1" fmla="*/ 908050 w 908050"/>
                <a:gd name="connsiteY1" fmla="*/ 0 h 2217420"/>
                <a:gd name="connsiteX2" fmla="*/ 565150 w 908050"/>
                <a:gd name="connsiteY2" fmla="*/ 960120 h 2217420"/>
                <a:gd name="connsiteX3" fmla="*/ 624205 w 908050"/>
                <a:gd name="connsiteY3" fmla="*/ 2217420 h 2217420"/>
                <a:gd name="connsiteX4" fmla="*/ 0 w 908050"/>
                <a:gd name="connsiteY4" fmla="*/ 254000 h 2217420"/>
                <a:gd name="connsiteX0" fmla="*/ 0 w 908050"/>
                <a:gd name="connsiteY0" fmla="*/ 254000 h 2217455"/>
                <a:gd name="connsiteX1" fmla="*/ 908050 w 908050"/>
                <a:gd name="connsiteY1" fmla="*/ 0 h 2217455"/>
                <a:gd name="connsiteX2" fmla="*/ 565150 w 908050"/>
                <a:gd name="connsiteY2" fmla="*/ 960120 h 2217455"/>
                <a:gd name="connsiteX3" fmla="*/ 624205 w 908050"/>
                <a:gd name="connsiteY3" fmla="*/ 2217420 h 2217455"/>
                <a:gd name="connsiteX4" fmla="*/ 0 w 908050"/>
                <a:gd name="connsiteY4" fmla="*/ 254000 h 2217455"/>
                <a:gd name="connsiteX0" fmla="*/ 0 w 908050"/>
                <a:gd name="connsiteY0" fmla="*/ 254000 h 2217455"/>
                <a:gd name="connsiteX1" fmla="*/ 908050 w 908050"/>
                <a:gd name="connsiteY1" fmla="*/ 0 h 2217455"/>
                <a:gd name="connsiteX2" fmla="*/ 565150 w 908050"/>
                <a:gd name="connsiteY2" fmla="*/ 960120 h 2217455"/>
                <a:gd name="connsiteX3" fmla="*/ 624205 w 908050"/>
                <a:gd name="connsiteY3" fmla="*/ 2217420 h 2217455"/>
                <a:gd name="connsiteX4" fmla="*/ 0 w 908050"/>
                <a:gd name="connsiteY4" fmla="*/ 254000 h 2217455"/>
                <a:gd name="connsiteX0" fmla="*/ 0 w 908050"/>
                <a:gd name="connsiteY0" fmla="*/ 254000 h 2217455"/>
                <a:gd name="connsiteX1" fmla="*/ 908050 w 908050"/>
                <a:gd name="connsiteY1" fmla="*/ 0 h 2217455"/>
                <a:gd name="connsiteX2" fmla="*/ 565150 w 908050"/>
                <a:gd name="connsiteY2" fmla="*/ 960120 h 2217455"/>
                <a:gd name="connsiteX3" fmla="*/ 624205 w 908050"/>
                <a:gd name="connsiteY3" fmla="*/ 2217420 h 2217455"/>
                <a:gd name="connsiteX4" fmla="*/ 0 w 908050"/>
                <a:gd name="connsiteY4" fmla="*/ 254000 h 2217455"/>
                <a:gd name="connsiteX0" fmla="*/ 0 w 908050"/>
                <a:gd name="connsiteY0" fmla="*/ 254000 h 2217420"/>
                <a:gd name="connsiteX1" fmla="*/ 908050 w 908050"/>
                <a:gd name="connsiteY1" fmla="*/ 0 h 2217420"/>
                <a:gd name="connsiteX2" fmla="*/ 565150 w 908050"/>
                <a:gd name="connsiteY2" fmla="*/ 960120 h 2217420"/>
                <a:gd name="connsiteX3" fmla="*/ 624205 w 908050"/>
                <a:gd name="connsiteY3" fmla="*/ 2217420 h 2217420"/>
                <a:gd name="connsiteX4" fmla="*/ 0 w 908050"/>
                <a:gd name="connsiteY4" fmla="*/ 254000 h 2217420"/>
                <a:gd name="connsiteX0" fmla="*/ 0 w 908050"/>
                <a:gd name="connsiteY0" fmla="*/ 254000 h 2217504"/>
                <a:gd name="connsiteX1" fmla="*/ 908050 w 908050"/>
                <a:gd name="connsiteY1" fmla="*/ 0 h 2217504"/>
                <a:gd name="connsiteX2" fmla="*/ 565150 w 908050"/>
                <a:gd name="connsiteY2" fmla="*/ 960120 h 2217504"/>
                <a:gd name="connsiteX3" fmla="*/ 624205 w 908050"/>
                <a:gd name="connsiteY3" fmla="*/ 2217420 h 2217504"/>
                <a:gd name="connsiteX4" fmla="*/ 0 w 908050"/>
                <a:gd name="connsiteY4" fmla="*/ 254000 h 2217504"/>
                <a:gd name="connsiteX0" fmla="*/ 0 w 908050"/>
                <a:gd name="connsiteY0" fmla="*/ 254000 h 2217750"/>
                <a:gd name="connsiteX1" fmla="*/ 908050 w 908050"/>
                <a:gd name="connsiteY1" fmla="*/ 0 h 2217750"/>
                <a:gd name="connsiteX2" fmla="*/ 565150 w 908050"/>
                <a:gd name="connsiteY2" fmla="*/ 960120 h 2217750"/>
                <a:gd name="connsiteX3" fmla="*/ 624205 w 908050"/>
                <a:gd name="connsiteY3" fmla="*/ 2217420 h 2217750"/>
                <a:gd name="connsiteX4" fmla="*/ 0 w 908050"/>
                <a:gd name="connsiteY4" fmla="*/ 254000 h 2217750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908050"/>
                <a:gd name="connsiteY0" fmla="*/ 254000 h 2217775"/>
                <a:gd name="connsiteX1" fmla="*/ 908050 w 908050"/>
                <a:gd name="connsiteY1" fmla="*/ 0 h 2217775"/>
                <a:gd name="connsiteX2" fmla="*/ 565150 w 908050"/>
                <a:gd name="connsiteY2" fmla="*/ 960120 h 2217775"/>
                <a:gd name="connsiteX3" fmla="*/ 624205 w 908050"/>
                <a:gd name="connsiteY3" fmla="*/ 2217420 h 2217775"/>
                <a:gd name="connsiteX4" fmla="*/ 0 w 908050"/>
                <a:gd name="connsiteY4" fmla="*/ 254000 h 2217775"/>
                <a:gd name="connsiteX0" fmla="*/ 0 w 707532"/>
                <a:gd name="connsiteY0" fmla="*/ 0 h 1963775"/>
                <a:gd name="connsiteX1" fmla="*/ 565150 w 707532"/>
                <a:gd name="connsiteY1" fmla="*/ 706120 h 1963775"/>
                <a:gd name="connsiteX2" fmla="*/ 624205 w 707532"/>
                <a:gd name="connsiteY2" fmla="*/ 1963420 h 1963775"/>
                <a:gd name="connsiteX3" fmla="*/ 0 w 707532"/>
                <a:gd name="connsiteY3" fmla="*/ 0 h 1963775"/>
                <a:gd name="connsiteX0" fmla="*/ 0 w 810805"/>
                <a:gd name="connsiteY0" fmla="*/ 551180 h 2514955"/>
                <a:gd name="connsiteX1" fmla="*/ 774700 w 810805"/>
                <a:gd name="connsiteY1" fmla="*/ 0 h 2514955"/>
                <a:gd name="connsiteX2" fmla="*/ 624205 w 810805"/>
                <a:gd name="connsiteY2" fmla="*/ 2514600 h 2514955"/>
                <a:gd name="connsiteX3" fmla="*/ 0 w 810805"/>
                <a:gd name="connsiteY3" fmla="*/ 551180 h 2514955"/>
                <a:gd name="connsiteX0" fmla="*/ 0 w 633005"/>
                <a:gd name="connsiteY0" fmla="*/ 271780 h 2514790"/>
                <a:gd name="connsiteX1" fmla="*/ 596900 w 633005"/>
                <a:gd name="connsiteY1" fmla="*/ 0 h 2514790"/>
                <a:gd name="connsiteX2" fmla="*/ 446405 w 633005"/>
                <a:gd name="connsiteY2" fmla="*/ 2514600 h 2514790"/>
                <a:gd name="connsiteX3" fmla="*/ 0 w 633005"/>
                <a:gd name="connsiteY3" fmla="*/ 271780 h 2514790"/>
                <a:gd name="connsiteX0" fmla="*/ 0 w 633005"/>
                <a:gd name="connsiteY0" fmla="*/ 271780 h 2514600"/>
                <a:gd name="connsiteX1" fmla="*/ 596900 w 633005"/>
                <a:gd name="connsiteY1" fmla="*/ 0 h 2514600"/>
                <a:gd name="connsiteX2" fmla="*/ 446405 w 633005"/>
                <a:gd name="connsiteY2" fmla="*/ 2514600 h 2514600"/>
                <a:gd name="connsiteX3" fmla="*/ 0 w 633005"/>
                <a:gd name="connsiteY3" fmla="*/ 271780 h 2514600"/>
                <a:gd name="connsiteX0" fmla="*/ 0 w 624464"/>
                <a:gd name="connsiteY0" fmla="*/ 271780 h 2514618"/>
                <a:gd name="connsiteX1" fmla="*/ 596900 w 624464"/>
                <a:gd name="connsiteY1" fmla="*/ 0 h 2514618"/>
                <a:gd name="connsiteX2" fmla="*/ 446405 w 624464"/>
                <a:gd name="connsiteY2" fmla="*/ 2514600 h 2514618"/>
                <a:gd name="connsiteX3" fmla="*/ 0 w 624464"/>
                <a:gd name="connsiteY3" fmla="*/ 271780 h 2514618"/>
                <a:gd name="connsiteX0" fmla="*/ 0 w 596900"/>
                <a:gd name="connsiteY0" fmla="*/ 271780 h 2514643"/>
                <a:gd name="connsiteX1" fmla="*/ 596900 w 596900"/>
                <a:gd name="connsiteY1" fmla="*/ 0 h 2514643"/>
                <a:gd name="connsiteX2" fmla="*/ 446405 w 596900"/>
                <a:gd name="connsiteY2" fmla="*/ 2514600 h 2514643"/>
                <a:gd name="connsiteX3" fmla="*/ 0 w 596900"/>
                <a:gd name="connsiteY3" fmla="*/ 271780 h 2514643"/>
                <a:gd name="connsiteX0" fmla="*/ 0 w 596900"/>
                <a:gd name="connsiteY0" fmla="*/ 271780 h 2514643"/>
                <a:gd name="connsiteX1" fmla="*/ 596900 w 596900"/>
                <a:gd name="connsiteY1" fmla="*/ 0 h 2514643"/>
                <a:gd name="connsiteX2" fmla="*/ 446405 w 596900"/>
                <a:gd name="connsiteY2" fmla="*/ 2514600 h 2514643"/>
                <a:gd name="connsiteX3" fmla="*/ 0 w 596900"/>
                <a:gd name="connsiteY3" fmla="*/ 271780 h 2514643"/>
                <a:gd name="connsiteX0" fmla="*/ 0 w 596900"/>
                <a:gd name="connsiteY0" fmla="*/ 271780 h 2514600"/>
                <a:gd name="connsiteX1" fmla="*/ 596900 w 596900"/>
                <a:gd name="connsiteY1" fmla="*/ 0 h 2514600"/>
                <a:gd name="connsiteX2" fmla="*/ 446405 w 596900"/>
                <a:gd name="connsiteY2" fmla="*/ 2514600 h 2514600"/>
                <a:gd name="connsiteX3" fmla="*/ 0 w 596900"/>
                <a:gd name="connsiteY3" fmla="*/ 271780 h 2514600"/>
                <a:gd name="connsiteX0" fmla="*/ 0 w 596900"/>
                <a:gd name="connsiteY0" fmla="*/ 271780 h 2514600"/>
                <a:gd name="connsiteX1" fmla="*/ 596900 w 596900"/>
                <a:gd name="connsiteY1" fmla="*/ 0 h 2514600"/>
                <a:gd name="connsiteX2" fmla="*/ 446405 w 596900"/>
                <a:gd name="connsiteY2" fmla="*/ 2514600 h 2514600"/>
                <a:gd name="connsiteX3" fmla="*/ 0 w 596900"/>
                <a:gd name="connsiteY3" fmla="*/ 271780 h 2514600"/>
                <a:gd name="connsiteX0" fmla="*/ 0 w 596900"/>
                <a:gd name="connsiteY0" fmla="*/ 271780 h 2514600"/>
                <a:gd name="connsiteX1" fmla="*/ 596900 w 596900"/>
                <a:gd name="connsiteY1" fmla="*/ 0 h 2514600"/>
                <a:gd name="connsiteX2" fmla="*/ 446405 w 596900"/>
                <a:gd name="connsiteY2" fmla="*/ 2514600 h 2514600"/>
                <a:gd name="connsiteX3" fmla="*/ 0 w 596900"/>
                <a:gd name="connsiteY3" fmla="*/ 271780 h 2514600"/>
                <a:gd name="connsiteX0" fmla="*/ 0 w 596900"/>
                <a:gd name="connsiteY0" fmla="*/ 271780 h 2514600"/>
                <a:gd name="connsiteX1" fmla="*/ 596900 w 596900"/>
                <a:gd name="connsiteY1" fmla="*/ 0 h 2514600"/>
                <a:gd name="connsiteX2" fmla="*/ 446405 w 596900"/>
                <a:gd name="connsiteY2" fmla="*/ 2514600 h 2514600"/>
                <a:gd name="connsiteX3" fmla="*/ 0 w 596900"/>
                <a:gd name="connsiteY3" fmla="*/ 271780 h 251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900" h="2514600">
                  <a:moveTo>
                    <a:pt x="0" y="271780"/>
                  </a:moveTo>
                  <a:lnTo>
                    <a:pt x="596900" y="0"/>
                  </a:lnTo>
                  <a:cubicBezTo>
                    <a:pt x="534035" y="1835150"/>
                    <a:pt x="582295" y="2508250"/>
                    <a:pt x="446405" y="2514600"/>
                  </a:cubicBezTo>
                  <a:cubicBezTo>
                    <a:pt x="143087" y="2507827"/>
                    <a:pt x="500168" y="1948603"/>
                    <a:pt x="0" y="271780"/>
                  </a:cubicBezTo>
                  <a:close/>
                </a:path>
              </a:pathLst>
            </a:custGeom>
            <a:solidFill>
              <a:srgbClr val="FEB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2">
              <a:extLst>
                <a:ext uri="{FF2B5EF4-FFF2-40B4-BE49-F238E27FC236}">
                  <a16:creationId xmlns:a16="http://schemas.microsoft.com/office/drawing/2014/main" id="{C76B53EE-84DE-4479-A2DE-D689F25E74BD}"/>
                </a:ext>
              </a:extLst>
            </p:cNvPr>
            <p:cNvSpPr/>
            <p:nvPr/>
          </p:nvSpPr>
          <p:spPr>
            <a:xfrm>
              <a:off x="4962795" y="2086038"/>
              <a:ext cx="2498603" cy="2682838"/>
            </a:xfrm>
            <a:custGeom>
              <a:avLst/>
              <a:gdLst>
                <a:gd name="connsiteX0" fmla="*/ 0 w 516835"/>
                <a:gd name="connsiteY0" fmla="*/ 0 h 251792"/>
                <a:gd name="connsiteX1" fmla="*/ 516835 w 516835"/>
                <a:gd name="connsiteY1" fmla="*/ 0 h 251792"/>
                <a:gd name="connsiteX2" fmla="*/ 516835 w 516835"/>
                <a:gd name="connsiteY2" fmla="*/ 251792 h 251792"/>
                <a:gd name="connsiteX3" fmla="*/ 0 w 516835"/>
                <a:gd name="connsiteY3" fmla="*/ 251792 h 251792"/>
                <a:gd name="connsiteX4" fmla="*/ 0 w 516835"/>
                <a:gd name="connsiteY4" fmla="*/ 0 h 251792"/>
                <a:gd name="connsiteX0" fmla="*/ 1696279 w 2213114"/>
                <a:gd name="connsiteY0" fmla="*/ 0 h 2213113"/>
                <a:gd name="connsiteX1" fmla="*/ 2213114 w 2213114"/>
                <a:gd name="connsiteY1" fmla="*/ 0 h 2213113"/>
                <a:gd name="connsiteX2" fmla="*/ 2213114 w 2213114"/>
                <a:gd name="connsiteY2" fmla="*/ 251792 h 2213113"/>
                <a:gd name="connsiteX3" fmla="*/ 0 w 2213114"/>
                <a:gd name="connsiteY3" fmla="*/ 2213113 h 2213113"/>
                <a:gd name="connsiteX4" fmla="*/ 1696279 w 2213114"/>
                <a:gd name="connsiteY4" fmla="*/ 0 h 2213113"/>
                <a:gd name="connsiteX0" fmla="*/ 1696279 w 2213114"/>
                <a:gd name="connsiteY0" fmla="*/ 0 h 2438400"/>
                <a:gd name="connsiteX1" fmla="*/ 2213114 w 2213114"/>
                <a:gd name="connsiteY1" fmla="*/ 0 h 2438400"/>
                <a:gd name="connsiteX2" fmla="*/ 172279 w 2213114"/>
                <a:gd name="connsiteY2" fmla="*/ 2438400 h 2438400"/>
                <a:gd name="connsiteX3" fmla="*/ 0 w 2213114"/>
                <a:gd name="connsiteY3" fmla="*/ 2213113 h 2438400"/>
                <a:gd name="connsiteX4" fmla="*/ 1696279 w 2213114"/>
                <a:gd name="connsiteY4" fmla="*/ 0 h 2438400"/>
                <a:gd name="connsiteX0" fmla="*/ 1696279 w 2470983"/>
                <a:gd name="connsiteY0" fmla="*/ 0 h 2438400"/>
                <a:gd name="connsiteX1" fmla="*/ 2213114 w 2470983"/>
                <a:gd name="connsiteY1" fmla="*/ 0 h 2438400"/>
                <a:gd name="connsiteX2" fmla="*/ 172279 w 2470983"/>
                <a:gd name="connsiteY2" fmla="*/ 2438400 h 2438400"/>
                <a:gd name="connsiteX3" fmla="*/ 0 w 2470983"/>
                <a:gd name="connsiteY3" fmla="*/ 2213113 h 2438400"/>
                <a:gd name="connsiteX4" fmla="*/ 1696279 w 2470983"/>
                <a:gd name="connsiteY4" fmla="*/ 0 h 2438400"/>
                <a:gd name="connsiteX0" fmla="*/ 1696279 w 2470983"/>
                <a:gd name="connsiteY0" fmla="*/ 0 h 2372139"/>
                <a:gd name="connsiteX1" fmla="*/ 2213114 w 2470983"/>
                <a:gd name="connsiteY1" fmla="*/ 0 h 2372139"/>
                <a:gd name="connsiteX2" fmla="*/ 172279 w 2470983"/>
                <a:gd name="connsiteY2" fmla="*/ 2372139 h 2372139"/>
                <a:gd name="connsiteX3" fmla="*/ 0 w 2470983"/>
                <a:gd name="connsiteY3" fmla="*/ 2213113 h 2372139"/>
                <a:gd name="connsiteX4" fmla="*/ 1696279 w 2470983"/>
                <a:gd name="connsiteY4" fmla="*/ 0 h 2372139"/>
                <a:gd name="connsiteX0" fmla="*/ 1696279 w 2412367"/>
                <a:gd name="connsiteY0" fmla="*/ 0 h 2379041"/>
                <a:gd name="connsiteX1" fmla="*/ 2213114 w 2412367"/>
                <a:gd name="connsiteY1" fmla="*/ 0 h 2379041"/>
                <a:gd name="connsiteX2" fmla="*/ 172279 w 2412367"/>
                <a:gd name="connsiteY2" fmla="*/ 2372139 h 2379041"/>
                <a:gd name="connsiteX3" fmla="*/ 0 w 2412367"/>
                <a:gd name="connsiteY3" fmla="*/ 2213113 h 2379041"/>
                <a:gd name="connsiteX4" fmla="*/ 1696279 w 2412367"/>
                <a:gd name="connsiteY4" fmla="*/ 0 h 2379041"/>
                <a:gd name="connsiteX0" fmla="*/ 1696279 w 2498603"/>
                <a:gd name="connsiteY0" fmla="*/ 304800 h 2682838"/>
                <a:gd name="connsiteX1" fmla="*/ 2398644 w 2498603"/>
                <a:gd name="connsiteY1" fmla="*/ 0 h 2682838"/>
                <a:gd name="connsiteX2" fmla="*/ 172279 w 2498603"/>
                <a:gd name="connsiteY2" fmla="*/ 2676939 h 2682838"/>
                <a:gd name="connsiteX3" fmla="*/ 0 w 2498603"/>
                <a:gd name="connsiteY3" fmla="*/ 2517913 h 2682838"/>
                <a:gd name="connsiteX4" fmla="*/ 1696279 w 2498603"/>
                <a:gd name="connsiteY4" fmla="*/ 304800 h 2682838"/>
                <a:gd name="connsiteX0" fmla="*/ 1696279 w 2498603"/>
                <a:gd name="connsiteY0" fmla="*/ 304800 h 2682838"/>
                <a:gd name="connsiteX1" fmla="*/ 2398644 w 2498603"/>
                <a:gd name="connsiteY1" fmla="*/ 0 h 2682838"/>
                <a:gd name="connsiteX2" fmla="*/ 172279 w 2498603"/>
                <a:gd name="connsiteY2" fmla="*/ 2676939 h 2682838"/>
                <a:gd name="connsiteX3" fmla="*/ 0 w 2498603"/>
                <a:gd name="connsiteY3" fmla="*/ 2517913 h 2682838"/>
                <a:gd name="connsiteX4" fmla="*/ 1696279 w 2498603"/>
                <a:gd name="connsiteY4" fmla="*/ 304800 h 2682838"/>
                <a:gd name="connsiteX0" fmla="*/ 1643271 w 2498603"/>
                <a:gd name="connsiteY0" fmla="*/ 503582 h 2682838"/>
                <a:gd name="connsiteX1" fmla="*/ 2398644 w 2498603"/>
                <a:gd name="connsiteY1" fmla="*/ 0 h 2682838"/>
                <a:gd name="connsiteX2" fmla="*/ 172279 w 2498603"/>
                <a:gd name="connsiteY2" fmla="*/ 2676939 h 2682838"/>
                <a:gd name="connsiteX3" fmla="*/ 0 w 2498603"/>
                <a:gd name="connsiteY3" fmla="*/ 2517913 h 2682838"/>
                <a:gd name="connsiteX4" fmla="*/ 1643271 w 2498603"/>
                <a:gd name="connsiteY4" fmla="*/ 503582 h 2682838"/>
                <a:gd name="connsiteX0" fmla="*/ 1643271 w 2498603"/>
                <a:gd name="connsiteY0" fmla="*/ 503582 h 2682838"/>
                <a:gd name="connsiteX1" fmla="*/ 2398644 w 2498603"/>
                <a:gd name="connsiteY1" fmla="*/ 0 h 2682838"/>
                <a:gd name="connsiteX2" fmla="*/ 172279 w 2498603"/>
                <a:gd name="connsiteY2" fmla="*/ 2676939 h 2682838"/>
                <a:gd name="connsiteX3" fmla="*/ 0 w 2498603"/>
                <a:gd name="connsiteY3" fmla="*/ 2517913 h 2682838"/>
                <a:gd name="connsiteX4" fmla="*/ 1643271 w 2498603"/>
                <a:gd name="connsiteY4" fmla="*/ 503582 h 2682838"/>
                <a:gd name="connsiteX0" fmla="*/ 1603514 w 2498603"/>
                <a:gd name="connsiteY0" fmla="*/ 503582 h 2682838"/>
                <a:gd name="connsiteX1" fmla="*/ 2398644 w 2498603"/>
                <a:gd name="connsiteY1" fmla="*/ 0 h 2682838"/>
                <a:gd name="connsiteX2" fmla="*/ 172279 w 2498603"/>
                <a:gd name="connsiteY2" fmla="*/ 2676939 h 2682838"/>
                <a:gd name="connsiteX3" fmla="*/ 0 w 2498603"/>
                <a:gd name="connsiteY3" fmla="*/ 2517913 h 2682838"/>
                <a:gd name="connsiteX4" fmla="*/ 1603514 w 2498603"/>
                <a:gd name="connsiteY4" fmla="*/ 503582 h 2682838"/>
                <a:gd name="connsiteX0" fmla="*/ 1603514 w 2498603"/>
                <a:gd name="connsiteY0" fmla="*/ 503582 h 2682838"/>
                <a:gd name="connsiteX1" fmla="*/ 2398644 w 2498603"/>
                <a:gd name="connsiteY1" fmla="*/ 0 h 2682838"/>
                <a:gd name="connsiteX2" fmla="*/ 172279 w 2498603"/>
                <a:gd name="connsiteY2" fmla="*/ 2676939 h 2682838"/>
                <a:gd name="connsiteX3" fmla="*/ 0 w 2498603"/>
                <a:gd name="connsiteY3" fmla="*/ 2517913 h 2682838"/>
                <a:gd name="connsiteX4" fmla="*/ 1603514 w 2498603"/>
                <a:gd name="connsiteY4" fmla="*/ 503582 h 2682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8603" h="2682838">
                  <a:moveTo>
                    <a:pt x="1603514" y="503582"/>
                  </a:moveTo>
                  <a:lnTo>
                    <a:pt x="2398644" y="0"/>
                  </a:lnTo>
                  <a:cubicBezTo>
                    <a:pt x="1718366" y="812800"/>
                    <a:pt x="4086088" y="2805044"/>
                    <a:pt x="172279" y="2676939"/>
                  </a:cubicBezTo>
                  <a:lnTo>
                    <a:pt x="0" y="2517913"/>
                  </a:lnTo>
                  <a:cubicBezTo>
                    <a:pt x="565426" y="1780209"/>
                    <a:pt x="2363306" y="2433981"/>
                    <a:pt x="1603514" y="503582"/>
                  </a:cubicBezTo>
                  <a:close/>
                </a:path>
              </a:pathLst>
            </a:custGeom>
            <a:solidFill>
              <a:srgbClr val="FFF4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3">
              <a:extLst>
                <a:ext uri="{FF2B5EF4-FFF2-40B4-BE49-F238E27FC236}">
                  <a16:creationId xmlns:a16="http://schemas.microsoft.com/office/drawing/2014/main" id="{D5EF9AAE-C568-41E9-B199-810CA6FDCDCD}"/>
                </a:ext>
              </a:extLst>
            </p:cNvPr>
            <p:cNvSpPr/>
            <p:nvPr/>
          </p:nvSpPr>
          <p:spPr>
            <a:xfrm>
              <a:off x="4466908" y="2589622"/>
              <a:ext cx="2512583" cy="4068086"/>
            </a:xfrm>
            <a:custGeom>
              <a:avLst/>
              <a:gdLst>
                <a:gd name="connsiteX0" fmla="*/ 0 w 1431236"/>
                <a:gd name="connsiteY0" fmla="*/ 0 h 53009"/>
                <a:gd name="connsiteX1" fmla="*/ 1431236 w 1431236"/>
                <a:gd name="connsiteY1" fmla="*/ 0 h 53009"/>
                <a:gd name="connsiteX2" fmla="*/ 1431236 w 1431236"/>
                <a:gd name="connsiteY2" fmla="*/ 53009 h 53009"/>
                <a:gd name="connsiteX3" fmla="*/ 0 w 1431236"/>
                <a:gd name="connsiteY3" fmla="*/ 53009 h 53009"/>
                <a:gd name="connsiteX4" fmla="*/ 0 w 1431236"/>
                <a:gd name="connsiteY4" fmla="*/ 0 h 53009"/>
                <a:gd name="connsiteX0" fmla="*/ 0 w 1789044"/>
                <a:gd name="connsiteY0" fmla="*/ 1325217 h 1378226"/>
                <a:gd name="connsiteX1" fmla="*/ 1431236 w 1789044"/>
                <a:gd name="connsiteY1" fmla="*/ 1325217 h 1378226"/>
                <a:gd name="connsiteX2" fmla="*/ 1789044 w 1789044"/>
                <a:gd name="connsiteY2" fmla="*/ 0 h 1378226"/>
                <a:gd name="connsiteX3" fmla="*/ 0 w 1789044"/>
                <a:gd name="connsiteY3" fmla="*/ 1378226 h 1378226"/>
                <a:gd name="connsiteX4" fmla="*/ 0 w 1789044"/>
                <a:gd name="connsiteY4" fmla="*/ 1325217 h 1378226"/>
                <a:gd name="connsiteX0" fmla="*/ 0 w 1789044"/>
                <a:gd name="connsiteY0" fmla="*/ 1325217 h 1378226"/>
                <a:gd name="connsiteX1" fmla="*/ 1431236 w 1789044"/>
                <a:gd name="connsiteY1" fmla="*/ 1325217 h 1378226"/>
                <a:gd name="connsiteX2" fmla="*/ 1789044 w 1789044"/>
                <a:gd name="connsiteY2" fmla="*/ 0 h 1378226"/>
                <a:gd name="connsiteX3" fmla="*/ 0 w 1789044"/>
                <a:gd name="connsiteY3" fmla="*/ 1378226 h 1378226"/>
                <a:gd name="connsiteX4" fmla="*/ 0 w 1789044"/>
                <a:gd name="connsiteY4" fmla="*/ 1325217 h 1378226"/>
                <a:gd name="connsiteX0" fmla="*/ 0 w 1789044"/>
                <a:gd name="connsiteY0" fmla="*/ 1325217 h 1378226"/>
                <a:gd name="connsiteX1" fmla="*/ 1616766 w 1789044"/>
                <a:gd name="connsiteY1" fmla="*/ 79513 h 1378226"/>
                <a:gd name="connsiteX2" fmla="*/ 1789044 w 1789044"/>
                <a:gd name="connsiteY2" fmla="*/ 0 h 1378226"/>
                <a:gd name="connsiteX3" fmla="*/ 0 w 1789044"/>
                <a:gd name="connsiteY3" fmla="*/ 1378226 h 1378226"/>
                <a:gd name="connsiteX4" fmla="*/ 0 w 1789044"/>
                <a:gd name="connsiteY4" fmla="*/ 1325217 h 1378226"/>
                <a:gd name="connsiteX0" fmla="*/ 0 w 1802297"/>
                <a:gd name="connsiteY0" fmla="*/ 1325217 h 1378226"/>
                <a:gd name="connsiteX1" fmla="*/ 1616766 w 1802297"/>
                <a:gd name="connsiteY1" fmla="*/ 79513 h 1378226"/>
                <a:gd name="connsiteX2" fmla="*/ 1802297 w 1802297"/>
                <a:gd name="connsiteY2" fmla="*/ 0 h 1378226"/>
                <a:gd name="connsiteX3" fmla="*/ 0 w 1802297"/>
                <a:gd name="connsiteY3" fmla="*/ 1378226 h 1378226"/>
                <a:gd name="connsiteX4" fmla="*/ 0 w 1802297"/>
                <a:gd name="connsiteY4" fmla="*/ 1325217 h 1378226"/>
                <a:gd name="connsiteX0" fmla="*/ 0 w 2451654"/>
                <a:gd name="connsiteY0" fmla="*/ 1431234 h 1431234"/>
                <a:gd name="connsiteX1" fmla="*/ 2266123 w 2451654"/>
                <a:gd name="connsiteY1" fmla="*/ 79513 h 1431234"/>
                <a:gd name="connsiteX2" fmla="*/ 2451654 w 2451654"/>
                <a:gd name="connsiteY2" fmla="*/ 0 h 1431234"/>
                <a:gd name="connsiteX3" fmla="*/ 649357 w 2451654"/>
                <a:gd name="connsiteY3" fmla="*/ 1378226 h 1431234"/>
                <a:gd name="connsiteX4" fmla="*/ 0 w 2451654"/>
                <a:gd name="connsiteY4" fmla="*/ 1431234 h 1431234"/>
                <a:gd name="connsiteX0" fmla="*/ 0 w 2451654"/>
                <a:gd name="connsiteY0" fmla="*/ 1431234 h 2120348"/>
                <a:gd name="connsiteX1" fmla="*/ 2266123 w 2451654"/>
                <a:gd name="connsiteY1" fmla="*/ 79513 h 2120348"/>
                <a:gd name="connsiteX2" fmla="*/ 2451654 w 2451654"/>
                <a:gd name="connsiteY2" fmla="*/ 0 h 2120348"/>
                <a:gd name="connsiteX3" fmla="*/ 1020418 w 2451654"/>
                <a:gd name="connsiteY3" fmla="*/ 2120348 h 2120348"/>
                <a:gd name="connsiteX4" fmla="*/ 0 w 2451654"/>
                <a:gd name="connsiteY4" fmla="*/ 1431234 h 2120348"/>
                <a:gd name="connsiteX0" fmla="*/ 0 w 2067341"/>
                <a:gd name="connsiteY0" fmla="*/ 1073426 h 2120348"/>
                <a:gd name="connsiteX1" fmla="*/ 1881810 w 2067341"/>
                <a:gd name="connsiteY1" fmla="*/ 79513 h 2120348"/>
                <a:gd name="connsiteX2" fmla="*/ 2067341 w 2067341"/>
                <a:gd name="connsiteY2" fmla="*/ 0 h 2120348"/>
                <a:gd name="connsiteX3" fmla="*/ 636105 w 2067341"/>
                <a:gd name="connsiteY3" fmla="*/ 2120348 h 2120348"/>
                <a:gd name="connsiteX4" fmla="*/ 0 w 2067341"/>
                <a:gd name="connsiteY4" fmla="*/ 1073426 h 2120348"/>
                <a:gd name="connsiteX0" fmla="*/ 0 w 2067341"/>
                <a:gd name="connsiteY0" fmla="*/ 1073426 h 2120348"/>
                <a:gd name="connsiteX1" fmla="*/ 1881810 w 2067341"/>
                <a:gd name="connsiteY1" fmla="*/ 79513 h 2120348"/>
                <a:gd name="connsiteX2" fmla="*/ 2067341 w 2067341"/>
                <a:gd name="connsiteY2" fmla="*/ 0 h 2120348"/>
                <a:gd name="connsiteX3" fmla="*/ 636105 w 2067341"/>
                <a:gd name="connsiteY3" fmla="*/ 2120348 h 2120348"/>
                <a:gd name="connsiteX4" fmla="*/ 0 w 2067341"/>
                <a:gd name="connsiteY4" fmla="*/ 1073426 h 2120348"/>
                <a:gd name="connsiteX0" fmla="*/ 0 w 2067341"/>
                <a:gd name="connsiteY0" fmla="*/ 1073426 h 2120348"/>
                <a:gd name="connsiteX1" fmla="*/ 1881810 w 2067341"/>
                <a:gd name="connsiteY1" fmla="*/ 79513 h 2120348"/>
                <a:gd name="connsiteX2" fmla="*/ 2067341 w 2067341"/>
                <a:gd name="connsiteY2" fmla="*/ 0 h 2120348"/>
                <a:gd name="connsiteX3" fmla="*/ 636105 w 2067341"/>
                <a:gd name="connsiteY3" fmla="*/ 2120348 h 2120348"/>
                <a:gd name="connsiteX4" fmla="*/ 0 w 2067341"/>
                <a:gd name="connsiteY4" fmla="*/ 1073426 h 2120348"/>
                <a:gd name="connsiteX0" fmla="*/ 39755 w 2107096"/>
                <a:gd name="connsiteY0" fmla="*/ 1073426 h 2571022"/>
                <a:gd name="connsiteX1" fmla="*/ 1921565 w 2107096"/>
                <a:gd name="connsiteY1" fmla="*/ 79513 h 2571022"/>
                <a:gd name="connsiteX2" fmla="*/ 2107096 w 2107096"/>
                <a:gd name="connsiteY2" fmla="*/ 0 h 2571022"/>
                <a:gd name="connsiteX3" fmla="*/ 675860 w 2107096"/>
                <a:gd name="connsiteY3" fmla="*/ 2120348 h 2571022"/>
                <a:gd name="connsiteX4" fmla="*/ 0 w 2107096"/>
                <a:gd name="connsiteY4" fmla="*/ 2557669 h 2571022"/>
                <a:gd name="connsiteX5" fmla="*/ 39755 w 2107096"/>
                <a:gd name="connsiteY5" fmla="*/ 1073426 h 2571022"/>
                <a:gd name="connsiteX0" fmla="*/ 202042 w 2269383"/>
                <a:gd name="connsiteY0" fmla="*/ 1073426 h 2571022"/>
                <a:gd name="connsiteX1" fmla="*/ 2083852 w 2269383"/>
                <a:gd name="connsiteY1" fmla="*/ 79513 h 2571022"/>
                <a:gd name="connsiteX2" fmla="*/ 2269383 w 2269383"/>
                <a:gd name="connsiteY2" fmla="*/ 0 h 2571022"/>
                <a:gd name="connsiteX3" fmla="*/ 838147 w 2269383"/>
                <a:gd name="connsiteY3" fmla="*/ 2120348 h 2571022"/>
                <a:gd name="connsiteX4" fmla="*/ 162287 w 2269383"/>
                <a:gd name="connsiteY4" fmla="*/ 2557669 h 2571022"/>
                <a:gd name="connsiteX5" fmla="*/ 202042 w 2269383"/>
                <a:gd name="connsiteY5" fmla="*/ 1073426 h 2571022"/>
                <a:gd name="connsiteX0" fmla="*/ 219684 w 2287025"/>
                <a:gd name="connsiteY0" fmla="*/ 1073426 h 2571022"/>
                <a:gd name="connsiteX1" fmla="*/ 2101494 w 2287025"/>
                <a:gd name="connsiteY1" fmla="*/ 79513 h 2571022"/>
                <a:gd name="connsiteX2" fmla="*/ 2287025 w 2287025"/>
                <a:gd name="connsiteY2" fmla="*/ 0 h 2571022"/>
                <a:gd name="connsiteX3" fmla="*/ 855789 w 2287025"/>
                <a:gd name="connsiteY3" fmla="*/ 2120348 h 2571022"/>
                <a:gd name="connsiteX4" fmla="*/ 179929 w 2287025"/>
                <a:gd name="connsiteY4" fmla="*/ 2557669 h 2571022"/>
                <a:gd name="connsiteX5" fmla="*/ 219684 w 2287025"/>
                <a:gd name="connsiteY5" fmla="*/ 1073426 h 2571022"/>
                <a:gd name="connsiteX0" fmla="*/ 219684 w 2287025"/>
                <a:gd name="connsiteY0" fmla="*/ 1073426 h 2929688"/>
                <a:gd name="connsiteX1" fmla="*/ 2101494 w 2287025"/>
                <a:gd name="connsiteY1" fmla="*/ 79513 h 2929688"/>
                <a:gd name="connsiteX2" fmla="*/ 2287025 w 2287025"/>
                <a:gd name="connsiteY2" fmla="*/ 0 h 2929688"/>
                <a:gd name="connsiteX3" fmla="*/ 855789 w 2287025"/>
                <a:gd name="connsiteY3" fmla="*/ 2120348 h 2929688"/>
                <a:gd name="connsiteX4" fmla="*/ 47408 w 2287025"/>
                <a:gd name="connsiteY4" fmla="*/ 2915478 h 2929688"/>
                <a:gd name="connsiteX5" fmla="*/ 179929 w 2287025"/>
                <a:gd name="connsiteY5" fmla="*/ 2557669 h 2929688"/>
                <a:gd name="connsiteX6" fmla="*/ 219684 w 2287025"/>
                <a:gd name="connsiteY6" fmla="*/ 1073426 h 2929688"/>
                <a:gd name="connsiteX0" fmla="*/ 219684 w 2287025"/>
                <a:gd name="connsiteY0" fmla="*/ 1073426 h 4038645"/>
                <a:gd name="connsiteX1" fmla="*/ 2101494 w 2287025"/>
                <a:gd name="connsiteY1" fmla="*/ 79513 h 4038645"/>
                <a:gd name="connsiteX2" fmla="*/ 2287025 w 2287025"/>
                <a:gd name="connsiteY2" fmla="*/ 0 h 4038645"/>
                <a:gd name="connsiteX3" fmla="*/ 855789 w 2287025"/>
                <a:gd name="connsiteY3" fmla="*/ 2120348 h 4038645"/>
                <a:gd name="connsiteX4" fmla="*/ 391965 w 2287025"/>
                <a:gd name="connsiteY4" fmla="*/ 4028661 h 4038645"/>
                <a:gd name="connsiteX5" fmla="*/ 47408 w 2287025"/>
                <a:gd name="connsiteY5" fmla="*/ 2915478 h 4038645"/>
                <a:gd name="connsiteX6" fmla="*/ 179929 w 2287025"/>
                <a:gd name="connsiteY6" fmla="*/ 2557669 h 4038645"/>
                <a:gd name="connsiteX7" fmla="*/ 219684 w 2287025"/>
                <a:gd name="connsiteY7" fmla="*/ 1073426 h 4038645"/>
                <a:gd name="connsiteX0" fmla="*/ 219684 w 2287025"/>
                <a:gd name="connsiteY0" fmla="*/ 1073426 h 4028661"/>
                <a:gd name="connsiteX1" fmla="*/ 2101494 w 2287025"/>
                <a:gd name="connsiteY1" fmla="*/ 79513 h 4028661"/>
                <a:gd name="connsiteX2" fmla="*/ 2287025 w 2287025"/>
                <a:gd name="connsiteY2" fmla="*/ 0 h 4028661"/>
                <a:gd name="connsiteX3" fmla="*/ 855789 w 2287025"/>
                <a:gd name="connsiteY3" fmla="*/ 2120348 h 4028661"/>
                <a:gd name="connsiteX4" fmla="*/ 471478 w 2287025"/>
                <a:gd name="connsiteY4" fmla="*/ 2875722 h 4028661"/>
                <a:gd name="connsiteX5" fmla="*/ 391965 w 2287025"/>
                <a:gd name="connsiteY5" fmla="*/ 4028661 h 4028661"/>
                <a:gd name="connsiteX6" fmla="*/ 47408 w 2287025"/>
                <a:gd name="connsiteY6" fmla="*/ 2915478 h 4028661"/>
                <a:gd name="connsiteX7" fmla="*/ 179929 w 2287025"/>
                <a:gd name="connsiteY7" fmla="*/ 2557669 h 4028661"/>
                <a:gd name="connsiteX8" fmla="*/ 219684 w 2287025"/>
                <a:gd name="connsiteY8" fmla="*/ 1073426 h 4028661"/>
                <a:gd name="connsiteX0" fmla="*/ 219684 w 2287025"/>
                <a:gd name="connsiteY0" fmla="*/ 1073426 h 4028661"/>
                <a:gd name="connsiteX1" fmla="*/ 2101494 w 2287025"/>
                <a:gd name="connsiteY1" fmla="*/ 79513 h 4028661"/>
                <a:gd name="connsiteX2" fmla="*/ 2287025 w 2287025"/>
                <a:gd name="connsiteY2" fmla="*/ 0 h 4028661"/>
                <a:gd name="connsiteX3" fmla="*/ 855789 w 2287025"/>
                <a:gd name="connsiteY3" fmla="*/ 2120348 h 4028661"/>
                <a:gd name="connsiteX4" fmla="*/ 471478 w 2287025"/>
                <a:gd name="connsiteY4" fmla="*/ 2875722 h 4028661"/>
                <a:gd name="connsiteX5" fmla="*/ 391965 w 2287025"/>
                <a:gd name="connsiteY5" fmla="*/ 4028661 h 4028661"/>
                <a:gd name="connsiteX6" fmla="*/ 47408 w 2287025"/>
                <a:gd name="connsiteY6" fmla="*/ 2915478 h 4028661"/>
                <a:gd name="connsiteX7" fmla="*/ 179929 w 2287025"/>
                <a:gd name="connsiteY7" fmla="*/ 2557669 h 4028661"/>
                <a:gd name="connsiteX8" fmla="*/ 219684 w 2287025"/>
                <a:gd name="connsiteY8" fmla="*/ 1073426 h 4028661"/>
                <a:gd name="connsiteX0" fmla="*/ 219684 w 2287025"/>
                <a:gd name="connsiteY0" fmla="*/ 1073426 h 4028661"/>
                <a:gd name="connsiteX1" fmla="*/ 2101494 w 2287025"/>
                <a:gd name="connsiteY1" fmla="*/ 79513 h 4028661"/>
                <a:gd name="connsiteX2" fmla="*/ 2287025 w 2287025"/>
                <a:gd name="connsiteY2" fmla="*/ 0 h 4028661"/>
                <a:gd name="connsiteX3" fmla="*/ 855789 w 2287025"/>
                <a:gd name="connsiteY3" fmla="*/ 2120348 h 4028661"/>
                <a:gd name="connsiteX4" fmla="*/ 471478 w 2287025"/>
                <a:gd name="connsiteY4" fmla="*/ 2875722 h 4028661"/>
                <a:gd name="connsiteX5" fmla="*/ 391965 w 2287025"/>
                <a:gd name="connsiteY5" fmla="*/ 4028661 h 4028661"/>
                <a:gd name="connsiteX6" fmla="*/ 47408 w 2287025"/>
                <a:gd name="connsiteY6" fmla="*/ 2915478 h 4028661"/>
                <a:gd name="connsiteX7" fmla="*/ 179929 w 2287025"/>
                <a:gd name="connsiteY7" fmla="*/ 2557669 h 4028661"/>
                <a:gd name="connsiteX8" fmla="*/ 219684 w 2287025"/>
                <a:gd name="connsiteY8" fmla="*/ 1073426 h 4028661"/>
                <a:gd name="connsiteX0" fmla="*/ 230842 w 2298183"/>
                <a:gd name="connsiteY0" fmla="*/ 1073426 h 4028661"/>
                <a:gd name="connsiteX1" fmla="*/ 2112652 w 2298183"/>
                <a:gd name="connsiteY1" fmla="*/ 79513 h 4028661"/>
                <a:gd name="connsiteX2" fmla="*/ 2298183 w 2298183"/>
                <a:gd name="connsiteY2" fmla="*/ 0 h 4028661"/>
                <a:gd name="connsiteX3" fmla="*/ 866947 w 2298183"/>
                <a:gd name="connsiteY3" fmla="*/ 2120348 h 4028661"/>
                <a:gd name="connsiteX4" fmla="*/ 482636 w 2298183"/>
                <a:gd name="connsiteY4" fmla="*/ 2875722 h 4028661"/>
                <a:gd name="connsiteX5" fmla="*/ 403123 w 2298183"/>
                <a:gd name="connsiteY5" fmla="*/ 4028661 h 4028661"/>
                <a:gd name="connsiteX6" fmla="*/ 58566 w 2298183"/>
                <a:gd name="connsiteY6" fmla="*/ 2915478 h 4028661"/>
                <a:gd name="connsiteX7" fmla="*/ 152987 w 2298183"/>
                <a:gd name="connsiteY7" fmla="*/ 2490994 h 4028661"/>
                <a:gd name="connsiteX8" fmla="*/ 230842 w 2298183"/>
                <a:gd name="connsiteY8" fmla="*/ 1073426 h 4028661"/>
                <a:gd name="connsiteX0" fmla="*/ 230842 w 2298183"/>
                <a:gd name="connsiteY0" fmla="*/ 1073426 h 4028661"/>
                <a:gd name="connsiteX1" fmla="*/ 2112652 w 2298183"/>
                <a:gd name="connsiteY1" fmla="*/ 79513 h 4028661"/>
                <a:gd name="connsiteX2" fmla="*/ 2298183 w 2298183"/>
                <a:gd name="connsiteY2" fmla="*/ 0 h 4028661"/>
                <a:gd name="connsiteX3" fmla="*/ 866947 w 2298183"/>
                <a:gd name="connsiteY3" fmla="*/ 2120348 h 4028661"/>
                <a:gd name="connsiteX4" fmla="*/ 467396 w 2298183"/>
                <a:gd name="connsiteY4" fmla="*/ 2875722 h 4028661"/>
                <a:gd name="connsiteX5" fmla="*/ 403123 w 2298183"/>
                <a:gd name="connsiteY5" fmla="*/ 4028661 h 4028661"/>
                <a:gd name="connsiteX6" fmla="*/ 58566 w 2298183"/>
                <a:gd name="connsiteY6" fmla="*/ 2915478 h 4028661"/>
                <a:gd name="connsiteX7" fmla="*/ 152987 w 2298183"/>
                <a:gd name="connsiteY7" fmla="*/ 2490994 h 4028661"/>
                <a:gd name="connsiteX8" fmla="*/ 230842 w 2298183"/>
                <a:gd name="connsiteY8" fmla="*/ 1073426 h 40286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12034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12034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12034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12034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12034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12034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09748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866947 w 2298183"/>
                <a:gd name="connsiteY3" fmla="*/ 2097488 h 4066761"/>
                <a:gd name="connsiteX4" fmla="*/ 467396 w 2298183"/>
                <a:gd name="connsiteY4" fmla="*/ 2875722 h 4066761"/>
                <a:gd name="connsiteX5" fmla="*/ 403123 w 2298183"/>
                <a:gd name="connsiteY5" fmla="*/ 4066761 h 4066761"/>
                <a:gd name="connsiteX6" fmla="*/ 58566 w 2298183"/>
                <a:gd name="connsiteY6" fmla="*/ 2915478 h 4066761"/>
                <a:gd name="connsiteX7" fmla="*/ 152987 w 2298183"/>
                <a:gd name="connsiteY7" fmla="*/ 2490994 h 4066761"/>
                <a:gd name="connsiteX8" fmla="*/ 230842 w 2298183"/>
                <a:gd name="connsiteY8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1696866 w 2298183"/>
                <a:gd name="connsiteY3" fmla="*/ 2056406 h 4066761"/>
                <a:gd name="connsiteX4" fmla="*/ 866947 w 2298183"/>
                <a:gd name="connsiteY4" fmla="*/ 2097488 h 4066761"/>
                <a:gd name="connsiteX5" fmla="*/ 467396 w 2298183"/>
                <a:gd name="connsiteY5" fmla="*/ 2875722 h 4066761"/>
                <a:gd name="connsiteX6" fmla="*/ 403123 w 2298183"/>
                <a:gd name="connsiteY6" fmla="*/ 4066761 h 4066761"/>
                <a:gd name="connsiteX7" fmla="*/ 58566 w 2298183"/>
                <a:gd name="connsiteY7" fmla="*/ 2915478 h 4066761"/>
                <a:gd name="connsiteX8" fmla="*/ 152987 w 2298183"/>
                <a:gd name="connsiteY8" fmla="*/ 2490994 h 4066761"/>
                <a:gd name="connsiteX9" fmla="*/ 230842 w 2298183"/>
                <a:gd name="connsiteY9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1696866 w 2298183"/>
                <a:gd name="connsiteY3" fmla="*/ 2056406 h 4066761"/>
                <a:gd name="connsiteX4" fmla="*/ 866947 w 2298183"/>
                <a:gd name="connsiteY4" fmla="*/ 2097488 h 4066761"/>
                <a:gd name="connsiteX5" fmla="*/ 467396 w 2298183"/>
                <a:gd name="connsiteY5" fmla="*/ 2875722 h 4066761"/>
                <a:gd name="connsiteX6" fmla="*/ 403123 w 2298183"/>
                <a:gd name="connsiteY6" fmla="*/ 4066761 h 4066761"/>
                <a:gd name="connsiteX7" fmla="*/ 58566 w 2298183"/>
                <a:gd name="connsiteY7" fmla="*/ 2915478 h 4066761"/>
                <a:gd name="connsiteX8" fmla="*/ 152987 w 2298183"/>
                <a:gd name="connsiteY8" fmla="*/ 2490994 h 4066761"/>
                <a:gd name="connsiteX9" fmla="*/ 230842 w 2298183"/>
                <a:gd name="connsiteY9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1696866 w 2298183"/>
                <a:gd name="connsiteY3" fmla="*/ 2056406 h 4066761"/>
                <a:gd name="connsiteX4" fmla="*/ 866947 w 2298183"/>
                <a:gd name="connsiteY4" fmla="*/ 2097488 h 4066761"/>
                <a:gd name="connsiteX5" fmla="*/ 467396 w 2298183"/>
                <a:gd name="connsiteY5" fmla="*/ 2875722 h 4066761"/>
                <a:gd name="connsiteX6" fmla="*/ 403123 w 2298183"/>
                <a:gd name="connsiteY6" fmla="*/ 4066761 h 4066761"/>
                <a:gd name="connsiteX7" fmla="*/ 58566 w 2298183"/>
                <a:gd name="connsiteY7" fmla="*/ 2915478 h 4066761"/>
                <a:gd name="connsiteX8" fmla="*/ 152987 w 2298183"/>
                <a:gd name="connsiteY8" fmla="*/ 2490994 h 4066761"/>
                <a:gd name="connsiteX9" fmla="*/ 230842 w 2298183"/>
                <a:gd name="connsiteY9" fmla="*/ 1073426 h 4066761"/>
                <a:gd name="connsiteX0" fmla="*/ 230842 w 2298183"/>
                <a:gd name="connsiteY0" fmla="*/ 1073426 h 4066761"/>
                <a:gd name="connsiteX1" fmla="*/ 2112652 w 2298183"/>
                <a:gd name="connsiteY1" fmla="*/ 79513 h 4066761"/>
                <a:gd name="connsiteX2" fmla="*/ 2298183 w 2298183"/>
                <a:gd name="connsiteY2" fmla="*/ 0 h 4066761"/>
                <a:gd name="connsiteX3" fmla="*/ 1696866 w 2298183"/>
                <a:gd name="connsiteY3" fmla="*/ 2056406 h 4066761"/>
                <a:gd name="connsiteX4" fmla="*/ 866947 w 2298183"/>
                <a:gd name="connsiteY4" fmla="*/ 2097488 h 4066761"/>
                <a:gd name="connsiteX5" fmla="*/ 467396 w 2298183"/>
                <a:gd name="connsiteY5" fmla="*/ 2875722 h 4066761"/>
                <a:gd name="connsiteX6" fmla="*/ 403123 w 2298183"/>
                <a:gd name="connsiteY6" fmla="*/ 4066761 h 4066761"/>
                <a:gd name="connsiteX7" fmla="*/ 58566 w 2298183"/>
                <a:gd name="connsiteY7" fmla="*/ 2915478 h 4066761"/>
                <a:gd name="connsiteX8" fmla="*/ 152987 w 2298183"/>
                <a:gd name="connsiteY8" fmla="*/ 2490994 h 4066761"/>
                <a:gd name="connsiteX9" fmla="*/ 230842 w 2298183"/>
                <a:gd name="connsiteY9" fmla="*/ 1073426 h 4066761"/>
                <a:gd name="connsiteX0" fmla="*/ 230842 w 2298183"/>
                <a:gd name="connsiteY0" fmla="*/ 1073426 h 4101435"/>
                <a:gd name="connsiteX1" fmla="*/ 2112652 w 2298183"/>
                <a:gd name="connsiteY1" fmla="*/ 79513 h 4101435"/>
                <a:gd name="connsiteX2" fmla="*/ 2298183 w 2298183"/>
                <a:gd name="connsiteY2" fmla="*/ 0 h 4101435"/>
                <a:gd name="connsiteX3" fmla="*/ 2077866 w 2298183"/>
                <a:gd name="connsiteY3" fmla="*/ 4068086 h 4101435"/>
                <a:gd name="connsiteX4" fmla="*/ 1696866 w 2298183"/>
                <a:gd name="connsiteY4" fmla="*/ 2056406 h 4101435"/>
                <a:gd name="connsiteX5" fmla="*/ 866947 w 2298183"/>
                <a:gd name="connsiteY5" fmla="*/ 2097488 h 4101435"/>
                <a:gd name="connsiteX6" fmla="*/ 467396 w 2298183"/>
                <a:gd name="connsiteY6" fmla="*/ 2875722 h 4101435"/>
                <a:gd name="connsiteX7" fmla="*/ 403123 w 2298183"/>
                <a:gd name="connsiteY7" fmla="*/ 4066761 h 4101435"/>
                <a:gd name="connsiteX8" fmla="*/ 58566 w 2298183"/>
                <a:gd name="connsiteY8" fmla="*/ 2915478 h 4101435"/>
                <a:gd name="connsiteX9" fmla="*/ 152987 w 2298183"/>
                <a:gd name="connsiteY9" fmla="*/ 2490994 h 4101435"/>
                <a:gd name="connsiteX10" fmla="*/ 230842 w 2298183"/>
                <a:gd name="connsiteY10" fmla="*/ 1073426 h 4101435"/>
                <a:gd name="connsiteX0" fmla="*/ 230842 w 2299885"/>
                <a:gd name="connsiteY0" fmla="*/ 1073426 h 4068087"/>
                <a:gd name="connsiteX1" fmla="*/ 2112652 w 2299885"/>
                <a:gd name="connsiteY1" fmla="*/ 79513 h 4068087"/>
                <a:gd name="connsiteX2" fmla="*/ 2298183 w 2299885"/>
                <a:gd name="connsiteY2" fmla="*/ 0 h 4068087"/>
                <a:gd name="connsiteX3" fmla="*/ 2207406 w 2299885"/>
                <a:gd name="connsiteY3" fmla="*/ 2307866 h 4068087"/>
                <a:gd name="connsiteX4" fmla="*/ 2077866 w 2299885"/>
                <a:gd name="connsiteY4" fmla="*/ 4068086 h 4068087"/>
                <a:gd name="connsiteX5" fmla="*/ 1696866 w 2299885"/>
                <a:gd name="connsiteY5" fmla="*/ 2056406 h 4068087"/>
                <a:gd name="connsiteX6" fmla="*/ 866947 w 2299885"/>
                <a:gd name="connsiteY6" fmla="*/ 2097488 h 4068087"/>
                <a:gd name="connsiteX7" fmla="*/ 467396 w 2299885"/>
                <a:gd name="connsiteY7" fmla="*/ 2875722 h 4068087"/>
                <a:gd name="connsiteX8" fmla="*/ 403123 w 2299885"/>
                <a:gd name="connsiteY8" fmla="*/ 4066761 h 4068087"/>
                <a:gd name="connsiteX9" fmla="*/ 58566 w 2299885"/>
                <a:gd name="connsiteY9" fmla="*/ 2915478 h 4068087"/>
                <a:gd name="connsiteX10" fmla="*/ 152987 w 2299885"/>
                <a:gd name="connsiteY10" fmla="*/ 2490994 h 4068087"/>
                <a:gd name="connsiteX11" fmla="*/ 230842 w 2299885"/>
                <a:gd name="connsiteY11" fmla="*/ 1073426 h 4068087"/>
                <a:gd name="connsiteX0" fmla="*/ 230842 w 2532055"/>
                <a:gd name="connsiteY0" fmla="*/ 1073426 h 4068087"/>
                <a:gd name="connsiteX1" fmla="*/ 2112652 w 2532055"/>
                <a:gd name="connsiteY1" fmla="*/ 79513 h 4068087"/>
                <a:gd name="connsiteX2" fmla="*/ 2298183 w 2532055"/>
                <a:gd name="connsiteY2" fmla="*/ 0 h 4068087"/>
                <a:gd name="connsiteX3" fmla="*/ 2207406 w 2532055"/>
                <a:gd name="connsiteY3" fmla="*/ 2307866 h 4068087"/>
                <a:gd name="connsiteX4" fmla="*/ 2077866 w 2532055"/>
                <a:gd name="connsiteY4" fmla="*/ 4068086 h 4068087"/>
                <a:gd name="connsiteX5" fmla="*/ 1696866 w 2532055"/>
                <a:gd name="connsiteY5" fmla="*/ 2056406 h 4068087"/>
                <a:gd name="connsiteX6" fmla="*/ 866947 w 2532055"/>
                <a:gd name="connsiteY6" fmla="*/ 2097488 h 4068087"/>
                <a:gd name="connsiteX7" fmla="*/ 467396 w 2532055"/>
                <a:gd name="connsiteY7" fmla="*/ 2875722 h 4068087"/>
                <a:gd name="connsiteX8" fmla="*/ 403123 w 2532055"/>
                <a:gd name="connsiteY8" fmla="*/ 4066761 h 4068087"/>
                <a:gd name="connsiteX9" fmla="*/ 58566 w 2532055"/>
                <a:gd name="connsiteY9" fmla="*/ 2915478 h 4068087"/>
                <a:gd name="connsiteX10" fmla="*/ 152987 w 2532055"/>
                <a:gd name="connsiteY10" fmla="*/ 2490994 h 4068087"/>
                <a:gd name="connsiteX11" fmla="*/ 230842 w 2532055"/>
                <a:gd name="connsiteY11" fmla="*/ 1073426 h 4068087"/>
                <a:gd name="connsiteX0" fmla="*/ 230842 w 2512583"/>
                <a:gd name="connsiteY0" fmla="*/ 1073426 h 4068087"/>
                <a:gd name="connsiteX1" fmla="*/ 2112652 w 2512583"/>
                <a:gd name="connsiteY1" fmla="*/ 79513 h 4068087"/>
                <a:gd name="connsiteX2" fmla="*/ 2231508 w 2512583"/>
                <a:gd name="connsiteY2" fmla="*/ 0 h 4068087"/>
                <a:gd name="connsiteX3" fmla="*/ 2207406 w 2512583"/>
                <a:gd name="connsiteY3" fmla="*/ 2307866 h 4068087"/>
                <a:gd name="connsiteX4" fmla="*/ 2077866 w 2512583"/>
                <a:gd name="connsiteY4" fmla="*/ 4068086 h 4068087"/>
                <a:gd name="connsiteX5" fmla="*/ 1696866 w 2512583"/>
                <a:gd name="connsiteY5" fmla="*/ 2056406 h 4068087"/>
                <a:gd name="connsiteX6" fmla="*/ 866947 w 2512583"/>
                <a:gd name="connsiteY6" fmla="*/ 2097488 h 4068087"/>
                <a:gd name="connsiteX7" fmla="*/ 467396 w 2512583"/>
                <a:gd name="connsiteY7" fmla="*/ 2875722 h 4068087"/>
                <a:gd name="connsiteX8" fmla="*/ 403123 w 2512583"/>
                <a:gd name="connsiteY8" fmla="*/ 4066761 h 4068087"/>
                <a:gd name="connsiteX9" fmla="*/ 58566 w 2512583"/>
                <a:gd name="connsiteY9" fmla="*/ 2915478 h 4068087"/>
                <a:gd name="connsiteX10" fmla="*/ 152987 w 2512583"/>
                <a:gd name="connsiteY10" fmla="*/ 2490994 h 4068087"/>
                <a:gd name="connsiteX11" fmla="*/ 230842 w 2512583"/>
                <a:gd name="connsiteY11" fmla="*/ 1073426 h 4068087"/>
                <a:gd name="connsiteX0" fmla="*/ 230842 w 2512583"/>
                <a:gd name="connsiteY0" fmla="*/ 1073426 h 4068836"/>
                <a:gd name="connsiteX1" fmla="*/ 2112652 w 2512583"/>
                <a:gd name="connsiteY1" fmla="*/ 79513 h 4068836"/>
                <a:gd name="connsiteX2" fmla="*/ 2231508 w 2512583"/>
                <a:gd name="connsiteY2" fmla="*/ 0 h 4068836"/>
                <a:gd name="connsiteX3" fmla="*/ 2207406 w 2512583"/>
                <a:gd name="connsiteY3" fmla="*/ 2307866 h 4068836"/>
                <a:gd name="connsiteX4" fmla="*/ 2077866 w 2512583"/>
                <a:gd name="connsiteY4" fmla="*/ 4068086 h 4068836"/>
                <a:gd name="connsiteX5" fmla="*/ 1696866 w 2512583"/>
                <a:gd name="connsiteY5" fmla="*/ 2056406 h 4068836"/>
                <a:gd name="connsiteX6" fmla="*/ 866947 w 2512583"/>
                <a:gd name="connsiteY6" fmla="*/ 2097488 h 4068836"/>
                <a:gd name="connsiteX7" fmla="*/ 467396 w 2512583"/>
                <a:gd name="connsiteY7" fmla="*/ 2875722 h 4068836"/>
                <a:gd name="connsiteX8" fmla="*/ 403123 w 2512583"/>
                <a:gd name="connsiteY8" fmla="*/ 4066761 h 4068836"/>
                <a:gd name="connsiteX9" fmla="*/ 58566 w 2512583"/>
                <a:gd name="connsiteY9" fmla="*/ 2915478 h 4068836"/>
                <a:gd name="connsiteX10" fmla="*/ 152987 w 2512583"/>
                <a:gd name="connsiteY10" fmla="*/ 2490994 h 4068836"/>
                <a:gd name="connsiteX11" fmla="*/ 230842 w 2512583"/>
                <a:gd name="connsiteY11" fmla="*/ 1073426 h 4068836"/>
                <a:gd name="connsiteX0" fmla="*/ 230842 w 2512583"/>
                <a:gd name="connsiteY0" fmla="*/ 1073426 h 4068836"/>
                <a:gd name="connsiteX1" fmla="*/ 2112652 w 2512583"/>
                <a:gd name="connsiteY1" fmla="*/ 79513 h 4068836"/>
                <a:gd name="connsiteX2" fmla="*/ 2231508 w 2512583"/>
                <a:gd name="connsiteY2" fmla="*/ 0 h 4068836"/>
                <a:gd name="connsiteX3" fmla="*/ 2207406 w 2512583"/>
                <a:gd name="connsiteY3" fmla="*/ 2307866 h 4068836"/>
                <a:gd name="connsiteX4" fmla="*/ 2077866 w 2512583"/>
                <a:gd name="connsiteY4" fmla="*/ 4068086 h 4068836"/>
                <a:gd name="connsiteX5" fmla="*/ 1696866 w 2512583"/>
                <a:gd name="connsiteY5" fmla="*/ 2056406 h 4068836"/>
                <a:gd name="connsiteX6" fmla="*/ 866947 w 2512583"/>
                <a:gd name="connsiteY6" fmla="*/ 2097488 h 4068836"/>
                <a:gd name="connsiteX7" fmla="*/ 467396 w 2512583"/>
                <a:gd name="connsiteY7" fmla="*/ 2875722 h 4068836"/>
                <a:gd name="connsiteX8" fmla="*/ 403123 w 2512583"/>
                <a:gd name="connsiteY8" fmla="*/ 4066761 h 4068836"/>
                <a:gd name="connsiteX9" fmla="*/ 58566 w 2512583"/>
                <a:gd name="connsiteY9" fmla="*/ 2915478 h 4068836"/>
                <a:gd name="connsiteX10" fmla="*/ 152987 w 2512583"/>
                <a:gd name="connsiteY10" fmla="*/ 2490994 h 4068836"/>
                <a:gd name="connsiteX11" fmla="*/ 230842 w 2512583"/>
                <a:gd name="connsiteY11" fmla="*/ 1073426 h 4068836"/>
                <a:gd name="connsiteX0" fmla="*/ 230842 w 2512583"/>
                <a:gd name="connsiteY0" fmla="*/ 1073426 h 4068110"/>
                <a:gd name="connsiteX1" fmla="*/ 2112652 w 2512583"/>
                <a:gd name="connsiteY1" fmla="*/ 79513 h 4068110"/>
                <a:gd name="connsiteX2" fmla="*/ 2231508 w 2512583"/>
                <a:gd name="connsiteY2" fmla="*/ 0 h 4068110"/>
                <a:gd name="connsiteX3" fmla="*/ 2207406 w 2512583"/>
                <a:gd name="connsiteY3" fmla="*/ 2307866 h 4068110"/>
                <a:gd name="connsiteX4" fmla="*/ 2077866 w 2512583"/>
                <a:gd name="connsiteY4" fmla="*/ 4068086 h 4068110"/>
                <a:gd name="connsiteX5" fmla="*/ 1696866 w 2512583"/>
                <a:gd name="connsiteY5" fmla="*/ 2056406 h 4068110"/>
                <a:gd name="connsiteX6" fmla="*/ 866947 w 2512583"/>
                <a:gd name="connsiteY6" fmla="*/ 2097488 h 4068110"/>
                <a:gd name="connsiteX7" fmla="*/ 467396 w 2512583"/>
                <a:gd name="connsiteY7" fmla="*/ 2875722 h 4068110"/>
                <a:gd name="connsiteX8" fmla="*/ 403123 w 2512583"/>
                <a:gd name="connsiteY8" fmla="*/ 4066761 h 4068110"/>
                <a:gd name="connsiteX9" fmla="*/ 58566 w 2512583"/>
                <a:gd name="connsiteY9" fmla="*/ 2915478 h 4068110"/>
                <a:gd name="connsiteX10" fmla="*/ 152987 w 2512583"/>
                <a:gd name="connsiteY10" fmla="*/ 2490994 h 4068110"/>
                <a:gd name="connsiteX11" fmla="*/ 230842 w 2512583"/>
                <a:gd name="connsiteY11" fmla="*/ 1073426 h 4068110"/>
                <a:gd name="connsiteX0" fmla="*/ 230842 w 2512583"/>
                <a:gd name="connsiteY0" fmla="*/ 1073426 h 4068110"/>
                <a:gd name="connsiteX1" fmla="*/ 2112652 w 2512583"/>
                <a:gd name="connsiteY1" fmla="*/ 79513 h 4068110"/>
                <a:gd name="connsiteX2" fmla="*/ 2231508 w 2512583"/>
                <a:gd name="connsiteY2" fmla="*/ 0 h 4068110"/>
                <a:gd name="connsiteX3" fmla="*/ 2207406 w 2512583"/>
                <a:gd name="connsiteY3" fmla="*/ 2307866 h 4068110"/>
                <a:gd name="connsiteX4" fmla="*/ 2077866 w 2512583"/>
                <a:gd name="connsiteY4" fmla="*/ 4068086 h 4068110"/>
                <a:gd name="connsiteX5" fmla="*/ 1696866 w 2512583"/>
                <a:gd name="connsiteY5" fmla="*/ 2056406 h 4068110"/>
                <a:gd name="connsiteX6" fmla="*/ 866947 w 2512583"/>
                <a:gd name="connsiteY6" fmla="*/ 2097488 h 4068110"/>
                <a:gd name="connsiteX7" fmla="*/ 467396 w 2512583"/>
                <a:gd name="connsiteY7" fmla="*/ 2875722 h 4068110"/>
                <a:gd name="connsiteX8" fmla="*/ 403123 w 2512583"/>
                <a:gd name="connsiteY8" fmla="*/ 4066761 h 4068110"/>
                <a:gd name="connsiteX9" fmla="*/ 58566 w 2512583"/>
                <a:gd name="connsiteY9" fmla="*/ 2915478 h 4068110"/>
                <a:gd name="connsiteX10" fmla="*/ 152987 w 2512583"/>
                <a:gd name="connsiteY10" fmla="*/ 2490994 h 4068110"/>
                <a:gd name="connsiteX11" fmla="*/ 230842 w 2512583"/>
                <a:gd name="connsiteY11" fmla="*/ 1073426 h 4068110"/>
                <a:gd name="connsiteX0" fmla="*/ 230842 w 2512583"/>
                <a:gd name="connsiteY0" fmla="*/ 1073426 h 4068110"/>
                <a:gd name="connsiteX1" fmla="*/ 2112652 w 2512583"/>
                <a:gd name="connsiteY1" fmla="*/ 79513 h 4068110"/>
                <a:gd name="connsiteX2" fmla="*/ 2231508 w 2512583"/>
                <a:gd name="connsiteY2" fmla="*/ 0 h 4068110"/>
                <a:gd name="connsiteX3" fmla="*/ 2207406 w 2512583"/>
                <a:gd name="connsiteY3" fmla="*/ 2307866 h 4068110"/>
                <a:gd name="connsiteX4" fmla="*/ 2077866 w 2512583"/>
                <a:gd name="connsiteY4" fmla="*/ 4068086 h 4068110"/>
                <a:gd name="connsiteX5" fmla="*/ 1696866 w 2512583"/>
                <a:gd name="connsiteY5" fmla="*/ 2056406 h 4068110"/>
                <a:gd name="connsiteX6" fmla="*/ 866947 w 2512583"/>
                <a:gd name="connsiteY6" fmla="*/ 2097488 h 4068110"/>
                <a:gd name="connsiteX7" fmla="*/ 467396 w 2512583"/>
                <a:gd name="connsiteY7" fmla="*/ 2875722 h 4068110"/>
                <a:gd name="connsiteX8" fmla="*/ 403123 w 2512583"/>
                <a:gd name="connsiteY8" fmla="*/ 4066761 h 4068110"/>
                <a:gd name="connsiteX9" fmla="*/ 58566 w 2512583"/>
                <a:gd name="connsiteY9" fmla="*/ 2915478 h 4068110"/>
                <a:gd name="connsiteX10" fmla="*/ 152987 w 2512583"/>
                <a:gd name="connsiteY10" fmla="*/ 2490994 h 4068110"/>
                <a:gd name="connsiteX11" fmla="*/ 230842 w 2512583"/>
                <a:gd name="connsiteY11" fmla="*/ 1073426 h 4068110"/>
                <a:gd name="connsiteX0" fmla="*/ 230842 w 2512583"/>
                <a:gd name="connsiteY0" fmla="*/ 1073426 h 4068110"/>
                <a:gd name="connsiteX1" fmla="*/ 2112652 w 2512583"/>
                <a:gd name="connsiteY1" fmla="*/ 79513 h 4068110"/>
                <a:gd name="connsiteX2" fmla="*/ 2231508 w 2512583"/>
                <a:gd name="connsiteY2" fmla="*/ 0 h 4068110"/>
                <a:gd name="connsiteX3" fmla="*/ 2207406 w 2512583"/>
                <a:gd name="connsiteY3" fmla="*/ 2307866 h 4068110"/>
                <a:gd name="connsiteX4" fmla="*/ 2077866 w 2512583"/>
                <a:gd name="connsiteY4" fmla="*/ 4068086 h 4068110"/>
                <a:gd name="connsiteX5" fmla="*/ 1696866 w 2512583"/>
                <a:gd name="connsiteY5" fmla="*/ 2056406 h 4068110"/>
                <a:gd name="connsiteX6" fmla="*/ 866947 w 2512583"/>
                <a:gd name="connsiteY6" fmla="*/ 2097488 h 4068110"/>
                <a:gd name="connsiteX7" fmla="*/ 467396 w 2512583"/>
                <a:gd name="connsiteY7" fmla="*/ 2875722 h 4068110"/>
                <a:gd name="connsiteX8" fmla="*/ 403123 w 2512583"/>
                <a:gd name="connsiteY8" fmla="*/ 4066761 h 4068110"/>
                <a:gd name="connsiteX9" fmla="*/ 58566 w 2512583"/>
                <a:gd name="connsiteY9" fmla="*/ 2915478 h 4068110"/>
                <a:gd name="connsiteX10" fmla="*/ 152987 w 2512583"/>
                <a:gd name="connsiteY10" fmla="*/ 2490994 h 4068110"/>
                <a:gd name="connsiteX11" fmla="*/ 230842 w 2512583"/>
                <a:gd name="connsiteY11" fmla="*/ 1073426 h 4068110"/>
                <a:gd name="connsiteX0" fmla="*/ 230842 w 2512583"/>
                <a:gd name="connsiteY0" fmla="*/ 1073426 h 4068110"/>
                <a:gd name="connsiteX1" fmla="*/ 2112652 w 2512583"/>
                <a:gd name="connsiteY1" fmla="*/ 79513 h 4068110"/>
                <a:gd name="connsiteX2" fmla="*/ 2231508 w 2512583"/>
                <a:gd name="connsiteY2" fmla="*/ 0 h 4068110"/>
                <a:gd name="connsiteX3" fmla="*/ 2207406 w 2512583"/>
                <a:gd name="connsiteY3" fmla="*/ 2307866 h 4068110"/>
                <a:gd name="connsiteX4" fmla="*/ 2077866 w 2512583"/>
                <a:gd name="connsiteY4" fmla="*/ 4068086 h 4068110"/>
                <a:gd name="connsiteX5" fmla="*/ 1677816 w 2512583"/>
                <a:gd name="connsiteY5" fmla="*/ 2056406 h 4068110"/>
                <a:gd name="connsiteX6" fmla="*/ 866947 w 2512583"/>
                <a:gd name="connsiteY6" fmla="*/ 2097488 h 4068110"/>
                <a:gd name="connsiteX7" fmla="*/ 467396 w 2512583"/>
                <a:gd name="connsiteY7" fmla="*/ 2875722 h 4068110"/>
                <a:gd name="connsiteX8" fmla="*/ 403123 w 2512583"/>
                <a:gd name="connsiteY8" fmla="*/ 4066761 h 4068110"/>
                <a:gd name="connsiteX9" fmla="*/ 58566 w 2512583"/>
                <a:gd name="connsiteY9" fmla="*/ 2915478 h 4068110"/>
                <a:gd name="connsiteX10" fmla="*/ 152987 w 2512583"/>
                <a:gd name="connsiteY10" fmla="*/ 2490994 h 4068110"/>
                <a:gd name="connsiteX11" fmla="*/ 230842 w 2512583"/>
                <a:gd name="connsiteY11" fmla="*/ 1073426 h 4068110"/>
                <a:gd name="connsiteX0" fmla="*/ 230842 w 2512583"/>
                <a:gd name="connsiteY0" fmla="*/ 1073426 h 4068110"/>
                <a:gd name="connsiteX1" fmla="*/ 2112652 w 2512583"/>
                <a:gd name="connsiteY1" fmla="*/ 79513 h 4068110"/>
                <a:gd name="connsiteX2" fmla="*/ 2231508 w 2512583"/>
                <a:gd name="connsiteY2" fmla="*/ 0 h 4068110"/>
                <a:gd name="connsiteX3" fmla="*/ 2207406 w 2512583"/>
                <a:gd name="connsiteY3" fmla="*/ 2307866 h 4068110"/>
                <a:gd name="connsiteX4" fmla="*/ 2077866 w 2512583"/>
                <a:gd name="connsiteY4" fmla="*/ 4068086 h 4068110"/>
                <a:gd name="connsiteX5" fmla="*/ 1677816 w 2512583"/>
                <a:gd name="connsiteY5" fmla="*/ 2056406 h 4068110"/>
                <a:gd name="connsiteX6" fmla="*/ 866947 w 2512583"/>
                <a:gd name="connsiteY6" fmla="*/ 2097488 h 4068110"/>
                <a:gd name="connsiteX7" fmla="*/ 467396 w 2512583"/>
                <a:gd name="connsiteY7" fmla="*/ 2875722 h 4068110"/>
                <a:gd name="connsiteX8" fmla="*/ 403123 w 2512583"/>
                <a:gd name="connsiteY8" fmla="*/ 4066761 h 4068110"/>
                <a:gd name="connsiteX9" fmla="*/ 58566 w 2512583"/>
                <a:gd name="connsiteY9" fmla="*/ 2915478 h 4068110"/>
                <a:gd name="connsiteX10" fmla="*/ 152987 w 2512583"/>
                <a:gd name="connsiteY10" fmla="*/ 2490994 h 4068110"/>
                <a:gd name="connsiteX11" fmla="*/ 230842 w 2512583"/>
                <a:gd name="connsiteY11" fmla="*/ 1073426 h 4068110"/>
                <a:gd name="connsiteX0" fmla="*/ 230842 w 2512583"/>
                <a:gd name="connsiteY0" fmla="*/ 1073426 h 4068314"/>
                <a:gd name="connsiteX1" fmla="*/ 2112652 w 2512583"/>
                <a:gd name="connsiteY1" fmla="*/ 79513 h 4068314"/>
                <a:gd name="connsiteX2" fmla="*/ 2231508 w 2512583"/>
                <a:gd name="connsiteY2" fmla="*/ 0 h 4068314"/>
                <a:gd name="connsiteX3" fmla="*/ 2207406 w 2512583"/>
                <a:gd name="connsiteY3" fmla="*/ 2307866 h 4068314"/>
                <a:gd name="connsiteX4" fmla="*/ 2077866 w 2512583"/>
                <a:gd name="connsiteY4" fmla="*/ 4068086 h 4068314"/>
                <a:gd name="connsiteX5" fmla="*/ 1677816 w 2512583"/>
                <a:gd name="connsiteY5" fmla="*/ 2056406 h 4068314"/>
                <a:gd name="connsiteX6" fmla="*/ 866947 w 2512583"/>
                <a:gd name="connsiteY6" fmla="*/ 2097488 h 4068314"/>
                <a:gd name="connsiteX7" fmla="*/ 467396 w 2512583"/>
                <a:gd name="connsiteY7" fmla="*/ 2875722 h 4068314"/>
                <a:gd name="connsiteX8" fmla="*/ 403123 w 2512583"/>
                <a:gd name="connsiteY8" fmla="*/ 4066761 h 4068314"/>
                <a:gd name="connsiteX9" fmla="*/ 58566 w 2512583"/>
                <a:gd name="connsiteY9" fmla="*/ 2915478 h 4068314"/>
                <a:gd name="connsiteX10" fmla="*/ 152987 w 2512583"/>
                <a:gd name="connsiteY10" fmla="*/ 2490994 h 4068314"/>
                <a:gd name="connsiteX11" fmla="*/ 230842 w 2512583"/>
                <a:gd name="connsiteY11" fmla="*/ 1073426 h 4068314"/>
                <a:gd name="connsiteX0" fmla="*/ 230842 w 2512583"/>
                <a:gd name="connsiteY0" fmla="*/ 1073426 h 4069535"/>
                <a:gd name="connsiteX1" fmla="*/ 2112652 w 2512583"/>
                <a:gd name="connsiteY1" fmla="*/ 79513 h 4069535"/>
                <a:gd name="connsiteX2" fmla="*/ 2231508 w 2512583"/>
                <a:gd name="connsiteY2" fmla="*/ 0 h 4069535"/>
                <a:gd name="connsiteX3" fmla="*/ 2207406 w 2512583"/>
                <a:gd name="connsiteY3" fmla="*/ 2307866 h 4069535"/>
                <a:gd name="connsiteX4" fmla="*/ 2077866 w 2512583"/>
                <a:gd name="connsiteY4" fmla="*/ 4068086 h 4069535"/>
                <a:gd name="connsiteX5" fmla="*/ 1677816 w 2512583"/>
                <a:gd name="connsiteY5" fmla="*/ 2056406 h 4069535"/>
                <a:gd name="connsiteX6" fmla="*/ 866947 w 2512583"/>
                <a:gd name="connsiteY6" fmla="*/ 2097488 h 4069535"/>
                <a:gd name="connsiteX7" fmla="*/ 467396 w 2512583"/>
                <a:gd name="connsiteY7" fmla="*/ 2875722 h 4069535"/>
                <a:gd name="connsiteX8" fmla="*/ 403123 w 2512583"/>
                <a:gd name="connsiteY8" fmla="*/ 4066761 h 4069535"/>
                <a:gd name="connsiteX9" fmla="*/ 58566 w 2512583"/>
                <a:gd name="connsiteY9" fmla="*/ 2915478 h 4069535"/>
                <a:gd name="connsiteX10" fmla="*/ 152987 w 2512583"/>
                <a:gd name="connsiteY10" fmla="*/ 2490994 h 4069535"/>
                <a:gd name="connsiteX11" fmla="*/ 230842 w 2512583"/>
                <a:gd name="connsiteY11" fmla="*/ 1073426 h 4069535"/>
                <a:gd name="connsiteX0" fmla="*/ 230842 w 2512583"/>
                <a:gd name="connsiteY0" fmla="*/ 1073426 h 4069535"/>
                <a:gd name="connsiteX1" fmla="*/ 2112652 w 2512583"/>
                <a:gd name="connsiteY1" fmla="*/ 79513 h 4069535"/>
                <a:gd name="connsiteX2" fmla="*/ 2231508 w 2512583"/>
                <a:gd name="connsiteY2" fmla="*/ 0 h 4069535"/>
                <a:gd name="connsiteX3" fmla="*/ 2207406 w 2512583"/>
                <a:gd name="connsiteY3" fmla="*/ 2307866 h 4069535"/>
                <a:gd name="connsiteX4" fmla="*/ 2077866 w 2512583"/>
                <a:gd name="connsiteY4" fmla="*/ 4068086 h 4069535"/>
                <a:gd name="connsiteX5" fmla="*/ 1677816 w 2512583"/>
                <a:gd name="connsiteY5" fmla="*/ 2056406 h 4069535"/>
                <a:gd name="connsiteX6" fmla="*/ 866947 w 2512583"/>
                <a:gd name="connsiteY6" fmla="*/ 2097488 h 4069535"/>
                <a:gd name="connsiteX7" fmla="*/ 467396 w 2512583"/>
                <a:gd name="connsiteY7" fmla="*/ 2875722 h 4069535"/>
                <a:gd name="connsiteX8" fmla="*/ 403123 w 2512583"/>
                <a:gd name="connsiteY8" fmla="*/ 4066761 h 4069535"/>
                <a:gd name="connsiteX9" fmla="*/ 58566 w 2512583"/>
                <a:gd name="connsiteY9" fmla="*/ 2915478 h 4069535"/>
                <a:gd name="connsiteX10" fmla="*/ 152987 w 2512583"/>
                <a:gd name="connsiteY10" fmla="*/ 2490994 h 4069535"/>
                <a:gd name="connsiteX11" fmla="*/ 230842 w 2512583"/>
                <a:gd name="connsiteY11" fmla="*/ 1073426 h 4069535"/>
                <a:gd name="connsiteX0" fmla="*/ 230842 w 2512583"/>
                <a:gd name="connsiteY0" fmla="*/ 1073426 h 4069535"/>
                <a:gd name="connsiteX1" fmla="*/ 2112652 w 2512583"/>
                <a:gd name="connsiteY1" fmla="*/ 79513 h 4069535"/>
                <a:gd name="connsiteX2" fmla="*/ 2231508 w 2512583"/>
                <a:gd name="connsiteY2" fmla="*/ 0 h 4069535"/>
                <a:gd name="connsiteX3" fmla="*/ 2207406 w 2512583"/>
                <a:gd name="connsiteY3" fmla="*/ 2307866 h 4069535"/>
                <a:gd name="connsiteX4" fmla="*/ 2077866 w 2512583"/>
                <a:gd name="connsiteY4" fmla="*/ 4068086 h 4069535"/>
                <a:gd name="connsiteX5" fmla="*/ 1677816 w 2512583"/>
                <a:gd name="connsiteY5" fmla="*/ 2056406 h 4069535"/>
                <a:gd name="connsiteX6" fmla="*/ 866947 w 2512583"/>
                <a:gd name="connsiteY6" fmla="*/ 2097488 h 4069535"/>
                <a:gd name="connsiteX7" fmla="*/ 467396 w 2512583"/>
                <a:gd name="connsiteY7" fmla="*/ 2875722 h 4069535"/>
                <a:gd name="connsiteX8" fmla="*/ 403123 w 2512583"/>
                <a:gd name="connsiteY8" fmla="*/ 4066761 h 4069535"/>
                <a:gd name="connsiteX9" fmla="*/ 58566 w 2512583"/>
                <a:gd name="connsiteY9" fmla="*/ 2915478 h 4069535"/>
                <a:gd name="connsiteX10" fmla="*/ 152987 w 2512583"/>
                <a:gd name="connsiteY10" fmla="*/ 2490994 h 4069535"/>
                <a:gd name="connsiteX11" fmla="*/ 230842 w 2512583"/>
                <a:gd name="connsiteY11" fmla="*/ 1073426 h 4069535"/>
                <a:gd name="connsiteX0" fmla="*/ 230842 w 2512583"/>
                <a:gd name="connsiteY0" fmla="*/ 1073426 h 4068086"/>
                <a:gd name="connsiteX1" fmla="*/ 2112652 w 2512583"/>
                <a:gd name="connsiteY1" fmla="*/ 79513 h 4068086"/>
                <a:gd name="connsiteX2" fmla="*/ 2231508 w 2512583"/>
                <a:gd name="connsiteY2" fmla="*/ 0 h 4068086"/>
                <a:gd name="connsiteX3" fmla="*/ 2207406 w 2512583"/>
                <a:gd name="connsiteY3" fmla="*/ 2307866 h 4068086"/>
                <a:gd name="connsiteX4" fmla="*/ 2077866 w 2512583"/>
                <a:gd name="connsiteY4" fmla="*/ 4068086 h 4068086"/>
                <a:gd name="connsiteX5" fmla="*/ 1677816 w 2512583"/>
                <a:gd name="connsiteY5" fmla="*/ 2056406 h 4068086"/>
                <a:gd name="connsiteX6" fmla="*/ 866947 w 2512583"/>
                <a:gd name="connsiteY6" fmla="*/ 2097488 h 4068086"/>
                <a:gd name="connsiteX7" fmla="*/ 467396 w 2512583"/>
                <a:gd name="connsiteY7" fmla="*/ 2875722 h 4068086"/>
                <a:gd name="connsiteX8" fmla="*/ 403123 w 2512583"/>
                <a:gd name="connsiteY8" fmla="*/ 4066761 h 4068086"/>
                <a:gd name="connsiteX9" fmla="*/ 58566 w 2512583"/>
                <a:gd name="connsiteY9" fmla="*/ 2915478 h 4068086"/>
                <a:gd name="connsiteX10" fmla="*/ 152987 w 2512583"/>
                <a:gd name="connsiteY10" fmla="*/ 2490994 h 4068086"/>
                <a:gd name="connsiteX11" fmla="*/ 230842 w 2512583"/>
                <a:gd name="connsiteY11" fmla="*/ 1073426 h 4068086"/>
                <a:gd name="connsiteX0" fmla="*/ 230842 w 2512583"/>
                <a:gd name="connsiteY0" fmla="*/ 1073426 h 4068086"/>
                <a:gd name="connsiteX1" fmla="*/ 2112652 w 2512583"/>
                <a:gd name="connsiteY1" fmla="*/ 79513 h 4068086"/>
                <a:gd name="connsiteX2" fmla="*/ 2231508 w 2512583"/>
                <a:gd name="connsiteY2" fmla="*/ 0 h 4068086"/>
                <a:gd name="connsiteX3" fmla="*/ 2207406 w 2512583"/>
                <a:gd name="connsiteY3" fmla="*/ 2307866 h 4068086"/>
                <a:gd name="connsiteX4" fmla="*/ 2077866 w 2512583"/>
                <a:gd name="connsiteY4" fmla="*/ 4068086 h 4068086"/>
                <a:gd name="connsiteX5" fmla="*/ 1677816 w 2512583"/>
                <a:gd name="connsiteY5" fmla="*/ 2056406 h 4068086"/>
                <a:gd name="connsiteX6" fmla="*/ 866947 w 2512583"/>
                <a:gd name="connsiteY6" fmla="*/ 2097488 h 4068086"/>
                <a:gd name="connsiteX7" fmla="*/ 467396 w 2512583"/>
                <a:gd name="connsiteY7" fmla="*/ 2875722 h 4068086"/>
                <a:gd name="connsiteX8" fmla="*/ 403123 w 2512583"/>
                <a:gd name="connsiteY8" fmla="*/ 4066761 h 4068086"/>
                <a:gd name="connsiteX9" fmla="*/ 58566 w 2512583"/>
                <a:gd name="connsiteY9" fmla="*/ 2915478 h 4068086"/>
                <a:gd name="connsiteX10" fmla="*/ 152987 w 2512583"/>
                <a:gd name="connsiteY10" fmla="*/ 2490994 h 4068086"/>
                <a:gd name="connsiteX11" fmla="*/ 230842 w 2512583"/>
                <a:gd name="connsiteY11" fmla="*/ 1073426 h 4068086"/>
                <a:gd name="connsiteX0" fmla="*/ 230842 w 2512583"/>
                <a:gd name="connsiteY0" fmla="*/ 1073426 h 4068086"/>
                <a:gd name="connsiteX1" fmla="*/ 2112652 w 2512583"/>
                <a:gd name="connsiteY1" fmla="*/ 79513 h 4068086"/>
                <a:gd name="connsiteX2" fmla="*/ 2231508 w 2512583"/>
                <a:gd name="connsiteY2" fmla="*/ 0 h 4068086"/>
                <a:gd name="connsiteX3" fmla="*/ 2207406 w 2512583"/>
                <a:gd name="connsiteY3" fmla="*/ 2307866 h 4068086"/>
                <a:gd name="connsiteX4" fmla="*/ 2077866 w 2512583"/>
                <a:gd name="connsiteY4" fmla="*/ 4068086 h 4068086"/>
                <a:gd name="connsiteX5" fmla="*/ 1696866 w 2512583"/>
                <a:gd name="connsiteY5" fmla="*/ 2061169 h 4068086"/>
                <a:gd name="connsiteX6" fmla="*/ 866947 w 2512583"/>
                <a:gd name="connsiteY6" fmla="*/ 2097488 h 4068086"/>
                <a:gd name="connsiteX7" fmla="*/ 467396 w 2512583"/>
                <a:gd name="connsiteY7" fmla="*/ 2875722 h 4068086"/>
                <a:gd name="connsiteX8" fmla="*/ 403123 w 2512583"/>
                <a:gd name="connsiteY8" fmla="*/ 4066761 h 4068086"/>
                <a:gd name="connsiteX9" fmla="*/ 58566 w 2512583"/>
                <a:gd name="connsiteY9" fmla="*/ 2915478 h 4068086"/>
                <a:gd name="connsiteX10" fmla="*/ 152987 w 2512583"/>
                <a:gd name="connsiteY10" fmla="*/ 2490994 h 4068086"/>
                <a:gd name="connsiteX11" fmla="*/ 230842 w 2512583"/>
                <a:gd name="connsiteY11" fmla="*/ 1073426 h 406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12583" h="4068086">
                  <a:moveTo>
                    <a:pt x="230842" y="1073426"/>
                  </a:moveTo>
                  <a:cubicBezTo>
                    <a:pt x="844860" y="622853"/>
                    <a:pt x="2307017" y="1298712"/>
                    <a:pt x="2112652" y="79513"/>
                  </a:cubicBezTo>
                  <a:lnTo>
                    <a:pt x="2231508" y="0"/>
                  </a:lnTo>
                  <a:cubicBezTo>
                    <a:pt x="2244760" y="330752"/>
                    <a:pt x="2872776" y="1058352"/>
                    <a:pt x="2207406" y="2307866"/>
                  </a:cubicBezTo>
                  <a:cubicBezTo>
                    <a:pt x="2084962" y="3933617"/>
                    <a:pt x="2265192" y="4064594"/>
                    <a:pt x="2077866" y="4068086"/>
                  </a:cubicBezTo>
                  <a:cubicBezTo>
                    <a:pt x="1838154" y="4066816"/>
                    <a:pt x="2116491" y="3873915"/>
                    <a:pt x="1696866" y="2061169"/>
                  </a:cubicBezTo>
                  <a:cubicBezTo>
                    <a:pt x="1443087" y="2105950"/>
                    <a:pt x="1165839" y="2141275"/>
                    <a:pt x="866947" y="2097488"/>
                  </a:cubicBezTo>
                  <a:cubicBezTo>
                    <a:pt x="565791" y="2606261"/>
                    <a:pt x="544700" y="2557670"/>
                    <a:pt x="467396" y="2875722"/>
                  </a:cubicBezTo>
                  <a:cubicBezTo>
                    <a:pt x="382472" y="3772894"/>
                    <a:pt x="665074" y="4034624"/>
                    <a:pt x="403123" y="4066761"/>
                  </a:cubicBezTo>
                  <a:cubicBezTo>
                    <a:pt x="184903" y="4066761"/>
                    <a:pt x="82862" y="2930939"/>
                    <a:pt x="58566" y="2915478"/>
                  </a:cubicBezTo>
                  <a:cubicBezTo>
                    <a:pt x="34270" y="2900017"/>
                    <a:pt x="197161" y="2700820"/>
                    <a:pt x="152987" y="2490994"/>
                  </a:cubicBezTo>
                  <a:cubicBezTo>
                    <a:pt x="166239" y="1996246"/>
                    <a:pt x="-246236" y="1740453"/>
                    <a:pt x="230842" y="1073426"/>
                  </a:cubicBezTo>
                  <a:close/>
                </a:path>
              </a:pathLst>
            </a:custGeom>
            <a:solidFill>
              <a:srgbClr val="FEB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3AB41FC-0B43-47CA-A21B-7B9310D10DF7}"/>
                </a:ext>
              </a:extLst>
            </p:cNvPr>
            <p:cNvSpPr/>
            <p:nvPr/>
          </p:nvSpPr>
          <p:spPr>
            <a:xfrm>
              <a:off x="4729025" y="6475302"/>
              <a:ext cx="253650" cy="182405"/>
            </a:xfrm>
            <a:custGeom>
              <a:avLst/>
              <a:gdLst>
                <a:gd name="connsiteX0" fmla="*/ 0 w 259721"/>
                <a:gd name="connsiteY0" fmla="*/ 0 h 186636"/>
                <a:gd name="connsiteX1" fmla="*/ 255222 w 259721"/>
                <a:gd name="connsiteY1" fmla="*/ 0 h 186636"/>
                <a:gd name="connsiteX2" fmla="*/ 258567 w 259721"/>
                <a:gd name="connsiteY2" fmla="*/ 32220 h 186636"/>
                <a:gd name="connsiteX3" fmla="*/ 145508 w 259721"/>
                <a:gd name="connsiteY3" fmla="*/ 186636 h 186636"/>
                <a:gd name="connsiteX4" fmla="*/ 3026 w 259721"/>
                <a:gd name="connsiteY4" fmla="*/ 8922 h 186636"/>
                <a:gd name="connsiteX5" fmla="*/ 0 w 259721"/>
                <a:gd name="connsiteY5" fmla="*/ 0 h 186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721" h="186636">
                  <a:moveTo>
                    <a:pt x="0" y="0"/>
                  </a:moveTo>
                  <a:lnTo>
                    <a:pt x="255222" y="0"/>
                  </a:lnTo>
                  <a:lnTo>
                    <a:pt x="258567" y="32220"/>
                  </a:lnTo>
                  <a:cubicBezTo>
                    <a:pt x="265393" y="130247"/>
                    <a:pt x="243740" y="174585"/>
                    <a:pt x="145508" y="186636"/>
                  </a:cubicBezTo>
                  <a:cubicBezTo>
                    <a:pt x="90953" y="186636"/>
                    <a:pt x="43659" y="115647"/>
                    <a:pt x="3026" y="892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1D1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F138C6C-9DB9-4920-AF92-D7A34A69E4CF}"/>
                </a:ext>
              </a:extLst>
            </p:cNvPr>
            <p:cNvSpPr/>
            <p:nvPr/>
          </p:nvSpPr>
          <p:spPr>
            <a:xfrm>
              <a:off x="5286839" y="6469391"/>
              <a:ext cx="231677" cy="173075"/>
            </a:xfrm>
            <a:custGeom>
              <a:avLst/>
              <a:gdLst>
                <a:gd name="connsiteX0" fmla="*/ 0 w 231677"/>
                <a:gd name="connsiteY0" fmla="*/ 0 h 173075"/>
                <a:gd name="connsiteX1" fmla="*/ 229495 w 231677"/>
                <a:gd name="connsiteY1" fmla="*/ 0 h 173075"/>
                <a:gd name="connsiteX2" fmla="*/ 230570 w 231677"/>
                <a:gd name="connsiteY2" fmla="*/ 12097 h 173075"/>
                <a:gd name="connsiteX3" fmla="*/ 148350 w 231677"/>
                <a:gd name="connsiteY3" fmla="*/ 172720 h 173075"/>
                <a:gd name="connsiteX4" fmla="*/ 20561 w 231677"/>
                <a:gd name="connsiteY4" fmla="*/ 60516 h 173075"/>
                <a:gd name="connsiteX5" fmla="*/ 0 w 231677"/>
                <a:gd name="connsiteY5" fmla="*/ 0 h 17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1677" h="173075">
                  <a:moveTo>
                    <a:pt x="0" y="0"/>
                  </a:moveTo>
                  <a:lnTo>
                    <a:pt x="229495" y="0"/>
                  </a:lnTo>
                  <a:lnTo>
                    <a:pt x="230570" y="12097"/>
                  </a:lnTo>
                  <a:cubicBezTo>
                    <a:pt x="236873" y="119440"/>
                    <a:pt x="217168" y="167958"/>
                    <a:pt x="148350" y="172720"/>
                  </a:cubicBezTo>
                  <a:cubicBezTo>
                    <a:pt x="89282" y="176557"/>
                    <a:pt x="55018" y="150008"/>
                    <a:pt x="20561" y="605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1D1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06FE448-91C6-4726-A034-D2B57E8C4E70}"/>
                </a:ext>
              </a:extLst>
            </p:cNvPr>
            <p:cNvSpPr/>
            <p:nvPr/>
          </p:nvSpPr>
          <p:spPr>
            <a:xfrm>
              <a:off x="6429438" y="6472523"/>
              <a:ext cx="207809" cy="187961"/>
            </a:xfrm>
            <a:custGeom>
              <a:avLst/>
              <a:gdLst>
                <a:gd name="connsiteX0" fmla="*/ 0 w 207809"/>
                <a:gd name="connsiteY0" fmla="*/ 0 h 187961"/>
                <a:gd name="connsiteX1" fmla="*/ 207725 w 207809"/>
                <a:gd name="connsiteY1" fmla="*/ 0 h 187961"/>
                <a:gd name="connsiteX2" fmla="*/ 207809 w 207809"/>
                <a:gd name="connsiteY2" fmla="*/ 58147 h 187961"/>
                <a:gd name="connsiteX3" fmla="*/ 116786 w 207809"/>
                <a:gd name="connsiteY3" fmla="*/ 187961 h 187961"/>
                <a:gd name="connsiteX4" fmla="*/ 1536 w 207809"/>
                <a:gd name="connsiteY4" fmla="*/ 30372 h 187961"/>
                <a:gd name="connsiteX5" fmla="*/ 0 w 207809"/>
                <a:gd name="connsiteY5" fmla="*/ 0 h 18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809" h="187961">
                  <a:moveTo>
                    <a:pt x="0" y="0"/>
                  </a:moveTo>
                  <a:lnTo>
                    <a:pt x="207725" y="0"/>
                  </a:lnTo>
                  <a:lnTo>
                    <a:pt x="207809" y="58147"/>
                  </a:lnTo>
                  <a:cubicBezTo>
                    <a:pt x="205593" y="167415"/>
                    <a:pt x="187033" y="186652"/>
                    <a:pt x="116786" y="187961"/>
                  </a:cubicBezTo>
                  <a:cubicBezTo>
                    <a:pt x="26894" y="187485"/>
                    <a:pt x="9853" y="160061"/>
                    <a:pt x="1536" y="303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1D1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F21324C-38CF-46DB-825B-EEE5870A6B44}"/>
                </a:ext>
              </a:extLst>
            </p:cNvPr>
            <p:cNvSpPr/>
            <p:nvPr/>
          </p:nvSpPr>
          <p:spPr>
            <a:xfrm>
              <a:off x="6909320" y="6469391"/>
              <a:ext cx="212027" cy="172719"/>
            </a:xfrm>
            <a:custGeom>
              <a:avLst/>
              <a:gdLst>
                <a:gd name="connsiteX0" fmla="*/ 0 w 212027"/>
                <a:gd name="connsiteY0" fmla="*/ 0 h 172719"/>
                <a:gd name="connsiteX1" fmla="*/ 212027 w 212027"/>
                <a:gd name="connsiteY1" fmla="*/ 0 h 172719"/>
                <a:gd name="connsiteX2" fmla="*/ 207362 w 212027"/>
                <a:gd name="connsiteY2" fmla="*/ 35202 h 172719"/>
                <a:gd name="connsiteX3" fmla="*/ 135359 w 212027"/>
                <a:gd name="connsiteY3" fmla="*/ 172719 h 172719"/>
                <a:gd name="connsiteX4" fmla="*/ 7982 w 212027"/>
                <a:gd name="connsiteY4" fmla="*/ 55224 h 172719"/>
                <a:gd name="connsiteX5" fmla="*/ 0 w 212027"/>
                <a:gd name="connsiteY5" fmla="*/ 0 h 17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027" h="172719">
                  <a:moveTo>
                    <a:pt x="0" y="0"/>
                  </a:moveTo>
                  <a:lnTo>
                    <a:pt x="212027" y="0"/>
                  </a:lnTo>
                  <a:lnTo>
                    <a:pt x="207362" y="35202"/>
                  </a:lnTo>
                  <a:cubicBezTo>
                    <a:pt x="191795" y="127872"/>
                    <a:pt x="169331" y="171132"/>
                    <a:pt x="135359" y="172719"/>
                  </a:cubicBezTo>
                  <a:cubicBezTo>
                    <a:pt x="59529" y="171026"/>
                    <a:pt x="24975" y="134805"/>
                    <a:pt x="7982" y="552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1D1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76DFE0E1-E194-44AC-8B0E-4B17A9DF5A2A}"/>
                </a:ext>
              </a:extLst>
            </p:cNvPr>
            <p:cNvGrpSpPr/>
            <p:nvPr/>
          </p:nvGrpSpPr>
          <p:grpSpPr>
            <a:xfrm flipH="1">
              <a:off x="5323537" y="648090"/>
              <a:ext cx="3065319" cy="2298723"/>
              <a:chOff x="5323537" y="648090"/>
              <a:chExt cx="3065319" cy="2298723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73C1E915-9398-4C6F-81BA-9FEE6D9844B7}"/>
                  </a:ext>
                </a:extLst>
              </p:cNvPr>
              <p:cNvGrpSpPr/>
              <p:nvPr/>
            </p:nvGrpSpPr>
            <p:grpSpPr>
              <a:xfrm>
                <a:off x="5630374" y="648090"/>
                <a:ext cx="1097351" cy="1082055"/>
                <a:chOff x="7200900" y="337843"/>
                <a:chExt cx="1097351" cy="1082055"/>
              </a:xfrm>
            </p:grpSpPr>
            <p:sp>
              <p:nvSpPr>
                <p:cNvPr id="102" name="Rectangle 9">
                  <a:extLst>
                    <a:ext uri="{FF2B5EF4-FFF2-40B4-BE49-F238E27FC236}">
                      <a16:creationId xmlns:a16="http://schemas.microsoft.com/office/drawing/2014/main" id="{C2F38288-6157-4244-91D1-E93465785EE5}"/>
                    </a:ext>
                  </a:extLst>
                </p:cNvPr>
                <p:cNvSpPr/>
                <p:nvPr/>
              </p:nvSpPr>
              <p:spPr>
                <a:xfrm>
                  <a:off x="7200900" y="629911"/>
                  <a:ext cx="906840" cy="789987"/>
                </a:xfrm>
                <a:custGeom>
                  <a:avLst/>
                  <a:gdLst>
                    <a:gd name="connsiteX0" fmla="*/ 0 w 647700"/>
                    <a:gd name="connsiteY0" fmla="*/ 0 h 735524"/>
                    <a:gd name="connsiteX1" fmla="*/ 647700 w 647700"/>
                    <a:gd name="connsiteY1" fmla="*/ 0 h 735524"/>
                    <a:gd name="connsiteX2" fmla="*/ 647700 w 647700"/>
                    <a:gd name="connsiteY2" fmla="*/ 735524 h 735524"/>
                    <a:gd name="connsiteX3" fmla="*/ 0 w 647700"/>
                    <a:gd name="connsiteY3" fmla="*/ 735524 h 735524"/>
                    <a:gd name="connsiteX4" fmla="*/ 0 w 647700"/>
                    <a:gd name="connsiteY4" fmla="*/ 0 h 735524"/>
                    <a:gd name="connsiteX0" fmla="*/ 0 w 739140"/>
                    <a:gd name="connsiteY0" fmla="*/ 0 h 872684"/>
                    <a:gd name="connsiteX1" fmla="*/ 739140 w 739140"/>
                    <a:gd name="connsiteY1" fmla="*/ 137160 h 872684"/>
                    <a:gd name="connsiteX2" fmla="*/ 739140 w 739140"/>
                    <a:gd name="connsiteY2" fmla="*/ 872684 h 872684"/>
                    <a:gd name="connsiteX3" fmla="*/ 91440 w 739140"/>
                    <a:gd name="connsiteY3" fmla="*/ 872684 h 872684"/>
                    <a:gd name="connsiteX4" fmla="*/ 0 w 739140"/>
                    <a:gd name="connsiteY4" fmla="*/ 0 h 872684"/>
                    <a:gd name="connsiteX0" fmla="*/ 0 w 739140"/>
                    <a:gd name="connsiteY0" fmla="*/ 0 h 872684"/>
                    <a:gd name="connsiteX1" fmla="*/ 739140 w 739140"/>
                    <a:gd name="connsiteY1" fmla="*/ 872684 h 872684"/>
                    <a:gd name="connsiteX2" fmla="*/ 91440 w 739140"/>
                    <a:gd name="connsiteY2" fmla="*/ 872684 h 872684"/>
                    <a:gd name="connsiteX3" fmla="*/ 0 w 739140"/>
                    <a:gd name="connsiteY3" fmla="*/ 0 h 872684"/>
                    <a:gd name="connsiteX0" fmla="*/ 0 w 906780"/>
                    <a:gd name="connsiteY0" fmla="*/ 0 h 872684"/>
                    <a:gd name="connsiteX1" fmla="*/ 906780 w 906780"/>
                    <a:gd name="connsiteY1" fmla="*/ 644084 h 872684"/>
                    <a:gd name="connsiteX2" fmla="*/ 91440 w 906780"/>
                    <a:gd name="connsiteY2" fmla="*/ 872684 h 872684"/>
                    <a:gd name="connsiteX3" fmla="*/ 0 w 906780"/>
                    <a:gd name="connsiteY3" fmla="*/ 0 h 872684"/>
                    <a:gd name="connsiteX0" fmla="*/ 0 w 906780"/>
                    <a:gd name="connsiteY0" fmla="*/ 0 h 758384"/>
                    <a:gd name="connsiteX1" fmla="*/ 906780 w 906780"/>
                    <a:gd name="connsiteY1" fmla="*/ 644084 h 758384"/>
                    <a:gd name="connsiteX2" fmla="*/ 632460 w 906780"/>
                    <a:gd name="connsiteY2" fmla="*/ 758384 h 758384"/>
                    <a:gd name="connsiteX3" fmla="*/ 0 w 906780"/>
                    <a:gd name="connsiteY3" fmla="*/ 0 h 758384"/>
                    <a:gd name="connsiteX0" fmla="*/ 0 w 906780"/>
                    <a:gd name="connsiteY0" fmla="*/ 0 h 758384"/>
                    <a:gd name="connsiteX1" fmla="*/ 906780 w 906780"/>
                    <a:gd name="connsiteY1" fmla="*/ 644084 h 758384"/>
                    <a:gd name="connsiteX2" fmla="*/ 632460 w 906780"/>
                    <a:gd name="connsiteY2" fmla="*/ 758384 h 758384"/>
                    <a:gd name="connsiteX3" fmla="*/ 0 w 906780"/>
                    <a:gd name="connsiteY3" fmla="*/ 0 h 758384"/>
                    <a:gd name="connsiteX0" fmla="*/ 0 w 906780"/>
                    <a:gd name="connsiteY0" fmla="*/ 10392 h 768776"/>
                    <a:gd name="connsiteX1" fmla="*/ 906780 w 906780"/>
                    <a:gd name="connsiteY1" fmla="*/ 654476 h 768776"/>
                    <a:gd name="connsiteX2" fmla="*/ 632460 w 906780"/>
                    <a:gd name="connsiteY2" fmla="*/ 768776 h 768776"/>
                    <a:gd name="connsiteX3" fmla="*/ 0 w 906780"/>
                    <a:gd name="connsiteY3" fmla="*/ 10392 h 768776"/>
                    <a:gd name="connsiteX0" fmla="*/ 0 w 906840"/>
                    <a:gd name="connsiteY0" fmla="*/ 8743 h 767127"/>
                    <a:gd name="connsiteX1" fmla="*/ 906780 w 906840"/>
                    <a:gd name="connsiteY1" fmla="*/ 652827 h 767127"/>
                    <a:gd name="connsiteX2" fmla="*/ 632460 w 906840"/>
                    <a:gd name="connsiteY2" fmla="*/ 767127 h 767127"/>
                    <a:gd name="connsiteX3" fmla="*/ 0 w 906840"/>
                    <a:gd name="connsiteY3" fmla="*/ 8743 h 767127"/>
                    <a:gd name="connsiteX0" fmla="*/ 0 w 906840"/>
                    <a:gd name="connsiteY0" fmla="*/ 8743 h 789987"/>
                    <a:gd name="connsiteX1" fmla="*/ 906780 w 906840"/>
                    <a:gd name="connsiteY1" fmla="*/ 652827 h 789987"/>
                    <a:gd name="connsiteX2" fmla="*/ 624840 w 906840"/>
                    <a:gd name="connsiteY2" fmla="*/ 789987 h 789987"/>
                    <a:gd name="connsiteX3" fmla="*/ 0 w 906840"/>
                    <a:gd name="connsiteY3" fmla="*/ 8743 h 7899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06840" h="789987">
                      <a:moveTo>
                        <a:pt x="0" y="8743"/>
                      </a:moveTo>
                      <a:cubicBezTo>
                        <a:pt x="835660" y="-81362"/>
                        <a:pt x="909320" y="552432"/>
                        <a:pt x="906780" y="652827"/>
                      </a:cubicBezTo>
                      <a:lnTo>
                        <a:pt x="624840" y="789987"/>
                      </a:lnTo>
                      <a:cubicBezTo>
                        <a:pt x="414020" y="537192"/>
                        <a:pt x="50800" y="749218"/>
                        <a:pt x="0" y="8743"/>
                      </a:cubicBezTo>
                      <a:close/>
                    </a:path>
                  </a:pathLst>
                </a:custGeom>
                <a:solidFill>
                  <a:srgbClr val="FEB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">
                  <a:extLst>
                    <a:ext uri="{FF2B5EF4-FFF2-40B4-BE49-F238E27FC236}">
                      <a16:creationId xmlns:a16="http://schemas.microsoft.com/office/drawing/2014/main" id="{8C25FB55-0E6B-4BDA-85C7-D26D15E408F2}"/>
                    </a:ext>
                  </a:extLst>
                </p:cNvPr>
                <p:cNvSpPr/>
                <p:nvPr/>
              </p:nvSpPr>
              <p:spPr>
                <a:xfrm>
                  <a:off x="7978680" y="337843"/>
                  <a:ext cx="319571" cy="916964"/>
                </a:xfrm>
                <a:custGeom>
                  <a:avLst/>
                  <a:gdLst>
                    <a:gd name="connsiteX0" fmla="*/ 0 w 315248"/>
                    <a:gd name="connsiteY0" fmla="*/ 0 h 789987"/>
                    <a:gd name="connsiteX1" fmla="*/ 315248 w 315248"/>
                    <a:gd name="connsiteY1" fmla="*/ 0 h 789987"/>
                    <a:gd name="connsiteX2" fmla="*/ 315248 w 315248"/>
                    <a:gd name="connsiteY2" fmla="*/ 789987 h 789987"/>
                    <a:gd name="connsiteX3" fmla="*/ 0 w 315248"/>
                    <a:gd name="connsiteY3" fmla="*/ 789987 h 789987"/>
                    <a:gd name="connsiteX4" fmla="*/ 0 w 315248"/>
                    <a:gd name="connsiteY4" fmla="*/ 0 h 789987"/>
                    <a:gd name="connsiteX0" fmla="*/ 7620 w 322868"/>
                    <a:gd name="connsiteY0" fmla="*/ 0 h 812847"/>
                    <a:gd name="connsiteX1" fmla="*/ 322868 w 322868"/>
                    <a:gd name="connsiteY1" fmla="*/ 0 h 812847"/>
                    <a:gd name="connsiteX2" fmla="*/ 322868 w 322868"/>
                    <a:gd name="connsiteY2" fmla="*/ 789987 h 812847"/>
                    <a:gd name="connsiteX3" fmla="*/ 0 w 322868"/>
                    <a:gd name="connsiteY3" fmla="*/ 812847 h 812847"/>
                    <a:gd name="connsiteX4" fmla="*/ 7620 w 322868"/>
                    <a:gd name="connsiteY4" fmla="*/ 0 h 812847"/>
                    <a:gd name="connsiteX0" fmla="*/ 205740 w 322868"/>
                    <a:gd name="connsiteY0" fmla="*/ 0 h 911907"/>
                    <a:gd name="connsiteX1" fmla="*/ 322868 w 322868"/>
                    <a:gd name="connsiteY1" fmla="*/ 9906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0 h 911907"/>
                    <a:gd name="connsiteX1" fmla="*/ 178088 w 322868"/>
                    <a:gd name="connsiteY1" fmla="*/ 37338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8999 h 920906"/>
                    <a:gd name="connsiteX1" fmla="*/ 178088 w 322868"/>
                    <a:gd name="connsiteY1" fmla="*/ 382379 h 920906"/>
                    <a:gd name="connsiteX2" fmla="*/ 322868 w 322868"/>
                    <a:gd name="connsiteY2" fmla="*/ 898046 h 920906"/>
                    <a:gd name="connsiteX3" fmla="*/ 0 w 322868"/>
                    <a:gd name="connsiteY3" fmla="*/ 920906 h 920906"/>
                    <a:gd name="connsiteX4" fmla="*/ 205740 w 322868"/>
                    <a:gd name="connsiteY4" fmla="*/ 8999 h 920906"/>
                    <a:gd name="connsiteX0" fmla="*/ 220439 w 337567"/>
                    <a:gd name="connsiteY0" fmla="*/ 8999 h 920906"/>
                    <a:gd name="connsiteX1" fmla="*/ 192787 w 337567"/>
                    <a:gd name="connsiteY1" fmla="*/ 382379 h 920906"/>
                    <a:gd name="connsiteX2" fmla="*/ 337567 w 337567"/>
                    <a:gd name="connsiteY2" fmla="*/ 898046 h 920906"/>
                    <a:gd name="connsiteX3" fmla="*/ 14699 w 337567"/>
                    <a:gd name="connsiteY3" fmla="*/ 920906 h 920906"/>
                    <a:gd name="connsiteX4" fmla="*/ 220439 w 337567"/>
                    <a:gd name="connsiteY4" fmla="*/ 8999 h 920906"/>
                    <a:gd name="connsiteX0" fmla="*/ 220439 w 337567"/>
                    <a:gd name="connsiteY0" fmla="*/ 10271 h 922178"/>
                    <a:gd name="connsiteX1" fmla="*/ 169927 w 337567"/>
                    <a:gd name="connsiteY1" fmla="*/ 337931 h 922178"/>
                    <a:gd name="connsiteX2" fmla="*/ 337567 w 337567"/>
                    <a:gd name="connsiteY2" fmla="*/ 899318 h 922178"/>
                    <a:gd name="connsiteX3" fmla="*/ 14699 w 337567"/>
                    <a:gd name="connsiteY3" fmla="*/ 922178 h 922178"/>
                    <a:gd name="connsiteX4" fmla="*/ 220439 w 337567"/>
                    <a:gd name="connsiteY4" fmla="*/ 10271 h 922178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37567 w 337567"/>
                    <a:gd name="connsiteY2" fmla="*/ 900681 h 923541"/>
                    <a:gd name="connsiteX3" fmla="*/ 14699 w 337567"/>
                    <a:gd name="connsiteY3" fmla="*/ 923541 h 923541"/>
                    <a:gd name="connsiteX4" fmla="*/ 220439 w 337567"/>
                    <a:gd name="connsiteY4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337567 w 337567"/>
                    <a:gd name="connsiteY3" fmla="*/ 900681 h 923541"/>
                    <a:gd name="connsiteX4" fmla="*/ 14699 w 337567"/>
                    <a:gd name="connsiteY4" fmla="*/ 923541 h 923541"/>
                    <a:gd name="connsiteX5" fmla="*/ 220439 w 337567"/>
                    <a:gd name="connsiteY5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258540 w 337567"/>
                    <a:gd name="connsiteY3" fmla="*/ 522175 h 923541"/>
                    <a:gd name="connsiteX4" fmla="*/ 337567 w 337567"/>
                    <a:gd name="connsiteY4" fmla="*/ 900681 h 923541"/>
                    <a:gd name="connsiteX5" fmla="*/ 14699 w 337567"/>
                    <a:gd name="connsiteY5" fmla="*/ 923541 h 923541"/>
                    <a:gd name="connsiteX6" fmla="*/ 220439 w 337567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5057 h 916964"/>
                    <a:gd name="connsiteX1" fmla="*/ 154687 w 319571"/>
                    <a:gd name="connsiteY1" fmla="*/ 294617 h 916964"/>
                    <a:gd name="connsiteX2" fmla="*/ 319500 w 319571"/>
                    <a:gd name="connsiteY2" fmla="*/ 317478 h 916964"/>
                    <a:gd name="connsiteX3" fmla="*/ 258540 w 319571"/>
                    <a:gd name="connsiteY3" fmla="*/ 515598 h 916964"/>
                    <a:gd name="connsiteX4" fmla="*/ 299467 w 319571"/>
                    <a:gd name="connsiteY4" fmla="*/ 894104 h 916964"/>
                    <a:gd name="connsiteX5" fmla="*/ 14699 w 319571"/>
                    <a:gd name="connsiteY5" fmla="*/ 916964 h 916964"/>
                    <a:gd name="connsiteX6" fmla="*/ 220439 w 319571"/>
                    <a:gd name="connsiteY6" fmla="*/ 5057 h 91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9571" h="916964">
                      <a:moveTo>
                        <a:pt x="220439" y="5057"/>
                      </a:moveTo>
                      <a:cubicBezTo>
                        <a:pt x="418867" y="-34790"/>
                        <a:pt x="163904" y="170157"/>
                        <a:pt x="154687" y="294617"/>
                      </a:cubicBezTo>
                      <a:cubicBezTo>
                        <a:pt x="168985" y="337797"/>
                        <a:pt x="300440" y="264773"/>
                        <a:pt x="319500" y="317478"/>
                      </a:cubicBezTo>
                      <a:cubicBezTo>
                        <a:pt x="322040" y="413998"/>
                        <a:pt x="256000" y="419078"/>
                        <a:pt x="258540" y="515598"/>
                      </a:cubicBezTo>
                      <a:lnTo>
                        <a:pt x="299467" y="894104"/>
                      </a:lnTo>
                      <a:lnTo>
                        <a:pt x="14699" y="916964"/>
                      </a:lnTo>
                      <a:cubicBezTo>
                        <a:pt x="83279" y="612995"/>
                        <a:pt x="-160561" y="88046"/>
                        <a:pt x="220439" y="5057"/>
                      </a:cubicBezTo>
                      <a:close/>
                    </a:path>
                  </a:pathLst>
                </a:custGeom>
                <a:solidFill>
                  <a:srgbClr val="964B2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2761E09-F367-449C-AB3E-555CA959AD71}"/>
                  </a:ext>
                </a:extLst>
              </p:cNvPr>
              <p:cNvGrpSpPr/>
              <p:nvPr/>
            </p:nvGrpSpPr>
            <p:grpSpPr>
              <a:xfrm>
                <a:off x="5323537" y="1418159"/>
                <a:ext cx="2233637" cy="1528654"/>
                <a:chOff x="6894063" y="1107912"/>
                <a:chExt cx="2233637" cy="1528654"/>
              </a:xfrm>
            </p:grpSpPr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id="{75B38807-E90C-4320-AC8D-5A78449EABEC}"/>
                    </a:ext>
                  </a:extLst>
                </p:cNvPr>
                <p:cNvSpPr/>
                <p:nvPr/>
              </p:nvSpPr>
              <p:spPr>
                <a:xfrm>
                  <a:off x="6943997" y="1107912"/>
                  <a:ext cx="2183703" cy="1528654"/>
                </a:xfrm>
                <a:custGeom>
                  <a:avLst/>
                  <a:gdLst>
                    <a:gd name="connsiteX0" fmla="*/ 0 w 973560"/>
                    <a:gd name="connsiteY0" fmla="*/ 0 h 565803"/>
                    <a:gd name="connsiteX1" fmla="*/ 973560 w 973560"/>
                    <a:gd name="connsiteY1" fmla="*/ 0 h 565803"/>
                    <a:gd name="connsiteX2" fmla="*/ 973560 w 973560"/>
                    <a:gd name="connsiteY2" fmla="*/ 565803 h 565803"/>
                    <a:gd name="connsiteX3" fmla="*/ 0 w 973560"/>
                    <a:gd name="connsiteY3" fmla="*/ 565803 h 565803"/>
                    <a:gd name="connsiteX4" fmla="*/ 0 w 973560"/>
                    <a:gd name="connsiteY4" fmla="*/ 0 h 565803"/>
                    <a:gd name="connsiteX0" fmla="*/ 632460 w 1606020"/>
                    <a:gd name="connsiteY0" fmla="*/ 0 h 565803"/>
                    <a:gd name="connsiteX1" fmla="*/ 1606020 w 1606020"/>
                    <a:gd name="connsiteY1" fmla="*/ 0 h 565803"/>
                    <a:gd name="connsiteX2" fmla="*/ 1606020 w 1606020"/>
                    <a:gd name="connsiteY2" fmla="*/ 565803 h 565803"/>
                    <a:gd name="connsiteX3" fmla="*/ 0 w 1606020"/>
                    <a:gd name="connsiteY3" fmla="*/ 390543 h 565803"/>
                    <a:gd name="connsiteX4" fmla="*/ 632460 w 1606020"/>
                    <a:gd name="connsiteY4" fmla="*/ 0 h 565803"/>
                    <a:gd name="connsiteX0" fmla="*/ 0 w 1606020"/>
                    <a:gd name="connsiteY0" fmla="*/ 390543 h 565803"/>
                    <a:gd name="connsiteX1" fmla="*/ 1606020 w 1606020"/>
                    <a:gd name="connsiteY1" fmla="*/ 0 h 565803"/>
                    <a:gd name="connsiteX2" fmla="*/ 1606020 w 1606020"/>
                    <a:gd name="connsiteY2" fmla="*/ 565803 h 565803"/>
                    <a:gd name="connsiteX3" fmla="*/ 0 w 1606020"/>
                    <a:gd name="connsiteY3" fmla="*/ 390543 h 565803"/>
                    <a:gd name="connsiteX0" fmla="*/ 0 w 2124180"/>
                    <a:gd name="connsiteY0" fmla="*/ 611523 h 786783"/>
                    <a:gd name="connsiteX1" fmla="*/ 2124180 w 2124180"/>
                    <a:gd name="connsiteY1" fmla="*/ 0 h 786783"/>
                    <a:gd name="connsiteX2" fmla="*/ 1606020 w 2124180"/>
                    <a:gd name="connsiteY2" fmla="*/ 786783 h 786783"/>
                    <a:gd name="connsiteX3" fmla="*/ 0 w 2124180"/>
                    <a:gd name="connsiteY3" fmla="*/ 611523 h 786783"/>
                    <a:gd name="connsiteX0" fmla="*/ 0 w 2124180"/>
                    <a:gd name="connsiteY0" fmla="*/ 919598 h 1094858"/>
                    <a:gd name="connsiteX1" fmla="*/ 2124180 w 2124180"/>
                    <a:gd name="connsiteY1" fmla="*/ 308075 h 1094858"/>
                    <a:gd name="connsiteX2" fmla="*/ 1606020 w 2124180"/>
                    <a:gd name="connsiteY2" fmla="*/ 1094858 h 1094858"/>
                    <a:gd name="connsiteX3" fmla="*/ 0 w 2124180"/>
                    <a:gd name="connsiteY3" fmla="*/ 919598 h 1094858"/>
                    <a:gd name="connsiteX0" fmla="*/ 0 w 2124180"/>
                    <a:gd name="connsiteY0" fmla="*/ 995019 h 1170279"/>
                    <a:gd name="connsiteX1" fmla="*/ 2124180 w 2124180"/>
                    <a:gd name="connsiteY1" fmla="*/ 383496 h 1170279"/>
                    <a:gd name="connsiteX2" fmla="*/ 1606020 w 2124180"/>
                    <a:gd name="connsiteY2" fmla="*/ 1170279 h 1170279"/>
                    <a:gd name="connsiteX3" fmla="*/ 0 w 2124180"/>
                    <a:gd name="connsiteY3" fmla="*/ 995019 h 1170279"/>
                    <a:gd name="connsiteX0" fmla="*/ 0 w 2124180"/>
                    <a:gd name="connsiteY0" fmla="*/ 973679 h 1148939"/>
                    <a:gd name="connsiteX1" fmla="*/ 2124180 w 2124180"/>
                    <a:gd name="connsiteY1" fmla="*/ 415496 h 1148939"/>
                    <a:gd name="connsiteX2" fmla="*/ 1606020 w 2124180"/>
                    <a:gd name="connsiteY2" fmla="*/ 1148939 h 1148939"/>
                    <a:gd name="connsiteX3" fmla="*/ 0 w 2124180"/>
                    <a:gd name="connsiteY3" fmla="*/ 973679 h 1148939"/>
                    <a:gd name="connsiteX0" fmla="*/ 0 w 2124180"/>
                    <a:gd name="connsiteY0" fmla="*/ 993027 h 1168287"/>
                    <a:gd name="connsiteX1" fmla="*/ 2124180 w 2124180"/>
                    <a:gd name="connsiteY1" fmla="*/ 434844 h 1168287"/>
                    <a:gd name="connsiteX2" fmla="*/ 1606020 w 2124180"/>
                    <a:gd name="connsiteY2" fmla="*/ 1168287 h 1168287"/>
                    <a:gd name="connsiteX3" fmla="*/ 0 w 2124180"/>
                    <a:gd name="connsiteY3" fmla="*/ 993027 h 1168287"/>
                    <a:gd name="connsiteX0" fmla="*/ 0 w 2124180"/>
                    <a:gd name="connsiteY0" fmla="*/ 996202 h 1171462"/>
                    <a:gd name="connsiteX1" fmla="*/ 2124180 w 2124180"/>
                    <a:gd name="connsiteY1" fmla="*/ 438019 h 1171462"/>
                    <a:gd name="connsiteX2" fmla="*/ 1606020 w 2124180"/>
                    <a:gd name="connsiteY2" fmla="*/ 1171462 h 1171462"/>
                    <a:gd name="connsiteX3" fmla="*/ 0 w 2124180"/>
                    <a:gd name="connsiteY3" fmla="*/ 996202 h 1171462"/>
                    <a:gd name="connsiteX0" fmla="*/ 0 w 2124180"/>
                    <a:gd name="connsiteY0" fmla="*/ 996202 h 996202"/>
                    <a:gd name="connsiteX1" fmla="*/ 2124180 w 2124180"/>
                    <a:gd name="connsiteY1" fmla="*/ 438019 h 996202"/>
                    <a:gd name="connsiteX2" fmla="*/ 0 w 2124180"/>
                    <a:gd name="connsiteY2" fmla="*/ 996202 h 996202"/>
                    <a:gd name="connsiteX0" fmla="*/ 0 w 2197286"/>
                    <a:gd name="connsiteY0" fmla="*/ 996202 h 1339414"/>
                    <a:gd name="connsiteX1" fmla="*/ 2124180 w 2197286"/>
                    <a:gd name="connsiteY1" fmla="*/ 438019 h 1339414"/>
                    <a:gd name="connsiteX2" fmla="*/ 0 w 2197286"/>
                    <a:gd name="connsiteY2" fmla="*/ 996202 h 1339414"/>
                    <a:gd name="connsiteX0" fmla="*/ 0 w 2182064"/>
                    <a:gd name="connsiteY0" fmla="*/ 996202 h 1569278"/>
                    <a:gd name="connsiteX1" fmla="*/ 2124180 w 2182064"/>
                    <a:gd name="connsiteY1" fmla="*/ 438019 h 1569278"/>
                    <a:gd name="connsiteX2" fmla="*/ 0 w 2182064"/>
                    <a:gd name="connsiteY2" fmla="*/ 996202 h 1569278"/>
                    <a:gd name="connsiteX0" fmla="*/ 0 w 2183703"/>
                    <a:gd name="connsiteY0" fmla="*/ 996202 h 1528654"/>
                    <a:gd name="connsiteX1" fmla="*/ 2124180 w 2183703"/>
                    <a:gd name="connsiteY1" fmla="*/ 438019 h 1528654"/>
                    <a:gd name="connsiteX2" fmla="*/ 0 w 2183703"/>
                    <a:gd name="connsiteY2" fmla="*/ 996202 h 1528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83703" h="1528654">
                      <a:moveTo>
                        <a:pt x="0" y="996202"/>
                      </a:moveTo>
                      <a:cubicBezTo>
                        <a:pt x="1416720" y="-777359"/>
                        <a:pt x="2101920" y="337060"/>
                        <a:pt x="2124180" y="438019"/>
                      </a:cubicBezTo>
                      <a:cubicBezTo>
                        <a:pt x="2597220" y="2087120"/>
                        <a:pt x="98460" y="1511181"/>
                        <a:pt x="0" y="996202"/>
                      </a:cubicBezTo>
                      <a:close/>
                    </a:path>
                  </a:pathLst>
                </a:custGeom>
                <a:solidFill>
                  <a:srgbClr val="FEB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B2B5479F-EFC0-41D8-B85B-B8EB8D07F384}"/>
                    </a:ext>
                  </a:extLst>
                </p:cNvPr>
                <p:cNvSpPr/>
                <p:nvPr/>
              </p:nvSpPr>
              <p:spPr>
                <a:xfrm rot="20600351">
                  <a:off x="6894063" y="1968657"/>
                  <a:ext cx="195519" cy="1431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49D1CDB7-67A8-4BEB-8E2D-E084E89C3E92}"/>
                  </a:ext>
                </a:extLst>
              </p:cNvPr>
              <p:cNvGrpSpPr/>
              <p:nvPr/>
            </p:nvGrpSpPr>
            <p:grpSpPr>
              <a:xfrm>
                <a:off x="6232354" y="1827540"/>
                <a:ext cx="649541" cy="559487"/>
                <a:chOff x="7802880" y="1517293"/>
                <a:chExt cx="649541" cy="559487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B6C5E68C-1E55-4942-B57D-AFE82E254303}"/>
                    </a:ext>
                  </a:extLst>
                </p:cNvPr>
                <p:cNvSpPr/>
                <p:nvPr/>
              </p:nvSpPr>
              <p:spPr>
                <a:xfrm>
                  <a:off x="7802880" y="1546875"/>
                  <a:ext cx="601979" cy="52990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8595F46B-0360-41AB-A90F-4239C5E7F551}"/>
                    </a:ext>
                  </a:extLst>
                </p:cNvPr>
                <p:cNvSpPr/>
                <p:nvPr/>
              </p:nvSpPr>
              <p:spPr>
                <a:xfrm>
                  <a:off x="7917528" y="1765274"/>
                  <a:ext cx="122304" cy="10766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FBD72884-AE41-48D1-A3D3-2A1B0318553D}"/>
                    </a:ext>
                  </a:extLst>
                </p:cNvPr>
                <p:cNvSpPr/>
                <p:nvPr/>
              </p:nvSpPr>
              <p:spPr>
                <a:xfrm>
                  <a:off x="8054462" y="1620679"/>
                  <a:ext cx="171027" cy="15055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F4B9E652-E170-4089-ADC4-C8BF281970AC}"/>
                    </a:ext>
                  </a:extLst>
                </p:cNvPr>
                <p:cNvSpPr/>
                <p:nvPr/>
              </p:nvSpPr>
              <p:spPr>
                <a:xfrm rot="3257763">
                  <a:off x="8283257" y="1474718"/>
                  <a:ext cx="126589" cy="211739"/>
                </a:xfrm>
                <a:custGeom>
                  <a:avLst/>
                  <a:gdLst>
                    <a:gd name="connsiteX0" fmla="*/ 79867 w 96751"/>
                    <a:gd name="connsiteY0" fmla="*/ 0 h 195431"/>
                    <a:gd name="connsiteX1" fmla="*/ 84598 w 96751"/>
                    <a:gd name="connsiteY1" fmla="*/ 6525 h 195431"/>
                    <a:gd name="connsiteX2" fmla="*/ 96751 w 96751"/>
                    <a:gd name="connsiteY2" fmla="*/ 62499 h 195431"/>
                    <a:gd name="connsiteX3" fmla="*/ 2300 w 96751"/>
                    <a:gd name="connsiteY3" fmla="*/ 194999 h 195431"/>
                    <a:gd name="connsiteX4" fmla="*/ 0 w 96751"/>
                    <a:gd name="connsiteY4" fmla="*/ 195431 h 195431"/>
                    <a:gd name="connsiteX5" fmla="*/ 8946 w 96751"/>
                    <a:gd name="connsiteY5" fmla="*/ 184588 h 195431"/>
                    <a:gd name="connsiteX6" fmla="*/ 77739 w 96751"/>
                    <a:gd name="connsiteY6" fmla="*/ 21105 h 195431"/>
                    <a:gd name="connsiteX7" fmla="*/ 79867 w 96751"/>
                    <a:gd name="connsiteY7" fmla="*/ 0 h 195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6751" h="195431">
                      <a:moveTo>
                        <a:pt x="79867" y="0"/>
                      </a:moveTo>
                      <a:lnTo>
                        <a:pt x="84598" y="6525"/>
                      </a:lnTo>
                      <a:cubicBezTo>
                        <a:pt x="92424" y="23729"/>
                        <a:pt x="96751" y="42644"/>
                        <a:pt x="96751" y="62499"/>
                      </a:cubicBezTo>
                      <a:cubicBezTo>
                        <a:pt x="96751" y="122063"/>
                        <a:pt x="57805" y="173169"/>
                        <a:pt x="2300" y="194999"/>
                      </a:cubicBezTo>
                      <a:lnTo>
                        <a:pt x="0" y="195431"/>
                      </a:lnTo>
                      <a:lnTo>
                        <a:pt x="8946" y="184588"/>
                      </a:lnTo>
                      <a:cubicBezTo>
                        <a:pt x="41811" y="135942"/>
                        <a:pt x="65559" y="80630"/>
                        <a:pt x="77739" y="21105"/>
                      </a:cubicBezTo>
                      <a:lnTo>
                        <a:pt x="79867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899B8571-5E2A-4F51-95CB-B4FEEE31096A}"/>
                  </a:ext>
                </a:extLst>
              </p:cNvPr>
              <p:cNvGrpSpPr/>
              <p:nvPr/>
            </p:nvGrpSpPr>
            <p:grpSpPr>
              <a:xfrm>
                <a:off x="7243909" y="746201"/>
                <a:ext cx="1144947" cy="1180297"/>
                <a:chOff x="8814435" y="435954"/>
                <a:chExt cx="1144947" cy="1180297"/>
              </a:xfrm>
            </p:grpSpPr>
            <p:sp>
              <p:nvSpPr>
                <p:cNvPr id="93" name="Rectangle 10">
                  <a:extLst>
                    <a:ext uri="{FF2B5EF4-FFF2-40B4-BE49-F238E27FC236}">
                      <a16:creationId xmlns:a16="http://schemas.microsoft.com/office/drawing/2014/main" id="{9C6B9182-61F6-42BF-A51D-401BED18DC2D}"/>
                    </a:ext>
                  </a:extLst>
                </p:cNvPr>
                <p:cNvSpPr/>
                <p:nvPr/>
              </p:nvSpPr>
              <p:spPr>
                <a:xfrm flipH="1">
                  <a:off x="8835260" y="435954"/>
                  <a:ext cx="319571" cy="916964"/>
                </a:xfrm>
                <a:custGeom>
                  <a:avLst/>
                  <a:gdLst>
                    <a:gd name="connsiteX0" fmla="*/ 0 w 315248"/>
                    <a:gd name="connsiteY0" fmla="*/ 0 h 789987"/>
                    <a:gd name="connsiteX1" fmla="*/ 315248 w 315248"/>
                    <a:gd name="connsiteY1" fmla="*/ 0 h 789987"/>
                    <a:gd name="connsiteX2" fmla="*/ 315248 w 315248"/>
                    <a:gd name="connsiteY2" fmla="*/ 789987 h 789987"/>
                    <a:gd name="connsiteX3" fmla="*/ 0 w 315248"/>
                    <a:gd name="connsiteY3" fmla="*/ 789987 h 789987"/>
                    <a:gd name="connsiteX4" fmla="*/ 0 w 315248"/>
                    <a:gd name="connsiteY4" fmla="*/ 0 h 789987"/>
                    <a:gd name="connsiteX0" fmla="*/ 7620 w 322868"/>
                    <a:gd name="connsiteY0" fmla="*/ 0 h 812847"/>
                    <a:gd name="connsiteX1" fmla="*/ 322868 w 322868"/>
                    <a:gd name="connsiteY1" fmla="*/ 0 h 812847"/>
                    <a:gd name="connsiteX2" fmla="*/ 322868 w 322868"/>
                    <a:gd name="connsiteY2" fmla="*/ 789987 h 812847"/>
                    <a:gd name="connsiteX3" fmla="*/ 0 w 322868"/>
                    <a:gd name="connsiteY3" fmla="*/ 812847 h 812847"/>
                    <a:gd name="connsiteX4" fmla="*/ 7620 w 322868"/>
                    <a:gd name="connsiteY4" fmla="*/ 0 h 812847"/>
                    <a:gd name="connsiteX0" fmla="*/ 205740 w 322868"/>
                    <a:gd name="connsiteY0" fmla="*/ 0 h 911907"/>
                    <a:gd name="connsiteX1" fmla="*/ 322868 w 322868"/>
                    <a:gd name="connsiteY1" fmla="*/ 9906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0 h 911907"/>
                    <a:gd name="connsiteX1" fmla="*/ 178088 w 322868"/>
                    <a:gd name="connsiteY1" fmla="*/ 373380 h 911907"/>
                    <a:gd name="connsiteX2" fmla="*/ 322868 w 322868"/>
                    <a:gd name="connsiteY2" fmla="*/ 889047 h 911907"/>
                    <a:gd name="connsiteX3" fmla="*/ 0 w 322868"/>
                    <a:gd name="connsiteY3" fmla="*/ 911907 h 911907"/>
                    <a:gd name="connsiteX4" fmla="*/ 205740 w 322868"/>
                    <a:gd name="connsiteY4" fmla="*/ 0 h 911907"/>
                    <a:gd name="connsiteX0" fmla="*/ 205740 w 322868"/>
                    <a:gd name="connsiteY0" fmla="*/ 8999 h 920906"/>
                    <a:gd name="connsiteX1" fmla="*/ 178088 w 322868"/>
                    <a:gd name="connsiteY1" fmla="*/ 382379 h 920906"/>
                    <a:gd name="connsiteX2" fmla="*/ 322868 w 322868"/>
                    <a:gd name="connsiteY2" fmla="*/ 898046 h 920906"/>
                    <a:gd name="connsiteX3" fmla="*/ 0 w 322868"/>
                    <a:gd name="connsiteY3" fmla="*/ 920906 h 920906"/>
                    <a:gd name="connsiteX4" fmla="*/ 205740 w 322868"/>
                    <a:gd name="connsiteY4" fmla="*/ 8999 h 920906"/>
                    <a:gd name="connsiteX0" fmla="*/ 220439 w 337567"/>
                    <a:gd name="connsiteY0" fmla="*/ 8999 h 920906"/>
                    <a:gd name="connsiteX1" fmla="*/ 192787 w 337567"/>
                    <a:gd name="connsiteY1" fmla="*/ 382379 h 920906"/>
                    <a:gd name="connsiteX2" fmla="*/ 337567 w 337567"/>
                    <a:gd name="connsiteY2" fmla="*/ 898046 h 920906"/>
                    <a:gd name="connsiteX3" fmla="*/ 14699 w 337567"/>
                    <a:gd name="connsiteY3" fmla="*/ 920906 h 920906"/>
                    <a:gd name="connsiteX4" fmla="*/ 220439 w 337567"/>
                    <a:gd name="connsiteY4" fmla="*/ 8999 h 920906"/>
                    <a:gd name="connsiteX0" fmla="*/ 220439 w 337567"/>
                    <a:gd name="connsiteY0" fmla="*/ 10271 h 922178"/>
                    <a:gd name="connsiteX1" fmla="*/ 169927 w 337567"/>
                    <a:gd name="connsiteY1" fmla="*/ 337931 h 922178"/>
                    <a:gd name="connsiteX2" fmla="*/ 337567 w 337567"/>
                    <a:gd name="connsiteY2" fmla="*/ 899318 h 922178"/>
                    <a:gd name="connsiteX3" fmla="*/ 14699 w 337567"/>
                    <a:gd name="connsiteY3" fmla="*/ 922178 h 922178"/>
                    <a:gd name="connsiteX4" fmla="*/ 220439 w 337567"/>
                    <a:gd name="connsiteY4" fmla="*/ 10271 h 922178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37567 w 337567"/>
                    <a:gd name="connsiteY2" fmla="*/ 900681 h 923541"/>
                    <a:gd name="connsiteX3" fmla="*/ 14699 w 337567"/>
                    <a:gd name="connsiteY3" fmla="*/ 923541 h 923541"/>
                    <a:gd name="connsiteX4" fmla="*/ 220439 w 337567"/>
                    <a:gd name="connsiteY4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337567 w 337567"/>
                    <a:gd name="connsiteY3" fmla="*/ 900681 h 923541"/>
                    <a:gd name="connsiteX4" fmla="*/ 14699 w 337567"/>
                    <a:gd name="connsiteY4" fmla="*/ 923541 h 923541"/>
                    <a:gd name="connsiteX5" fmla="*/ 220439 w 337567"/>
                    <a:gd name="connsiteY5" fmla="*/ 11634 h 923541"/>
                    <a:gd name="connsiteX0" fmla="*/ 220439 w 337567"/>
                    <a:gd name="connsiteY0" fmla="*/ 11634 h 923541"/>
                    <a:gd name="connsiteX1" fmla="*/ 154687 w 337567"/>
                    <a:gd name="connsiteY1" fmla="*/ 301194 h 923541"/>
                    <a:gd name="connsiteX2" fmla="*/ 319500 w 337567"/>
                    <a:gd name="connsiteY2" fmla="*/ 324055 h 923541"/>
                    <a:gd name="connsiteX3" fmla="*/ 258540 w 337567"/>
                    <a:gd name="connsiteY3" fmla="*/ 522175 h 923541"/>
                    <a:gd name="connsiteX4" fmla="*/ 337567 w 337567"/>
                    <a:gd name="connsiteY4" fmla="*/ 900681 h 923541"/>
                    <a:gd name="connsiteX5" fmla="*/ 14699 w 337567"/>
                    <a:gd name="connsiteY5" fmla="*/ 923541 h 923541"/>
                    <a:gd name="connsiteX6" fmla="*/ 220439 w 337567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11634 h 923541"/>
                    <a:gd name="connsiteX1" fmla="*/ 154687 w 319571"/>
                    <a:gd name="connsiteY1" fmla="*/ 301194 h 923541"/>
                    <a:gd name="connsiteX2" fmla="*/ 319500 w 319571"/>
                    <a:gd name="connsiteY2" fmla="*/ 324055 h 923541"/>
                    <a:gd name="connsiteX3" fmla="*/ 258540 w 319571"/>
                    <a:gd name="connsiteY3" fmla="*/ 522175 h 923541"/>
                    <a:gd name="connsiteX4" fmla="*/ 299467 w 319571"/>
                    <a:gd name="connsiteY4" fmla="*/ 900681 h 923541"/>
                    <a:gd name="connsiteX5" fmla="*/ 14699 w 319571"/>
                    <a:gd name="connsiteY5" fmla="*/ 923541 h 923541"/>
                    <a:gd name="connsiteX6" fmla="*/ 220439 w 319571"/>
                    <a:gd name="connsiteY6" fmla="*/ 11634 h 923541"/>
                    <a:gd name="connsiteX0" fmla="*/ 220439 w 319571"/>
                    <a:gd name="connsiteY0" fmla="*/ 5057 h 916964"/>
                    <a:gd name="connsiteX1" fmla="*/ 154687 w 319571"/>
                    <a:gd name="connsiteY1" fmla="*/ 294617 h 916964"/>
                    <a:gd name="connsiteX2" fmla="*/ 319500 w 319571"/>
                    <a:gd name="connsiteY2" fmla="*/ 317478 h 916964"/>
                    <a:gd name="connsiteX3" fmla="*/ 258540 w 319571"/>
                    <a:gd name="connsiteY3" fmla="*/ 515598 h 916964"/>
                    <a:gd name="connsiteX4" fmla="*/ 299467 w 319571"/>
                    <a:gd name="connsiteY4" fmla="*/ 894104 h 916964"/>
                    <a:gd name="connsiteX5" fmla="*/ 14699 w 319571"/>
                    <a:gd name="connsiteY5" fmla="*/ 916964 h 916964"/>
                    <a:gd name="connsiteX6" fmla="*/ 220439 w 319571"/>
                    <a:gd name="connsiteY6" fmla="*/ 5057 h 91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9571" h="916964">
                      <a:moveTo>
                        <a:pt x="220439" y="5057"/>
                      </a:moveTo>
                      <a:cubicBezTo>
                        <a:pt x="418867" y="-34790"/>
                        <a:pt x="163904" y="170157"/>
                        <a:pt x="154687" y="294617"/>
                      </a:cubicBezTo>
                      <a:cubicBezTo>
                        <a:pt x="168985" y="337797"/>
                        <a:pt x="300440" y="264773"/>
                        <a:pt x="319500" y="317478"/>
                      </a:cubicBezTo>
                      <a:cubicBezTo>
                        <a:pt x="322040" y="413998"/>
                        <a:pt x="256000" y="419078"/>
                        <a:pt x="258540" y="515598"/>
                      </a:cubicBezTo>
                      <a:lnTo>
                        <a:pt x="299467" y="894104"/>
                      </a:lnTo>
                      <a:lnTo>
                        <a:pt x="14699" y="916964"/>
                      </a:lnTo>
                      <a:cubicBezTo>
                        <a:pt x="83279" y="612995"/>
                        <a:pt x="-160561" y="88046"/>
                        <a:pt x="220439" y="5057"/>
                      </a:cubicBezTo>
                      <a:close/>
                    </a:path>
                  </a:pathLst>
                </a:custGeom>
                <a:solidFill>
                  <a:srgbClr val="964B2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11">
                  <a:extLst>
                    <a:ext uri="{FF2B5EF4-FFF2-40B4-BE49-F238E27FC236}">
                      <a16:creationId xmlns:a16="http://schemas.microsoft.com/office/drawing/2014/main" id="{F5AA2C98-0E8C-47A9-B40C-50C3C84B9E48}"/>
                    </a:ext>
                  </a:extLst>
                </p:cNvPr>
                <p:cNvSpPr/>
                <p:nvPr/>
              </p:nvSpPr>
              <p:spPr>
                <a:xfrm>
                  <a:off x="8814435" y="795150"/>
                  <a:ext cx="1129745" cy="821101"/>
                </a:xfrm>
                <a:custGeom>
                  <a:avLst/>
                  <a:gdLst>
                    <a:gd name="connsiteX0" fmla="*/ 0 w 494240"/>
                    <a:gd name="connsiteY0" fmla="*/ 0 h 243840"/>
                    <a:gd name="connsiteX1" fmla="*/ 494240 w 494240"/>
                    <a:gd name="connsiteY1" fmla="*/ 0 h 243840"/>
                    <a:gd name="connsiteX2" fmla="*/ 494240 w 494240"/>
                    <a:gd name="connsiteY2" fmla="*/ 243840 h 243840"/>
                    <a:gd name="connsiteX3" fmla="*/ 0 w 494240"/>
                    <a:gd name="connsiteY3" fmla="*/ 243840 h 243840"/>
                    <a:gd name="connsiteX4" fmla="*/ 0 w 494240"/>
                    <a:gd name="connsiteY4" fmla="*/ 0 h 243840"/>
                    <a:gd name="connsiteX0" fmla="*/ 0 w 1309580"/>
                    <a:gd name="connsiteY0" fmla="*/ 54102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0 w 1309580"/>
                    <a:gd name="connsiteY4" fmla="*/ 541020 h 784860"/>
                    <a:gd name="connsiteX0" fmla="*/ 180975 w 1309580"/>
                    <a:gd name="connsiteY0" fmla="*/ 56007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180975 w 1309580"/>
                    <a:gd name="connsiteY4" fmla="*/ 560070 h 784860"/>
                    <a:gd name="connsiteX0" fmla="*/ 0 w 1128605"/>
                    <a:gd name="connsiteY0" fmla="*/ 560070 h 784860"/>
                    <a:gd name="connsiteX1" fmla="*/ 1128605 w 1128605"/>
                    <a:gd name="connsiteY1" fmla="*/ 0 h 784860"/>
                    <a:gd name="connsiteX2" fmla="*/ 313265 w 1128605"/>
                    <a:gd name="connsiteY2" fmla="*/ 784860 h 784860"/>
                    <a:gd name="connsiteX3" fmla="*/ 0 w 1128605"/>
                    <a:gd name="connsiteY3" fmla="*/ 560070 h 784860"/>
                    <a:gd name="connsiteX0" fmla="*/ 0 w 1128605"/>
                    <a:gd name="connsiteY0" fmla="*/ 560070 h 718185"/>
                    <a:gd name="connsiteX1" fmla="*/ 1128605 w 1128605"/>
                    <a:gd name="connsiteY1" fmla="*/ 0 h 718185"/>
                    <a:gd name="connsiteX2" fmla="*/ 27515 w 1128605"/>
                    <a:gd name="connsiteY2" fmla="*/ 718185 h 718185"/>
                    <a:gd name="connsiteX3" fmla="*/ 0 w 1128605"/>
                    <a:gd name="connsiteY3" fmla="*/ 560070 h 718185"/>
                    <a:gd name="connsiteX0" fmla="*/ 0 w 1128605"/>
                    <a:gd name="connsiteY0" fmla="*/ 575815 h 733930"/>
                    <a:gd name="connsiteX1" fmla="*/ 1128605 w 1128605"/>
                    <a:gd name="connsiteY1" fmla="*/ 15745 h 733930"/>
                    <a:gd name="connsiteX2" fmla="*/ 27515 w 1128605"/>
                    <a:gd name="connsiteY2" fmla="*/ 733930 h 733930"/>
                    <a:gd name="connsiteX3" fmla="*/ 0 w 1128605"/>
                    <a:gd name="connsiteY3" fmla="*/ 575815 h 733930"/>
                    <a:gd name="connsiteX0" fmla="*/ 0 w 1128605"/>
                    <a:gd name="connsiteY0" fmla="*/ 572639 h 730754"/>
                    <a:gd name="connsiteX1" fmla="*/ 1128605 w 1128605"/>
                    <a:gd name="connsiteY1" fmla="*/ 12569 h 730754"/>
                    <a:gd name="connsiteX2" fmla="*/ 27515 w 1128605"/>
                    <a:gd name="connsiteY2" fmla="*/ 730754 h 730754"/>
                    <a:gd name="connsiteX3" fmla="*/ 0 w 1128605"/>
                    <a:gd name="connsiteY3" fmla="*/ 572639 h 730754"/>
                    <a:gd name="connsiteX0" fmla="*/ 0 w 1128605"/>
                    <a:gd name="connsiteY0" fmla="*/ 572639 h 811147"/>
                    <a:gd name="connsiteX1" fmla="*/ 1128605 w 1128605"/>
                    <a:gd name="connsiteY1" fmla="*/ 12569 h 811147"/>
                    <a:gd name="connsiteX2" fmla="*/ 27515 w 1128605"/>
                    <a:gd name="connsiteY2" fmla="*/ 730754 h 811147"/>
                    <a:gd name="connsiteX3" fmla="*/ 0 w 1128605"/>
                    <a:gd name="connsiteY3" fmla="*/ 572639 h 811147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  <a:gd name="connsiteX3" fmla="*/ 0 w 1129745"/>
                    <a:gd name="connsiteY3" fmla="*/ 572639 h 821101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  <a:gd name="connsiteX3" fmla="*/ 91440 w 1129745"/>
                    <a:gd name="connsiteY3" fmla="*/ 664079 h 821101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29745" h="821101">
                      <a:moveTo>
                        <a:pt x="0" y="572639"/>
                      </a:moveTo>
                      <a:cubicBezTo>
                        <a:pt x="71402" y="533587"/>
                        <a:pt x="247578" y="-96016"/>
                        <a:pt x="1128605" y="12569"/>
                      </a:cubicBezTo>
                      <a:cubicBezTo>
                        <a:pt x="1152100" y="380552"/>
                        <a:pt x="813645" y="1067621"/>
                        <a:pt x="27515" y="730754"/>
                      </a:cubicBezTo>
                    </a:path>
                  </a:pathLst>
                </a:custGeom>
                <a:solidFill>
                  <a:srgbClr val="FEB1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11">
                  <a:extLst>
                    <a:ext uri="{FF2B5EF4-FFF2-40B4-BE49-F238E27FC236}">
                      <a16:creationId xmlns:a16="http://schemas.microsoft.com/office/drawing/2014/main" id="{C5D21DB6-66A4-4361-A9B7-5291F9DFD280}"/>
                    </a:ext>
                  </a:extLst>
                </p:cNvPr>
                <p:cNvSpPr/>
                <p:nvPr/>
              </p:nvSpPr>
              <p:spPr>
                <a:xfrm rot="19918342">
                  <a:off x="8843806" y="1026605"/>
                  <a:ext cx="1115576" cy="444675"/>
                </a:xfrm>
                <a:custGeom>
                  <a:avLst/>
                  <a:gdLst>
                    <a:gd name="connsiteX0" fmla="*/ 0 w 494240"/>
                    <a:gd name="connsiteY0" fmla="*/ 0 h 243840"/>
                    <a:gd name="connsiteX1" fmla="*/ 494240 w 494240"/>
                    <a:gd name="connsiteY1" fmla="*/ 0 h 243840"/>
                    <a:gd name="connsiteX2" fmla="*/ 494240 w 494240"/>
                    <a:gd name="connsiteY2" fmla="*/ 243840 h 243840"/>
                    <a:gd name="connsiteX3" fmla="*/ 0 w 494240"/>
                    <a:gd name="connsiteY3" fmla="*/ 243840 h 243840"/>
                    <a:gd name="connsiteX4" fmla="*/ 0 w 494240"/>
                    <a:gd name="connsiteY4" fmla="*/ 0 h 243840"/>
                    <a:gd name="connsiteX0" fmla="*/ 0 w 1309580"/>
                    <a:gd name="connsiteY0" fmla="*/ 54102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0 w 1309580"/>
                    <a:gd name="connsiteY4" fmla="*/ 541020 h 784860"/>
                    <a:gd name="connsiteX0" fmla="*/ 180975 w 1309580"/>
                    <a:gd name="connsiteY0" fmla="*/ 560070 h 784860"/>
                    <a:gd name="connsiteX1" fmla="*/ 1309580 w 1309580"/>
                    <a:gd name="connsiteY1" fmla="*/ 0 h 784860"/>
                    <a:gd name="connsiteX2" fmla="*/ 494240 w 1309580"/>
                    <a:gd name="connsiteY2" fmla="*/ 784860 h 784860"/>
                    <a:gd name="connsiteX3" fmla="*/ 0 w 1309580"/>
                    <a:gd name="connsiteY3" fmla="*/ 784860 h 784860"/>
                    <a:gd name="connsiteX4" fmla="*/ 180975 w 1309580"/>
                    <a:gd name="connsiteY4" fmla="*/ 560070 h 784860"/>
                    <a:gd name="connsiteX0" fmla="*/ 0 w 1128605"/>
                    <a:gd name="connsiteY0" fmla="*/ 560070 h 784860"/>
                    <a:gd name="connsiteX1" fmla="*/ 1128605 w 1128605"/>
                    <a:gd name="connsiteY1" fmla="*/ 0 h 784860"/>
                    <a:gd name="connsiteX2" fmla="*/ 313265 w 1128605"/>
                    <a:gd name="connsiteY2" fmla="*/ 784860 h 784860"/>
                    <a:gd name="connsiteX3" fmla="*/ 0 w 1128605"/>
                    <a:gd name="connsiteY3" fmla="*/ 560070 h 784860"/>
                    <a:gd name="connsiteX0" fmla="*/ 0 w 1128605"/>
                    <a:gd name="connsiteY0" fmla="*/ 560070 h 718185"/>
                    <a:gd name="connsiteX1" fmla="*/ 1128605 w 1128605"/>
                    <a:gd name="connsiteY1" fmla="*/ 0 h 718185"/>
                    <a:gd name="connsiteX2" fmla="*/ 27515 w 1128605"/>
                    <a:gd name="connsiteY2" fmla="*/ 718185 h 718185"/>
                    <a:gd name="connsiteX3" fmla="*/ 0 w 1128605"/>
                    <a:gd name="connsiteY3" fmla="*/ 560070 h 718185"/>
                    <a:gd name="connsiteX0" fmla="*/ 0 w 1128605"/>
                    <a:gd name="connsiteY0" fmla="*/ 575815 h 733930"/>
                    <a:gd name="connsiteX1" fmla="*/ 1128605 w 1128605"/>
                    <a:gd name="connsiteY1" fmla="*/ 15745 h 733930"/>
                    <a:gd name="connsiteX2" fmla="*/ 27515 w 1128605"/>
                    <a:gd name="connsiteY2" fmla="*/ 733930 h 733930"/>
                    <a:gd name="connsiteX3" fmla="*/ 0 w 1128605"/>
                    <a:gd name="connsiteY3" fmla="*/ 575815 h 733930"/>
                    <a:gd name="connsiteX0" fmla="*/ 0 w 1128605"/>
                    <a:gd name="connsiteY0" fmla="*/ 572639 h 730754"/>
                    <a:gd name="connsiteX1" fmla="*/ 1128605 w 1128605"/>
                    <a:gd name="connsiteY1" fmla="*/ 12569 h 730754"/>
                    <a:gd name="connsiteX2" fmla="*/ 27515 w 1128605"/>
                    <a:gd name="connsiteY2" fmla="*/ 730754 h 730754"/>
                    <a:gd name="connsiteX3" fmla="*/ 0 w 1128605"/>
                    <a:gd name="connsiteY3" fmla="*/ 572639 h 730754"/>
                    <a:gd name="connsiteX0" fmla="*/ 0 w 1128605"/>
                    <a:gd name="connsiteY0" fmla="*/ 572639 h 811147"/>
                    <a:gd name="connsiteX1" fmla="*/ 1128605 w 1128605"/>
                    <a:gd name="connsiteY1" fmla="*/ 12569 h 811147"/>
                    <a:gd name="connsiteX2" fmla="*/ 27515 w 1128605"/>
                    <a:gd name="connsiteY2" fmla="*/ 730754 h 811147"/>
                    <a:gd name="connsiteX3" fmla="*/ 0 w 1128605"/>
                    <a:gd name="connsiteY3" fmla="*/ 572639 h 811147"/>
                    <a:gd name="connsiteX0" fmla="*/ 0 w 1129745"/>
                    <a:gd name="connsiteY0" fmla="*/ 572639 h 821101"/>
                    <a:gd name="connsiteX1" fmla="*/ 1128605 w 1129745"/>
                    <a:gd name="connsiteY1" fmla="*/ 12569 h 821101"/>
                    <a:gd name="connsiteX2" fmla="*/ 27515 w 1129745"/>
                    <a:gd name="connsiteY2" fmla="*/ 730754 h 821101"/>
                    <a:gd name="connsiteX3" fmla="*/ 0 w 1129745"/>
                    <a:gd name="connsiteY3" fmla="*/ 572639 h 821101"/>
                    <a:gd name="connsiteX0" fmla="*/ 0 w 1129745"/>
                    <a:gd name="connsiteY0" fmla="*/ 659139 h 907601"/>
                    <a:gd name="connsiteX1" fmla="*/ 1128605 w 1129745"/>
                    <a:gd name="connsiteY1" fmla="*/ 99069 h 907601"/>
                    <a:gd name="connsiteX2" fmla="*/ 27515 w 1129745"/>
                    <a:gd name="connsiteY2" fmla="*/ 817254 h 907601"/>
                    <a:gd name="connsiteX3" fmla="*/ 0 w 1129745"/>
                    <a:gd name="connsiteY3" fmla="*/ 659139 h 907601"/>
                    <a:gd name="connsiteX0" fmla="*/ 0 w 1125667"/>
                    <a:gd name="connsiteY0" fmla="*/ 339293 h 950518"/>
                    <a:gd name="connsiteX1" fmla="*/ 1124527 w 1125667"/>
                    <a:gd name="connsiteY1" fmla="*/ 141986 h 950518"/>
                    <a:gd name="connsiteX2" fmla="*/ 23437 w 1125667"/>
                    <a:gd name="connsiteY2" fmla="*/ 860171 h 950518"/>
                    <a:gd name="connsiteX3" fmla="*/ 0 w 1125667"/>
                    <a:gd name="connsiteY3" fmla="*/ 339293 h 950518"/>
                    <a:gd name="connsiteX0" fmla="*/ 0 w 1125667"/>
                    <a:gd name="connsiteY0" fmla="*/ 322866 h 934091"/>
                    <a:gd name="connsiteX1" fmla="*/ 1124527 w 1125667"/>
                    <a:gd name="connsiteY1" fmla="*/ 125559 h 934091"/>
                    <a:gd name="connsiteX2" fmla="*/ 23437 w 1125667"/>
                    <a:gd name="connsiteY2" fmla="*/ 843744 h 934091"/>
                    <a:gd name="connsiteX3" fmla="*/ 0 w 1125667"/>
                    <a:gd name="connsiteY3" fmla="*/ 322866 h 934091"/>
                    <a:gd name="connsiteX0" fmla="*/ 0 w 1116716"/>
                    <a:gd name="connsiteY0" fmla="*/ 290018 h 939445"/>
                    <a:gd name="connsiteX1" fmla="*/ 1115576 w 1116716"/>
                    <a:gd name="connsiteY1" fmla="*/ 130913 h 939445"/>
                    <a:gd name="connsiteX2" fmla="*/ 14486 w 1116716"/>
                    <a:gd name="connsiteY2" fmla="*/ 849098 h 939445"/>
                    <a:gd name="connsiteX3" fmla="*/ 0 w 1116716"/>
                    <a:gd name="connsiteY3" fmla="*/ 290018 h 939445"/>
                    <a:gd name="connsiteX0" fmla="*/ 0 w 1116716"/>
                    <a:gd name="connsiteY0" fmla="*/ 280063 h 929490"/>
                    <a:gd name="connsiteX1" fmla="*/ 1115576 w 1116716"/>
                    <a:gd name="connsiteY1" fmla="*/ 120958 h 929490"/>
                    <a:gd name="connsiteX2" fmla="*/ 14486 w 1116716"/>
                    <a:gd name="connsiteY2" fmla="*/ 839143 h 929490"/>
                    <a:gd name="connsiteX3" fmla="*/ 0 w 1116716"/>
                    <a:gd name="connsiteY3" fmla="*/ 280063 h 929490"/>
                    <a:gd name="connsiteX0" fmla="*/ 0 w 1115576"/>
                    <a:gd name="connsiteY0" fmla="*/ 280063 h 304442"/>
                    <a:gd name="connsiteX1" fmla="*/ 1115576 w 1115576"/>
                    <a:gd name="connsiteY1" fmla="*/ 120958 h 304442"/>
                    <a:gd name="connsiteX2" fmla="*/ 0 w 1115576"/>
                    <a:gd name="connsiteY2" fmla="*/ 280063 h 304442"/>
                    <a:gd name="connsiteX0" fmla="*/ 0 w 1115576"/>
                    <a:gd name="connsiteY0" fmla="*/ 280063 h 818618"/>
                    <a:gd name="connsiteX1" fmla="*/ 1115576 w 1115576"/>
                    <a:gd name="connsiteY1" fmla="*/ 120958 h 818618"/>
                    <a:gd name="connsiteX2" fmla="*/ 0 w 1115576"/>
                    <a:gd name="connsiteY2" fmla="*/ 280063 h 818618"/>
                    <a:gd name="connsiteX0" fmla="*/ 0 w 1115576"/>
                    <a:gd name="connsiteY0" fmla="*/ 275449 h 814004"/>
                    <a:gd name="connsiteX1" fmla="*/ 1115576 w 1115576"/>
                    <a:gd name="connsiteY1" fmla="*/ 116344 h 814004"/>
                    <a:gd name="connsiteX2" fmla="*/ 0 w 1115576"/>
                    <a:gd name="connsiteY2" fmla="*/ 275449 h 814004"/>
                    <a:gd name="connsiteX0" fmla="*/ 0 w 1115576"/>
                    <a:gd name="connsiteY0" fmla="*/ 275449 h 1011514"/>
                    <a:gd name="connsiteX1" fmla="*/ 1115576 w 1115576"/>
                    <a:gd name="connsiteY1" fmla="*/ 116344 h 1011514"/>
                    <a:gd name="connsiteX2" fmla="*/ 0 w 1115576"/>
                    <a:gd name="connsiteY2" fmla="*/ 275449 h 1011514"/>
                    <a:gd name="connsiteX0" fmla="*/ 0 w 1115576"/>
                    <a:gd name="connsiteY0" fmla="*/ 274111 h 1010176"/>
                    <a:gd name="connsiteX1" fmla="*/ 1115576 w 1115576"/>
                    <a:gd name="connsiteY1" fmla="*/ 115006 h 1010176"/>
                    <a:gd name="connsiteX2" fmla="*/ 0 w 1115576"/>
                    <a:gd name="connsiteY2" fmla="*/ 274111 h 1010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15576" h="1010176">
                      <a:moveTo>
                        <a:pt x="0" y="274111"/>
                      </a:moveTo>
                      <a:cubicBezTo>
                        <a:pt x="475462" y="490816"/>
                        <a:pt x="533927" y="-281136"/>
                        <a:pt x="1115576" y="115006"/>
                      </a:cubicBezTo>
                      <a:cubicBezTo>
                        <a:pt x="825458" y="1615105"/>
                        <a:pt x="176555" y="916388"/>
                        <a:pt x="0" y="274111"/>
                      </a:cubicBezTo>
                      <a:close/>
                    </a:path>
                  </a:pathLst>
                </a:custGeom>
                <a:solidFill>
                  <a:srgbClr val="FFF4D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9FA6620-C3F3-4122-B3B1-CDA23D180E2F}"/>
                  </a:ext>
                </a:extLst>
              </p:cNvPr>
              <p:cNvGrpSpPr/>
              <p:nvPr/>
            </p:nvGrpSpPr>
            <p:grpSpPr>
              <a:xfrm>
                <a:off x="5421296" y="2440813"/>
                <a:ext cx="225705" cy="89967"/>
                <a:chOff x="8442792" y="2215526"/>
                <a:chExt cx="225705" cy="89967"/>
              </a:xfrm>
            </p:grpSpPr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54CA34A8-77C3-4FC0-9501-84E1C002E06C}"/>
                    </a:ext>
                  </a:extLst>
                </p:cNvPr>
                <p:cNvSpPr/>
                <p:nvPr/>
              </p:nvSpPr>
              <p:spPr>
                <a:xfrm>
                  <a:off x="8442792" y="2271626"/>
                  <a:ext cx="176212" cy="33867"/>
                </a:xfrm>
                <a:custGeom>
                  <a:avLst/>
                  <a:gdLst>
                    <a:gd name="connsiteX0" fmla="*/ 0 w 176212"/>
                    <a:gd name="connsiteY0" fmla="*/ 21432 h 21432"/>
                    <a:gd name="connsiteX1" fmla="*/ 176212 w 176212"/>
                    <a:gd name="connsiteY1" fmla="*/ 0 h 21432"/>
                    <a:gd name="connsiteX2" fmla="*/ 176212 w 176212"/>
                    <a:gd name="connsiteY2" fmla="*/ 0 h 21432"/>
                    <a:gd name="connsiteX0" fmla="*/ 0 w 176212"/>
                    <a:gd name="connsiteY0" fmla="*/ 21432 h 29167"/>
                    <a:gd name="connsiteX1" fmla="*/ 176212 w 176212"/>
                    <a:gd name="connsiteY1" fmla="*/ 0 h 29167"/>
                    <a:gd name="connsiteX2" fmla="*/ 176212 w 176212"/>
                    <a:gd name="connsiteY2" fmla="*/ 0 h 29167"/>
                    <a:gd name="connsiteX0" fmla="*/ 0 w 176212"/>
                    <a:gd name="connsiteY0" fmla="*/ 21432 h 32808"/>
                    <a:gd name="connsiteX1" fmla="*/ 176212 w 176212"/>
                    <a:gd name="connsiteY1" fmla="*/ 0 h 32808"/>
                    <a:gd name="connsiteX2" fmla="*/ 176212 w 176212"/>
                    <a:gd name="connsiteY2" fmla="*/ 0 h 32808"/>
                    <a:gd name="connsiteX0" fmla="*/ 0 w 176212"/>
                    <a:gd name="connsiteY0" fmla="*/ 21432 h 33867"/>
                    <a:gd name="connsiteX1" fmla="*/ 176212 w 176212"/>
                    <a:gd name="connsiteY1" fmla="*/ 0 h 33867"/>
                    <a:gd name="connsiteX2" fmla="*/ 176212 w 176212"/>
                    <a:gd name="connsiteY2" fmla="*/ 0 h 33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212" h="33867">
                      <a:moveTo>
                        <a:pt x="0" y="21432"/>
                      </a:moveTo>
                      <a:cubicBezTo>
                        <a:pt x="73024" y="47625"/>
                        <a:pt x="117475" y="28576"/>
                        <a:pt x="176212" y="0"/>
                      </a:cubicBezTo>
                      <a:lnTo>
                        <a:pt x="176212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Arc 78">
                  <a:extLst>
                    <a:ext uri="{FF2B5EF4-FFF2-40B4-BE49-F238E27FC236}">
                      <a16:creationId xmlns:a16="http://schemas.microsoft.com/office/drawing/2014/main" id="{650655CF-B949-4431-9FFB-07BE109CC865}"/>
                    </a:ext>
                  </a:extLst>
                </p:cNvPr>
                <p:cNvSpPr/>
                <p:nvPr/>
              </p:nvSpPr>
              <p:spPr>
                <a:xfrm rot="4289395" flipV="1">
                  <a:off x="8607321" y="2215526"/>
                  <a:ext cx="61176" cy="61176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453" name="ttsMP3.com_VoiceText_2025-4-26_0-38-20">
            <a:hlinkClick r:id="" action="ppaction://media"/>
            <a:extLst>
              <a:ext uri="{FF2B5EF4-FFF2-40B4-BE49-F238E27FC236}">
                <a16:creationId xmlns:a16="http://schemas.microsoft.com/office/drawing/2014/main" id="{27C9290B-D129-4AA5-A9D5-FD0D564973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8387" y="727827"/>
            <a:ext cx="609600" cy="609600"/>
          </a:xfrm>
          <a:prstGeom prst="rect">
            <a:avLst/>
          </a:prstGeom>
        </p:spPr>
      </p:pic>
      <p:pic>
        <p:nvPicPr>
          <p:cNvPr id="107" name="1sec">
            <a:hlinkClick r:id="" action="ppaction://media"/>
            <a:extLst>
              <a:ext uri="{FF2B5EF4-FFF2-40B4-BE49-F238E27FC236}">
                <a16:creationId xmlns:a16="http://schemas.microsoft.com/office/drawing/2014/main" id="{D75583B1-665D-48F6-AD06-76F039CAC2E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550179" y="771625"/>
            <a:ext cx="609600" cy="609600"/>
          </a:xfrm>
          <a:prstGeom prst="rect">
            <a:avLst/>
          </a:prstGeom>
        </p:spPr>
      </p:pic>
      <p:pic>
        <p:nvPicPr>
          <p:cNvPr id="454" name="ttsMP3.com_VoiceText_2025-4-26_0-39-7">
            <a:hlinkClick r:id="" action="ppaction://media"/>
            <a:extLst>
              <a:ext uri="{FF2B5EF4-FFF2-40B4-BE49-F238E27FC236}">
                <a16:creationId xmlns:a16="http://schemas.microsoft.com/office/drawing/2014/main" id="{BAB0B9FE-2D29-40DB-87AB-60D14F0DB33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85767" y="722265"/>
            <a:ext cx="609600" cy="609600"/>
          </a:xfrm>
          <a:prstGeom prst="rect">
            <a:avLst/>
          </a:prstGeom>
        </p:spPr>
      </p:pic>
      <p:pic>
        <p:nvPicPr>
          <p:cNvPr id="109" name="1sec">
            <a:hlinkClick r:id="" action="ppaction://media"/>
            <a:extLst>
              <a:ext uri="{FF2B5EF4-FFF2-40B4-BE49-F238E27FC236}">
                <a16:creationId xmlns:a16="http://schemas.microsoft.com/office/drawing/2014/main" id="{C24F6DC9-11C5-4E7B-B934-435843A748C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67168" y="771625"/>
            <a:ext cx="609600" cy="609600"/>
          </a:xfrm>
          <a:prstGeom prst="rect">
            <a:avLst/>
          </a:prstGeom>
        </p:spPr>
      </p:pic>
      <p:pic>
        <p:nvPicPr>
          <p:cNvPr id="110" name="1sec">
            <a:hlinkClick r:id="" action="ppaction://media"/>
            <a:extLst>
              <a:ext uri="{FF2B5EF4-FFF2-40B4-BE49-F238E27FC236}">
                <a16:creationId xmlns:a16="http://schemas.microsoft.com/office/drawing/2014/main" id="{4C9635D7-A4A5-42E5-AC21-9A85ADA4A3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67607" y="7716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5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4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264" fill="hold"/>
                                        <p:tgtEl>
                                          <p:spTgt spid="4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82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88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1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3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9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10EC63E-2120-470F-83FF-41CA1A358F84}"/>
              </a:ext>
            </a:extLst>
          </p:cNvPr>
          <p:cNvSpPr/>
          <p:nvPr/>
        </p:nvSpPr>
        <p:spPr>
          <a:xfrm>
            <a:off x="8266878" y="347830"/>
            <a:ext cx="371138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B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</a:rPr>
              <a:t>oa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ED7D3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7E54C7-302C-4B11-A10C-C3E1D89DB04D}"/>
              </a:ext>
            </a:extLst>
          </p:cNvPr>
          <p:cNvSpPr/>
          <p:nvPr/>
        </p:nvSpPr>
        <p:spPr>
          <a:xfrm>
            <a:off x="6096000" y="347829"/>
            <a:ext cx="1933010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4472C4"/>
                </a:solidFill>
              </a:rPr>
              <a:t>oa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4472C4"/>
              </a:solidFill>
            </a:endParaRPr>
          </a:p>
        </p:txBody>
      </p:sp>
      <p:sp>
        <p:nvSpPr>
          <p:cNvPr id="32" name="Double Wave 31">
            <a:extLst>
              <a:ext uri="{FF2B5EF4-FFF2-40B4-BE49-F238E27FC236}">
                <a16:creationId xmlns:a16="http://schemas.microsoft.com/office/drawing/2014/main" id="{63818198-323B-4AAC-A045-4D3D9F1D1201}"/>
              </a:ext>
            </a:extLst>
          </p:cNvPr>
          <p:cNvSpPr/>
          <p:nvPr/>
        </p:nvSpPr>
        <p:spPr>
          <a:xfrm>
            <a:off x="-1346200" y="4906657"/>
            <a:ext cx="16916400" cy="2095500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F42B4FC-2305-49D5-9E85-74988B9E16FA}"/>
              </a:ext>
            </a:extLst>
          </p:cNvPr>
          <p:cNvGrpSpPr/>
          <p:nvPr/>
        </p:nvGrpSpPr>
        <p:grpSpPr>
          <a:xfrm rot="21356581">
            <a:off x="1596713" y="194007"/>
            <a:ext cx="5671172" cy="5272775"/>
            <a:chOff x="4069442" y="1231617"/>
            <a:chExt cx="3702050" cy="3441983"/>
          </a:xfrm>
        </p:grpSpPr>
        <p:sp>
          <p:nvSpPr>
            <p:cNvPr id="34" name="Isosceles Triangle 29">
              <a:extLst>
                <a:ext uri="{FF2B5EF4-FFF2-40B4-BE49-F238E27FC236}">
                  <a16:creationId xmlns:a16="http://schemas.microsoft.com/office/drawing/2014/main" id="{2E7DDC60-9F28-4C21-A01E-5486873EBD94}"/>
                </a:ext>
              </a:extLst>
            </p:cNvPr>
            <p:cNvSpPr/>
            <p:nvPr/>
          </p:nvSpPr>
          <p:spPr>
            <a:xfrm rot="21082540">
              <a:off x="4901588" y="1231617"/>
              <a:ext cx="2744528" cy="3196119"/>
            </a:xfrm>
            <a:custGeom>
              <a:avLst/>
              <a:gdLst>
                <a:gd name="connsiteX0" fmla="*/ 0 w 1955800"/>
                <a:gd name="connsiteY0" fmla="*/ 2578100 h 2578100"/>
                <a:gd name="connsiteX1" fmla="*/ 977900 w 1955800"/>
                <a:gd name="connsiteY1" fmla="*/ 0 h 2578100"/>
                <a:gd name="connsiteX2" fmla="*/ 1955800 w 1955800"/>
                <a:gd name="connsiteY2" fmla="*/ 2578100 h 2578100"/>
                <a:gd name="connsiteX3" fmla="*/ 0 w 1955800"/>
                <a:gd name="connsiteY3" fmla="*/ 2578100 h 2578100"/>
                <a:gd name="connsiteX0" fmla="*/ 0 w 2142177"/>
                <a:gd name="connsiteY0" fmla="*/ 2578100 h 3043107"/>
                <a:gd name="connsiteX1" fmla="*/ 977900 w 2142177"/>
                <a:gd name="connsiteY1" fmla="*/ 0 h 3043107"/>
                <a:gd name="connsiteX2" fmla="*/ 2142177 w 2142177"/>
                <a:gd name="connsiteY2" fmla="*/ 3043107 h 3043107"/>
                <a:gd name="connsiteX3" fmla="*/ 0 w 2142177"/>
                <a:gd name="connsiteY3" fmla="*/ 2578100 h 3043107"/>
                <a:gd name="connsiteX0" fmla="*/ 0 w 2744528"/>
                <a:gd name="connsiteY0" fmla="*/ 2653730 h 3043107"/>
                <a:gd name="connsiteX1" fmla="*/ 1580251 w 2744528"/>
                <a:gd name="connsiteY1" fmla="*/ 0 h 3043107"/>
                <a:gd name="connsiteX2" fmla="*/ 2744528 w 2744528"/>
                <a:gd name="connsiteY2" fmla="*/ 3043107 h 3043107"/>
                <a:gd name="connsiteX3" fmla="*/ 0 w 2744528"/>
                <a:gd name="connsiteY3" fmla="*/ 2653730 h 3043107"/>
                <a:gd name="connsiteX0" fmla="*/ 0 w 2744528"/>
                <a:gd name="connsiteY0" fmla="*/ 2736686 h 3126063"/>
                <a:gd name="connsiteX1" fmla="*/ 1541452 w 2744528"/>
                <a:gd name="connsiteY1" fmla="*/ 0 h 3126063"/>
                <a:gd name="connsiteX2" fmla="*/ 2744528 w 2744528"/>
                <a:gd name="connsiteY2" fmla="*/ 3126063 h 3126063"/>
                <a:gd name="connsiteX3" fmla="*/ 0 w 2744528"/>
                <a:gd name="connsiteY3" fmla="*/ 2736686 h 3126063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4528" h="3196119">
                  <a:moveTo>
                    <a:pt x="0" y="2736686"/>
                  </a:moveTo>
                  <a:lnTo>
                    <a:pt x="1541452" y="0"/>
                  </a:lnTo>
                  <a:lnTo>
                    <a:pt x="2744528" y="3126063"/>
                  </a:lnTo>
                  <a:cubicBezTo>
                    <a:pt x="1912577" y="3381355"/>
                    <a:pt x="914843" y="2866478"/>
                    <a:pt x="0" y="273668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34627D5-9E5C-4415-9A97-0F0D564CA358}"/>
                </a:ext>
              </a:extLst>
            </p:cNvPr>
            <p:cNvCxnSpPr/>
            <p:nvPr/>
          </p:nvCxnSpPr>
          <p:spPr>
            <a:xfrm>
              <a:off x="6185004" y="1267853"/>
              <a:ext cx="88900" cy="33034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1">
              <a:extLst>
                <a:ext uri="{FF2B5EF4-FFF2-40B4-BE49-F238E27FC236}">
                  <a16:creationId xmlns:a16="http://schemas.microsoft.com/office/drawing/2014/main" id="{87B98911-575E-4658-9171-F30EF8382C0F}"/>
                </a:ext>
              </a:extLst>
            </p:cNvPr>
            <p:cNvSpPr/>
            <p:nvPr/>
          </p:nvSpPr>
          <p:spPr>
            <a:xfrm>
              <a:off x="4069442" y="4223964"/>
              <a:ext cx="3702050" cy="449636"/>
            </a:xfrm>
            <a:custGeom>
              <a:avLst/>
              <a:gdLst>
                <a:gd name="connsiteX0" fmla="*/ 0 w 3454400"/>
                <a:gd name="connsiteY0" fmla="*/ 48446 h 290668"/>
                <a:gd name="connsiteX1" fmla="*/ 48446 w 3454400"/>
                <a:gd name="connsiteY1" fmla="*/ 0 h 290668"/>
                <a:gd name="connsiteX2" fmla="*/ 3405954 w 3454400"/>
                <a:gd name="connsiteY2" fmla="*/ 0 h 290668"/>
                <a:gd name="connsiteX3" fmla="*/ 3454400 w 3454400"/>
                <a:gd name="connsiteY3" fmla="*/ 48446 h 290668"/>
                <a:gd name="connsiteX4" fmla="*/ 3454400 w 3454400"/>
                <a:gd name="connsiteY4" fmla="*/ 242222 h 290668"/>
                <a:gd name="connsiteX5" fmla="*/ 3405954 w 3454400"/>
                <a:gd name="connsiteY5" fmla="*/ 290668 h 290668"/>
                <a:gd name="connsiteX6" fmla="*/ 48446 w 3454400"/>
                <a:gd name="connsiteY6" fmla="*/ 290668 h 290668"/>
                <a:gd name="connsiteX7" fmla="*/ 0 w 3454400"/>
                <a:gd name="connsiteY7" fmla="*/ 242222 h 290668"/>
                <a:gd name="connsiteX8" fmla="*/ 0 w 3454400"/>
                <a:gd name="connsiteY8" fmla="*/ 48446 h 290668"/>
                <a:gd name="connsiteX0" fmla="*/ 11287 w 3465687"/>
                <a:gd name="connsiteY0" fmla="*/ 67496 h 309718"/>
                <a:gd name="connsiteX1" fmla="*/ 12108 w 3465687"/>
                <a:gd name="connsiteY1" fmla="*/ 0 h 309718"/>
                <a:gd name="connsiteX2" fmla="*/ 3417241 w 3465687"/>
                <a:gd name="connsiteY2" fmla="*/ 19050 h 309718"/>
                <a:gd name="connsiteX3" fmla="*/ 3465687 w 3465687"/>
                <a:gd name="connsiteY3" fmla="*/ 67496 h 309718"/>
                <a:gd name="connsiteX4" fmla="*/ 3465687 w 3465687"/>
                <a:gd name="connsiteY4" fmla="*/ 261272 h 309718"/>
                <a:gd name="connsiteX5" fmla="*/ 3417241 w 3465687"/>
                <a:gd name="connsiteY5" fmla="*/ 309718 h 309718"/>
                <a:gd name="connsiteX6" fmla="*/ 59733 w 3465687"/>
                <a:gd name="connsiteY6" fmla="*/ 309718 h 309718"/>
                <a:gd name="connsiteX7" fmla="*/ 11287 w 3465687"/>
                <a:gd name="connsiteY7" fmla="*/ 261272 h 309718"/>
                <a:gd name="connsiteX8" fmla="*/ 11287 w 3465687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38100 w 3492500"/>
                <a:gd name="connsiteY7" fmla="*/ 26127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210371 w 3492500"/>
                <a:gd name="connsiteY6" fmla="*/ 281143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702050"/>
                <a:gd name="connsiteY0" fmla="*/ 202760 h 444982"/>
                <a:gd name="connsiteX1" fmla="*/ 38921 w 3702050"/>
                <a:gd name="connsiteY1" fmla="*/ 135264 h 444982"/>
                <a:gd name="connsiteX2" fmla="*/ 3444054 w 3702050"/>
                <a:gd name="connsiteY2" fmla="*/ 154314 h 444982"/>
                <a:gd name="connsiteX3" fmla="*/ 3702050 w 3702050"/>
                <a:gd name="connsiteY3" fmla="*/ 2735 h 444982"/>
                <a:gd name="connsiteX4" fmla="*/ 3492500 w 3702050"/>
                <a:gd name="connsiteY4" fmla="*/ 396536 h 444982"/>
                <a:gd name="connsiteX5" fmla="*/ 3444054 w 3702050"/>
                <a:gd name="connsiteY5" fmla="*/ 444982 h 444982"/>
                <a:gd name="connsiteX6" fmla="*/ 210371 w 3702050"/>
                <a:gd name="connsiteY6" fmla="*/ 416407 h 444982"/>
                <a:gd name="connsiteX7" fmla="*/ 85725 w 3702050"/>
                <a:gd name="connsiteY7" fmla="*/ 377486 h 444982"/>
                <a:gd name="connsiteX8" fmla="*/ 0 w 3702050"/>
                <a:gd name="connsiteY8" fmla="*/ 202760 h 444982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92500 w 3702050"/>
                <a:gd name="connsiteY4" fmla="*/ 40119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25825 w 3702050"/>
                <a:gd name="connsiteY4" fmla="*/ 38214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4405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2050" h="449636">
                  <a:moveTo>
                    <a:pt x="0" y="207414"/>
                  </a:moveTo>
                  <a:cubicBezTo>
                    <a:pt x="0" y="180658"/>
                    <a:pt x="12165" y="139918"/>
                    <a:pt x="38921" y="139918"/>
                  </a:cubicBezTo>
                  <a:cubicBezTo>
                    <a:pt x="1173965" y="104993"/>
                    <a:pt x="2194710" y="241518"/>
                    <a:pt x="3444054" y="35143"/>
                  </a:cubicBezTo>
                  <a:cubicBezTo>
                    <a:pt x="3470810" y="35143"/>
                    <a:pt x="3702050" y="-19367"/>
                    <a:pt x="3702050" y="7389"/>
                  </a:cubicBezTo>
                  <a:cubicBezTo>
                    <a:pt x="3584301" y="154805"/>
                    <a:pt x="3399878" y="273645"/>
                    <a:pt x="3348804" y="449636"/>
                  </a:cubicBezTo>
                  <a:lnTo>
                    <a:pt x="210371" y="421061"/>
                  </a:lnTo>
                  <a:cubicBezTo>
                    <a:pt x="183615" y="421061"/>
                    <a:pt x="85725" y="408896"/>
                    <a:pt x="85725" y="382140"/>
                  </a:cubicBezTo>
                  <a:lnTo>
                    <a:pt x="0" y="207414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Double Wave 36">
            <a:extLst>
              <a:ext uri="{FF2B5EF4-FFF2-40B4-BE49-F238E27FC236}">
                <a16:creationId xmlns:a16="http://schemas.microsoft.com/office/drawing/2014/main" id="{B1AC90BF-5BEB-4512-9B49-D6E52D6D95A9}"/>
              </a:ext>
            </a:extLst>
          </p:cNvPr>
          <p:cNvSpPr/>
          <p:nvPr/>
        </p:nvSpPr>
        <p:spPr>
          <a:xfrm>
            <a:off x="-2514600" y="5079517"/>
            <a:ext cx="15570200" cy="2095500"/>
          </a:xfrm>
          <a:prstGeom prst="doubleWav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uble Wave 37">
            <a:extLst>
              <a:ext uri="{FF2B5EF4-FFF2-40B4-BE49-F238E27FC236}">
                <a16:creationId xmlns:a16="http://schemas.microsoft.com/office/drawing/2014/main" id="{CF7C4579-D07C-4B98-B467-9EB92C70AB4C}"/>
              </a:ext>
            </a:extLst>
          </p:cNvPr>
          <p:cNvSpPr/>
          <p:nvPr/>
        </p:nvSpPr>
        <p:spPr>
          <a:xfrm>
            <a:off x="-2514600" y="5119424"/>
            <a:ext cx="15570200" cy="2095500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tsMP3.com_VoiceText_2025-4-26_0-40-53">
            <a:hlinkClick r:id="" action="ppaction://media"/>
            <a:extLst>
              <a:ext uri="{FF2B5EF4-FFF2-40B4-BE49-F238E27FC236}">
                <a16:creationId xmlns:a16="http://schemas.microsoft.com/office/drawing/2014/main" id="{7DE6BC3C-C418-4868-A03C-E80469DE4F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08000" y="347829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14D812B4-A7FC-42EB-A96D-9C322A92486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27596" y="347829"/>
            <a:ext cx="609600" cy="609600"/>
          </a:xfrm>
          <a:prstGeom prst="rect">
            <a:avLst/>
          </a:prstGeom>
        </p:spPr>
      </p:pic>
      <p:pic>
        <p:nvPicPr>
          <p:cNvPr id="5" name="ttsMP3.com_VoiceText_2025-4-26_0-41-38">
            <a:hlinkClick r:id="" action="ppaction://media"/>
            <a:extLst>
              <a:ext uri="{FF2B5EF4-FFF2-40B4-BE49-F238E27FC236}">
                <a16:creationId xmlns:a16="http://schemas.microsoft.com/office/drawing/2014/main" id="{63B445B8-79B6-430B-A1B2-030C223F192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06494" y="347829"/>
            <a:ext cx="609600" cy="609600"/>
          </a:xfrm>
          <a:prstGeom prst="rect">
            <a:avLst/>
          </a:prstGeom>
        </p:spPr>
      </p:pic>
      <p:pic>
        <p:nvPicPr>
          <p:cNvPr id="43" name="1sec">
            <a:hlinkClick r:id="" action="ppaction://media"/>
            <a:extLst>
              <a:ext uri="{FF2B5EF4-FFF2-40B4-BE49-F238E27FC236}">
                <a16:creationId xmlns:a16="http://schemas.microsoft.com/office/drawing/2014/main" id="{1B731E67-CD79-46EE-8384-29F529CC783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32838" y="347829"/>
            <a:ext cx="609600" cy="609600"/>
          </a:xfrm>
          <a:prstGeom prst="rect">
            <a:avLst/>
          </a:prstGeom>
        </p:spPr>
      </p:pic>
      <p:pic>
        <p:nvPicPr>
          <p:cNvPr id="44" name="1sec">
            <a:hlinkClick r:id="" action="ppaction://media"/>
            <a:extLst>
              <a:ext uri="{FF2B5EF4-FFF2-40B4-BE49-F238E27FC236}">
                <a16:creationId xmlns:a16="http://schemas.microsoft.com/office/drawing/2014/main" id="{4407E8A3-73FC-4F86-B7FE-324063ED3C8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57452" y="39085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3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6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22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28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6F2224-B766-4A59-B238-0050C0DF58CE}"/>
              </a:ext>
            </a:extLst>
          </p:cNvPr>
          <p:cNvSpPr/>
          <p:nvPr/>
        </p:nvSpPr>
        <p:spPr>
          <a:xfrm>
            <a:off x="2993032" y="575205"/>
            <a:ext cx="3874039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ow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460342-6C16-4604-BB12-A8F7FD271A6C}"/>
              </a:ext>
            </a:extLst>
          </p:cNvPr>
          <p:cNvSpPr/>
          <p:nvPr/>
        </p:nvSpPr>
        <p:spPr>
          <a:xfrm>
            <a:off x="275936" y="575205"/>
            <a:ext cx="2420641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ow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25C1A7-845C-4E4A-8A10-D0ADEACDC3D3}"/>
              </a:ext>
            </a:extLst>
          </p:cNvPr>
          <p:cNvGrpSpPr/>
          <p:nvPr/>
        </p:nvGrpSpPr>
        <p:grpSpPr>
          <a:xfrm>
            <a:off x="6313410" y="2178718"/>
            <a:ext cx="5302899" cy="4332677"/>
            <a:chOff x="6313410" y="2178718"/>
            <a:chExt cx="5302899" cy="433267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608476D-6A5D-41BF-8315-262B2CE7EFAE}"/>
                </a:ext>
              </a:extLst>
            </p:cNvPr>
            <p:cNvGrpSpPr/>
            <p:nvPr/>
          </p:nvGrpSpPr>
          <p:grpSpPr>
            <a:xfrm>
              <a:off x="8299453" y="5021788"/>
              <a:ext cx="630511" cy="1145635"/>
              <a:chOff x="6681334" y="4678363"/>
              <a:chExt cx="989896" cy="1798636"/>
            </a:xfrm>
          </p:grpSpPr>
          <p:sp>
            <p:nvSpPr>
              <p:cNvPr id="47" name="Rectangle 16">
                <a:extLst>
                  <a:ext uri="{FF2B5EF4-FFF2-40B4-BE49-F238E27FC236}">
                    <a16:creationId xmlns:a16="http://schemas.microsoft.com/office/drawing/2014/main" id="{FBA2AC06-5FF2-44CF-89B7-F41031AED95E}"/>
                  </a:ext>
                </a:extLst>
              </p:cNvPr>
              <p:cNvSpPr/>
              <p:nvPr/>
            </p:nvSpPr>
            <p:spPr>
              <a:xfrm>
                <a:off x="6781703" y="6162867"/>
                <a:ext cx="676276" cy="111209"/>
              </a:xfrm>
              <a:custGeom>
                <a:avLst/>
                <a:gdLst>
                  <a:gd name="connsiteX0" fmla="*/ 0 w 416719"/>
                  <a:gd name="connsiteY0" fmla="*/ 0 h 107156"/>
                  <a:gd name="connsiteX1" fmla="*/ 416719 w 416719"/>
                  <a:gd name="connsiteY1" fmla="*/ 0 h 107156"/>
                  <a:gd name="connsiteX2" fmla="*/ 416719 w 416719"/>
                  <a:gd name="connsiteY2" fmla="*/ 107156 h 107156"/>
                  <a:gd name="connsiteX3" fmla="*/ 0 w 416719"/>
                  <a:gd name="connsiteY3" fmla="*/ 107156 h 107156"/>
                  <a:gd name="connsiteX4" fmla="*/ 0 w 416719"/>
                  <a:gd name="connsiteY4" fmla="*/ 0 h 107156"/>
                  <a:gd name="connsiteX0" fmla="*/ 0 w 561976"/>
                  <a:gd name="connsiteY0" fmla="*/ 26194 h 107156"/>
                  <a:gd name="connsiteX1" fmla="*/ 561976 w 561976"/>
                  <a:gd name="connsiteY1" fmla="*/ 0 h 107156"/>
                  <a:gd name="connsiteX2" fmla="*/ 561976 w 561976"/>
                  <a:gd name="connsiteY2" fmla="*/ 107156 h 107156"/>
                  <a:gd name="connsiteX3" fmla="*/ 145257 w 561976"/>
                  <a:gd name="connsiteY3" fmla="*/ 107156 h 107156"/>
                  <a:gd name="connsiteX4" fmla="*/ 0 w 561976"/>
                  <a:gd name="connsiteY4" fmla="*/ 26194 h 107156"/>
                  <a:gd name="connsiteX0" fmla="*/ 0 w 561976"/>
                  <a:gd name="connsiteY0" fmla="*/ 26194 h 107156"/>
                  <a:gd name="connsiteX1" fmla="*/ 561976 w 561976"/>
                  <a:gd name="connsiteY1" fmla="*/ 0 h 107156"/>
                  <a:gd name="connsiteX2" fmla="*/ 561976 w 561976"/>
                  <a:gd name="connsiteY2" fmla="*/ 107156 h 107156"/>
                  <a:gd name="connsiteX3" fmla="*/ 0 w 561976"/>
                  <a:gd name="connsiteY3" fmla="*/ 26194 h 107156"/>
                  <a:gd name="connsiteX0" fmla="*/ 0 w 669133"/>
                  <a:gd name="connsiteY0" fmla="*/ 2382 h 83344"/>
                  <a:gd name="connsiteX1" fmla="*/ 669133 w 669133"/>
                  <a:gd name="connsiteY1" fmla="*/ 0 h 83344"/>
                  <a:gd name="connsiteX2" fmla="*/ 561976 w 669133"/>
                  <a:gd name="connsiteY2" fmla="*/ 83344 h 83344"/>
                  <a:gd name="connsiteX3" fmla="*/ 0 w 669133"/>
                  <a:gd name="connsiteY3" fmla="*/ 2382 h 83344"/>
                  <a:gd name="connsiteX0" fmla="*/ 0 w 669133"/>
                  <a:gd name="connsiteY0" fmla="*/ 2382 h 83344"/>
                  <a:gd name="connsiteX1" fmla="*/ 669133 w 669133"/>
                  <a:gd name="connsiteY1" fmla="*/ 0 h 83344"/>
                  <a:gd name="connsiteX2" fmla="*/ 621508 w 669133"/>
                  <a:gd name="connsiteY2" fmla="*/ 83344 h 83344"/>
                  <a:gd name="connsiteX3" fmla="*/ 0 w 669133"/>
                  <a:gd name="connsiteY3" fmla="*/ 2382 h 83344"/>
                  <a:gd name="connsiteX0" fmla="*/ 0 w 669133"/>
                  <a:gd name="connsiteY0" fmla="*/ 49481 h 130443"/>
                  <a:gd name="connsiteX1" fmla="*/ 669133 w 669133"/>
                  <a:gd name="connsiteY1" fmla="*/ 47099 h 130443"/>
                  <a:gd name="connsiteX2" fmla="*/ 621508 w 669133"/>
                  <a:gd name="connsiteY2" fmla="*/ 130443 h 130443"/>
                  <a:gd name="connsiteX3" fmla="*/ 0 w 669133"/>
                  <a:gd name="connsiteY3" fmla="*/ 49481 h 130443"/>
                  <a:gd name="connsiteX0" fmla="*/ 0 w 669133"/>
                  <a:gd name="connsiteY0" fmla="*/ 49481 h 141349"/>
                  <a:gd name="connsiteX1" fmla="*/ 669133 w 669133"/>
                  <a:gd name="connsiteY1" fmla="*/ 47099 h 141349"/>
                  <a:gd name="connsiteX2" fmla="*/ 621508 w 669133"/>
                  <a:gd name="connsiteY2" fmla="*/ 130443 h 141349"/>
                  <a:gd name="connsiteX3" fmla="*/ 0 w 669133"/>
                  <a:gd name="connsiteY3" fmla="*/ 49481 h 141349"/>
                  <a:gd name="connsiteX0" fmla="*/ 0 w 669133"/>
                  <a:gd name="connsiteY0" fmla="*/ 60134 h 152002"/>
                  <a:gd name="connsiteX1" fmla="*/ 669133 w 669133"/>
                  <a:gd name="connsiteY1" fmla="*/ 24415 h 152002"/>
                  <a:gd name="connsiteX2" fmla="*/ 621508 w 669133"/>
                  <a:gd name="connsiteY2" fmla="*/ 141096 h 152002"/>
                  <a:gd name="connsiteX3" fmla="*/ 0 w 669133"/>
                  <a:gd name="connsiteY3" fmla="*/ 60134 h 152002"/>
                  <a:gd name="connsiteX0" fmla="*/ 0 w 669133"/>
                  <a:gd name="connsiteY0" fmla="*/ 60134 h 138099"/>
                  <a:gd name="connsiteX1" fmla="*/ 669133 w 669133"/>
                  <a:gd name="connsiteY1" fmla="*/ 24415 h 138099"/>
                  <a:gd name="connsiteX2" fmla="*/ 654845 w 669133"/>
                  <a:gd name="connsiteY2" fmla="*/ 102996 h 138099"/>
                  <a:gd name="connsiteX3" fmla="*/ 0 w 669133"/>
                  <a:gd name="connsiteY3" fmla="*/ 60134 h 138099"/>
                  <a:gd name="connsiteX0" fmla="*/ 0 w 669133"/>
                  <a:gd name="connsiteY0" fmla="*/ 60134 h 107917"/>
                  <a:gd name="connsiteX1" fmla="*/ 669133 w 669133"/>
                  <a:gd name="connsiteY1" fmla="*/ 24415 h 107917"/>
                  <a:gd name="connsiteX2" fmla="*/ 654845 w 669133"/>
                  <a:gd name="connsiteY2" fmla="*/ 102996 h 107917"/>
                  <a:gd name="connsiteX3" fmla="*/ 0 w 669133"/>
                  <a:gd name="connsiteY3" fmla="*/ 60134 h 107917"/>
                  <a:gd name="connsiteX0" fmla="*/ 0 w 669133"/>
                  <a:gd name="connsiteY0" fmla="*/ 42878 h 90661"/>
                  <a:gd name="connsiteX1" fmla="*/ 669133 w 669133"/>
                  <a:gd name="connsiteY1" fmla="*/ 7159 h 90661"/>
                  <a:gd name="connsiteX2" fmla="*/ 654845 w 669133"/>
                  <a:gd name="connsiteY2" fmla="*/ 85740 h 90661"/>
                  <a:gd name="connsiteX3" fmla="*/ 0 w 669133"/>
                  <a:gd name="connsiteY3" fmla="*/ 42878 h 90661"/>
                  <a:gd name="connsiteX0" fmla="*/ 37 w 669170"/>
                  <a:gd name="connsiteY0" fmla="*/ 42878 h 103064"/>
                  <a:gd name="connsiteX1" fmla="*/ 669170 w 669170"/>
                  <a:gd name="connsiteY1" fmla="*/ 7159 h 103064"/>
                  <a:gd name="connsiteX2" fmla="*/ 654882 w 669170"/>
                  <a:gd name="connsiteY2" fmla="*/ 85740 h 103064"/>
                  <a:gd name="connsiteX3" fmla="*/ 37 w 669170"/>
                  <a:gd name="connsiteY3" fmla="*/ 42878 h 103064"/>
                  <a:gd name="connsiteX0" fmla="*/ 37 w 669170"/>
                  <a:gd name="connsiteY0" fmla="*/ 46904 h 107090"/>
                  <a:gd name="connsiteX1" fmla="*/ 669170 w 669170"/>
                  <a:gd name="connsiteY1" fmla="*/ 4041 h 107090"/>
                  <a:gd name="connsiteX2" fmla="*/ 654882 w 669170"/>
                  <a:gd name="connsiteY2" fmla="*/ 89766 h 107090"/>
                  <a:gd name="connsiteX3" fmla="*/ 37 w 669170"/>
                  <a:gd name="connsiteY3" fmla="*/ 46904 h 107090"/>
                  <a:gd name="connsiteX0" fmla="*/ 0 w 669133"/>
                  <a:gd name="connsiteY0" fmla="*/ 46904 h 89766"/>
                  <a:gd name="connsiteX1" fmla="*/ 669133 w 669133"/>
                  <a:gd name="connsiteY1" fmla="*/ 4041 h 89766"/>
                  <a:gd name="connsiteX2" fmla="*/ 654845 w 669133"/>
                  <a:gd name="connsiteY2" fmla="*/ 89766 h 89766"/>
                  <a:gd name="connsiteX3" fmla="*/ 0 w 669133"/>
                  <a:gd name="connsiteY3" fmla="*/ 46904 h 89766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69133"/>
                  <a:gd name="connsiteY0" fmla="*/ 69938 h 139519"/>
                  <a:gd name="connsiteX1" fmla="*/ 669133 w 669133"/>
                  <a:gd name="connsiteY1" fmla="*/ 27075 h 139519"/>
                  <a:gd name="connsiteX2" fmla="*/ 654845 w 669133"/>
                  <a:gd name="connsiteY2" fmla="*/ 112800 h 139519"/>
                  <a:gd name="connsiteX3" fmla="*/ 0 w 669133"/>
                  <a:gd name="connsiteY3" fmla="*/ 69938 h 139519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76277"/>
                  <a:gd name="connsiteY0" fmla="*/ 90250 h 92631"/>
                  <a:gd name="connsiteX1" fmla="*/ 676277 w 676277"/>
                  <a:gd name="connsiteY1" fmla="*/ 6906 h 92631"/>
                  <a:gd name="connsiteX2" fmla="*/ 661989 w 676277"/>
                  <a:gd name="connsiteY2" fmla="*/ 92631 h 92631"/>
                  <a:gd name="connsiteX3" fmla="*/ 0 w 676277"/>
                  <a:gd name="connsiteY3" fmla="*/ 90250 h 92631"/>
                  <a:gd name="connsiteX0" fmla="*/ 0 w 676277"/>
                  <a:gd name="connsiteY0" fmla="*/ 90250 h 96443"/>
                  <a:gd name="connsiteX1" fmla="*/ 676277 w 676277"/>
                  <a:gd name="connsiteY1" fmla="*/ 6906 h 96443"/>
                  <a:gd name="connsiteX2" fmla="*/ 661989 w 676277"/>
                  <a:gd name="connsiteY2" fmla="*/ 92631 h 96443"/>
                  <a:gd name="connsiteX3" fmla="*/ 0 w 676277"/>
                  <a:gd name="connsiteY3" fmla="*/ 90250 h 96443"/>
                  <a:gd name="connsiteX0" fmla="*/ 0 w 676277"/>
                  <a:gd name="connsiteY0" fmla="*/ 90250 h 95125"/>
                  <a:gd name="connsiteX1" fmla="*/ 676277 w 676277"/>
                  <a:gd name="connsiteY1" fmla="*/ 6906 h 95125"/>
                  <a:gd name="connsiteX2" fmla="*/ 661989 w 676277"/>
                  <a:gd name="connsiteY2" fmla="*/ 92631 h 95125"/>
                  <a:gd name="connsiteX3" fmla="*/ 0 w 676277"/>
                  <a:gd name="connsiteY3" fmla="*/ 90250 h 95125"/>
                  <a:gd name="connsiteX0" fmla="*/ 0 w 676277"/>
                  <a:gd name="connsiteY0" fmla="*/ 96409 h 101284"/>
                  <a:gd name="connsiteX1" fmla="*/ 676277 w 676277"/>
                  <a:gd name="connsiteY1" fmla="*/ 13065 h 101284"/>
                  <a:gd name="connsiteX2" fmla="*/ 661989 w 676277"/>
                  <a:gd name="connsiteY2" fmla="*/ 98790 h 101284"/>
                  <a:gd name="connsiteX3" fmla="*/ 0 w 676277"/>
                  <a:gd name="connsiteY3" fmla="*/ 96409 h 101284"/>
                  <a:gd name="connsiteX0" fmla="*/ 0 w 676277"/>
                  <a:gd name="connsiteY0" fmla="*/ 96409 h 111208"/>
                  <a:gd name="connsiteX1" fmla="*/ 676277 w 676277"/>
                  <a:gd name="connsiteY1" fmla="*/ 13065 h 111208"/>
                  <a:gd name="connsiteX2" fmla="*/ 661989 w 676277"/>
                  <a:gd name="connsiteY2" fmla="*/ 98790 h 111208"/>
                  <a:gd name="connsiteX3" fmla="*/ 0 w 676277"/>
                  <a:gd name="connsiteY3" fmla="*/ 96409 h 111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7" h="111208">
                    <a:moveTo>
                      <a:pt x="0" y="96409"/>
                    </a:moveTo>
                    <a:cubicBezTo>
                      <a:pt x="51594" y="-49641"/>
                      <a:pt x="453233" y="13859"/>
                      <a:pt x="676277" y="13065"/>
                    </a:cubicBezTo>
                    <a:lnTo>
                      <a:pt x="661989" y="98790"/>
                    </a:lnTo>
                    <a:cubicBezTo>
                      <a:pt x="226220" y="55134"/>
                      <a:pt x="35719" y="144829"/>
                      <a:pt x="0" y="96409"/>
                    </a:cubicBezTo>
                    <a:close/>
                  </a:path>
                </a:pathLst>
              </a:custGeom>
              <a:solidFill>
                <a:srgbClr val="0D0D0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9">
                <a:extLst>
                  <a:ext uri="{FF2B5EF4-FFF2-40B4-BE49-F238E27FC236}">
                    <a16:creationId xmlns:a16="http://schemas.microsoft.com/office/drawing/2014/main" id="{F757BCCD-C707-4138-853F-8161608E458B}"/>
                  </a:ext>
                </a:extLst>
              </p:cNvPr>
              <p:cNvSpPr/>
              <p:nvPr/>
            </p:nvSpPr>
            <p:spPr>
              <a:xfrm>
                <a:off x="6681334" y="4678363"/>
                <a:ext cx="989896" cy="902536"/>
              </a:xfrm>
              <a:custGeom>
                <a:avLst/>
                <a:gdLst>
                  <a:gd name="connsiteX0" fmla="*/ 0 w 714829"/>
                  <a:gd name="connsiteY0" fmla="*/ 0 h 825500"/>
                  <a:gd name="connsiteX1" fmla="*/ 714829 w 714829"/>
                  <a:gd name="connsiteY1" fmla="*/ 0 h 825500"/>
                  <a:gd name="connsiteX2" fmla="*/ 714829 w 714829"/>
                  <a:gd name="connsiteY2" fmla="*/ 825500 h 825500"/>
                  <a:gd name="connsiteX3" fmla="*/ 0 w 714829"/>
                  <a:gd name="connsiteY3" fmla="*/ 825500 h 825500"/>
                  <a:gd name="connsiteX4" fmla="*/ 0 w 714829"/>
                  <a:gd name="connsiteY4" fmla="*/ 0 h 825500"/>
                  <a:gd name="connsiteX0" fmla="*/ 0 w 807697"/>
                  <a:gd name="connsiteY0" fmla="*/ 0 h 894557"/>
                  <a:gd name="connsiteX1" fmla="*/ 807697 w 807697"/>
                  <a:gd name="connsiteY1" fmla="*/ 69057 h 894557"/>
                  <a:gd name="connsiteX2" fmla="*/ 807697 w 807697"/>
                  <a:gd name="connsiteY2" fmla="*/ 894557 h 894557"/>
                  <a:gd name="connsiteX3" fmla="*/ 92868 w 807697"/>
                  <a:gd name="connsiteY3" fmla="*/ 894557 h 894557"/>
                  <a:gd name="connsiteX4" fmla="*/ 0 w 807697"/>
                  <a:gd name="connsiteY4" fmla="*/ 0 h 894557"/>
                  <a:gd name="connsiteX0" fmla="*/ 0 w 807697"/>
                  <a:gd name="connsiteY0" fmla="*/ 0 h 894557"/>
                  <a:gd name="connsiteX1" fmla="*/ 650535 w 807697"/>
                  <a:gd name="connsiteY1" fmla="*/ 40482 h 894557"/>
                  <a:gd name="connsiteX2" fmla="*/ 807697 w 807697"/>
                  <a:gd name="connsiteY2" fmla="*/ 894557 h 894557"/>
                  <a:gd name="connsiteX3" fmla="*/ 92868 w 807697"/>
                  <a:gd name="connsiteY3" fmla="*/ 894557 h 894557"/>
                  <a:gd name="connsiteX4" fmla="*/ 0 w 807697"/>
                  <a:gd name="connsiteY4" fmla="*/ 0 h 894557"/>
                  <a:gd name="connsiteX0" fmla="*/ 0 w 879135"/>
                  <a:gd name="connsiteY0" fmla="*/ 0 h 918370"/>
                  <a:gd name="connsiteX1" fmla="*/ 650535 w 879135"/>
                  <a:gd name="connsiteY1" fmla="*/ 40482 h 918370"/>
                  <a:gd name="connsiteX2" fmla="*/ 879135 w 879135"/>
                  <a:gd name="connsiteY2" fmla="*/ 918370 h 918370"/>
                  <a:gd name="connsiteX3" fmla="*/ 92868 w 879135"/>
                  <a:gd name="connsiteY3" fmla="*/ 894557 h 918370"/>
                  <a:gd name="connsiteX4" fmla="*/ 0 w 879135"/>
                  <a:gd name="connsiteY4" fmla="*/ 0 h 918370"/>
                  <a:gd name="connsiteX0" fmla="*/ 0 w 879135"/>
                  <a:gd name="connsiteY0" fmla="*/ 0 h 918370"/>
                  <a:gd name="connsiteX1" fmla="*/ 650535 w 879135"/>
                  <a:gd name="connsiteY1" fmla="*/ 40482 h 918370"/>
                  <a:gd name="connsiteX2" fmla="*/ 879135 w 879135"/>
                  <a:gd name="connsiteY2" fmla="*/ 918370 h 918370"/>
                  <a:gd name="connsiteX3" fmla="*/ 683418 w 879135"/>
                  <a:gd name="connsiteY3" fmla="*/ 915988 h 918370"/>
                  <a:gd name="connsiteX4" fmla="*/ 0 w 879135"/>
                  <a:gd name="connsiteY4" fmla="*/ 0 h 918370"/>
                  <a:gd name="connsiteX0" fmla="*/ 0 w 879135"/>
                  <a:gd name="connsiteY0" fmla="*/ 0 h 918370"/>
                  <a:gd name="connsiteX1" fmla="*/ 650535 w 879135"/>
                  <a:gd name="connsiteY1" fmla="*/ 40482 h 918370"/>
                  <a:gd name="connsiteX2" fmla="*/ 879135 w 879135"/>
                  <a:gd name="connsiteY2" fmla="*/ 918370 h 918370"/>
                  <a:gd name="connsiteX3" fmla="*/ 676274 w 879135"/>
                  <a:gd name="connsiteY3" fmla="*/ 915988 h 918370"/>
                  <a:gd name="connsiteX4" fmla="*/ 0 w 879135"/>
                  <a:gd name="connsiteY4" fmla="*/ 0 h 918370"/>
                  <a:gd name="connsiteX0" fmla="*/ 0 w 972004"/>
                  <a:gd name="connsiteY0" fmla="*/ 0 h 882651"/>
                  <a:gd name="connsiteX1" fmla="*/ 743404 w 972004"/>
                  <a:gd name="connsiteY1" fmla="*/ 4763 h 882651"/>
                  <a:gd name="connsiteX2" fmla="*/ 972004 w 972004"/>
                  <a:gd name="connsiteY2" fmla="*/ 882651 h 882651"/>
                  <a:gd name="connsiteX3" fmla="*/ 769143 w 972004"/>
                  <a:gd name="connsiteY3" fmla="*/ 880269 h 882651"/>
                  <a:gd name="connsiteX4" fmla="*/ 0 w 972004"/>
                  <a:gd name="connsiteY4" fmla="*/ 0 h 882651"/>
                  <a:gd name="connsiteX0" fmla="*/ 0 w 972004"/>
                  <a:gd name="connsiteY0" fmla="*/ 0 h 898008"/>
                  <a:gd name="connsiteX1" fmla="*/ 743404 w 972004"/>
                  <a:gd name="connsiteY1" fmla="*/ 4763 h 898008"/>
                  <a:gd name="connsiteX2" fmla="*/ 972004 w 972004"/>
                  <a:gd name="connsiteY2" fmla="*/ 882651 h 898008"/>
                  <a:gd name="connsiteX3" fmla="*/ 769143 w 972004"/>
                  <a:gd name="connsiteY3" fmla="*/ 880269 h 898008"/>
                  <a:gd name="connsiteX4" fmla="*/ 0 w 972004"/>
                  <a:gd name="connsiteY4" fmla="*/ 0 h 898008"/>
                  <a:gd name="connsiteX0" fmla="*/ 0 w 972004"/>
                  <a:gd name="connsiteY0" fmla="*/ 0 h 902536"/>
                  <a:gd name="connsiteX1" fmla="*/ 743404 w 972004"/>
                  <a:gd name="connsiteY1" fmla="*/ 4763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72004"/>
                  <a:gd name="connsiteY0" fmla="*/ 0 h 902536"/>
                  <a:gd name="connsiteX1" fmla="*/ 743404 w 972004"/>
                  <a:gd name="connsiteY1" fmla="*/ 4763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72004"/>
                  <a:gd name="connsiteY0" fmla="*/ 0 h 902536"/>
                  <a:gd name="connsiteX1" fmla="*/ 836273 w 972004"/>
                  <a:gd name="connsiteY1" fmla="*/ 16669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72004"/>
                  <a:gd name="connsiteY0" fmla="*/ 0 h 902536"/>
                  <a:gd name="connsiteX1" fmla="*/ 836273 w 972004"/>
                  <a:gd name="connsiteY1" fmla="*/ 16669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91825"/>
                  <a:gd name="connsiteY0" fmla="*/ 0 h 902536"/>
                  <a:gd name="connsiteX1" fmla="*/ 836273 w 991825"/>
                  <a:gd name="connsiteY1" fmla="*/ 16669 h 902536"/>
                  <a:gd name="connsiteX2" fmla="*/ 972004 w 991825"/>
                  <a:gd name="connsiteY2" fmla="*/ 882651 h 902536"/>
                  <a:gd name="connsiteX3" fmla="*/ 769143 w 991825"/>
                  <a:gd name="connsiteY3" fmla="*/ 880269 h 902536"/>
                  <a:gd name="connsiteX4" fmla="*/ 0 w 991825"/>
                  <a:gd name="connsiteY4" fmla="*/ 0 h 902536"/>
                  <a:gd name="connsiteX0" fmla="*/ 0 w 989896"/>
                  <a:gd name="connsiteY0" fmla="*/ 0 h 902536"/>
                  <a:gd name="connsiteX1" fmla="*/ 802936 w 989896"/>
                  <a:gd name="connsiteY1" fmla="*/ 26194 h 902536"/>
                  <a:gd name="connsiteX2" fmla="*/ 972004 w 989896"/>
                  <a:gd name="connsiteY2" fmla="*/ 882651 h 902536"/>
                  <a:gd name="connsiteX3" fmla="*/ 769143 w 989896"/>
                  <a:gd name="connsiteY3" fmla="*/ 880269 h 902536"/>
                  <a:gd name="connsiteX4" fmla="*/ 0 w 989896"/>
                  <a:gd name="connsiteY4" fmla="*/ 0 h 902536"/>
                  <a:gd name="connsiteX0" fmla="*/ 0 w 989896"/>
                  <a:gd name="connsiteY0" fmla="*/ 0 h 902536"/>
                  <a:gd name="connsiteX1" fmla="*/ 802936 w 989896"/>
                  <a:gd name="connsiteY1" fmla="*/ 26194 h 902536"/>
                  <a:gd name="connsiteX2" fmla="*/ 972004 w 989896"/>
                  <a:gd name="connsiteY2" fmla="*/ 882651 h 902536"/>
                  <a:gd name="connsiteX3" fmla="*/ 769143 w 989896"/>
                  <a:gd name="connsiteY3" fmla="*/ 880269 h 902536"/>
                  <a:gd name="connsiteX4" fmla="*/ 0 w 989896"/>
                  <a:gd name="connsiteY4" fmla="*/ 0 h 902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9896" h="902536">
                    <a:moveTo>
                      <a:pt x="0" y="0"/>
                    </a:moveTo>
                    <a:lnTo>
                      <a:pt x="802936" y="26194"/>
                    </a:lnTo>
                    <a:cubicBezTo>
                      <a:pt x="779123" y="599811"/>
                      <a:pt x="1062491" y="828147"/>
                      <a:pt x="972004" y="882651"/>
                    </a:cubicBezTo>
                    <a:cubicBezTo>
                      <a:pt x="916290" y="898526"/>
                      <a:pt x="872481" y="919163"/>
                      <a:pt x="769143" y="880269"/>
                    </a:cubicBezTo>
                    <a:cubicBezTo>
                      <a:pt x="729456" y="855927"/>
                      <a:pt x="256381" y="293423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10">
                <a:extLst>
                  <a:ext uri="{FF2B5EF4-FFF2-40B4-BE49-F238E27FC236}">
                    <a16:creationId xmlns:a16="http://schemas.microsoft.com/office/drawing/2014/main" id="{F944983D-22ED-4027-83F8-5590768BA346}"/>
                  </a:ext>
                </a:extLst>
              </p:cNvPr>
              <p:cNvSpPr/>
              <p:nvPr/>
            </p:nvSpPr>
            <p:spPr>
              <a:xfrm>
                <a:off x="6703662" y="5403055"/>
                <a:ext cx="934051" cy="1073944"/>
              </a:xfrm>
              <a:custGeom>
                <a:avLst/>
                <a:gdLst>
                  <a:gd name="connsiteX0" fmla="*/ 0 w 157162"/>
                  <a:gd name="connsiteY0" fmla="*/ 0 h 219075"/>
                  <a:gd name="connsiteX1" fmla="*/ 157162 w 157162"/>
                  <a:gd name="connsiteY1" fmla="*/ 0 h 219075"/>
                  <a:gd name="connsiteX2" fmla="*/ 157162 w 157162"/>
                  <a:gd name="connsiteY2" fmla="*/ 219075 h 219075"/>
                  <a:gd name="connsiteX3" fmla="*/ 0 w 157162"/>
                  <a:gd name="connsiteY3" fmla="*/ 219075 h 219075"/>
                  <a:gd name="connsiteX4" fmla="*/ 0 w 157162"/>
                  <a:gd name="connsiteY4" fmla="*/ 0 h 219075"/>
                  <a:gd name="connsiteX0" fmla="*/ 740569 w 897731"/>
                  <a:gd name="connsiteY0" fmla="*/ 0 h 904875"/>
                  <a:gd name="connsiteX1" fmla="*/ 897731 w 897731"/>
                  <a:gd name="connsiteY1" fmla="*/ 0 h 904875"/>
                  <a:gd name="connsiteX2" fmla="*/ 897731 w 897731"/>
                  <a:gd name="connsiteY2" fmla="*/ 219075 h 904875"/>
                  <a:gd name="connsiteX3" fmla="*/ 0 w 897731"/>
                  <a:gd name="connsiteY3" fmla="*/ 904875 h 904875"/>
                  <a:gd name="connsiteX4" fmla="*/ 740569 w 897731"/>
                  <a:gd name="connsiteY4" fmla="*/ 219075 h 904875"/>
                  <a:gd name="connsiteX5" fmla="*/ 740569 w 897731"/>
                  <a:gd name="connsiteY5" fmla="*/ 0 h 904875"/>
                  <a:gd name="connsiteX0" fmla="*/ 740569 w 897731"/>
                  <a:gd name="connsiteY0" fmla="*/ 0 h 904875"/>
                  <a:gd name="connsiteX1" fmla="*/ 897731 w 897731"/>
                  <a:gd name="connsiteY1" fmla="*/ 0 h 904875"/>
                  <a:gd name="connsiteX2" fmla="*/ 897731 w 897731"/>
                  <a:gd name="connsiteY2" fmla="*/ 219075 h 904875"/>
                  <a:gd name="connsiteX3" fmla="*/ 0 w 897731"/>
                  <a:gd name="connsiteY3" fmla="*/ 904875 h 904875"/>
                  <a:gd name="connsiteX4" fmla="*/ 592932 w 897731"/>
                  <a:gd name="connsiteY4" fmla="*/ 669131 h 904875"/>
                  <a:gd name="connsiteX5" fmla="*/ 740569 w 897731"/>
                  <a:gd name="connsiteY5" fmla="*/ 219075 h 904875"/>
                  <a:gd name="connsiteX6" fmla="*/ 740569 w 897731"/>
                  <a:gd name="connsiteY6" fmla="*/ 0 h 904875"/>
                  <a:gd name="connsiteX0" fmla="*/ 741483 w 954234"/>
                  <a:gd name="connsiteY0" fmla="*/ 0 h 968051"/>
                  <a:gd name="connsiteX1" fmla="*/ 898645 w 954234"/>
                  <a:gd name="connsiteY1" fmla="*/ 0 h 968051"/>
                  <a:gd name="connsiteX2" fmla="*/ 898645 w 954234"/>
                  <a:gd name="connsiteY2" fmla="*/ 219075 h 968051"/>
                  <a:gd name="connsiteX3" fmla="*/ 903409 w 954234"/>
                  <a:gd name="connsiteY3" fmla="*/ 923925 h 968051"/>
                  <a:gd name="connsiteX4" fmla="*/ 914 w 954234"/>
                  <a:gd name="connsiteY4" fmla="*/ 904875 h 968051"/>
                  <a:gd name="connsiteX5" fmla="*/ 593846 w 954234"/>
                  <a:gd name="connsiteY5" fmla="*/ 669131 h 968051"/>
                  <a:gd name="connsiteX6" fmla="*/ 741483 w 954234"/>
                  <a:gd name="connsiteY6" fmla="*/ 219075 h 968051"/>
                  <a:gd name="connsiteX7" fmla="*/ 741483 w 954234"/>
                  <a:gd name="connsiteY7" fmla="*/ 0 h 968051"/>
                  <a:gd name="connsiteX0" fmla="*/ 741493 w 948720"/>
                  <a:gd name="connsiteY0" fmla="*/ 0 h 932690"/>
                  <a:gd name="connsiteX1" fmla="*/ 898655 w 948720"/>
                  <a:gd name="connsiteY1" fmla="*/ 0 h 932690"/>
                  <a:gd name="connsiteX2" fmla="*/ 898655 w 948720"/>
                  <a:gd name="connsiteY2" fmla="*/ 219075 h 932690"/>
                  <a:gd name="connsiteX3" fmla="*/ 753399 w 948720"/>
                  <a:gd name="connsiteY3" fmla="*/ 669131 h 932690"/>
                  <a:gd name="connsiteX4" fmla="*/ 903419 w 948720"/>
                  <a:gd name="connsiteY4" fmla="*/ 923925 h 932690"/>
                  <a:gd name="connsiteX5" fmla="*/ 924 w 948720"/>
                  <a:gd name="connsiteY5" fmla="*/ 904875 h 932690"/>
                  <a:gd name="connsiteX6" fmla="*/ 593856 w 948720"/>
                  <a:gd name="connsiteY6" fmla="*/ 669131 h 932690"/>
                  <a:gd name="connsiteX7" fmla="*/ 741493 w 948720"/>
                  <a:gd name="connsiteY7" fmla="*/ 219075 h 932690"/>
                  <a:gd name="connsiteX8" fmla="*/ 741493 w 948720"/>
                  <a:gd name="connsiteY8" fmla="*/ 0 h 932690"/>
                  <a:gd name="connsiteX0" fmla="*/ 741493 w 948720"/>
                  <a:gd name="connsiteY0" fmla="*/ 0 h 932690"/>
                  <a:gd name="connsiteX1" fmla="*/ 898655 w 948720"/>
                  <a:gd name="connsiteY1" fmla="*/ 0 h 932690"/>
                  <a:gd name="connsiteX2" fmla="*/ 753399 w 948720"/>
                  <a:gd name="connsiteY2" fmla="*/ 669131 h 932690"/>
                  <a:gd name="connsiteX3" fmla="*/ 903419 w 948720"/>
                  <a:gd name="connsiteY3" fmla="*/ 923925 h 932690"/>
                  <a:gd name="connsiteX4" fmla="*/ 924 w 948720"/>
                  <a:gd name="connsiteY4" fmla="*/ 904875 h 932690"/>
                  <a:gd name="connsiteX5" fmla="*/ 593856 w 948720"/>
                  <a:gd name="connsiteY5" fmla="*/ 669131 h 932690"/>
                  <a:gd name="connsiteX6" fmla="*/ 741493 w 948720"/>
                  <a:gd name="connsiteY6" fmla="*/ 219075 h 932690"/>
                  <a:gd name="connsiteX7" fmla="*/ 741493 w 948720"/>
                  <a:gd name="connsiteY7" fmla="*/ 0 h 932690"/>
                  <a:gd name="connsiteX0" fmla="*/ 741493 w 948720"/>
                  <a:gd name="connsiteY0" fmla="*/ 0 h 932690"/>
                  <a:gd name="connsiteX1" fmla="*/ 898655 w 948720"/>
                  <a:gd name="connsiteY1" fmla="*/ 0 h 932690"/>
                  <a:gd name="connsiteX2" fmla="*/ 753399 w 948720"/>
                  <a:gd name="connsiteY2" fmla="*/ 669131 h 932690"/>
                  <a:gd name="connsiteX3" fmla="*/ 903419 w 948720"/>
                  <a:gd name="connsiteY3" fmla="*/ 923925 h 932690"/>
                  <a:gd name="connsiteX4" fmla="*/ 924 w 948720"/>
                  <a:gd name="connsiteY4" fmla="*/ 904875 h 932690"/>
                  <a:gd name="connsiteX5" fmla="*/ 593856 w 948720"/>
                  <a:gd name="connsiteY5" fmla="*/ 669131 h 932690"/>
                  <a:gd name="connsiteX6" fmla="*/ 741493 w 948720"/>
                  <a:gd name="connsiteY6" fmla="*/ 0 h 932690"/>
                  <a:gd name="connsiteX0" fmla="*/ 691486 w 948720"/>
                  <a:gd name="connsiteY0" fmla="*/ 0 h 1042228"/>
                  <a:gd name="connsiteX1" fmla="*/ 898655 w 948720"/>
                  <a:gd name="connsiteY1" fmla="*/ 109538 h 1042228"/>
                  <a:gd name="connsiteX2" fmla="*/ 753399 w 948720"/>
                  <a:gd name="connsiteY2" fmla="*/ 778669 h 1042228"/>
                  <a:gd name="connsiteX3" fmla="*/ 903419 w 948720"/>
                  <a:gd name="connsiteY3" fmla="*/ 1033463 h 1042228"/>
                  <a:gd name="connsiteX4" fmla="*/ 924 w 948720"/>
                  <a:gd name="connsiteY4" fmla="*/ 1014413 h 1042228"/>
                  <a:gd name="connsiteX5" fmla="*/ 593856 w 948720"/>
                  <a:gd name="connsiteY5" fmla="*/ 778669 h 1042228"/>
                  <a:gd name="connsiteX6" fmla="*/ 691486 w 948720"/>
                  <a:gd name="connsiteY6" fmla="*/ 0 h 1042228"/>
                  <a:gd name="connsiteX0" fmla="*/ 691486 w 948720"/>
                  <a:gd name="connsiteY0" fmla="*/ 0 h 1042228"/>
                  <a:gd name="connsiteX1" fmla="*/ 898655 w 948720"/>
                  <a:gd name="connsiteY1" fmla="*/ 109538 h 1042228"/>
                  <a:gd name="connsiteX2" fmla="*/ 753399 w 948720"/>
                  <a:gd name="connsiteY2" fmla="*/ 778669 h 1042228"/>
                  <a:gd name="connsiteX3" fmla="*/ 903419 w 948720"/>
                  <a:gd name="connsiteY3" fmla="*/ 1033463 h 1042228"/>
                  <a:gd name="connsiteX4" fmla="*/ 924 w 948720"/>
                  <a:gd name="connsiteY4" fmla="*/ 1014413 h 1042228"/>
                  <a:gd name="connsiteX5" fmla="*/ 593856 w 948720"/>
                  <a:gd name="connsiteY5" fmla="*/ 778669 h 1042228"/>
                  <a:gd name="connsiteX6" fmla="*/ 691486 w 948720"/>
                  <a:gd name="connsiteY6" fmla="*/ 0 h 1042228"/>
                  <a:gd name="connsiteX0" fmla="*/ 689105 w 948720"/>
                  <a:gd name="connsiteY0" fmla="*/ 0 h 1082709"/>
                  <a:gd name="connsiteX1" fmla="*/ 898655 w 948720"/>
                  <a:gd name="connsiteY1" fmla="*/ 150019 h 1082709"/>
                  <a:gd name="connsiteX2" fmla="*/ 753399 w 948720"/>
                  <a:gd name="connsiteY2" fmla="*/ 819150 h 1082709"/>
                  <a:gd name="connsiteX3" fmla="*/ 903419 w 948720"/>
                  <a:gd name="connsiteY3" fmla="*/ 1073944 h 1082709"/>
                  <a:gd name="connsiteX4" fmla="*/ 924 w 948720"/>
                  <a:gd name="connsiteY4" fmla="*/ 1054894 h 1082709"/>
                  <a:gd name="connsiteX5" fmla="*/ 593856 w 948720"/>
                  <a:gd name="connsiteY5" fmla="*/ 819150 h 1082709"/>
                  <a:gd name="connsiteX6" fmla="*/ 689105 w 948720"/>
                  <a:gd name="connsiteY6" fmla="*/ 0 h 1082709"/>
                  <a:gd name="connsiteX0" fmla="*/ 689105 w 948720"/>
                  <a:gd name="connsiteY0" fmla="*/ 0 h 1082709"/>
                  <a:gd name="connsiteX1" fmla="*/ 898655 w 948720"/>
                  <a:gd name="connsiteY1" fmla="*/ 150019 h 1082709"/>
                  <a:gd name="connsiteX2" fmla="*/ 753399 w 948720"/>
                  <a:gd name="connsiteY2" fmla="*/ 819150 h 1082709"/>
                  <a:gd name="connsiteX3" fmla="*/ 903419 w 948720"/>
                  <a:gd name="connsiteY3" fmla="*/ 1073944 h 1082709"/>
                  <a:gd name="connsiteX4" fmla="*/ 924 w 948720"/>
                  <a:gd name="connsiteY4" fmla="*/ 1054894 h 1082709"/>
                  <a:gd name="connsiteX5" fmla="*/ 593856 w 948720"/>
                  <a:gd name="connsiteY5" fmla="*/ 819150 h 1082709"/>
                  <a:gd name="connsiteX6" fmla="*/ 689105 w 948720"/>
                  <a:gd name="connsiteY6" fmla="*/ 0 h 1082709"/>
                  <a:gd name="connsiteX0" fmla="*/ 689105 w 948720"/>
                  <a:gd name="connsiteY0" fmla="*/ 0 h 1082709"/>
                  <a:gd name="connsiteX1" fmla="*/ 898655 w 948720"/>
                  <a:gd name="connsiteY1" fmla="*/ 150019 h 1082709"/>
                  <a:gd name="connsiteX2" fmla="*/ 753399 w 948720"/>
                  <a:gd name="connsiteY2" fmla="*/ 819150 h 1082709"/>
                  <a:gd name="connsiteX3" fmla="*/ 903419 w 948720"/>
                  <a:gd name="connsiteY3" fmla="*/ 1073944 h 1082709"/>
                  <a:gd name="connsiteX4" fmla="*/ 924 w 948720"/>
                  <a:gd name="connsiteY4" fmla="*/ 1054894 h 1082709"/>
                  <a:gd name="connsiteX5" fmla="*/ 593856 w 948720"/>
                  <a:gd name="connsiteY5" fmla="*/ 819150 h 1082709"/>
                  <a:gd name="connsiteX6" fmla="*/ 689105 w 948720"/>
                  <a:gd name="connsiteY6" fmla="*/ 0 h 1082709"/>
                  <a:gd name="connsiteX0" fmla="*/ 690118 w 949733"/>
                  <a:gd name="connsiteY0" fmla="*/ 0 h 1082709"/>
                  <a:gd name="connsiteX1" fmla="*/ 899668 w 949733"/>
                  <a:gd name="connsiteY1" fmla="*/ 150019 h 1082709"/>
                  <a:gd name="connsiteX2" fmla="*/ 754412 w 949733"/>
                  <a:gd name="connsiteY2" fmla="*/ 819150 h 1082709"/>
                  <a:gd name="connsiteX3" fmla="*/ 904432 w 949733"/>
                  <a:gd name="connsiteY3" fmla="*/ 1073944 h 1082709"/>
                  <a:gd name="connsiteX4" fmla="*/ 1937 w 949733"/>
                  <a:gd name="connsiteY4" fmla="*/ 1054894 h 1082709"/>
                  <a:gd name="connsiteX5" fmla="*/ 594869 w 949733"/>
                  <a:gd name="connsiteY5" fmla="*/ 819150 h 1082709"/>
                  <a:gd name="connsiteX6" fmla="*/ 690118 w 949733"/>
                  <a:gd name="connsiteY6" fmla="*/ 0 h 1082709"/>
                  <a:gd name="connsiteX0" fmla="*/ 690118 w 949733"/>
                  <a:gd name="connsiteY0" fmla="*/ 0 h 1110303"/>
                  <a:gd name="connsiteX1" fmla="*/ 899668 w 949733"/>
                  <a:gd name="connsiteY1" fmla="*/ 150019 h 1110303"/>
                  <a:gd name="connsiteX2" fmla="*/ 754412 w 949733"/>
                  <a:gd name="connsiteY2" fmla="*/ 819150 h 1110303"/>
                  <a:gd name="connsiteX3" fmla="*/ 904432 w 949733"/>
                  <a:gd name="connsiteY3" fmla="*/ 1073944 h 1110303"/>
                  <a:gd name="connsiteX4" fmla="*/ 1937 w 949733"/>
                  <a:gd name="connsiteY4" fmla="*/ 1054894 h 1110303"/>
                  <a:gd name="connsiteX5" fmla="*/ 594869 w 949733"/>
                  <a:gd name="connsiteY5" fmla="*/ 819150 h 1110303"/>
                  <a:gd name="connsiteX6" fmla="*/ 690118 w 949733"/>
                  <a:gd name="connsiteY6" fmla="*/ 0 h 1110303"/>
                  <a:gd name="connsiteX0" fmla="*/ 690118 w 949733"/>
                  <a:gd name="connsiteY0" fmla="*/ 0 h 1110303"/>
                  <a:gd name="connsiteX1" fmla="*/ 887762 w 949733"/>
                  <a:gd name="connsiteY1" fmla="*/ 57150 h 1110303"/>
                  <a:gd name="connsiteX2" fmla="*/ 754412 w 949733"/>
                  <a:gd name="connsiteY2" fmla="*/ 819150 h 1110303"/>
                  <a:gd name="connsiteX3" fmla="*/ 904432 w 949733"/>
                  <a:gd name="connsiteY3" fmla="*/ 1073944 h 1110303"/>
                  <a:gd name="connsiteX4" fmla="*/ 1937 w 949733"/>
                  <a:gd name="connsiteY4" fmla="*/ 1054894 h 1110303"/>
                  <a:gd name="connsiteX5" fmla="*/ 594869 w 949733"/>
                  <a:gd name="connsiteY5" fmla="*/ 819150 h 1110303"/>
                  <a:gd name="connsiteX6" fmla="*/ 690118 w 949733"/>
                  <a:gd name="connsiteY6" fmla="*/ 0 h 1110303"/>
                  <a:gd name="connsiteX0" fmla="*/ 690118 w 949733"/>
                  <a:gd name="connsiteY0" fmla="*/ 0 h 1110303"/>
                  <a:gd name="connsiteX1" fmla="*/ 887762 w 949733"/>
                  <a:gd name="connsiteY1" fmla="*/ 57150 h 1110303"/>
                  <a:gd name="connsiteX2" fmla="*/ 754412 w 949733"/>
                  <a:gd name="connsiteY2" fmla="*/ 819150 h 1110303"/>
                  <a:gd name="connsiteX3" fmla="*/ 904432 w 949733"/>
                  <a:gd name="connsiteY3" fmla="*/ 1073944 h 1110303"/>
                  <a:gd name="connsiteX4" fmla="*/ 1937 w 949733"/>
                  <a:gd name="connsiteY4" fmla="*/ 1054894 h 1110303"/>
                  <a:gd name="connsiteX5" fmla="*/ 594869 w 949733"/>
                  <a:gd name="connsiteY5" fmla="*/ 819150 h 1110303"/>
                  <a:gd name="connsiteX6" fmla="*/ 690118 w 949733"/>
                  <a:gd name="connsiteY6" fmla="*/ 0 h 1110303"/>
                  <a:gd name="connsiteX0" fmla="*/ 690118 w 934051"/>
                  <a:gd name="connsiteY0" fmla="*/ 0 h 1110303"/>
                  <a:gd name="connsiteX1" fmla="*/ 887762 w 934051"/>
                  <a:gd name="connsiteY1" fmla="*/ 57150 h 1110303"/>
                  <a:gd name="connsiteX2" fmla="*/ 754412 w 934051"/>
                  <a:gd name="connsiteY2" fmla="*/ 819150 h 1110303"/>
                  <a:gd name="connsiteX3" fmla="*/ 904432 w 934051"/>
                  <a:gd name="connsiteY3" fmla="*/ 1073944 h 1110303"/>
                  <a:gd name="connsiteX4" fmla="*/ 1937 w 934051"/>
                  <a:gd name="connsiteY4" fmla="*/ 1054894 h 1110303"/>
                  <a:gd name="connsiteX5" fmla="*/ 594869 w 934051"/>
                  <a:gd name="connsiteY5" fmla="*/ 819150 h 1110303"/>
                  <a:gd name="connsiteX6" fmla="*/ 690118 w 934051"/>
                  <a:gd name="connsiteY6" fmla="*/ 0 h 1110303"/>
                  <a:gd name="connsiteX0" fmla="*/ 690118 w 934051"/>
                  <a:gd name="connsiteY0" fmla="*/ 0 h 1110303"/>
                  <a:gd name="connsiteX1" fmla="*/ 887762 w 934051"/>
                  <a:gd name="connsiteY1" fmla="*/ 57150 h 1110303"/>
                  <a:gd name="connsiteX2" fmla="*/ 754412 w 934051"/>
                  <a:gd name="connsiteY2" fmla="*/ 819150 h 1110303"/>
                  <a:gd name="connsiteX3" fmla="*/ 904432 w 934051"/>
                  <a:gd name="connsiteY3" fmla="*/ 1073944 h 1110303"/>
                  <a:gd name="connsiteX4" fmla="*/ 1937 w 934051"/>
                  <a:gd name="connsiteY4" fmla="*/ 1054894 h 1110303"/>
                  <a:gd name="connsiteX5" fmla="*/ 594869 w 934051"/>
                  <a:gd name="connsiteY5" fmla="*/ 819150 h 1110303"/>
                  <a:gd name="connsiteX6" fmla="*/ 690118 w 934051"/>
                  <a:gd name="connsiteY6" fmla="*/ 0 h 1110303"/>
                  <a:gd name="connsiteX0" fmla="*/ 690118 w 934051"/>
                  <a:gd name="connsiteY0" fmla="*/ 0 h 1076155"/>
                  <a:gd name="connsiteX1" fmla="*/ 887762 w 934051"/>
                  <a:gd name="connsiteY1" fmla="*/ 57150 h 1076155"/>
                  <a:gd name="connsiteX2" fmla="*/ 754412 w 934051"/>
                  <a:gd name="connsiteY2" fmla="*/ 819150 h 1076155"/>
                  <a:gd name="connsiteX3" fmla="*/ 904432 w 934051"/>
                  <a:gd name="connsiteY3" fmla="*/ 1073944 h 1076155"/>
                  <a:gd name="connsiteX4" fmla="*/ 1937 w 934051"/>
                  <a:gd name="connsiteY4" fmla="*/ 1054894 h 1076155"/>
                  <a:gd name="connsiteX5" fmla="*/ 594869 w 934051"/>
                  <a:gd name="connsiteY5" fmla="*/ 819150 h 1076155"/>
                  <a:gd name="connsiteX6" fmla="*/ 690118 w 934051"/>
                  <a:gd name="connsiteY6" fmla="*/ 0 h 1076155"/>
                  <a:gd name="connsiteX0" fmla="*/ 690118 w 934051"/>
                  <a:gd name="connsiteY0" fmla="*/ 0 h 1073944"/>
                  <a:gd name="connsiteX1" fmla="*/ 887762 w 934051"/>
                  <a:gd name="connsiteY1" fmla="*/ 57150 h 1073944"/>
                  <a:gd name="connsiteX2" fmla="*/ 754412 w 934051"/>
                  <a:gd name="connsiteY2" fmla="*/ 819150 h 1073944"/>
                  <a:gd name="connsiteX3" fmla="*/ 904432 w 934051"/>
                  <a:gd name="connsiteY3" fmla="*/ 1073944 h 1073944"/>
                  <a:gd name="connsiteX4" fmla="*/ 1937 w 934051"/>
                  <a:gd name="connsiteY4" fmla="*/ 1054894 h 1073944"/>
                  <a:gd name="connsiteX5" fmla="*/ 594869 w 934051"/>
                  <a:gd name="connsiteY5" fmla="*/ 819150 h 1073944"/>
                  <a:gd name="connsiteX6" fmla="*/ 690118 w 934051"/>
                  <a:gd name="connsiteY6" fmla="*/ 0 h 107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4051" h="1073944">
                    <a:moveTo>
                      <a:pt x="690118" y="0"/>
                    </a:moveTo>
                    <a:lnTo>
                      <a:pt x="887762" y="57150"/>
                    </a:lnTo>
                    <a:cubicBezTo>
                      <a:pt x="1031431" y="194469"/>
                      <a:pt x="798862" y="565150"/>
                      <a:pt x="754412" y="819150"/>
                    </a:cubicBezTo>
                    <a:cubicBezTo>
                      <a:pt x="767112" y="924719"/>
                      <a:pt x="912766" y="995363"/>
                      <a:pt x="904432" y="1073944"/>
                    </a:cubicBezTo>
                    <a:cubicBezTo>
                      <a:pt x="443661" y="907256"/>
                      <a:pt x="94409" y="1069182"/>
                      <a:pt x="1937" y="1054894"/>
                    </a:cubicBezTo>
                    <a:cubicBezTo>
                      <a:pt x="-25844" y="996157"/>
                      <a:pt x="248793" y="844550"/>
                      <a:pt x="594869" y="819150"/>
                    </a:cubicBezTo>
                    <a:cubicBezTo>
                      <a:pt x="651225" y="738188"/>
                      <a:pt x="743300" y="519112"/>
                      <a:pt x="690118" y="0"/>
                    </a:cubicBezTo>
                    <a:close/>
                  </a:path>
                </a:pathLst>
              </a:custGeom>
              <a:solidFill>
                <a:srgbClr val="0D0D0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D11271-E067-4D31-902F-F2E42093AB76}"/>
                </a:ext>
              </a:extLst>
            </p:cNvPr>
            <p:cNvSpPr/>
            <p:nvPr/>
          </p:nvSpPr>
          <p:spPr>
            <a:xfrm>
              <a:off x="6875473" y="2178718"/>
              <a:ext cx="4740836" cy="3797487"/>
            </a:xfrm>
            <a:custGeom>
              <a:avLst/>
              <a:gdLst>
                <a:gd name="connsiteX0" fmla="*/ 0 w 1139687"/>
                <a:gd name="connsiteY0" fmla="*/ 0 h 1510748"/>
                <a:gd name="connsiteX1" fmla="*/ 1139687 w 1139687"/>
                <a:gd name="connsiteY1" fmla="*/ 0 h 1510748"/>
                <a:gd name="connsiteX2" fmla="*/ 1139687 w 1139687"/>
                <a:gd name="connsiteY2" fmla="*/ 1510748 h 1510748"/>
                <a:gd name="connsiteX3" fmla="*/ 0 w 1139687"/>
                <a:gd name="connsiteY3" fmla="*/ 1510748 h 1510748"/>
                <a:gd name="connsiteX4" fmla="*/ 0 w 1139687"/>
                <a:gd name="connsiteY4" fmla="*/ 0 h 1510748"/>
                <a:gd name="connsiteX0" fmla="*/ 0 w 1470991"/>
                <a:gd name="connsiteY0" fmla="*/ 0 h 1669774"/>
                <a:gd name="connsiteX1" fmla="*/ 1470991 w 1470991"/>
                <a:gd name="connsiteY1" fmla="*/ 159026 h 1669774"/>
                <a:gd name="connsiteX2" fmla="*/ 1470991 w 1470991"/>
                <a:gd name="connsiteY2" fmla="*/ 1669774 h 1669774"/>
                <a:gd name="connsiteX3" fmla="*/ 331304 w 1470991"/>
                <a:gd name="connsiteY3" fmla="*/ 1669774 h 1669774"/>
                <a:gd name="connsiteX4" fmla="*/ 0 w 1470991"/>
                <a:gd name="connsiteY4" fmla="*/ 0 h 1669774"/>
                <a:gd name="connsiteX0" fmla="*/ 0 w 2040834"/>
                <a:gd name="connsiteY0" fmla="*/ 0 h 1669774"/>
                <a:gd name="connsiteX1" fmla="*/ 2040834 w 2040834"/>
                <a:gd name="connsiteY1" fmla="*/ 1166191 h 1669774"/>
                <a:gd name="connsiteX2" fmla="*/ 1470991 w 2040834"/>
                <a:gd name="connsiteY2" fmla="*/ 1669774 h 1669774"/>
                <a:gd name="connsiteX3" fmla="*/ 331304 w 2040834"/>
                <a:gd name="connsiteY3" fmla="*/ 1669774 h 1669774"/>
                <a:gd name="connsiteX4" fmla="*/ 0 w 2040834"/>
                <a:gd name="connsiteY4" fmla="*/ 0 h 1669774"/>
                <a:gd name="connsiteX0" fmla="*/ 0 w 2040834"/>
                <a:gd name="connsiteY0" fmla="*/ 0 h 1669774"/>
                <a:gd name="connsiteX1" fmla="*/ 2040834 w 2040834"/>
                <a:gd name="connsiteY1" fmla="*/ 1166191 h 1669774"/>
                <a:gd name="connsiteX2" fmla="*/ 1470991 w 2040834"/>
                <a:gd name="connsiteY2" fmla="*/ 1669774 h 1669774"/>
                <a:gd name="connsiteX3" fmla="*/ 331304 w 2040834"/>
                <a:gd name="connsiteY3" fmla="*/ 1669774 h 1669774"/>
                <a:gd name="connsiteX4" fmla="*/ 13251 w 2040834"/>
                <a:gd name="connsiteY4" fmla="*/ 225287 h 1669774"/>
                <a:gd name="connsiteX5" fmla="*/ 0 w 2040834"/>
                <a:gd name="connsiteY5" fmla="*/ 0 h 1669774"/>
                <a:gd name="connsiteX0" fmla="*/ 0 w 4664765"/>
                <a:gd name="connsiteY0" fmla="*/ 0 h 4253948"/>
                <a:gd name="connsiteX1" fmla="*/ 2040834 w 4664765"/>
                <a:gd name="connsiteY1" fmla="*/ 1166191 h 4253948"/>
                <a:gd name="connsiteX2" fmla="*/ 1470991 w 4664765"/>
                <a:gd name="connsiteY2" fmla="*/ 1669774 h 4253948"/>
                <a:gd name="connsiteX3" fmla="*/ 4664765 w 4664765"/>
                <a:gd name="connsiteY3" fmla="*/ 4253948 h 4253948"/>
                <a:gd name="connsiteX4" fmla="*/ 13251 w 4664765"/>
                <a:gd name="connsiteY4" fmla="*/ 225287 h 4253948"/>
                <a:gd name="connsiteX5" fmla="*/ 0 w 4664765"/>
                <a:gd name="connsiteY5" fmla="*/ 0 h 4253948"/>
                <a:gd name="connsiteX0" fmla="*/ 0 w 6586330"/>
                <a:gd name="connsiteY0" fmla="*/ 0 h 4625008"/>
                <a:gd name="connsiteX1" fmla="*/ 2040834 w 6586330"/>
                <a:gd name="connsiteY1" fmla="*/ 1166191 h 4625008"/>
                <a:gd name="connsiteX2" fmla="*/ 6586330 w 6586330"/>
                <a:gd name="connsiteY2" fmla="*/ 4625008 h 4625008"/>
                <a:gd name="connsiteX3" fmla="*/ 4664765 w 6586330"/>
                <a:gd name="connsiteY3" fmla="*/ 4253948 h 4625008"/>
                <a:gd name="connsiteX4" fmla="*/ 13251 w 6586330"/>
                <a:gd name="connsiteY4" fmla="*/ 225287 h 4625008"/>
                <a:gd name="connsiteX5" fmla="*/ 0 w 6586330"/>
                <a:gd name="connsiteY5" fmla="*/ 0 h 4625008"/>
                <a:gd name="connsiteX0" fmla="*/ 0 w 6586330"/>
                <a:gd name="connsiteY0" fmla="*/ 0 h 4625008"/>
                <a:gd name="connsiteX1" fmla="*/ 2040834 w 6586330"/>
                <a:gd name="connsiteY1" fmla="*/ 1166191 h 4625008"/>
                <a:gd name="connsiteX2" fmla="*/ 5605667 w 6586330"/>
                <a:gd name="connsiteY2" fmla="*/ 3988904 h 4625008"/>
                <a:gd name="connsiteX3" fmla="*/ 6586330 w 6586330"/>
                <a:gd name="connsiteY3" fmla="*/ 4625008 h 4625008"/>
                <a:gd name="connsiteX4" fmla="*/ 4664765 w 6586330"/>
                <a:gd name="connsiteY4" fmla="*/ 4253948 h 4625008"/>
                <a:gd name="connsiteX5" fmla="*/ 13251 w 6586330"/>
                <a:gd name="connsiteY5" fmla="*/ 225287 h 4625008"/>
                <a:gd name="connsiteX6" fmla="*/ 0 w 6586330"/>
                <a:gd name="connsiteY6" fmla="*/ 0 h 4625008"/>
                <a:gd name="connsiteX0" fmla="*/ 0 w 6546573"/>
                <a:gd name="connsiteY0" fmla="*/ 0 h 4585251"/>
                <a:gd name="connsiteX1" fmla="*/ 2040834 w 6546573"/>
                <a:gd name="connsiteY1" fmla="*/ 1166191 h 4585251"/>
                <a:gd name="connsiteX2" fmla="*/ 5605667 w 6546573"/>
                <a:gd name="connsiteY2" fmla="*/ 3988904 h 4585251"/>
                <a:gd name="connsiteX3" fmla="*/ 6546573 w 6546573"/>
                <a:gd name="connsiteY3" fmla="*/ 4585251 h 4585251"/>
                <a:gd name="connsiteX4" fmla="*/ 4664765 w 6546573"/>
                <a:gd name="connsiteY4" fmla="*/ 4253948 h 4585251"/>
                <a:gd name="connsiteX5" fmla="*/ 13251 w 6546573"/>
                <a:gd name="connsiteY5" fmla="*/ 225287 h 4585251"/>
                <a:gd name="connsiteX6" fmla="*/ 0 w 6546573"/>
                <a:gd name="connsiteY6" fmla="*/ 0 h 4585251"/>
                <a:gd name="connsiteX0" fmla="*/ 0 w 6557737"/>
                <a:gd name="connsiteY0" fmla="*/ 0 h 4585251"/>
                <a:gd name="connsiteX1" fmla="*/ 2040834 w 6557737"/>
                <a:gd name="connsiteY1" fmla="*/ 1166191 h 4585251"/>
                <a:gd name="connsiteX2" fmla="*/ 5605667 w 6557737"/>
                <a:gd name="connsiteY2" fmla="*/ 3988904 h 4585251"/>
                <a:gd name="connsiteX3" fmla="*/ 6546573 w 6557737"/>
                <a:gd name="connsiteY3" fmla="*/ 4585251 h 4585251"/>
                <a:gd name="connsiteX4" fmla="*/ 4664765 w 6557737"/>
                <a:gd name="connsiteY4" fmla="*/ 4253948 h 4585251"/>
                <a:gd name="connsiteX5" fmla="*/ 13251 w 6557737"/>
                <a:gd name="connsiteY5" fmla="*/ 225287 h 4585251"/>
                <a:gd name="connsiteX6" fmla="*/ 0 w 6557737"/>
                <a:gd name="connsiteY6" fmla="*/ 0 h 4585251"/>
                <a:gd name="connsiteX0" fmla="*/ 0 w 6557737"/>
                <a:gd name="connsiteY0" fmla="*/ 0 h 4651300"/>
                <a:gd name="connsiteX1" fmla="*/ 2040834 w 6557737"/>
                <a:gd name="connsiteY1" fmla="*/ 1166191 h 4651300"/>
                <a:gd name="connsiteX2" fmla="*/ 5605667 w 6557737"/>
                <a:gd name="connsiteY2" fmla="*/ 3988904 h 4651300"/>
                <a:gd name="connsiteX3" fmla="*/ 6546573 w 6557737"/>
                <a:gd name="connsiteY3" fmla="*/ 4585251 h 4651300"/>
                <a:gd name="connsiteX4" fmla="*/ 4664765 w 6557737"/>
                <a:gd name="connsiteY4" fmla="*/ 4253948 h 4651300"/>
                <a:gd name="connsiteX5" fmla="*/ 13251 w 6557737"/>
                <a:gd name="connsiteY5" fmla="*/ 225287 h 4651300"/>
                <a:gd name="connsiteX6" fmla="*/ 0 w 6557737"/>
                <a:gd name="connsiteY6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13251 w 6568569"/>
                <a:gd name="connsiteY5" fmla="*/ 225287 h 4651300"/>
                <a:gd name="connsiteX6" fmla="*/ 0 w 6568569"/>
                <a:gd name="connsiteY6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13251 w 6568569"/>
                <a:gd name="connsiteY5" fmla="*/ 225287 h 4651300"/>
                <a:gd name="connsiteX6" fmla="*/ 0 w 6568569"/>
                <a:gd name="connsiteY6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13251 w 6568569"/>
                <a:gd name="connsiteY5" fmla="*/ 225287 h 4651300"/>
                <a:gd name="connsiteX6" fmla="*/ 0 w 6568569"/>
                <a:gd name="connsiteY6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13251 w 6568569"/>
                <a:gd name="connsiteY5" fmla="*/ 225287 h 4651300"/>
                <a:gd name="connsiteX6" fmla="*/ 0 w 6568569"/>
                <a:gd name="connsiteY6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13251 w 6568569"/>
                <a:gd name="connsiteY5" fmla="*/ 225287 h 4651300"/>
                <a:gd name="connsiteX6" fmla="*/ 0 w 6568569"/>
                <a:gd name="connsiteY6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927651 w 6568569"/>
                <a:gd name="connsiteY5" fmla="*/ 3114261 h 4651300"/>
                <a:gd name="connsiteX6" fmla="*/ 13251 w 6568569"/>
                <a:gd name="connsiteY6" fmla="*/ 225287 h 4651300"/>
                <a:gd name="connsiteX7" fmla="*/ 0 w 6568569"/>
                <a:gd name="connsiteY7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927651 w 6568569"/>
                <a:gd name="connsiteY5" fmla="*/ 3114261 h 4651300"/>
                <a:gd name="connsiteX6" fmla="*/ 13251 w 6568569"/>
                <a:gd name="connsiteY6" fmla="*/ 225287 h 4651300"/>
                <a:gd name="connsiteX7" fmla="*/ 0 w 6568569"/>
                <a:gd name="connsiteY7" fmla="*/ 0 h 4651300"/>
                <a:gd name="connsiteX0" fmla="*/ 0 w 6568569"/>
                <a:gd name="connsiteY0" fmla="*/ 0 h 4651300"/>
                <a:gd name="connsiteX1" fmla="*/ 2040834 w 6568569"/>
                <a:gd name="connsiteY1" fmla="*/ 1166191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927651 w 6568569"/>
                <a:gd name="connsiteY5" fmla="*/ 3114261 h 4651300"/>
                <a:gd name="connsiteX6" fmla="*/ 13251 w 6568569"/>
                <a:gd name="connsiteY6" fmla="*/ 225287 h 4651300"/>
                <a:gd name="connsiteX7" fmla="*/ 0 w 6568569"/>
                <a:gd name="connsiteY7" fmla="*/ 0 h 4651300"/>
                <a:gd name="connsiteX0" fmla="*/ 0 w 6568569"/>
                <a:gd name="connsiteY0" fmla="*/ 0 h 4651300"/>
                <a:gd name="connsiteX1" fmla="*/ 2040834 w 6568569"/>
                <a:gd name="connsiteY1" fmla="*/ 1080466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927651 w 6568569"/>
                <a:gd name="connsiteY5" fmla="*/ 3114261 h 4651300"/>
                <a:gd name="connsiteX6" fmla="*/ 13251 w 6568569"/>
                <a:gd name="connsiteY6" fmla="*/ 225287 h 4651300"/>
                <a:gd name="connsiteX7" fmla="*/ 0 w 6568569"/>
                <a:gd name="connsiteY7" fmla="*/ 0 h 4651300"/>
                <a:gd name="connsiteX0" fmla="*/ 0 w 6568569"/>
                <a:gd name="connsiteY0" fmla="*/ 0 h 4651300"/>
                <a:gd name="connsiteX1" fmla="*/ 2040834 w 6568569"/>
                <a:gd name="connsiteY1" fmla="*/ 1080466 h 4651300"/>
                <a:gd name="connsiteX2" fmla="*/ 5605667 w 6568569"/>
                <a:gd name="connsiteY2" fmla="*/ 3988904 h 4651300"/>
                <a:gd name="connsiteX3" fmla="*/ 6546573 w 6568569"/>
                <a:gd name="connsiteY3" fmla="*/ 4585251 h 4651300"/>
                <a:gd name="connsiteX4" fmla="*/ 4664765 w 6568569"/>
                <a:gd name="connsiteY4" fmla="*/ 4253948 h 4651300"/>
                <a:gd name="connsiteX5" fmla="*/ 927651 w 6568569"/>
                <a:gd name="connsiteY5" fmla="*/ 3114261 h 4651300"/>
                <a:gd name="connsiteX6" fmla="*/ 13251 w 6568569"/>
                <a:gd name="connsiteY6" fmla="*/ 225287 h 4651300"/>
                <a:gd name="connsiteX7" fmla="*/ 0 w 6568569"/>
                <a:gd name="connsiteY7" fmla="*/ 0 h 4651300"/>
                <a:gd name="connsiteX0" fmla="*/ 0 w 6587619"/>
                <a:gd name="connsiteY0" fmla="*/ 0 h 4898950"/>
                <a:gd name="connsiteX1" fmla="*/ 2059884 w 6587619"/>
                <a:gd name="connsiteY1" fmla="*/ 1328116 h 4898950"/>
                <a:gd name="connsiteX2" fmla="*/ 5624717 w 6587619"/>
                <a:gd name="connsiteY2" fmla="*/ 4236554 h 4898950"/>
                <a:gd name="connsiteX3" fmla="*/ 6565623 w 6587619"/>
                <a:gd name="connsiteY3" fmla="*/ 4832901 h 4898950"/>
                <a:gd name="connsiteX4" fmla="*/ 4683815 w 6587619"/>
                <a:gd name="connsiteY4" fmla="*/ 4501598 h 4898950"/>
                <a:gd name="connsiteX5" fmla="*/ 946701 w 6587619"/>
                <a:gd name="connsiteY5" fmla="*/ 3361911 h 4898950"/>
                <a:gd name="connsiteX6" fmla="*/ 32301 w 6587619"/>
                <a:gd name="connsiteY6" fmla="*/ 472937 h 4898950"/>
                <a:gd name="connsiteX7" fmla="*/ 0 w 6587619"/>
                <a:gd name="connsiteY7" fmla="*/ 0 h 4898950"/>
                <a:gd name="connsiteX0" fmla="*/ 0 w 6587619"/>
                <a:gd name="connsiteY0" fmla="*/ 364656 h 5263606"/>
                <a:gd name="connsiteX1" fmla="*/ 2059884 w 6587619"/>
                <a:gd name="connsiteY1" fmla="*/ 1692772 h 5263606"/>
                <a:gd name="connsiteX2" fmla="*/ 5624717 w 6587619"/>
                <a:gd name="connsiteY2" fmla="*/ 4601210 h 5263606"/>
                <a:gd name="connsiteX3" fmla="*/ 6565623 w 6587619"/>
                <a:gd name="connsiteY3" fmla="*/ 5197557 h 5263606"/>
                <a:gd name="connsiteX4" fmla="*/ 4683815 w 6587619"/>
                <a:gd name="connsiteY4" fmla="*/ 4866254 h 5263606"/>
                <a:gd name="connsiteX5" fmla="*/ 946701 w 6587619"/>
                <a:gd name="connsiteY5" fmla="*/ 3726567 h 5263606"/>
                <a:gd name="connsiteX6" fmla="*/ 32301 w 6587619"/>
                <a:gd name="connsiteY6" fmla="*/ 837593 h 5263606"/>
                <a:gd name="connsiteX7" fmla="*/ 0 w 6587619"/>
                <a:gd name="connsiteY7" fmla="*/ 364656 h 5263606"/>
                <a:gd name="connsiteX0" fmla="*/ 0 w 6587619"/>
                <a:gd name="connsiteY0" fmla="*/ 431343 h 5330293"/>
                <a:gd name="connsiteX1" fmla="*/ 2059884 w 6587619"/>
                <a:gd name="connsiteY1" fmla="*/ 1759459 h 5330293"/>
                <a:gd name="connsiteX2" fmla="*/ 5624717 w 6587619"/>
                <a:gd name="connsiteY2" fmla="*/ 4667897 h 5330293"/>
                <a:gd name="connsiteX3" fmla="*/ 6565623 w 6587619"/>
                <a:gd name="connsiteY3" fmla="*/ 5264244 h 5330293"/>
                <a:gd name="connsiteX4" fmla="*/ 4683815 w 6587619"/>
                <a:gd name="connsiteY4" fmla="*/ 4932941 h 5330293"/>
                <a:gd name="connsiteX5" fmla="*/ 946701 w 6587619"/>
                <a:gd name="connsiteY5" fmla="*/ 3793254 h 5330293"/>
                <a:gd name="connsiteX6" fmla="*/ 32301 w 6587619"/>
                <a:gd name="connsiteY6" fmla="*/ 904280 h 5330293"/>
                <a:gd name="connsiteX7" fmla="*/ 0 w 6587619"/>
                <a:gd name="connsiteY7" fmla="*/ 431343 h 5330293"/>
                <a:gd name="connsiteX0" fmla="*/ 0 w 6587619"/>
                <a:gd name="connsiteY0" fmla="*/ 424469 h 5323419"/>
                <a:gd name="connsiteX1" fmla="*/ 1993209 w 6587619"/>
                <a:gd name="connsiteY1" fmla="*/ 1781160 h 5323419"/>
                <a:gd name="connsiteX2" fmla="*/ 5624717 w 6587619"/>
                <a:gd name="connsiteY2" fmla="*/ 4661023 h 5323419"/>
                <a:gd name="connsiteX3" fmla="*/ 6565623 w 6587619"/>
                <a:gd name="connsiteY3" fmla="*/ 5257370 h 5323419"/>
                <a:gd name="connsiteX4" fmla="*/ 4683815 w 6587619"/>
                <a:gd name="connsiteY4" fmla="*/ 4926067 h 5323419"/>
                <a:gd name="connsiteX5" fmla="*/ 946701 w 6587619"/>
                <a:gd name="connsiteY5" fmla="*/ 3786380 h 5323419"/>
                <a:gd name="connsiteX6" fmla="*/ 32301 w 6587619"/>
                <a:gd name="connsiteY6" fmla="*/ 897406 h 5323419"/>
                <a:gd name="connsiteX7" fmla="*/ 0 w 6587619"/>
                <a:gd name="connsiteY7" fmla="*/ 424469 h 5323419"/>
                <a:gd name="connsiteX0" fmla="*/ 0 w 6587619"/>
                <a:gd name="connsiteY0" fmla="*/ 424469 h 5323419"/>
                <a:gd name="connsiteX1" fmla="*/ 1993209 w 6587619"/>
                <a:gd name="connsiteY1" fmla="*/ 1781160 h 5323419"/>
                <a:gd name="connsiteX2" fmla="*/ 5624717 w 6587619"/>
                <a:gd name="connsiteY2" fmla="*/ 4661023 h 5323419"/>
                <a:gd name="connsiteX3" fmla="*/ 6565623 w 6587619"/>
                <a:gd name="connsiteY3" fmla="*/ 5257370 h 5323419"/>
                <a:gd name="connsiteX4" fmla="*/ 4683815 w 6587619"/>
                <a:gd name="connsiteY4" fmla="*/ 4926067 h 5323419"/>
                <a:gd name="connsiteX5" fmla="*/ 946701 w 6587619"/>
                <a:gd name="connsiteY5" fmla="*/ 3786380 h 5323419"/>
                <a:gd name="connsiteX6" fmla="*/ 32301 w 6587619"/>
                <a:gd name="connsiteY6" fmla="*/ 897406 h 5323419"/>
                <a:gd name="connsiteX7" fmla="*/ 0 w 6587619"/>
                <a:gd name="connsiteY7" fmla="*/ 424469 h 5323419"/>
                <a:gd name="connsiteX0" fmla="*/ 0 w 6587619"/>
                <a:gd name="connsiteY0" fmla="*/ 424469 h 5323419"/>
                <a:gd name="connsiteX1" fmla="*/ 1993209 w 6587619"/>
                <a:gd name="connsiteY1" fmla="*/ 1781160 h 5323419"/>
                <a:gd name="connsiteX2" fmla="*/ 5624717 w 6587619"/>
                <a:gd name="connsiteY2" fmla="*/ 4661023 h 5323419"/>
                <a:gd name="connsiteX3" fmla="*/ 6565623 w 6587619"/>
                <a:gd name="connsiteY3" fmla="*/ 5257370 h 5323419"/>
                <a:gd name="connsiteX4" fmla="*/ 4683815 w 6587619"/>
                <a:gd name="connsiteY4" fmla="*/ 4926067 h 5323419"/>
                <a:gd name="connsiteX5" fmla="*/ 946701 w 6587619"/>
                <a:gd name="connsiteY5" fmla="*/ 3786380 h 5323419"/>
                <a:gd name="connsiteX6" fmla="*/ 32301 w 6587619"/>
                <a:gd name="connsiteY6" fmla="*/ 897406 h 5323419"/>
                <a:gd name="connsiteX7" fmla="*/ 0 w 6587619"/>
                <a:gd name="connsiteY7" fmla="*/ 424469 h 5323419"/>
                <a:gd name="connsiteX0" fmla="*/ 0 w 6587619"/>
                <a:gd name="connsiteY0" fmla="*/ 455118 h 5354068"/>
                <a:gd name="connsiteX1" fmla="*/ 1993209 w 6587619"/>
                <a:gd name="connsiteY1" fmla="*/ 1811809 h 5354068"/>
                <a:gd name="connsiteX2" fmla="*/ 5624717 w 6587619"/>
                <a:gd name="connsiteY2" fmla="*/ 4691672 h 5354068"/>
                <a:gd name="connsiteX3" fmla="*/ 6565623 w 6587619"/>
                <a:gd name="connsiteY3" fmla="*/ 5288019 h 5354068"/>
                <a:gd name="connsiteX4" fmla="*/ 4683815 w 6587619"/>
                <a:gd name="connsiteY4" fmla="*/ 4956716 h 5354068"/>
                <a:gd name="connsiteX5" fmla="*/ 946701 w 6587619"/>
                <a:gd name="connsiteY5" fmla="*/ 3817029 h 5354068"/>
                <a:gd name="connsiteX6" fmla="*/ 32301 w 6587619"/>
                <a:gd name="connsiteY6" fmla="*/ 928055 h 5354068"/>
                <a:gd name="connsiteX7" fmla="*/ 0 w 6587619"/>
                <a:gd name="connsiteY7" fmla="*/ 455118 h 5354068"/>
                <a:gd name="connsiteX0" fmla="*/ 0 w 6587619"/>
                <a:gd name="connsiteY0" fmla="*/ 455118 h 5354068"/>
                <a:gd name="connsiteX1" fmla="*/ 1993209 w 6587619"/>
                <a:gd name="connsiteY1" fmla="*/ 1811809 h 5354068"/>
                <a:gd name="connsiteX2" fmla="*/ 5624717 w 6587619"/>
                <a:gd name="connsiteY2" fmla="*/ 4691672 h 5354068"/>
                <a:gd name="connsiteX3" fmla="*/ 6565623 w 6587619"/>
                <a:gd name="connsiteY3" fmla="*/ 5288019 h 5354068"/>
                <a:gd name="connsiteX4" fmla="*/ 4683815 w 6587619"/>
                <a:gd name="connsiteY4" fmla="*/ 4956716 h 5354068"/>
                <a:gd name="connsiteX5" fmla="*/ 946701 w 6587619"/>
                <a:gd name="connsiteY5" fmla="*/ 3817029 h 5354068"/>
                <a:gd name="connsiteX6" fmla="*/ 32301 w 6587619"/>
                <a:gd name="connsiteY6" fmla="*/ 928055 h 5354068"/>
                <a:gd name="connsiteX7" fmla="*/ 0 w 6587619"/>
                <a:gd name="connsiteY7" fmla="*/ 455118 h 5354068"/>
                <a:gd name="connsiteX0" fmla="*/ 0 w 6663819"/>
                <a:gd name="connsiteY0" fmla="*/ 462657 h 5333032"/>
                <a:gd name="connsiteX1" fmla="*/ 2069409 w 6663819"/>
                <a:gd name="connsiteY1" fmla="*/ 1790773 h 5333032"/>
                <a:gd name="connsiteX2" fmla="*/ 5700917 w 6663819"/>
                <a:gd name="connsiteY2" fmla="*/ 4670636 h 5333032"/>
                <a:gd name="connsiteX3" fmla="*/ 6641823 w 6663819"/>
                <a:gd name="connsiteY3" fmla="*/ 5266983 h 5333032"/>
                <a:gd name="connsiteX4" fmla="*/ 4760015 w 6663819"/>
                <a:gd name="connsiteY4" fmla="*/ 4935680 h 5333032"/>
                <a:gd name="connsiteX5" fmla="*/ 1022901 w 6663819"/>
                <a:gd name="connsiteY5" fmla="*/ 3795993 h 5333032"/>
                <a:gd name="connsiteX6" fmla="*/ 108501 w 6663819"/>
                <a:gd name="connsiteY6" fmla="*/ 907019 h 5333032"/>
                <a:gd name="connsiteX7" fmla="*/ 0 w 6663819"/>
                <a:gd name="connsiteY7" fmla="*/ 462657 h 5333032"/>
                <a:gd name="connsiteX0" fmla="*/ 0 w 6663819"/>
                <a:gd name="connsiteY0" fmla="*/ 458425 h 5328800"/>
                <a:gd name="connsiteX1" fmla="*/ 2069409 w 6663819"/>
                <a:gd name="connsiteY1" fmla="*/ 1786541 h 5328800"/>
                <a:gd name="connsiteX2" fmla="*/ 5700917 w 6663819"/>
                <a:gd name="connsiteY2" fmla="*/ 4666404 h 5328800"/>
                <a:gd name="connsiteX3" fmla="*/ 6641823 w 6663819"/>
                <a:gd name="connsiteY3" fmla="*/ 5262751 h 5328800"/>
                <a:gd name="connsiteX4" fmla="*/ 4760015 w 6663819"/>
                <a:gd name="connsiteY4" fmla="*/ 4931448 h 5328800"/>
                <a:gd name="connsiteX5" fmla="*/ 1022901 w 6663819"/>
                <a:gd name="connsiteY5" fmla="*/ 3791761 h 5328800"/>
                <a:gd name="connsiteX6" fmla="*/ 108501 w 6663819"/>
                <a:gd name="connsiteY6" fmla="*/ 902787 h 5328800"/>
                <a:gd name="connsiteX7" fmla="*/ 0 w 6663819"/>
                <a:gd name="connsiteY7" fmla="*/ 458425 h 5328800"/>
                <a:gd name="connsiteX0" fmla="*/ 0 w 6663819"/>
                <a:gd name="connsiteY0" fmla="*/ 458425 h 5328800"/>
                <a:gd name="connsiteX1" fmla="*/ 2069409 w 6663819"/>
                <a:gd name="connsiteY1" fmla="*/ 1786541 h 5328800"/>
                <a:gd name="connsiteX2" fmla="*/ 5700917 w 6663819"/>
                <a:gd name="connsiteY2" fmla="*/ 4666404 h 5328800"/>
                <a:gd name="connsiteX3" fmla="*/ 6641823 w 6663819"/>
                <a:gd name="connsiteY3" fmla="*/ 5262751 h 5328800"/>
                <a:gd name="connsiteX4" fmla="*/ 4760015 w 6663819"/>
                <a:gd name="connsiteY4" fmla="*/ 4931448 h 5328800"/>
                <a:gd name="connsiteX5" fmla="*/ 1022901 w 6663819"/>
                <a:gd name="connsiteY5" fmla="*/ 3791761 h 5328800"/>
                <a:gd name="connsiteX6" fmla="*/ 108501 w 6663819"/>
                <a:gd name="connsiteY6" fmla="*/ 931362 h 5328800"/>
                <a:gd name="connsiteX7" fmla="*/ 0 w 6663819"/>
                <a:gd name="connsiteY7" fmla="*/ 458425 h 5328800"/>
                <a:gd name="connsiteX0" fmla="*/ 0 w 6663819"/>
                <a:gd name="connsiteY0" fmla="*/ 467452 h 5337827"/>
                <a:gd name="connsiteX1" fmla="*/ 2097984 w 6663819"/>
                <a:gd name="connsiteY1" fmla="*/ 1762230 h 5337827"/>
                <a:gd name="connsiteX2" fmla="*/ 5700917 w 6663819"/>
                <a:gd name="connsiteY2" fmla="*/ 4675431 h 5337827"/>
                <a:gd name="connsiteX3" fmla="*/ 6641823 w 6663819"/>
                <a:gd name="connsiteY3" fmla="*/ 5271778 h 5337827"/>
                <a:gd name="connsiteX4" fmla="*/ 4760015 w 6663819"/>
                <a:gd name="connsiteY4" fmla="*/ 4940475 h 5337827"/>
                <a:gd name="connsiteX5" fmla="*/ 1022901 w 6663819"/>
                <a:gd name="connsiteY5" fmla="*/ 3800788 h 5337827"/>
                <a:gd name="connsiteX6" fmla="*/ 108501 w 6663819"/>
                <a:gd name="connsiteY6" fmla="*/ 940389 h 5337827"/>
                <a:gd name="connsiteX7" fmla="*/ 0 w 6663819"/>
                <a:gd name="connsiteY7" fmla="*/ 467452 h 5337827"/>
                <a:gd name="connsiteX0" fmla="*/ 0 w 6663819"/>
                <a:gd name="connsiteY0" fmla="*/ 467452 h 5337827"/>
                <a:gd name="connsiteX1" fmla="*/ 2097984 w 6663819"/>
                <a:gd name="connsiteY1" fmla="*/ 1762230 h 5337827"/>
                <a:gd name="connsiteX2" fmla="*/ 5700917 w 6663819"/>
                <a:gd name="connsiteY2" fmla="*/ 4675431 h 5337827"/>
                <a:gd name="connsiteX3" fmla="*/ 6641823 w 6663819"/>
                <a:gd name="connsiteY3" fmla="*/ 5271778 h 5337827"/>
                <a:gd name="connsiteX4" fmla="*/ 4760015 w 6663819"/>
                <a:gd name="connsiteY4" fmla="*/ 4940475 h 5337827"/>
                <a:gd name="connsiteX5" fmla="*/ 1022901 w 6663819"/>
                <a:gd name="connsiteY5" fmla="*/ 3800788 h 5337827"/>
                <a:gd name="connsiteX6" fmla="*/ 108501 w 6663819"/>
                <a:gd name="connsiteY6" fmla="*/ 940389 h 5337827"/>
                <a:gd name="connsiteX7" fmla="*/ 0 w 6663819"/>
                <a:gd name="connsiteY7" fmla="*/ 467452 h 5337827"/>
                <a:gd name="connsiteX0" fmla="*/ 0 w 6663819"/>
                <a:gd name="connsiteY0" fmla="*/ 467452 h 5337827"/>
                <a:gd name="connsiteX1" fmla="*/ 2097984 w 6663819"/>
                <a:gd name="connsiteY1" fmla="*/ 1762230 h 5337827"/>
                <a:gd name="connsiteX2" fmla="*/ 5700917 w 6663819"/>
                <a:gd name="connsiteY2" fmla="*/ 4675431 h 5337827"/>
                <a:gd name="connsiteX3" fmla="*/ 6641823 w 6663819"/>
                <a:gd name="connsiteY3" fmla="*/ 5271778 h 5337827"/>
                <a:gd name="connsiteX4" fmla="*/ 4760015 w 6663819"/>
                <a:gd name="connsiteY4" fmla="*/ 4940475 h 5337827"/>
                <a:gd name="connsiteX5" fmla="*/ 1022901 w 6663819"/>
                <a:gd name="connsiteY5" fmla="*/ 3800788 h 5337827"/>
                <a:gd name="connsiteX6" fmla="*/ 108501 w 6663819"/>
                <a:gd name="connsiteY6" fmla="*/ 940389 h 5337827"/>
                <a:gd name="connsiteX7" fmla="*/ 0 w 6663819"/>
                <a:gd name="connsiteY7" fmla="*/ 467452 h 5337827"/>
                <a:gd name="connsiteX0" fmla="*/ 0 w 6663819"/>
                <a:gd name="connsiteY0" fmla="*/ 467452 h 5337827"/>
                <a:gd name="connsiteX1" fmla="*/ 2097984 w 6663819"/>
                <a:gd name="connsiteY1" fmla="*/ 1762230 h 5337827"/>
                <a:gd name="connsiteX2" fmla="*/ 5700917 w 6663819"/>
                <a:gd name="connsiteY2" fmla="*/ 4675431 h 5337827"/>
                <a:gd name="connsiteX3" fmla="*/ 6641823 w 6663819"/>
                <a:gd name="connsiteY3" fmla="*/ 5271778 h 5337827"/>
                <a:gd name="connsiteX4" fmla="*/ 4760015 w 6663819"/>
                <a:gd name="connsiteY4" fmla="*/ 4940475 h 5337827"/>
                <a:gd name="connsiteX5" fmla="*/ 1022901 w 6663819"/>
                <a:gd name="connsiteY5" fmla="*/ 3800788 h 5337827"/>
                <a:gd name="connsiteX6" fmla="*/ 98976 w 6663819"/>
                <a:gd name="connsiteY6" fmla="*/ 949914 h 5337827"/>
                <a:gd name="connsiteX7" fmla="*/ 0 w 6663819"/>
                <a:gd name="connsiteY7" fmla="*/ 467452 h 5337827"/>
                <a:gd name="connsiteX0" fmla="*/ 0 w 6663819"/>
                <a:gd name="connsiteY0" fmla="*/ 467452 h 5337827"/>
                <a:gd name="connsiteX1" fmla="*/ 2097984 w 6663819"/>
                <a:gd name="connsiteY1" fmla="*/ 1762230 h 5337827"/>
                <a:gd name="connsiteX2" fmla="*/ 5700917 w 6663819"/>
                <a:gd name="connsiteY2" fmla="*/ 4675431 h 5337827"/>
                <a:gd name="connsiteX3" fmla="*/ 6641823 w 6663819"/>
                <a:gd name="connsiteY3" fmla="*/ 5271778 h 5337827"/>
                <a:gd name="connsiteX4" fmla="*/ 4760015 w 6663819"/>
                <a:gd name="connsiteY4" fmla="*/ 4940475 h 5337827"/>
                <a:gd name="connsiteX5" fmla="*/ 1022901 w 6663819"/>
                <a:gd name="connsiteY5" fmla="*/ 3800788 h 5337827"/>
                <a:gd name="connsiteX6" fmla="*/ 98976 w 6663819"/>
                <a:gd name="connsiteY6" fmla="*/ 949914 h 5337827"/>
                <a:gd name="connsiteX7" fmla="*/ 0 w 6663819"/>
                <a:gd name="connsiteY7" fmla="*/ 467452 h 5337827"/>
                <a:gd name="connsiteX0" fmla="*/ 0 w 6663819"/>
                <a:gd name="connsiteY0" fmla="*/ 467452 h 5337827"/>
                <a:gd name="connsiteX1" fmla="*/ 2097984 w 6663819"/>
                <a:gd name="connsiteY1" fmla="*/ 1762230 h 5337827"/>
                <a:gd name="connsiteX2" fmla="*/ 5700917 w 6663819"/>
                <a:gd name="connsiteY2" fmla="*/ 4675431 h 5337827"/>
                <a:gd name="connsiteX3" fmla="*/ 6641823 w 6663819"/>
                <a:gd name="connsiteY3" fmla="*/ 5271778 h 5337827"/>
                <a:gd name="connsiteX4" fmla="*/ 4760015 w 6663819"/>
                <a:gd name="connsiteY4" fmla="*/ 4940475 h 5337827"/>
                <a:gd name="connsiteX5" fmla="*/ 1022901 w 6663819"/>
                <a:gd name="connsiteY5" fmla="*/ 3800788 h 5337827"/>
                <a:gd name="connsiteX6" fmla="*/ 98976 w 6663819"/>
                <a:gd name="connsiteY6" fmla="*/ 949914 h 5337827"/>
                <a:gd name="connsiteX7" fmla="*/ 0 w 6663819"/>
                <a:gd name="connsiteY7" fmla="*/ 467452 h 5337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3819" h="5337827">
                  <a:moveTo>
                    <a:pt x="0" y="467452"/>
                  </a:moveTo>
                  <a:cubicBezTo>
                    <a:pt x="775528" y="-429693"/>
                    <a:pt x="1360556" y="-55250"/>
                    <a:pt x="2097984" y="1762230"/>
                  </a:cubicBezTo>
                  <a:cubicBezTo>
                    <a:pt x="3341065" y="2408964"/>
                    <a:pt x="4543561" y="3809622"/>
                    <a:pt x="5700917" y="4675431"/>
                  </a:cubicBezTo>
                  <a:cubicBezTo>
                    <a:pt x="6014552" y="4874213"/>
                    <a:pt x="6805266" y="4980231"/>
                    <a:pt x="6641823" y="5271778"/>
                  </a:cubicBezTo>
                  <a:cubicBezTo>
                    <a:pt x="6279598" y="5505900"/>
                    <a:pt x="5480049" y="5050909"/>
                    <a:pt x="4760015" y="4940475"/>
                  </a:cubicBezTo>
                  <a:cubicBezTo>
                    <a:pt x="2286275" y="4372840"/>
                    <a:pt x="1798153" y="4472231"/>
                    <a:pt x="1022901" y="3800788"/>
                  </a:cubicBezTo>
                  <a:cubicBezTo>
                    <a:pt x="38099" y="3015045"/>
                    <a:pt x="696704" y="1370118"/>
                    <a:pt x="98976" y="949914"/>
                  </a:cubicBezTo>
                  <a:lnTo>
                    <a:pt x="0" y="467452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CB6E804-9562-4000-9323-82F9DBB21443}"/>
                </a:ext>
              </a:extLst>
            </p:cNvPr>
            <p:cNvGrpSpPr/>
            <p:nvPr/>
          </p:nvGrpSpPr>
          <p:grpSpPr>
            <a:xfrm>
              <a:off x="6313410" y="2516921"/>
              <a:ext cx="776608" cy="411425"/>
              <a:chOff x="3739713" y="862282"/>
              <a:chExt cx="1091617" cy="578307"/>
            </a:xfrm>
            <a:solidFill>
              <a:srgbClr val="0D0D0D"/>
            </a:solidFill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E53312A-58B3-4304-891F-27E1BA213FC9}"/>
                  </a:ext>
                </a:extLst>
              </p:cNvPr>
              <p:cNvSpPr/>
              <p:nvPr/>
            </p:nvSpPr>
            <p:spPr>
              <a:xfrm rot="20968743">
                <a:off x="3786687" y="1099926"/>
                <a:ext cx="1020143" cy="340663"/>
              </a:xfrm>
              <a:custGeom>
                <a:avLst/>
                <a:gdLst>
                  <a:gd name="connsiteX0" fmla="*/ 0 w 828675"/>
                  <a:gd name="connsiteY0" fmla="*/ 159401 h 318801"/>
                  <a:gd name="connsiteX1" fmla="*/ 414338 w 828675"/>
                  <a:gd name="connsiteY1" fmla="*/ 0 h 318801"/>
                  <a:gd name="connsiteX2" fmla="*/ 828676 w 828675"/>
                  <a:gd name="connsiteY2" fmla="*/ 159401 h 318801"/>
                  <a:gd name="connsiteX3" fmla="*/ 414338 w 828675"/>
                  <a:gd name="connsiteY3" fmla="*/ 318802 h 318801"/>
                  <a:gd name="connsiteX4" fmla="*/ 0 w 828675"/>
                  <a:gd name="connsiteY4" fmla="*/ 159401 h 318801"/>
                  <a:gd name="connsiteX0" fmla="*/ 0 w 995363"/>
                  <a:gd name="connsiteY0" fmla="*/ 205143 h 320325"/>
                  <a:gd name="connsiteX1" fmla="*/ 581025 w 995363"/>
                  <a:gd name="connsiteY1" fmla="*/ 499 h 320325"/>
                  <a:gd name="connsiteX2" fmla="*/ 995363 w 995363"/>
                  <a:gd name="connsiteY2" fmla="*/ 159900 h 320325"/>
                  <a:gd name="connsiteX3" fmla="*/ 581025 w 995363"/>
                  <a:gd name="connsiteY3" fmla="*/ 319301 h 320325"/>
                  <a:gd name="connsiteX4" fmla="*/ 0 w 995363"/>
                  <a:gd name="connsiteY4" fmla="*/ 205143 h 320325"/>
                  <a:gd name="connsiteX0" fmla="*/ 0 w 995363"/>
                  <a:gd name="connsiteY0" fmla="*/ 205143 h 214105"/>
                  <a:gd name="connsiteX1" fmla="*/ 581025 w 995363"/>
                  <a:gd name="connsiteY1" fmla="*/ 499 h 214105"/>
                  <a:gd name="connsiteX2" fmla="*/ 995363 w 995363"/>
                  <a:gd name="connsiteY2" fmla="*/ 159900 h 214105"/>
                  <a:gd name="connsiteX3" fmla="*/ 0 w 995363"/>
                  <a:gd name="connsiteY3" fmla="*/ 205143 h 214105"/>
                  <a:gd name="connsiteX0" fmla="*/ 7520 w 1029077"/>
                  <a:gd name="connsiteY0" fmla="*/ 204968 h 269583"/>
                  <a:gd name="connsiteX1" fmla="*/ 588545 w 1029077"/>
                  <a:gd name="connsiteY1" fmla="*/ 324 h 269583"/>
                  <a:gd name="connsiteX2" fmla="*/ 1029077 w 1029077"/>
                  <a:gd name="connsiteY2" fmla="*/ 257356 h 269583"/>
                  <a:gd name="connsiteX3" fmla="*/ 7520 w 1029077"/>
                  <a:gd name="connsiteY3" fmla="*/ 204968 h 269583"/>
                  <a:gd name="connsiteX0" fmla="*/ 7520 w 1031610"/>
                  <a:gd name="connsiteY0" fmla="*/ 204968 h 269583"/>
                  <a:gd name="connsiteX1" fmla="*/ 588545 w 1031610"/>
                  <a:gd name="connsiteY1" fmla="*/ 324 h 269583"/>
                  <a:gd name="connsiteX2" fmla="*/ 1029077 w 1031610"/>
                  <a:gd name="connsiteY2" fmla="*/ 257356 h 269583"/>
                  <a:gd name="connsiteX3" fmla="*/ 7520 w 1031610"/>
                  <a:gd name="connsiteY3" fmla="*/ 204968 h 269583"/>
                  <a:gd name="connsiteX0" fmla="*/ 7520 w 1031610"/>
                  <a:gd name="connsiteY0" fmla="*/ 204968 h 347031"/>
                  <a:gd name="connsiteX1" fmla="*/ 588545 w 1031610"/>
                  <a:gd name="connsiteY1" fmla="*/ 324 h 347031"/>
                  <a:gd name="connsiteX2" fmla="*/ 1029077 w 1031610"/>
                  <a:gd name="connsiteY2" fmla="*/ 257356 h 347031"/>
                  <a:gd name="connsiteX3" fmla="*/ 7520 w 1031610"/>
                  <a:gd name="connsiteY3" fmla="*/ 204968 h 347031"/>
                  <a:gd name="connsiteX0" fmla="*/ 7411 w 1041038"/>
                  <a:gd name="connsiteY0" fmla="*/ 223816 h 351507"/>
                  <a:gd name="connsiteX1" fmla="*/ 597961 w 1041038"/>
                  <a:gd name="connsiteY1" fmla="*/ 122 h 351507"/>
                  <a:gd name="connsiteX2" fmla="*/ 1038493 w 1041038"/>
                  <a:gd name="connsiteY2" fmla="*/ 257154 h 351507"/>
                  <a:gd name="connsiteX3" fmla="*/ 7411 w 1041038"/>
                  <a:gd name="connsiteY3" fmla="*/ 223816 h 351507"/>
                  <a:gd name="connsiteX0" fmla="*/ 7411 w 1041038"/>
                  <a:gd name="connsiteY0" fmla="*/ 223816 h 353646"/>
                  <a:gd name="connsiteX1" fmla="*/ 597961 w 1041038"/>
                  <a:gd name="connsiteY1" fmla="*/ 122 h 353646"/>
                  <a:gd name="connsiteX2" fmla="*/ 1038493 w 1041038"/>
                  <a:gd name="connsiteY2" fmla="*/ 257154 h 353646"/>
                  <a:gd name="connsiteX3" fmla="*/ 7411 w 1041038"/>
                  <a:gd name="connsiteY3" fmla="*/ 223816 h 353646"/>
                  <a:gd name="connsiteX0" fmla="*/ 7279 w 1052827"/>
                  <a:gd name="connsiteY0" fmla="*/ 247516 h 360313"/>
                  <a:gd name="connsiteX1" fmla="*/ 609735 w 1052827"/>
                  <a:gd name="connsiteY1" fmla="*/ 10 h 360313"/>
                  <a:gd name="connsiteX2" fmla="*/ 1050267 w 1052827"/>
                  <a:gd name="connsiteY2" fmla="*/ 257042 h 360313"/>
                  <a:gd name="connsiteX3" fmla="*/ 7279 w 1052827"/>
                  <a:gd name="connsiteY3" fmla="*/ 247516 h 360313"/>
                  <a:gd name="connsiteX0" fmla="*/ 7279 w 1052827"/>
                  <a:gd name="connsiteY0" fmla="*/ 247516 h 351218"/>
                  <a:gd name="connsiteX1" fmla="*/ 609735 w 1052827"/>
                  <a:gd name="connsiteY1" fmla="*/ 10 h 351218"/>
                  <a:gd name="connsiteX2" fmla="*/ 1050267 w 1052827"/>
                  <a:gd name="connsiteY2" fmla="*/ 257042 h 351218"/>
                  <a:gd name="connsiteX3" fmla="*/ 7279 w 1052827"/>
                  <a:gd name="connsiteY3" fmla="*/ 247516 h 351218"/>
                  <a:gd name="connsiteX0" fmla="*/ 7658 w 1020142"/>
                  <a:gd name="connsiteY0" fmla="*/ 200668 h 340663"/>
                  <a:gd name="connsiteX1" fmla="*/ 577091 w 1020142"/>
                  <a:gd name="connsiteY1" fmla="*/ 386 h 340663"/>
                  <a:gd name="connsiteX2" fmla="*/ 1017623 w 1020142"/>
                  <a:gd name="connsiteY2" fmla="*/ 257418 h 340663"/>
                  <a:gd name="connsiteX3" fmla="*/ 7658 w 1020142"/>
                  <a:gd name="connsiteY3" fmla="*/ 200668 h 340663"/>
                  <a:gd name="connsiteX0" fmla="*/ 7658 w 1020142"/>
                  <a:gd name="connsiteY0" fmla="*/ 200668 h 340665"/>
                  <a:gd name="connsiteX1" fmla="*/ 577091 w 1020142"/>
                  <a:gd name="connsiteY1" fmla="*/ 386 h 340665"/>
                  <a:gd name="connsiteX2" fmla="*/ 1017623 w 1020142"/>
                  <a:gd name="connsiteY2" fmla="*/ 257418 h 340665"/>
                  <a:gd name="connsiteX3" fmla="*/ 7658 w 1020142"/>
                  <a:gd name="connsiteY3" fmla="*/ 200668 h 340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0142" h="340665">
                    <a:moveTo>
                      <a:pt x="7658" y="200668"/>
                    </a:moveTo>
                    <a:cubicBezTo>
                      <a:pt x="-65764" y="157829"/>
                      <a:pt x="408764" y="-9072"/>
                      <a:pt x="577091" y="386"/>
                    </a:cubicBezTo>
                    <a:cubicBezTo>
                      <a:pt x="745419" y="9844"/>
                      <a:pt x="1050960" y="14602"/>
                      <a:pt x="1017623" y="257418"/>
                    </a:cubicBezTo>
                    <a:cubicBezTo>
                      <a:pt x="973174" y="467738"/>
                      <a:pt x="521612" y="214932"/>
                      <a:pt x="7658" y="200668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0062983-2913-40CC-8044-EE5842462367}"/>
                  </a:ext>
                </a:extLst>
              </p:cNvPr>
              <p:cNvSpPr/>
              <p:nvPr/>
            </p:nvSpPr>
            <p:spPr>
              <a:xfrm rot="20968743">
                <a:off x="3739713" y="862282"/>
                <a:ext cx="1091617" cy="530806"/>
              </a:xfrm>
              <a:custGeom>
                <a:avLst/>
                <a:gdLst>
                  <a:gd name="connsiteX0" fmla="*/ 0 w 586740"/>
                  <a:gd name="connsiteY0" fmla="*/ 0 h 45719"/>
                  <a:gd name="connsiteX1" fmla="*/ 586740 w 586740"/>
                  <a:gd name="connsiteY1" fmla="*/ 0 h 45719"/>
                  <a:gd name="connsiteX2" fmla="*/ 586740 w 586740"/>
                  <a:gd name="connsiteY2" fmla="*/ 45719 h 45719"/>
                  <a:gd name="connsiteX3" fmla="*/ 0 w 586740"/>
                  <a:gd name="connsiteY3" fmla="*/ 45719 h 45719"/>
                  <a:gd name="connsiteX4" fmla="*/ 0 w 586740"/>
                  <a:gd name="connsiteY4" fmla="*/ 0 h 45719"/>
                  <a:gd name="connsiteX0" fmla="*/ 518160 w 1104900"/>
                  <a:gd name="connsiteY0" fmla="*/ 0 h 259079"/>
                  <a:gd name="connsiteX1" fmla="*/ 1104900 w 1104900"/>
                  <a:gd name="connsiteY1" fmla="*/ 0 h 259079"/>
                  <a:gd name="connsiteX2" fmla="*/ 1104900 w 1104900"/>
                  <a:gd name="connsiteY2" fmla="*/ 45719 h 259079"/>
                  <a:gd name="connsiteX3" fmla="*/ 0 w 1104900"/>
                  <a:gd name="connsiteY3" fmla="*/ 259079 h 259079"/>
                  <a:gd name="connsiteX4" fmla="*/ 518160 w 1104900"/>
                  <a:gd name="connsiteY4" fmla="*/ 0 h 259079"/>
                  <a:gd name="connsiteX0" fmla="*/ 0 w 1104900"/>
                  <a:gd name="connsiteY0" fmla="*/ 259079 h 259079"/>
                  <a:gd name="connsiteX1" fmla="*/ 1104900 w 1104900"/>
                  <a:gd name="connsiteY1" fmla="*/ 0 h 259079"/>
                  <a:gd name="connsiteX2" fmla="*/ 1104900 w 1104900"/>
                  <a:gd name="connsiteY2" fmla="*/ 45719 h 259079"/>
                  <a:gd name="connsiteX3" fmla="*/ 0 w 1104900"/>
                  <a:gd name="connsiteY3" fmla="*/ 259079 h 259079"/>
                  <a:gd name="connsiteX0" fmla="*/ 0 w 1104900"/>
                  <a:gd name="connsiteY0" fmla="*/ 327659 h 327659"/>
                  <a:gd name="connsiteX1" fmla="*/ 1089660 w 1104900"/>
                  <a:gd name="connsiteY1" fmla="*/ 0 h 327659"/>
                  <a:gd name="connsiteX2" fmla="*/ 1104900 w 1104900"/>
                  <a:gd name="connsiteY2" fmla="*/ 114299 h 327659"/>
                  <a:gd name="connsiteX3" fmla="*/ 0 w 1104900"/>
                  <a:gd name="connsiteY3" fmla="*/ 327659 h 327659"/>
                  <a:gd name="connsiteX0" fmla="*/ 0 w 1104900"/>
                  <a:gd name="connsiteY0" fmla="*/ 327659 h 364063"/>
                  <a:gd name="connsiteX1" fmla="*/ 1089660 w 1104900"/>
                  <a:gd name="connsiteY1" fmla="*/ 0 h 364063"/>
                  <a:gd name="connsiteX2" fmla="*/ 1104900 w 1104900"/>
                  <a:gd name="connsiteY2" fmla="*/ 114299 h 364063"/>
                  <a:gd name="connsiteX3" fmla="*/ 0 w 1104900"/>
                  <a:gd name="connsiteY3" fmla="*/ 327659 h 364063"/>
                  <a:gd name="connsiteX0" fmla="*/ 0 w 1104900"/>
                  <a:gd name="connsiteY0" fmla="*/ 327659 h 364063"/>
                  <a:gd name="connsiteX1" fmla="*/ 1089660 w 1104900"/>
                  <a:gd name="connsiteY1" fmla="*/ 0 h 364063"/>
                  <a:gd name="connsiteX2" fmla="*/ 1104900 w 1104900"/>
                  <a:gd name="connsiteY2" fmla="*/ 114299 h 364063"/>
                  <a:gd name="connsiteX3" fmla="*/ 0 w 1104900"/>
                  <a:gd name="connsiteY3" fmla="*/ 327659 h 364063"/>
                  <a:gd name="connsiteX0" fmla="*/ 0 w 1104900"/>
                  <a:gd name="connsiteY0" fmla="*/ 518258 h 554662"/>
                  <a:gd name="connsiteX1" fmla="*/ 1089660 w 1104900"/>
                  <a:gd name="connsiteY1" fmla="*/ 190599 h 554662"/>
                  <a:gd name="connsiteX2" fmla="*/ 1104900 w 1104900"/>
                  <a:gd name="connsiteY2" fmla="*/ 304898 h 554662"/>
                  <a:gd name="connsiteX3" fmla="*/ 0 w 1104900"/>
                  <a:gd name="connsiteY3" fmla="*/ 518258 h 554662"/>
                  <a:gd name="connsiteX0" fmla="*/ 0 w 1089660"/>
                  <a:gd name="connsiteY0" fmla="*/ 518258 h 518258"/>
                  <a:gd name="connsiteX1" fmla="*/ 1089660 w 1089660"/>
                  <a:gd name="connsiteY1" fmla="*/ 190599 h 518258"/>
                  <a:gd name="connsiteX2" fmla="*/ 0 w 1089660"/>
                  <a:gd name="connsiteY2" fmla="*/ 518258 h 518258"/>
                  <a:gd name="connsiteX0" fmla="*/ 0 w 1084897"/>
                  <a:gd name="connsiteY0" fmla="*/ 543396 h 543396"/>
                  <a:gd name="connsiteX1" fmla="*/ 1084897 w 1084897"/>
                  <a:gd name="connsiteY1" fmla="*/ 180018 h 543396"/>
                  <a:gd name="connsiteX2" fmla="*/ 0 w 1084897"/>
                  <a:gd name="connsiteY2" fmla="*/ 543396 h 543396"/>
                  <a:gd name="connsiteX0" fmla="*/ 0 w 1084897"/>
                  <a:gd name="connsiteY0" fmla="*/ 543396 h 543396"/>
                  <a:gd name="connsiteX1" fmla="*/ 1084897 w 1084897"/>
                  <a:gd name="connsiteY1" fmla="*/ 180018 h 543396"/>
                  <a:gd name="connsiteX2" fmla="*/ 199548 w 1084897"/>
                  <a:gd name="connsiteY2" fmla="*/ 436716 h 543396"/>
                  <a:gd name="connsiteX3" fmla="*/ 0 w 1084897"/>
                  <a:gd name="connsiteY3" fmla="*/ 543396 h 543396"/>
                  <a:gd name="connsiteX0" fmla="*/ 0 w 1084897"/>
                  <a:gd name="connsiteY0" fmla="*/ 543396 h 543396"/>
                  <a:gd name="connsiteX1" fmla="*/ 1084897 w 1084897"/>
                  <a:gd name="connsiteY1" fmla="*/ 180018 h 543396"/>
                  <a:gd name="connsiteX2" fmla="*/ 199548 w 1084897"/>
                  <a:gd name="connsiteY2" fmla="*/ 436716 h 543396"/>
                  <a:gd name="connsiteX3" fmla="*/ 0 w 1084897"/>
                  <a:gd name="connsiteY3" fmla="*/ 543396 h 543396"/>
                  <a:gd name="connsiteX0" fmla="*/ 0 w 1089581"/>
                  <a:gd name="connsiteY0" fmla="*/ 543396 h 543396"/>
                  <a:gd name="connsiteX1" fmla="*/ 1084897 w 1089581"/>
                  <a:gd name="connsiteY1" fmla="*/ 180018 h 543396"/>
                  <a:gd name="connsiteX2" fmla="*/ 199548 w 1089581"/>
                  <a:gd name="connsiteY2" fmla="*/ 436716 h 543396"/>
                  <a:gd name="connsiteX3" fmla="*/ 0 w 1089581"/>
                  <a:gd name="connsiteY3" fmla="*/ 543396 h 543396"/>
                  <a:gd name="connsiteX0" fmla="*/ 0 w 1089581"/>
                  <a:gd name="connsiteY0" fmla="*/ 543396 h 543396"/>
                  <a:gd name="connsiteX1" fmla="*/ 1084897 w 1089581"/>
                  <a:gd name="connsiteY1" fmla="*/ 180018 h 543396"/>
                  <a:gd name="connsiteX2" fmla="*/ 199548 w 1089581"/>
                  <a:gd name="connsiteY2" fmla="*/ 436716 h 543396"/>
                  <a:gd name="connsiteX3" fmla="*/ 0 w 1089581"/>
                  <a:gd name="connsiteY3" fmla="*/ 543396 h 543396"/>
                  <a:gd name="connsiteX0" fmla="*/ 0 w 1089581"/>
                  <a:gd name="connsiteY0" fmla="*/ 543396 h 543396"/>
                  <a:gd name="connsiteX1" fmla="*/ 1084897 w 1089581"/>
                  <a:gd name="connsiteY1" fmla="*/ 180018 h 543396"/>
                  <a:gd name="connsiteX2" fmla="*/ 199548 w 1089581"/>
                  <a:gd name="connsiteY2" fmla="*/ 436716 h 543396"/>
                  <a:gd name="connsiteX3" fmla="*/ 0 w 1089581"/>
                  <a:gd name="connsiteY3" fmla="*/ 543396 h 543396"/>
                  <a:gd name="connsiteX0" fmla="*/ 6669 w 1096250"/>
                  <a:gd name="connsiteY0" fmla="*/ 507765 h 507765"/>
                  <a:gd name="connsiteX1" fmla="*/ 1091566 w 1096250"/>
                  <a:gd name="connsiteY1" fmla="*/ 144387 h 507765"/>
                  <a:gd name="connsiteX2" fmla="*/ 206217 w 1096250"/>
                  <a:gd name="connsiteY2" fmla="*/ 401085 h 507765"/>
                  <a:gd name="connsiteX3" fmla="*/ 6669 w 1096250"/>
                  <a:gd name="connsiteY3" fmla="*/ 507765 h 507765"/>
                  <a:gd name="connsiteX0" fmla="*/ 6720 w 1096301"/>
                  <a:gd name="connsiteY0" fmla="*/ 530805 h 530805"/>
                  <a:gd name="connsiteX1" fmla="*/ 1091617 w 1096301"/>
                  <a:gd name="connsiteY1" fmla="*/ 167427 h 530805"/>
                  <a:gd name="connsiteX2" fmla="*/ 206268 w 1096301"/>
                  <a:gd name="connsiteY2" fmla="*/ 424125 h 530805"/>
                  <a:gd name="connsiteX3" fmla="*/ 6720 w 1096301"/>
                  <a:gd name="connsiteY3" fmla="*/ 530805 h 530805"/>
                  <a:gd name="connsiteX0" fmla="*/ 6720 w 1091617"/>
                  <a:gd name="connsiteY0" fmla="*/ 530805 h 530805"/>
                  <a:gd name="connsiteX1" fmla="*/ 1091617 w 1091617"/>
                  <a:gd name="connsiteY1" fmla="*/ 167427 h 530805"/>
                  <a:gd name="connsiteX2" fmla="*/ 206268 w 1091617"/>
                  <a:gd name="connsiteY2" fmla="*/ 424125 h 530805"/>
                  <a:gd name="connsiteX3" fmla="*/ 6720 w 1091617"/>
                  <a:gd name="connsiteY3" fmla="*/ 530805 h 530805"/>
                  <a:gd name="connsiteX0" fmla="*/ 6720 w 1091617"/>
                  <a:gd name="connsiteY0" fmla="*/ 530805 h 530805"/>
                  <a:gd name="connsiteX1" fmla="*/ 1091617 w 1091617"/>
                  <a:gd name="connsiteY1" fmla="*/ 167427 h 530805"/>
                  <a:gd name="connsiteX2" fmla="*/ 206268 w 1091617"/>
                  <a:gd name="connsiteY2" fmla="*/ 424125 h 530805"/>
                  <a:gd name="connsiteX3" fmla="*/ 6720 w 1091617"/>
                  <a:gd name="connsiteY3" fmla="*/ 530805 h 530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1617" h="530805">
                    <a:moveTo>
                      <a:pt x="6720" y="530805"/>
                    </a:moveTo>
                    <a:cubicBezTo>
                      <a:pt x="-97261" y="163934"/>
                      <a:pt x="1038912" y="-232940"/>
                      <a:pt x="1091617" y="167427"/>
                    </a:cubicBezTo>
                    <a:cubicBezTo>
                      <a:pt x="1086219" y="429204"/>
                      <a:pt x="547422" y="402852"/>
                      <a:pt x="206268" y="424125"/>
                    </a:cubicBezTo>
                    <a:cubicBezTo>
                      <a:pt x="101652" y="450160"/>
                      <a:pt x="66092" y="483339"/>
                      <a:pt x="6720" y="530805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117361D-EEBD-4A5A-BA22-B72B078F7D55}"/>
                </a:ext>
              </a:extLst>
            </p:cNvPr>
            <p:cNvGrpSpPr/>
            <p:nvPr/>
          </p:nvGrpSpPr>
          <p:grpSpPr>
            <a:xfrm>
              <a:off x="8406165" y="5231793"/>
              <a:ext cx="704241" cy="1279602"/>
              <a:chOff x="8406165" y="5231793"/>
              <a:chExt cx="704241" cy="127960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0699BE-7B9E-4229-952A-44D277CB6E15}"/>
                  </a:ext>
                </a:extLst>
              </p:cNvPr>
              <p:cNvSpPr/>
              <p:nvPr/>
            </p:nvSpPr>
            <p:spPr>
              <a:xfrm>
                <a:off x="8427493" y="6266073"/>
                <a:ext cx="481123" cy="79117"/>
              </a:xfrm>
              <a:custGeom>
                <a:avLst/>
                <a:gdLst>
                  <a:gd name="connsiteX0" fmla="*/ 0 w 416719"/>
                  <a:gd name="connsiteY0" fmla="*/ 0 h 107156"/>
                  <a:gd name="connsiteX1" fmla="*/ 416719 w 416719"/>
                  <a:gd name="connsiteY1" fmla="*/ 0 h 107156"/>
                  <a:gd name="connsiteX2" fmla="*/ 416719 w 416719"/>
                  <a:gd name="connsiteY2" fmla="*/ 107156 h 107156"/>
                  <a:gd name="connsiteX3" fmla="*/ 0 w 416719"/>
                  <a:gd name="connsiteY3" fmla="*/ 107156 h 107156"/>
                  <a:gd name="connsiteX4" fmla="*/ 0 w 416719"/>
                  <a:gd name="connsiteY4" fmla="*/ 0 h 107156"/>
                  <a:gd name="connsiteX0" fmla="*/ 0 w 561976"/>
                  <a:gd name="connsiteY0" fmla="*/ 26194 h 107156"/>
                  <a:gd name="connsiteX1" fmla="*/ 561976 w 561976"/>
                  <a:gd name="connsiteY1" fmla="*/ 0 h 107156"/>
                  <a:gd name="connsiteX2" fmla="*/ 561976 w 561976"/>
                  <a:gd name="connsiteY2" fmla="*/ 107156 h 107156"/>
                  <a:gd name="connsiteX3" fmla="*/ 145257 w 561976"/>
                  <a:gd name="connsiteY3" fmla="*/ 107156 h 107156"/>
                  <a:gd name="connsiteX4" fmla="*/ 0 w 561976"/>
                  <a:gd name="connsiteY4" fmla="*/ 26194 h 107156"/>
                  <a:gd name="connsiteX0" fmla="*/ 0 w 561976"/>
                  <a:gd name="connsiteY0" fmla="*/ 26194 h 107156"/>
                  <a:gd name="connsiteX1" fmla="*/ 561976 w 561976"/>
                  <a:gd name="connsiteY1" fmla="*/ 0 h 107156"/>
                  <a:gd name="connsiteX2" fmla="*/ 561976 w 561976"/>
                  <a:gd name="connsiteY2" fmla="*/ 107156 h 107156"/>
                  <a:gd name="connsiteX3" fmla="*/ 0 w 561976"/>
                  <a:gd name="connsiteY3" fmla="*/ 26194 h 107156"/>
                  <a:gd name="connsiteX0" fmla="*/ 0 w 669133"/>
                  <a:gd name="connsiteY0" fmla="*/ 2382 h 83344"/>
                  <a:gd name="connsiteX1" fmla="*/ 669133 w 669133"/>
                  <a:gd name="connsiteY1" fmla="*/ 0 h 83344"/>
                  <a:gd name="connsiteX2" fmla="*/ 561976 w 669133"/>
                  <a:gd name="connsiteY2" fmla="*/ 83344 h 83344"/>
                  <a:gd name="connsiteX3" fmla="*/ 0 w 669133"/>
                  <a:gd name="connsiteY3" fmla="*/ 2382 h 83344"/>
                  <a:gd name="connsiteX0" fmla="*/ 0 w 669133"/>
                  <a:gd name="connsiteY0" fmla="*/ 2382 h 83344"/>
                  <a:gd name="connsiteX1" fmla="*/ 669133 w 669133"/>
                  <a:gd name="connsiteY1" fmla="*/ 0 h 83344"/>
                  <a:gd name="connsiteX2" fmla="*/ 621508 w 669133"/>
                  <a:gd name="connsiteY2" fmla="*/ 83344 h 83344"/>
                  <a:gd name="connsiteX3" fmla="*/ 0 w 669133"/>
                  <a:gd name="connsiteY3" fmla="*/ 2382 h 83344"/>
                  <a:gd name="connsiteX0" fmla="*/ 0 w 669133"/>
                  <a:gd name="connsiteY0" fmla="*/ 49481 h 130443"/>
                  <a:gd name="connsiteX1" fmla="*/ 669133 w 669133"/>
                  <a:gd name="connsiteY1" fmla="*/ 47099 h 130443"/>
                  <a:gd name="connsiteX2" fmla="*/ 621508 w 669133"/>
                  <a:gd name="connsiteY2" fmla="*/ 130443 h 130443"/>
                  <a:gd name="connsiteX3" fmla="*/ 0 w 669133"/>
                  <a:gd name="connsiteY3" fmla="*/ 49481 h 130443"/>
                  <a:gd name="connsiteX0" fmla="*/ 0 w 669133"/>
                  <a:gd name="connsiteY0" fmla="*/ 49481 h 141349"/>
                  <a:gd name="connsiteX1" fmla="*/ 669133 w 669133"/>
                  <a:gd name="connsiteY1" fmla="*/ 47099 h 141349"/>
                  <a:gd name="connsiteX2" fmla="*/ 621508 w 669133"/>
                  <a:gd name="connsiteY2" fmla="*/ 130443 h 141349"/>
                  <a:gd name="connsiteX3" fmla="*/ 0 w 669133"/>
                  <a:gd name="connsiteY3" fmla="*/ 49481 h 141349"/>
                  <a:gd name="connsiteX0" fmla="*/ 0 w 669133"/>
                  <a:gd name="connsiteY0" fmla="*/ 60134 h 152002"/>
                  <a:gd name="connsiteX1" fmla="*/ 669133 w 669133"/>
                  <a:gd name="connsiteY1" fmla="*/ 24415 h 152002"/>
                  <a:gd name="connsiteX2" fmla="*/ 621508 w 669133"/>
                  <a:gd name="connsiteY2" fmla="*/ 141096 h 152002"/>
                  <a:gd name="connsiteX3" fmla="*/ 0 w 669133"/>
                  <a:gd name="connsiteY3" fmla="*/ 60134 h 152002"/>
                  <a:gd name="connsiteX0" fmla="*/ 0 w 669133"/>
                  <a:gd name="connsiteY0" fmla="*/ 60134 h 138099"/>
                  <a:gd name="connsiteX1" fmla="*/ 669133 w 669133"/>
                  <a:gd name="connsiteY1" fmla="*/ 24415 h 138099"/>
                  <a:gd name="connsiteX2" fmla="*/ 654845 w 669133"/>
                  <a:gd name="connsiteY2" fmla="*/ 102996 h 138099"/>
                  <a:gd name="connsiteX3" fmla="*/ 0 w 669133"/>
                  <a:gd name="connsiteY3" fmla="*/ 60134 h 138099"/>
                  <a:gd name="connsiteX0" fmla="*/ 0 w 669133"/>
                  <a:gd name="connsiteY0" fmla="*/ 60134 h 107917"/>
                  <a:gd name="connsiteX1" fmla="*/ 669133 w 669133"/>
                  <a:gd name="connsiteY1" fmla="*/ 24415 h 107917"/>
                  <a:gd name="connsiteX2" fmla="*/ 654845 w 669133"/>
                  <a:gd name="connsiteY2" fmla="*/ 102996 h 107917"/>
                  <a:gd name="connsiteX3" fmla="*/ 0 w 669133"/>
                  <a:gd name="connsiteY3" fmla="*/ 60134 h 107917"/>
                  <a:gd name="connsiteX0" fmla="*/ 0 w 669133"/>
                  <a:gd name="connsiteY0" fmla="*/ 42878 h 90661"/>
                  <a:gd name="connsiteX1" fmla="*/ 669133 w 669133"/>
                  <a:gd name="connsiteY1" fmla="*/ 7159 h 90661"/>
                  <a:gd name="connsiteX2" fmla="*/ 654845 w 669133"/>
                  <a:gd name="connsiteY2" fmla="*/ 85740 h 90661"/>
                  <a:gd name="connsiteX3" fmla="*/ 0 w 669133"/>
                  <a:gd name="connsiteY3" fmla="*/ 42878 h 90661"/>
                  <a:gd name="connsiteX0" fmla="*/ 37 w 669170"/>
                  <a:gd name="connsiteY0" fmla="*/ 42878 h 103064"/>
                  <a:gd name="connsiteX1" fmla="*/ 669170 w 669170"/>
                  <a:gd name="connsiteY1" fmla="*/ 7159 h 103064"/>
                  <a:gd name="connsiteX2" fmla="*/ 654882 w 669170"/>
                  <a:gd name="connsiteY2" fmla="*/ 85740 h 103064"/>
                  <a:gd name="connsiteX3" fmla="*/ 37 w 669170"/>
                  <a:gd name="connsiteY3" fmla="*/ 42878 h 103064"/>
                  <a:gd name="connsiteX0" fmla="*/ 37 w 669170"/>
                  <a:gd name="connsiteY0" fmla="*/ 46904 h 107090"/>
                  <a:gd name="connsiteX1" fmla="*/ 669170 w 669170"/>
                  <a:gd name="connsiteY1" fmla="*/ 4041 h 107090"/>
                  <a:gd name="connsiteX2" fmla="*/ 654882 w 669170"/>
                  <a:gd name="connsiteY2" fmla="*/ 89766 h 107090"/>
                  <a:gd name="connsiteX3" fmla="*/ 37 w 669170"/>
                  <a:gd name="connsiteY3" fmla="*/ 46904 h 107090"/>
                  <a:gd name="connsiteX0" fmla="*/ 0 w 669133"/>
                  <a:gd name="connsiteY0" fmla="*/ 46904 h 89766"/>
                  <a:gd name="connsiteX1" fmla="*/ 669133 w 669133"/>
                  <a:gd name="connsiteY1" fmla="*/ 4041 h 89766"/>
                  <a:gd name="connsiteX2" fmla="*/ 654845 w 669133"/>
                  <a:gd name="connsiteY2" fmla="*/ 89766 h 89766"/>
                  <a:gd name="connsiteX3" fmla="*/ 0 w 669133"/>
                  <a:gd name="connsiteY3" fmla="*/ 46904 h 89766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69133"/>
                  <a:gd name="connsiteY0" fmla="*/ 69938 h 139519"/>
                  <a:gd name="connsiteX1" fmla="*/ 669133 w 669133"/>
                  <a:gd name="connsiteY1" fmla="*/ 27075 h 139519"/>
                  <a:gd name="connsiteX2" fmla="*/ 654845 w 669133"/>
                  <a:gd name="connsiteY2" fmla="*/ 112800 h 139519"/>
                  <a:gd name="connsiteX3" fmla="*/ 0 w 669133"/>
                  <a:gd name="connsiteY3" fmla="*/ 69938 h 139519"/>
                  <a:gd name="connsiteX0" fmla="*/ 0 w 669133"/>
                  <a:gd name="connsiteY0" fmla="*/ 69938 h 112800"/>
                  <a:gd name="connsiteX1" fmla="*/ 669133 w 669133"/>
                  <a:gd name="connsiteY1" fmla="*/ 27075 h 112800"/>
                  <a:gd name="connsiteX2" fmla="*/ 654845 w 669133"/>
                  <a:gd name="connsiteY2" fmla="*/ 112800 h 112800"/>
                  <a:gd name="connsiteX3" fmla="*/ 0 w 669133"/>
                  <a:gd name="connsiteY3" fmla="*/ 69938 h 112800"/>
                  <a:gd name="connsiteX0" fmla="*/ 0 w 676277"/>
                  <a:gd name="connsiteY0" fmla="*/ 90250 h 92631"/>
                  <a:gd name="connsiteX1" fmla="*/ 676277 w 676277"/>
                  <a:gd name="connsiteY1" fmla="*/ 6906 h 92631"/>
                  <a:gd name="connsiteX2" fmla="*/ 661989 w 676277"/>
                  <a:gd name="connsiteY2" fmla="*/ 92631 h 92631"/>
                  <a:gd name="connsiteX3" fmla="*/ 0 w 676277"/>
                  <a:gd name="connsiteY3" fmla="*/ 90250 h 92631"/>
                  <a:gd name="connsiteX0" fmla="*/ 0 w 676277"/>
                  <a:gd name="connsiteY0" fmla="*/ 90250 h 96443"/>
                  <a:gd name="connsiteX1" fmla="*/ 676277 w 676277"/>
                  <a:gd name="connsiteY1" fmla="*/ 6906 h 96443"/>
                  <a:gd name="connsiteX2" fmla="*/ 661989 w 676277"/>
                  <a:gd name="connsiteY2" fmla="*/ 92631 h 96443"/>
                  <a:gd name="connsiteX3" fmla="*/ 0 w 676277"/>
                  <a:gd name="connsiteY3" fmla="*/ 90250 h 96443"/>
                  <a:gd name="connsiteX0" fmla="*/ 0 w 676277"/>
                  <a:gd name="connsiteY0" fmla="*/ 90250 h 95125"/>
                  <a:gd name="connsiteX1" fmla="*/ 676277 w 676277"/>
                  <a:gd name="connsiteY1" fmla="*/ 6906 h 95125"/>
                  <a:gd name="connsiteX2" fmla="*/ 661989 w 676277"/>
                  <a:gd name="connsiteY2" fmla="*/ 92631 h 95125"/>
                  <a:gd name="connsiteX3" fmla="*/ 0 w 676277"/>
                  <a:gd name="connsiteY3" fmla="*/ 90250 h 95125"/>
                  <a:gd name="connsiteX0" fmla="*/ 0 w 676277"/>
                  <a:gd name="connsiteY0" fmla="*/ 96409 h 101284"/>
                  <a:gd name="connsiteX1" fmla="*/ 676277 w 676277"/>
                  <a:gd name="connsiteY1" fmla="*/ 13065 h 101284"/>
                  <a:gd name="connsiteX2" fmla="*/ 661989 w 676277"/>
                  <a:gd name="connsiteY2" fmla="*/ 98790 h 101284"/>
                  <a:gd name="connsiteX3" fmla="*/ 0 w 676277"/>
                  <a:gd name="connsiteY3" fmla="*/ 96409 h 101284"/>
                  <a:gd name="connsiteX0" fmla="*/ 0 w 676277"/>
                  <a:gd name="connsiteY0" fmla="*/ 96409 h 111208"/>
                  <a:gd name="connsiteX1" fmla="*/ 676277 w 676277"/>
                  <a:gd name="connsiteY1" fmla="*/ 13065 h 111208"/>
                  <a:gd name="connsiteX2" fmla="*/ 661989 w 676277"/>
                  <a:gd name="connsiteY2" fmla="*/ 98790 h 111208"/>
                  <a:gd name="connsiteX3" fmla="*/ 0 w 676277"/>
                  <a:gd name="connsiteY3" fmla="*/ 96409 h 111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7" h="111208">
                    <a:moveTo>
                      <a:pt x="0" y="96409"/>
                    </a:moveTo>
                    <a:cubicBezTo>
                      <a:pt x="51594" y="-49641"/>
                      <a:pt x="453233" y="13859"/>
                      <a:pt x="676277" y="13065"/>
                    </a:cubicBezTo>
                    <a:lnTo>
                      <a:pt x="661989" y="98790"/>
                    </a:lnTo>
                    <a:cubicBezTo>
                      <a:pt x="226220" y="55134"/>
                      <a:pt x="35719" y="144829"/>
                      <a:pt x="0" y="96409"/>
                    </a:cubicBezTo>
                    <a:close/>
                  </a:path>
                </a:pathLst>
              </a:custGeom>
              <a:solidFill>
                <a:srgbClr val="0D0D0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DAACA1-59ED-425D-B936-A5FE61E5BC44}"/>
                  </a:ext>
                </a:extLst>
              </p:cNvPr>
              <p:cNvSpPr/>
              <p:nvPr/>
            </p:nvSpPr>
            <p:spPr>
              <a:xfrm>
                <a:off x="8422050" y="5747360"/>
                <a:ext cx="664511" cy="764035"/>
              </a:xfrm>
              <a:custGeom>
                <a:avLst/>
                <a:gdLst>
                  <a:gd name="connsiteX0" fmla="*/ 0 w 157162"/>
                  <a:gd name="connsiteY0" fmla="*/ 0 h 219075"/>
                  <a:gd name="connsiteX1" fmla="*/ 157162 w 157162"/>
                  <a:gd name="connsiteY1" fmla="*/ 0 h 219075"/>
                  <a:gd name="connsiteX2" fmla="*/ 157162 w 157162"/>
                  <a:gd name="connsiteY2" fmla="*/ 219075 h 219075"/>
                  <a:gd name="connsiteX3" fmla="*/ 0 w 157162"/>
                  <a:gd name="connsiteY3" fmla="*/ 219075 h 219075"/>
                  <a:gd name="connsiteX4" fmla="*/ 0 w 157162"/>
                  <a:gd name="connsiteY4" fmla="*/ 0 h 219075"/>
                  <a:gd name="connsiteX0" fmla="*/ 740569 w 897731"/>
                  <a:gd name="connsiteY0" fmla="*/ 0 h 904875"/>
                  <a:gd name="connsiteX1" fmla="*/ 897731 w 897731"/>
                  <a:gd name="connsiteY1" fmla="*/ 0 h 904875"/>
                  <a:gd name="connsiteX2" fmla="*/ 897731 w 897731"/>
                  <a:gd name="connsiteY2" fmla="*/ 219075 h 904875"/>
                  <a:gd name="connsiteX3" fmla="*/ 0 w 897731"/>
                  <a:gd name="connsiteY3" fmla="*/ 904875 h 904875"/>
                  <a:gd name="connsiteX4" fmla="*/ 740569 w 897731"/>
                  <a:gd name="connsiteY4" fmla="*/ 219075 h 904875"/>
                  <a:gd name="connsiteX5" fmla="*/ 740569 w 897731"/>
                  <a:gd name="connsiteY5" fmla="*/ 0 h 904875"/>
                  <a:gd name="connsiteX0" fmla="*/ 740569 w 897731"/>
                  <a:gd name="connsiteY0" fmla="*/ 0 h 904875"/>
                  <a:gd name="connsiteX1" fmla="*/ 897731 w 897731"/>
                  <a:gd name="connsiteY1" fmla="*/ 0 h 904875"/>
                  <a:gd name="connsiteX2" fmla="*/ 897731 w 897731"/>
                  <a:gd name="connsiteY2" fmla="*/ 219075 h 904875"/>
                  <a:gd name="connsiteX3" fmla="*/ 0 w 897731"/>
                  <a:gd name="connsiteY3" fmla="*/ 904875 h 904875"/>
                  <a:gd name="connsiteX4" fmla="*/ 592932 w 897731"/>
                  <a:gd name="connsiteY4" fmla="*/ 669131 h 904875"/>
                  <a:gd name="connsiteX5" fmla="*/ 740569 w 897731"/>
                  <a:gd name="connsiteY5" fmla="*/ 219075 h 904875"/>
                  <a:gd name="connsiteX6" fmla="*/ 740569 w 897731"/>
                  <a:gd name="connsiteY6" fmla="*/ 0 h 904875"/>
                  <a:gd name="connsiteX0" fmla="*/ 741483 w 954234"/>
                  <a:gd name="connsiteY0" fmla="*/ 0 h 968051"/>
                  <a:gd name="connsiteX1" fmla="*/ 898645 w 954234"/>
                  <a:gd name="connsiteY1" fmla="*/ 0 h 968051"/>
                  <a:gd name="connsiteX2" fmla="*/ 898645 w 954234"/>
                  <a:gd name="connsiteY2" fmla="*/ 219075 h 968051"/>
                  <a:gd name="connsiteX3" fmla="*/ 903409 w 954234"/>
                  <a:gd name="connsiteY3" fmla="*/ 923925 h 968051"/>
                  <a:gd name="connsiteX4" fmla="*/ 914 w 954234"/>
                  <a:gd name="connsiteY4" fmla="*/ 904875 h 968051"/>
                  <a:gd name="connsiteX5" fmla="*/ 593846 w 954234"/>
                  <a:gd name="connsiteY5" fmla="*/ 669131 h 968051"/>
                  <a:gd name="connsiteX6" fmla="*/ 741483 w 954234"/>
                  <a:gd name="connsiteY6" fmla="*/ 219075 h 968051"/>
                  <a:gd name="connsiteX7" fmla="*/ 741483 w 954234"/>
                  <a:gd name="connsiteY7" fmla="*/ 0 h 968051"/>
                  <a:gd name="connsiteX0" fmla="*/ 741493 w 948720"/>
                  <a:gd name="connsiteY0" fmla="*/ 0 h 932690"/>
                  <a:gd name="connsiteX1" fmla="*/ 898655 w 948720"/>
                  <a:gd name="connsiteY1" fmla="*/ 0 h 932690"/>
                  <a:gd name="connsiteX2" fmla="*/ 898655 w 948720"/>
                  <a:gd name="connsiteY2" fmla="*/ 219075 h 932690"/>
                  <a:gd name="connsiteX3" fmla="*/ 753399 w 948720"/>
                  <a:gd name="connsiteY3" fmla="*/ 669131 h 932690"/>
                  <a:gd name="connsiteX4" fmla="*/ 903419 w 948720"/>
                  <a:gd name="connsiteY4" fmla="*/ 923925 h 932690"/>
                  <a:gd name="connsiteX5" fmla="*/ 924 w 948720"/>
                  <a:gd name="connsiteY5" fmla="*/ 904875 h 932690"/>
                  <a:gd name="connsiteX6" fmla="*/ 593856 w 948720"/>
                  <a:gd name="connsiteY6" fmla="*/ 669131 h 932690"/>
                  <a:gd name="connsiteX7" fmla="*/ 741493 w 948720"/>
                  <a:gd name="connsiteY7" fmla="*/ 219075 h 932690"/>
                  <a:gd name="connsiteX8" fmla="*/ 741493 w 948720"/>
                  <a:gd name="connsiteY8" fmla="*/ 0 h 932690"/>
                  <a:gd name="connsiteX0" fmla="*/ 741493 w 948720"/>
                  <a:gd name="connsiteY0" fmla="*/ 0 h 932690"/>
                  <a:gd name="connsiteX1" fmla="*/ 898655 w 948720"/>
                  <a:gd name="connsiteY1" fmla="*/ 0 h 932690"/>
                  <a:gd name="connsiteX2" fmla="*/ 753399 w 948720"/>
                  <a:gd name="connsiteY2" fmla="*/ 669131 h 932690"/>
                  <a:gd name="connsiteX3" fmla="*/ 903419 w 948720"/>
                  <a:gd name="connsiteY3" fmla="*/ 923925 h 932690"/>
                  <a:gd name="connsiteX4" fmla="*/ 924 w 948720"/>
                  <a:gd name="connsiteY4" fmla="*/ 904875 h 932690"/>
                  <a:gd name="connsiteX5" fmla="*/ 593856 w 948720"/>
                  <a:gd name="connsiteY5" fmla="*/ 669131 h 932690"/>
                  <a:gd name="connsiteX6" fmla="*/ 741493 w 948720"/>
                  <a:gd name="connsiteY6" fmla="*/ 219075 h 932690"/>
                  <a:gd name="connsiteX7" fmla="*/ 741493 w 948720"/>
                  <a:gd name="connsiteY7" fmla="*/ 0 h 932690"/>
                  <a:gd name="connsiteX0" fmla="*/ 741493 w 948720"/>
                  <a:gd name="connsiteY0" fmla="*/ 0 h 932690"/>
                  <a:gd name="connsiteX1" fmla="*/ 898655 w 948720"/>
                  <a:gd name="connsiteY1" fmla="*/ 0 h 932690"/>
                  <a:gd name="connsiteX2" fmla="*/ 753399 w 948720"/>
                  <a:gd name="connsiteY2" fmla="*/ 669131 h 932690"/>
                  <a:gd name="connsiteX3" fmla="*/ 903419 w 948720"/>
                  <a:gd name="connsiteY3" fmla="*/ 923925 h 932690"/>
                  <a:gd name="connsiteX4" fmla="*/ 924 w 948720"/>
                  <a:gd name="connsiteY4" fmla="*/ 904875 h 932690"/>
                  <a:gd name="connsiteX5" fmla="*/ 593856 w 948720"/>
                  <a:gd name="connsiteY5" fmla="*/ 669131 h 932690"/>
                  <a:gd name="connsiteX6" fmla="*/ 741493 w 948720"/>
                  <a:gd name="connsiteY6" fmla="*/ 0 h 932690"/>
                  <a:gd name="connsiteX0" fmla="*/ 691486 w 948720"/>
                  <a:gd name="connsiteY0" fmla="*/ 0 h 1042228"/>
                  <a:gd name="connsiteX1" fmla="*/ 898655 w 948720"/>
                  <a:gd name="connsiteY1" fmla="*/ 109538 h 1042228"/>
                  <a:gd name="connsiteX2" fmla="*/ 753399 w 948720"/>
                  <a:gd name="connsiteY2" fmla="*/ 778669 h 1042228"/>
                  <a:gd name="connsiteX3" fmla="*/ 903419 w 948720"/>
                  <a:gd name="connsiteY3" fmla="*/ 1033463 h 1042228"/>
                  <a:gd name="connsiteX4" fmla="*/ 924 w 948720"/>
                  <a:gd name="connsiteY4" fmla="*/ 1014413 h 1042228"/>
                  <a:gd name="connsiteX5" fmla="*/ 593856 w 948720"/>
                  <a:gd name="connsiteY5" fmla="*/ 778669 h 1042228"/>
                  <a:gd name="connsiteX6" fmla="*/ 691486 w 948720"/>
                  <a:gd name="connsiteY6" fmla="*/ 0 h 1042228"/>
                  <a:gd name="connsiteX0" fmla="*/ 691486 w 948720"/>
                  <a:gd name="connsiteY0" fmla="*/ 0 h 1042228"/>
                  <a:gd name="connsiteX1" fmla="*/ 898655 w 948720"/>
                  <a:gd name="connsiteY1" fmla="*/ 109538 h 1042228"/>
                  <a:gd name="connsiteX2" fmla="*/ 753399 w 948720"/>
                  <a:gd name="connsiteY2" fmla="*/ 778669 h 1042228"/>
                  <a:gd name="connsiteX3" fmla="*/ 903419 w 948720"/>
                  <a:gd name="connsiteY3" fmla="*/ 1033463 h 1042228"/>
                  <a:gd name="connsiteX4" fmla="*/ 924 w 948720"/>
                  <a:gd name="connsiteY4" fmla="*/ 1014413 h 1042228"/>
                  <a:gd name="connsiteX5" fmla="*/ 593856 w 948720"/>
                  <a:gd name="connsiteY5" fmla="*/ 778669 h 1042228"/>
                  <a:gd name="connsiteX6" fmla="*/ 691486 w 948720"/>
                  <a:gd name="connsiteY6" fmla="*/ 0 h 1042228"/>
                  <a:gd name="connsiteX0" fmla="*/ 689105 w 948720"/>
                  <a:gd name="connsiteY0" fmla="*/ 0 h 1082709"/>
                  <a:gd name="connsiteX1" fmla="*/ 898655 w 948720"/>
                  <a:gd name="connsiteY1" fmla="*/ 150019 h 1082709"/>
                  <a:gd name="connsiteX2" fmla="*/ 753399 w 948720"/>
                  <a:gd name="connsiteY2" fmla="*/ 819150 h 1082709"/>
                  <a:gd name="connsiteX3" fmla="*/ 903419 w 948720"/>
                  <a:gd name="connsiteY3" fmla="*/ 1073944 h 1082709"/>
                  <a:gd name="connsiteX4" fmla="*/ 924 w 948720"/>
                  <a:gd name="connsiteY4" fmla="*/ 1054894 h 1082709"/>
                  <a:gd name="connsiteX5" fmla="*/ 593856 w 948720"/>
                  <a:gd name="connsiteY5" fmla="*/ 819150 h 1082709"/>
                  <a:gd name="connsiteX6" fmla="*/ 689105 w 948720"/>
                  <a:gd name="connsiteY6" fmla="*/ 0 h 1082709"/>
                  <a:gd name="connsiteX0" fmla="*/ 689105 w 948720"/>
                  <a:gd name="connsiteY0" fmla="*/ 0 h 1082709"/>
                  <a:gd name="connsiteX1" fmla="*/ 898655 w 948720"/>
                  <a:gd name="connsiteY1" fmla="*/ 150019 h 1082709"/>
                  <a:gd name="connsiteX2" fmla="*/ 753399 w 948720"/>
                  <a:gd name="connsiteY2" fmla="*/ 819150 h 1082709"/>
                  <a:gd name="connsiteX3" fmla="*/ 903419 w 948720"/>
                  <a:gd name="connsiteY3" fmla="*/ 1073944 h 1082709"/>
                  <a:gd name="connsiteX4" fmla="*/ 924 w 948720"/>
                  <a:gd name="connsiteY4" fmla="*/ 1054894 h 1082709"/>
                  <a:gd name="connsiteX5" fmla="*/ 593856 w 948720"/>
                  <a:gd name="connsiteY5" fmla="*/ 819150 h 1082709"/>
                  <a:gd name="connsiteX6" fmla="*/ 689105 w 948720"/>
                  <a:gd name="connsiteY6" fmla="*/ 0 h 1082709"/>
                  <a:gd name="connsiteX0" fmla="*/ 689105 w 948720"/>
                  <a:gd name="connsiteY0" fmla="*/ 0 h 1082709"/>
                  <a:gd name="connsiteX1" fmla="*/ 898655 w 948720"/>
                  <a:gd name="connsiteY1" fmla="*/ 150019 h 1082709"/>
                  <a:gd name="connsiteX2" fmla="*/ 753399 w 948720"/>
                  <a:gd name="connsiteY2" fmla="*/ 819150 h 1082709"/>
                  <a:gd name="connsiteX3" fmla="*/ 903419 w 948720"/>
                  <a:gd name="connsiteY3" fmla="*/ 1073944 h 1082709"/>
                  <a:gd name="connsiteX4" fmla="*/ 924 w 948720"/>
                  <a:gd name="connsiteY4" fmla="*/ 1054894 h 1082709"/>
                  <a:gd name="connsiteX5" fmla="*/ 593856 w 948720"/>
                  <a:gd name="connsiteY5" fmla="*/ 819150 h 1082709"/>
                  <a:gd name="connsiteX6" fmla="*/ 689105 w 948720"/>
                  <a:gd name="connsiteY6" fmla="*/ 0 h 1082709"/>
                  <a:gd name="connsiteX0" fmla="*/ 690118 w 949733"/>
                  <a:gd name="connsiteY0" fmla="*/ 0 h 1082709"/>
                  <a:gd name="connsiteX1" fmla="*/ 899668 w 949733"/>
                  <a:gd name="connsiteY1" fmla="*/ 150019 h 1082709"/>
                  <a:gd name="connsiteX2" fmla="*/ 754412 w 949733"/>
                  <a:gd name="connsiteY2" fmla="*/ 819150 h 1082709"/>
                  <a:gd name="connsiteX3" fmla="*/ 904432 w 949733"/>
                  <a:gd name="connsiteY3" fmla="*/ 1073944 h 1082709"/>
                  <a:gd name="connsiteX4" fmla="*/ 1937 w 949733"/>
                  <a:gd name="connsiteY4" fmla="*/ 1054894 h 1082709"/>
                  <a:gd name="connsiteX5" fmla="*/ 594869 w 949733"/>
                  <a:gd name="connsiteY5" fmla="*/ 819150 h 1082709"/>
                  <a:gd name="connsiteX6" fmla="*/ 690118 w 949733"/>
                  <a:gd name="connsiteY6" fmla="*/ 0 h 1082709"/>
                  <a:gd name="connsiteX0" fmla="*/ 690118 w 949733"/>
                  <a:gd name="connsiteY0" fmla="*/ 0 h 1110303"/>
                  <a:gd name="connsiteX1" fmla="*/ 899668 w 949733"/>
                  <a:gd name="connsiteY1" fmla="*/ 150019 h 1110303"/>
                  <a:gd name="connsiteX2" fmla="*/ 754412 w 949733"/>
                  <a:gd name="connsiteY2" fmla="*/ 819150 h 1110303"/>
                  <a:gd name="connsiteX3" fmla="*/ 904432 w 949733"/>
                  <a:gd name="connsiteY3" fmla="*/ 1073944 h 1110303"/>
                  <a:gd name="connsiteX4" fmla="*/ 1937 w 949733"/>
                  <a:gd name="connsiteY4" fmla="*/ 1054894 h 1110303"/>
                  <a:gd name="connsiteX5" fmla="*/ 594869 w 949733"/>
                  <a:gd name="connsiteY5" fmla="*/ 819150 h 1110303"/>
                  <a:gd name="connsiteX6" fmla="*/ 690118 w 949733"/>
                  <a:gd name="connsiteY6" fmla="*/ 0 h 1110303"/>
                  <a:gd name="connsiteX0" fmla="*/ 690118 w 949733"/>
                  <a:gd name="connsiteY0" fmla="*/ 0 h 1110303"/>
                  <a:gd name="connsiteX1" fmla="*/ 887762 w 949733"/>
                  <a:gd name="connsiteY1" fmla="*/ 57150 h 1110303"/>
                  <a:gd name="connsiteX2" fmla="*/ 754412 w 949733"/>
                  <a:gd name="connsiteY2" fmla="*/ 819150 h 1110303"/>
                  <a:gd name="connsiteX3" fmla="*/ 904432 w 949733"/>
                  <a:gd name="connsiteY3" fmla="*/ 1073944 h 1110303"/>
                  <a:gd name="connsiteX4" fmla="*/ 1937 w 949733"/>
                  <a:gd name="connsiteY4" fmla="*/ 1054894 h 1110303"/>
                  <a:gd name="connsiteX5" fmla="*/ 594869 w 949733"/>
                  <a:gd name="connsiteY5" fmla="*/ 819150 h 1110303"/>
                  <a:gd name="connsiteX6" fmla="*/ 690118 w 949733"/>
                  <a:gd name="connsiteY6" fmla="*/ 0 h 1110303"/>
                  <a:gd name="connsiteX0" fmla="*/ 690118 w 949733"/>
                  <a:gd name="connsiteY0" fmla="*/ 0 h 1110303"/>
                  <a:gd name="connsiteX1" fmla="*/ 887762 w 949733"/>
                  <a:gd name="connsiteY1" fmla="*/ 57150 h 1110303"/>
                  <a:gd name="connsiteX2" fmla="*/ 754412 w 949733"/>
                  <a:gd name="connsiteY2" fmla="*/ 819150 h 1110303"/>
                  <a:gd name="connsiteX3" fmla="*/ 904432 w 949733"/>
                  <a:gd name="connsiteY3" fmla="*/ 1073944 h 1110303"/>
                  <a:gd name="connsiteX4" fmla="*/ 1937 w 949733"/>
                  <a:gd name="connsiteY4" fmla="*/ 1054894 h 1110303"/>
                  <a:gd name="connsiteX5" fmla="*/ 594869 w 949733"/>
                  <a:gd name="connsiteY5" fmla="*/ 819150 h 1110303"/>
                  <a:gd name="connsiteX6" fmla="*/ 690118 w 949733"/>
                  <a:gd name="connsiteY6" fmla="*/ 0 h 1110303"/>
                  <a:gd name="connsiteX0" fmla="*/ 690118 w 934051"/>
                  <a:gd name="connsiteY0" fmla="*/ 0 h 1110303"/>
                  <a:gd name="connsiteX1" fmla="*/ 887762 w 934051"/>
                  <a:gd name="connsiteY1" fmla="*/ 57150 h 1110303"/>
                  <a:gd name="connsiteX2" fmla="*/ 754412 w 934051"/>
                  <a:gd name="connsiteY2" fmla="*/ 819150 h 1110303"/>
                  <a:gd name="connsiteX3" fmla="*/ 904432 w 934051"/>
                  <a:gd name="connsiteY3" fmla="*/ 1073944 h 1110303"/>
                  <a:gd name="connsiteX4" fmla="*/ 1937 w 934051"/>
                  <a:gd name="connsiteY4" fmla="*/ 1054894 h 1110303"/>
                  <a:gd name="connsiteX5" fmla="*/ 594869 w 934051"/>
                  <a:gd name="connsiteY5" fmla="*/ 819150 h 1110303"/>
                  <a:gd name="connsiteX6" fmla="*/ 690118 w 934051"/>
                  <a:gd name="connsiteY6" fmla="*/ 0 h 1110303"/>
                  <a:gd name="connsiteX0" fmla="*/ 690118 w 934051"/>
                  <a:gd name="connsiteY0" fmla="*/ 0 h 1110303"/>
                  <a:gd name="connsiteX1" fmla="*/ 887762 w 934051"/>
                  <a:gd name="connsiteY1" fmla="*/ 57150 h 1110303"/>
                  <a:gd name="connsiteX2" fmla="*/ 754412 w 934051"/>
                  <a:gd name="connsiteY2" fmla="*/ 819150 h 1110303"/>
                  <a:gd name="connsiteX3" fmla="*/ 904432 w 934051"/>
                  <a:gd name="connsiteY3" fmla="*/ 1073944 h 1110303"/>
                  <a:gd name="connsiteX4" fmla="*/ 1937 w 934051"/>
                  <a:gd name="connsiteY4" fmla="*/ 1054894 h 1110303"/>
                  <a:gd name="connsiteX5" fmla="*/ 594869 w 934051"/>
                  <a:gd name="connsiteY5" fmla="*/ 819150 h 1110303"/>
                  <a:gd name="connsiteX6" fmla="*/ 690118 w 934051"/>
                  <a:gd name="connsiteY6" fmla="*/ 0 h 1110303"/>
                  <a:gd name="connsiteX0" fmla="*/ 690118 w 934051"/>
                  <a:gd name="connsiteY0" fmla="*/ 0 h 1076155"/>
                  <a:gd name="connsiteX1" fmla="*/ 887762 w 934051"/>
                  <a:gd name="connsiteY1" fmla="*/ 57150 h 1076155"/>
                  <a:gd name="connsiteX2" fmla="*/ 754412 w 934051"/>
                  <a:gd name="connsiteY2" fmla="*/ 819150 h 1076155"/>
                  <a:gd name="connsiteX3" fmla="*/ 904432 w 934051"/>
                  <a:gd name="connsiteY3" fmla="*/ 1073944 h 1076155"/>
                  <a:gd name="connsiteX4" fmla="*/ 1937 w 934051"/>
                  <a:gd name="connsiteY4" fmla="*/ 1054894 h 1076155"/>
                  <a:gd name="connsiteX5" fmla="*/ 594869 w 934051"/>
                  <a:gd name="connsiteY5" fmla="*/ 819150 h 1076155"/>
                  <a:gd name="connsiteX6" fmla="*/ 690118 w 934051"/>
                  <a:gd name="connsiteY6" fmla="*/ 0 h 1076155"/>
                  <a:gd name="connsiteX0" fmla="*/ 690118 w 934051"/>
                  <a:gd name="connsiteY0" fmla="*/ 0 h 1073944"/>
                  <a:gd name="connsiteX1" fmla="*/ 887762 w 934051"/>
                  <a:gd name="connsiteY1" fmla="*/ 57150 h 1073944"/>
                  <a:gd name="connsiteX2" fmla="*/ 754412 w 934051"/>
                  <a:gd name="connsiteY2" fmla="*/ 819150 h 1073944"/>
                  <a:gd name="connsiteX3" fmla="*/ 904432 w 934051"/>
                  <a:gd name="connsiteY3" fmla="*/ 1073944 h 1073944"/>
                  <a:gd name="connsiteX4" fmla="*/ 1937 w 934051"/>
                  <a:gd name="connsiteY4" fmla="*/ 1054894 h 1073944"/>
                  <a:gd name="connsiteX5" fmla="*/ 594869 w 934051"/>
                  <a:gd name="connsiteY5" fmla="*/ 819150 h 1073944"/>
                  <a:gd name="connsiteX6" fmla="*/ 690118 w 934051"/>
                  <a:gd name="connsiteY6" fmla="*/ 0 h 107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4051" h="1073944">
                    <a:moveTo>
                      <a:pt x="690118" y="0"/>
                    </a:moveTo>
                    <a:lnTo>
                      <a:pt x="887762" y="57150"/>
                    </a:lnTo>
                    <a:cubicBezTo>
                      <a:pt x="1031431" y="194469"/>
                      <a:pt x="798862" y="565150"/>
                      <a:pt x="754412" y="819150"/>
                    </a:cubicBezTo>
                    <a:cubicBezTo>
                      <a:pt x="767112" y="924719"/>
                      <a:pt x="912766" y="995363"/>
                      <a:pt x="904432" y="1073944"/>
                    </a:cubicBezTo>
                    <a:cubicBezTo>
                      <a:pt x="443661" y="907256"/>
                      <a:pt x="94409" y="1069182"/>
                      <a:pt x="1937" y="1054894"/>
                    </a:cubicBezTo>
                    <a:cubicBezTo>
                      <a:pt x="-25844" y="996157"/>
                      <a:pt x="248793" y="844550"/>
                      <a:pt x="594869" y="819150"/>
                    </a:cubicBezTo>
                    <a:cubicBezTo>
                      <a:pt x="651225" y="738188"/>
                      <a:pt x="743300" y="519112"/>
                      <a:pt x="690118" y="0"/>
                    </a:cubicBezTo>
                    <a:close/>
                  </a:path>
                </a:pathLst>
              </a:custGeom>
              <a:solidFill>
                <a:srgbClr val="0D0D0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26D4957-E040-49CA-BA67-F45DC91779A5}"/>
                  </a:ext>
                </a:extLst>
              </p:cNvPr>
              <p:cNvSpPr/>
              <p:nvPr/>
            </p:nvSpPr>
            <p:spPr>
              <a:xfrm>
                <a:off x="8406165" y="5231793"/>
                <a:ext cx="704241" cy="642090"/>
              </a:xfrm>
              <a:custGeom>
                <a:avLst/>
                <a:gdLst>
                  <a:gd name="connsiteX0" fmla="*/ 0 w 714829"/>
                  <a:gd name="connsiteY0" fmla="*/ 0 h 825500"/>
                  <a:gd name="connsiteX1" fmla="*/ 714829 w 714829"/>
                  <a:gd name="connsiteY1" fmla="*/ 0 h 825500"/>
                  <a:gd name="connsiteX2" fmla="*/ 714829 w 714829"/>
                  <a:gd name="connsiteY2" fmla="*/ 825500 h 825500"/>
                  <a:gd name="connsiteX3" fmla="*/ 0 w 714829"/>
                  <a:gd name="connsiteY3" fmla="*/ 825500 h 825500"/>
                  <a:gd name="connsiteX4" fmla="*/ 0 w 714829"/>
                  <a:gd name="connsiteY4" fmla="*/ 0 h 825500"/>
                  <a:gd name="connsiteX0" fmla="*/ 0 w 807697"/>
                  <a:gd name="connsiteY0" fmla="*/ 0 h 894557"/>
                  <a:gd name="connsiteX1" fmla="*/ 807697 w 807697"/>
                  <a:gd name="connsiteY1" fmla="*/ 69057 h 894557"/>
                  <a:gd name="connsiteX2" fmla="*/ 807697 w 807697"/>
                  <a:gd name="connsiteY2" fmla="*/ 894557 h 894557"/>
                  <a:gd name="connsiteX3" fmla="*/ 92868 w 807697"/>
                  <a:gd name="connsiteY3" fmla="*/ 894557 h 894557"/>
                  <a:gd name="connsiteX4" fmla="*/ 0 w 807697"/>
                  <a:gd name="connsiteY4" fmla="*/ 0 h 894557"/>
                  <a:gd name="connsiteX0" fmla="*/ 0 w 807697"/>
                  <a:gd name="connsiteY0" fmla="*/ 0 h 894557"/>
                  <a:gd name="connsiteX1" fmla="*/ 650535 w 807697"/>
                  <a:gd name="connsiteY1" fmla="*/ 40482 h 894557"/>
                  <a:gd name="connsiteX2" fmla="*/ 807697 w 807697"/>
                  <a:gd name="connsiteY2" fmla="*/ 894557 h 894557"/>
                  <a:gd name="connsiteX3" fmla="*/ 92868 w 807697"/>
                  <a:gd name="connsiteY3" fmla="*/ 894557 h 894557"/>
                  <a:gd name="connsiteX4" fmla="*/ 0 w 807697"/>
                  <a:gd name="connsiteY4" fmla="*/ 0 h 894557"/>
                  <a:gd name="connsiteX0" fmla="*/ 0 w 879135"/>
                  <a:gd name="connsiteY0" fmla="*/ 0 h 918370"/>
                  <a:gd name="connsiteX1" fmla="*/ 650535 w 879135"/>
                  <a:gd name="connsiteY1" fmla="*/ 40482 h 918370"/>
                  <a:gd name="connsiteX2" fmla="*/ 879135 w 879135"/>
                  <a:gd name="connsiteY2" fmla="*/ 918370 h 918370"/>
                  <a:gd name="connsiteX3" fmla="*/ 92868 w 879135"/>
                  <a:gd name="connsiteY3" fmla="*/ 894557 h 918370"/>
                  <a:gd name="connsiteX4" fmla="*/ 0 w 879135"/>
                  <a:gd name="connsiteY4" fmla="*/ 0 h 918370"/>
                  <a:gd name="connsiteX0" fmla="*/ 0 w 879135"/>
                  <a:gd name="connsiteY0" fmla="*/ 0 h 918370"/>
                  <a:gd name="connsiteX1" fmla="*/ 650535 w 879135"/>
                  <a:gd name="connsiteY1" fmla="*/ 40482 h 918370"/>
                  <a:gd name="connsiteX2" fmla="*/ 879135 w 879135"/>
                  <a:gd name="connsiteY2" fmla="*/ 918370 h 918370"/>
                  <a:gd name="connsiteX3" fmla="*/ 683418 w 879135"/>
                  <a:gd name="connsiteY3" fmla="*/ 915988 h 918370"/>
                  <a:gd name="connsiteX4" fmla="*/ 0 w 879135"/>
                  <a:gd name="connsiteY4" fmla="*/ 0 h 918370"/>
                  <a:gd name="connsiteX0" fmla="*/ 0 w 879135"/>
                  <a:gd name="connsiteY0" fmla="*/ 0 h 918370"/>
                  <a:gd name="connsiteX1" fmla="*/ 650535 w 879135"/>
                  <a:gd name="connsiteY1" fmla="*/ 40482 h 918370"/>
                  <a:gd name="connsiteX2" fmla="*/ 879135 w 879135"/>
                  <a:gd name="connsiteY2" fmla="*/ 918370 h 918370"/>
                  <a:gd name="connsiteX3" fmla="*/ 676274 w 879135"/>
                  <a:gd name="connsiteY3" fmla="*/ 915988 h 918370"/>
                  <a:gd name="connsiteX4" fmla="*/ 0 w 879135"/>
                  <a:gd name="connsiteY4" fmla="*/ 0 h 918370"/>
                  <a:gd name="connsiteX0" fmla="*/ 0 w 972004"/>
                  <a:gd name="connsiteY0" fmla="*/ 0 h 882651"/>
                  <a:gd name="connsiteX1" fmla="*/ 743404 w 972004"/>
                  <a:gd name="connsiteY1" fmla="*/ 4763 h 882651"/>
                  <a:gd name="connsiteX2" fmla="*/ 972004 w 972004"/>
                  <a:gd name="connsiteY2" fmla="*/ 882651 h 882651"/>
                  <a:gd name="connsiteX3" fmla="*/ 769143 w 972004"/>
                  <a:gd name="connsiteY3" fmla="*/ 880269 h 882651"/>
                  <a:gd name="connsiteX4" fmla="*/ 0 w 972004"/>
                  <a:gd name="connsiteY4" fmla="*/ 0 h 882651"/>
                  <a:gd name="connsiteX0" fmla="*/ 0 w 972004"/>
                  <a:gd name="connsiteY0" fmla="*/ 0 h 898008"/>
                  <a:gd name="connsiteX1" fmla="*/ 743404 w 972004"/>
                  <a:gd name="connsiteY1" fmla="*/ 4763 h 898008"/>
                  <a:gd name="connsiteX2" fmla="*/ 972004 w 972004"/>
                  <a:gd name="connsiteY2" fmla="*/ 882651 h 898008"/>
                  <a:gd name="connsiteX3" fmla="*/ 769143 w 972004"/>
                  <a:gd name="connsiteY3" fmla="*/ 880269 h 898008"/>
                  <a:gd name="connsiteX4" fmla="*/ 0 w 972004"/>
                  <a:gd name="connsiteY4" fmla="*/ 0 h 898008"/>
                  <a:gd name="connsiteX0" fmla="*/ 0 w 972004"/>
                  <a:gd name="connsiteY0" fmla="*/ 0 h 902536"/>
                  <a:gd name="connsiteX1" fmla="*/ 743404 w 972004"/>
                  <a:gd name="connsiteY1" fmla="*/ 4763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72004"/>
                  <a:gd name="connsiteY0" fmla="*/ 0 h 902536"/>
                  <a:gd name="connsiteX1" fmla="*/ 743404 w 972004"/>
                  <a:gd name="connsiteY1" fmla="*/ 4763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72004"/>
                  <a:gd name="connsiteY0" fmla="*/ 0 h 902536"/>
                  <a:gd name="connsiteX1" fmla="*/ 836273 w 972004"/>
                  <a:gd name="connsiteY1" fmla="*/ 16669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72004"/>
                  <a:gd name="connsiteY0" fmla="*/ 0 h 902536"/>
                  <a:gd name="connsiteX1" fmla="*/ 836273 w 972004"/>
                  <a:gd name="connsiteY1" fmla="*/ 16669 h 902536"/>
                  <a:gd name="connsiteX2" fmla="*/ 972004 w 972004"/>
                  <a:gd name="connsiteY2" fmla="*/ 882651 h 902536"/>
                  <a:gd name="connsiteX3" fmla="*/ 769143 w 972004"/>
                  <a:gd name="connsiteY3" fmla="*/ 880269 h 902536"/>
                  <a:gd name="connsiteX4" fmla="*/ 0 w 972004"/>
                  <a:gd name="connsiteY4" fmla="*/ 0 h 902536"/>
                  <a:gd name="connsiteX0" fmla="*/ 0 w 991825"/>
                  <a:gd name="connsiteY0" fmla="*/ 0 h 902536"/>
                  <a:gd name="connsiteX1" fmla="*/ 836273 w 991825"/>
                  <a:gd name="connsiteY1" fmla="*/ 16669 h 902536"/>
                  <a:gd name="connsiteX2" fmla="*/ 972004 w 991825"/>
                  <a:gd name="connsiteY2" fmla="*/ 882651 h 902536"/>
                  <a:gd name="connsiteX3" fmla="*/ 769143 w 991825"/>
                  <a:gd name="connsiteY3" fmla="*/ 880269 h 902536"/>
                  <a:gd name="connsiteX4" fmla="*/ 0 w 991825"/>
                  <a:gd name="connsiteY4" fmla="*/ 0 h 902536"/>
                  <a:gd name="connsiteX0" fmla="*/ 0 w 989896"/>
                  <a:gd name="connsiteY0" fmla="*/ 0 h 902536"/>
                  <a:gd name="connsiteX1" fmla="*/ 802936 w 989896"/>
                  <a:gd name="connsiteY1" fmla="*/ 26194 h 902536"/>
                  <a:gd name="connsiteX2" fmla="*/ 972004 w 989896"/>
                  <a:gd name="connsiteY2" fmla="*/ 882651 h 902536"/>
                  <a:gd name="connsiteX3" fmla="*/ 769143 w 989896"/>
                  <a:gd name="connsiteY3" fmla="*/ 880269 h 902536"/>
                  <a:gd name="connsiteX4" fmla="*/ 0 w 989896"/>
                  <a:gd name="connsiteY4" fmla="*/ 0 h 902536"/>
                  <a:gd name="connsiteX0" fmla="*/ 0 w 989896"/>
                  <a:gd name="connsiteY0" fmla="*/ 0 h 902536"/>
                  <a:gd name="connsiteX1" fmla="*/ 802936 w 989896"/>
                  <a:gd name="connsiteY1" fmla="*/ 26194 h 902536"/>
                  <a:gd name="connsiteX2" fmla="*/ 972004 w 989896"/>
                  <a:gd name="connsiteY2" fmla="*/ 882651 h 902536"/>
                  <a:gd name="connsiteX3" fmla="*/ 769143 w 989896"/>
                  <a:gd name="connsiteY3" fmla="*/ 880269 h 902536"/>
                  <a:gd name="connsiteX4" fmla="*/ 0 w 989896"/>
                  <a:gd name="connsiteY4" fmla="*/ 0 h 902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9896" h="902536">
                    <a:moveTo>
                      <a:pt x="0" y="0"/>
                    </a:moveTo>
                    <a:lnTo>
                      <a:pt x="802936" y="26194"/>
                    </a:lnTo>
                    <a:cubicBezTo>
                      <a:pt x="779123" y="599811"/>
                      <a:pt x="1062491" y="828147"/>
                      <a:pt x="972004" y="882651"/>
                    </a:cubicBezTo>
                    <a:cubicBezTo>
                      <a:pt x="916290" y="898526"/>
                      <a:pt x="872481" y="919163"/>
                      <a:pt x="769143" y="880269"/>
                    </a:cubicBezTo>
                    <a:cubicBezTo>
                      <a:pt x="729456" y="855927"/>
                      <a:pt x="256381" y="293423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9CC7D39-A7B7-4D73-BE7C-483E51C9D705}"/>
                </a:ext>
              </a:extLst>
            </p:cNvPr>
            <p:cNvSpPr/>
            <p:nvPr/>
          </p:nvSpPr>
          <p:spPr>
            <a:xfrm>
              <a:off x="7234031" y="2480312"/>
              <a:ext cx="283421" cy="28342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97BD83B-5200-4880-BE51-0673E6A5801F}"/>
                </a:ext>
              </a:extLst>
            </p:cNvPr>
            <p:cNvSpPr/>
            <p:nvPr/>
          </p:nvSpPr>
          <p:spPr>
            <a:xfrm>
              <a:off x="7264078" y="2622022"/>
              <a:ext cx="137309" cy="13730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91BF3C9-184E-456D-8391-3D8BC0730940}"/>
                </a:ext>
              </a:extLst>
            </p:cNvPr>
            <p:cNvSpPr/>
            <p:nvPr/>
          </p:nvSpPr>
          <p:spPr>
            <a:xfrm>
              <a:off x="7590583" y="3367041"/>
              <a:ext cx="3113822" cy="2011334"/>
            </a:xfrm>
            <a:custGeom>
              <a:avLst/>
              <a:gdLst>
                <a:gd name="connsiteX0" fmla="*/ 1046541 w 4376853"/>
                <a:gd name="connsiteY0" fmla="*/ 0 h 2827173"/>
                <a:gd name="connsiteX1" fmla="*/ 1091305 w 4376853"/>
                <a:gd name="connsiteY1" fmla="*/ 108275 h 2827173"/>
                <a:gd name="connsiteX2" fmla="*/ 4258122 w 4376853"/>
                <a:gd name="connsiteY2" fmla="*/ 2674244 h 2827173"/>
                <a:gd name="connsiteX3" fmla="*/ 4376853 w 4376853"/>
                <a:gd name="connsiteY3" fmla="*/ 2771441 h 2827173"/>
                <a:gd name="connsiteX4" fmla="*/ 4372957 w 4376853"/>
                <a:gd name="connsiteY4" fmla="*/ 2772096 h 2827173"/>
                <a:gd name="connsiteX5" fmla="*/ 955631 w 4376853"/>
                <a:gd name="connsiteY5" fmla="*/ 44701 h 2827173"/>
                <a:gd name="connsiteX6" fmla="*/ 1046541 w 4376853"/>
                <a:gd name="connsiteY6" fmla="*/ 0 h 28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6853" h="2827173">
                  <a:moveTo>
                    <a:pt x="1046541" y="0"/>
                  </a:moveTo>
                  <a:lnTo>
                    <a:pt x="1091305" y="108275"/>
                  </a:lnTo>
                  <a:cubicBezTo>
                    <a:pt x="2179001" y="674167"/>
                    <a:pt x="3235624" y="1817283"/>
                    <a:pt x="4258122" y="2674244"/>
                  </a:cubicBezTo>
                  <a:lnTo>
                    <a:pt x="4376853" y="2771441"/>
                  </a:lnTo>
                  <a:lnTo>
                    <a:pt x="4372957" y="2772096"/>
                  </a:lnTo>
                  <a:cubicBezTo>
                    <a:pt x="1579589" y="3164353"/>
                    <a:pt x="-1641542" y="1378474"/>
                    <a:pt x="955631" y="44701"/>
                  </a:cubicBezTo>
                  <a:lnTo>
                    <a:pt x="1046541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7" name="ttsMP3.com_VoiceText_2025-4-26_0-43-8">
            <a:hlinkClick r:id="" action="ppaction://media"/>
            <a:extLst>
              <a:ext uri="{FF2B5EF4-FFF2-40B4-BE49-F238E27FC236}">
                <a16:creationId xmlns:a16="http://schemas.microsoft.com/office/drawing/2014/main" id="{728519D9-5724-4420-97DC-AB8D1995AF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34713" y="2621765"/>
            <a:ext cx="609600" cy="609600"/>
          </a:xfrm>
          <a:prstGeom prst="rect">
            <a:avLst/>
          </a:prstGeom>
        </p:spPr>
      </p:pic>
      <p:pic>
        <p:nvPicPr>
          <p:cNvPr id="57" name="1sec">
            <a:hlinkClick r:id="" action="ppaction://media"/>
            <a:extLst>
              <a:ext uri="{FF2B5EF4-FFF2-40B4-BE49-F238E27FC236}">
                <a16:creationId xmlns:a16="http://schemas.microsoft.com/office/drawing/2014/main" id="{A2480EEA-B6BC-487B-9A33-55ED057FABA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829525" y="2621765"/>
            <a:ext cx="609600" cy="609600"/>
          </a:xfrm>
          <a:prstGeom prst="rect">
            <a:avLst/>
          </a:prstGeom>
        </p:spPr>
      </p:pic>
      <p:pic>
        <p:nvPicPr>
          <p:cNvPr id="28" name="ttsMP3.com_VoiceText_2025-4-26_0-45-29">
            <a:hlinkClick r:id="" action="ppaction://media"/>
            <a:extLst>
              <a:ext uri="{FF2B5EF4-FFF2-40B4-BE49-F238E27FC236}">
                <a16:creationId xmlns:a16="http://schemas.microsoft.com/office/drawing/2014/main" id="{229A62C7-4A42-4037-81FD-7B5F91165826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76616" y="2611159"/>
            <a:ext cx="609600" cy="609600"/>
          </a:xfrm>
          <a:prstGeom prst="rect">
            <a:avLst/>
          </a:prstGeom>
        </p:spPr>
      </p:pic>
      <p:pic>
        <p:nvPicPr>
          <p:cNvPr id="63" name="1sec">
            <a:hlinkClick r:id="" action="ppaction://media"/>
            <a:extLst>
              <a:ext uri="{FF2B5EF4-FFF2-40B4-BE49-F238E27FC236}">
                <a16:creationId xmlns:a16="http://schemas.microsoft.com/office/drawing/2014/main" id="{59F4A3A5-F676-418D-ADD5-4603DC4E7B8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54388" y="2657481"/>
            <a:ext cx="609600" cy="609600"/>
          </a:xfrm>
          <a:prstGeom prst="rect">
            <a:avLst/>
          </a:prstGeom>
        </p:spPr>
      </p:pic>
      <p:pic>
        <p:nvPicPr>
          <p:cNvPr id="64" name="1sec">
            <a:hlinkClick r:id="" action="ppaction://media"/>
            <a:extLst>
              <a:ext uri="{FF2B5EF4-FFF2-40B4-BE49-F238E27FC236}">
                <a16:creationId xmlns:a16="http://schemas.microsoft.com/office/drawing/2014/main" id="{61230C0C-505F-4F15-91A8-1899F28DA5D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441010" y="26574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7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16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69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75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99110" y="962395"/>
            <a:ext cx="5459119" cy="4746712"/>
            <a:chOff x="5022123" y="197845"/>
            <a:chExt cx="6293445" cy="547216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o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CE8B3F"/>
                  </a:solidFill>
                </a:rPr>
                <a:t>o-e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oe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oa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ow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7B76D41-7646-45CC-82AA-1B9FD5FA1A43}"/>
                </a:ext>
              </a:extLst>
            </p:cNvPr>
            <p:cNvSpPr/>
            <p:nvPr/>
          </p:nvSpPr>
          <p:spPr>
            <a:xfrm>
              <a:off x="8249755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56E8109-1834-4980-A7C1-8BBAC68407D4}"/>
              </a:ext>
            </a:extLst>
          </p:cNvPr>
          <p:cNvGrpSpPr/>
          <p:nvPr/>
        </p:nvGrpSpPr>
        <p:grpSpPr>
          <a:xfrm flipH="1">
            <a:off x="554103" y="284315"/>
            <a:ext cx="4932057" cy="6289369"/>
            <a:chOff x="4222885" y="1071162"/>
            <a:chExt cx="3848737" cy="4907917"/>
          </a:xfrm>
        </p:grpSpPr>
        <p:sp>
          <p:nvSpPr>
            <p:cNvPr id="54" name="Isosceles Triangle 3">
              <a:extLst>
                <a:ext uri="{FF2B5EF4-FFF2-40B4-BE49-F238E27FC236}">
                  <a16:creationId xmlns:a16="http://schemas.microsoft.com/office/drawing/2014/main" id="{C9A3DE79-CE29-4B5F-9590-40032A4BB68C}"/>
                </a:ext>
              </a:extLst>
            </p:cNvPr>
            <p:cNvSpPr/>
            <p:nvPr/>
          </p:nvSpPr>
          <p:spPr>
            <a:xfrm>
              <a:off x="5546958" y="1071162"/>
              <a:ext cx="520441" cy="439917"/>
            </a:xfrm>
            <a:custGeom>
              <a:avLst/>
              <a:gdLst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7149"/>
                <a:gd name="connsiteY0" fmla="*/ 439561 h 439917"/>
                <a:gd name="connsiteX1" fmla="*/ 266147 w 517149"/>
                <a:gd name="connsiteY1" fmla="*/ 0 h 439917"/>
                <a:gd name="connsiteX2" fmla="*/ 516069 w 517149"/>
                <a:gd name="connsiteY2" fmla="*/ 439561 h 439917"/>
                <a:gd name="connsiteX3" fmla="*/ 0 w 517149"/>
                <a:gd name="connsiteY3" fmla="*/ 439561 h 439917"/>
                <a:gd name="connsiteX0" fmla="*/ 3292 w 520441"/>
                <a:gd name="connsiteY0" fmla="*/ 439561 h 439917"/>
                <a:gd name="connsiteX1" fmla="*/ 269439 w 520441"/>
                <a:gd name="connsiteY1" fmla="*/ 0 h 439917"/>
                <a:gd name="connsiteX2" fmla="*/ 519361 w 520441"/>
                <a:gd name="connsiteY2" fmla="*/ 439561 h 439917"/>
                <a:gd name="connsiteX3" fmla="*/ 3292 w 520441"/>
                <a:gd name="connsiteY3" fmla="*/ 439561 h 43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441" h="439917">
                  <a:moveTo>
                    <a:pt x="3292" y="439561"/>
                  </a:moveTo>
                  <a:cubicBezTo>
                    <a:pt x="-22292" y="439091"/>
                    <a:pt x="104523" y="25870"/>
                    <a:pt x="269439" y="0"/>
                  </a:cubicBezTo>
                  <a:cubicBezTo>
                    <a:pt x="517846" y="146520"/>
                    <a:pt x="524954" y="451791"/>
                    <a:pt x="519361" y="439561"/>
                  </a:cubicBezTo>
                  <a:lnTo>
                    <a:pt x="3292" y="43956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6">
              <a:extLst>
                <a:ext uri="{FF2B5EF4-FFF2-40B4-BE49-F238E27FC236}">
                  <a16:creationId xmlns:a16="http://schemas.microsoft.com/office/drawing/2014/main" id="{EFC45AD4-39AA-4071-ABAB-A8C7BE68EEC3}"/>
                </a:ext>
              </a:extLst>
            </p:cNvPr>
            <p:cNvSpPr/>
            <p:nvPr/>
          </p:nvSpPr>
          <p:spPr>
            <a:xfrm>
              <a:off x="7316246" y="3429000"/>
              <a:ext cx="755376" cy="705112"/>
            </a:xfrm>
            <a:custGeom>
              <a:avLst/>
              <a:gdLst>
                <a:gd name="connsiteX0" fmla="*/ 0 w 384313"/>
                <a:gd name="connsiteY0" fmla="*/ 0 h 371061"/>
                <a:gd name="connsiteX1" fmla="*/ 384313 w 384313"/>
                <a:gd name="connsiteY1" fmla="*/ 0 h 371061"/>
                <a:gd name="connsiteX2" fmla="*/ 384313 w 384313"/>
                <a:gd name="connsiteY2" fmla="*/ 371061 h 371061"/>
                <a:gd name="connsiteX3" fmla="*/ 0 w 384313"/>
                <a:gd name="connsiteY3" fmla="*/ 371061 h 371061"/>
                <a:gd name="connsiteX4" fmla="*/ 0 w 384313"/>
                <a:gd name="connsiteY4" fmla="*/ 0 h 371061"/>
                <a:gd name="connsiteX0" fmla="*/ 0 w 533538"/>
                <a:gd name="connsiteY0" fmla="*/ 196850 h 371061"/>
                <a:gd name="connsiteX1" fmla="*/ 533538 w 533538"/>
                <a:gd name="connsiteY1" fmla="*/ 0 h 371061"/>
                <a:gd name="connsiteX2" fmla="*/ 533538 w 533538"/>
                <a:gd name="connsiteY2" fmla="*/ 371061 h 371061"/>
                <a:gd name="connsiteX3" fmla="*/ 149225 w 533538"/>
                <a:gd name="connsiteY3" fmla="*/ 371061 h 371061"/>
                <a:gd name="connsiteX4" fmla="*/ 0 w 533538"/>
                <a:gd name="connsiteY4" fmla="*/ 196850 h 371061"/>
                <a:gd name="connsiteX0" fmla="*/ 0 w 533538"/>
                <a:gd name="connsiteY0" fmla="*/ 278740 h 452951"/>
                <a:gd name="connsiteX1" fmla="*/ 282786 w 533538"/>
                <a:gd name="connsiteY1" fmla="*/ 0 h 452951"/>
                <a:gd name="connsiteX2" fmla="*/ 533538 w 533538"/>
                <a:gd name="connsiteY2" fmla="*/ 81890 h 452951"/>
                <a:gd name="connsiteX3" fmla="*/ 533538 w 533538"/>
                <a:gd name="connsiteY3" fmla="*/ 452951 h 452951"/>
                <a:gd name="connsiteX4" fmla="*/ 149225 w 533538"/>
                <a:gd name="connsiteY4" fmla="*/ 452951 h 452951"/>
                <a:gd name="connsiteX5" fmla="*/ 0 w 533538"/>
                <a:gd name="connsiteY5" fmla="*/ 278740 h 452951"/>
                <a:gd name="connsiteX0" fmla="*/ 0 w 552588"/>
                <a:gd name="connsiteY0" fmla="*/ 278740 h 452951"/>
                <a:gd name="connsiteX1" fmla="*/ 282786 w 552588"/>
                <a:gd name="connsiteY1" fmla="*/ 0 h 452951"/>
                <a:gd name="connsiteX2" fmla="*/ 552588 w 552588"/>
                <a:gd name="connsiteY2" fmla="*/ 113640 h 452951"/>
                <a:gd name="connsiteX3" fmla="*/ 533538 w 552588"/>
                <a:gd name="connsiteY3" fmla="*/ 452951 h 452951"/>
                <a:gd name="connsiteX4" fmla="*/ 149225 w 552588"/>
                <a:gd name="connsiteY4" fmla="*/ 452951 h 452951"/>
                <a:gd name="connsiteX5" fmla="*/ 0 w 552588"/>
                <a:gd name="connsiteY5" fmla="*/ 278740 h 452951"/>
                <a:gd name="connsiteX0" fmla="*/ 0 w 606563"/>
                <a:gd name="connsiteY0" fmla="*/ 278740 h 452951"/>
                <a:gd name="connsiteX1" fmla="*/ 282786 w 606563"/>
                <a:gd name="connsiteY1" fmla="*/ 0 h 452951"/>
                <a:gd name="connsiteX2" fmla="*/ 552588 w 606563"/>
                <a:gd name="connsiteY2" fmla="*/ 113640 h 452951"/>
                <a:gd name="connsiteX3" fmla="*/ 606563 w 606563"/>
                <a:gd name="connsiteY3" fmla="*/ 360876 h 452951"/>
                <a:gd name="connsiteX4" fmla="*/ 149225 w 606563"/>
                <a:gd name="connsiteY4" fmla="*/ 452951 h 452951"/>
                <a:gd name="connsiteX5" fmla="*/ 0 w 606563"/>
                <a:gd name="connsiteY5" fmla="*/ 278740 h 452951"/>
                <a:gd name="connsiteX0" fmla="*/ 0 w 617228"/>
                <a:gd name="connsiteY0" fmla="*/ 278740 h 572604"/>
                <a:gd name="connsiteX1" fmla="*/ 282786 w 617228"/>
                <a:gd name="connsiteY1" fmla="*/ 0 h 572604"/>
                <a:gd name="connsiteX2" fmla="*/ 552588 w 617228"/>
                <a:gd name="connsiteY2" fmla="*/ 113640 h 572604"/>
                <a:gd name="connsiteX3" fmla="*/ 606563 w 617228"/>
                <a:gd name="connsiteY3" fmla="*/ 360876 h 572604"/>
                <a:gd name="connsiteX4" fmla="*/ 149225 w 617228"/>
                <a:gd name="connsiteY4" fmla="*/ 452951 h 572604"/>
                <a:gd name="connsiteX5" fmla="*/ 0 w 617228"/>
                <a:gd name="connsiteY5" fmla="*/ 278740 h 572604"/>
                <a:gd name="connsiteX0" fmla="*/ 0 w 614090"/>
                <a:gd name="connsiteY0" fmla="*/ 278740 h 605610"/>
                <a:gd name="connsiteX1" fmla="*/ 282786 w 614090"/>
                <a:gd name="connsiteY1" fmla="*/ 0 h 605610"/>
                <a:gd name="connsiteX2" fmla="*/ 552588 w 614090"/>
                <a:gd name="connsiteY2" fmla="*/ 113640 h 605610"/>
                <a:gd name="connsiteX3" fmla="*/ 606563 w 614090"/>
                <a:gd name="connsiteY3" fmla="*/ 360876 h 605610"/>
                <a:gd name="connsiteX4" fmla="*/ 149225 w 614090"/>
                <a:gd name="connsiteY4" fmla="*/ 452951 h 605610"/>
                <a:gd name="connsiteX5" fmla="*/ 0 w 614090"/>
                <a:gd name="connsiteY5" fmla="*/ 278740 h 605610"/>
                <a:gd name="connsiteX0" fmla="*/ 0 w 674682"/>
                <a:gd name="connsiteY0" fmla="*/ 278740 h 605610"/>
                <a:gd name="connsiteX1" fmla="*/ 282786 w 674682"/>
                <a:gd name="connsiteY1" fmla="*/ 0 h 605610"/>
                <a:gd name="connsiteX2" fmla="*/ 552588 w 674682"/>
                <a:gd name="connsiteY2" fmla="*/ 113640 h 605610"/>
                <a:gd name="connsiteX3" fmla="*/ 606563 w 674682"/>
                <a:gd name="connsiteY3" fmla="*/ 360876 h 605610"/>
                <a:gd name="connsiteX4" fmla="*/ 149225 w 674682"/>
                <a:gd name="connsiteY4" fmla="*/ 452951 h 605610"/>
                <a:gd name="connsiteX5" fmla="*/ 0 w 674682"/>
                <a:gd name="connsiteY5" fmla="*/ 278740 h 605610"/>
                <a:gd name="connsiteX0" fmla="*/ 0 w 749375"/>
                <a:gd name="connsiteY0" fmla="*/ 278740 h 605610"/>
                <a:gd name="connsiteX1" fmla="*/ 282786 w 749375"/>
                <a:gd name="connsiteY1" fmla="*/ 0 h 605610"/>
                <a:gd name="connsiteX2" fmla="*/ 552588 w 749375"/>
                <a:gd name="connsiteY2" fmla="*/ 113640 h 605610"/>
                <a:gd name="connsiteX3" fmla="*/ 606563 w 749375"/>
                <a:gd name="connsiteY3" fmla="*/ 360876 h 605610"/>
                <a:gd name="connsiteX4" fmla="*/ 149225 w 749375"/>
                <a:gd name="connsiteY4" fmla="*/ 452951 h 605610"/>
                <a:gd name="connsiteX5" fmla="*/ 0 w 749375"/>
                <a:gd name="connsiteY5" fmla="*/ 278740 h 605610"/>
                <a:gd name="connsiteX0" fmla="*/ 0 w 749375"/>
                <a:gd name="connsiteY0" fmla="*/ 315116 h 641986"/>
                <a:gd name="connsiteX1" fmla="*/ 282786 w 749375"/>
                <a:gd name="connsiteY1" fmla="*/ 36376 h 641986"/>
                <a:gd name="connsiteX2" fmla="*/ 552588 w 749375"/>
                <a:gd name="connsiteY2" fmla="*/ 150016 h 641986"/>
                <a:gd name="connsiteX3" fmla="*/ 606563 w 749375"/>
                <a:gd name="connsiteY3" fmla="*/ 397252 h 641986"/>
                <a:gd name="connsiteX4" fmla="*/ 149225 w 749375"/>
                <a:gd name="connsiteY4" fmla="*/ 489327 h 641986"/>
                <a:gd name="connsiteX5" fmla="*/ 0 w 749375"/>
                <a:gd name="connsiteY5" fmla="*/ 315116 h 641986"/>
                <a:gd name="connsiteX0" fmla="*/ 0 w 749375"/>
                <a:gd name="connsiteY0" fmla="*/ 378242 h 705112"/>
                <a:gd name="connsiteX1" fmla="*/ 282786 w 749375"/>
                <a:gd name="connsiteY1" fmla="*/ 99502 h 705112"/>
                <a:gd name="connsiteX2" fmla="*/ 552588 w 749375"/>
                <a:gd name="connsiteY2" fmla="*/ 213142 h 705112"/>
                <a:gd name="connsiteX3" fmla="*/ 606563 w 749375"/>
                <a:gd name="connsiteY3" fmla="*/ 460378 h 705112"/>
                <a:gd name="connsiteX4" fmla="*/ 149225 w 749375"/>
                <a:gd name="connsiteY4" fmla="*/ 552453 h 705112"/>
                <a:gd name="connsiteX5" fmla="*/ 0 w 749375"/>
                <a:gd name="connsiteY5" fmla="*/ 378242 h 705112"/>
                <a:gd name="connsiteX0" fmla="*/ 0 w 749375"/>
                <a:gd name="connsiteY0" fmla="*/ 378242 h 705112"/>
                <a:gd name="connsiteX1" fmla="*/ 282786 w 749375"/>
                <a:gd name="connsiteY1" fmla="*/ 99502 h 705112"/>
                <a:gd name="connsiteX2" fmla="*/ 552588 w 749375"/>
                <a:gd name="connsiteY2" fmla="*/ 213142 h 705112"/>
                <a:gd name="connsiteX3" fmla="*/ 606563 w 749375"/>
                <a:gd name="connsiteY3" fmla="*/ 460378 h 705112"/>
                <a:gd name="connsiteX4" fmla="*/ 149225 w 749375"/>
                <a:gd name="connsiteY4" fmla="*/ 552453 h 705112"/>
                <a:gd name="connsiteX5" fmla="*/ 0 w 749375"/>
                <a:gd name="connsiteY5" fmla="*/ 378242 h 705112"/>
                <a:gd name="connsiteX0" fmla="*/ 6001 w 755376"/>
                <a:gd name="connsiteY0" fmla="*/ 378242 h 705112"/>
                <a:gd name="connsiteX1" fmla="*/ 288787 w 755376"/>
                <a:gd name="connsiteY1" fmla="*/ 99502 h 705112"/>
                <a:gd name="connsiteX2" fmla="*/ 558589 w 755376"/>
                <a:gd name="connsiteY2" fmla="*/ 213142 h 705112"/>
                <a:gd name="connsiteX3" fmla="*/ 612564 w 755376"/>
                <a:gd name="connsiteY3" fmla="*/ 460378 h 705112"/>
                <a:gd name="connsiteX4" fmla="*/ 155226 w 755376"/>
                <a:gd name="connsiteY4" fmla="*/ 552453 h 705112"/>
                <a:gd name="connsiteX5" fmla="*/ 6001 w 755376"/>
                <a:gd name="connsiteY5" fmla="*/ 378242 h 70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5376" h="705112">
                  <a:moveTo>
                    <a:pt x="6001" y="378242"/>
                  </a:moveTo>
                  <a:cubicBezTo>
                    <a:pt x="-29912" y="138220"/>
                    <a:pt x="99275" y="9324"/>
                    <a:pt x="288787" y="99502"/>
                  </a:cubicBezTo>
                  <a:cubicBezTo>
                    <a:pt x="324746" y="-34068"/>
                    <a:pt x="636930" y="-66038"/>
                    <a:pt x="558589" y="213142"/>
                  </a:cubicBezTo>
                  <a:cubicBezTo>
                    <a:pt x="808356" y="225704"/>
                    <a:pt x="813647" y="470041"/>
                    <a:pt x="612564" y="460378"/>
                  </a:cubicBezTo>
                  <a:cubicBezTo>
                    <a:pt x="691893" y="894295"/>
                    <a:pt x="117172" y="636061"/>
                    <a:pt x="155226" y="552453"/>
                  </a:cubicBezTo>
                  <a:lnTo>
                    <a:pt x="6001" y="37824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12">
              <a:extLst>
                <a:ext uri="{FF2B5EF4-FFF2-40B4-BE49-F238E27FC236}">
                  <a16:creationId xmlns:a16="http://schemas.microsoft.com/office/drawing/2014/main" id="{47E5B7C3-8B22-4DB4-83B8-19BE7F25CA72}"/>
                </a:ext>
              </a:extLst>
            </p:cNvPr>
            <p:cNvSpPr/>
            <p:nvPr/>
          </p:nvSpPr>
          <p:spPr>
            <a:xfrm>
              <a:off x="6980237" y="5083175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12">
              <a:extLst>
                <a:ext uri="{FF2B5EF4-FFF2-40B4-BE49-F238E27FC236}">
                  <a16:creationId xmlns:a16="http://schemas.microsoft.com/office/drawing/2014/main" id="{FF8F6C6F-0670-4FC9-A6D6-E2C48CDDB61E}"/>
                </a:ext>
              </a:extLst>
            </p:cNvPr>
            <p:cNvSpPr/>
            <p:nvPr/>
          </p:nvSpPr>
          <p:spPr>
            <a:xfrm>
              <a:off x="6573446" y="5083175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A7CE4D35-EF5A-4158-B579-047472B0E163}"/>
                </a:ext>
              </a:extLst>
            </p:cNvPr>
            <p:cNvSpPr/>
            <p:nvPr/>
          </p:nvSpPr>
          <p:spPr>
            <a:xfrm>
              <a:off x="5308648" y="5099421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2">
              <a:extLst>
                <a:ext uri="{FF2B5EF4-FFF2-40B4-BE49-F238E27FC236}">
                  <a16:creationId xmlns:a16="http://schemas.microsoft.com/office/drawing/2014/main" id="{A1961F71-7F16-487E-B86A-9F8A0AFFA8AC}"/>
                </a:ext>
              </a:extLst>
            </p:cNvPr>
            <p:cNvSpPr/>
            <p:nvPr/>
          </p:nvSpPr>
          <p:spPr>
            <a:xfrm>
              <a:off x="4901857" y="5099421"/>
              <a:ext cx="498531" cy="879658"/>
            </a:xfrm>
            <a:custGeom>
              <a:avLst/>
              <a:gdLst>
                <a:gd name="connsiteX0" fmla="*/ 0 w 298589"/>
                <a:gd name="connsiteY0" fmla="*/ 0 h 578135"/>
                <a:gd name="connsiteX1" fmla="*/ 298589 w 298589"/>
                <a:gd name="connsiteY1" fmla="*/ 0 h 578135"/>
                <a:gd name="connsiteX2" fmla="*/ 298589 w 298589"/>
                <a:gd name="connsiteY2" fmla="*/ 578135 h 578135"/>
                <a:gd name="connsiteX3" fmla="*/ 0 w 298589"/>
                <a:gd name="connsiteY3" fmla="*/ 578135 h 578135"/>
                <a:gd name="connsiteX4" fmla="*/ 0 w 298589"/>
                <a:gd name="connsiteY4" fmla="*/ 0 h 578135"/>
                <a:gd name="connsiteX0" fmla="*/ 0 w 350977"/>
                <a:gd name="connsiteY0" fmla="*/ 123825 h 701960"/>
                <a:gd name="connsiteX1" fmla="*/ 350977 w 350977"/>
                <a:gd name="connsiteY1" fmla="*/ 0 h 701960"/>
                <a:gd name="connsiteX2" fmla="*/ 298589 w 350977"/>
                <a:gd name="connsiteY2" fmla="*/ 701960 h 701960"/>
                <a:gd name="connsiteX3" fmla="*/ 0 w 350977"/>
                <a:gd name="connsiteY3" fmla="*/ 701960 h 701960"/>
                <a:gd name="connsiteX4" fmla="*/ 0 w 350977"/>
                <a:gd name="connsiteY4" fmla="*/ 123825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80963 w 431940"/>
                <a:gd name="connsiteY3" fmla="*/ 701960 h 701960"/>
                <a:gd name="connsiteX4" fmla="*/ 0 w 431940"/>
                <a:gd name="connsiteY4" fmla="*/ 80962 h 701960"/>
                <a:gd name="connsiteX0" fmla="*/ 0 w 431940"/>
                <a:gd name="connsiteY0" fmla="*/ 80962 h 701960"/>
                <a:gd name="connsiteX1" fmla="*/ 431940 w 431940"/>
                <a:gd name="connsiteY1" fmla="*/ 0 h 701960"/>
                <a:gd name="connsiteX2" fmla="*/ 379552 w 431940"/>
                <a:gd name="connsiteY2" fmla="*/ 701960 h 701960"/>
                <a:gd name="connsiteX3" fmla="*/ 0 w 431940"/>
                <a:gd name="connsiteY3" fmla="*/ 80962 h 701960"/>
                <a:gd name="connsiteX0" fmla="*/ 0 w 431940"/>
                <a:gd name="connsiteY0" fmla="*/ 80962 h 873410"/>
                <a:gd name="connsiteX1" fmla="*/ 431940 w 431940"/>
                <a:gd name="connsiteY1" fmla="*/ 0 h 873410"/>
                <a:gd name="connsiteX2" fmla="*/ 198577 w 431940"/>
                <a:gd name="connsiteY2" fmla="*/ 873410 h 873410"/>
                <a:gd name="connsiteX3" fmla="*/ 0 w 431940"/>
                <a:gd name="connsiteY3" fmla="*/ 80962 h 873410"/>
                <a:gd name="connsiteX0" fmla="*/ 0 w 498531"/>
                <a:gd name="connsiteY0" fmla="*/ 80962 h 873410"/>
                <a:gd name="connsiteX1" fmla="*/ 431940 w 498531"/>
                <a:gd name="connsiteY1" fmla="*/ 0 h 873410"/>
                <a:gd name="connsiteX2" fmla="*/ 198577 w 498531"/>
                <a:gd name="connsiteY2" fmla="*/ 873410 h 873410"/>
                <a:gd name="connsiteX3" fmla="*/ 0 w 498531"/>
                <a:gd name="connsiteY3" fmla="*/ 80962 h 873410"/>
                <a:gd name="connsiteX0" fmla="*/ 0 w 498531"/>
                <a:gd name="connsiteY0" fmla="*/ 80962 h 879658"/>
                <a:gd name="connsiteX1" fmla="*/ 431940 w 498531"/>
                <a:gd name="connsiteY1" fmla="*/ 0 h 879658"/>
                <a:gd name="connsiteX2" fmla="*/ 198577 w 498531"/>
                <a:gd name="connsiteY2" fmla="*/ 873410 h 879658"/>
                <a:gd name="connsiteX3" fmla="*/ 0 w 498531"/>
                <a:gd name="connsiteY3" fmla="*/ 80962 h 87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531" h="879658">
                  <a:moveTo>
                    <a:pt x="0" y="80962"/>
                  </a:moveTo>
                  <a:lnTo>
                    <a:pt x="431940" y="0"/>
                  </a:lnTo>
                  <a:cubicBezTo>
                    <a:pt x="354152" y="291137"/>
                    <a:pt x="752615" y="620373"/>
                    <a:pt x="198577" y="873410"/>
                  </a:cubicBezTo>
                  <a:cubicBezTo>
                    <a:pt x="-77165" y="947399"/>
                    <a:pt x="66192" y="345111"/>
                    <a:pt x="0" y="80962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">
              <a:extLst>
                <a:ext uri="{FF2B5EF4-FFF2-40B4-BE49-F238E27FC236}">
                  <a16:creationId xmlns:a16="http://schemas.microsoft.com/office/drawing/2014/main" id="{1EAD4A4C-C786-471F-9051-996E9B4CAB17}"/>
                </a:ext>
              </a:extLst>
            </p:cNvPr>
            <p:cNvSpPr/>
            <p:nvPr/>
          </p:nvSpPr>
          <p:spPr>
            <a:xfrm>
              <a:off x="4222885" y="1403903"/>
              <a:ext cx="3662674" cy="4185223"/>
            </a:xfrm>
            <a:custGeom>
              <a:avLst/>
              <a:gdLst>
                <a:gd name="connsiteX0" fmla="*/ 0 w 2849217"/>
                <a:gd name="connsiteY0" fmla="*/ 0 h 1232452"/>
                <a:gd name="connsiteX1" fmla="*/ 2849217 w 2849217"/>
                <a:gd name="connsiteY1" fmla="*/ 0 h 1232452"/>
                <a:gd name="connsiteX2" fmla="*/ 2849217 w 2849217"/>
                <a:gd name="connsiteY2" fmla="*/ 1232452 h 1232452"/>
                <a:gd name="connsiteX3" fmla="*/ 0 w 2849217"/>
                <a:gd name="connsiteY3" fmla="*/ 1232452 h 1232452"/>
                <a:gd name="connsiteX4" fmla="*/ 0 w 2849217"/>
                <a:gd name="connsiteY4" fmla="*/ 0 h 1232452"/>
                <a:gd name="connsiteX0" fmla="*/ 65560 w 2914777"/>
                <a:gd name="connsiteY0" fmla="*/ 2275509 h 3507961"/>
                <a:gd name="connsiteX1" fmla="*/ 38503 w 2914777"/>
                <a:gd name="connsiteY1" fmla="*/ 0 h 3507961"/>
                <a:gd name="connsiteX2" fmla="*/ 2914777 w 2914777"/>
                <a:gd name="connsiteY2" fmla="*/ 2275509 h 3507961"/>
                <a:gd name="connsiteX3" fmla="*/ 2914777 w 2914777"/>
                <a:gd name="connsiteY3" fmla="*/ 3507961 h 3507961"/>
                <a:gd name="connsiteX4" fmla="*/ 65560 w 2914777"/>
                <a:gd name="connsiteY4" fmla="*/ 3507961 h 3507961"/>
                <a:gd name="connsiteX5" fmla="*/ 65560 w 2914777"/>
                <a:gd name="connsiteY5" fmla="*/ 2275509 h 3507961"/>
                <a:gd name="connsiteX0" fmla="*/ 330754 w 3179971"/>
                <a:gd name="connsiteY0" fmla="*/ 2408106 h 3640558"/>
                <a:gd name="connsiteX1" fmla="*/ 62397 w 3179971"/>
                <a:gd name="connsiteY1" fmla="*/ 513598 h 3640558"/>
                <a:gd name="connsiteX2" fmla="*/ 303697 w 3179971"/>
                <a:gd name="connsiteY2" fmla="*/ 132597 h 3640558"/>
                <a:gd name="connsiteX3" fmla="*/ 3179971 w 3179971"/>
                <a:gd name="connsiteY3" fmla="*/ 2408106 h 3640558"/>
                <a:gd name="connsiteX4" fmla="*/ 3179971 w 3179971"/>
                <a:gd name="connsiteY4" fmla="*/ 3640558 h 3640558"/>
                <a:gd name="connsiteX5" fmla="*/ 330754 w 3179971"/>
                <a:gd name="connsiteY5" fmla="*/ 3640558 h 3640558"/>
                <a:gd name="connsiteX6" fmla="*/ 330754 w 3179971"/>
                <a:gd name="connsiteY6" fmla="*/ 2408106 h 3640558"/>
                <a:gd name="connsiteX0" fmla="*/ 330754 w 3179971"/>
                <a:gd name="connsiteY0" fmla="*/ 2408106 h 3640558"/>
                <a:gd name="connsiteX1" fmla="*/ 62397 w 3179971"/>
                <a:gd name="connsiteY1" fmla="*/ 513598 h 3640558"/>
                <a:gd name="connsiteX2" fmla="*/ 303697 w 3179971"/>
                <a:gd name="connsiteY2" fmla="*/ 132597 h 3640558"/>
                <a:gd name="connsiteX3" fmla="*/ 3179971 w 3179971"/>
                <a:gd name="connsiteY3" fmla="*/ 2408106 h 3640558"/>
                <a:gd name="connsiteX4" fmla="*/ 3179971 w 3179971"/>
                <a:gd name="connsiteY4" fmla="*/ 3640558 h 3640558"/>
                <a:gd name="connsiteX5" fmla="*/ 330754 w 3179971"/>
                <a:gd name="connsiteY5" fmla="*/ 3640558 h 3640558"/>
                <a:gd name="connsiteX6" fmla="*/ 330754 w 3179971"/>
                <a:gd name="connsiteY6" fmla="*/ 2408106 h 3640558"/>
                <a:gd name="connsiteX0" fmla="*/ 330754 w 3179971"/>
                <a:gd name="connsiteY0" fmla="*/ 2408106 h 3640558"/>
                <a:gd name="connsiteX1" fmla="*/ 163997 w 3179971"/>
                <a:gd name="connsiteY1" fmla="*/ 1364498 h 3640558"/>
                <a:gd name="connsiteX2" fmla="*/ 62397 w 3179971"/>
                <a:gd name="connsiteY2" fmla="*/ 513598 h 3640558"/>
                <a:gd name="connsiteX3" fmla="*/ 303697 w 3179971"/>
                <a:gd name="connsiteY3" fmla="*/ 132597 h 3640558"/>
                <a:gd name="connsiteX4" fmla="*/ 3179971 w 3179971"/>
                <a:gd name="connsiteY4" fmla="*/ 2408106 h 3640558"/>
                <a:gd name="connsiteX5" fmla="*/ 3179971 w 3179971"/>
                <a:gd name="connsiteY5" fmla="*/ 3640558 h 3640558"/>
                <a:gd name="connsiteX6" fmla="*/ 330754 w 3179971"/>
                <a:gd name="connsiteY6" fmla="*/ 3640558 h 3640558"/>
                <a:gd name="connsiteX7" fmla="*/ 330754 w 3179971"/>
                <a:gd name="connsiteY7" fmla="*/ 2408106 h 3640558"/>
                <a:gd name="connsiteX0" fmla="*/ 330754 w 3179971"/>
                <a:gd name="connsiteY0" fmla="*/ 2408106 h 3640558"/>
                <a:gd name="connsiteX1" fmla="*/ 151297 w 3179971"/>
                <a:gd name="connsiteY1" fmla="*/ 1745498 h 3640558"/>
                <a:gd name="connsiteX2" fmla="*/ 163997 w 3179971"/>
                <a:gd name="connsiteY2" fmla="*/ 1364498 h 3640558"/>
                <a:gd name="connsiteX3" fmla="*/ 62397 w 3179971"/>
                <a:gd name="connsiteY3" fmla="*/ 513598 h 3640558"/>
                <a:gd name="connsiteX4" fmla="*/ 303697 w 3179971"/>
                <a:gd name="connsiteY4" fmla="*/ 132597 h 3640558"/>
                <a:gd name="connsiteX5" fmla="*/ 3179971 w 3179971"/>
                <a:gd name="connsiteY5" fmla="*/ 2408106 h 3640558"/>
                <a:gd name="connsiteX6" fmla="*/ 3179971 w 3179971"/>
                <a:gd name="connsiteY6" fmla="*/ 3640558 h 3640558"/>
                <a:gd name="connsiteX7" fmla="*/ 330754 w 3179971"/>
                <a:gd name="connsiteY7" fmla="*/ 3640558 h 3640558"/>
                <a:gd name="connsiteX8" fmla="*/ 330754 w 3179971"/>
                <a:gd name="connsiteY8" fmla="*/ 2408106 h 3640558"/>
                <a:gd name="connsiteX0" fmla="*/ 330754 w 3179971"/>
                <a:gd name="connsiteY0" fmla="*/ 24081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330754 w 3179971"/>
                <a:gd name="connsiteY9" fmla="*/ 24081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191054 w 3179971"/>
                <a:gd name="connsiteY9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176697 w 3179971"/>
                <a:gd name="connsiteY9" fmla="*/ 2901198 h 3640558"/>
                <a:gd name="connsiteX10" fmla="*/ 191054 w 3179971"/>
                <a:gd name="connsiteY10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30754 w 3179971"/>
                <a:gd name="connsiteY8" fmla="*/ 3640558 h 3640558"/>
                <a:gd name="connsiteX9" fmla="*/ 176697 w 3179971"/>
                <a:gd name="connsiteY9" fmla="*/ 2901198 h 3640558"/>
                <a:gd name="connsiteX10" fmla="*/ 191054 w 3179971"/>
                <a:gd name="connsiteY10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94254 w 3179971"/>
                <a:gd name="connsiteY8" fmla="*/ 3640558 h 3640558"/>
                <a:gd name="connsiteX9" fmla="*/ 176697 w 3179971"/>
                <a:gd name="connsiteY9" fmla="*/ 2901198 h 3640558"/>
                <a:gd name="connsiteX10" fmla="*/ 191054 w 3179971"/>
                <a:gd name="connsiteY10" fmla="*/ 2484306 h 3640558"/>
                <a:gd name="connsiteX0" fmla="*/ 191054 w 3179971"/>
                <a:gd name="connsiteY0" fmla="*/ 2484306 h 3640558"/>
                <a:gd name="connsiteX1" fmla="*/ 176697 w 3179971"/>
                <a:gd name="connsiteY1" fmla="*/ 2075698 h 3640558"/>
                <a:gd name="connsiteX2" fmla="*/ 151297 w 3179971"/>
                <a:gd name="connsiteY2" fmla="*/ 1745498 h 3640558"/>
                <a:gd name="connsiteX3" fmla="*/ 163997 w 3179971"/>
                <a:gd name="connsiteY3" fmla="*/ 1364498 h 3640558"/>
                <a:gd name="connsiteX4" fmla="*/ 62397 w 3179971"/>
                <a:gd name="connsiteY4" fmla="*/ 513598 h 3640558"/>
                <a:gd name="connsiteX5" fmla="*/ 303697 w 3179971"/>
                <a:gd name="connsiteY5" fmla="*/ 132597 h 3640558"/>
                <a:gd name="connsiteX6" fmla="*/ 3179971 w 3179971"/>
                <a:gd name="connsiteY6" fmla="*/ 2408106 h 3640558"/>
                <a:gd name="connsiteX7" fmla="*/ 3179971 w 3179971"/>
                <a:gd name="connsiteY7" fmla="*/ 3640558 h 3640558"/>
                <a:gd name="connsiteX8" fmla="*/ 394254 w 3179971"/>
                <a:gd name="connsiteY8" fmla="*/ 3640558 h 3640558"/>
                <a:gd name="connsiteX9" fmla="*/ 189397 w 3179971"/>
                <a:gd name="connsiteY9" fmla="*/ 3345698 h 3640558"/>
                <a:gd name="connsiteX10" fmla="*/ 176697 w 3179971"/>
                <a:gd name="connsiteY10" fmla="*/ 2901198 h 3640558"/>
                <a:gd name="connsiteX11" fmla="*/ 191054 w 3179971"/>
                <a:gd name="connsiteY11" fmla="*/ 2484306 h 3640558"/>
                <a:gd name="connsiteX0" fmla="*/ 191054 w 3179971"/>
                <a:gd name="connsiteY0" fmla="*/ 2484306 h 3815703"/>
                <a:gd name="connsiteX1" fmla="*/ 176697 w 3179971"/>
                <a:gd name="connsiteY1" fmla="*/ 2075698 h 3815703"/>
                <a:gd name="connsiteX2" fmla="*/ 151297 w 3179971"/>
                <a:gd name="connsiteY2" fmla="*/ 1745498 h 3815703"/>
                <a:gd name="connsiteX3" fmla="*/ 163997 w 3179971"/>
                <a:gd name="connsiteY3" fmla="*/ 1364498 h 3815703"/>
                <a:gd name="connsiteX4" fmla="*/ 62397 w 3179971"/>
                <a:gd name="connsiteY4" fmla="*/ 513598 h 3815703"/>
                <a:gd name="connsiteX5" fmla="*/ 303697 w 3179971"/>
                <a:gd name="connsiteY5" fmla="*/ 132597 h 3815703"/>
                <a:gd name="connsiteX6" fmla="*/ 3179971 w 3179971"/>
                <a:gd name="connsiteY6" fmla="*/ 2408106 h 3815703"/>
                <a:gd name="connsiteX7" fmla="*/ 3179971 w 3179971"/>
                <a:gd name="connsiteY7" fmla="*/ 3640558 h 3815703"/>
                <a:gd name="connsiteX8" fmla="*/ 862497 w 3179971"/>
                <a:gd name="connsiteY8" fmla="*/ 3815598 h 3815703"/>
                <a:gd name="connsiteX9" fmla="*/ 394254 w 3179971"/>
                <a:gd name="connsiteY9" fmla="*/ 3640558 h 3815703"/>
                <a:gd name="connsiteX10" fmla="*/ 189397 w 3179971"/>
                <a:gd name="connsiteY10" fmla="*/ 3345698 h 3815703"/>
                <a:gd name="connsiteX11" fmla="*/ 176697 w 3179971"/>
                <a:gd name="connsiteY11" fmla="*/ 2901198 h 3815703"/>
                <a:gd name="connsiteX12" fmla="*/ 191054 w 3179971"/>
                <a:gd name="connsiteY12" fmla="*/ 2484306 h 3815703"/>
                <a:gd name="connsiteX0" fmla="*/ 191054 w 3179971"/>
                <a:gd name="connsiteY0" fmla="*/ 2484306 h 3853093"/>
                <a:gd name="connsiteX1" fmla="*/ 176697 w 3179971"/>
                <a:gd name="connsiteY1" fmla="*/ 2075698 h 3853093"/>
                <a:gd name="connsiteX2" fmla="*/ 151297 w 3179971"/>
                <a:gd name="connsiteY2" fmla="*/ 1745498 h 3853093"/>
                <a:gd name="connsiteX3" fmla="*/ 163997 w 3179971"/>
                <a:gd name="connsiteY3" fmla="*/ 1364498 h 3853093"/>
                <a:gd name="connsiteX4" fmla="*/ 62397 w 3179971"/>
                <a:gd name="connsiteY4" fmla="*/ 513598 h 3853093"/>
                <a:gd name="connsiteX5" fmla="*/ 303697 w 3179971"/>
                <a:gd name="connsiteY5" fmla="*/ 132597 h 3853093"/>
                <a:gd name="connsiteX6" fmla="*/ 3179971 w 3179971"/>
                <a:gd name="connsiteY6" fmla="*/ 2408106 h 3853093"/>
                <a:gd name="connsiteX7" fmla="*/ 3179971 w 3179971"/>
                <a:gd name="connsiteY7" fmla="*/ 3640558 h 3853093"/>
                <a:gd name="connsiteX8" fmla="*/ 1256197 w 3179971"/>
                <a:gd name="connsiteY8" fmla="*/ 3840998 h 3853093"/>
                <a:gd name="connsiteX9" fmla="*/ 862497 w 3179971"/>
                <a:gd name="connsiteY9" fmla="*/ 3815598 h 3853093"/>
                <a:gd name="connsiteX10" fmla="*/ 394254 w 3179971"/>
                <a:gd name="connsiteY10" fmla="*/ 3640558 h 3853093"/>
                <a:gd name="connsiteX11" fmla="*/ 189397 w 3179971"/>
                <a:gd name="connsiteY11" fmla="*/ 3345698 h 3853093"/>
                <a:gd name="connsiteX12" fmla="*/ 176697 w 3179971"/>
                <a:gd name="connsiteY12" fmla="*/ 2901198 h 3853093"/>
                <a:gd name="connsiteX13" fmla="*/ 191054 w 3179971"/>
                <a:gd name="connsiteY13" fmla="*/ 2484306 h 3853093"/>
                <a:gd name="connsiteX0" fmla="*/ 191054 w 3179971"/>
                <a:gd name="connsiteY0" fmla="*/ 2484306 h 3855845"/>
                <a:gd name="connsiteX1" fmla="*/ 176697 w 3179971"/>
                <a:gd name="connsiteY1" fmla="*/ 2075698 h 3855845"/>
                <a:gd name="connsiteX2" fmla="*/ 151297 w 3179971"/>
                <a:gd name="connsiteY2" fmla="*/ 1745498 h 3855845"/>
                <a:gd name="connsiteX3" fmla="*/ 163997 w 3179971"/>
                <a:gd name="connsiteY3" fmla="*/ 1364498 h 3855845"/>
                <a:gd name="connsiteX4" fmla="*/ 62397 w 3179971"/>
                <a:gd name="connsiteY4" fmla="*/ 513598 h 3855845"/>
                <a:gd name="connsiteX5" fmla="*/ 303697 w 3179971"/>
                <a:gd name="connsiteY5" fmla="*/ 132597 h 3855845"/>
                <a:gd name="connsiteX6" fmla="*/ 3179971 w 3179971"/>
                <a:gd name="connsiteY6" fmla="*/ 2408106 h 3855845"/>
                <a:gd name="connsiteX7" fmla="*/ 3179971 w 3179971"/>
                <a:gd name="connsiteY7" fmla="*/ 3640558 h 3855845"/>
                <a:gd name="connsiteX8" fmla="*/ 1687997 w 3179971"/>
                <a:gd name="connsiteY8" fmla="*/ 3840998 h 3855845"/>
                <a:gd name="connsiteX9" fmla="*/ 1256197 w 3179971"/>
                <a:gd name="connsiteY9" fmla="*/ 3840998 h 3855845"/>
                <a:gd name="connsiteX10" fmla="*/ 862497 w 3179971"/>
                <a:gd name="connsiteY10" fmla="*/ 3815598 h 3855845"/>
                <a:gd name="connsiteX11" fmla="*/ 394254 w 3179971"/>
                <a:gd name="connsiteY11" fmla="*/ 3640558 h 3855845"/>
                <a:gd name="connsiteX12" fmla="*/ 189397 w 3179971"/>
                <a:gd name="connsiteY12" fmla="*/ 3345698 h 3855845"/>
                <a:gd name="connsiteX13" fmla="*/ 176697 w 3179971"/>
                <a:gd name="connsiteY13" fmla="*/ 2901198 h 3855845"/>
                <a:gd name="connsiteX14" fmla="*/ 191054 w 3179971"/>
                <a:gd name="connsiteY14" fmla="*/ 2484306 h 3855845"/>
                <a:gd name="connsiteX0" fmla="*/ 191054 w 3179971"/>
                <a:gd name="connsiteY0" fmla="*/ 2484306 h 3854948"/>
                <a:gd name="connsiteX1" fmla="*/ 176697 w 3179971"/>
                <a:gd name="connsiteY1" fmla="*/ 2075698 h 3854948"/>
                <a:gd name="connsiteX2" fmla="*/ 151297 w 3179971"/>
                <a:gd name="connsiteY2" fmla="*/ 1745498 h 3854948"/>
                <a:gd name="connsiteX3" fmla="*/ 163997 w 3179971"/>
                <a:gd name="connsiteY3" fmla="*/ 1364498 h 3854948"/>
                <a:gd name="connsiteX4" fmla="*/ 62397 w 3179971"/>
                <a:gd name="connsiteY4" fmla="*/ 513598 h 3854948"/>
                <a:gd name="connsiteX5" fmla="*/ 303697 w 3179971"/>
                <a:gd name="connsiteY5" fmla="*/ 132597 h 3854948"/>
                <a:gd name="connsiteX6" fmla="*/ 3179971 w 3179971"/>
                <a:gd name="connsiteY6" fmla="*/ 2408106 h 3854948"/>
                <a:gd name="connsiteX7" fmla="*/ 3179971 w 3179971"/>
                <a:gd name="connsiteY7" fmla="*/ 3640558 h 3854948"/>
                <a:gd name="connsiteX8" fmla="*/ 2068997 w 3179971"/>
                <a:gd name="connsiteY8" fmla="*/ 3840998 h 3854948"/>
                <a:gd name="connsiteX9" fmla="*/ 1687997 w 3179971"/>
                <a:gd name="connsiteY9" fmla="*/ 3840998 h 3854948"/>
                <a:gd name="connsiteX10" fmla="*/ 1256197 w 3179971"/>
                <a:gd name="connsiteY10" fmla="*/ 3840998 h 3854948"/>
                <a:gd name="connsiteX11" fmla="*/ 862497 w 3179971"/>
                <a:gd name="connsiteY11" fmla="*/ 3815598 h 3854948"/>
                <a:gd name="connsiteX12" fmla="*/ 394254 w 3179971"/>
                <a:gd name="connsiteY12" fmla="*/ 3640558 h 3854948"/>
                <a:gd name="connsiteX13" fmla="*/ 189397 w 3179971"/>
                <a:gd name="connsiteY13" fmla="*/ 3345698 h 3854948"/>
                <a:gd name="connsiteX14" fmla="*/ 176697 w 3179971"/>
                <a:gd name="connsiteY14" fmla="*/ 2901198 h 3854948"/>
                <a:gd name="connsiteX15" fmla="*/ 191054 w 3179971"/>
                <a:gd name="connsiteY15" fmla="*/ 2484306 h 3854948"/>
                <a:gd name="connsiteX0" fmla="*/ 191054 w 3179971"/>
                <a:gd name="connsiteY0" fmla="*/ 2484306 h 3842879"/>
                <a:gd name="connsiteX1" fmla="*/ 176697 w 3179971"/>
                <a:gd name="connsiteY1" fmla="*/ 2075698 h 3842879"/>
                <a:gd name="connsiteX2" fmla="*/ 151297 w 3179971"/>
                <a:gd name="connsiteY2" fmla="*/ 1745498 h 3842879"/>
                <a:gd name="connsiteX3" fmla="*/ 163997 w 3179971"/>
                <a:gd name="connsiteY3" fmla="*/ 1364498 h 3842879"/>
                <a:gd name="connsiteX4" fmla="*/ 62397 w 3179971"/>
                <a:gd name="connsiteY4" fmla="*/ 513598 h 3842879"/>
                <a:gd name="connsiteX5" fmla="*/ 303697 w 3179971"/>
                <a:gd name="connsiteY5" fmla="*/ 132597 h 3842879"/>
                <a:gd name="connsiteX6" fmla="*/ 3179971 w 3179971"/>
                <a:gd name="connsiteY6" fmla="*/ 2408106 h 3842879"/>
                <a:gd name="connsiteX7" fmla="*/ 3179971 w 3179971"/>
                <a:gd name="connsiteY7" fmla="*/ 3640558 h 3842879"/>
                <a:gd name="connsiteX8" fmla="*/ 2437297 w 3179971"/>
                <a:gd name="connsiteY8" fmla="*/ 3815598 h 3842879"/>
                <a:gd name="connsiteX9" fmla="*/ 2068997 w 3179971"/>
                <a:gd name="connsiteY9" fmla="*/ 3840998 h 3842879"/>
                <a:gd name="connsiteX10" fmla="*/ 1687997 w 3179971"/>
                <a:gd name="connsiteY10" fmla="*/ 3840998 h 3842879"/>
                <a:gd name="connsiteX11" fmla="*/ 1256197 w 3179971"/>
                <a:gd name="connsiteY11" fmla="*/ 3840998 h 3842879"/>
                <a:gd name="connsiteX12" fmla="*/ 862497 w 3179971"/>
                <a:gd name="connsiteY12" fmla="*/ 3815598 h 3842879"/>
                <a:gd name="connsiteX13" fmla="*/ 394254 w 3179971"/>
                <a:gd name="connsiteY13" fmla="*/ 3640558 h 3842879"/>
                <a:gd name="connsiteX14" fmla="*/ 189397 w 3179971"/>
                <a:gd name="connsiteY14" fmla="*/ 3345698 h 3842879"/>
                <a:gd name="connsiteX15" fmla="*/ 176697 w 3179971"/>
                <a:gd name="connsiteY15" fmla="*/ 2901198 h 3842879"/>
                <a:gd name="connsiteX16" fmla="*/ 191054 w 3179971"/>
                <a:gd name="connsiteY16" fmla="*/ 2484306 h 3842879"/>
                <a:gd name="connsiteX0" fmla="*/ 191054 w 3179971"/>
                <a:gd name="connsiteY0" fmla="*/ 2484306 h 3842879"/>
                <a:gd name="connsiteX1" fmla="*/ 176697 w 3179971"/>
                <a:gd name="connsiteY1" fmla="*/ 2075698 h 3842879"/>
                <a:gd name="connsiteX2" fmla="*/ 151297 w 3179971"/>
                <a:gd name="connsiteY2" fmla="*/ 1745498 h 3842879"/>
                <a:gd name="connsiteX3" fmla="*/ 163997 w 3179971"/>
                <a:gd name="connsiteY3" fmla="*/ 1364498 h 3842879"/>
                <a:gd name="connsiteX4" fmla="*/ 62397 w 3179971"/>
                <a:gd name="connsiteY4" fmla="*/ 513598 h 3842879"/>
                <a:gd name="connsiteX5" fmla="*/ 303697 w 3179971"/>
                <a:gd name="connsiteY5" fmla="*/ 132597 h 3842879"/>
                <a:gd name="connsiteX6" fmla="*/ 3179971 w 3179971"/>
                <a:gd name="connsiteY6" fmla="*/ 2408106 h 3842879"/>
                <a:gd name="connsiteX7" fmla="*/ 3179971 w 3179971"/>
                <a:gd name="connsiteY7" fmla="*/ 3640558 h 3842879"/>
                <a:gd name="connsiteX8" fmla="*/ 2869097 w 3179971"/>
                <a:gd name="connsiteY8" fmla="*/ 3815599 h 3842879"/>
                <a:gd name="connsiteX9" fmla="*/ 2437297 w 3179971"/>
                <a:gd name="connsiteY9" fmla="*/ 3815598 h 3842879"/>
                <a:gd name="connsiteX10" fmla="*/ 2068997 w 3179971"/>
                <a:gd name="connsiteY10" fmla="*/ 3840998 h 3842879"/>
                <a:gd name="connsiteX11" fmla="*/ 1687997 w 3179971"/>
                <a:gd name="connsiteY11" fmla="*/ 3840998 h 3842879"/>
                <a:gd name="connsiteX12" fmla="*/ 1256197 w 3179971"/>
                <a:gd name="connsiteY12" fmla="*/ 3840998 h 3842879"/>
                <a:gd name="connsiteX13" fmla="*/ 862497 w 3179971"/>
                <a:gd name="connsiteY13" fmla="*/ 3815598 h 3842879"/>
                <a:gd name="connsiteX14" fmla="*/ 394254 w 3179971"/>
                <a:gd name="connsiteY14" fmla="*/ 3640558 h 3842879"/>
                <a:gd name="connsiteX15" fmla="*/ 189397 w 3179971"/>
                <a:gd name="connsiteY15" fmla="*/ 3345698 h 3842879"/>
                <a:gd name="connsiteX16" fmla="*/ 176697 w 3179971"/>
                <a:gd name="connsiteY16" fmla="*/ 2901198 h 3842879"/>
                <a:gd name="connsiteX17" fmla="*/ 191054 w 3179971"/>
                <a:gd name="connsiteY17" fmla="*/ 2484306 h 3842879"/>
                <a:gd name="connsiteX0" fmla="*/ 191054 w 3243471"/>
                <a:gd name="connsiteY0" fmla="*/ 2484306 h 3842879"/>
                <a:gd name="connsiteX1" fmla="*/ 176697 w 3243471"/>
                <a:gd name="connsiteY1" fmla="*/ 2075698 h 3842879"/>
                <a:gd name="connsiteX2" fmla="*/ 151297 w 3243471"/>
                <a:gd name="connsiteY2" fmla="*/ 1745498 h 3842879"/>
                <a:gd name="connsiteX3" fmla="*/ 163997 w 3243471"/>
                <a:gd name="connsiteY3" fmla="*/ 1364498 h 3842879"/>
                <a:gd name="connsiteX4" fmla="*/ 62397 w 3243471"/>
                <a:gd name="connsiteY4" fmla="*/ 513598 h 3842879"/>
                <a:gd name="connsiteX5" fmla="*/ 303697 w 3243471"/>
                <a:gd name="connsiteY5" fmla="*/ 132597 h 3842879"/>
                <a:gd name="connsiteX6" fmla="*/ 3179971 w 3243471"/>
                <a:gd name="connsiteY6" fmla="*/ 2408106 h 3842879"/>
                <a:gd name="connsiteX7" fmla="*/ 3243471 w 3243471"/>
                <a:gd name="connsiteY7" fmla="*/ 3640558 h 3842879"/>
                <a:gd name="connsiteX8" fmla="*/ 2869097 w 3243471"/>
                <a:gd name="connsiteY8" fmla="*/ 3815599 h 3842879"/>
                <a:gd name="connsiteX9" fmla="*/ 2437297 w 3243471"/>
                <a:gd name="connsiteY9" fmla="*/ 3815598 h 3842879"/>
                <a:gd name="connsiteX10" fmla="*/ 2068997 w 3243471"/>
                <a:gd name="connsiteY10" fmla="*/ 3840998 h 3842879"/>
                <a:gd name="connsiteX11" fmla="*/ 1687997 w 3243471"/>
                <a:gd name="connsiteY11" fmla="*/ 3840998 h 3842879"/>
                <a:gd name="connsiteX12" fmla="*/ 1256197 w 3243471"/>
                <a:gd name="connsiteY12" fmla="*/ 3840998 h 3842879"/>
                <a:gd name="connsiteX13" fmla="*/ 862497 w 3243471"/>
                <a:gd name="connsiteY13" fmla="*/ 3815598 h 3842879"/>
                <a:gd name="connsiteX14" fmla="*/ 394254 w 3243471"/>
                <a:gd name="connsiteY14" fmla="*/ 3640558 h 3842879"/>
                <a:gd name="connsiteX15" fmla="*/ 189397 w 3243471"/>
                <a:gd name="connsiteY15" fmla="*/ 3345698 h 3842879"/>
                <a:gd name="connsiteX16" fmla="*/ 176697 w 3243471"/>
                <a:gd name="connsiteY16" fmla="*/ 2901198 h 3842879"/>
                <a:gd name="connsiteX17" fmla="*/ 191054 w 3243471"/>
                <a:gd name="connsiteY17" fmla="*/ 2484306 h 3842879"/>
                <a:gd name="connsiteX0" fmla="*/ 191054 w 3415197"/>
                <a:gd name="connsiteY0" fmla="*/ 2484306 h 3842879"/>
                <a:gd name="connsiteX1" fmla="*/ 176697 w 3415197"/>
                <a:gd name="connsiteY1" fmla="*/ 2075698 h 3842879"/>
                <a:gd name="connsiteX2" fmla="*/ 151297 w 3415197"/>
                <a:gd name="connsiteY2" fmla="*/ 1745498 h 3842879"/>
                <a:gd name="connsiteX3" fmla="*/ 163997 w 3415197"/>
                <a:gd name="connsiteY3" fmla="*/ 1364498 h 3842879"/>
                <a:gd name="connsiteX4" fmla="*/ 62397 w 3415197"/>
                <a:gd name="connsiteY4" fmla="*/ 513598 h 3842879"/>
                <a:gd name="connsiteX5" fmla="*/ 303697 w 3415197"/>
                <a:gd name="connsiteY5" fmla="*/ 132597 h 3842879"/>
                <a:gd name="connsiteX6" fmla="*/ 3179971 w 3415197"/>
                <a:gd name="connsiteY6" fmla="*/ 2408106 h 3842879"/>
                <a:gd name="connsiteX7" fmla="*/ 3415197 w 3415197"/>
                <a:gd name="connsiteY7" fmla="*/ 3294899 h 3842879"/>
                <a:gd name="connsiteX8" fmla="*/ 3243471 w 3415197"/>
                <a:gd name="connsiteY8" fmla="*/ 3640558 h 3842879"/>
                <a:gd name="connsiteX9" fmla="*/ 2869097 w 3415197"/>
                <a:gd name="connsiteY9" fmla="*/ 3815599 h 3842879"/>
                <a:gd name="connsiteX10" fmla="*/ 2437297 w 3415197"/>
                <a:gd name="connsiteY10" fmla="*/ 3815598 h 3842879"/>
                <a:gd name="connsiteX11" fmla="*/ 2068997 w 3415197"/>
                <a:gd name="connsiteY11" fmla="*/ 3840998 h 3842879"/>
                <a:gd name="connsiteX12" fmla="*/ 1687997 w 3415197"/>
                <a:gd name="connsiteY12" fmla="*/ 3840998 h 3842879"/>
                <a:gd name="connsiteX13" fmla="*/ 1256197 w 3415197"/>
                <a:gd name="connsiteY13" fmla="*/ 3840998 h 3842879"/>
                <a:gd name="connsiteX14" fmla="*/ 862497 w 3415197"/>
                <a:gd name="connsiteY14" fmla="*/ 3815598 h 3842879"/>
                <a:gd name="connsiteX15" fmla="*/ 394254 w 3415197"/>
                <a:gd name="connsiteY15" fmla="*/ 3640558 h 3842879"/>
                <a:gd name="connsiteX16" fmla="*/ 189397 w 3415197"/>
                <a:gd name="connsiteY16" fmla="*/ 3345698 h 3842879"/>
                <a:gd name="connsiteX17" fmla="*/ 176697 w 3415197"/>
                <a:gd name="connsiteY17" fmla="*/ 2901198 h 3842879"/>
                <a:gd name="connsiteX18" fmla="*/ 191054 w 3415197"/>
                <a:gd name="connsiteY18" fmla="*/ 2484306 h 3842879"/>
                <a:gd name="connsiteX0" fmla="*/ 191054 w 3509860"/>
                <a:gd name="connsiteY0" fmla="*/ 2484306 h 3842879"/>
                <a:gd name="connsiteX1" fmla="*/ 176697 w 3509860"/>
                <a:gd name="connsiteY1" fmla="*/ 2075698 h 3842879"/>
                <a:gd name="connsiteX2" fmla="*/ 151297 w 3509860"/>
                <a:gd name="connsiteY2" fmla="*/ 1745498 h 3842879"/>
                <a:gd name="connsiteX3" fmla="*/ 163997 w 3509860"/>
                <a:gd name="connsiteY3" fmla="*/ 1364498 h 3842879"/>
                <a:gd name="connsiteX4" fmla="*/ 62397 w 3509860"/>
                <a:gd name="connsiteY4" fmla="*/ 513598 h 3842879"/>
                <a:gd name="connsiteX5" fmla="*/ 303697 w 3509860"/>
                <a:gd name="connsiteY5" fmla="*/ 132597 h 3842879"/>
                <a:gd name="connsiteX6" fmla="*/ 3179971 w 3509860"/>
                <a:gd name="connsiteY6" fmla="*/ 2408106 h 3842879"/>
                <a:gd name="connsiteX7" fmla="*/ 3491397 w 3509860"/>
                <a:gd name="connsiteY7" fmla="*/ 2888499 h 3842879"/>
                <a:gd name="connsiteX8" fmla="*/ 3415197 w 3509860"/>
                <a:gd name="connsiteY8" fmla="*/ 3294899 h 3842879"/>
                <a:gd name="connsiteX9" fmla="*/ 3243471 w 3509860"/>
                <a:gd name="connsiteY9" fmla="*/ 3640558 h 3842879"/>
                <a:gd name="connsiteX10" fmla="*/ 2869097 w 3509860"/>
                <a:gd name="connsiteY10" fmla="*/ 3815599 h 3842879"/>
                <a:gd name="connsiteX11" fmla="*/ 2437297 w 3509860"/>
                <a:gd name="connsiteY11" fmla="*/ 3815598 h 3842879"/>
                <a:gd name="connsiteX12" fmla="*/ 2068997 w 3509860"/>
                <a:gd name="connsiteY12" fmla="*/ 3840998 h 3842879"/>
                <a:gd name="connsiteX13" fmla="*/ 1687997 w 3509860"/>
                <a:gd name="connsiteY13" fmla="*/ 3840998 h 3842879"/>
                <a:gd name="connsiteX14" fmla="*/ 1256197 w 3509860"/>
                <a:gd name="connsiteY14" fmla="*/ 3840998 h 3842879"/>
                <a:gd name="connsiteX15" fmla="*/ 862497 w 3509860"/>
                <a:gd name="connsiteY15" fmla="*/ 3815598 h 3842879"/>
                <a:gd name="connsiteX16" fmla="*/ 394254 w 3509860"/>
                <a:gd name="connsiteY16" fmla="*/ 3640558 h 3842879"/>
                <a:gd name="connsiteX17" fmla="*/ 189397 w 3509860"/>
                <a:gd name="connsiteY17" fmla="*/ 3345698 h 3842879"/>
                <a:gd name="connsiteX18" fmla="*/ 176697 w 3509860"/>
                <a:gd name="connsiteY18" fmla="*/ 2901198 h 3842879"/>
                <a:gd name="connsiteX19" fmla="*/ 191054 w 3509860"/>
                <a:gd name="connsiteY19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3306971 w 3576955"/>
                <a:gd name="connsiteY6" fmla="*/ 2382706 h 3842879"/>
                <a:gd name="connsiteX7" fmla="*/ 3491397 w 3576955"/>
                <a:gd name="connsiteY7" fmla="*/ 2888499 h 3842879"/>
                <a:gd name="connsiteX8" fmla="*/ 3415197 w 3576955"/>
                <a:gd name="connsiteY8" fmla="*/ 3294899 h 3842879"/>
                <a:gd name="connsiteX9" fmla="*/ 3243471 w 3576955"/>
                <a:gd name="connsiteY9" fmla="*/ 3640558 h 3842879"/>
                <a:gd name="connsiteX10" fmla="*/ 2869097 w 3576955"/>
                <a:gd name="connsiteY10" fmla="*/ 3815599 h 3842879"/>
                <a:gd name="connsiteX11" fmla="*/ 2437297 w 3576955"/>
                <a:gd name="connsiteY11" fmla="*/ 3815598 h 3842879"/>
                <a:gd name="connsiteX12" fmla="*/ 2068997 w 3576955"/>
                <a:gd name="connsiteY12" fmla="*/ 3840998 h 3842879"/>
                <a:gd name="connsiteX13" fmla="*/ 1687997 w 3576955"/>
                <a:gd name="connsiteY13" fmla="*/ 3840998 h 3842879"/>
                <a:gd name="connsiteX14" fmla="*/ 1256197 w 3576955"/>
                <a:gd name="connsiteY14" fmla="*/ 3840998 h 3842879"/>
                <a:gd name="connsiteX15" fmla="*/ 862497 w 3576955"/>
                <a:gd name="connsiteY15" fmla="*/ 3815598 h 3842879"/>
                <a:gd name="connsiteX16" fmla="*/ 394254 w 3576955"/>
                <a:gd name="connsiteY16" fmla="*/ 3640558 h 3842879"/>
                <a:gd name="connsiteX17" fmla="*/ 189397 w 3576955"/>
                <a:gd name="connsiteY17" fmla="*/ 3345698 h 3842879"/>
                <a:gd name="connsiteX18" fmla="*/ 176697 w 3576955"/>
                <a:gd name="connsiteY18" fmla="*/ 2901198 h 3842879"/>
                <a:gd name="connsiteX19" fmla="*/ 191054 w 3576955"/>
                <a:gd name="connsiteY19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3110396 w 3576955"/>
                <a:gd name="connsiteY6" fmla="*/ 2101099 h 3842879"/>
                <a:gd name="connsiteX7" fmla="*/ 3306971 w 3576955"/>
                <a:gd name="connsiteY7" fmla="*/ 2382706 h 3842879"/>
                <a:gd name="connsiteX8" fmla="*/ 3491397 w 3576955"/>
                <a:gd name="connsiteY8" fmla="*/ 2888499 h 3842879"/>
                <a:gd name="connsiteX9" fmla="*/ 3415197 w 3576955"/>
                <a:gd name="connsiteY9" fmla="*/ 3294899 h 3842879"/>
                <a:gd name="connsiteX10" fmla="*/ 3243471 w 3576955"/>
                <a:gd name="connsiteY10" fmla="*/ 3640558 h 3842879"/>
                <a:gd name="connsiteX11" fmla="*/ 2869097 w 3576955"/>
                <a:gd name="connsiteY11" fmla="*/ 3815599 h 3842879"/>
                <a:gd name="connsiteX12" fmla="*/ 2437297 w 3576955"/>
                <a:gd name="connsiteY12" fmla="*/ 3815598 h 3842879"/>
                <a:gd name="connsiteX13" fmla="*/ 2068997 w 3576955"/>
                <a:gd name="connsiteY13" fmla="*/ 3840998 h 3842879"/>
                <a:gd name="connsiteX14" fmla="*/ 1687997 w 3576955"/>
                <a:gd name="connsiteY14" fmla="*/ 3840998 h 3842879"/>
                <a:gd name="connsiteX15" fmla="*/ 1256197 w 3576955"/>
                <a:gd name="connsiteY15" fmla="*/ 3840998 h 3842879"/>
                <a:gd name="connsiteX16" fmla="*/ 862497 w 3576955"/>
                <a:gd name="connsiteY16" fmla="*/ 3815598 h 3842879"/>
                <a:gd name="connsiteX17" fmla="*/ 394254 w 3576955"/>
                <a:gd name="connsiteY17" fmla="*/ 3640558 h 3842879"/>
                <a:gd name="connsiteX18" fmla="*/ 189397 w 3576955"/>
                <a:gd name="connsiteY18" fmla="*/ 3345698 h 3842879"/>
                <a:gd name="connsiteX19" fmla="*/ 176697 w 3576955"/>
                <a:gd name="connsiteY19" fmla="*/ 2901198 h 3842879"/>
                <a:gd name="connsiteX20" fmla="*/ 191054 w 3576955"/>
                <a:gd name="connsiteY20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653196 w 3576955"/>
                <a:gd name="connsiteY6" fmla="*/ 1974099 h 3842879"/>
                <a:gd name="connsiteX7" fmla="*/ 3110396 w 3576955"/>
                <a:gd name="connsiteY7" fmla="*/ 2101099 h 3842879"/>
                <a:gd name="connsiteX8" fmla="*/ 3306971 w 3576955"/>
                <a:gd name="connsiteY8" fmla="*/ 2382706 h 3842879"/>
                <a:gd name="connsiteX9" fmla="*/ 3491397 w 3576955"/>
                <a:gd name="connsiteY9" fmla="*/ 2888499 h 3842879"/>
                <a:gd name="connsiteX10" fmla="*/ 3415197 w 3576955"/>
                <a:gd name="connsiteY10" fmla="*/ 3294899 h 3842879"/>
                <a:gd name="connsiteX11" fmla="*/ 3243471 w 3576955"/>
                <a:gd name="connsiteY11" fmla="*/ 3640558 h 3842879"/>
                <a:gd name="connsiteX12" fmla="*/ 2869097 w 3576955"/>
                <a:gd name="connsiteY12" fmla="*/ 3815599 h 3842879"/>
                <a:gd name="connsiteX13" fmla="*/ 2437297 w 3576955"/>
                <a:gd name="connsiteY13" fmla="*/ 3815598 h 3842879"/>
                <a:gd name="connsiteX14" fmla="*/ 2068997 w 3576955"/>
                <a:gd name="connsiteY14" fmla="*/ 3840998 h 3842879"/>
                <a:gd name="connsiteX15" fmla="*/ 1687997 w 3576955"/>
                <a:gd name="connsiteY15" fmla="*/ 3840998 h 3842879"/>
                <a:gd name="connsiteX16" fmla="*/ 1256197 w 3576955"/>
                <a:gd name="connsiteY16" fmla="*/ 3840998 h 3842879"/>
                <a:gd name="connsiteX17" fmla="*/ 862497 w 3576955"/>
                <a:gd name="connsiteY17" fmla="*/ 3815598 h 3842879"/>
                <a:gd name="connsiteX18" fmla="*/ 394254 w 3576955"/>
                <a:gd name="connsiteY18" fmla="*/ 3640558 h 3842879"/>
                <a:gd name="connsiteX19" fmla="*/ 189397 w 3576955"/>
                <a:gd name="connsiteY19" fmla="*/ 3345698 h 3842879"/>
                <a:gd name="connsiteX20" fmla="*/ 176697 w 3576955"/>
                <a:gd name="connsiteY20" fmla="*/ 2901198 h 3842879"/>
                <a:gd name="connsiteX21" fmla="*/ 191054 w 3576955"/>
                <a:gd name="connsiteY21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145196 w 3576955"/>
                <a:gd name="connsiteY6" fmla="*/ 1948699 h 3842879"/>
                <a:gd name="connsiteX7" fmla="*/ 2653196 w 3576955"/>
                <a:gd name="connsiteY7" fmla="*/ 1974099 h 3842879"/>
                <a:gd name="connsiteX8" fmla="*/ 3110396 w 3576955"/>
                <a:gd name="connsiteY8" fmla="*/ 2101099 h 3842879"/>
                <a:gd name="connsiteX9" fmla="*/ 3306971 w 3576955"/>
                <a:gd name="connsiteY9" fmla="*/ 2382706 h 3842879"/>
                <a:gd name="connsiteX10" fmla="*/ 3491397 w 3576955"/>
                <a:gd name="connsiteY10" fmla="*/ 2888499 h 3842879"/>
                <a:gd name="connsiteX11" fmla="*/ 3415197 w 3576955"/>
                <a:gd name="connsiteY11" fmla="*/ 3294899 h 3842879"/>
                <a:gd name="connsiteX12" fmla="*/ 3243471 w 3576955"/>
                <a:gd name="connsiteY12" fmla="*/ 3640558 h 3842879"/>
                <a:gd name="connsiteX13" fmla="*/ 2869097 w 3576955"/>
                <a:gd name="connsiteY13" fmla="*/ 3815599 h 3842879"/>
                <a:gd name="connsiteX14" fmla="*/ 2437297 w 3576955"/>
                <a:gd name="connsiteY14" fmla="*/ 3815598 h 3842879"/>
                <a:gd name="connsiteX15" fmla="*/ 2068997 w 3576955"/>
                <a:gd name="connsiteY15" fmla="*/ 3840998 h 3842879"/>
                <a:gd name="connsiteX16" fmla="*/ 1687997 w 3576955"/>
                <a:gd name="connsiteY16" fmla="*/ 3840998 h 3842879"/>
                <a:gd name="connsiteX17" fmla="*/ 1256197 w 3576955"/>
                <a:gd name="connsiteY17" fmla="*/ 3840998 h 3842879"/>
                <a:gd name="connsiteX18" fmla="*/ 862497 w 3576955"/>
                <a:gd name="connsiteY18" fmla="*/ 3815598 h 3842879"/>
                <a:gd name="connsiteX19" fmla="*/ 394254 w 3576955"/>
                <a:gd name="connsiteY19" fmla="*/ 3640558 h 3842879"/>
                <a:gd name="connsiteX20" fmla="*/ 189397 w 3576955"/>
                <a:gd name="connsiteY20" fmla="*/ 3345698 h 3842879"/>
                <a:gd name="connsiteX21" fmla="*/ 176697 w 3576955"/>
                <a:gd name="connsiteY21" fmla="*/ 2901198 h 3842879"/>
                <a:gd name="connsiteX22" fmla="*/ 191054 w 3576955"/>
                <a:gd name="connsiteY22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94396 w 3576955"/>
                <a:gd name="connsiteY6" fmla="*/ 1631199 h 3842879"/>
                <a:gd name="connsiteX7" fmla="*/ 2145196 w 3576955"/>
                <a:gd name="connsiteY7" fmla="*/ 1948699 h 3842879"/>
                <a:gd name="connsiteX8" fmla="*/ 2653196 w 3576955"/>
                <a:gd name="connsiteY8" fmla="*/ 1974099 h 3842879"/>
                <a:gd name="connsiteX9" fmla="*/ 3110396 w 3576955"/>
                <a:gd name="connsiteY9" fmla="*/ 2101099 h 3842879"/>
                <a:gd name="connsiteX10" fmla="*/ 3306971 w 3576955"/>
                <a:gd name="connsiteY10" fmla="*/ 2382706 h 3842879"/>
                <a:gd name="connsiteX11" fmla="*/ 3491397 w 3576955"/>
                <a:gd name="connsiteY11" fmla="*/ 2888499 h 3842879"/>
                <a:gd name="connsiteX12" fmla="*/ 3415197 w 3576955"/>
                <a:gd name="connsiteY12" fmla="*/ 3294899 h 3842879"/>
                <a:gd name="connsiteX13" fmla="*/ 3243471 w 3576955"/>
                <a:gd name="connsiteY13" fmla="*/ 3640558 h 3842879"/>
                <a:gd name="connsiteX14" fmla="*/ 2869097 w 3576955"/>
                <a:gd name="connsiteY14" fmla="*/ 3815599 h 3842879"/>
                <a:gd name="connsiteX15" fmla="*/ 2437297 w 3576955"/>
                <a:gd name="connsiteY15" fmla="*/ 3815598 h 3842879"/>
                <a:gd name="connsiteX16" fmla="*/ 2068997 w 3576955"/>
                <a:gd name="connsiteY16" fmla="*/ 3840998 h 3842879"/>
                <a:gd name="connsiteX17" fmla="*/ 1687997 w 3576955"/>
                <a:gd name="connsiteY17" fmla="*/ 3840998 h 3842879"/>
                <a:gd name="connsiteX18" fmla="*/ 1256197 w 3576955"/>
                <a:gd name="connsiteY18" fmla="*/ 3840998 h 3842879"/>
                <a:gd name="connsiteX19" fmla="*/ 862497 w 3576955"/>
                <a:gd name="connsiteY19" fmla="*/ 3815598 h 3842879"/>
                <a:gd name="connsiteX20" fmla="*/ 394254 w 3576955"/>
                <a:gd name="connsiteY20" fmla="*/ 3640558 h 3842879"/>
                <a:gd name="connsiteX21" fmla="*/ 189397 w 3576955"/>
                <a:gd name="connsiteY21" fmla="*/ 3345698 h 3842879"/>
                <a:gd name="connsiteX22" fmla="*/ 176697 w 3576955"/>
                <a:gd name="connsiteY22" fmla="*/ 2901198 h 3842879"/>
                <a:gd name="connsiteX23" fmla="*/ 191054 w 3576955"/>
                <a:gd name="connsiteY23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43596 w 3576955"/>
                <a:gd name="connsiteY6" fmla="*/ 1288299 h 3842879"/>
                <a:gd name="connsiteX7" fmla="*/ 2094396 w 3576955"/>
                <a:gd name="connsiteY7" fmla="*/ 1631199 h 3842879"/>
                <a:gd name="connsiteX8" fmla="*/ 2145196 w 3576955"/>
                <a:gd name="connsiteY8" fmla="*/ 1948699 h 3842879"/>
                <a:gd name="connsiteX9" fmla="*/ 2653196 w 3576955"/>
                <a:gd name="connsiteY9" fmla="*/ 1974099 h 3842879"/>
                <a:gd name="connsiteX10" fmla="*/ 3110396 w 3576955"/>
                <a:gd name="connsiteY10" fmla="*/ 2101099 h 3842879"/>
                <a:gd name="connsiteX11" fmla="*/ 3306971 w 3576955"/>
                <a:gd name="connsiteY11" fmla="*/ 2382706 h 3842879"/>
                <a:gd name="connsiteX12" fmla="*/ 3491397 w 3576955"/>
                <a:gd name="connsiteY12" fmla="*/ 2888499 h 3842879"/>
                <a:gd name="connsiteX13" fmla="*/ 3415197 w 3576955"/>
                <a:gd name="connsiteY13" fmla="*/ 3294899 h 3842879"/>
                <a:gd name="connsiteX14" fmla="*/ 3243471 w 3576955"/>
                <a:gd name="connsiteY14" fmla="*/ 3640558 h 3842879"/>
                <a:gd name="connsiteX15" fmla="*/ 2869097 w 3576955"/>
                <a:gd name="connsiteY15" fmla="*/ 3815599 h 3842879"/>
                <a:gd name="connsiteX16" fmla="*/ 2437297 w 3576955"/>
                <a:gd name="connsiteY16" fmla="*/ 3815598 h 3842879"/>
                <a:gd name="connsiteX17" fmla="*/ 2068997 w 3576955"/>
                <a:gd name="connsiteY17" fmla="*/ 3840998 h 3842879"/>
                <a:gd name="connsiteX18" fmla="*/ 1687997 w 3576955"/>
                <a:gd name="connsiteY18" fmla="*/ 3840998 h 3842879"/>
                <a:gd name="connsiteX19" fmla="*/ 1256197 w 3576955"/>
                <a:gd name="connsiteY19" fmla="*/ 3840998 h 3842879"/>
                <a:gd name="connsiteX20" fmla="*/ 862497 w 3576955"/>
                <a:gd name="connsiteY20" fmla="*/ 3815598 h 3842879"/>
                <a:gd name="connsiteX21" fmla="*/ 394254 w 3576955"/>
                <a:gd name="connsiteY21" fmla="*/ 3640558 h 3842879"/>
                <a:gd name="connsiteX22" fmla="*/ 189397 w 3576955"/>
                <a:gd name="connsiteY22" fmla="*/ 3345698 h 3842879"/>
                <a:gd name="connsiteX23" fmla="*/ 176697 w 3576955"/>
                <a:gd name="connsiteY23" fmla="*/ 2901198 h 3842879"/>
                <a:gd name="connsiteX24" fmla="*/ 191054 w 3576955"/>
                <a:gd name="connsiteY24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119796 w 3576955"/>
                <a:gd name="connsiteY6" fmla="*/ 919999 h 3842879"/>
                <a:gd name="connsiteX7" fmla="*/ 2043596 w 3576955"/>
                <a:gd name="connsiteY7" fmla="*/ 1288299 h 3842879"/>
                <a:gd name="connsiteX8" fmla="*/ 2094396 w 3576955"/>
                <a:gd name="connsiteY8" fmla="*/ 1631199 h 3842879"/>
                <a:gd name="connsiteX9" fmla="*/ 2145196 w 3576955"/>
                <a:gd name="connsiteY9" fmla="*/ 1948699 h 3842879"/>
                <a:gd name="connsiteX10" fmla="*/ 2653196 w 3576955"/>
                <a:gd name="connsiteY10" fmla="*/ 1974099 h 3842879"/>
                <a:gd name="connsiteX11" fmla="*/ 3110396 w 3576955"/>
                <a:gd name="connsiteY11" fmla="*/ 2101099 h 3842879"/>
                <a:gd name="connsiteX12" fmla="*/ 3306971 w 3576955"/>
                <a:gd name="connsiteY12" fmla="*/ 2382706 h 3842879"/>
                <a:gd name="connsiteX13" fmla="*/ 3491397 w 3576955"/>
                <a:gd name="connsiteY13" fmla="*/ 2888499 h 3842879"/>
                <a:gd name="connsiteX14" fmla="*/ 3415197 w 3576955"/>
                <a:gd name="connsiteY14" fmla="*/ 3294899 h 3842879"/>
                <a:gd name="connsiteX15" fmla="*/ 3243471 w 3576955"/>
                <a:gd name="connsiteY15" fmla="*/ 3640558 h 3842879"/>
                <a:gd name="connsiteX16" fmla="*/ 2869097 w 3576955"/>
                <a:gd name="connsiteY16" fmla="*/ 3815599 h 3842879"/>
                <a:gd name="connsiteX17" fmla="*/ 2437297 w 3576955"/>
                <a:gd name="connsiteY17" fmla="*/ 3815598 h 3842879"/>
                <a:gd name="connsiteX18" fmla="*/ 2068997 w 3576955"/>
                <a:gd name="connsiteY18" fmla="*/ 3840998 h 3842879"/>
                <a:gd name="connsiteX19" fmla="*/ 1687997 w 3576955"/>
                <a:gd name="connsiteY19" fmla="*/ 3840998 h 3842879"/>
                <a:gd name="connsiteX20" fmla="*/ 1256197 w 3576955"/>
                <a:gd name="connsiteY20" fmla="*/ 3840998 h 3842879"/>
                <a:gd name="connsiteX21" fmla="*/ 862497 w 3576955"/>
                <a:gd name="connsiteY21" fmla="*/ 3815598 h 3842879"/>
                <a:gd name="connsiteX22" fmla="*/ 394254 w 3576955"/>
                <a:gd name="connsiteY22" fmla="*/ 3640558 h 3842879"/>
                <a:gd name="connsiteX23" fmla="*/ 189397 w 3576955"/>
                <a:gd name="connsiteY23" fmla="*/ 3345698 h 3842879"/>
                <a:gd name="connsiteX24" fmla="*/ 176697 w 3576955"/>
                <a:gd name="connsiteY24" fmla="*/ 2901198 h 3842879"/>
                <a:gd name="connsiteX25" fmla="*/ 191054 w 3576955"/>
                <a:gd name="connsiteY25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119796 w 3576955"/>
                <a:gd name="connsiteY6" fmla="*/ 919999 h 3842879"/>
                <a:gd name="connsiteX7" fmla="*/ 2043596 w 3576955"/>
                <a:gd name="connsiteY7" fmla="*/ 1288299 h 3842879"/>
                <a:gd name="connsiteX8" fmla="*/ 2094396 w 3576955"/>
                <a:gd name="connsiteY8" fmla="*/ 1631199 h 3842879"/>
                <a:gd name="connsiteX9" fmla="*/ 2145196 w 3576955"/>
                <a:gd name="connsiteY9" fmla="*/ 1948699 h 3842879"/>
                <a:gd name="connsiteX10" fmla="*/ 2653196 w 3576955"/>
                <a:gd name="connsiteY10" fmla="*/ 1974099 h 3842879"/>
                <a:gd name="connsiteX11" fmla="*/ 3110396 w 3576955"/>
                <a:gd name="connsiteY11" fmla="*/ 2101099 h 3842879"/>
                <a:gd name="connsiteX12" fmla="*/ 3306971 w 3576955"/>
                <a:gd name="connsiteY12" fmla="*/ 2382706 h 3842879"/>
                <a:gd name="connsiteX13" fmla="*/ 3491397 w 3576955"/>
                <a:gd name="connsiteY13" fmla="*/ 2888499 h 3842879"/>
                <a:gd name="connsiteX14" fmla="*/ 3415197 w 3576955"/>
                <a:gd name="connsiteY14" fmla="*/ 3294899 h 3842879"/>
                <a:gd name="connsiteX15" fmla="*/ 3243471 w 3576955"/>
                <a:gd name="connsiteY15" fmla="*/ 3640558 h 3842879"/>
                <a:gd name="connsiteX16" fmla="*/ 2869097 w 3576955"/>
                <a:gd name="connsiteY16" fmla="*/ 3815599 h 3842879"/>
                <a:gd name="connsiteX17" fmla="*/ 2437297 w 3576955"/>
                <a:gd name="connsiteY17" fmla="*/ 3815598 h 3842879"/>
                <a:gd name="connsiteX18" fmla="*/ 2068997 w 3576955"/>
                <a:gd name="connsiteY18" fmla="*/ 3840998 h 3842879"/>
                <a:gd name="connsiteX19" fmla="*/ 1687997 w 3576955"/>
                <a:gd name="connsiteY19" fmla="*/ 3840998 h 3842879"/>
                <a:gd name="connsiteX20" fmla="*/ 1256197 w 3576955"/>
                <a:gd name="connsiteY20" fmla="*/ 3840998 h 3842879"/>
                <a:gd name="connsiteX21" fmla="*/ 862497 w 3576955"/>
                <a:gd name="connsiteY21" fmla="*/ 3815598 h 3842879"/>
                <a:gd name="connsiteX22" fmla="*/ 394254 w 3576955"/>
                <a:gd name="connsiteY22" fmla="*/ 3640558 h 3842879"/>
                <a:gd name="connsiteX23" fmla="*/ 189397 w 3576955"/>
                <a:gd name="connsiteY23" fmla="*/ 3345698 h 3842879"/>
                <a:gd name="connsiteX24" fmla="*/ 176697 w 3576955"/>
                <a:gd name="connsiteY24" fmla="*/ 2901198 h 3842879"/>
                <a:gd name="connsiteX25" fmla="*/ 191054 w 3576955"/>
                <a:gd name="connsiteY25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30896 w 3576955"/>
                <a:gd name="connsiteY6" fmla="*/ 602499 h 3842879"/>
                <a:gd name="connsiteX7" fmla="*/ 2119796 w 3576955"/>
                <a:gd name="connsiteY7" fmla="*/ 919999 h 3842879"/>
                <a:gd name="connsiteX8" fmla="*/ 2043596 w 3576955"/>
                <a:gd name="connsiteY8" fmla="*/ 1288299 h 3842879"/>
                <a:gd name="connsiteX9" fmla="*/ 2094396 w 3576955"/>
                <a:gd name="connsiteY9" fmla="*/ 1631199 h 3842879"/>
                <a:gd name="connsiteX10" fmla="*/ 2145196 w 3576955"/>
                <a:gd name="connsiteY10" fmla="*/ 1948699 h 3842879"/>
                <a:gd name="connsiteX11" fmla="*/ 2653196 w 3576955"/>
                <a:gd name="connsiteY11" fmla="*/ 1974099 h 3842879"/>
                <a:gd name="connsiteX12" fmla="*/ 3110396 w 3576955"/>
                <a:gd name="connsiteY12" fmla="*/ 2101099 h 3842879"/>
                <a:gd name="connsiteX13" fmla="*/ 3306971 w 3576955"/>
                <a:gd name="connsiteY13" fmla="*/ 2382706 h 3842879"/>
                <a:gd name="connsiteX14" fmla="*/ 3491397 w 3576955"/>
                <a:gd name="connsiteY14" fmla="*/ 2888499 h 3842879"/>
                <a:gd name="connsiteX15" fmla="*/ 3415197 w 3576955"/>
                <a:gd name="connsiteY15" fmla="*/ 3294899 h 3842879"/>
                <a:gd name="connsiteX16" fmla="*/ 3243471 w 3576955"/>
                <a:gd name="connsiteY16" fmla="*/ 3640558 h 3842879"/>
                <a:gd name="connsiteX17" fmla="*/ 2869097 w 3576955"/>
                <a:gd name="connsiteY17" fmla="*/ 3815599 h 3842879"/>
                <a:gd name="connsiteX18" fmla="*/ 2437297 w 3576955"/>
                <a:gd name="connsiteY18" fmla="*/ 3815598 h 3842879"/>
                <a:gd name="connsiteX19" fmla="*/ 2068997 w 3576955"/>
                <a:gd name="connsiteY19" fmla="*/ 3840998 h 3842879"/>
                <a:gd name="connsiteX20" fmla="*/ 1687997 w 3576955"/>
                <a:gd name="connsiteY20" fmla="*/ 3840998 h 3842879"/>
                <a:gd name="connsiteX21" fmla="*/ 1256197 w 3576955"/>
                <a:gd name="connsiteY21" fmla="*/ 3840998 h 3842879"/>
                <a:gd name="connsiteX22" fmla="*/ 862497 w 3576955"/>
                <a:gd name="connsiteY22" fmla="*/ 3815598 h 3842879"/>
                <a:gd name="connsiteX23" fmla="*/ 394254 w 3576955"/>
                <a:gd name="connsiteY23" fmla="*/ 3640558 h 3842879"/>
                <a:gd name="connsiteX24" fmla="*/ 189397 w 3576955"/>
                <a:gd name="connsiteY24" fmla="*/ 3345698 h 3842879"/>
                <a:gd name="connsiteX25" fmla="*/ 176697 w 3576955"/>
                <a:gd name="connsiteY25" fmla="*/ 2901198 h 3842879"/>
                <a:gd name="connsiteX26" fmla="*/ 191054 w 3576955"/>
                <a:gd name="connsiteY26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43596 w 3576955"/>
                <a:gd name="connsiteY6" fmla="*/ 234199 h 3842879"/>
                <a:gd name="connsiteX7" fmla="*/ 2030896 w 3576955"/>
                <a:gd name="connsiteY7" fmla="*/ 602499 h 3842879"/>
                <a:gd name="connsiteX8" fmla="*/ 2119796 w 3576955"/>
                <a:gd name="connsiteY8" fmla="*/ 919999 h 3842879"/>
                <a:gd name="connsiteX9" fmla="*/ 2043596 w 3576955"/>
                <a:gd name="connsiteY9" fmla="*/ 1288299 h 3842879"/>
                <a:gd name="connsiteX10" fmla="*/ 2094396 w 3576955"/>
                <a:gd name="connsiteY10" fmla="*/ 1631199 h 3842879"/>
                <a:gd name="connsiteX11" fmla="*/ 2145196 w 3576955"/>
                <a:gd name="connsiteY11" fmla="*/ 1948699 h 3842879"/>
                <a:gd name="connsiteX12" fmla="*/ 2653196 w 3576955"/>
                <a:gd name="connsiteY12" fmla="*/ 1974099 h 3842879"/>
                <a:gd name="connsiteX13" fmla="*/ 3110396 w 3576955"/>
                <a:gd name="connsiteY13" fmla="*/ 2101099 h 3842879"/>
                <a:gd name="connsiteX14" fmla="*/ 3306971 w 3576955"/>
                <a:gd name="connsiteY14" fmla="*/ 2382706 h 3842879"/>
                <a:gd name="connsiteX15" fmla="*/ 3491397 w 3576955"/>
                <a:gd name="connsiteY15" fmla="*/ 2888499 h 3842879"/>
                <a:gd name="connsiteX16" fmla="*/ 3415197 w 3576955"/>
                <a:gd name="connsiteY16" fmla="*/ 3294899 h 3842879"/>
                <a:gd name="connsiteX17" fmla="*/ 3243471 w 3576955"/>
                <a:gd name="connsiteY17" fmla="*/ 3640558 h 3842879"/>
                <a:gd name="connsiteX18" fmla="*/ 2869097 w 3576955"/>
                <a:gd name="connsiteY18" fmla="*/ 3815599 h 3842879"/>
                <a:gd name="connsiteX19" fmla="*/ 2437297 w 3576955"/>
                <a:gd name="connsiteY19" fmla="*/ 3815598 h 3842879"/>
                <a:gd name="connsiteX20" fmla="*/ 2068997 w 3576955"/>
                <a:gd name="connsiteY20" fmla="*/ 3840998 h 3842879"/>
                <a:gd name="connsiteX21" fmla="*/ 1687997 w 3576955"/>
                <a:gd name="connsiteY21" fmla="*/ 3840998 h 3842879"/>
                <a:gd name="connsiteX22" fmla="*/ 1256197 w 3576955"/>
                <a:gd name="connsiteY22" fmla="*/ 3840998 h 3842879"/>
                <a:gd name="connsiteX23" fmla="*/ 862497 w 3576955"/>
                <a:gd name="connsiteY23" fmla="*/ 3815598 h 3842879"/>
                <a:gd name="connsiteX24" fmla="*/ 394254 w 3576955"/>
                <a:gd name="connsiteY24" fmla="*/ 3640558 h 3842879"/>
                <a:gd name="connsiteX25" fmla="*/ 189397 w 3576955"/>
                <a:gd name="connsiteY25" fmla="*/ 3345698 h 3842879"/>
                <a:gd name="connsiteX26" fmla="*/ 176697 w 3576955"/>
                <a:gd name="connsiteY26" fmla="*/ 2901198 h 3842879"/>
                <a:gd name="connsiteX27" fmla="*/ 191054 w 3576955"/>
                <a:gd name="connsiteY27" fmla="*/ 2484306 h 3842879"/>
                <a:gd name="connsiteX0" fmla="*/ 191054 w 3576955"/>
                <a:gd name="connsiteY0" fmla="*/ 2484306 h 3842879"/>
                <a:gd name="connsiteX1" fmla="*/ 176697 w 3576955"/>
                <a:gd name="connsiteY1" fmla="*/ 2075698 h 3842879"/>
                <a:gd name="connsiteX2" fmla="*/ 151297 w 3576955"/>
                <a:gd name="connsiteY2" fmla="*/ 1745498 h 3842879"/>
                <a:gd name="connsiteX3" fmla="*/ 163997 w 3576955"/>
                <a:gd name="connsiteY3" fmla="*/ 1364498 h 3842879"/>
                <a:gd name="connsiteX4" fmla="*/ 62397 w 3576955"/>
                <a:gd name="connsiteY4" fmla="*/ 513598 h 3842879"/>
                <a:gd name="connsiteX5" fmla="*/ 303697 w 3576955"/>
                <a:gd name="connsiteY5" fmla="*/ 132597 h 3842879"/>
                <a:gd name="connsiteX6" fmla="*/ 2043596 w 3576955"/>
                <a:gd name="connsiteY6" fmla="*/ 234199 h 3842879"/>
                <a:gd name="connsiteX7" fmla="*/ 2030896 w 3576955"/>
                <a:gd name="connsiteY7" fmla="*/ 602499 h 3842879"/>
                <a:gd name="connsiteX8" fmla="*/ 2119796 w 3576955"/>
                <a:gd name="connsiteY8" fmla="*/ 919999 h 3842879"/>
                <a:gd name="connsiteX9" fmla="*/ 2043596 w 3576955"/>
                <a:gd name="connsiteY9" fmla="*/ 1288299 h 3842879"/>
                <a:gd name="connsiteX10" fmla="*/ 2094396 w 3576955"/>
                <a:gd name="connsiteY10" fmla="*/ 1631199 h 3842879"/>
                <a:gd name="connsiteX11" fmla="*/ 2145196 w 3576955"/>
                <a:gd name="connsiteY11" fmla="*/ 1948699 h 3842879"/>
                <a:gd name="connsiteX12" fmla="*/ 2653196 w 3576955"/>
                <a:gd name="connsiteY12" fmla="*/ 1974099 h 3842879"/>
                <a:gd name="connsiteX13" fmla="*/ 3110396 w 3576955"/>
                <a:gd name="connsiteY13" fmla="*/ 2101099 h 3842879"/>
                <a:gd name="connsiteX14" fmla="*/ 3306971 w 3576955"/>
                <a:gd name="connsiteY14" fmla="*/ 2382706 h 3842879"/>
                <a:gd name="connsiteX15" fmla="*/ 3491397 w 3576955"/>
                <a:gd name="connsiteY15" fmla="*/ 2888499 h 3842879"/>
                <a:gd name="connsiteX16" fmla="*/ 3415197 w 3576955"/>
                <a:gd name="connsiteY16" fmla="*/ 3294899 h 3842879"/>
                <a:gd name="connsiteX17" fmla="*/ 3243471 w 3576955"/>
                <a:gd name="connsiteY17" fmla="*/ 3640558 h 3842879"/>
                <a:gd name="connsiteX18" fmla="*/ 2869097 w 3576955"/>
                <a:gd name="connsiteY18" fmla="*/ 3815599 h 3842879"/>
                <a:gd name="connsiteX19" fmla="*/ 2437297 w 3576955"/>
                <a:gd name="connsiteY19" fmla="*/ 3815598 h 3842879"/>
                <a:gd name="connsiteX20" fmla="*/ 2068997 w 3576955"/>
                <a:gd name="connsiteY20" fmla="*/ 3840998 h 3842879"/>
                <a:gd name="connsiteX21" fmla="*/ 1687997 w 3576955"/>
                <a:gd name="connsiteY21" fmla="*/ 3840998 h 3842879"/>
                <a:gd name="connsiteX22" fmla="*/ 1256197 w 3576955"/>
                <a:gd name="connsiteY22" fmla="*/ 3840998 h 3842879"/>
                <a:gd name="connsiteX23" fmla="*/ 862497 w 3576955"/>
                <a:gd name="connsiteY23" fmla="*/ 3815598 h 3842879"/>
                <a:gd name="connsiteX24" fmla="*/ 394254 w 3576955"/>
                <a:gd name="connsiteY24" fmla="*/ 3640558 h 3842879"/>
                <a:gd name="connsiteX25" fmla="*/ 189397 w 3576955"/>
                <a:gd name="connsiteY25" fmla="*/ 3345698 h 3842879"/>
                <a:gd name="connsiteX26" fmla="*/ 176697 w 3576955"/>
                <a:gd name="connsiteY26" fmla="*/ 2901198 h 3842879"/>
                <a:gd name="connsiteX27" fmla="*/ 191054 w 3576955"/>
                <a:gd name="connsiteY27" fmla="*/ 2484306 h 3842879"/>
                <a:gd name="connsiteX0" fmla="*/ 191054 w 3576955"/>
                <a:gd name="connsiteY0" fmla="*/ 2682614 h 4041187"/>
                <a:gd name="connsiteX1" fmla="*/ 176697 w 3576955"/>
                <a:gd name="connsiteY1" fmla="*/ 2274006 h 4041187"/>
                <a:gd name="connsiteX2" fmla="*/ 151297 w 3576955"/>
                <a:gd name="connsiteY2" fmla="*/ 1943806 h 4041187"/>
                <a:gd name="connsiteX3" fmla="*/ 163997 w 3576955"/>
                <a:gd name="connsiteY3" fmla="*/ 1562806 h 4041187"/>
                <a:gd name="connsiteX4" fmla="*/ 62397 w 3576955"/>
                <a:gd name="connsiteY4" fmla="*/ 711906 h 4041187"/>
                <a:gd name="connsiteX5" fmla="*/ 303697 w 3576955"/>
                <a:gd name="connsiteY5" fmla="*/ 330905 h 4041187"/>
                <a:gd name="connsiteX6" fmla="*/ 1840396 w 3576955"/>
                <a:gd name="connsiteY6" fmla="*/ 707 h 4041187"/>
                <a:gd name="connsiteX7" fmla="*/ 2043596 w 3576955"/>
                <a:gd name="connsiteY7" fmla="*/ 432507 h 4041187"/>
                <a:gd name="connsiteX8" fmla="*/ 2030896 w 3576955"/>
                <a:gd name="connsiteY8" fmla="*/ 800807 h 4041187"/>
                <a:gd name="connsiteX9" fmla="*/ 2119796 w 3576955"/>
                <a:gd name="connsiteY9" fmla="*/ 1118307 h 4041187"/>
                <a:gd name="connsiteX10" fmla="*/ 2043596 w 3576955"/>
                <a:gd name="connsiteY10" fmla="*/ 1486607 h 4041187"/>
                <a:gd name="connsiteX11" fmla="*/ 2094396 w 3576955"/>
                <a:gd name="connsiteY11" fmla="*/ 1829507 h 4041187"/>
                <a:gd name="connsiteX12" fmla="*/ 2145196 w 3576955"/>
                <a:gd name="connsiteY12" fmla="*/ 2147007 h 4041187"/>
                <a:gd name="connsiteX13" fmla="*/ 2653196 w 3576955"/>
                <a:gd name="connsiteY13" fmla="*/ 2172407 h 4041187"/>
                <a:gd name="connsiteX14" fmla="*/ 3110396 w 3576955"/>
                <a:gd name="connsiteY14" fmla="*/ 2299407 h 4041187"/>
                <a:gd name="connsiteX15" fmla="*/ 3306971 w 3576955"/>
                <a:gd name="connsiteY15" fmla="*/ 2581014 h 4041187"/>
                <a:gd name="connsiteX16" fmla="*/ 3491397 w 3576955"/>
                <a:gd name="connsiteY16" fmla="*/ 3086807 h 4041187"/>
                <a:gd name="connsiteX17" fmla="*/ 3415197 w 3576955"/>
                <a:gd name="connsiteY17" fmla="*/ 3493207 h 4041187"/>
                <a:gd name="connsiteX18" fmla="*/ 3243471 w 3576955"/>
                <a:gd name="connsiteY18" fmla="*/ 3838866 h 4041187"/>
                <a:gd name="connsiteX19" fmla="*/ 2869097 w 3576955"/>
                <a:gd name="connsiteY19" fmla="*/ 4013907 h 4041187"/>
                <a:gd name="connsiteX20" fmla="*/ 2437297 w 3576955"/>
                <a:gd name="connsiteY20" fmla="*/ 4013906 h 4041187"/>
                <a:gd name="connsiteX21" fmla="*/ 2068997 w 3576955"/>
                <a:gd name="connsiteY21" fmla="*/ 4039306 h 4041187"/>
                <a:gd name="connsiteX22" fmla="*/ 1687997 w 3576955"/>
                <a:gd name="connsiteY22" fmla="*/ 4039306 h 4041187"/>
                <a:gd name="connsiteX23" fmla="*/ 1256197 w 3576955"/>
                <a:gd name="connsiteY23" fmla="*/ 4039306 h 4041187"/>
                <a:gd name="connsiteX24" fmla="*/ 862497 w 3576955"/>
                <a:gd name="connsiteY24" fmla="*/ 4013906 h 4041187"/>
                <a:gd name="connsiteX25" fmla="*/ 394254 w 3576955"/>
                <a:gd name="connsiteY25" fmla="*/ 3838866 h 4041187"/>
                <a:gd name="connsiteX26" fmla="*/ 189397 w 3576955"/>
                <a:gd name="connsiteY26" fmla="*/ 3544006 h 4041187"/>
                <a:gd name="connsiteX27" fmla="*/ 176697 w 3576955"/>
                <a:gd name="connsiteY27" fmla="*/ 3099506 h 4041187"/>
                <a:gd name="connsiteX28" fmla="*/ 191054 w 3576955"/>
                <a:gd name="connsiteY28" fmla="*/ 2682614 h 4041187"/>
                <a:gd name="connsiteX0" fmla="*/ 191054 w 3576955"/>
                <a:gd name="connsiteY0" fmla="*/ 2728901 h 4087474"/>
                <a:gd name="connsiteX1" fmla="*/ 176697 w 3576955"/>
                <a:gd name="connsiteY1" fmla="*/ 2320293 h 4087474"/>
                <a:gd name="connsiteX2" fmla="*/ 151297 w 3576955"/>
                <a:gd name="connsiteY2" fmla="*/ 1990093 h 4087474"/>
                <a:gd name="connsiteX3" fmla="*/ 163997 w 3576955"/>
                <a:gd name="connsiteY3" fmla="*/ 1609093 h 4087474"/>
                <a:gd name="connsiteX4" fmla="*/ 62397 w 3576955"/>
                <a:gd name="connsiteY4" fmla="*/ 758193 h 4087474"/>
                <a:gd name="connsiteX5" fmla="*/ 303697 w 3576955"/>
                <a:gd name="connsiteY5" fmla="*/ 377192 h 4087474"/>
                <a:gd name="connsiteX6" fmla="*/ 1840396 w 3576955"/>
                <a:gd name="connsiteY6" fmla="*/ 46994 h 4087474"/>
                <a:gd name="connsiteX7" fmla="*/ 2043596 w 3576955"/>
                <a:gd name="connsiteY7" fmla="*/ 478794 h 4087474"/>
                <a:gd name="connsiteX8" fmla="*/ 2030896 w 3576955"/>
                <a:gd name="connsiteY8" fmla="*/ 847094 h 4087474"/>
                <a:gd name="connsiteX9" fmla="*/ 2119796 w 3576955"/>
                <a:gd name="connsiteY9" fmla="*/ 1164594 h 4087474"/>
                <a:gd name="connsiteX10" fmla="*/ 2043596 w 3576955"/>
                <a:gd name="connsiteY10" fmla="*/ 1532894 h 4087474"/>
                <a:gd name="connsiteX11" fmla="*/ 2094396 w 3576955"/>
                <a:gd name="connsiteY11" fmla="*/ 1875794 h 4087474"/>
                <a:gd name="connsiteX12" fmla="*/ 2145196 w 3576955"/>
                <a:gd name="connsiteY12" fmla="*/ 2193294 h 4087474"/>
                <a:gd name="connsiteX13" fmla="*/ 2653196 w 3576955"/>
                <a:gd name="connsiteY13" fmla="*/ 2218694 h 4087474"/>
                <a:gd name="connsiteX14" fmla="*/ 3110396 w 3576955"/>
                <a:gd name="connsiteY14" fmla="*/ 2345694 h 4087474"/>
                <a:gd name="connsiteX15" fmla="*/ 3306971 w 3576955"/>
                <a:gd name="connsiteY15" fmla="*/ 2627301 h 4087474"/>
                <a:gd name="connsiteX16" fmla="*/ 3491397 w 3576955"/>
                <a:gd name="connsiteY16" fmla="*/ 3133094 h 4087474"/>
                <a:gd name="connsiteX17" fmla="*/ 3415197 w 3576955"/>
                <a:gd name="connsiteY17" fmla="*/ 3539494 h 4087474"/>
                <a:gd name="connsiteX18" fmla="*/ 3243471 w 3576955"/>
                <a:gd name="connsiteY18" fmla="*/ 3885153 h 4087474"/>
                <a:gd name="connsiteX19" fmla="*/ 2869097 w 3576955"/>
                <a:gd name="connsiteY19" fmla="*/ 4060194 h 4087474"/>
                <a:gd name="connsiteX20" fmla="*/ 2437297 w 3576955"/>
                <a:gd name="connsiteY20" fmla="*/ 4060193 h 4087474"/>
                <a:gd name="connsiteX21" fmla="*/ 2068997 w 3576955"/>
                <a:gd name="connsiteY21" fmla="*/ 4085593 h 4087474"/>
                <a:gd name="connsiteX22" fmla="*/ 1687997 w 3576955"/>
                <a:gd name="connsiteY22" fmla="*/ 4085593 h 4087474"/>
                <a:gd name="connsiteX23" fmla="*/ 1256197 w 3576955"/>
                <a:gd name="connsiteY23" fmla="*/ 4085593 h 4087474"/>
                <a:gd name="connsiteX24" fmla="*/ 862497 w 3576955"/>
                <a:gd name="connsiteY24" fmla="*/ 4060193 h 4087474"/>
                <a:gd name="connsiteX25" fmla="*/ 394254 w 3576955"/>
                <a:gd name="connsiteY25" fmla="*/ 3885153 h 4087474"/>
                <a:gd name="connsiteX26" fmla="*/ 189397 w 3576955"/>
                <a:gd name="connsiteY26" fmla="*/ 3590293 h 4087474"/>
                <a:gd name="connsiteX27" fmla="*/ 176697 w 3576955"/>
                <a:gd name="connsiteY27" fmla="*/ 3145793 h 4087474"/>
                <a:gd name="connsiteX28" fmla="*/ 191054 w 3576955"/>
                <a:gd name="connsiteY28" fmla="*/ 2728901 h 4087474"/>
                <a:gd name="connsiteX0" fmla="*/ 191054 w 3576955"/>
                <a:gd name="connsiteY0" fmla="*/ 2687494 h 4046067"/>
                <a:gd name="connsiteX1" fmla="*/ 176697 w 3576955"/>
                <a:gd name="connsiteY1" fmla="*/ 2278886 h 4046067"/>
                <a:gd name="connsiteX2" fmla="*/ 151297 w 3576955"/>
                <a:gd name="connsiteY2" fmla="*/ 1948686 h 4046067"/>
                <a:gd name="connsiteX3" fmla="*/ 163997 w 3576955"/>
                <a:gd name="connsiteY3" fmla="*/ 1567686 h 4046067"/>
                <a:gd name="connsiteX4" fmla="*/ 62397 w 3576955"/>
                <a:gd name="connsiteY4" fmla="*/ 716786 h 4046067"/>
                <a:gd name="connsiteX5" fmla="*/ 303697 w 3576955"/>
                <a:gd name="connsiteY5" fmla="*/ 335785 h 4046067"/>
                <a:gd name="connsiteX6" fmla="*/ 1611796 w 3576955"/>
                <a:gd name="connsiteY6" fmla="*/ 462787 h 4046067"/>
                <a:gd name="connsiteX7" fmla="*/ 1840396 w 3576955"/>
                <a:gd name="connsiteY7" fmla="*/ 5587 h 4046067"/>
                <a:gd name="connsiteX8" fmla="*/ 2043596 w 3576955"/>
                <a:gd name="connsiteY8" fmla="*/ 437387 h 4046067"/>
                <a:gd name="connsiteX9" fmla="*/ 2030896 w 3576955"/>
                <a:gd name="connsiteY9" fmla="*/ 805687 h 4046067"/>
                <a:gd name="connsiteX10" fmla="*/ 2119796 w 3576955"/>
                <a:gd name="connsiteY10" fmla="*/ 1123187 h 4046067"/>
                <a:gd name="connsiteX11" fmla="*/ 2043596 w 3576955"/>
                <a:gd name="connsiteY11" fmla="*/ 1491487 h 4046067"/>
                <a:gd name="connsiteX12" fmla="*/ 2094396 w 3576955"/>
                <a:gd name="connsiteY12" fmla="*/ 1834387 h 4046067"/>
                <a:gd name="connsiteX13" fmla="*/ 2145196 w 3576955"/>
                <a:gd name="connsiteY13" fmla="*/ 2151887 h 4046067"/>
                <a:gd name="connsiteX14" fmla="*/ 2653196 w 3576955"/>
                <a:gd name="connsiteY14" fmla="*/ 2177287 h 4046067"/>
                <a:gd name="connsiteX15" fmla="*/ 3110396 w 3576955"/>
                <a:gd name="connsiteY15" fmla="*/ 2304287 h 4046067"/>
                <a:gd name="connsiteX16" fmla="*/ 3306971 w 3576955"/>
                <a:gd name="connsiteY16" fmla="*/ 2585894 h 4046067"/>
                <a:gd name="connsiteX17" fmla="*/ 3491397 w 3576955"/>
                <a:gd name="connsiteY17" fmla="*/ 3091687 h 4046067"/>
                <a:gd name="connsiteX18" fmla="*/ 3415197 w 3576955"/>
                <a:gd name="connsiteY18" fmla="*/ 3498087 h 4046067"/>
                <a:gd name="connsiteX19" fmla="*/ 3243471 w 3576955"/>
                <a:gd name="connsiteY19" fmla="*/ 3843746 h 4046067"/>
                <a:gd name="connsiteX20" fmla="*/ 2869097 w 3576955"/>
                <a:gd name="connsiteY20" fmla="*/ 4018787 h 4046067"/>
                <a:gd name="connsiteX21" fmla="*/ 2437297 w 3576955"/>
                <a:gd name="connsiteY21" fmla="*/ 4018786 h 4046067"/>
                <a:gd name="connsiteX22" fmla="*/ 2068997 w 3576955"/>
                <a:gd name="connsiteY22" fmla="*/ 4044186 h 4046067"/>
                <a:gd name="connsiteX23" fmla="*/ 1687997 w 3576955"/>
                <a:gd name="connsiteY23" fmla="*/ 4044186 h 4046067"/>
                <a:gd name="connsiteX24" fmla="*/ 1256197 w 3576955"/>
                <a:gd name="connsiteY24" fmla="*/ 4044186 h 4046067"/>
                <a:gd name="connsiteX25" fmla="*/ 862497 w 3576955"/>
                <a:gd name="connsiteY25" fmla="*/ 4018786 h 4046067"/>
                <a:gd name="connsiteX26" fmla="*/ 394254 w 3576955"/>
                <a:gd name="connsiteY26" fmla="*/ 3843746 h 4046067"/>
                <a:gd name="connsiteX27" fmla="*/ 189397 w 3576955"/>
                <a:gd name="connsiteY27" fmla="*/ 3548886 h 4046067"/>
                <a:gd name="connsiteX28" fmla="*/ 176697 w 3576955"/>
                <a:gd name="connsiteY28" fmla="*/ 3104386 h 4046067"/>
                <a:gd name="connsiteX29" fmla="*/ 191054 w 3576955"/>
                <a:gd name="connsiteY29" fmla="*/ 2687494 h 4046067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87996 w 3576955"/>
                <a:gd name="connsiteY6" fmla="*/ 882099 h 4046279"/>
                <a:gd name="connsiteX7" fmla="*/ 1611796 w 3576955"/>
                <a:gd name="connsiteY7" fmla="*/ 462999 h 4046279"/>
                <a:gd name="connsiteX8" fmla="*/ 1840396 w 3576955"/>
                <a:gd name="connsiteY8" fmla="*/ 5799 h 4046279"/>
                <a:gd name="connsiteX9" fmla="*/ 2043596 w 3576955"/>
                <a:gd name="connsiteY9" fmla="*/ 437599 h 4046279"/>
                <a:gd name="connsiteX10" fmla="*/ 2030896 w 3576955"/>
                <a:gd name="connsiteY10" fmla="*/ 805899 h 4046279"/>
                <a:gd name="connsiteX11" fmla="*/ 2119796 w 3576955"/>
                <a:gd name="connsiteY11" fmla="*/ 1123399 h 4046279"/>
                <a:gd name="connsiteX12" fmla="*/ 2043596 w 3576955"/>
                <a:gd name="connsiteY12" fmla="*/ 1491699 h 4046279"/>
                <a:gd name="connsiteX13" fmla="*/ 2094396 w 3576955"/>
                <a:gd name="connsiteY13" fmla="*/ 1834599 h 4046279"/>
                <a:gd name="connsiteX14" fmla="*/ 2145196 w 3576955"/>
                <a:gd name="connsiteY14" fmla="*/ 2152099 h 4046279"/>
                <a:gd name="connsiteX15" fmla="*/ 2653196 w 3576955"/>
                <a:gd name="connsiteY15" fmla="*/ 2177499 h 4046279"/>
                <a:gd name="connsiteX16" fmla="*/ 3110396 w 3576955"/>
                <a:gd name="connsiteY16" fmla="*/ 2304499 h 4046279"/>
                <a:gd name="connsiteX17" fmla="*/ 3306971 w 3576955"/>
                <a:gd name="connsiteY17" fmla="*/ 2586106 h 4046279"/>
                <a:gd name="connsiteX18" fmla="*/ 3491397 w 3576955"/>
                <a:gd name="connsiteY18" fmla="*/ 3091899 h 4046279"/>
                <a:gd name="connsiteX19" fmla="*/ 3415197 w 3576955"/>
                <a:gd name="connsiteY19" fmla="*/ 3498299 h 4046279"/>
                <a:gd name="connsiteX20" fmla="*/ 3243471 w 3576955"/>
                <a:gd name="connsiteY20" fmla="*/ 3843958 h 4046279"/>
                <a:gd name="connsiteX21" fmla="*/ 2869097 w 3576955"/>
                <a:gd name="connsiteY21" fmla="*/ 4018999 h 4046279"/>
                <a:gd name="connsiteX22" fmla="*/ 2437297 w 3576955"/>
                <a:gd name="connsiteY22" fmla="*/ 4018998 h 4046279"/>
                <a:gd name="connsiteX23" fmla="*/ 2068997 w 3576955"/>
                <a:gd name="connsiteY23" fmla="*/ 4044398 h 4046279"/>
                <a:gd name="connsiteX24" fmla="*/ 1687997 w 3576955"/>
                <a:gd name="connsiteY24" fmla="*/ 4044398 h 4046279"/>
                <a:gd name="connsiteX25" fmla="*/ 1256197 w 3576955"/>
                <a:gd name="connsiteY25" fmla="*/ 4044398 h 4046279"/>
                <a:gd name="connsiteX26" fmla="*/ 862497 w 3576955"/>
                <a:gd name="connsiteY26" fmla="*/ 4018998 h 4046279"/>
                <a:gd name="connsiteX27" fmla="*/ 394254 w 3576955"/>
                <a:gd name="connsiteY27" fmla="*/ 3843958 h 4046279"/>
                <a:gd name="connsiteX28" fmla="*/ 189397 w 3576955"/>
                <a:gd name="connsiteY28" fmla="*/ 3549098 h 4046279"/>
                <a:gd name="connsiteX29" fmla="*/ 176697 w 3576955"/>
                <a:gd name="connsiteY29" fmla="*/ 3104598 h 4046279"/>
                <a:gd name="connsiteX30" fmla="*/ 191054 w 3576955"/>
                <a:gd name="connsiteY30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726096 w 3576955"/>
                <a:gd name="connsiteY6" fmla="*/ 1199599 h 4046279"/>
                <a:gd name="connsiteX7" fmla="*/ 1687996 w 3576955"/>
                <a:gd name="connsiteY7" fmla="*/ 882099 h 4046279"/>
                <a:gd name="connsiteX8" fmla="*/ 1611796 w 3576955"/>
                <a:gd name="connsiteY8" fmla="*/ 462999 h 4046279"/>
                <a:gd name="connsiteX9" fmla="*/ 1840396 w 3576955"/>
                <a:gd name="connsiteY9" fmla="*/ 5799 h 4046279"/>
                <a:gd name="connsiteX10" fmla="*/ 2043596 w 3576955"/>
                <a:gd name="connsiteY10" fmla="*/ 437599 h 4046279"/>
                <a:gd name="connsiteX11" fmla="*/ 2030896 w 3576955"/>
                <a:gd name="connsiteY11" fmla="*/ 805899 h 4046279"/>
                <a:gd name="connsiteX12" fmla="*/ 2119796 w 3576955"/>
                <a:gd name="connsiteY12" fmla="*/ 1123399 h 4046279"/>
                <a:gd name="connsiteX13" fmla="*/ 2043596 w 3576955"/>
                <a:gd name="connsiteY13" fmla="*/ 1491699 h 4046279"/>
                <a:gd name="connsiteX14" fmla="*/ 2094396 w 3576955"/>
                <a:gd name="connsiteY14" fmla="*/ 1834599 h 4046279"/>
                <a:gd name="connsiteX15" fmla="*/ 2145196 w 3576955"/>
                <a:gd name="connsiteY15" fmla="*/ 2152099 h 4046279"/>
                <a:gd name="connsiteX16" fmla="*/ 2653196 w 3576955"/>
                <a:gd name="connsiteY16" fmla="*/ 2177499 h 4046279"/>
                <a:gd name="connsiteX17" fmla="*/ 3110396 w 3576955"/>
                <a:gd name="connsiteY17" fmla="*/ 2304499 h 4046279"/>
                <a:gd name="connsiteX18" fmla="*/ 3306971 w 3576955"/>
                <a:gd name="connsiteY18" fmla="*/ 2586106 h 4046279"/>
                <a:gd name="connsiteX19" fmla="*/ 3491397 w 3576955"/>
                <a:gd name="connsiteY19" fmla="*/ 3091899 h 4046279"/>
                <a:gd name="connsiteX20" fmla="*/ 3415197 w 3576955"/>
                <a:gd name="connsiteY20" fmla="*/ 3498299 h 4046279"/>
                <a:gd name="connsiteX21" fmla="*/ 3243471 w 3576955"/>
                <a:gd name="connsiteY21" fmla="*/ 3843958 h 4046279"/>
                <a:gd name="connsiteX22" fmla="*/ 2869097 w 3576955"/>
                <a:gd name="connsiteY22" fmla="*/ 4018999 h 4046279"/>
                <a:gd name="connsiteX23" fmla="*/ 2437297 w 3576955"/>
                <a:gd name="connsiteY23" fmla="*/ 4018998 h 4046279"/>
                <a:gd name="connsiteX24" fmla="*/ 2068997 w 3576955"/>
                <a:gd name="connsiteY24" fmla="*/ 4044398 h 4046279"/>
                <a:gd name="connsiteX25" fmla="*/ 1687997 w 3576955"/>
                <a:gd name="connsiteY25" fmla="*/ 4044398 h 4046279"/>
                <a:gd name="connsiteX26" fmla="*/ 1256197 w 3576955"/>
                <a:gd name="connsiteY26" fmla="*/ 4044398 h 4046279"/>
                <a:gd name="connsiteX27" fmla="*/ 862497 w 3576955"/>
                <a:gd name="connsiteY27" fmla="*/ 4018998 h 4046279"/>
                <a:gd name="connsiteX28" fmla="*/ 394254 w 3576955"/>
                <a:gd name="connsiteY28" fmla="*/ 3843958 h 4046279"/>
                <a:gd name="connsiteX29" fmla="*/ 189397 w 3576955"/>
                <a:gd name="connsiteY29" fmla="*/ 3549098 h 4046279"/>
                <a:gd name="connsiteX30" fmla="*/ 176697 w 3576955"/>
                <a:gd name="connsiteY30" fmla="*/ 3104598 h 4046279"/>
                <a:gd name="connsiteX31" fmla="*/ 191054 w 3576955"/>
                <a:gd name="connsiteY31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11796 w 3576955"/>
                <a:gd name="connsiteY6" fmla="*/ 1618699 h 4046279"/>
                <a:gd name="connsiteX7" fmla="*/ 1726096 w 3576955"/>
                <a:gd name="connsiteY7" fmla="*/ 1199599 h 4046279"/>
                <a:gd name="connsiteX8" fmla="*/ 1687996 w 3576955"/>
                <a:gd name="connsiteY8" fmla="*/ 882099 h 4046279"/>
                <a:gd name="connsiteX9" fmla="*/ 1611796 w 3576955"/>
                <a:gd name="connsiteY9" fmla="*/ 462999 h 4046279"/>
                <a:gd name="connsiteX10" fmla="*/ 1840396 w 3576955"/>
                <a:gd name="connsiteY10" fmla="*/ 5799 h 4046279"/>
                <a:gd name="connsiteX11" fmla="*/ 2043596 w 3576955"/>
                <a:gd name="connsiteY11" fmla="*/ 437599 h 4046279"/>
                <a:gd name="connsiteX12" fmla="*/ 2030896 w 3576955"/>
                <a:gd name="connsiteY12" fmla="*/ 805899 h 4046279"/>
                <a:gd name="connsiteX13" fmla="*/ 2119796 w 3576955"/>
                <a:gd name="connsiteY13" fmla="*/ 1123399 h 4046279"/>
                <a:gd name="connsiteX14" fmla="*/ 2043596 w 3576955"/>
                <a:gd name="connsiteY14" fmla="*/ 1491699 h 4046279"/>
                <a:gd name="connsiteX15" fmla="*/ 2094396 w 3576955"/>
                <a:gd name="connsiteY15" fmla="*/ 1834599 h 4046279"/>
                <a:gd name="connsiteX16" fmla="*/ 2145196 w 3576955"/>
                <a:gd name="connsiteY16" fmla="*/ 2152099 h 4046279"/>
                <a:gd name="connsiteX17" fmla="*/ 2653196 w 3576955"/>
                <a:gd name="connsiteY17" fmla="*/ 2177499 h 4046279"/>
                <a:gd name="connsiteX18" fmla="*/ 3110396 w 3576955"/>
                <a:gd name="connsiteY18" fmla="*/ 2304499 h 4046279"/>
                <a:gd name="connsiteX19" fmla="*/ 3306971 w 3576955"/>
                <a:gd name="connsiteY19" fmla="*/ 2586106 h 4046279"/>
                <a:gd name="connsiteX20" fmla="*/ 3491397 w 3576955"/>
                <a:gd name="connsiteY20" fmla="*/ 3091899 h 4046279"/>
                <a:gd name="connsiteX21" fmla="*/ 3415197 w 3576955"/>
                <a:gd name="connsiteY21" fmla="*/ 3498299 h 4046279"/>
                <a:gd name="connsiteX22" fmla="*/ 3243471 w 3576955"/>
                <a:gd name="connsiteY22" fmla="*/ 3843958 h 4046279"/>
                <a:gd name="connsiteX23" fmla="*/ 2869097 w 3576955"/>
                <a:gd name="connsiteY23" fmla="*/ 4018999 h 4046279"/>
                <a:gd name="connsiteX24" fmla="*/ 2437297 w 3576955"/>
                <a:gd name="connsiteY24" fmla="*/ 4018998 h 4046279"/>
                <a:gd name="connsiteX25" fmla="*/ 2068997 w 3576955"/>
                <a:gd name="connsiteY25" fmla="*/ 4044398 h 4046279"/>
                <a:gd name="connsiteX26" fmla="*/ 1687997 w 3576955"/>
                <a:gd name="connsiteY26" fmla="*/ 4044398 h 4046279"/>
                <a:gd name="connsiteX27" fmla="*/ 1256197 w 3576955"/>
                <a:gd name="connsiteY27" fmla="*/ 4044398 h 4046279"/>
                <a:gd name="connsiteX28" fmla="*/ 862497 w 3576955"/>
                <a:gd name="connsiteY28" fmla="*/ 4018998 h 4046279"/>
                <a:gd name="connsiteX29" fmla="*/ 394254 w 3576955"/>
                <a:gd name="connsiteY29" fmla="*/ 3843958 h 4046279"/>
                <a:gd name="connsiteX30" fmla="*/ 189397 w 3576955"/>
                <a:gd name="connsiteY30" fmla="*/ 3549098 h 4046279"/>
                <a:gd name="connsiteX31" fmla="*/ 176697 w 3576955"/>
                <a:gd name="connsiteY31" fmla="*/ 3104598 h 4046279"/>
                <a:gd name="connsiteX32" fmla="*/ 191054 w 3576955"/>
                <a:gd name="connsiteY32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11796 w 3576955"/>
                <a:gd name="connsiteY6" fmla="*/ 1618699 h 4046279"/>
                <a:gd name="connsiteX7" fmla="*/ 1726096 w 3576955"/>
                <a:gd name="connsiteY7" fmla="*/ 1199599 h 4046279"/>
                <a:gd name="connsiteX8" fmla="*/ 1687996 w 3576955"/>
                <a:gd name="connsiteY8" fmla="*/ 882099 h 4046279"/>
                <a:gd name="connsiteX9" fmla="*/ 1611796 w 3576955"/>
                <a:gd name="connsiteY9" fmla="*/ 462999 h 4046279"/>
                <a:gd name="connsiteX10" fmla="*/ 1840396 w 3576955"/>
                <a:gd name="connsiteY10" fmla="*/ 5799 h 4046279"/>
                <a:gd name="connsiteX11" fmla="*/ 2043596 w 3576955"/>
                <a:gd name="connsiteY11" fmla="*/ 437599 h 4046279"/>
                <a:gd name="connsiteX12" fmla="*/ 2030896 w 3576955"/>
                <a:gd name="connsiteY12" fmla="*/ 805899 h 4046279"/>
                <a:gd name="connsiteX13" fmla="*/ 2119796 w 3576955"/>
                <a:gd name="connsiteY13" fmla="*/ 1123399 h 4046279"/>
                <a:gd name="connsiteX14" fmla="*/ 2043596 w 3576955"/>
                <a:gd name="connsiteY14" fmla="*/ 1491699 h 4046279"/>
                <a:gd name="connsiteX15" fmla="*/ 2094396 w 3576955"/>
                <a:gd name="connsiteY15" fmla="*/ 1834599 h 4046279"/>
                <a:gd name="connsiteX16" fmla="*/ 2145196 w 3576955"/>
                <a:gd name="connsiteY16" fmla="*/ 2152099 h 4046279"/>
                <a:gd name="connsiteX17" fmla="*/ 2653196 w 3576955"/>
                <a:gd name="connsiteY17" fmla="*/ 2177499 h 4046279"/>
                <a:gd name="connsiteX18" fmla="*/ 3110396 w 3576955"/>
                <a:gd name="connsiteY18" fmla="*/ 2304499 h 4046279"/>
                <a:gd name="connsiteX19" fmla="*/ 3306971 w 3576955"/>
                <a:gd name="connsiteY19" fmla="*/ 2586106 h 4046279"/>
                <a:gd name="connsiteX20" fmla="*/ 3491397 w 3576955"/>
                <a:gd name="connsiteY20" fmla="*/ 3091899 h 4046279"/>
                <a:gd name="connsiteX21" fmla="*/ 3415197 w 3576955"/>
                <a:gd name="connsiteY21" fmla="*/ 3498299 h 4046279"/>
                <a:gd name="connsiteX22" fmla="*/ 3243471 w 3576955"/>
                <a:gd name="connsiteY22" fmla="*/ 3843958 h 4046279"/>
                <a:gd name="connsiteX23" fmla="*/ 2869097 w 3576955"/>
                <a:gd name="connsiteY23" fmla="*/ 4018999 h 4046279"/>
                <a:gd name="connsiteX24" fmla="*/ 2437297 w 3576955"/>
                <a:gd name="connsiteY24" fmla="*/ 4018998 h 4046279"/>
                <a:gd name="connsiteX25" fmla="*/ 2068997 w 3576955"/>
                <a:gd name="connsiteY25" fmla="*/ 4044398 h 4046279"/>
                <a:gd name="connsiteX26" fmla="*/ 1687997 w 3576955"/>
                <a:gd name="connsiteY26" fmla="*/ 4044398 h 4046279"/>
                <a:gd name="connsiteX27" fmla="*/ 1256197 w 3576955"/>
                <a:gd name="connsiteY27" fmla="*/ 4044398 h 4046279"/>
                <a:gd name="connsiteX28" fmla="*/ 862497 w 3576955"/>
                <a:gd name="connsiteY28" fmla="*/ 4018998 h 4046279"/>
                <a:gd name="connsiteX29" fmla="*/ 394254 w 3576955"/>
                <a:gd name="connsiteY29" fmla="*/ 3843958 h 4046279"/>
                <a:gd name="connsiteX30" fmla="*/ 189397 w 3576955"/>
                <a:gd name="connsiteY30" fmla="*/ 3549098 h 4046279"/>
                <a:gd name="connsiteX31" fmla="*/ 176697 w 3576955"/>
                <a:gd name="connsiteY31" fmla="*/ 3104598 h 4046279"/>
                <a:gd name="connsiteX32" fmla="*/ 191054 w 3576955"/>
                <a:gd name="connsiteY32" fmla="*/ 2687706 h 4046279"/>
                <a:gd name="connsiteX0" fmla="*/ 191054 w 3576955"/>
                <a:gd name="connsiteY0" fmla="*/ 2687706 h 4046279"/>
                <a:gd name="connsiteX1" fmla="*/ 176697 w 3576955"/>
                <a:gd name="connsiteY1" fmla="*/ 2279098 h 4046279"/>
                <a:gd name="connsiteX2" fmla="*/ 151297 w 3576955"/>
                <a:gd name="connsiteY2" fmla="*/ 1948898 h 4046279"/>
                <a:gd name="connsiteX3" fmla="*/ 163997 w 3576955"/>
                <a:gd name="connsiteY3" fmla="*/ 1567898 h 4046279"/>
                <a:gd name="connsiteX4" fmla="*/ 62397 w 3576955"/>
                <a:gd name="connsiteY4" fmla="*/ 716998 h 4046279"/>
                <a:gd name="connsiteX5" fmla="*/ 303697 w 3576955"/>
                <a:gd name="connsiteY5" fmla="*/ 335997 h 4046279"/>
                <a:gd name="connsiteX6" fmla="*/ 1611796 w 3576955"/>
                <a:gd name="connsiteY6" fmla="*/ 1618699 h 4046279"/>
                <a:gd name="connsiteX7" fmla="*/ 1726096 w 3576955"/>
                <a:gd name="connsiteY7" fmla="*/ 1199599 h 4046279"/>
                <a:gd name="connsiteX8" fmla="*/ 1687996 w 3576955"/>
                <a:gd name="connsiteY8" fmla="*/ 882099 h 4046279"/>
                <a:gd name="connsiteX9" fmla="*/ 1611796 w 3576955"/>
                <a:gd name="connsiteY9" fmla="*/ 462999 h 4046279"/>
                <a:gd name="connsiteX10" fmla="*/ 1840396 w 3576955"/>
                <a:gd name="connsiteY10" fmla="*/ 5799 h 4046279"/>
                <a:gd name="connsiteX11" fmla="*/ 2043596 w 3576955"/>
                <a:gd name="connsiteY11" fmla="*/ 437599 h 4046279"/>
                <a:gd name="connsiteX12" fmla="*/ 2030896 w 3576955"/>
                <a:gd name="connsiteY12" fmla="*/ 805899 h 4046279"/>
                <a:gd name="connsiteX13" fmla="*/ 2119796 w 3576955"/>
                <a:gd name="connsiteY13" fmla="*/ 1123399 h 4046279"/>
                <a:gd name="connsiteX14" fmla="*/ 2043596 w 3576955"/>
                <a:gd name="connsiteY14" fmla="*/ 1491699 h 4046279"/>
                <a:gd name="connsiteX15" fmla="*/ 2094396 w 3576955"/>
                <a:gd name="connsiteY15" fmla="*/ 1834599 h 4046279"/>
                <a:gd name="connsiteX16" fmla="*/ 2145196 w 3576955"/>
                <a:gd name="connsiteY16" fmla="*/ 2152099 h 4046279"/>
                <a:gd name="connsiteX17" fmla="*/ 2653196 w 3576955"/>
                <a:gd name="connsiteY17" fmla="*/ 2177499 h 4046279"/>
                <a:gd name="connsiteX18" fmla="*/ 3110396 w 3576955"/>
                <a:gd name="connsiteY18" fmla="*/ 2304499 h 4046279"/>
                <a:gd name="connsiteX19" fmla="*/ 3306971 w 3576955"/>
                <a:gd name="connsiteY19" fmla="*/ 2586106 h 4046279"/>
                <a:gd name="connsiteX20" fmla="*/ 3491397 w 3576955"/>
                <a:gd name="connsiteY20" fmla="*/ 3091899 h 4046279"/>
                <a:gd name="connsiteX21" fmla="*/ 3415197 w 3576955"/>
                <a:gd name="connsiteY21" fmla="*/ 3498299 h 4046279"/>
                <a:gd name="connsiteX22" fmla="*/ 3243471 w 3576955"/>
                <a:gd name="connsiteY22" fmla="*/ 3843958 h 4046279"/>
                <a:gd name="connsiteX23" fmla="*/ 2869097 w 3576955"/>
                <a:gd name="connsiteY23" fmla="*/ 4018999 h 4046279"/>
                <a:gd name="connsiteX24" fmla="*/ 2437297 w 3576955"/>
                <a:gd name="connsiteY24" fmla="*/ 4018998 h 4046279"/>
                <a:gd name="connsiteX25" fmla="*/ 2068997 w 3576955"/>
                <a:gd name="connsiteY25" fmla="*/ 4044398 h 4046279"/>
                <a:gd name="connsiteX26" fmla="*/ 1687997 w 3576955"/>
                <a:gd name="connsiteY26" fmla="*/ 4044398 h 4046279"/>
                <a:gd name="connsiteX27" fmla="*/ 1256197 w 3576955"/>
                <a:gd name="connsiteY27" fmla="*/ 4044398 h 4046279"/>
                <a:gd name="connsiteX28" fmla="*/ 862497 w 3576955"/>
                <a:gd name="connsiteY28" fmla="*/ 4018998 h 4046279"/>
                <a:gd name="connsiteX29" fmla="*/ 394254 w 3576955"/>
                <a:gd name="connsiteY29" fmla="*/ 3843958 h 4046279"/>
                <a:gd name="connsiteX30" fmla="*/ 189397 w 3576955"/>
                <a:gd name="connsiteY30" fmla="*/ 3549098 h 4046279"/>
                <a:gd name="connsiteX31" fmla="*/ 176697 w 3576955"/>
                <a:gd name="connsiteY31" fmla="*/ 3104598 h 4046279"/>
                <a:gd name="connsiteX32" fmla="*/ 191054 w 3576955"/>
                <a:gd name="connsiteY32" fmla="*/ 2687706 h 4046279"/>
                <a:gd name="connsiteX0" fmla="*/ 215650 w 3601551"/>
                <a:gd name="connsiteY0" fmla="*/ 2687706 h 4046279"/>
                <a:gd name="connsiteX1" fmla="*/ 201293 w 3601551"/>
                <a:gd name="connsiteY1" fmla="*/ 2279098 h 4046279"/>
                <a:gd name="connsiteX2" fmla="*/ 175893 w 3601551"/>
                <a:gd name="connsiteY2" fmla="*/ 1948898 h 4046279"/>
                <a:gd name="connsiteX3" fmla="*/ 188593 w 3601551"/>
                <a:gd name="connsiteY3" fmla="*/ 1567898 h 4046279"/>
                <a:gd name="connsiteX4" fmla="*/ 86993 w 3601551"/>
                <a:gd name="connsiteY4" fmla="*/ 716998 h 4046279"/>
                <a:gd name="connsiteX5" fmla="*/ 328293 w 3601551"/>
                <a:gd name="connsiteY5" fmla="*/ 335997 h 4046279"/>
                <a:gd name="connsiteX6" fmla="*/ 1636392 w 3601551"/>
                <a:gd name="connsiteY6" fmla="*/ 1618699 h 4046279"/>
                <a:gd name="connsiteX7" fmla="*/ 1750692 w 3601551"/>
                <a:gd name="connsiteY7" fmla="*/ 1199599 h 4046279"/>
                <a:gd name="connsiteX8" fmla="*/ 1712592 w 3601551"/>
                <a:gd name="connsiteY8" fmla="*/ 882099 h 4046279"/>
                <a:gd name="connsiteX9" fmla="*/ 1636392 w 3601551"/>
                <a:gd name="connsiteY9" fmla="*/ 462999 h 4046279"/>
                <a:gd name="connsiteX10" fmla="*/ 1864992 w 3601551"/>
                <a:gd name="connsiteY10" fmla="*/ 5799 h 4046279"/>
                <a:gd name="connsiteX11" fmla="*/ 2068192 w 3601551"/>
                <a:gd name="connsiteY11" fmla="*/ 437599 h 4046279"/>
                <a:gd name="connsiteX12" fmla="*/ 2055492 w 3601551"/>
                <a:gd name="connsiteY12" fmla="*/ 805899 h 4046279"/>
                <a:gd name="connsiteX13" fmla="*/ 2144392 w 3601551"/>
                <a:gd name="connsiteY13" fmla="*/ 1123399 h 4046279"/>
                <a:gd name="connsiteX14" fmla="*/ 2068192 w 3601551"/>
                <a:gd name="connsiteY14" fmla="*/ 1491699 h 4046279"/>
                <a:gd name="connsiteX15" fmla="*/ 2118992 w 3601551"/>
                <a:gd name="connsiteY15" fmla="*/ 1834599 h 4046279"/>
                <a:gd name="connsiteX16" fmla="*/ 2169792 w 3601551"/>
                <a:gd name="connsiteY16" fmla="*/ 2152099 h 4046279"/>
                <a:gd name="connsiteX17" fmla="*/ 2677792 w 3601551"/>
                <a:gd name="connsiteY17" fmla="*/ 2177499 h 4046279"/>
                <a:gd name="connsiteX18" fmla="*/ 3134992 w 3601551"/>
                <a:gd name="connsiteY18" fmla="*/ 2304499 h 4046279"/>
                <a:gd name="connsiteX19" fmla="*/ 3331567 w 3601551"/>
                <a:gd name="connsiteY19" fmla="*/ 2586106 h 4046279"/>
                <a:gd name="connsiteX20" fmla="*/ 3515993 w 3601551"/>
                <a:gd name="connsiteY20" fmla="*/ 3091899 h 4046279"/>
                <a:gd name="connsiteX21" fmla="*/ 3439793 w 3601551"/>
                <a:gd name="connsiteY21" fmla="*/ 3498299 h 4046279"/>
                <a:gd name="connsiteX22" fmla="*/ 3268067 w 3601551"/>
                <a:gd name="connsiteY22" fmla="*/ 3843958 h 4046279"/>
                <a:gd name="connsiteX23" fmla="*/ 2893693 w 3601551"/>
                <a:gd name="connsiteY23" fmla="*/ 4018999 h 4046279"/>
                <a:gd name="connsiteX24" fmla="*/ 2461893 w 3601551"/>
                <a:gd name="connsiteY24" fmla="*/ 4018998 h 4046279"/>
                <a:gd name="connsiteX25" fmla="*/ 2093593 w 3601551"/>
                <a:gd name="connsiteY25" fmla="*/ 4044398 h 4046279"/>
                <a:gd name="connsiteX26" fmla="*/ 1712593 w 3601551"/>
                <a:gd name="connsiteY26" fmla="*/ 4044398 h 4046279"/>
                <a:gd name="connsiteX27" fmla="*/ 1280793 w 3601551"/>
                <a:gd name="connsiteY27" fmla="*/ 4044398 h 4046279"/>
                <a:gd name="connsiteX28" fmla="*/ 887093 w 3601551"/>
                <a:gd name="connsiteY28" fmla="*/ 4018998 h 4046279"/>
                <a:gd name="connsiteX29" fmla="*/ 418850 w 3601551"/>
                <a:gd name="connsiteY29" fmla="*/ 3843958 h 4046279"/>
                <a:gd name="connsiteX30" fmla="*/ 213993 w 3601551"/>
                <a:gd name="connsiteY30" fmla="*/ 3549098 h 4046279"/>
                <a:gd name="connsiteX31" fmla="*/ 201293 w 3601551"/>
                <a:gd name="connsiteY31" fmla="*/ 3104598 h 4046279"/>
                <a:gd name="connsiteX32" fmla="*/ 215650 w 3601551"/>
                <a:gd name="connsiteY32" fmla="*/ 2687706 h 4046279"/>
                <a:gd name="connsiteX0" fmla="*/ 215650 w 3601551"/>
                <a:gd name="connsiteY0" fmla="*/ 2687706 h 4046279"/>
                <a:gd name="connsiteX1" fmla="*/ 201293 w 3601551"/>
                <a:gd name="connsiteY1" fmla="*/ 2279098 h 4046279"/>
                <a:gd name="connsiteX2" fmla="*/ 175893 w 3601551"/>
                <a:gd name="connsiteY2" fmla="*/ 1948898 h 4046279"/>
                <a:gd name="connsiteX3" fmla="*/ 188593 w 3601551"/>
                <a:gd name="connsiteY3" fmla="*/ 1567898 h 4046279"/>
                <a:gd name="connsiteX4" fmla="*/ 86993 w 3601551"/>
                <a:gd name="connsiteY4" fmla="*/ 716998 h 4046279"/>
                <a:gd name="connsiteX5" fmla="*/ 328293 w 3601551"/>
                <a:gd name="connsiteY5" fmla="*/ 335997 h 4046279"/>
                <a:gd name="connsiteX6" fmla="*/ 1636392 w 3601551"/>
                <a:gd name="connsiteY6" fmla="*/ 1618699 h 4046279"/>
                <a:gd name="connsiteX7" fmla="*/ 1750692 w 3601551"/>
                <a:gd name="connsiteY7" fmla="*/ 1199599 h 4046279"/>
                <a:gd name="connsiteX8" fmla="*/ 1712592 w 3601551"/>
                <a:gd name="connsiteY8" fmla="*/ 882099 h 4046279"/>
                <a:gd name="connsiteX9" fmla="*/ 1636392 w 3601551"/>
                <a:gd name="connsiteY9" fmla="*/ 462999 h 4046279"/>
                <a:gd name="connsiteX10" fmla="*/ 1864992 w 3601551"/>
                <a:gd name="connsiteY10" fmla="*/ 5799 h 4046279"/>
                <a:gd name="connsiteX11" fmla="*/ 2068192 w 3601551"/>
                <a:gd name="connsiteY11" fmla="*/ 437599 h 4046279"/>
                <a:gd name="connsiteX12" fmla="*/ 2055492 w 3601551"/>
                <a:gd name="connsiteY12" fmla="*/ 805899 h 4046279"/>
                <a:gd name="connsiteX13" fmla="*/ 2144392 w 3601551"/>
                <a:gd name="connsiteY13" fmla="*/ 1123399 h 4046279"/>
                <a:gd name="connsiteX14" fmla="*/ 2068192 w 3601551"/>
                <a:gd name="connsiteY14" fmla="*/ 1491699 h 4046279"/>
                <a:gd name="connsiteX15" fmla="*/ 2118992 w 3601551"/>
                <a:gd name="connsiteY15" fmla="*/ 1834599 h 4046279"/>
                <a:gd name="connsiteX16" fmla="*/ 2169792 w 3601551"/>
                <a:gd name="connsiteY16" fmla="*/ 2152099 h 4046279"/>
                <a:gd name="connsiteX17" fmla="*/ 2677792 w 3601551"/>
                <a:gd name="connsiteY17" fmla="*/ 2177499 h 4046279"/>
                <a:gd name="connsiteX18" fmla="*/ 3134992 w 3601551"/>
                <a:gd name="connsiteY18" fmla="*/ 2304499 h 4046279"/>
                <a:gd name="connsiteX19" fmla="*/ 3331567 w 3601551"/>
                <a:gd name="connsiteY19" fmla="*/ 2586106 h 4046279"/>
                <a:gd name="connsiteX20" fmla="*/ 3515993 w 3601551"/>
                <a:gd name="connsiteY20" fmla="*/ 3091899 h 4046279"/>
                <a:gd name="connsiteX21" fmla="*/ 3439793 w 3601551"/>
                <a:gd name="connsiteY21" fmla="*/ 3498299 h 4046279"/>
                <a:gd name="connsiteX22" fmla="*/ 3268067 w 3601551"/>
                <a:gd name="connsiteY22" fmla="*/ 3843958 h 4046279"/>
                <a:gd name="connsiteX23" fmla="*/ 2893693 w 3601551"/>
                <a:gd name="connsiteY23" fmla="*/ 4018999 h 4046279"/>
                <a:gd name="connsiteX24" fmla="*/ 2461893 w 3601551"/>
                <a:gd name="connsiteY24" fmla="*/ 4018998 h 4046279"/>
                <a:gd name="connsiteX25" fmla="*/ 2093593 w 3601551"/>
                <a:gd name="connsiteY25" fmla="*/ 4044398 h 4046279"/>
                <a:gd name="connsiteX26" fmla="*/ 1712593 w 3601551"/>
                <a:gd name="connsiteY26" fmla="*/ 4044398 h 4046279"/>
                <a:gd name="connsiteX27" fmla="*/ 1280793 w 3601551"/>
                <a:gd name="connsiteY27" fmla="*/ 4044398 h 4046279"/>
                <a:gd name="connsiteX28" fmla="*/ 887093 w 3601551"/>
                <a:gd name="connsiteY28" fmla="*/ 4018998 h 4046279"/>
                <a:gd name="connsiteX29" fmla="*/ 418850 w 3601551"/>
                <a:gd name="connsiteY29" fmla="*/ 3843958 h 4046279"/>
                <a:gd name="connsiteX30" fmla="*/ 213993 w 3601551"/>
                <a:gd name="connsiteY30" fmla="*/ 3549098 h 4046279"/>
                <a:gd name="connsiteX31" fmla="*/ 201293 w 3601551"/>
                <a:gd name="connsiteY31" fmla="*/ 3104598 h 4046279"/>
                <a:gd name="connsiteX32" fmla="*/ 215650 w 3601551"/>
                <a:gd name="connsiteY32" fmla="*/ 2687706 h 4046279"/>
                <a:gd name="connsiteX0" fmla="*/ 190598 w 3576499"/>
                <a:gd name="connsiteY0" fmla="*/ 2687706 h 4046279"/>
                <a:gd name="connsiteX1" fmla="*/ 176241 w 3576499"/>
                <a:gd name="connsiteY1" fmla="*/ 2279098 h 4046279"/>
                <a:gd name="connsiteX2" fmla="*/ 150841 w 3576499"/>
                <a:gd name="connsiteY2" fmla="*/ 1948898 h 4046279"/>
                <a:gd name="connsiteX3" fmla="*/ 163541 w 3576499"/>
                <a:gd name="connsiteY3" fmla="*/ 1567898 h 4046279"/>
                <a:gd name="connsiteX4" fmla="*/ 61941 w 3576499"/>
                <a:gd name="connsiteY4" fmla="*/ 716998 h 4046279"/>
                <a:gd name="connsiteX5" fmla="*/ 303241 w 3576499"/>
                <a:gd name="connsiteY5" fmla="*/ 335997 h 4046279"/>
                <a:gd name="connsiteX6" fmla="*/ 1611340 w 3576499"/>
                <a:gd name="connsiteY6" fmla="*/ 1618699 h 4046279"/>
                <a:gd name="connsiteX7" fmla="*/ 1725640 w 3576499"/>
                <a:gd name="connsiteY7" fmla="*/ 1199599 h 4046279"/>
                <a:gd name="connsiteX8" fmla="*/ 1687540 w 3576499"/>
                <a:gd name="connsiteY8" fmla="*/ 882099 h 4046279"/>
                <a:gd name="connsiteX9" fmla="*/ 1611340 w 3576499"/>
                <a:gd name="connsiteY9" fmla="*/ 462999 h 4046279"/>
                <a:gd name="connsiteX10" fmla="*/ 1839940 w 3576499"/>
                <a:gd name="connsiteY10" fmla="*/ 5799 h 4046279"/>
                <a:gd name="connsiteX11" fmla="*/ 2043140 w 3576499"/>
                <a:gd name="connsiteY11" fmla="*/ 437599 h 4046279"/>
                <a:gd name="connsiteX12" fmla="*/ 2030440 w 3576499"/>
                <a:gd name="connsiteY12" fmla="*/ 805899 h 4046279"/>
                <a:gd name="connsiteX13" fmla="*/ 2119340 w 3576499"/>
                <a:gd name="connsiteY13" fmla="*/ 1123399 h 4046279"/>
                <a:gd name="connsiteX14" fmla="*/ 2043140 w 3576499"/>
                <a:gd name="connsiteY14" fmla="*/ 1491699 h 4046279"/>
                <a:gd name="connsiteX15" fmla="*/ 2093940 w 3576499"/>
                <a:gd name="connsiteY15" fmla="*/ 1834599 h 4046279"/>
                <a:gd name="connsiteX16" fmla="*/ 2144740 w 3576499"/>
                <a:gd name="connsiteY16" fmla="*/ 2152099 h 4046279"/>
                <a:gd name="connsiteX17" fmla="*/ 2652740 w 3576499"/>
                <a:gd name="connsiteY17" fmla="*/ 2177499 h 4046279"/>
                <a:gd name="connsiteX18" fmla="*/ 3109940 w 3576499"/>
                <a:gd name="connsiteY18" fmla="*/ 2304499 h 4046279"/>
                <a:gd name="connsiteX19" fmla="*/ 3306515 w 3576499"/>
                <a:gd name="connsiteY19" fmla="*/ 2586106 h 4046279"/>
                <a:gd name="connsiteX20" fmla="*/ 3490941 w 3576499"/>
                <a:gd name="connsiteY20" fmla="*/ 3091899 h 4046279"/>
                <a:gd name="connsiteX21" fmla="*/ 3414741 w 3576499"/>
                <a:gd name="connsiteY21" fmla="*/ 3498299 h 4046279"/>
                <a:gd name="connsiteX22" fmla="*/ 3243015 w 3576499"/>
                <a:gd name="connsiteY22" fmla="*/ 3843958 h 4046279"/>
                <a:gd name="connsiteX23" fmla="*/ 2868641 w 3576499"/>
                <a:gd name="connsiteY23" fmla="*/ 4018999 h 4046279"/>
                <a:gd name="connsiteX24" fmla="*/ 2436841 w 3576499"/>
                <a:gd name="connsiteY24" fmla="*/ 4018998 h 4046279"/>
                <a:gd name="connsiteX25" fmla="*/ 2068541 w 3576499"/>
                <a:gd name="connsiteY25" fmla="*/ 4044398 h 4046279"/>
                <a:gd name="connsiteX26" fmla="*/ 1687541 w 3576499"/>
                <a:gd name="connsiteY26" fmla="*/ 4044398 h 4046279"/>
                <a:gd name="connsiteX27" fmla="*/ 1255741 w 3576499"/>
                <a:gd name="connsiteY27" fmla="*/ 4044398 h 4046279"/>
                <a:gd name="connsiteX28" fmla="*/ 862041 w 3576499"/>
                <a:gd name="connsiteY28" fmla="*/ 4018998 h 4046279"/>
                <a:gd name="connsiteX29" fmla="*/ 393798 w 3576499"/>
                <a:gd name="connsiteY29" fmla="*/ 3843958 h 4046279"/>
                <a:gd name="connsiteX30" fmla="*/ 188941 w 3576499"/>
                <a:gd name="connsiteY30" fmla="*/ 3549098 h 4046279"/>
                <a:gd name="connsiteX31" fmla="*/ 176241 w 3576499"/>
                <a:gd name="connsiteY31" fmla="*/ 3104598 h 4046279"/>
                <a:gd name="connsiteX32" fmla="*/ 190598 w 3576499"/>
                <a:gd name="connsiteY32" fmla="*/ 2687706 h 4046279"/>
                <a:gd name="connsiteX0" fmla="*/ 190598 w 3576499"/>
                <a:gd name="connsiteY0" fmla="*/ 2687706 h 4046279"/>
                <a:gd name="connsiteX1" fmla="*/ 176241 w 3576499"/>
                <a:gd name="connsiteY1" fmla="*/ 2279098 h 4046279"/>
                <a:gd name="connsiteX2" fmla="*/ 150841 w 3576499"/>
                <a:gd name="connsiteY2" fmla="*/ 1948898 h 4046279"/>
                <a:gd name="connsiteX3" fmla="*/ 163541 w 3576499"/>
                <a:gd name="connsiteY3" fmla="*/ 1567898 h 4046279"/>
                <a:gd name="connsiteX4" fmla="*/ 49240 w 3576499"/>
                <a:gd name="connsiteY4" fmla="*/ 1123399 h 4046279"/>
                <a:gd name="connsiteX5" fmla="*/ 61941 w 3576499"/>
                <a:gd name="connsiteY5" fmla="*/ 716998 h 4046279"/>
                <a:gd name="connsiteX6" fmla="*/ 303241 w 3576499"/>
                <a:gd name="connsiteY6" fmla="*/ 335997 h 4046279"/>
                <a:gd name="connsiteX7" fmla="*/ 1611340 w 3576499"/>
                <a:gd name="connsiteY7" fmla="*/ 1618699 h 4046279"/>
                <a:gd name="connsiteX8" fmla="*/ 1725640 w 3576499"/>
                <a:gd name="connsiteY8" fmla="*/ 1199599 h 4046279"/>
                <a:gd name="connsiteX9" fmla="*/ 1687540 w 3576499"/>
                <a:gd name="connsiteY9" fmla="*/ 882099 h 4046279"/>
                <a:gd name="connsiteX10" fmla="*/ 1611340 w 3576499"/>
                <a:gd name="connsiteY10" fmla="*/ 462999 h 4046279"/>
                <a:gd name="connsiteX11" fmla="*/ 1839940 w 3576499"/>
                <a:gd name="connsiteY11" fmla="*/ 5799 h 4046279"/>
                <a:gd name="connsiteX12" fmla="*/ 2043140 w 3576499"/>
                <a:gd name="connsiteY12" fmla="*/ 437599 h 4046279"/>
                <a:gd name="connsiteX13" fmla="*/ 2030440 w 3576499"/>
                <a:gd name="connsiteY13" fmla="*/ 805899 h 4046279"/>
                <a:gd name="connsiteX14" fmla="*/ 2119340 w 3576499"/>
                <a:gd name="connsiteY14" fmla="*/ 1123399 h 4046279"/>
                <a:gd name="connsiteX15" fmla="*/ 2043140 w 3576499"/>
                <a:gd name="connsiteY15" fmla="*/ 1491699 h 4046279"/>
                <a:gd name="connsiteX16" fmla="*/ 2093940 w 3576499"/>
                <a:gd name="connsiteY16" fmla="*/ 1834599 h 4046279"/>
                <a:gd name="connsiteX17" fmla="*/ 2144740 w 3576499"/>
                <a:gd name="connsiteY17" fmla="*/ 2152099 h 4046279"/>
                <a:gd name="connsiteX18" fmla="*/ 2652740 w 3576499"/>
                <a:gd name="connsiteY18" fmla="*/ 2177499 h 4046279"/>
                <a:gd name="connsiteX19" fmla="*/ 3109940 w 3576499"/>
                <a:gd name="connsiteY19" fmla="*/ 2304499 h 4046279"/>
                <a:gd name="connsiteX20" fmla="*/ 3306515 w 3576499"/>
                <a:gd name="connsiteY20" fmla="*/ 2586106 h 4046279"/>
                <a:gd name="connsiteX21" fmla="*/ 3490941 w 3576499"/>
                <a:gd name="connsiteY21" fmla="*/ 3091899 h 4046279"/>
                <a:gd name="connsiteX22" fmla="*/ 3414741 w 3576499"/>
                <a:gd name="connsiteY22" fmla="*/ 3498299 h 4046279"/>
                <a:gd name="connsiteX23" fmla="*/ 3243015 w 3576499"/>
                <a:gd name="connsiteY23" fmla="*/ 3843958 h 4046279"/>
                <a:gd name="connsiteX24" fmla="*/ 2868641 w 3576499"/>
                <a:gd name="connsiteY24" fmla="*/ 4018999 h 4046279"/>
                <a:gd name="connsiteX25" fmla="*/ 2436841 w 3576499"/>
                <a:gd name="connsiteY25" fmla="*/ 4018998 h 4046279"/>
                <a:gd name="connsiteX26" fmla="*/ 2068541 w 3576499"/>
                <a:gd name="connsiteY26" fmla="*/ 4044398 h 4046279"/>
                <a:gd name="connsiteX27" fmla="*/ 1687541 w 3576499"/>
                <a:gd name="connsiteY27" fmla="*/ 4044398 h 4046279"/>
                <a:gd name="connsiteX28" fmla="*/ 1255741 w 3576499"/>
                <a:gd name="connsiteY28" fmla="*/ 4044398 h 4046279"/>
                <a:gd name="connsiteX29" fmla="*/ 862041 w 3576499"/>
                <a:gd name="connsiteY29" fmla="*/ 4018998 h 4046279"/>
                <a:gd name="connsiteX30" fmla="*/ 393798 w 3576499"/>
                <a:gd name="connsiteY30" fmla="*/ 3843958 h 4046279"/>
                <a:gd name="connsiteX31" fmla="*/ 188941 w 3576499"/>
                <a:gd name="connsiteY31" fmla="*/ 3549098 h 4046279"/>
                <a:gd name="connsiteX32" fmla="*/ 176241 w 3576499"/>
                <a:gd name="connsiteY32" fmla="*/ 3104598 h 4046279"/>
                <a:gd name="connsiteX33" fmla="*/ 190598 w 3576499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46279"/>
                <a:gd name="connsiteX1" fmla="*/ 234817 w 3635075"/>
                <a:gd name="connsiteY1" fmla="*/ 2279098 h 4046279"/>
                <a:gd name="connsiteX2" fmla="*/ 209417 w 3635075"/>
                <a:gd name="connsiteY2" fmla="*/ 1948898 h 4046279"/>
                <a:gd name="connsiteX3" fmla="*/ 222117 w 3635075"/>
                <a:gd name="connsiteY3" fmla="*/ 1567898 h 4046279"/>
                <a:gd name="connsiteX4" fmla="*/ 107816 w 3635075"/>
                <a:gd name="connsiteY4" fmla="*/ 1123399 h 4046279"/>
                <a:gd name="connsiteX5" fmla="*/ 120517 w 3635075"/>
                <a:gd name="connsiteY5" fmla="*/ 716998 h 4046279"/>
                <a:gd name="connsiteX6" fmla="*/ 361817 w 3635075"/>
                <a:gd name="connsiteY6" fmla="*/ 335997 h 4046279"/>
                <a:gd name="connsiteX7" fmla="*/ 1669916 w 3635075"/>
                <a:gd name="connsiteY7" fmla="*/ 1618699 h 4046279"/>
                <a:gd name="connsiteX8" fmla="*/ 1784216 w 3635075"/>
                <a:gd name="connsiteY8" fmla="*/ 1199599 h 4046279"/>
                <a:gd name="connsiteX9" fmla="*/ 1746116 w 3635075"/>
                <a:gd name="connsiteY9" fmla="*/ 882099 h 4046279"/>
                <a:gd name="connsiteX10" fmla="*/ 1669916 w 3635075"/>
                <a:gd name="connsiteY10" fmla="*/ 462999 h 4046279"/>
                <a:gd name="connsiteX11" fmla="*/ 1898516 w 3635075"/>
                <a:gd name="connsiteY11" fmla="*/ 5799 h 4046279"/>
                <a:gd name="connsiteX12" fmla="*/ 2101716 w 3635075"/>
                <a:gd name="connsiteY12" fmla="*/ 437599 h 4046279"/>
                <a:gd name="connsiteX13" fmla="*/ 2089016 w 3635075"/>
                <a:gd name="connsiteY13" fmla="*/ 805899 h 4046279"/>
                <a:gd name="connsiteX14" fmla="*/ 2177916 w 3635075"/>
                <a:gd name="connsiteY14" fmla="*/ 1123399 h 4046279"/>
                <a:gd name="connsiteX15" fmla="*/ 2101716 w 3635075"/>
                <a:gd name="connsiteY15" fmla="*/ 1491699 h 4046279"/>
                <a:gd name="connsiteX16" fmla="*/ 2152516 w 3635075"/>
                <a:gd name="connsiteY16" fmla="*/ 1834599 h 4046279"/>
                <a:gd name="connsiteX17" fmla="*/ 2203316 w 3635075"/>
                <a:gd name="connsiteY17" fmla="*/ 2152099 h 4046279"/>
                <a:gd name="connsiteX18" fmla="*/ 2711316 w 3635075"/>
                <a:gd name="connsiteY18" fmla="*/ 2177499 h 4046279"/>
                <a:gd name="connsiteX19" fmla="*/ 3168516 w 3635075"/>
                <a:gd name="connsiteY19" fmla="*/ 2304499 h 4046279"/>
                <a:gd name="connsiteX20" fmla="*/ 3365091 w 3635075"/>
                <a:gd name="connsiteY20" fmla="*/ 2586106 h 4046279"/>
                <a:gd name="connsiteX21" fmla="*/ 3549517 w 3635075"/>
                <a:gd name="connsiteY21" fmla="*/ 3091899 h 4046279"/>
                <a:gd name="connsiteX22" fmla="*/ 3473317 w 3635075"/>
                <a:gd name="connsiteY22" fmla="*/ 3498299 h 4046279"/>
                <a:gd name="connsiteX23" fmla="*/ 3301591 w 3635075"/>
                <a:gd name="connsiteY23" fmla="*/ 3843958 h 4046279"/>
                <a:gd name="connsiteX24" fmla="*/ 2927217 w 3635075"/>
                <a:gd name="connsiteY24" fmla="*/ 4018999 h 4046279"/>
                <a:gd name="connsiteX25" fmla="*/ 2495417 w 3635075"/>
                <a:gd name="connsiteY25" fmla="*/ 4018998 h 4046279"/>
                <a:gd name="connsiteX26" fmla="*/ 2127117 w 3635075"/>
                <a:gd name="connsiteY26" fmla="*/ 4044398 h 4046279"/>
                <a:gd name="connsiteX27" fmla="*/ 1746117 w 3635075"/>
                <a:gd name="connsiteY27" fmla="*/ 4044398 h 4046279"/>
                <a:gd name="connsiteX28" fmla="*/ 1314317 w 3635075"/>
                <a:gd name="connsiteY28" fmla="*/ 4044398 h 4046279"/>
                <a:gd name="connsiteX29" fmla="*/ 920617 w 3635075"/>
                <a:gd name="connsiteY29" fmla="*/ 4018998 h 4046279"/>
                <a:gd name="connsiteX30" fmla="*/ 452374 w 3635075"/>
                <a:gd name="connsiteY30" fmla="*/ 3843958 h 4046279"/>
                <a:gd name="connsiteX31" fmla="*/ 247517 w 3635075"/>
                <a:gd name="connsiteY31" fmla="*/ 3549098 h 4046279"/>
                <a:gd name="connsiteX32" fmla="*/ 234817 w 3635075"/>
                <a:gd name="connsiteY32" fmla="*/ 3104598 h 4046279"/>
                <a:gd name="connsiteX33" fmla="*/ 249174 w 3635075"/>
                <a:gd name="connsiteY33" fmla="*/ 2687706 h 4046279"/>
                <a:gd name="connsiteX0" fmla="*/ 249174 w 3635075"/>
                <a:gd name="connsiteY0" fmla="*/ 2687706 h 4093185"/>
                <a:gd name="connsiteX1" fmla="*/ 234817 w 3635075"/>
                <a:gd name="connsiteY1" fmla="*/ 2279098 h 4093185"/>
                <a:gd name="connsiteX2" fmla="*/ 209417 w 3635075"/>
                <a:gd name="connsiteY2" fmla="*/ 1948898 h 4093185"/>
                <a:gd name="connsiteX3" fmla="*/ 222117 w 3635075"/>
                <a:gd name="connsiteY3" fmla="*/ 1567898 h 4093185"/>
                <a:gd name="connsiteX4" fmla="*/ 107816 w 3635075"/>
                <a:gd name="connsiteY4" fmla="*/ 1123399 h 4093185"/>
                <a:gd name="connsiteX5" fmla="*/ 120517 w 3635075"/>
                <a:gd name="connsiteY5" fmla="*/ 716998 h 4093185"/>
                <a:gd name="connsiteX6" fmla="*/ 361817 w 3635075"/>
                <a:gd name="connsiteY6" fmla="*/ 335997 h 4093185"/>
                <a:gd name="connsiteX7" fmla="*/ 1669916 w 3635075"/>
                <a:gd name="connsiteY7" fmla="*/ 1618699 h 4093185"/>
                <a:gd name="connsiteX8" fmla="*/ 1784216 w 3635075"/>
                <a:gd name="connsiteY8" fmla="*/ 1199599 h 4093185"/>
                <a:gd name="connsiteX9" fmla="*/ 1746116 w 3635075"/>
                <a:gd name="connsiteY9" fmla="*/ 882099 h 4093185"/>
                <a:gd name="connsiteX10" fmla="*/ 1669916 w 3635075"/>
                <a:gd name="connsiteY10" fmla="*/ 462999 h 4093185"/>
                <a:gd name="connsiteX11" fmla="*/ 1898516 w 3635075"/>
                <a:gd name="connsiteY11" fmla="*/ 5799 h 4093185"/>
                <a:gd name="connsiteX12" fmla="*/ 2101716 w 3635075"/>
                <a:gd name="connsiteY12" fmla="*/ 437599 h 4093185"/>
                <a:gd name="connsiteX13" fmla="*/ 2089016 w 3635075"/>
                <a:gd name="connsiteY13" fmla="*/ 805899 h 4093185"/>
                <a:gd name="connsiteX14" fmla="*/ 2177916 w 3635075"/>
                <a:gd name="connsiteY14" fmla="*/ 1123399 h 4093185"/>
                <a:gd name="connsiteX15" fmla="*/ 2101716 w 3635075"/>
                <a:gd name="connsiteY15" fmla="*/ 1491699 h 4093185"/>
                <a:gd name="connsiteX16" fmla="*/ 2152516 w 3635075"/>
                <a:gd name="connsiteY16" fmla="*/ 1834599 h 4093185"/>
                <a:gd name="connsiteX17" fmla="*/ 2203316 w 3635075"/>
                <a:gd name="connsiteY17" fmla="*/ 2152099 h 4093185"/>
                <a:gd name="connsiteX18" fmla="*/ 2711316 w 3635075"/>
                <a:gd name="connsiteY18" fmla="*/ 2177499 h 4093185"/>
                <a:gd name="connsiteX19" fmla="*/ 3168516 w 3635075"/>
                <a:gd name="connsiteY19" fmla="*/ 2304499 h 4093185"/>
                <a:gd name="connsiteX20" fmla="*/ 3365091 w 3635075"/>
                <a:gd name="connsiteY20" fmla="*/ 2586106 h 4093185"/>
                <a:gd name="connsiteX21" fmla="*/ 3549517 w 3635075"/>
                <a:gd name="connsiteY21" fmla="*/ 3091899 h 4093185"/>
                <a:gd name="connsiteX22" fmla="*/ 3473317 w 3635075"/>
                <a:gd name="connsiteY22" fmla="*/ 3498299 h 4093185"/>
                <a:gd name="connsiteX23" fmla="*/ 3301591 w 3635075"/>
                <a:gd name="connsiteY23" fmla="*/ 3843958 h 4093185"/>
                <a:gd name="connsiteX24" fmla="*/ 2927217 w 3635075"/>
                <a:gd name="connsiteY24" fmla="*/ 4018999 h 4093185"/>
                <a:gd name="connsiteX25" fmla="*/ 2495417 w 3635075"/>
                <a:gd name="connsiteY25" fmla="*/ 4018998 h 4093185"/>
                <a:gd name="connsiteX26" fmla="*/ 2127117 w 3635075"/>
                <a:gd name="connsiteY26" fmla="*/ 4044398 h 4093185"/>
                <a:gd name="connsiteX27" fmla="*/ 1746117 w 3635075"/>
                <a:gd name="connsiteY27" fmla="*/ 4044398 h 4093185"/>
                <a:gd name="connsiteX28" fmla="*/ 1314317 w 3635075"/>
                <a:gd name="connsiteY28" fmla="*/ 4044398 h 4093185"/>
                <a:gd name="connsiteX29" fmla="*/ 920617 w 3635075"/>
                <a:gd name="connsiteY29" fmla="*/ 4018998 h 4093185"/>
                <a:gd name="connsiteX30" fmla="*/ 452374 w 3635075"/>
                <a:gd name="connsiteY30" fmla="*/ 3843958 h 4093185"/>
                <a:gd name="connsiteX31" fmla="*/ 247517 w 3635075"/>
                <a:gd name="connsiteY31" fmla="*/ 3549098 h 4093185"/>
                <a:gd name="connsiteX32" fmla="*/ 234817 w 3635075"/>
                <a:gd name="connsiteY32" fmla="*/ 3104598 h 4093185"/>
                <a:gd name="connsiteX33" fmla="*/ 249174 w 3635075"/>
                <a:gd name="connsiteY33" fmla="*/ 2687706 h 4093185"/>
                <a:gd name="connsiteX0" fmla="*/ 249174 w 3635075"/>
                <a:gd name="connsiteY0" fmla="*/ 2687706 h 4111129"/>
                <a:gd name="connsiteX1" fmla="*/ 234817 w 3635075"/>
                <a:gd name="connsiteY1" fmla="*/ 2279098 h 4111129"/>
                <a:gd name="connsiteX2" fmla="*/ 209417 w 3635075"/>
                <a:gd name="connsiteY2" fmla="*/ 1948898 h 4111129"/>
                <a:gd name="connsiteX3" fmla="*/ 222117 w 3635075"/>
                <a:gd name="connsiteY3" fmla="*/ 1567898 h 4111129"/>
                <a:gd name="connsiteX4" fmla="*/ 107816 w 3635075"/>
                <a:gd name="connsiteY4" fmla="*/ 1123399 h 4111129"/>
                <a:gd name="connsiteX5" fmla="*/ 120517 w 3635075"/>
                <a:gd name="connsiteY5" fmla="*/ 716998 h 4111129"/>
                <a:gd name="connsiteX6" fmla="*/ 361817 w 3635075"/>
                <a:gd name="connsiteY6" fmla="*/ 335997 h 4111129"/>
                <a:gd name="connsiteX7" fmla="*/ 1669916 w 3635075"/>
                <a:gd name="connsiteY7" fmla="*/ 1618699 h 4111129"/>
                <a:gd name="connsiteX8" fmla="*/ 1784216 w 3635075"/>
                <a:gd name="connsiteY8" fmla="*/ 1199599 h 4111129"/>
                <a:gd name="connsiteX9" fmla="*/ 1746116 w 3635075"/>
                <a:gd name="connsiteY9" fmla="*/ 882099 h 4111129"/>
                <a:gd name="connsiteX10" fmla="*/ 1669916 w 3635075"/>
                <a:gd name="connsiteY10" fmla="*/ 462999 h 4111129"/>
                <a:gd name="connsiteX11" fmla="*/ 1898516 w 3635075"/>
                <a:gd name="connsiteY11" fmla="*/ 5799 h 4111129"/>
                <a:gd name="connsiteX12" fmla="*/ 2101716 w 3635075"/>
                <a:gd name="connsiteY12" fmla="*/ 437599 h 4111129"/>
                <a:gd name="connsiteX13" fmla="*/ 2089016 w 3635075"/>
                <a:gd name="connsiteY13" fmla="*/ 805899 h 4111129"/>
                <a:gd name="connsiteX14" fmla="*/ 2177916 w 3635075"/>
                <a:gd name="connsiteY14" fmla="*/ 1123399 h 4111129"/>
                <a:gd name="connsiteX15" fmla="*/ 2101716 w 3635075"/>
                <a:gd name="connsiteY15" fmla="*/ 1491699 h 4111129"/>
                <a:gd name="connsiteX16" fmla="*/ 2152516 w 3635075"/>
                <a:gd name="connsiteY16" fmla="*/ 1834599 h 4111129"/>
                <a:gd name="connsiteX17" fmla="*/ 2203316 w 3635075"/>
                <a:gd name="connsiteY17" fmla="*/ 2152099 h 4111129"/>
                <a:gd name="connsiteX18" fmla="*/ 2711316 w 3635075"/>
                <a:gd name="connsiteY18" fmla="*/ 2177499 h 4111129"/>
                <a:gd name="connsiteX19" fmla="*/ 3168516 w 3635075"/>
                <a:gd name="connsiteY19" fmla="*/ 2304499 h 4111129"/>
                <a:gd name="connsiteX20" fmla="*/ 3365091 w 3635075"/>
                <a:gd name="connsiteY20" fmla="*/ 2586106 h 4111129"/>
                <a:gd name="connsiteX21" fmla="*/ 3549517 w 3635075"/>
                <a:gd name="connsiteY21" fmla="*/ 3091899 h 4111129"/>
                <a:gd name="connsiteX22" fmla="*/ 3473317 w 3635075"/>
                <a:gd name="connsiteY22" fmla="*/ 3498299 h 4111129"/>
                <a:gd name="connsiteX23" fmla="*/ 3301591 w 3635075"/>
                <a:gd name="connsiteY23" fmla="*/ 3843958 h 4111129"/>
                <a:gd name="connsiteX24" fmla="*/ 2927217 w 3635075"/>
                <a:gd name="connsiteY24" fmla="*/ 4018999 h 4111129"/>
                <a:gd name="connsiteX25" fmla="*/ 2495417 w 3635075"/>
                <a:gd name="connsiteY25" fmla="*/ 4018998 h 4111129"/>
                <a:gd name="connsiteX26" fmla="*/ 2127117 w 3635075"/>
                <a:gd name="connsiteY26" fmla="*/ 4044398 h 4111129"/>
                <a:gd name="connsiteX27" fmla="*/ 1746117 w 3635075"/>
                <a:gd name="connsiteY27" fmla="*/ 4044398 h 4111129"/>
                <a:gd name="connsiteX28" fmla="*/ 1314317 w 3635075"/>
                <a:gd name="connsiteY28" fmla="*/ 4044398 h 4111129"/>
                <a:gd name="connsiteX29" fmla="*/ 920617 w 3635075"/>
                <a:gd name="connsiteY29" fmla="*/ 4018998 h 4111129"/>
                <a:gd name="connsiteX30" fmla="*/ 452374 w 3635075"/>
                <a:gd name="connsiteY30" fmla="*/ 3843958 h 4111129"/>
                <a:gd name="connsiteX31" fmla="*/ 247517 w 3635075"/>
                <a:gd name="connsiteY31" fmla="*/ 3549098 h 4111129"/>
                <a:gd name="connsiteX32" fmla="*/ 234817 w 3635075"/>
                <a:gd name="connsiteY32" fmla="*/ 3104598 h 4111129"/>
                <a:gd name="connsiteX33" fmla="*/ 249174 w 3635075"/>
                <a:gd name="connsiteY33" fmla="*/ 2687706 h 4111129"/>
                <a:gd name="connsiteX0" fmla="*/ 249174 w 3635075"/>
                <a:gd name="connsiteY0" fmla="*/ 2687706 h 4116770"/>
                <a:gd name="connsiteX1" fmla="*/ 234817 w 3635075"/>
                <a:gd name="connsiteY1" fmla="*/ 2279098 h 4116770"/>
                <a:gd name="connsiteX2" fmla="*/ 209417 w 3635075"/>
                <a:gd name="connsiteY2" fmla="*/ 1948898 h 4116770"/>
                <a:gd name="connsiteX3" fmla="*/ 222117 w 3635075"/>
                <a:gd name="connsiteY3" fmla="*/ 1567898 h 4116770"/>
                <a:gd name="connsiteX4" fmla="*/ 107816 w 3635075"/>
                <a:gd name="connsiteY4" fmla="*/ 1123399 h 4116770"/>
                <a:gd name="connsiteX5" fmla="*/ 120517 w 3635075"/>
                <a:gd name="connsiteY5" fmla="*/ 716998 h 4116770"/>
                <a:gd name="connsiteX6" fmla="*/ 361817 w 3635075"/>
                <a:gd name="connsiteY6" fmla="*/ 335997 h 4116770"/>
                <a:gd name="connsiteX7" fmla="*/ 1669916 w 3635075"/>
                <a:gd name="connsiteY7" fmla="*/ 1618699 h 4116770"/>
                <a:gd name="connsiteX8" fmla="*/ 1784216 w 3635075"/>
                <a:gd name="connsiteY8" fmla="*/ 1199599 h 4116770"/>
                <a:gd name="connsiteX9" fmla="*/ 1746116 w 3635075"/>
                <a:gd name="connsiteY9" fmla="*/ 882099 h 4116770"/>
                <a:gd name="connsiteX10" fmla="*/ 1669916 w 3635075"/>
                <a:gd name="connsiteY10" fmla="*/ 462999 h 4116770"/>
                <a:gd name="connsiteX11" fmla="*/ 1898516 w 3635075"/>
                <a:gd name="connsiteY11" fmla="*/ 5799 h 4116770"/>
                <a:gd name="connsiteX12" fmla="*/ 2101716 w 3635075"/>
                <a:gd name="connsiteY12" fmla="*/ 437599 h 4116770"/>
                <a:gd name="connsiteX13" fmla="*/ 2089016 w 3635075"/>
                <a:gd name="connsiteY13" fmla="*/ 805899 h 4116770"/>
                <a:gd name="connsiteX14" fmla="*/ 2177916 w 3635075"/>
                <a:gd name="connsiteY14" fmla="*/ 1123399 h 4116770"/>
                <a:gd name="connsiteX15" fmla="*/ 2101716 w 3635075"/>
                <a:gd name="connsiteY15" fmla="*/ 1491699 h 4116770"/>
                <a:gd name="connsiteX16" fmla="*/ 2152516 w 3635075"/>
                <a:gd name="connsiteY16" fmla="*/ 1834599 h 4116770"/>
                <a:gd name="connsiteX17" fmla="*/ 2203316 w 3635075"/>
                <a:gd name="connsiteY17" fmla="*/ 2152099 h 4116770"/>
                <a:gd name="connsiteX18" fmla="*/ 2711316 w 3635075"/>
                <a:gd name="connsiteY18" fmla="*/ 2177499 h 4116770"/>
                <a:gd name="connsiteX19" fmla="*/ 3168516 w 3635075"/>
                <a:gd name="connsiteY19" fmla="*/ 2304499 h 4116770"/>
                <a:gd name="connsiteX20" fmla="*/ 3365091 w 3635075"/>
                <a:gd name="connsiteY20" fmla="*/ 2586106 h 4116770"/>
                <a:gd name="connsiteX21" fmla="*/ 3549517 w 3635075"/>
                <a:gd name="connsiteY21" fmla="*/ 3091899 h 4116770"/>
                <a:gd name="connsiteX22" fmla="*/ 3473317 w 3635075"/>
                <a:gd name="connsiteY22" fmla="*/ 3498299 h 4116770"/>
                <a:gd name="connsiteX23" fmla="*/ 3301591 w 3635075"/>
                <a:gd name="connsiteY23" fmla="*/ 3843958 h 4116770"/>
                <a:gd name="connsiteX24" fmla="*/ 2927217 w 3635075"/>
                <a:gd name="connsiteY24" fmla="*/ 4018999 h 4116770"/>
                <a:gd name="connsiteX25" fmla="*/ 2495417 w 3635075"/>
                <a:gd name="connsiteY25" fmla="*/ 4018998 h 4116770"/>
                <a:gd name="connsiteX26" fmla="*/ 2127117 w 3635075"/>
                <a:gd name="connsiteY26" fmla="*/ 4044398 h 4116770"/>
                <a:gd name="connsiteX27" fmla="*/ 1746117 w 3635075"/>
                <a:gd name="connsiteY27" fmla="*/ 4044398 h 4116770"/>
                <a:gd name="connsiteX28" fmla="*/ 1314317 w 3635075"/>
                <a:gd name="connsiteY28" fmla="*/ 4044398 h 4116770"/>
                <a:gd name="connsiteX29" fmla="*/ 920617 w 3635075"/>
                <a:gd name="connsiteY29" fmla="*/ 4018998 h 4116770"/>
                <a:gd name="connsiteX30" fmla="*/ 452374 w 3635075"/>
                <a:gd name="connsiteY30" fmla="*/ 3843958 h 4116770"/>
                <a:gd name="connsiteX31" fmla="*/ 247517 w 3635075"/>
                <a:gd name="connsiteY31" fmla="*/ 3549098 h 4116770"/>
                <a:gd name="connsiteX32" fmla="*/ 234817 w 3635075"/>
                <a:gd name="connsiteY32" fmla="*/ 3104598 h 4116770"/>
                <a:gd name="connsiteX33" fmla="*/ 249174 w 3635075"/>
                <a:gd name="connsiteY33" fmla="*/ 2687706 h 4116770"/>
                <a:gd name="connsiteX0" fmla="*/ 249174 w 3635075"/>
                <a:gd name="connsiteY0" fmla="*/ 2687706 h 4135909"/>
                <a:gd name="connsiteX1" fmla="*/ 234817 w 3635075"/>
                <a:gd name="connsiteY1" fmla="*/ 2279098 h 4135909"/>
                <a:gd name="connsiteX2" fmla="*/ 209417 w 3635075"/>
                <a:gd name="connsiteY2" fmla="*/ 1948898 h 4135909"/>
                <a:gd name="connsiteX3" fmla="*/ 222117 w 3635075"/>
                <a:gd name="connsiteY3" fmla="*/ 1567898 h 4135909"/>
                <a:gd name="connsiteX4" fmla="*/ 107816 w 3635075"/>
                <a:gd name="connsiteY4" fmla="*/ 1123399 h 4135909"/>
                <a:gd name="connsiteX5" fmla="*/ 120517 w 3635075"/>
                <a:gd name="connsiteY5" fmla="*/ 716998 h 4135909"/>
                <a:gd name="connsiteX6" fmla="*/ 361817 w 3635075"/>
                <a:gd name="connsiteY6" fmla="*/ 335997 h 4135909"/>
                <a:gd name="connsiteX7" fmla="*/ 1669916 w 3635075"/>
                <a:gd name="connsiteY7" fmla="*/ 1618699 h 4135909"/>
                <a:gd name="connsiteX8" fmla="*/ 1784216 w 3635075"/>
                <a:gd name="connsiteY8" fmla="*/ 1199599 h 4135909"/>
                <a:gd name="connsiteX9" fmla="*/ 1746116 w 3635075"/>
                <a:gd name="connsiteY9" fmla="*/ 882099 h 4135909"/>
                <a:gd name="connsiteX10" fmla="*/ 1669916 w 3635075"/>
                <a:gd name="connsiteY10" fmla="*/ 462999 h 4135909"/>
                <a:gd name="connsiteX11" fmla="*/ 1898516 w 3635075"/>
                <a:gd name="connsiteY11" fmla="*/ 5799 h 4135909"/>
                <a:gd name="connsiteX12" fmla="*/ 2101716 w 3635075"/>
                <a:gd name="connsiteY12" fmla="*/ 437599 h 4135909"/>
                <a:gd name="connsiteX13" fmla="*/ 2089016 w 3635075"/>
                <a:gd name="connsiteY13" fmla="*/ 805899 h 4135909"/>
                <a:gd name="connsiteX14" fmla="*/ 2177916 w 3635075"/>
                <a:gd name="connsiteY14" fmla="*/ 1123399 h 4135909"/>
                <a:gd name="connsiteX15" fmla="*/ 2101716 w 3635075"/>
                <a:gd name="connsiteY15" fmla="*/ 1491699 h 4135909"/>
                <a:gd name="connsiteX16" fmla="*/ 2152516 w 3635075"/>
                <a:gd name="connsiteY16" fmla="*/ 1834599 h 4135909"/>
                <a:gd name="connsiteX17" fmla="*/ 2203316 w 3635075"/>
                <a:gd name="connsiteY17" fmla="*/ 2152099 h 4135909"/>
                <a:gd name="connsiteX18" fmla="*/ 2711316 w 3635075"/>
                <a:gd name="connsiteY18" fmla="*/ 2177499 h 4135909"/>
                <a:gd name="connsiteX19" fmla="*/ 3168516 w 3635075"/>
                <a:gd name="connsiteY19" fmla="*/ 2304499 h 4135909"/>
                <a:gd name="connsiteX20" fmla="*/ 3365091 w 3635075"/>
                <a:gd name="connsiteY20" fmla="*/ 2586106 h 4135909"/>
                <a:gd name="connsiteX21" fmla="*/ 3549517 w 3635075"/>
                <a:gd name="connsiteY21" fmla="*/ 3091899 h 4135909"/>
                <a:gd name="connsiteX22" fmla="*/ 3473317 w 3635075"/>
                <a:gd name="connsiteY22" fmla="*/ 3498299 h 4135909"/>
                <a:gd name="connsiteX23" fmla="*/ 3301591 w 3635075"/>
                <a:gd name="connsiteY23" fmla="*/ 3843958 h 4135909"/>
                <a:gd name="connsiteX24" fmla="*/ 2927217 w 3635075"/>
                <a:gd name="connsiteY24" fmla="*/ 4018999 h 4135909"/>
                <a:gd name="connsiteX25" fmla="*/ 2495417 w 3635075"/>
                <a:gd name="connsiteY25" fmla="*/ 4018998 h 4135909"/>
                <a:gd name="connsiteX26" fmla="*/ 2127117 w 3635075"/>
                <a:gd name="connsiteY26" fmla="*/ 4044398 h 4135909"/>
                <a:gd name="connsiteX27" fmla="*/ 1746117 w 3635075"/>
                <a:gd name="connsiteY27" fmla="*/ 4044398 h 4135909"/>
                <a:gd name="connsiteX28" fmla="*/ 1314317 w 3635075"/>
                <a:gd name="connsiteY28" fmla="*/ 4044398 h 4135909"/>
                <a:gd name="connsiteX29" fmla="*/ 920617 w 3635075"/>
                <a:gd name="connsiteY29" fmla="*/ 4018998 h 4135909"/>
                <a:gd name="connsiteX30" fmla="*/ 452374 w 3635075"/>
                <a:gd name="connsiteY30" fmla="*/ 3843958 h 4135909"/>
                <a:gd name="connsiteX31" fmla="*/ 247517 w 3635075"/>
                <a:gd name="connsiteY31" fmla="*/ 3549098 h 4135909"/>
                <a:gd name="connsiteX32" fmla="*/ 234817 w 3635075"/>
                <a:gd name="connsiteY32" fmla="*/ 3104598 h 4135909"/>
                <a:gd name="connsiteX33" fmla="*/ 249174 w 3635075"/>
                <a:gd name="connsiteY33" fmla="*/ 2687706 h 4135909"/>
                <a:gd name="connsiteX0" fmla="*/ 249174 w 3635075"/>
                <a:gd name="connsiteY0" fmla="*/ 2687706 h 4135909"/>
                <a:gd name="connsiteX1" fmla="*/ 234817 w 3635075"/>
                <a:gd name="connsiteY1" fmla="*/ 2279098 h 4135909"/>
                <a:gd name="connsiteX2" fmla="*/ 209417 w 3635075"/>
                <a:gd name="connsiteY2" fmla="*/ 1948898 h 4135909"/>
                <a:gd name="connsiteX3" fmla="*/ 222117 w 3635075"/>
                <a:gd name="connsiteY3" fmla="*/ 1567898 h 4135909"/>
                <a:gd name="connsiteX4" fmla="*/ 107816 w 3635075"/>
                <a:gd name="connsiteY4" fmla="*/ 1123399 h 4135909"/>
                <a:gd name="connsiteX5" fmla="*/ 120517 w 3635075"/>
                <a:gd name="connsiteY5" fmla="*/ 716998 h 4135909"/>
                <a:gd name="connsiteX6" fmla="*/ 361817 w 3635075"/>
                <a:gd name="connsiteY6" fmla="*/ 335997 h 4135909"/>
                <a:gd name="connsiteX7" fmla="*/ 1669916 w 3635075"/>
                <a:gd name="connsiteY7" fmla="*/ 1618699 h 4135909"/>
                <a:gd name="connsiteX8" fmla="*/ 1784216 w 3635075"/>
                <a:gd name="connsiteY8" fmla="*/ 1199599 h 4135909"/>
                <a:gd name="connsiteX9" fmla="*/ 1746116 w 3635075"/>
                <a:gd name="connsiteY9" fmla="*/ 882099 h 4135909"/>
                <a:gd name="connsiteX10" fmla="*/ 1669916 w 3635075"/>
                <a:gd name="connsiteY10" fmla="*/ 462999 h 4135909"/>
                <a:gd name="connsiteX11" fmla="*/ 1898516 w 3635075"/>
                <a:gd name="connsiteY11" fmla="*/ 5799 h 4135909"/>
                <a:gd name="connsiteX12" fmla="*/ 2101716 w 3635075"/>
                <a:gd name="connsiteY12" fmla="*/ 437599 h 4135909"/>
                <a:gd name="connsiteX13" fmla="*/ 2089016 w 3635075"/>
                <a:gd name="connsiteY13" fmla="*/ 805899 h 4135909"/>
                <a:gd name="connsiteX14" fmla="*/ 2177916 w 3635075"/>
                <a:gd name="connsiteY14" fmla="*/ 1123399 h 4135909"/>
                <a:gd name="connsiteX15" fmla="*/ 2101716 w 3635075"/>
                <a:gd name="connsiteY15" fmla="*/ 1491699 h 4135909"/>
                <a:gd name="connsiteX16" fmla="*/ 2152516 w 3635075"/>
                <a:gd name="connsiteY16" fmla="*/ 1834599 h 4135909"/>
                <a:gd name="connsiteX17" fmla="*/ 2203316 w 3635075"/>
                <a:gd name="connsiteY17" fmla="*/ 2152099 h 4135909"/>
                <a:gd name="connsiteX18" fmla="*/ 2711316 w 3635075"/>
                <a:gd name="connsiteY18" fmla="*/ 2177499 h 4135909"/>
                <a:gd name="connsiteX19" fmla="*/ 3168516 w 3635075"/>
                <a:gd name="connsiteY19" fmla="*/ 2304499 h 4135909"/>
                <a:gd name="connsiteX20" fmla="*/ 3365091 w 3635075"/>
                <a:gd name="connsiteY20" fmla="*/ 2586106 h 4135909"/>
                <a:gd name="connsiteX21" fmla="*/ 3549517 w 3635075"/>
                <a:gd name="connsiteY21" fmla="*/ 3091899 h 4135909"/>
                <a:gd name="connsiteX22" fmla="*/ 3473317 w 3635075"/>
                <a:gd name="connsiteY22" fmla="*/ 3498299 h 4135909"/>
                <a:gd name="connsiteX23" fmla="*/ 3301591 w 3635075"/>
                <a:gd name="connsiteY23" fmla="*/ 3843958 h 4135909"/>
                <a:gd name="connsiteX24" fmla="*/ 2927217 w 3635075"/>
                <a:gd name="connsiteY24" fmla="*/ 4018999 h 4135909"/>
                <a:gd name="connsiteX25" fmla="*/ 2495417 w 3635075"/>
                <a:gd name="connsiteY25" fmla="*/ 4018998 h 4135909"/>
                <a:gd name="connsiteX26" fmla="*/ 2127117 w 3635075"/>
                <a:gd name="connsiteY26" fmla="*/ 4044398 h 4135909"/>
                <a:gd name="connsiteX27" fmla="*/ 1746117 w 3635075"/>
                <a:gd name="connsiteY27" fmla="*/ 4044398 h 4135909"/>
                <a:gd name="connsiteX28" fmla="*/ 1314317 w 3635075"/>
                <a:gd name="connsiteY28" fmla="*/ 4044398 h 4135909"/>
                <a:gd name="connsiteX29" fmla="*/ 920617 w 3635075"/>
                <a:gd name="connsiteY29" fmla="*/ 4018998 h 4135909"/>
                <a:gd name="connsiteX30" fmla="*/ 452374 w 3635075"/>
                <a:gd name="connsiteY30" fmla="*/ 3843958 h 4135909"/>
                <a:gd name="connsiteX31" fmla="*/ 247517 w 3635075"/>
                <a:gd name="connsiteY31" fmla="*/ 3549098 h 4135909"/>
                <a:gd name="connsiteX32" fmla="*/ 234817 w 3635075"/>
                <a:gd name="connsiteY32" fmla="*/ 3104598 h 4135909"/>
                <a:gd name="connsiteX33" fmla="*/ 249174 w 3635075"/>
                <a:gd name="connsiteY33" fmla="*/ 2687706 h 4135909"/>
                <a:gd name="connsiteX0" fmla="*/ 249174 w 3635075"/>
                <a:gd name="connsiteY0" fmla="*/ 2687706 h 4136590"/>
                <a:gd name="connsiteX1" fmla="*/ 234817 w 3635075"/>
                <a:gd name="connsiteY1" fmla="*/ 2279098 h 4136590"/>
                <a:gd name="connsiteX2" fmla="*/ 209417 w 3635075"/>
                <a:gd name="connsiteY2" fmla="*/ 1948898 h 4136590"/>
                <a:gd name="connsiteX3" fmla="*/ 222117 w 3635075"/>
                <a:gd name="connsiteY3" fmla="*/ 1567898 h 4136590"/>
                <a:gd name="connsiteX4" fmla="*/ 107816 w 3635075"/>
                <a:gd name="connsiteY4" fmla="*/ 1123399 h 4136590"/>
                <a:gd name="connsiteX5" fmla="*/ 120517 w 3635075"/>
                <a:gd name="connsiteY5" fmla="*/ 716998 h 4136590"/>
                <a:gd name="connsiteX6" fmla="*/ 361817 w 3635075"/>
                <a:gd name="connsiteY6" fmla="*/ 335997 h 4136590"/>
                <a:gd name="connsiteX7" fmla="*/ 1669916 w 3635075"/>
                <a:gd name="connsiteY7" fmla="*/ 1618699 h 4136590"/>
                <a:gd name="connsiteX8" fmla="*/ 1784216 w 3635075"/>
                <a:gd name="connsiteY8" fmla="*/ 1199599 h 4136590"/>
                <a:gd name="connsiteX9" fmla="*/ 1746116 w 3635075"/>
                <a:gd name="connsiteY9" fmla="*/ 882099 h 4136590"/>
                <a:gd name="connsiteX10" fmla="*/ 1669916 w 3635075"/>
                <a:gd name="connsiteY10" fmla="*/ 462999 h 4136590"/>
                <a:gd name="connsiteX11" fmla="*/ 1898516 w 3635075"/>
                <a:gd name="connsiteY11" fmla="*/ 5799 h 4136590"/>
                <a:gd name="connsiteX12" fmla="*/ 2101716 w 3635075"/>
                <a:gd name="connsiteY12" fmla="*/ 437599 h 4136590"/>
                <a:gd name="connsiteX13" fmla="*/ 2089016 w 3635075"/>
                <a:gd name="connsiteY13" fmla="*/ 805899 h 4136590"/>
                <a:gd name="connsiteX14" fmla="*/ 2177916 w 3635075"/>
                <a:gd name="connsiteY14" fmla="*/ 1123399 h 4136590"/>
                <a:gd name="connsiteX15" fmla="*/ 2101716 w 3635075"/>
                <a:gd name="connsiteY15" fmla="*/ 1491699 h 4136590"/>
                <a:gd name="connsiteX16" fmla="*/ 2152516 w 3635075"/>
                <a:gd name="connsiteY16" fmla="*/ 1834599 h 4136590"/>
                <a:gd name="connsiteX17" fmla="*/ 2203316 w 3635075"/>
                <a:gd name="connsiteY17" fmla="*/ 2152099 h 4136590"/>
                <a:gd name="connsiteX18" fmla="*/ 2711316 w 3635075"/>
                <a:gd name="connsiteY18" fmla="*/ 2177499 h 4136590"/>
                <a:gd name="connsiteX19" fmla="*/ 3168516 w 3635075"/>
                <a:gd name="connsiteY19" fmla="*/ 2304499 h 4136590"/>
                <a:gd name="connsiteX20" fmla="*/ 3365091 w 3635075"/>
                <a:gd name="connsiteY20" fmla="*/ 2586106 h 4136590"/>
                <a:gd name="connsiteX21" fmla="*/ 3549517 w 3635075"/>
                <a:gd name="connsiteY21" fmla="*/ 3091899 h 4136590"/>
                <a:gd name="connsiteX22" fmla="*/ 3473317 w 3635075"/>
                <a:gd name="connsiteY22" fmla="*/ 3498299 h 4136590"/>
                <a:gd name="connsiteX23" fmla="*/ 3301591 w 3635075"/>
                <a:gd name="connsiteY23" fmla="*/ 3843958 h 4136590"/>
                <a:gd name="connsiteX24" fmla="*/ 2927217 w 3635075"/>
                <a:gd name="connsiteY24" fmla="*/ 4018999 h 4136590"/>
                <a:gd name="connsiteX25" fmla="*/ 2495417 w 3635075"/>
                <a:gd name="connsiteY25" fmla="*/ 4018998 h 4136590"/>
                <a:gd name="connsiteX26" fmla="*/ 2127117 w 3635075"/>
                <a:gd name="connsiteY26" fmla="*/ 4044398 h 4136590"/>
                <a:gd name="connsiteX27" fmla="*/ 1746117 w 3635075"/>
                <a:gd name="connsiteY27" fmla="*/ 4044398 h 4136590"/>
                <a:gd name="connsiteX28" fmla="*/ 1314317 w 3635075"/>
                <a:gd name="connsiteY28" fmla="*/ 4044398 h 4136590"/>
                <a:gd name="connsiteX29" fmla="*/ 920617 w 3635075"/>
                <a:gd name="connsiteY29" fmla="*/ 4018998 h 4136590"/>
                <a:gd name="connsiteX30" fmla="*/ 452374 w 3635075"/>
                <a:gd name="connsiteY30" fmla="*/ 3843958 h 4136590"/>
                <a:gd name="connsiteX31" fmla="*/ 247517 w 3635075"/>
                <a:gd name="connsiteY31" fmla="*/ 3549098 h 4136590"/>
                <a:gd name="connsiteX32" fmla="*/ 234817 w 3635075"/>
                <a:gd name="connsiteY32" fmla="*/ 3104598 h 4136590"/>
                <a:gd name="connsiteX33" fmla="*/ 249174 w 3635075"/>
                <a:gd name="connsiteY33" fmla="*/ 2687706 h 4136590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59168"/>
                <a:gd name="connsiteX1" fmla="*/ 234817 w 3635075"/>
                <a:gd name="connsiteY1" fmla="*/ 2279098 h 4159168"/>
                <a:gd name="connsiteX2" fmla="*/ 209417 w 3635075"/>
                <a:gd name="connsiteY2" fmla="*/ 1948898 h 4159168"/>
                <a:gd name="connsiteX3" fmla="*/ 222117 w 3635075"/>
                <a:gd name="connsiteY3" fmla="*/ 1567898 h 4159168"/>
                <a:gd name="connsiteX4" fmla="*/ 107816 w 3635075"/>
                <a:gd name="connsiteY4" fmla="*/ 1123399 h 4159168"/>
                <a:gd name="connsiteX5" fmla="*/ 120517 w 3635075"/>
                <a:gd name="connsiteY5" fmla="*/ 716998 h 4159168"/>
                <a:gd name="connsiteX6" fmla="*/ 361817 w 3635075"/>
                <a:gd name="connsiteY6" fmla="*/ 335997 h 4159168"/>
                <a:gd name="connsiteX7" fmla="*/ 1669916 w 3635075"/>
                <a:gd name="connsiteY7" fmla="*/ 1618699 h 4159168"/>
                <a:gd name="connsiteX8" fmla="*/ 1784216 w 3635075"/>
                <a:gd name="connsiteY8" fmla="*/ 1199599 h 4159168"/>
                <a:gd name="connsiteX9" fmla="*/ 1746116 w 3635075"/>
                <a:gd name="connsiteY9" fmla="*/ 882099 h 4159168"/>
                <a:gd name="connsiteX10" fmla="*/ 1669916 w 3635075"/>
                <a:gd name="connsiteY10" fmla="*/ 462999 h 4159168"/>
                <a:gd name="connsiteX11" fmla="*/ 1898516 w 3635075"/>
                <a:gd name="connsiteY11" fmla="*/ 5799 h 4159168"/>
                <a:gd name="connsiteX12" fmla="*/ 2101716 w 3635075"/>
                <a:gd name="connsiteY12" fmla="*/ 437599 h 4159168"/>
                <a:gd name="connsiteX13" fmla="*/ 2089016 w 3635075"/>
                <a:gd name="connsiteY13" fmla="*/ 805899 h 4159168"/>
                <a:gd name="connsiteX14" fmla="*/ 2177916 w 3635075"/>
                <a:gd name="connsiteY14" fmla="*/ 1123399 h 4159168"/>
                <a:gd name="connsiteX15" fmla="*/ 2101716 w 3635075"/>
                <a:gd name="connsiteY15" fmla="*/ 1491699 h 4159168"/>
                <a:gd name="connsiteX16" fmla="*/ 2152516 w 3635075"/>
                <a:gd name="connsiteY16" fmla="*/ 1834599 h 4159168"/>
                <a:gd name="connsiteX17" fmla="*/ 2203316 w 3635075"/>
                <a:gd name="connsiteY17" fmla="*/ 2152099 h 4159168"/>
                <a:gd name="connsiteX18" fmla="*/ 2711316 w 3635075"/>
                <a:gd name="connsiteY18" fmla="*/ 2177499 h 4159168"/>
                <a:gd name="connsiteX19" fmla="*/ 3168516 w 3635075"/>
                <a:gd name="connsiteY19" fmla="*/ 2304499 h 4159168"/>
                <a:gd name="connsiteX20" fmla="*/ 3365091 w 3635075"/>
                <a:gd name="connsiteY20" fmla="*/ 2586106 h 4159168"/>
                <a:gd name="connsiteX21" fmla="*/ 3549517 w 3635075"/>
                <a:gd name="connsiteY21" fmla="*/ 3091899 h 4159168"/>
                <a:gd name="connsiteX22" fmla="*/ 3473317 w 3635075"/>
                <a:gd name="connsiteY22" fmla="*/ 3498299 h 4159168"/>
                <a:gd name="connsiteX23" fmla="*/ 3301591 w 3635075"/>
                <a:gd name="connsiteY23" fmla="*/ 3843958 h 4159168"/>
                <a:gd name="connsiteX24" fmla="*/ 2927217 w 3635075"/>
                <a:gd name="connsiteY24" fmla="*/ 4018999 h 4159168"/>
                <a:gd name="connsiteX25" fmla="*/ 2495417 w 3635075"/>
                <a:gd name="connsiteY25" fmla="*/ 4018998 h 4159168"/>
                <a:gd name="connsiteX26" fmla="*/ 2127117 w 3635075"/>
                <a:gd name="connsiteY26" fmla="*/ 4044398 h 4159168"/>
                <a:gd name="connsiteX27" fmla="*/ 1746117 w 3635075"/>
                <a:gd name="connsiteY27" fmla="*/ 4044398 h 4159168"/>
                <a:gd name="connsiteX28" fmla="*/ 1314317 w 3635075"/>
                <a:gd name="connsiteY28" fmla="*/ 4044398 h 4159168"/>
                <a:gd name="connsiteX29" fmla="*/ 920617 w 3635075"/>
                <a:gd name="connsiteY29" fmla="*/ 4018998 h 4159168"/>
                <a:gd name="connsiteX30" fmla="*/ 452374 w 3635075"/>
                <a:gd name="connsiteY30" fmla="*/ 3843958 h 4159168"/>
                <a:gd name="connsiteX31" fmla="*/ 247517 w 3635075"/>
                <a:gd name="connsiteY31" fmla="*/ 3549098 h 4159168"/>
                <a:gd name="connsiteX32" fmla="*/ 234817 w 3635075"/>
                <a:gd name="connsiteY32" fmla="*/ 3104598 h 4159168"/>
                <a:gd name="connsiteX33" fmla="*/ 249174 w 3635075"/>
                <a:gd name="connsiteY33" fmla="*/ 2687706 h 4159168"/>
                <a:gd name="connsiteX0" fmla="*/ 249174 w 3635075"/>
                <a:gd name="connsiteY0" fmla="*/ 2687706 h 4162349"/>
                <a:gd name="connsiteX1" fmla="*/ 234817 w 3635075"/>
                <a:gd name="connsiteY1" fmla="*/ 2279098 h 4162349"/>
                <a:gd name="connsiteX2" fmla="*/ 209417 w 3635075"/>
                <a:gd name="connsiteY2" fmla="*/ 1948898 h 4162349"/>
                <a:gd name="connsiteX3" fmla="*/ 222117 w 3635075"/>
                <a:gd name="connsiteY3" fmla="*/ 1567898 h 4162349"/>
                <a:gd name="connsiteX4" fmla="*/ 107816 w 3635075"/>
                <a:gd name="connsiteY4" fmla="*/ 1123399 h 4162349"/>
                <a:gd name="connsiteX5" fmla="*/ 120517 w 3635075"/>
                <a:gd name="connsiteY5" fmla="*/ 716998 h 4162349"/>
                <a:gd name="connsiteX6" fmla="*/ 361817 w 3635075"/>
                <a:gd name="connsiteY6" fmla="*/ 335997 h 4162349"/>
                <a:gd name="connsiteX7" fmla="*/ 1669916 w 3635075"/>
                <a:gd name="connsiteY7" fmla="*/ 1618699 h 4162349"/>
                <a:gd name="connsiteX8" fmla="*/ 1784216 w 3635075"/>
                <a:gd name="connsiteY8" fmla="*/ 1199599 h 4162349"/>
                <a:gd name="connsiteX9" fmla="*/ 1746116 w 3635075"/>
                <a:gd name="connsiteY9" fmla="*/ 882099 h 4162349"/>
                <a:gd name="connsiteX10" fmla="*/ 1669916 w 3635075"/>
                <a:gd name="connsiteY10" fmla="*/ 462999 h 4162349"/>
                <a:gd name="connsiteX11" fmla="*/ 1898516 w 3635075"/>
                <a:gd name="connsiteY11" fmla="*/ 5799 h 4162349"/>
                <a:gd name="connsiteX12" fmla="*/ 2101716 w 3635075"/>
                <a:gd name="connsiteY12" fmla="*/ 437599 h 4162349"/>
                <a:gd name="connsiteX13" fmla="*/ 2089016 w 3635075"/>
                <a:gd name="connsiteY13" fmla="*/ 805899 h 4162349"/>
                <a:gd name="connsiteX14" fmla="*/ 2177916 w 3635075"/>
                <a:gd name="connsiteY14" fmla="*/ 1123399 h 4162349"/>
                <a:gd name="connsiteX15" fmla="*/ 2101716 w 3635075"/>
                <a:gd name="connsiteY15" fmla="*/ 1491699 h 4162349"/>
                <a:gd name="connsiteX16" fmla="*/ 2152516 w 3635075"/>
                <a:gd name="connsiteY16" fmla="*/ 1834599 h 4162349"/>
                <a:gd name="connsiteX17" fmla="*/ 2203316 w 3635075"/>
                <a:gd name="connsiteY17" fmla="*/ 2152099 h 4162349"/>
                <a:gd name="connsiteX18" fmla="*/ 2711316 w 3635075"/>
                <a:gd name="connsiteY18" fmla="*/ 2177499 h 4162349"/>
                <a:gd name="connsiteX19" fmla="*/ 3168516 w 3635075"/>
                <a:gd name="connsiteY19" fmla="*/ 2304499 h 4162349"/>
                <a:gd name="connsiteX20" fmla="*/ 3365091 w 3635075"/>
                <a:gd name="connsiteY20" fmla="*/ 2586106 h 4162349"/>
                <a:gd name="connsiteX21" fmla="*/ 3549517 w 3635075"/>
                <a:gd name="connsiteY21" fmla="*/ 3091899 h 4162349"/>
                <a:gd name="connsiteX22" fmla="*/ 3473317 w 3635075"/>
                <a:gd name="connsiteY22" fmla="*/ 3498299 h 4162349"/>
                <a:gd name="connsiteX23" fmla="*/ 3301591 w 3635075"/>
                <a:gd name="connsiteY23" fmla="*/ 3843958 h 4162349"/>
                <a:gd name="connsiteX24" fmla="*/ 2927217 w 3635075"/>
                <a:gd name="connsiteY24" fmla="*/ 4018999 h 4162349"/>
                <a:gd name="connsiteX25" fmla="*/ 2495417 w 3635075"/>
                <a:gd name="connsiteY25" fmla="*/ 4018998 h 4162349"/>
                <a:gd name="connsiteX26" fmla="*/ 2127117 w 3635075"/>
                <a:gd name="connsiteY26" fmla="*/ 4044398 h 4162349"/>
                <a:gd name="connsiteX27" fmla="*/ 1746117 w 3635075"/>
                <a:gd name="connsiteY27" fmla="*/ 4044398 h 4162349"/>
                <a:gd name="connsiteX28" fmla="*/ 1314317 w 3635075"/>
                <a:gd name="connsiteY28" fmla="*/ 4044398 h 4162349"/>
                <a:gd name="connsiteX29" fmla="*/ 920617 w 3635075"/>
                <a:gd name="connsiteY29" fmla="*/ 4018998 h 4162349"/>
                <a:gd name="connsiteX30" fmla="*/ 452374 w 3635075"/>
                <a:gd name="connsiteY30" fmla="*/ 3843958 h 4162349"/>
                <a:gd name="connsiteX31" fmla="*/ 247517 w 3635075"/>
                <a:gd name="connsiteY31" fmla="*/ 3549098 h 4162349"/>
                <a:gd name="connsiteX32" fmla="*/ 234817 w 3635075"/>
                <a:gd name="connsiteY32" fmla="*/ 3104598 h 4162349"/>
                <a:gd name="connsiteX33" fmla="*/ 249174 w 3635075"/>
                <a:gd name="connsiteY33" fmla="*/ 2687706 h 4162349"/>
                <a:gd name="connsiteX0" fmla="*/ 249174 w 3635075"/>
                <a:gd name="connsiteY0" fmla="*/ 2687706 h 4185223"/>
                <a:gd name="connsiteX1" fmla="*/ 234817 w 3635075"/>
                <a:gd name="connsiteY1" fmla="*/ 2279098 h 4185223"/>
                <a:gd name="connsiteX2" fmla="*/ 209417 w 3635075"/>
                <a:gd name="connsiteY2" fmla="*/ 1948898 h 4185223"/>
                <a:gd name="connsiteX3" fmla="*/ 222117 w 3635075"/>
                <a:gd name="connsiteY3" fmla="*/ 1567898 h 4185223"/>
                <a:gd name="connsiteX4" fmla="*/ 107816 w 3635075"/>
                <a:gd name="connsiteY4" fmla="*/ 1123399 h 4185223"/>
                <a:gd name="connsiteX5" fmla="*/ 120517 w 3635075"/>
                <a:gd name="connsiteY5" fmla="*/ 716998 h 4185223"/>
                <a:gd name="connsiteX6" fmla="*/ 361817 w 3635075"/>
                <a:gd name="connsiteY6" fmla="*/ 335997 h 4185223"/>
                <a:gd name="connsiteX7" fmla="*/ 1669916 w 3635075"/>
                <a:gd name="connsiteY7" fmla="*/ 1618699 h 4185223"/>
                <a:gd name="connsiteX8" fmla="*/ 1784216 w 3635075"/>
                <a:gd name="connsiteY8" fmla="*/ 1199599 h 4185223"/>
                <a:gd name="connsiteX9" fmla="*/ 1746116 w 3635075"/>
                <a:gd name="connsiteY9" fmla="*/ 882099 h 4185223"/>
                <a:gd name="connsiteX10" fmla="*/ 1669916 w 3635075"/>
                <a:gd name="connsiteY10" fmla="*/ 462999 h 4185223"/>
                <a:gd name="connsiteX11" fmla="*/ 1898516 w 3635075"/>
                <a:gd name="connsiteY11" fmla="*/ 5799 h 4185223"/>
                <a:gd name="connsiteX12" fmla="*/ 2101716 w 3635075"/>
                <a:gd name="connsiteY12" fmla="*/ 437599 h 4185223"/>
                <a:gd name="connsiteX13" fmla="*/ 2089016 w 3635075"/>
                <a:gd name="connsiteY13" fmla="*/ 805899 h 4185223"/>
                <a:gd name="connsiteX14" fmla="*/ 2177916 w 3635075"/>
                <a:gd name="connsiteY14" fmla="*/ 1123399 h 4185223"/>
                <a:gd name="connsiteX15" fmla="*/ 2101716 w 3635075"/>
                <a:gd name="connsiteY15" fmla="*/ 1491699 h 4185223"/>
                <a:gd name="connsiteX16" fmla="*/ 2152516 w 3635075"/>
                <a:gd name="connsiteY16" fmla="*/ 1834599 h 4185223"/>
                <a:gd name="connsiteX17" fmla="*/ 2203316 w 3635075"/>
                <a:gd name="connsiteY17" fmla="*/ 2152099 h 4185223"/>
                <a:gd name="connsiteX18" fmla="*/ 2711316 w 3635075"/>
                <a:gd name="connsiteY18" fmla="*/ 2177499 h 4185223"/>
                <a:gd name="connsiteX19" fmla="*/ 3168516 w 3635075"/>
                <a:gd name="connsiteY19" fmla="*/ 2304499 h 4185223"/>
                <a:gd name="connsiteX20" fmla="*/ 3365091 w 3635075"/>
                <a:gd name="connsiteY20" fmla="*/ 2586106 h 4185223"/>
                <a:gd name="connsiteX21" fmla="*/ 3549517 w 3635075"/>
                <a:gd name="connsiteY21" fmla="*/ 3091899 h 4185223"/>
                <a:gd name="connsiteX22" fmla="*/ 3473317 w 3635075"/>
                <a:gd name="connsiteY22" fmla="*/ 3498299 h 4185223"/>
                <a:gd name="connsiteX23" fmla="*/ 3301591 w 3635075"/>
                <a:gd name="connsiteY23" fmla="*/ 3843958 h 4185223"/>
                <a:gd name="connsiteX24" fmla="*/ 2927217 w 3635075"/>
                <a:gd name="connsiteY24" fmla="*/ 4018999 h 4185223"/>
                <a:gd name="connsiteX25" fmla="*/ 2495417 w 3635075"/>
                <a:gd name="connsiteY25" fmla="*/ 4018998 h 4185223"/>
                <a:gd name="connsiteX26" fmla="*/ 2127117 w 3635075"/>
                <a:gd name="connsiteY26" fmla="*/ 4044398 h 4185223"/>
                <a:gd name="connsiteX27" fmla="*/ 1746117 w 3635075"/>
                <a:gd name="connsiteY27" fmla="*/ 4044398 h 4185223"/>
                <a:gd name="connsiteX28" fmla="*/ 1314317 w 3635075"/>
                <a:gd name="connsiteY28" fmla="*/ 4044398 h 4185223"/>
                <a:gd name="connsiteX29" fmla="*/ 920617 w 3635075"/>
                <a:gd name="connsiteY29" fmla="*/ 4018998 h 4185223"/>
                <a:gd name="connsiteX30" fmla="*/ 452374 w 3635075"/>
                <a:gd name="connsiteY30" fmla="*/ 3843958 h 4185223"/>
                <a:gd name="connsiteX31" fmla="*/ 247517 w 3635075"/>
                <a:gd name="connsiteY31" fmla="*/ 3549098 h 4185223"/>
                <a:gd name="connsiteX32" fmla="*/ 234817 w 3635075"/>
                <a:gd name="connsiteY32" fmla="*/ 3104598 h 4185223"/>
                <a:gd name="connsiteX33" fmla="*/ 249174 w 3635075"/>
                <a:gd name="connsiteY33" fmla="*/ 2687706 h 4185223"/>
                <a:gd name="connsiteX0" fmla="*/ 249174 w 3635075"/>
                <a:gd name="connsiteY0" fmla="*/ 2687706 h 4185223"/>
                <a:gd name="connsiteX1" fmla="*/ 234817 w 3635075"/>
                <a:gd name="connsiteY1" fmla="*/ 2279098 h 4185223"/>
                <a:gd name="connsiteX2" fmla="*/ 209417 w 3635075"/>
                <a:gd name="connsiteY2" fmla="*/ 1948898 h 4185223"/>
                <a:gd name="connsiteX3" fmla="*/ 222117 w 3635075"/>
                <a:gd name="connsiteY3" fmla="*/ 1567898 h 4185223"/>
                <a:gd name="connsiteX4" fmla="*/ 107816 w 3635075"/>
                <a:gd name="connsiteY4" fmla="*/ 1123399 h 4185223"/>
                <a:gd name="connsiteX5" fmla="*/ 120517 w 3635075"/>
                <a:gd name="connsiteY5" fmla="*/ 716998 h 4185223"/>
                <a:gd name="connsiteX6" fmla="*/ 361817 w 3635075"/>
                <a:gd name="connsiteY6" fmla="*/ 335997 h 4185223"/>
                <a:gd name="connsiteX7" fmla="*/ 1669916 w 3635075"/>
                <a:gd name="connsiteY7" fmla="*/ 1618699 h 4185223"/>
                <a:gd name="connsiteX8" fmla="*/ 1784216 w 3635075"/>
                <a:gd name="connsiteY8" fmla="*/ 1199599 h 4185223"/>
                <a:gd name="connsiteX9" fmla="*/ 1746116 w 3635075"/>
                <a:gd name="connsiteY9" fmla="*/ 882099 h 4185223"/>
                <a:gd name="connsiteX10" fmla="*/ 1669916 w 3635075"/>
                <a:gd name="connsiteY10" fmla="*/ 462999 h 4185223"/>
                <a:gd name="connsiteX11" fmla="*/ 1898516 w 3635075"/>
                <a:gd name="connsiteY11" fmla="*/ 5799 h 4185223"/>
                <a:gd name="connsiteX12" fmla="*/ 2101716 w 3635075"/>
                <a:gd name="connsiteY12" fmla="*/ 437599 h 4185223"/>
                <a:gd name="connsiteX13" fmla="*/ 2089016 w 3635075"/>
                <a:gd name="connsiteY13" fmla="*/ 805899 h 4185223"/>
                <a:gd name="connsiteX14" fmla="*/ 2177916 w 3635075"/>
                <a:gd name="connsiteY14" fmla="*/ 1123399 h 4185223"/>
                <a:gd name="connsiteX15" fmla="*/ 2101716 w 3635075"/>
                <a:gd name="connsiteY15" fmla="*/ 1491699 h 4185223"/>
                <a:gd name="connsiteX16" fmla="*/ 2152516 w 3635075"/>
                <a:gd name="connsiteY16" fmla="*/ 1834599 h 4185223"/>
                <a:gd name="connsiteX17" fmla="*/ 2203316 w 3635075"/>
                <a:gd name="connsiteY17" fmla="*/ 2152099 h 4185223"/>
                <a:gd name="connsiteX18" fmla="*/ 2711316 w 3635075"/>
                <a:gd name="connsiteY18" fmla="*/ 2177499 h 4185223"/>
                <a:gd name="connsiteX19" fmla="*/ 3168516 w 3635075"/>
                <a:gd name="connsiteY19" fmla="*/ 2304499 h 4185223"/>
                <a:gd name="connsiteX20" fmla="*/ 3365091 w 3635075"/>
                <a:gd name="connsiteY20" fmla="*/ 2586106 h 4185223"/>
                <a:gd name="connsiteX21" fmla="*/ 3549517 w 3635075"/>
                <a:gd name="connsiteY21" fmla="*/ 3091899 h 4185223"/>
                <a:gd name="connsiteX22" fmla="*/ 3473317 w 3635075"/>
                <a:gd name="connsiteY22" fmla="*/ 3498299 h 4185223"/>
                <a:gd name="connsiteX23" fmla="*/ 3301591 w 3635075"/>
                <a:gd name="connsiteY23" fmla="*/ 3843958 h 4185223"/>
                <a:gd name="connsiteX24" fmla="*/ 2927217 w 3635075"/>
                <a:gd name="connsiteY24" fmla="*/ 4018999 h 4185223"/>
                <a:gd name="connsiteX25" fmla="*/ 2495417 w 3635075"/>
                <a:gd name="connsiteY25" fmla="*/ 4018998 h 4185223"/>
                <a:gd name="connsiteX26" fmla="*/ 2127117 w 3635075"/>
                <a:gd name="connsiteY26" fmla="*/ 4044398 h 4185223"/>
                <a:gd name="connsiteX27" fmla="*/ 1746117 w 3635075"/>
                <a:gd name="connsiteY27" fmla="*/ 4044398 h 4185223"/>
                <a:gd name="connsiteX28" fmla="*/ 1314317 w 3635075"/>
                <a:gd name="connsiteY28" fmla="*/ 4044398 h 4185223"/>
                <a:gd name="connsiteX29" fmla="*/ 920617 w 3635075"/>
                <a:gd name="connsiteY29" fmla="*/ 4018998 h 4185223"/>
                <a:gd name="connsiteX30" fmla="*/ 452374 w 3635075"/>
                <a:gd name="connsiteY30" fmla="*/ 3843958 h 4185223"/>
                <a:gd name="connsiteX31" fmla="*/ 247517 w 3635075"/>
                <a:gd name="connsiteY31" fmla="*/ 3549098 h 4185223"/>
                <a:gd name="connsiteX32" fmla="*/ 234817 w 3635075"/>
                <a:gd name="connsiteY32" fmla="*/ 3104598 h 4185223"/>
                <a:gd name="connsiteX33" fmla="*/ 249174 w 3635075"/>
                <a:gd name="connsiteY33" fmla="*/ 2687706 h 4185223"/>
                <a:gd name="connsiteX0" fmla="*/ 249174 w 3635075"/>
                <a:gd name="connsiteY0" fmla="*/ 2687706 h 4185223"/>
                <a:gd name="connsiteX1" fmla="*/ 234817 w 3635075"/>
                <a:gd name="connsiteY1" fmla="*/ 2279098 h 4185223"/>
                <a:gd name="connsiteX2" fmla="*/ 209417 w 3635075"/>
                <a:gd name="connsiteY2" fmla="*/ 1948898 h 4185223"/>
                <a:gd name="connsiteX3" fmla="*/ 222117 w 3635075"/>
                <a:gd name="connsiteY3" fmla="*/ 1567898 h 4185223"/>
                <a:gd name="connsiteX4" fmla="*/ 107816 w 3635075"/>
                <a:gd name="connsiteY4" fmla="*/ 1123399 h 4185223"/>
                <a:gd name="connsiteX5" fmla="*/ 120517 w 3635075"/>
                <a:gd name="connsiteY5" fmla="*/ 716998 h 4185223"/>
                <a:gd name="connsiteX6" fmla="*/ 361817 w 3635075"/>
                <a:gd name="connsiteY6" fmla="*/ 335997 h 4185223"/>
                <a:gd name="connsiteX7" fmla="*/ 1669916 w 3635075"/>
                <a:gd name="connsiteY7" fmla="*/ 1618699 h 4185223"/>
                <a:gd name="connsiteX8" fmla="*/ 1784216 w 3635075"/>
                <a:gd name="connsiteY8" fmla="*/ 1199599 h 4185223"/>
                <a:gd name="connsiteX9" fmla="*/ 1746116 w 3635075"/>
                <a:gd name="connsiteY9" fmla="*/ 882099 h 4185223"/>
                <a:gd name="connsiteX10" fmla="*/ 1669916 w 3635075"/>
                <a:gd name="connsiteY10" fmla="*/ 462999 h 4185223"/>
                <a:gd name="connsiteX11" fmla="*/ 1898516 w 3635075"/>
                <a:gd name="connsiteY11" fmla="*/ 5799 h 4185223"/>
                <a:gd name="connsiteX12" fmla="*/ 2101716 w 3635075"/>
                <a:gd name="connsiteY12" fmla="*/ 437599 h 4185223"/>
                <a:gd name="connsiteX13" fmla="*/ 2089016 w 3635075"/>
                <a:gd name="connsiteY13" fmla="*/ 805899 h 4185223"/>
                <a:gd name="connsiteX14" fmla="*/ 2177916 w 3635075"/>
                <a:gd name="connsiteY14" fmla="*/ 1123399 h 4185223"/>
                <a:gd name="connsiteX15" fmla="*/ 2101716 w 3635075"/>
                <a:gd name="connsiteY15" fmla="*/ 1491699 h 4185223"/>
                <a:gd name="connsiteX16" fmla="*/ 2152516 w 3635075"/>
                <a:gd name="connsiteY16" fmla="*/ 1834599 h 4185223"/>
                <a:gd name="connsiteX17" fmla="*/ 2203316 w 3635075"/>
                <a:gd name="connsiteY17" fmla="*/ 2152099 h 4185223"/>
                <a:gd name="connsiteX18" fmla="*/ 2711316 w 3635075"/>
                <a:gd name="connsiteY18" fmla="*/ 2177499 h 4185223"/>
                <a:gd name="connsiteX19" fmla="*/ 3168516 w 3635075"/>
                <a:gd name="connsiteY19" fmla="*/ 2304499 h 4185223"/>
                <a:gd name="connsiteX20" fmla="*/ 3365091 w 3635075"/>
                <a:gd name="connsiteY20" fmla="*/ 2586106 h 4185223"/>
                <a:gd name="connsiteX21" fmla="*/ 3549517 w 3635075"/>
                <a:gd name="connsiteY21" fmla="*/ 3091899 h 4185223"/>
                <a:gd name="connsiteX22" fmla="*/ 3473317 w 3635075"/>
                <a:gd name="connsiteY22" fmla="*/ 3498299 h 4185223"/>
                <a:gd name="connsiteX23" fmla="*/ 3301591 w 3635075"/>
                <a:gd name="connsiteY23" fmla="*/ 3843958 h 4185223"/>
                <a:gd name="connsiteX24" fmla="*/ 2927217 w 3635075"/>
                <a:gd name="connsiteY24" fmla="*/ 4018999 h 4185223"/>
                <a:gd name="connsiteX25" fmla="*/ 2495417 w 3635075"/>
                <a:gd name="connsiteY25" fmla="*/ 4018998 h 4185223"/>
                <a:gd name="connsiteX26" fmla="*/ 2127117 w 3635075"/>
                <a:gd name="connsiteY26" fmla="*/ 4044398 h 4185223"/>
                <a:gd name="connsiteX27" fmla="*/ 1746117 w 3635075"/>
                <a:gd name="connsiteY27" fmla="*/ 4044398 h 4185223"/>
                <a:gd name="connsiteX28" fmla="*/ 1314317 w 3635075"/>
                <a:gd name="connsiteY28" fmla="*/ 4044398 h 4185223"/>
                <a:gd name="connsiteX29" fmla="*/ 920617 w 3635075"/>
                <a:gd name="connsiteY29" fmla="*/ 4018998 h 4185223"/>
                <a:gd name="connsiteX30" fmla="*/ 452374 w 3635075"/>
                <a:gd name="connsiteY30" fmla="*/ 3843958 h 4185223"/>
                <a:gd name="connsiteX31" fmla="*/ 247517 w 3635075"/>
                <a:gd name="connsiteY31" fmla="*/ 3549098 h 4185223"/>
                <a:gd name="connsiteX32" fmla="*/ 234817 w 3635075"/>
                <a:gd name="connsiteY32" fmla="*/ 3104598 h 4185223"/>
                <a:gd name="connsiteX33" fmla="*/ 249174 w 3635075"/>
                <a:gd name="connsiteY33" fmla="*/ 2687706 h 4185223"/>
                <a:gd name="connsiteX0" fmla="*/ 249174 w 3653200"/>
                <a:gd name="connsiteY0" fmla="*/ 2687706 h 4185223"/>
                <a:gd name="connsiteX1" fmla="*/ 234817 w 3653200"/>
                <a:gd name="connsiteY1" fmla="*/ 2279098 h 4185223"/>
                <a:gd name="connsiteX2" fmla="*/ 209417 w 3653200"/>
                <a:gd name="connsiteY2" fmla="*/ 1948898 h 4185223"/>
                <a:gd name="connsiteX3" fmla="*/ 222117 w 3653200"/>
                <a:gd name="connsiteY3" fmla="*/ 1567898 h 4185223"/>
                <a:gd name="connsiteX4" fmla="*/ 107816 w 3653200"/>
                <a:gd name="connsiteY4" fmla="*/ 1123399 h 4185223"/>
                <a:gd name="connsiteX5" fmla="*/ 120517 w 3653200"/>
                <a:gd name="connsiteY5" fmla="*/ 716998 h 4185223"/>
                <a:gd name="connsiteX6" fmla="*/ 361817 w 3653200"/>
                <a:gd name="connsiteY6" fmla="*/ 335997 h 4185223"/>
                <a:gd name="connsiteX7" fmla="*/ 1669916 w 3653200"/>
                <a:gd name="connsiteY7" fmla="*/ 1618699 h 4185223"/>
                <a:gd name="connsiteX8" fmla="*/ 1784216 w 3653200"/>
                <a:gd name="connsiteY8" fmla="*/ 1199599 h 4185223"/>
                <a:gd name="connsiteX9" fmla="*/ 1746116 w 3653200"/>
                <a:gd name="connsiteY9" fmla="*/ 882099 h 4185223"/>
                <a:gd name="connsiteX10" fmla="*/ 1669916 w 3653200"/>
                <a:gd name="connsiteY10" fmla="*/ 462999 h 4185223"/>
                <a:gd name="connsiteX11" fmla="*/ 1898516 w 3653200"/>
                <a:gd name="connsiteY11" fmla="*/ 5799 h 4185223"/>
                <a:gd name="connsiteX12" fmla="*/ 2101716 w 3653200"/>
                <a:gd name="connsiteY12" fmla="*/ 437599 h 4185223"/>
                <a:gd name="connsiteX13" fmla="*/ 2089016 w 3653200"/>
                <a:gd name="connsiteY13" fmla="*/ 805899 h 4185223"/>
                <a:gd name="connsiteX14" fmla="*/ 2177916 w 3653200"/>
                <a:gd name="connsiteY14" fmla="*/ 1123399 h 4185223"/>
                <a:gd name="connsiteX15" fmla="*/ 2101716 w 3653200"/>
                <a:gd name="connsiteY15" fmla="*/ 1491699 h 4185223"/>
                <a:gd name="connsiteX16" fmla="*/ 2152516 w 3653200"/>
                <a:gd name="connsiteY16" fmla="*/ 1834599 h 4185223"/>
                <a:gd name="connsiteX17" fmla="*/ 2203316 w 3653200"/>
                <a:gd name="connsiteY17" fmla="*/ 2152099 h 4185223"/>
                <a:gd name="connsiteX18" fmla="*/ 2711316 w 3653200"/>
                <a:gd name="connsiteY18" fmla="*/ 2177499 h 4185223"/>
                <a:gd name="connsiteX19" fmla="*/ 3168516 w 3653200"/>
                <a:gd name="connsiteY19" fmla="*/ 2304499 h 4185223"/>
                <a:gd name="connsiteX20" fmla="*/ 3365091 w 3653200"/>
                <a:gd name="connsiteY20" fmla="*/ 2586106 h 4185223"/>
                <a:gd name="connsiteX21" fmla="*/ 3549517 w 3653200"/>
                <a:gd name="connsiteY21" fmla="*/ 3091899 h 4185223"/>
                <a:gd name="connsiteX22" fmla="*/ 3473317 w 3653200"/>
                <a:gd name="connsiteY22" fmla="*/ 3498299 h 4185223"/>
                <a:gd name="connsiteX23" fmla="*/ 3301591 w 3653200"/>
                <a:gd name="connsiteY23" fmla="*/ 3843958 h 4185223"/>
                <a:gd name="connsiteX24" fmla="*/ 2927217 w 3653200"/>
                <a:gd name="connsiteY24" fmla="*/ 4018999 h 4185223"/>
                <a:gd name="connsiteX25" fmla="*/ 2495417 w 3653200"/>
                <a:gd name="connsiteY25" fmla="*/ 4018998 h 4185223"/>
                <a:gd name="connsiteX26" fmla="*/ 2127117 w 3653200"/>
                <a:gd name="connsiteY26" fmla="*/ 4044398 h 4185223"/>
                <a:gd name="connsiteX27" fmla="*/ 1746117 w 3653200"/>
                <a:gd name="connsiteY27" fmla="*/ 4044398 h 4185223"/>
                <a:gd name="connsiteX28" fmla="*/ 1314317 w 3653200"/>
                <a:gd name="connsiteY28" fmla="*/ 4044398 h 4185223"/>
                <a:gd name="connsiteX29" fmla="*/ 920617 w 3653200"/>
                <a:gd name="connsiteY29" fmla="*/ 4018998 h 4185223"/>
                <a:gd name="connsiteX30" fmla="*/ 452374 w 3653200"/>
                <a:gd name="connsiteY30" fmla="*/ 3843958 h 4185223"/>
                <a:gd name="connsiteX31" fmla="*/ 247517 w 3653200"/>
                <a:gd name="connsiteY31" fmla="*/ 3549098 h 4185223"/>
                <a:gd name="connsiteX32" fmla="*/ 234817 w 3653200"/>
                <a:gd name="connsiteY32" fmla="*/ 3104598 h 4185223"/>
                <a:gd name="connsiteX33" fmla="*/ 249174 w 3653200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  <a:gd name="connsiteX0" fmla="*/ 249174 w 3662674"/>
                <a:gd name="connsiteY0" fmla="*/ 2687706 h 4185223"/>
                <a:gd name="connsiteX1" fmla="*/ 234817 w 3662674"/>
                <a:gd name="connsiteY1" fmla="*/ 2279098 h 4185223"/>
                <a:gd name="connsiteX2" fmla="*/ 209417 w 3662674"/>
                <a:gd name="connsiteY2" fmla="*/ 1948898 h 4185223"/>
                <a:gd name="connsiteX3" fmla="*/ 222117 w 3662674"/>
                <a:gd name="connsiteY3" fmla="*/ 1567898 h 4185223"/>
                <a:gd name="connsiteX4" fmla="*/ 107816 w 3662674"/>
                <a:gd name="connsiteY4" fmla="*/ 1123399 h 4185223"/>
                <a:gd name="connsiteX5" fmla="*/ 120517 w 3662674"/>
                <a:gd name="connsiteY5" fmla="*/ 716998 h 4185223"/>
                <a:gd name="connsiteX6" fmla="*/ 361817 w 3662674"/>
                <a:gd name="connsiteY6" fmla="*/ 335997 h 4185223"/>
                <a:gd name="connsiteX7" fmla="*/ 1669916 w 3662674"/>
                <a:gd name="connsiteY7" fmla="*/ 1618699 h 4185223"/>
                <a:gd name="connsiteX8" fmla="*/ 1784216 w 3662674"/>
                <a:gd name="connsiteY8" fmla="*/ 1199599 h 4185223"/>
                <a:gd name="connsiteX9" fmla="*/ 1746116 w 3662674"/>
                <a:gd name="connsiteY9" fmla="*/ 882099 h 4185223"/>
                <a:gd name="connsiteX10" fmla="*/ 1669916 w 3662674"/>
                <a:gd name="connsiteY10" fmla="*/ 462999 h 4185223"/>
                <a:gd name="connsiteX11" fmla="*/ 1898516 w 3662674"/>
                <a:gd name="connsiteY11" fmla="*/ 5799 h 4185223"/>
                <a:gd name="connsiteX12" fmla="*/ 2101716 w 3662674"/>
                <a:gd name="connsiteY12" fmla="*/ 437599 h 4185223"/>
                <a:gd name="connsiteX13" fmla="*/ 2089016 w 3662674"/>
                <a:gd name="connsiteY13" fmla="*/ 805899 h 4185223"/>
                <a:gd name="connsiteX14" fmla="*/ 2177916 w 3662674"/>
                <a:gd name="connsiteY14" fmla="*/ 1123399 h 4185223"/>
                <a:gd name="connsiteX15" fmla="*/ 2101716 w 3662674"/>
                <a:gd name="connsiteY15" fmla="*/ 1491699 h 4185223"/>
                <a:gd name="connsiteX16" fmla="*/ 2152516 w 3662674"/>
                <a:gd name="connsiteY16" fmla="*/ 1834599 h 4185223"/>
                <a:gd name="connsiteX17" fmla="*/ 2203316 w 3662674"/>
                <a:gd name="connsiteY17" fmla="*/ 2152099 h 4185223"/>
                <a:gd name="connsiteX18" fmla="*/ 2711316 w 3662674"/>
                <a:gd name="connsiteY18" fmla="*/ 2177499 h 4185223"/>
                <a:gd name="connsiteX19" fmla="*/ 3168516 w 3662674"/>
                <a:gd name="connsiteY19" fmla="*/ 2304499 h 4185223"/>
                <a:gd name="connsiteX20" fmla="*/ 3365091 w 3662674"/>
                <a:gd name="connsiteY20" fmla="*/ 2586106 h 4185223"/>
                <a:gd name="connsiteX21" fmla="*/ 3549517 w 3662674"/>
                <a:gd name="connsiteY21" fmla="*/ 3091899 h 4185223"/>
                <a:gd name="connsiteX22" fmla="*/ 3473317 w 3662674"/>
                <a:gd name="connsiteY22" fmla="*/ 3498299 h 4185223"/>
                <a:gd name="connsiteX23" fmla="*/ 3301591 w 3662674"/>
                <a:gd name="connsiteY23" fmla="*/ 3843958 h 4185223"/>
                <a:gd name="connsiteX24" fmla="*/ 2927217 w 3662674"/>
                <a:gd name="connsiteY24" fmla="*/ 4018999 h 4185223"/>
                <a:gd name="connsiteX25" fmla="*/ 2495417 w 3662674"/>
                <a:gd name="connsiteY25" fmla="*/ 4018998 h 4185223"/>
                <a:gd name="connsiteX26" fmla="*/ 2127117 w 3662674"/>
                <a:gd name="connsiteY26" fmla="*/ 4044398 h 4185223"/>
                <a:gd name="connsiteX27" fmla="*/ 1746117 w 3662674"/>
                <a:gd name="connsiteY27" fmla="*/ 4044398 h 4185223"/>
                <a:gd name="connsiteX28" fmla="*/ 1314317 w 3662674"/>
                <a:gd name="connsiteY28" fmla="*/ 4044398 h 4185223"/>
                <a:gd name="connsiteX29" fmla="*/ 920617 w 3662674"/>
                <a:gd name="connsiteY29" fmla="*/ 4018998 h 4185223"/>
                <a:gd name="connsiteX30" fmla="*/ 452374 w 3662674"/>
                <a:gd name="connsiteY30" fmla="*/ 3843958 h 4185223"/>
                <a:gd name="connsiteX31" fmla="*/ 247517 w 3662674"/>
                <a:gd name="connsiteY31" fmla="*/ 3549098 h 4185223"/>
                <a:gd name="connsiteX32" fmla="*/ 234817 w 3662674"/>
                <a:gd name="connsiteY32" fmla="*/ 3104598 h 4185223"/>
                <a:gd name="connsiteX33" fmla="*/ 249174 w 3662674"/>
                <a:gd name="connsiteY33" fmla="*/ 2687706 h 418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662674" h="4185223">
                  <a:moveTo>
                    <a:pt x="249174" y="2687706"/>
                  </a:moveTo>
                  <a:cubicBezTo>
                    <a:pt x="20298" y="2547546"/>
                    <a:pt x="213927" y="2453033"/>
                    <a:pt x="234817" y="2279098"/>
                  </a:cubicBezTo>
                  <a:cubicBezTo>
                    <a:pt x="27108" y="2041663"/>
                    <a:pt x="173434" y="2111881"/>
                    <a:pt x="209417" y="1948898"/>
                  </a:cubicBezTo>
                  <a:cubicBezTo>
                    <a:pt x="29500" y="1697015"/>
                    <a:pt x="230584" y="1705481"/>
                    <a:pt x="222117" y="1567898"/>
                  </a:cubicBezTo>
                  <a:cubicBezTo>
                    <a:pt x="-65750" y="1404915"/>
                    <a:pt x="124749" y="1265216"/>
                    <a:pt x="107816" y="1123399"/>
                  </a:cubicBezTo>
                  <a:cubicBezTo>
                    <a:pt x="-125017" y="867282"/>
                    <a:pt x="86650" y="848232"/>
                    <a:pt x="120517" y="716998"/>
                  </a:cubicBezTo>
                  <a:cubicBezTo>
                    <a:pt x="52508" y="591746"/>
                    <a:pt x="-45595" y="291179"/>
                    <a:pt x="361817" y="335997"/>
                  </a:cubicBezTo>
                  <a:cubicBezTo>
                    <a:pt x="565017" y="369864"/>
                    <a:pt x="1432850" y="1474765"/>
                    <a:pt x="1669916" y="1618699"/>
                  </a:cubicBezTo>
                  <a:cubicBezTo>
                    <a:pt x="1513282" y="1483233"/>
                    <a:pt x="1716483" y="1205949"/>
                    <a:pt x="1784216" y="1199599"/>
                  </a:cubicBezTo>
                  <a:cubicBezTo>
                    <a:pt x="1851949" y="1193249"/>
                    <a:pt x="1661449" y="987932"/>
                    <a:pt x="1746116" y="882099"/>
                  </a:cubicBezTo>
                  <a:cubicBezTo>
                    <a:pt x="1779983" y="827066"/>
                    <a:pt x="1479416" y="613282"/>
                    <a:pt x="1669916" y="462999"/>
                  </a:cubicBezTo>
                  <a:cubicBezTo>
                    <a:pt x="1771516" y="388916"/>
                    <a:pt x="1733416" y="-55584"/>
                    <a:pt x="1898516" y="5799"/>
                  </a:cubicBezTo>
                  <a:cubicBezTo>
                    <a:pt x="2251999" y="22733"/>
                    <a:pt x="2029749" y="367749"/>
                    <a:pt x="2101716" y="437599"/>
                  </a:cubicBezTo>
                  <a:cubicBezTo>
                    <a:pt x="2249882" y="515916"/>
                    <a:pt x="2044566" y="738166"/>
                    <a:pt x="2089016" y="805899"/>
                  </a:cubicBezTo>
                  <a:cubicBezTo>
                    <a:pt x="2184266" y="848232"/>
                    <a:pt x="2141933" y="1023916"/>
                    <a:pt x="2177916" y="1123399"/>
                  </a:cubicBezTo>
                  <a:cubicBezTo>
                    <a:pt x="2467899" y="1316016"/>
                    <a:pt x="2059383" y="1407032"/>
                    <a:pt x="2101716" y="1491699"/>
                  </a:cubicBezTo>
                  <a:cubicBezTo>
                    <a:pt x="2309149" y="1576366"/>
                    <a:pt x="2108066" y="1749932"/>
                    <a:pt x="2152516" y="1834599"/>
                  </a:cubicBezTo>
                  <a:cubicBezTo>
                    <a:pt x="2298566" y="1919266"/>
                    <a:pt x="2080549" y="2111882"/>
                    <a:pt x="2203316" y="2152099"/>
                  </a:cubicBezTo>
                  <a:cubicBezTo>
                    <a:pt x="2326083" y="2192316"/>
                    <a:pt x="2393816" y="1967949"/>
                    <a:pt x="2711316" y="2177499"/>
                  </a:cubicBezTo>
                  <a:cubicBezTo>
                    <a:pt x="2711316" y="2082249"/>
                    <a:pt x="2960070" y="1846931"/>
                    <a:pt x="3168516" y="2304499"/>
                  </a:cubicBezTo>
                  <a:cubicBezTo>
                    <a:pt x="3513441" y="2233268"/>
                    <a:pt x="3426566" y="2530337"/>
                    <a:pt x="3365091" y="2586106"/>
                  </a:cubicBezTo>
                  <a:cubicBezTo>
                    <a:pt x="3864624" y="3041190"/>
                    <a:pt x="3510313" y="2944100"/>
                    <a:pt x="3549517" y="3091899"/>
                  </a:cubicBezTo>
                  <a:cubicBezTo>
                    <a:pt x="3817321" y="3430198"/>
                    <a:pt x="3533688" y="3406823"/>
                    <a:pt x="3473317" y="3498299"/>
                  </a:cubicBezTo>
                  <a:cubicBezTo>
                    <a:pt x="3657375" y="3829419"/>
                    <a:pt x="3358833" y="3728738"/>
                    <a:pt x="3301591" y="3843958"/>
                  </a:cubicBezTo>
                  <a:cubicBezTo>
                    <a:pt x="3243429" y="4074307"/>
                    <a:pt x="3050996" y="3989826"/>
                    <a:pt x="2927217" y="4018999"/>
                  </a:cubicBezTo>
                  <a:cubicBezTo>
                    <a:pt x="2689138" y="4213272"/>
                    <a:pt x="2622417" y="4010532"/>
                    <a:pt x="2495417" y="4018998"/>
                  </a:cubicBezTo>
                  <a:cubicBezTo>
                    <a:pt x="2292217" y="4230664"/>
                    <a:pt x="2256234" y="4116365"/>
                    <a:pt x="2127117" y="4044398"/>
                  </a:cubicBezTo>
                  <a:cubicBezTo>
                    <a:pt x="1782100" y="4277231"/>
                    <a:pt x="1881584" y="4103665"/>
                    <a:pt x="1746117" y="4044398"/>
                  </a:cubicBezTo>
                  <a:cubicBezTo>
                    <a:pt x="1407450" y="4302631"/>
                    <a:pt x="1375700" y="4145998"/>
                    <a:pt x="1314317" y="4044398"/>
                  </a:cubicBezTo>
                  <a:cubicBezTo>
                    <a:pt x="1011634" y="4209498"/>
                    <a:pt x="1028291" y="4120138"/>
                    <a:pt x="920617" y="4018998"/>
                  </a:cubicBezTo>
                  <a:cubicBezTo>
                    <a:pt x="485136" y="4240051"/>
                    <a:pt x="544955" y="3953105"/>
                    <a:pt x="452374" y="3843958"/>
                  </a:cubicBezTo>
                  <a:cubicBezTo>
                    <a:pt x="142328" y="3815981"/>
                    <a:pt x="283777" y="3672325"/>
                    <a:pt x="247517" y="3549098"/>
                  </a:cubicBezTo>
                  <a:cubicBezTo>
                    <a:pt x="46158" y="3260771"/>
                    <a:pt x="245124" y="3231230"/>
                    <a:pt x="234817" y="3104598"/>
                  </a:cubicBezTo>
                  <a:cubicBezTo>
                    <a:pt x="11003" y="2876734"/>
                    <a:pt x="244388" y="2826670"/>
                    <a:pt x="249174" y="268770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Isosceles Triangle 3">
              <a:extLst>
                <a:ext uri="{FF2B5EF4-FFF2-40B4-BE49-F238E27FC236}">
                  <a16:creationId xmlns:a16="http://schemas.microsoft.com/office/drawing/2014/main" id="{401AFE27-F4E6-4B90-9F56-331B882F22CF}"/>
                </a:ext>
              </a:extLst>
            </p:cNvPr>
            <p:cNvSpPr/>
            <p:nvPr/>
          </p:nvSpPr>
          <p:spPr>
            <a:xfrm flipH="1">
              <a:off x="4581758" y="1094755"/>
              <a:ext cx="520441" cy="439917"/>
            </a:xfrm>
            <a:custGeom>
              <a:avLst/>
              <a:gdLst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6069"/>
                <a:gd name="connsiteY0" fmla="*/ 439561 h 439561"/>
                <a:gd name="connsiteX1" fmla="*/ 266147 w 516069"/>
                <a:gd name="connsiteY1" fmla="*/ 0 h 439561"/>
                <a:gd name="connsiteX2" fmla="*/ 516069 w 516069"/>
                <a:gd name="connsiteY2" fmla="*/ 439561 h 439561"/>
                <a:gd name="connsiteX3" fmla="*/ 0 w 516069"/>
                <a:gd name="connsiteY3" fmla="*/ 439561 h 439561"/>
                <a:gd name="connsiteX0" fmla="*/ 0 w 517149"/>
                <a:gd name="connsiteY0" fmla="*/ 439561 h 439917"/>
                <a:gd name="connsiteX1" fmla="*/ 266147 w 517149"/>
                <a:gd name="connsiteY1" fmla="*/ 0 h 439917"/>
                <a:gd name="connsiteX2" fmla="*/ 516069 w 517149"/>
                <a:gd name="connsiteY2" fmla="*/ 439561 h 439917"/>
                <a:gd name="connsiteX3" fmla="*/ 0 w 517149"/>
                <a:gd name="connsiteY3" fmla="*/ 439561 h 439917"/>
                <a:gd name="connsiteX0" fmla="*/ 3292 w 520441"/>
                <a:gd name="connsiteY0" fmla="*/ 439561 h 439917"/>
                <a:gd name="connsiteX1" fmla="*/ 269439 w 520441"/>
                <a:gd name="connsiteY1" fmla="*/ 0 h 439917"/>
                <a:gd name="connsiteX2" fmla="*/ 519361 w 520441"/>
                <a:gd name="connsiteY2" fmla="*/ 439561 h 439917"/>
                <a:gd name="connsiteX3" fmla="*/ 3292 w 520441"/>
                <a:gd name="connsiteY3" fmla="*/ 439561 h 43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441" h="439917">
                  <a:moveTo>
                    <a:pt x="3292" y="439561"/>
                  </a:moveTo>
                  <a:cubicBezTo>
                    <a:pt x="-22292" y="439091"/>
                    <a:pt x="104523" y="25870"/>
                    <a:pt x="269439" y="0"/>
                  </a:cubicBezTo>
                  <a:cubicBezTo>
                    <a:pt x="517846" y="146520"/>
                    <a:pt x="524954" y="451791"/>
                    <a:pt x="519361" y="439561"/>
                  </a:cubicBezTo>
                  <a:lnTo>
                    <a:pt x="3292" y="43956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5FA7E8A0-C296-467B-B176-3B2B2553A6F8}"/>
                </a:ext>
              </a:extLst>
            </p:cNvPr>
            <p:cNvSpPr/>
            <p:nvPr/>
          </p:nvSpPr>
          <p:spPr>
            <a:xfrm>
              <a:off x="4581759" y="1808902"/>
              <a:ext cx="1575893" cy="1427784"/>
            </a:xfrm>
            <a:custGeom>
              <a:avLst/>
              <a:gdLst>
                <a:gd name="connsiteX0" fmla="*/ 0 w 1563255"/>
                <a:gd name="connsiteY0" fmla="*/ 0 h 1362075"/>
                <a:gd name="connsiteX1" fmla="*/ 1563255 w 1563255"/>
                <a:gd name="connsiteY1" fmla="*/ 0 h 1362075"/>
                <a:gd name="connsiteX2" fmla="*/ 1563255 w 1563255"/>
                <a:gd name="connsiteY2" fmla="*/ 1362075 h 1362075"/>
                <a:gd name="connsiteX3" fmla="*/ 0 w 1563255"/>
                <a:gd name="connsiteY3" fmla="*/ 1362075 h 1362075"/>
                <a:gd name="connsiteX4" fmla="*/ 0 w 1563255"/>
                <a:gd name="connsiteY4" fmla="*/ 0 h 1362075"/>
                <a:gd name="connsiteX0" fmla="*/ 123825 w 1563255"/>
                <a:gd name="connsiteY0" fmla="*/ 28575 h 1362075"/>
                <a:gd name="connsiteX1" fmla="*/ 1563255 w 1563255"/>
                <a:gd name="connsiteY1" fmla="*/ 0 h 1362075"/>
                <a:gd name="connsiteX2" fmla="*/ 1563255 w 1563255"/>
                <a:gd name="connsiteY2" fmla="*/ 1362075 h 1362075"/>
                <a:gd name="connsiteX3" fmla="*/ 0 w 1563255"/>
                <a:gd name="connsiteY3" fmla="*/ 1362075 h 1362075"/>
                <a:gd name="connsiteX4" fmla="*/ 123825 w 1563255"/>
                <a:gd name="connsiteY4" fmla="*/ 28575 h 1362075"/>
                <a:gd name="connsiteX0" fmla="*/ 123825 w 1563255"/>
                <a:gd name="connsiteY0" fmla="*/ 28575 h 1362075"/>
                <a:gd name="connsiteX1" fmla="*/ 1563255 w 1563255"/>
                <a:gd name="connsiteY1" fmla="*/ 0 h 1362075"/>
                <a:gd name="connsiteX2" fmla="*/ 1563255 w 1563255"/>
                <a:gd name="connsiteY2" fmla="*/ 1362075 h 1362075"/>
                <a:gd name="connsiteX3" fmla="*/ 0 w 1563255"/>
                <a:gd name="connsiteY3" fmla="*/ 1362075 h 1362075"/>
                <a:gd name="connsiteX4" fmla="*/ 123825 w 1563255"/>
                <a:gd name="connsiteY4" fmla="*/ 28575 h 1362075"/>
                <a:gd name="connsiteX0" fmla="*/ 226521 w 1665951"/>
                <a:gd name="connsiteY0" fmla="*/ 28575 h 1362075"/>
                <a:gd name="connsiteX1" fmla="*/ 1665951 w 1665951"/>
                <a:gd name="connsiteY1" fmla="*/ 0 h 1362075"/>
                <a:gd name="connsiteX2" fmla="*/ 1665951 w 1665951"/>
                <a:gd name="connsiteY2" fmla="*/ 1362075 h 1362075"/>
                <a:gd name="connsiteX3" fmla="*/ 102696 w 1665951"/>
                <a:gd name="connsiteY3" fmla="*/ 1362075 h 1362075"/>
                <a:gd name="connsiteX4" fmla="*/ 170526 w 1665951"/>
                <a:gd name="connsiteY4" fmla="*/ 723900 h 1362075"/>
                <a:gd name="connsiteX5" fmla="*/ 226521 w 1665951"/>
                <a:gd name="connsiteY5" fmla="*/ 28575 h 1362075"/>
                <a:gd name="connsiteX0" fmla="*/ 125294 w 1564724"/>
                <a:gd name="connsiteY0" fmla="*/ 28575 h 1362075"/>
                <a:gd name="connsiteX1" fmla="*/ 1564724 w 1564724"/>
                <a:gd name="connsiteY1" fmla="*/ 0 h 1362075"/>
                <a:gd name="connsiteX2" fmla="*/ 1564724 w 1564724"/>
                <a:gd name="connsiteY2" fmla="*/ 1362075 h 1362075"/>
                <a:gd name="connsiteX3" fmla="*/ 306269 w 1564724"/>
                <a:gd name="connsiteY3" fmla="*/ 1295400 h 1362075"/>
                <a:gd name="connsiteX4" fmla="*/ 69299 w 1564724"/>
                <a:gd name="connsiteY4" fmla="*/ 723900 h 1362075"/>
                <a:gd name="connsiteX5" fmla="*/ 125294 w 1564724"/>
                <a:gd name="connsiteY5" fmla="*/ 28575 h 1362075"/>
                <a:gd name="connsiteX0" fmla="*/ 125294 w 1564724"/>
                <a:gd name="connsiteY0" fmla="*/ 28575 h 1295400"/>
                <a:gd name="connsiteX1" fmla="*/ 1564724 w 1564724"/>
                <a:gd name="connsiteY1" fmla="*/ 0 h 1295400"/>
                <a:gd name="connsiteX2" fmla="*/ 1498049 w 1564724"/>
                <a:gd name="connsiteY2" fmla="*/ 1009650 h 1295400"/>
                <a:gd name="connsiteX3" fmla="*/ 306269 w 1564724"/>
                <a:gd name="connsiteY3" fmla="*/ 1295400 h 1295400"/>
                <a:gd name="connsiteX4" fmla="*/ 69299 w 1564724"/>
                <a:gd name="connsiteY4" fmla="*/ 723900 h 1295400"/>
                <a:gd name="connsiteX5" fmla="*/ 125294 w 1564724"/>
                <a:gd name="connsiteY5" fmla="*/ 28575 h 1295400"/>
                <a:gd name="connsiteX0" fmla="*/ 125294 w 1564724"/>
                <a:gd name="connsiteY0" fmla="*/ 28575 h 1295400"/>
                <a:gd name="connsiteX1" fmla="*/ 1564724 w 1564724"/>
                <a:gd name="connsiteY1" fmla="*/ 0 h 1295400"/>
                <a:gd name="connsiteX2" fmla="*/ 1498049 w 1564724"/>
                <a:gd name="connsiteY2" fmla="*/ 1009650 h 1295400"/>
                <a:gd name="connsiteX3" fmla="*/ 306269 w 1564724"/>
                <a:gd name="connsiteY3" fmla="*/ 1295400 h 1295400"/>
                <a:gd name="connsiteX4" fmla="*/ 69299 w 1564724"/>
                <a:gd name="connsiteY4" fmla="*/ 723900 h 1295400"/>
                <a:gd name="connsiteX5" fmla="*/ 125294 w 1564724"/>
                <a:gd name="connsiteY5" fmla="*/ 28575 h 1295400"/>
                <a:gd name="connsiteX0" fmla="*/ 125294 w 1564724"/>
                <a:gd name="connsiteY0" fmla="*/ 28575 h 1345926"/>
                <a:gd name="connsiteX1" fmla="*/ 1564724 w 1564724"/>
                <a:gd name="connsiteY1" fmla="*/ 0 h 1345926"/>
                <a:gd name="connsiteX2" fmla="*/ 1498049 w 1564724"/>
                <a:gd name="connsiteY2" fmla="*/ 1009650 h 1345926"/>
                <a:gd name="connsiteX3" fmla="*/ 306269 w 1564724"/>
                <a:gd name="connsiteY3" fmla="*/ 1295400 h 1345926"/>
                <a:gd name="connsiteX4" fmla="*/ 69299 w 1564724"/>
                <a:gd name="connsiteY4" fmla="*/ 723900 h 1345926"/>
                <a:gd name="connsiteX5" fmla="*/ 125294 w 1564724"/>
                <a:gd name="connsiteY5" fmla="*/ 28575 h 1345926"/>
                <a:gd name="connsiteX0" fmla="*/ 164576 w 1508756"/>
                <a:gd name="connsiteY0" fmla="*/ 47625 h 1345926"/>
                <a:gd name="connsiteX1" fmla="*/ 1508756 w 1508756"/>
                <a:gd name="connsiteY1" fmla="*/ 0 h 1345926"/>
                <a:gd name="connsiteX2" fmla="*/ 1442081 w 1508756"/>
                <a:gd name="connsiteY2" fmla="*/ 1009650 h 1345926"/>
                <a:gd name="connsiteX3" fmla="*/ 250301 w 1508756"/>
                <a:gd name="connsiteY3" fmla="*/ 1295400 h 1345926"/>
                <a:gd name="connsiteX4" fmla="*/ 13331 w 1508756"/>
                <a:gd name="connsiteY4" fmla="*/ 723900 h 1345926"/>
                <a:gd name="connsiteX5" fmla="*/ 164576 w 1508756"/>
                <a:gd name="connsiteY5" fmla="*/ 47625 h 1345926"/>
                <a:gd name="connsiteX0" fmla="*/ 164576 w 1545180"/>
                <a:gd name="connsiteY0" fmla="*/ 47625 h 1345926"/>
                <a:gd name="connsiteX1" fmla="*/ 1508756 w 1545180"/>
                <a:gd name="connsiteY1" fmla="*/ 0 h 1345926"/>
                <a:gd name="connsiteX2" fmla="*/ 1442081 w 1545180"/>
                <a:gd name="connsiteY2" fmla="*/ 1009650 h 1345926"/>
                <a:gd name="connsiteX3" fmla="*/ 250301 w 1545180"/>
                <a:gd name="connsiteY3" fmla="*/ 1295400 h 1345926"/>
                <a:gd name="connsiteX4" fmla="*/ 13331 w 1545180"/>
                <a:gd name="connsiteY4" fmla="*/ 723900 h 1345926"/>
                <a:gd name="connsiteX5" fmla="*/ 164576 w 1545180"/>
                <a:gd name="connsiteY5" fmla="*/ 47625 h 1345926"/>
                <a:gd name="connsiteX0" fmla="*/ 164576 w 1554958"/>
                <a:gd name="connsiteY0" fmla="*/ 47625 h 1345926"/>
                <a:gd name="connsiteX1" fmla="*/ 1508756 w 1554958"/>
                <a:gd name="connsiteY1" fmla="*/ 0 h 1345926"/>
                <a:gd name="connsiteX2" fmla="*/ 1442081 w 1554958"/>
                <a:gd name="connsiteY2" fmla="*/ 1009650 h 1345926"/>
                <a:gd name="connsiteX3" fmla="*/ 250301 w 1554958"/>
                <a:gd name="connsiteY3" fmla="*/ 1295400 h 1345926"/>
                <a:gd name="connsiteX4" fmla="*/ 13331 w 1554958"/>
                <a:gd name="connsiteY4" fmla="*/ 723900 h 1345926"/>
                <a:gd name="connsiteX5" fmla="*/ 164576 w 1554958"/>
                <a:gd name="connsiteY5" fmla="*/ 47625 h 1345926"/>
                <a:gd name="connsiteX0" fmla="*/ 164576 w 1467496"/>
                <a:gd name="connsiteY0" fmla="*/ 34080 h 1332381"/>
                <a:gd name="connsiteX1" fmla="*/ 1299041 w 1467496"/>
                <a:gd name="connsiteY1" fmla="*/ 0 h 1332381"/>
                <a:gd name="connsiteX2" fmla="*/ 1442081 w 1467496"/>
                <a:gd name="connsiteY2" fmla="*/ 996105 h 1332381"/>
                <a:gd name="connsiteX3" fmla="*/ 250301 w 1467496"/>
                <a:gd name="connsiteY3" fmla="*/ 1281855 h 1332381"/>
                <a:gd name="connsiteX4" fmla="*/ 13331 w 1467496"/>
                <a:gd name="connsiteY4" fmla="*/ 710355 h 1332381"/>
                <a:gd name="connsiteX5" fmla="*/ 164576 w 1467496"/>
                <a:gd name="connsiteY5" fmla="*/ 34080 h 1332381"/>
                <a:gd name="connsiteX0" fmla="*/ 164576 w 1513197"/>
                <a:gd name="connsiteY0" fmla="*/ 34080 h 1332381"/>
                <a:gd name="connsiteX1" fmla="*/ 1299041 w 1513197"/>
                <a:gd name="connsiteY1" fmla="*/ 0 h 1332381"/>
                <a:gd name="connsiteX2" fmla="*/ 1442081 w 1513197"/>
                <a:gd name="connsiteY2" fmla="*/ 996105 h 1332381"/>
                <a:gd name="connsiteX3" fmla="*/ 250301 w 1513197"/>
                <a:gd name="connsiteY3" fmla="*/ 1281855 h 1332381"/>
                <a:gd name="connsiteX4" fmla="*/ 13331 w 1513197"/>
                <a:gd name="connsiteY4" fmla="*/ 710355 h 1332381"/>
                <a:gd name="connsiteX5" fmla="*/ 164576 w 1513197"/>
                <a:gd name="connsiteY5" fmla="*/ 34080 h 1332381"/>
                <a:gd name="connsiteX0" fmla="*/ 164576 w 1517998"/>
                <a:gd name="connsiteY0" fmla="*/ 34080 h 1332381"/>
                <a:gd name="connsiteX1" fmla="*/ 1299041 w 1517998"/>
                <a:gd name="connsiteY1" fmla="*/ 0 h 1332381"/>
                <a:gd name="connsiteX2" fmla="*/ 1442081 w 1517998"/>
                <a:gd name="connsiteY2" fmla="*/ 996105 h 1332381"/>
                <a:gd name="connsiteX3" fmla="*/ 250301 w 1517998"/>
                <a:gd name="connsiteY3" fmla="*/ 1281855 h 1332381"/>
                <a:gd name="connsiteX4" fmla="*/ 13331 w 1517998"/>
                <a:gd name="connsiteY4" fmla="*/ 710355 h 1332381"/>
                <a:gd name="connsiteX5" fmla="*/ 164576 w 1517998"/>
                <a:gd name="connsiteY5" fmla="*/ 34080 h 133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998" h="1332381">
                  <a:moveTo>
                    <a:pt x="164576" y="34080"/>
                  </a:moveTo>
                  <a:lnTo>
                    <a:pt x="1299041" y="0"/>
                  </a:lnTo>
                  <a:cubicBezTo>
                    <a:pt x="1612361" y="282371"/>
                    <a:pt x="1520231" y="835633"/>
                    <a:pt x="1442081" y="996105"/>
                  </a:cubicBezTo>
                  <a:cubicBezTo>
                    <a:pt x="968621" y="1462830"/>
                    <a:pt x="514211" y="1319955"/>
                    <a:pt x="250301" y="1281855"/>
                  </a:cubicBezTo>
                  <a:cubicBezTo>
                    <a:pt x="-6874" y="1167555"/>
                    <a:pt x="-7307" y="932605"/>
                    <a:pt x="13331" y="710355"/>
                  </a:cubicBezTo>
                  <a:cubicBezTo>
                    <a:pt x="33969" y="488105"/>
                    <a:pt x="-92599" y="146793"/>
                    <a:pt x="164576" y="3408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0A204B8-9AC0-42FB-90B1-4FF9544D1B0D}"/>
                </a:ext>
              </a:extLst>
            </p:cNvPr>
            <p:cNvSpPr/>
            <p:nvPr/>
          </p:nvSpPr>
          <p:spPr>
            <a:xfrm>
              <a:off x="5357691" y="2294101"/>
              <a:ext cx="190500" cy="2983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CD03699-6F05-4C8A-AA95-6DADFE2CE7FA}"/>
                </a:ext>
              </a:extLst>
            </p:cNvPr>
            <p:cNvSpPr/>
            <p:nvPr/>
          </p:nvSpPr>
          <p:spPr>
            <a:xfrm>
              <a:off x="4644199" y="2294101"/>
              <a:ext cx="190500" cy="2983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5D87DA18-DD06-4453-9936-0B64ADB4A845}"/>
                </a:ext>
              </a:extLst>
            </p:cNvPr>
            <p:cNvSpPr/>
            <p:nvPr/>
          </p:nvSpPr>
          <p:spPr>
            <a:xfrm>
              <a:off x="4960285" y="2544389"/>
              <a:ext cx="193147" cy="167838"/>
            </a:xfrm>
            <a:custGeom>
              <a:avLst/>
              <a:gdLst>
                <a:gd name="connsiteX0" fmla="*/ 0 w 190500"/>
                <a:gd name="connsiteY0" fmla="*/ 149189 h 298377"/>
                <a:gd name="connsiteX1" fmla="*/ 95250 w 190500"/>
                <a:gd name="connsiteY1" fmla="*/ 0 h 298377"/>
                <a:gd name="connsiteX2" fmla="*/ 190500 w 190500"/>
                <a:gd name="connsiteY2" fmla="*/ 149189 h 298377"/>
                <a:gd name="connsiteX3" fmla="*/ 95250 w 190500"/>
                <a:gd name="connsiteY3" fmla="*/ 298378 h 298377"/>
                <a:gd name="connsiteX4" fmla="*/ 0 w 190500"/>
                <a:gd name="connsiteY4" fmla="*/ 149189 h 298377"/>
                <a:gd name="connsiteX0" fmla="*/ 0 w 193147"/>
                <a:gd name="connsiteY0" fmla="*/ 18649 h 167838"/>
                <a:gd name="connsiteX1" fmla="*/ 190500 w 193147"/>
                <a:gd name="connsiteY1" fmla="*/ 18649 h 167838"/>
                <a:gd name="connsiteX2" fmla="*/ 95250 w 193147"/>
                <a:gd name="connsiteY2" fmla="*/ 167838 h 167838"/>
                <a:gd name="connsiteX3" fmla="*/ 0 w 193147"/>
                <a:gd name="connsiteY3" fmla="*/ 18649 h 16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147" h="167838">
                  <a:moveTo>
                    <a:pt x="0" y="18649"/>
                  </a:moveTo>
                  <a:cubicBezTo>
                    <a:pt x="15875" y="-6216"/>
                    <a:pt x="174625" y="-6216"/>
                    <a:pt x="190500" y="18649"/>
                  </a:cubicBezTo>
                  <a:cubicBezTo>
                    <a:pt x="206375" y="43514"/>
                    <a:pt x="147855" y="167838"/>
                    <a:pt x="95250" y="167838"/>
                  </a:cubicBezTo>
                  <a:cubicBezTo>
                    <a:pt x="42645" y="167838"/>
                    <a:pt x="0" y="101044"/>
                    <a:pt x="0" y="18649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2">
              <a:extLst>
                <a:ext uri="{FF2B5EF4-FFF2-40B4-BE49-F238E27FC236}">
                  <a16:creationId xmlns:a16="http://schemas.microsoft.com/office/drawing/2014/main" id="{EDA9ED49-A048-4B5E-A14A-A20D3E0A371A}"/>
                </a:ext>
              </a:extLst>
            </p:cNvPr>
            <p:cNvSpPr/>
            <p:nvPr/>
          </p:nvSpPr>
          <p:spPr>
            <a:xfrm>
              <a:off x="4471655" y="1281016"/>
              <a:ext cx="1572290" cy="829533"/>
            </a:xfrm>
            <a:custGeom>
              <a:avLst/>
              <a:gdLst>
                <a:gd name="connsiteX0" fmla="*/ 0 w 1143000"/>
                <a:gd name="connsiteY0" fmla="*/ 0 h 190500"/>
                <a:gd name="connsiteX1" fmla="*/ 1143000 w 1143000"/>
                <a:gd name="connsiteY1" fmla="*/ 0 h 190500"/>
                <a:gd name="connsiteX2" fmla="*/ 1143000 w 1143000"/>
                <a:gd name="connsiteY2" fmla="*/ 190500 h 190500"/>
                <a:gd name="connsiteX3" fmla="*/ 0 w 1143000"/>
                <a:gd name="connsiteY3" fmla="*/ 190500 h 190500"/>
                <a:gd name="connsiteX4" fmla="*/ 0 w 1143000"/>
                <a:gd name="connsiteY4" fmla="*/ 0 h 190500"/>
                <a:gd name="connsiteX0" fmla="*/ 82550 w 1143000"/>
                <a:gd name="connsiteY0" fmla="*/ 0 h 355600"/>
                <a:gd name="connsiteX1" fmla="*/ 1143000 w 1143000"/>
                <a:gd name="connsiteY1" fmla="*/ 165100 h 355600"/>
                <a:gd name="connsiteX2" fmla="*/ 1143000 w 1143000"/>
                <a:gd name="connsiteY2" fmla="*/ 355600 h 355600"/>
                <a:gd name="connsiteX3" fmla="*/ 0 w 1143000"/>
                <a:gd name="connsiteY3" fmla="*/ 355600 h 355600"/>
                <a:gd name="connsiteX4" fmla="*/ 82550 w 1143000"/>
                <a:gd name="connsiteY4" fmla="*/ 0 h 355600"/>
                <a:gd name="connsiteX0" fmla="*/ 318100 w 1378550"/>
                <a:gd name="connsiteY0" fmla="*/ 0 h 355600"/>
                <a:gd name="connsiteX1" fmla="*/ 1378550 w 1378550"/>
                <a:gd name="connsiteY1" fmla="*/ 165100 h 355600"/>
                <a:gd name="connsiteX2" fmla="*/ 1378550 w 1378550"/>
                <a:gd name="connsiteY2" fmla="*/ 355600 h 355600"/>
                <a:gd name="connsiteX3" fmla="*/ 235550 w 1378550"/>
                <a:gd name="connsiteY3" fmla="*/ 355600 h 355600"/>
                <a:gd name="connsiteX4" fmla="*/ 600 w 1378550"/>
                <a:gd name="connsiteY4" fmla="*/ 260350 h 355600"/>
                <a:gd name="connsiteX5" fmla="*/ 318100 w 1378550"/>
                <a:gd name="connsiteY5" fmla="*/ 0 h 355600"/>
                <a:gd name="connsiteX0" fmla="*/ 318050 w 1378500"/>
                <a:gd name="connsiteY0" fmla="*/ 0 h 501650"/>
                <a:gd name="connsiteX1" fmla="*/ 1378500 w 1378500"/>
                <a:gd name="connsiteY1" fmla="*/ 165100 h 501650"/>
                <a:gd name="connsiteX2" fmla="*/ 1378500 w 1378500"/>
                <a:gd name="connsiteY2" fmla="*/ 355600 h 501650"/>
                <a:gd name="connsiteX3" fmla="*/ 260900 w 1378500"/>
                <a:gd name="connsiteY3" fmla="*/ 501650 h 501650"/>
                <a:gd name="connsiteX4" fmla="*/ 550 w 1378500"/>
                <a:gd name="connsiteY4" fmla="*/ 260350 h 501650"/>
                <a:gd name="connsiteX5" fmla="*/ 318050 w 1378500"/>
                <a:gd name="connsiteY5" fmla="*/ 0 h 501650"/>
                <a:gd name="connsiteX0" fmla="*/ 318050 w 1378500"/>
                <a:gd name="connsiteY0" fmla="*/ 0 h 501650"/>
                <a:gd name="connsiteX1" fmla="*/ 1378500 w 1378500"/>
                <a:gd name="connsiteY1" fmla="*/ 165100 h 501650"/>
                <a:gd name="connsiteX2" fmla="*/ 1378500 w 1378500"/>
                <a:gd name="connsiteY2" fmla="*/ 355600 h 501650"/>
                <a:gd name="connsiteX3" fmla="*/ 641900 w 1378500"/>
                <a:gd name="connsiteY3" fmla="*/ 463550 h 501650"/>
                <a:gd name="connsiteX4" fmla="*/ 260900 w 1378500"/>
                <a:gd name="connsiteY4" fmla="*/ 501650 h 501650"/>
                <a:gd name="connsiteX5" fmla="*/ 550 w 1378500"/>
                <a:gd name="connsiteY5" fmla="*/ 260350 h 501650"/>
                <a:gd name="connsiteX6" fmla="*/ 318050 w 1378500"/>
                <a:gd name="connsiteY6" fmla="*/ 0 h 501650"/>
                <a:gd name="connsiteX0" fmla="*/ 318050 w 1378500"/>
                <a:gd name="connsiteY0" fmla="*/ 0 h 501650"/>
                <a:gd name="connsiteX1" fmla="*/ 1378500 w 1378500"/>
                <a:gd name="connsiteY1" fmla="*/ 165100 h 501650"/>
                <a:gd name="connsiteX2" fmla="*/ 1378500 w 1378500"/>
                <a:gd name="connsiteY2" fmla="*/ 355600 h 501650"/>
                <a:gd name="connsiteX3" fmla="*/ 1022900 w 1378500"/>
                <a:gd name="connsiteY3" fmla="*/ 457200 h 501650"/>
                <a:gd name="connsiteX4" fmla="*/ 641900 w 1378500"/>
                <a:gd name="connsiteY4" fmla="*/ 463550 h 501650"/>
                <a:gd name="connsiteX5" fmla="*/ 260900 w 1378500"/>
                <a:gd name="connsiteY5" fmla="*/ 501650 h 501650"/>
                <a:gd name="connsiteX6" fmla="*/ 550 w 1378500"/>
                <a:gd name="connsiteY6" fmla="*/ 260350 h 501650"/>
                <a:gd name="connsiteX7" fmla="*/ 318050 w 1378500"/>
                <a:gd name="connsiteY7" fmla="*/ 0 h 501650"/>
                <a:gd name="connsiteX0" fmla="*/ 318050 w 1442000"/>
                <a:gd name="connsiteY0" fmla="*/ 0 h 501650"/>
                <a:gd name="connsiteX1" fmla="*/ 1378500 w 1442000"/>
                <a:gd name="connsiteY1" fmla="*/ 165100 h 501650"/>
                <a:gd name="connsiteX2" fmla="*/ 1442000 w 1442000"/>
                <a:gd name="connsiteY2" fmla="*/ 419100 h 501650"/>
                <a:gd name="connsiteX3" fmla="*/ 1022900 w 1442000"/>
                <a:gd name="connsiteY3" fmla="*/ 457200 h 501650"/>
                <a:gd name="connsiteX4" fmla="*/ 641900 w 1442000"/>
                <a:gd name="connsiteY4" fmla="*/ 463550 h 501650"/>
                <a:gd name="connsiteX5" fmla="*/ 260900 w 1442000"/>
                <a:gd name="connsiteY5" fmla="*/ 501650 h 501650"/>
                <a:gd name="connsiteX6" fmla="*/ 550 w 1442000"/>
                <a:gd name="connsiteY6" fmla="*/ 260350 h 501650"/>
                <a:gd name="connsiteX7" fmla="*/ 318050 w 1442000"/>
                <a:gd name="connsiteY7" fmla="*/ 0 h 501650"/>
                <a:gd name="connsiteX0" fmla="*/ 318050 w 1549950"/>
                <a:gd name="connsiteY0" fmla="*/ 19050 h 520700"/>
                <a:gd name="connsiteX1" fmla="*/ 1549950 w 1549950"/>
                <a:gd name="connsiteY1" fmla="*/ 0 h 520700"/>
                <a:gd name="connsiteX2" fmla="*/ 1442000 w 1549950"/>
                <a:gd name="connsiteY2" fmla="*/ 438150 h 520700"/>
                <a:gd name="connsiteX3" fmla="*/ 1022900 w 1549950"/>
                <a:gd name="connsiteY3" fmla="*/ 476250 h 520700"/>
                <a:gd name="connsiteX4" fmla="*/ 641900 w 1549950"/>
                <a:gd name="connsiteY4" fmla="*/ 482600 h 520700"/>
                <a:gd name="connsiteX5" fmla="*/ 260900 w 1549950"/>
                <a:gd name="connsiteY5" fmla="*/ 520700 h 520700"/>
                <a:gd name="connsiteX6" fmla="*/ 550 w 1549950"/>
                <a:gd name="connsiteY6" fmla="*/ 279400 h 520700"/>
                <a:gd name="connsiteX7" fmla="*/ 318050 w 1549950"/>
                <a:gd name="connsiteY7" fmla="*/ 19050 h 520700"/>
                <a:gd name="connsiteX0" fmla="*/ 318050 w 1549950"/>
                <a:gd name="connsiteY0" fmla="*/ 120650 h 622300"/>
                <a:gd name="connsiteX1" fmla="*/ 1213400 w 1549950"/>
                <a:gd name="connsiteY1" fmla="*/ 0 h 622300"/>
                <a:gd name="connsiteX2" fmla="*/ 1549950 w 1549950"/>
                <a:gd name="connsiteY2" fmla="*/ 101600 h 622300"/>
                <a:gd name="connsiteX3" fmla="*/ 1442000 w 1549950"/>
                <a:gd name="connsiteY3" fmla="*/ 539750 h 622300"/>
                <a:gd name="connsiteX4" fmla="*/ 1022900 w 1549950"/>
                <a:gd name="connsiteY4" fmla="*/ 577850 h 622300"/>
                <a:gd name="connsiteX5" fmla="*/ 641900 w 1549950"/>
                <a:gd name="connsiteY5" fmla="*/ 584200 h 622300"/>
                <a:gd name="connsiteX6" fmla="*/ 260900 w 1549950"/>
                <a:gd name="connsiteY6" fmla="*/ 622300 h 622300"/>
                <a:gd name="connsiteX7" fmla="*/ 550 w 1549950"/>
                <a:gd name="connsiteY7" fmla="*/ 381000 h 622300"/>
                <a:gd name="connsiteX8" fmla="*/ 318050 w 1549950"/>
                <a:gd name="connsiteY8" fmla="*/ 120650 h 622300"/>
                <a:gd name="connsiteX0" fmla="*/ 318050 w 1549950"/>
                <a:gd name="connsiteY0" fmla="*/ 122784 h 624434"/>
                <a:gd name="connsiteX1" fmla="*/ 762550 w 1549950"/>
                <a:gd name="connsiteY1" fmla="*/ 27534 h 624434"/>
                <a:gd name="connsiteX2" fmla="*/ 1213400 w 1549950"/>
                <a:gd name="connsiteY2" fmla="*/ 2134 h 624434"/>
                <a:gd name="connsiteX3" fmla="*/ 1549950 w 1549950"/>
                <a:gd name="connsiteY3" fmla="*/ 103734 h 624434"/>
                <a:gd name="connsiteX4" fmla="*/ 1442000 w 1549950"/>
                <a:gd name="connsiteY4" fmla="*/ 541884 h 624434"/>
                <a:gd name="connsiteX5" fmla="*/ 1022900 w 1549950"/>
                <a:gd name="connsiteY5" fmla="*/ 579984 h 624434"/>
                <a:gd name="connsiteX6" fmla="*/ 641900 w 1549950"/>
                <a:gd name="connsiteY6" fmla="*/ 586334 h 624434"/>
                <a:gd name="connsiteX7" fmla="*/ 260900 w 1549950"/>
                <a:gd name="connsiteY7" fmla="*/ 624434 h 624434"/>
                <a:gd name="connsiteX8" fmla="*/ 550 w 1549950"/>
                <a:gd name="connsiteY8" fmla="*/ 383134 h 624434"/>
                <a:gd name="connsiteX9" fmla="*/ 318050 w 1549950"/>
                <a:gd name="connsiteY9" fmla="*/ 122784 h 624434"/>
                <a:gd name="connsiteX0" fmla="*/ 318050 w 1549950"/>
                <a:gd name="connsiteY0" fmla="*/ 239906 h 741556"/>
                <a:gd name="connsiteX1" fmla="*/ 762550 w 1549950"/>
                <a:gd name="connsiteY1" fmla="*/ 144656 h 741556"/>
                <a:gd name="connsiteX2" fmla="*/ 1213400 w 1549950"/>
                <a:gd name="connsiteY2" fmla="*/ 119256 h 741556"/>
                <a:gd name="connsiteX3" fmla="*/ 1549950 w 1549950"/>
                <a:gd name="connsiteY3" fmla="*/ 220856 h 741556"/>
                <a:gd name="connsiteX4" fmla="*/ 1442000 w 1549950"/>
                <a:gd name="connsiteY4" fmla="*/ 659006 h 741556"/>
                <a:gd name="connsiteX5" fmla="*/ 1022900 w 1549950"/>
                <a:gd name="connsiteY5" fmla="*/ 697106 h 741556"/>
                <a:gd name="connsiteX6" fmla="*/ 641900 w 1549950"/>
                <a:gd name="connsiteY6" fmla="*/ 703456 h 741556"/>
                <a:gd name="connsiteX7" fmla="*/ 260900 w 1549950"/>
                <a:gd name="connsiteY7" fmla="*/ 741556 h 741556"/>
                <a:gd name="connsiteX8" fmla="*/ 550 w 1549950"/>
                <a:gd name="connsiteY8" fmla="*/ 500256 h 741556"/>
                <a:gd name="connsiteX9" fmla="*/ 318050 w 1549950"/>
                <a:gd name="connsiteY9" fmla="*/ 239906 h 741556"/>
                <a:gd name="connsiteX0" fmla="*/ 318050 w 1549950"/>
                <a:gd name="connsiteY0" fmla="*/ 239906 h 741556"/>
                <a:gd name="connsiteX1" fmla="*/ 762550 w 1549950"/>
                <a:gd name="connsiteY1" fmla="*/ 144656 h 741556"/>
                <a:gd name="connsiteX2" fmla="*/ 1213400 w 1549950"/>
                <a:gd name="connsiteY2" fmla="*/ 119256 h 741556"/>
                <a:gd name="connsiteX3" fmla="*/ 1549950 w 1549950"/>
                <a:gd name="connsiteY3" fmla="*/ 220856 h 741556"/>
                <a:gd name="connsiteX4" fmla="*/ 1442000 w 1549950"/>
                <a:gd name="connsiteY4" fmla="*/ 659006 h 741556"/>
                <a:gd name="connsiteX5" fmla="*/ 1022900 w 1549950"/>
                <a:gd name="connsiteY5" fmla="*/ 697106 h 741556"/>
                <a:gd name="connsiteX6" fmla="*/ 641900 w 1549950"/>
                <a:gd name="connsiteY6" fmla="*/ 703456 h 741556"/>
                <a:gd name="connsiteX7" fmla="*/ 260900 w 1549950"/>
                <a:gd name="connsiteY7" fmla="*/ 741556 h 741556"/>
                <a:gd name="connsiteX8" fmla="*/ 550 w 1549950"/>
                <a:gd name="connsiteY8" fmla="*/ 500256 h 741556"/>
                <a:gd name="connsiteX9" fmla="*/ 318050 w 1549950"/>
                <a:gd name="connsiteY9" fmla="*/ 239906 h 741556"/>
                <a:gd name="connsiteX0" fmla="*/ 318050 w 1549950"/>
                <a:gd name="connsiteY0" fmla="*/ 239906 h 741556"/>
                <a:gd name="connsiteX1" fmla="*/ 762550 w 1549950"/>
                <a:gd name="connsiteY1" fmla="*/ 144656 h 741556"/>
                <a:gd name="connsiteX2" fmla="*/ 1213400 w 1549950"/>
                <a:gd name="connsiteY2" fmla="*/ 119256 h 741556"/>
                <a:gd name="connsiteX3" fmla="*/ 1549950 w 1549950"/>
                <a:gd name="connsiteY3" fmla="*/ 220856 h 741556"/>
                <a:gd name="connsiteX4" fmla="*/ 1442000 w 1549950"/>
                <a:gd name="connsiteY4" fmla="*/ 659006 h 741556"/>
                <a:gd name="connsiteX5" fmla="*/ 1022900 w 1549950"/>
                <a:gd name="connsiteY5" fmla="*/ 697106 h 741556"/>
                <a:gd name="connsiteX6" fmla="*/ 641900 w 1549950"/>
                <a:gd name="connsiteY6" fmla="*/ 703456 h 741556"/>
                <a:gd name="connsiteX7" fmla="*/ 260900 w 1549950"/>
                <a:gd name="connsiteY7" fmla="*/ 741556 h 741556"/>
                <a:gd name="connsiteX8" fmla="*/ 550 w 1549950"/>
                <a:gd name="connsiteY8" fmla="*/ 500256 h 741556"/>
                <a:gd name="connsiteX9" fmla="*/ 318050 w 1549950"/>
                <a:gd name="connsiteY9" fmla="*/ 239906 h 741556"/>
                <a:gd name="connsiteX0" fmla="*/ 318050 w 1553807"/>
                <a:gd name="connsiteY0" fmla="*/ 239906 h 741556"/>
                <a:gd name="connsiteX1" fmla="*/ 762550 w 1553807"/>
                <a:gd name="connsiteY1" fmla="*/ 144656 h 741556"/>
                <a:gd name="connsiteX2" fmla="*/ 1213400 w 1553807"/>
                <a:gd name="connsiteY2" fmla="*/ 119256 h 741556"/>
                <a:gd name="connsiteX3" fmla="*/ 1549950 w 1553807"/>
                <a:gd name="connsiteY3" fmla="*/ 220856 h 741556"/>
                <a:gd name="connsiteX4" fmla="*/ 1442000 w 1553807"/>
                <a:gd name="connsiteY4" fmla="*/ 659006 h 741556"/>
                <a:gd name="connsiteX5" fmla="*/ 1022900 w 1553807"/>
                <a:gd name="connsiteY5" fmla="*/ 697106 h 741556"/>
                <a:gd name="connsiteX6" fmla="*/ 641900 w 1553807"/>
                <a:gd name="connsiteY6" fmla="*/ 703456 h 741556"/>
                <a:gd name="connsiteX7" fmla="*/ 260900 w 1553807"/>
                <a:gd name="connsiteY7" fmla="*/ 741556 h 741556"/>
                <a:gd name="connsiteX8" fmla="*/ 550 w 1553807"/>
                <a:gd name="connsiteY8" fmla="*/ 500256 h 741556"/>
                <a:gd name="connsiteX9" fmla="*/ 318050 w 1553807"/>
                <a:gd name="connsiteY9" fmla="*/ 239906 h 741556"/>
                <a:gd name="connsiteX0" fmla="*/ 318050 w 1553807"/>
                <a:gd name="connsiteY0" fmla="*/ 239906 h 741556"/>
                <a:gd name="connsiteX1" fmla="*/ 762550 w 1553807"/>
                <a:gd name="connsiteY1" fmla="*/ 144656 h 741556"/>
                <a:gd name="connsiteX2" fmla="*/ 1213400 w 1553807"/>
                <a:gd name="connsiteY2" fmla="*/ 119256 h 741556"/>
                <a:gd name="connsiteX3" fmla="*/ 1549950 w 1553807"/>
                <a:gd name="connsiteY3" fmla="*/ 220856 h 741556"/>
                <a:gd name="connsiteX4" fmla="*/ 1442000 w 1553807"/>
                <a:gd name="connsiteY4" fmla="*/ 659006 h 741556"/>
                <a:gd name="connsiteX5" fmla="*/ 1022900 w 1553807"/>
                <a:gd name="connsiteY5" fmla="*/ 697106 h 741556"/>
                <a:gd name="connsiteX6" fmla="*/ 641900 w 1553807"/>
                <a:gd name="connsiteY6" fmla="*/ 703456 h 741556"/>
                <a:gd name="connsiteX7" fmla="*/ 260900 w 1553807"/>
                <a:gd name="connsiteY7" fmla="*/ 741556 h 741556"/>
                <a:gd name="connsiteX8" fmla="*/ 550 w 1553807"/>
                <a:gd name="connsiteY8" fmla="*/ 500256 h 741556"/>
                <a:gd name="connsiteX9" fmla="*/ 318050 w 1553807"/>
                <a:gd name="connsiteY9" fmla="*/ 239906 h 741556"/>
                <a:gd name="connsiteX0" fmla="*/ 318050 w 1553807"/>
                <a:gd name="connsiteY0" fmla="*/ 239906 h 741556"/>
                <a:gd name="connsiteX1" fmla="*/ 762550 w 1553807"/>
                <a:gd name="connsiteY1" fmla="*/ 144656 h 741556"/>
                <a:gd name="connsiteX2" fmla="*/ 1213400 w 1553807"/>
                <a:gd name="connsiteY2" fmla="*/ 119256 h 741556"/>
                <a:gd name="connsiteX3" fmla="*/ 1549950 w 1553807"/>
                <a:gd name="connsiteY3" fmla="*/ 220856 h 741556"/>
                <a:gd name="connsiteX4" fmla="*/ 1442000 w 1553807"/>
                <a:gd name="connsiteY4" fmla="*/ 659006 h 741556"/>
                <a:gd name="connsiteX5" fmla="*/ 1022900 w 1553807"/>
                <a:gd name="connsiteY5" fmla="*/ 697106 h 741556"/>
                <a:gd name="connsiteX6" fmla="*/ 641900 w 1553807"/>
                <a:gd name="connsiteY6" fmla="*/ 703456 h 741556"/>
                <a:gd name="connsiteX7" fmla="*/ 260900 w 1553807"/>
                <a:gd name="connsiteY7" fmla="*/ 741556 h 741556"/>
                <a:gd name="connsiteX8" fmla="*/ 550 w 1553807"/>
                <a:gd name="connsiteY8" fmla="*/ 500256 h 741556"/>
                <a:gd name="connsiteX9" fmla="*/ 318050 w 1553807"/>
                <a:gd name="connsiteY9" fmla="*/ 239906 h 741556"/>
                <a:gd name="connsiteX0" fmla="*/ 318851 w 1554608"/>
                <a:gd name="connsiteY0" fmla="*/ 239906 h 741556"/>
                <a:gd name="connsiteX1" fmla="*/ 763351 w 1554608"/>
                <a:gd name="connsiteY1" fmla="*/ 144656 h 741556"/>
                <a:gd name="connsiteX2" fmla="*/ 1214201 w 1554608"/>
                <a:gd name="connsiteY2" fmla="*/ 119256 h 741556"/>
                <a:gd name="connsiteX3" fmla="*/ 1550751 w 1554608"/>
                <a:gd name="connsiteY3" fmla="*/ 220856 h 741556"/>
                <a:gd name="connsiteX4" fmla="*/ 1442801 w 1554608"/>
                <a:gd name="connsiteY4" fmla="*/ 659006 h 741556"/>
                <a:gd name="connsiteX5" fmla="*/ 1023701 w 1554608"/>
                <a:gd name="connsiteY5" fmla="*/ 697106 h 741556"/>
                <a:gd name="connsiteX6" fmla="*/ 642701 w 1554608"/>
                <a:gd name="connsiteY6" fmla="*/ 703456 h 741556"/>
                <a:gd name="connsiteX7" fmla="*/ 261701 w 1554608"/>
                <a:gd name="connsiteY7" fmla="*/ 741556 h 741556"/>
                <a:gd name="connsiteX8" fmla="*/ 1351 w 1554608"/>
                <a:gd name="connsiteY8" fmla="*/ 500256 h 741556"/>
                <a:gd name="connsiteX9" fmla="*/ 318851 w 1554608"/>
                <a:gd name="connsiteY9" fmla="*/ 239906 h 741556"/>
                <a:gd name="connsiteX0" fmla="*/ 319423 w 1555180"/>
                <a:gd name="connsiteY0" fmla="*/ 239906 h 741556"/>
                <a:gd name="connsiteX1" fmla="*/ 763923 w 1555180"/>
                <a:gd name="connsiteY1" fmla="*/ 144656 h 741556"/>
                <a:gd name="connsiteX2" fmla="*/ 1214773 w 1555180"/>
                <a:gd name="connsiteY2" fmla="*/ 119256 h 741556"/>
                <a:gd name="connsiteX3" fmla="*/ 1551323 w 1555180"/>
                <a:gd name="connsiteY3" fmla="*/ 220856 h 741556"/>
                <a:gd name="connsiteX4" fmla="*/ 1443373 w 1555180"/>
                <a:gd name="connsiteY4" fmla="*/ 659006 h 741556"/>
                <a:gd name="connsiteX5" fmla="*/ 1024273 w 1555180"/>
                <a:gd name="connsiteY5" fmla="*/ 697106 h 741556"/>
                <a:gd name="connsiteX6" fmla="*/ 643273 w 1555180"/>
                <a:gd name="connsiteY6" fmla="*/ 703456 h 741556"/>
                <a:gd name="connsiteX7" fmla="*/ 262273 w 1555180"/>
                <a:gd name="connsiteY7" fmla="*/ 741556 h 741556"/>
                <a:gd name="connsiteX8" fmla="*/ 1923 w 1555180"/>
                <a:gd name="connsiteY8" fmla="*/ 500256 h 741556"/>
                <a:gd name="connsiteX9" fmla="*/ 319423 w 1555180"/>
                <a:gd name="connsiteY9" fmla="*/ 239906 h 741556"/>
                <a:gd name="connsiteX0" fmla="*/ 335504 w 1571261"/>
                <a:gd name="connsiteY0" fmla="*/ 239906 h 801446"/>
                <a:gd name="connsiteX1" fmla="*/ 780004 w 1571261"/>
                <a:gd name="connsiteY1" fmla="*/ 144656 h 801446"/>
                <a:gd name="connsiteX2" fmla="*/ 1230854 w 1571261"/>
                <a:gd name="connsiteY2" fmla="*/ 119256 h 801446"/>
                <a:gd name="connsiteX3" fmla="*/ 1567404 w 1571261"/>
                <a:gd name="connsiteY3" fmla="*/ 220856 h 801446"/>
                <a:gd name="connsiteX4" fmla="*/ 1459454 w 1571261"/>
                <a:gd name="connsiteY4" fmla="*/ 659006 h 801446"/>
                <a:gd name="connsiteX5" fmla="*/ 1040354 w 1571261"/>
                <a:gd name="connsiteY5" fmla="*/ 697106 h 801446"/>
                <a:gd name="connsiteX6" fmla="*/ 659354 w 1571261"/>
                <a:gd name="connsiteY6" fmla="*/ 703456 h 801446"/>
                <a:gd name="connsiteX7" fmla="*/ 278354 w 1571261"/>
                <a:gd name="connsiteY7" fmla="*/ 741556 h 801446"/>
                <a:gd name="connsiteX8" fmla="*/ 18004 w 1571261"/>
                <a:gd name="connsiteY8" fmla="*/ 500256 h 801446"/>
                <a:gd name="connsiteX9" fmla="*/ 335504 w 1571261"/>
                <a:gd name="connsiteY9" fmla="*/ 239906 h 801446"/>
                <a:gd name="connsiteX0" fmla="*/ 336533 w 1572290"/>
                <a:gd name="connsiteY0" fmla="*/ 239906 h 842380"/>
                <a:gd name="connsiteX1" fmla="*/ 781033 w 1572290"/>
                <a:gd name="connsiteY1" fmla="*/ 144656 h 842380"/>
                <a:gd name="connsiteX2" fmla="*/ 1231883 w 1572290"/>
                <a:gd name="connsiteY2" fmla="*/ 119256 h 842380"/>
                <a:gd name="connsiteX3" fmla="*/ 1568433 w 1572290"/>
                <a:gd name="connsiteY3" fmla="*/ 220856 h 842380"/>
                <a:gd name="connsiteX4" fmla="*/ 1460483 w 1572290"/>
                <a:gd name="connsiteY4" fmla="*/ 659006 h 842380"/>
                <a:gd name="connsiteX5" fmla="*/ 1041383 w 1572290"/>
                <a:gd name="connsiteY5" fmla="*/ 697106 h 842380"/>
                <a:gd name="connsiteX6" fmla="*/ 660383 w 1572290"/>
                <a:gd name="connsiteY6" fmla="*/ 703456 h 842380"/>
                <a:gd name="connsiteX7" fmla="*/ 279383 w 1572290"/>
                <a:gd name="connsiteY7" fmla="*/ 741556 h 842380"/>
                <a:gd name="connsiteX8" fmla="*/ 19033 w 1572290"/>
                <a:gd name="connsiteY8" fmla="*/ 500256 h 842380"/>
                <a:gd name="connsiteX9" fmla="*/ 336533 w 1572290"/>
                <a:gd name="connsiteY9" fmla="*/ 239906 h 842380"/>
                <a:gd name="connsiteX0" fmla="*/ 336533 w 1572290"/>
                <a:gd name="connsiteY0" fmla="*/ 239906 h 796908"/>
                <a:gd name="connsiteX1" fmla="*/ 781033 w 1572290"/>
                <a:gd name="connsiteY1" fmla="*/ 144656 h 796908"/>
                <a:gd name="connsiteX2" fmla="*/ 1231883 w 1572290"/>
                <a:gd name="connsiteY2" fmla="*/ 119256 h 796908"/>
                <a:gd name="connsiteX3" fmla="*/ 1568433 w 1572290"/>
                <a:gd name="connsiteY3" fmla="*/ 220856 h 796908"/>
                <a:gd name="connsiteX4" fmla="*/ 1460483 w 1572290"/>
                <a:gd name="connsiteY4" fmla="*/ 659006 h 796908"/>
                <a:gd name="connsiteX5" fmla="*/ 1041383 w 1572290"/>
                <a:gd name="connsiteY5" fmla="*/ 697106 h 796908"/>
                <a:gd name="connsiteX6" fmla="*/ 660383 w 1572290"/>
                <a:gd name="connsiteY6" fmla="*/ 703456 h 796908"/>
                <a:gd name="connsiteX7" fmla="*/ 279383 w 1572290"/>
                <a:gd name="connsiteY7" fmla="*/ 741556 h 796908"/>
                <a:gd name="connsiteX8" fmla="*/ 19033 w 1572290"/>
                <a:gd name="connsiteY8" fmla="*/ 500256 h 796908"/>
                <a:gd name="connsiteX9" fmla="*/ 336533 w 1572290"/>
                <a:gd name="connsiteY9" fmla="*/ 239906 h 796908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  <a:gd name="connsiteX0" fmla="*/ 336533 w 1572290"/>
                <a:gd name="connsiteY0" fmla="*/ 239906 h 829533"/>
                <a:gd name="connsiteX1" fmla="*/ 781033 w 1572290"/>
                <a:gd name="connsiteY1" fmla="*/ 144656 h 829533"/>
                <a:gd name="connsiteX2" fmla="*/ 1231883 w 1572290"/>
                <a:gd name="connsiteY2" fmla="*/ 119256 h 829533"/>
                <a:gd name="connsiteX3" fmla="*/ 1568433 w 1572290"/>
                <a:gd name="connsiteY3" fmla="*/ 220856 h 829533"/>
                <a:gd name="connsiteX4" fmla="*/ 1460483 w 1572290"/>
                <a:gd name="connsiteY4" fmla="*/ 659006 h 829533"/>
                <a:gd name="connsiteX5" fmla="*/ 1041383 w 1572290"/>
                <a:gd name="connsiteY5" fmla="*/ 697106 h 829533"/>
                <a:gd name="connsiteX6" fmla="*/ 660383 w 1572290"/>
                <a:gd name="connsiteY6" fmla="*/ 703456 h 829533"/>
                <a:gd name="connsiteX7" fmla="*/ 279383 w 1572290"/>
                <a:gd name="connsiteY7" fmla="*/ 741556 h 829533"/>
                <a:gd name="connsiteX8" fmla="*/ 19033 w 1572290"/>
                <a:gd name="connsiteY8" fmla="*/ 500256 h 829533"/>
                <a:gd name="connsiteX9" fmla="*/ 336533 w 1572290"/>
                <a:gd name="connsiteY9" fmla="*/ 239906 h 829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2290" h="829533">
                  <a:moveTo>
                    <a:pt x="336533" y="239906"/>
                  </a:moveTo>
                  <a:cubicBezTo>
                    <a:pt x="514333" y="-125219"/>
                    <a:pt x="644508" y="50464"/>
                    <a:pt x="781033" y="144656"/>
                  </a:cubicBezTo>
                  <a:cubicBezTo>
                    <a:pt x="1069958" y="-161202"/>
                    <a:pt x="1164150" y="111848"/>
                    <a:pt x="1231883" y="119256"/>
                  </a:cubicBezTo>
                  <a:cubicBezTo>
                    <a:pt x="1699666" y="19773"/>
                    <a:pt x="1538800" y="174289"/>
                    <a:pt x="1568433" y="220856"/>
                  </a:cubicBezTo>
                  <a:lnTo>
                    <a:pt x="1460483" y="659006"/>
                  </a:lnTo>
                  <a:cubicBezTo>
                    <a:pt x="1023391" y="998731"/>
                    <a:pt x="1164150" y="679114"/>
                    <a:pt x="1041383" y="697106"/>
                  </a:cubicBezTo>
                  <a:cubicBezTo>
                    <a:pt x="772566" y="956398"/>
                    <a:pt x="784208" y="688639"/>
                    <a:pt x="660383" y="703456"/>
                  </a:cubicBezTo>
                  <a:cubicBezTo>
                    <a:pt x="469883" y="970156"/>
                    <a:pt x="406383" y="728856"/>
                    <a:pt x="279383" y="741556"/>
                  </a:cubicBezTo>
                  <a:cubicBezTo>
                    <a:pt x="268800" y="800823"/>
                    <a:pt x="-84684" y="898189"/>
                    <a:pt x="19033" y="500256"/>
                  </a:cubicBezTo>
                  <a:cubicBezTo>
                    <a:pt x="-2134" y="172173"/>
                    <a:pt x="154500" y="237789"/>
                    <a:pt x="336533" y="23990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0EED07D-AF81-48EB-A54E-9F64FB39C43D}"/>
                </a:ext>
              </a:extLst>
            </p:cNvPr>
            <p:cNvSpPr/>
            <p:nvPr/>
          </p:nvSpPr>
          <p:spPr>
            <a:xfrm>
              <a:off x="5835659" y="1406276"/>
              <a:ext cx="676499" cy="1844091"/>
            </a:xfrm>
            <a:custGeom>
              <a:avLst/>
              <a:gdLst>
                <a:gd name="connsiteX0" fmla="*/ 263671 w 676499"/>
                <a:gd name="connsiteY0" fmla="*/ 5 h 1844091"/>
                <a:gd name="connsiteX1" fmla="*/ 292330 w 676499"/>
                <a:gd name="connsiteY1" fmla="*/ 5800 h 1844091"/>
                <a:gd name="connsiteX2" fmla="*/ 495530 w 676499"/>
                <a:gd name="connsiteY2" fmla="*/ 437600 h 1844091"/>
                <a:gd name="connsiteX3" fmla="*/ 482830 w 676499"/>
                <a:gd name="connsiteY3" fmla="*/ 805900 h 1844091"/>
                <a:gd name="connsiteX4" fmla="*/ 571730 w 676499"/>
                <a:gd name="connsiteY4" fmla="*/ 1123400 h 1844091"/>
                <a:gd name="connsiteX5" fmla="*/ 495530 w 676499"/>
                <a:gd name="connsiteY5" fmla="*/ 1491700 h 1844091"/>
                <a:gd name="connsiteX6" fmla="*/ 546330 w 676499"/>
                <a:gd name="connsiteY6" fmla="*/ 1834600 h 1844091"/>
                <a:gd name="connsiteX7" fmla="*/ 554029 w 676499"/>
                <a:gd name="connsiteY7" fmla="*/ 1840245 h 1844091"/>
                <a:gd name="connsiteX8" fmla="*/ 506106 w 676499"/>
                <a:gd name="connsiteY8" fmla="*/ 1844091 h 1844091"/>
                <a:gd name="connsiteX9" fmla="*/ 81601 w 676499"/>
                <a:gd name="connsiteY9" fmla="*/ 1638009 h 1844091"/>
                <a:gd name="connsiteX10" fmla="*/ 28475 w 676499"/>
                <a:gd name="connsiteY10" fmla="*/ 1574872 h 1844091"/>
                <a:gd name="connsiteX11" fmla="*/ 20892 w 676499"/>
                <a:gd name="connsiteY11" fmla="*/ 1562059 h 1844091"/>
                <a:gd name="connsiteX12" fmla="*/ 178030 w 676499"/>
                <a:gd name="connsiteY12" fmla="*/ 1199600 h 1844091"/>
                <a:gd name="connsiteX13" fmla="*/ 139930 w 676499"/>
                <a:gd name="connsiteY13" fmla="*/ 882100 h 1844091"/>
                <a:gd name="connsiteX14" fmla="*/ 63730 w 676499"/>
                <a:gd name="connsiteY14" fmla="*/ 463000 h 1844091"/>
                <a:gd name="connsiteX15" fmla="*/ 263671 w 676499"/>
                <a:gd name="connsiteY15" fmla="*/ 5 h 184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76499" h="1844091">
                  <a:moveTo>
                    <a:pt x="263671" y="5"/>
                  </a:moveTo>
                  <a:cubicBezTo>
                    <a:pt x="272486" y="103"/>
                    <a:pt x="282011" y="1964"/>
                    <a:pt x="292330" y="5800"/>
                  </a:cubicBezTo>
                  <a:cubicBezTo>
                    <a:pt x="645813" y="22734"/>
                    <a:pt x="423563" y="367750"/>
                    <a:pt x="495530" y="437600"/>
                  </a:cubicBezTo>
                  <a:cubicBezTo>
                    <a:pt x="643696" y="515917"/>
                    <a:pt x="438380" y="738167"/>
                    <a:pt x="482830" y="805900"/>
                  </a:cubicBezTo>
                  <a:cubicBezTo>
                    <a:pt x="578080" y="848233"/>
                    <a:pt x="535747" y="1023917"/>
                    <a:pt x="571730" y="1123400"/>
                  </a:cubicBezTo>
                  <a:cubicBezTo>
                    <a:pt x="861713" y="1316017"/>
                    <a:pt x="453197" y="1407033"/>
                    <a:pt x="495530" y="1491700"/>
                  </a:cubicBezTo>
                  <a:cubicBezTo>
                    <a:pt x="702963" y="1576367"/>
                    <a:pt x="501880" y="1749933"/>
                    <a:pt x="546330" y="1834600"/>
                  </a:cubicBezTo>
                  <a:lnTo>
                    <a:pt x="554029" y="1840245"/>
                  </a:lnTo>
                  <a:lnTo>
                    <a:pt x="506106" y="1844091"/>
                  </a:lnTo>
                  <a:cubicBezTo>
                    <a:pt x="348860" y="1844091"/>
                    <a:pt x="202779" y="1768119"/>
                    <a:pt x="81601" y="1638009"/>
                  </a:cubicBezTo>
                  <a:lnTo>
                    <a:pt x="28475" y="1574872"/>
                  </a:lnTo>
                  <a:lnTo>
                    <a:pt x="20892" y="1562059"/>
                  </a:lnTo>
                  <a:cubicBezTo>
                    <a:pt x="-44220" y="1418146"/>
                    <a:pt x="118764" y="1205156"/>
                    <a:pt x="178030" y="1199600"/>
                  </a:cubicBezTo>
                  <a:cubicBezTo>
                    <a:pt x="245763" y="1193250"/>
                    <a:pt x="55263" y="987933"/>
                    <a:pt x="139930" y="882100"/>
                  </a:cubicBezTo>
                  <a:cubicBezTo>
                    <a:pt x="173797" y="827067"/>
                    <a:pt x="-126770" y="613283"/>
                    <a:pt x="63730" y="463000"/>
                  </a:cubicBezTo>
                  <a:cubicBezTo>
                    <a:pt x="158980" y="393547"/>
                    <a:pt x="131447" y="-1467"/>
                    <a:pt x="263671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25">
              <a:extLst>
                <a:ext uri="{FF2B5EF4-FFF2-40B4-BE49-F238E27FC236}">
                  <a16:creationId xmlns:a16="http://schemas.microsoft.com/office/drawing/2014/main" id="{564F9547-F64D-461C-B3C0-109039A2A4DF}"/>
                </a:ext>
              </a:extLst>
            </p:cNvPr>
            <p:cNvSpPr/>
            <p:nvPr/>
          </p:nvSpPr>
          <p:spPr>
            <a:xfrm>
              <a:off x="5790542" y="1431179"/>
              <a:ext cx="274121" cy="565078"/>
            </a:xfrm>
            <a:custGeom>
              <a:avLst/>
              <a:gdLst>
                <a:gd name="connsiteX0" fmla="*/ 0 w 190500"/>
                <a:gd name="connsiteY0" fmla="*/ 149189 h 298377"/>
                <a:gd name="connsiteX1" fmla="*/ 95250 w 190500"/>
                <a:gd name="connsiteY1" fmla="*/ 0 h 298377"/>
                <a:gd name="connsiteX2" fmla="*/ 190500 w 190500"/>
                <a:gd name="connsiteY2" fmla="*/ 149189 h 298377"/>
                <a:gd name="connsiteX3" fmla="*/ 95250 w 190500"/>
                <a:gd name="connsiteY3" fmla="*/ 298378 h 298377"/>
                <a:gd name="connsiteX4" fmla="*/ 0 w 190500"/>
                <a:gd name="connsiteY4" fmla="*/ 149189 h 298377"/>
                <a:gd name="connsiteX0" fmla="*/ 5319 w 264382"/>
                <a:gd name="connsiteY0" fmla="*/ 333339 h 482528"/>
                <a:gd name="connsiteX1" fmla="*/ 249794 w 264382"/>
                <a:gd name="connsiteY1" fmla="*/ 0 h 482528"/>
                <a:gd name="connsiteX2" fmla="*/ 195819 w 264382"/>
                <a:gd name="connsiteY2" fmla="*/ 333339 h 482528"/>
                <a:gd name="connsiteX3" fmla="*/ 100569 w 264382"/>
                <a:gd name="connsiteY3" fmla="*/ 482528 h 482528"/>
                <a:gd name="connsiteX4" fmla="*/ 5319 w 264382"/>
                <a:gd name="connsiteY4" fmla="*/ 333339 h 482528"/>
                <a:gd name="connsiteX0" fmla="*/ 15058 w 274121"/>
                <a:gd name="connsiteY0" fmla="*/ 333339 h 565078"/>
                <a:gd name="connsiteX1" fmla="*/ 259533 w 274121"/>
                <a:gd name="connsiteY1" fmla="*/ 0 h 565078"/>
                <a:gd name="connsiteX2" fmla="*/ 205558 w 274121"/>
                <a:gd name="connsiteY2" fmla="*/ 333339 h 565078"/>
                <a:gd name="connsiteX3" fmla="*/ 59508 w 274121"/>
                <a:gd name="connsiteY3" fmla="*/ 565078 h 565078"/>
                <a:gd name="connsiteX4" fmla="*/ 15058 w 274121"/>
                <a:gd name="connsiteY4" fmla="*/ 333339 h 565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121" h="565078">
                  <a:moveTo>
                    <a:pt x="15058" y="333339"/>
                  </a:moveTo>
                  <a:cubicBezTo>
                    <a:pt x="48395" y="239159"/>
                    <a:pt x="206928" y="0"/>
                    <a:pt x="259533" y="0"/>
                  </a:cubicBezTo>
                  <a:cubicBezTo>
                    <a:pt x="312138" y="0"/>
                    <a:pt x="205558" y="250944"/>
                    <a:pt x="205558" y="333339"/>
                  </a:cubicBezTo>
                  <a:cubicBezTo>
                    <a:pt x="205558" y="415734"/>
                    <a:pt x="112113" y="565078"/>
                    <a:pt x="59508" y="565078"/>
                  </a:cubicBezTo>
                  <a:cubicBezTo>
                    <a:pt x="6903" y="565078"/>
                    <a:pt x="-18279" y="427519"/>
                    <a:pt x="15058" y="3333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25">
              <a:extLst>
                <a:ext uri="{FF2B5EF4-FFF2-40B4-BE49-F238E27FC236}">
                  <a16:creationId xmlns:a16="http://schemas.microsoft.com/office/drawing/2014/main" id="{58174918-4835-43DC-BB87-E79C223F4E66}"/>
                </a:ext>
              </a:extLst>
            </p:cNvPr>
            <p:cNvSpPr/>
            <p:nvPr/>
          </p:nvSpPr>
          <p:spPr>
            <a:xfrm rot="16620760">
              <a:off x="6010243" y="2939394"/>
              <a:ext cx="259623" cy="485414"/>
            </a:xfrm>
            <a:custGeom>
              <a:avLst/>
              <a:gdLst>
                <a:gd name="connsiteX0" fmla="*/ 0 w 190500"/>
                <a:gd name="connsiteY0" fmla="*/ 149189 h 298377"/>
                <a:gd name="connsiteX1" fmla="*/ 95250 w 190500"/>
                <a:gd name="connsiteY1" fmla="*/ 0 h 298377"/>
                <a:gd name="connsiteX2" fmla="*/ 190500 w 190500"/>
                <a:gd name="connsiteY2" fmla="*/ 149189 h 298377"/>
                <a:gd name="connsiteX3" fmla="*/ 95250 w 190500"/>
                <a:gd name="connsiteY3" fmla="*/ 298378 h 298377"/>
                <a:gd name="connsiteX4" fmla="*/ 0 w 190500"/>
                <a:gd name="connsiteY4" fmla="*/ 149189 h 298377"/>
                <a:gd name="connsiteX0" fmla="*/ 5319 w 264382"/>
                <a:gd name="connsiteY0" fmla="*/ 333339 h 482528"/>
                <a:gd name="connsiteX1" fmla="*/ 249794 w 264382"/>
                <a:gd name="connsiteY1" fmla="*/ 0 h 482528"/>
                <a:gd name="connsiteX2" fmla="*/ 195819 w 264382"/>
                <a:gd name="connsiteY2" fmla="*/ 333339 h 482528"/>
                <a:gd name="connsiteX3" fmla="*/ 100569 w 264382"/>
                <a:gd name="connsiteY3" fmla="*/ 482528 h 482528"/>
                <a:gd name="connsiteX4" fmla="*/ 5319 w 264382"/>
                <a:gd name="connsiteY4" fmla="*/ 333339 h 482528"/>
                <a:gd name="connsiteX0" fmla="*/ 15058 w 274121"/>
                <a:gd name="connsiteY0" fmla="*/ 333339 h 565078"/>
                <a:gd name="connsiteX1" fmla="*/ 259533 w 274121"/>
                <a:gd name="connsiteY1" fmla="*/ 0 h 565078"/>
                <a:gd name="connsiteX2" fmla="*/ 205558 w 274121"/>
                <a:gd name="connsiteY2" fmla="*/ 333339 h 565078"/>
                <a:gd name="connsiteX3" fmla="*/ 59508 w 274121"/>
                <a:gd name="connsiteY3" fmla="*/ 565078 h 565078"/>
                <a:gd name="connsiteX4" fmla="*/ 15058 w 274121"/>
                <a:gd name="connsiteY4" fmla="*/ 333339 h 565078"/>
                <a:gd name="connsiteX0" fmla="*/ 14405 w 265560"/>
                <a:gd name="connsiteY0" fmla="*/ 326439 h 558178"/>
                <a:gd name="connsiteX1" fmla="*/ 250007 w 265560"/>
                <a:gd name="connsiteY1" fmla="*/ 0 h 558178"/>
                <a:gd name="connsiteX2" fmla="*/ 204905 w 265560"/>
                <a:gd name="connsiteY2" fmla="*/ 326439 h 558178"/>
                <a:gd name="connsiteX3" fmla="*/ 58855 w 265560"/>
                <a:gd name="connsiteY3" fmla="*/ 558178 h 558178"/>
                <a:gd name="connsiteX4" fmla="*/ 14405 w 265560"/>
                <a:gd name="connsiteY4" fmla="*/ 326439 h 558178"/>
                <a:gd name="connsiteX0" fmla="*/ 7047 w 258202"/>
                <a:gd name="connsiteY0" fmla="*/ 326439 h 558946"/>
                <a:gd name="connsiteX1" fmla="*/ 242649 w 258202"/>
                <a:gd name="connsiteY1" fmla="*/ 0 h 558946"/>
                <a:gd name="connsiteX2" fmla="*/ 197547 w 258202"/>
                <a:gd name="connsiteY2" fmla="*/ 326439 h 558946"/>
                <a:gd name="connsiteX3" fmla="*/ 85167 w 258202"/>
                <a:gd name="connsiteY3" fmla="*/ 558947 h 558946"/>
                <a:gd name="connsiteX4" fmla="*/ 7047 w 258202"/>
                <a:gd name="connsiteY4" fmla="*/ 326439 h 558946"/>
                <a:gd name="connsiteX0" fmla="*/ 8468 w 259623"/>
                <a:gd name="connsiteY0" fmla="*/ 326439 h 568614"/>
                <a:gd name="connsiteX1" fmla="*/ 244070 w 259623"/>
                <a:gd name="connsiteY1" fmla="*/ 0 h 568614"/>
                <a:gd name="connsiteX2" fmla="*/ 198968 w 259623"/>
                <a:gd name="connsiteY2" fmla="*/ 326439 h 568614"/>
                <a:gd name="connsiteX3" fmla="*/ 78007 w 259623"/>
                <a:gd name="connsiteY3" fmla="*/ 568613 h 568614"/>
                <a:gd name="connsiteX4" fmla="*/ 8468 w 259623"/>
                <a:gd name="connsiteY4" fmla="*/ 326439 h 56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623" h="568614">
                  <a:moveTo>
                    <a:pt x="8468" y="326439"/>
                  </a:moveTo>
                  <a:cubicBezTo>
                    <a:pt x="36145" y="231670"/>
                    <a:pt x="191465" y="0"/>
                    <a:pt x="244070" y="0"/>
                  </a:cubicBezTo>
                  <a:cubicBezTo>
                    <a:pt x="296675" y="0"/>
                    <a:pt x="198968" y="244044"/>
                    <a:pt x="198968" y="326439"/>
                  </a:cubicBezTo>
                  <a:cubicBezTo>
                    <a:pt x="198968" y="408834"/>
                    <a:pt x="130612" y="568613"/>
                    <a:pt x="78007" y="568613"/>
                  </a:cubicBezTo>
                  <a:cubicBezTo>
                    <a:pt x="25402" y="568613"/>
                    <a:pt x="-19209" y="421208"/>
                    <a:pt x="8468" y="3264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84658CE-7258-43FF-9754-696A472B67EF}"/>
                </a:ext>
              </a:extLst>
            </p:cNvPr>
            <p:cNvSpPr/>
            <p:nvPr/>
          </p:nvSpPr>
          <p:spPr>
            <a:xfrm flipH="1">
              <a:off x="4875883" y="2707761"/>
              <a:ext cx="180975" cy="83879"/>
            </a:xfrm>
            <a:custGeom>
              <a:avLst/>
              <a:gdLst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61913 w 185738"/>
                <a:gd name="connsiteY4" fmla="*/ 90488 h 104775"/>
                <a:gd name="connsiteX5" fmla="*/ 90488 w 185738"/>
                <a:gd name="connsiteY5" fmla="*/ 100013 h 104775"/>
                <a:gd name="connsiteX6" fmla="*/ 104775 w 185738"/>
                <a:gd name="connsiteY6" fmla="*/ 104775 h 104775"/>
                <a:gd name="connsiteX7" fmla="*/ 142875 w 185738"/>
                <a:gd name="connsiteY7" fmla="*/ 100013 h 104775"/>
                <a:gd name="connsiteX8" fmla="*/ 157163 w 185738"/>
                <a:gd name="connsiteY8" fmla="*/ 90488 h 104775"/>
                <a:gd name="connsiteX9" fmla="*/ 180975 w 185738"/>
                <a:gd name="connsiteY9" fmla="*/ 61913 h 104775"/>
                <a:gd name="connsiteX10" fmla="*/ 185738 w 185738"/>
                <a:gd name="connsiteY10" fmla="*/ 42863 h 104775"/>
                <a:gd name="connsiteX11" fmla="*/ 180975 w 185738"/>
                <a:gd name="connsiteY11" fmla="*/ 23813 h 104775"/>
                <a:gd name="connsiteX12" fmla="*/ 171450 w 185738"/>
                <a:gd name="connsiteY12" fmla="*/ 0 h 104775"/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90488 w 185738"/>
                <a:gd name="connsiteY4" fmla="*/ 100013 h 104775"/>
                <a:gd name="connsiteX5" fmla="*/ 104775 w 185738"/>
                <a:gd name="connsiteY5" fmla="*/ 104775 h 104775"/>
                <a:gd name="connsiteX6" fmla="*/ 142875 w 185738"/>
                <a:gd name="connsiteY6" fmla="*/ 100013 h 104775"/>
                <a:gd name="connsiteX7" fmla="*/ 157163 w 185738"/>
                <a:gd name="connsiteY7" fmla="*/ 90488 h 104775"/>
                <a:gd name="connsiteX8" fmla="*/ 180975 w 185738"/>
                <a:gd name="connsiteY8" fmla="*/ 61913 h 104775"/>
                <a:gd name="connsiteX9" fmla="*/ 185738 w 185738"/>
                <a:gd name="connsiteY9" fmla="*/ 42863 h 104775"/>
                <a:gd name="connsiteX10" fmla="*/ 180975 w 185738"/>
                <a:gd name="connsiteY10" fmla="*/ 23813 h 104775"/>
                <a:gd name="connsiteX11" fmla="*/ 171450 w 185738"/>
                <a:gd name="connsiteY11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42863 w 185738"/>
                <a:gd name="connsiteY2" fmla="*/ 85725 h 104775"/>
                <a:gd name="connsiteX3" fmla="*/ 90488 w 185738"/>
                <a:gd name="connsiteY3" fmla="*/ 100013 h 104775"/>
                <a:gd name="connsiteX4" fmla="*/ 104775 w 185738"/>
                <a:gd name="connsiteY4" fmla="*/ 104775 h 104775"/>
                <a:gd name="connsiteX5" fmla="*/ 142875 w 185738"/>
                <a:gd name="connsiteY5" fmla="*/ 100013 h 104775"/>
                <a:gd name="connsiteX6" fmla="*/ 157163 w 185738"/>
                <a:gd name="connsiteY6" fmla="*/ 90488 h 104775"/>
                <a:gd name="connsiteX7" fmla="*/ 180975 w 185738"/>
                <a:gd name="connsiteY7" fmla="*/ 61913 h 104775"/>
                <a:gd name="connsiteX8" fmla="*/ 185738 w 185738"/>
                <a:gd name="connsiteY8" fmla="*/ 42863 h 104775"/>
                <a:gd name="connsiteX9" fmla="*/ 180975 w 185738"/>
                <a:gd name="connsiteY9" fmla="*/ 23813 h 104775"/>
                <a:gd name="connsiteX10" fmla="*/ 171450 w 185738"/>
                <a:gd name="connsiteY10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90488 w 185738"/>
                <a:gd name="connsiteY2" fmla="*/ 100013 h 104775"/>
                <a:gd name="connsiteX3" fmla="*/ 104775 w 185738"/>
                <a:gd name="connsiteY3" fmla="*/ 104775 h 104775"/>
                <a:gd name="connsiteX4" fmla="*/ 142875 w 185738"/>
                <a:gd name="connsiteY4" fmla="*/ 100013 h 104775"/>
                <a:gd name="connsiteX5" fmla="*/ 157163 w 185738"/>
                <a:gd name="connsiteY5" fmla="*/ 90488 h 104775"/>
                <a:gd name="connsiteX6" fmla="*/ 180975 w 185738"/>
                <a:gd name="connsiteY6" fmla="*/ 61913 h 104775"/>
                <a:gd name="connsiteX7" fmla="*/ 185738 w 185738"/>
                <a:gd name="connsiteY7" fmla="*/ 42863 h 104775"/>
                <a:gd name="connsiteX8" fmla="*/ 180975 w 185738"/>
                <a:gd name="connsiteY8" fmla="*/ 23813 h 104775"/>
                <a:gd name="connsiteX9" fmla="*/ 171450 w 185738"/>
                <a:gd name="connsiteY9" fmla="*/ 0 h 104775"/>
                <a:gd name="connsiteX0" fmla="*/ 0 w 185738"/>
                <a:gd name="connsiteY0" fmla="*/ 14288 h 104775"/>
                <a:gd name="connsiteX1" fmla="*/ 90488 w 185738"/>
                <a:gd name="connsiteY1" fmla="*/ 100013 h 104775"/>
                <a:gd name="connsiteX2" fmla="*/ 104775 w 185738"/>
                <a:gd name="connsiteY2" fmla="*/ 104775 h 104775"/>
                <a:gd name="connsiteX3" fmla="*/ 142875 w 185738"/>
                <a:gd name="connsiteY3" fmla="*/ 100013 h 104775"/>
                <a:gd name="connsiteX4" fmla="*/ 157163 w 185738"/>
                <a:gd name="connsiteY4" fmla="*/ 90488 h 104775"/>
                <a:gd name="connsiteX5" fmla="*/ 180975 w 185738"/>
                <a:gd name="connsiteY5" fmla="*/ 61913 h 104775"/>
                <a:gd name="connsiteX6" fmla="*/ 185738 w 185738"/>
                <a:gd name="connsiteY6" fmla="*/ 42863 h 104775"/>
                <a:gd name="connsiteX7" fmla="*/ 180975 w 185738"/>
                <a:gd name="connsiteY7" fmla="*/ 23813 h 104775"/>
                <a:gd name="connsiteX8" fmla="*/ 171450 w 185738"/>
                <a:gd name="connsiteY8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6118"/>
                <a:gd name="connsiteY0" fmla="*/ 14288 h 104775"/>
                <a:gd name="connsiteX1" fmla="*/ 104775 w 186118"/>
                <a:gd name="connsiteY1" fmla="*/ 104775 h 104775"/>
                <a:gd name="connsiteX2" fmla="*/ 142875 w 186118"/>
                <a:gd name="connsiteY2" fmla="*/ 100013 h 104775"/>
                <a:gd name="connsiteX3" fmla="*/ 180975 w 186118"/>
                <a:gd name="connsiteY3" fmla="*/ 61913 h 104775"/>
                <a:gd name="connsiteX4" fmla="*/ 185738 w 186118"/>
                <a:gd name="connsiteY4" fmla="*/ 42863 h 104775"/>
                <a:gd name="connsiteX5" fmla="*/ 180975 w 186118"/>
                <a:gd name="connsiteY5" fmla="*/ 23813 h 104775"/>
                <a:gd name="connsiteX6" fmla="*/ 171450 w 186118"/>
                <a:gd name="connsiteY6" fmla="*/ 0 h 104775"/>
                <a:gd name="connsiteX0" fmla="*/ 0 w 188516"/>
                <a:gd name="connsiteY0" fmla="*/ 14288 h 105799"/>
                <a:gd name="connsiteX1" fmla="*/ 104775 w 188516"/>
                <a:gd name="connsiteY1" fmla="*/ 104775 h 105799"/>
                <a:gd name="connsiteX2" fmla="*/ 180975 w 188516"/>
                <a:gd name="connsiteY2" fmla="*/ 61913 h 105799"/>
                <a:gd name="connsiteX3" fmla="*/ 185738 w 188516"/>
                <a:gd name="connsiteY3" fmla="*/ 42863 h 105799"/>
                <a:gd name="connsiteX4" fmla="*/ 180975 w 188516"/>
                <a:gd name="connsiteY4" fmla="*/ 23813 h 105799"/>
                <a:gd name="connsiteX5" fmla="*/ 171450 w 188516"/>
                <a:gd name="connsiteY5" fmla="*/ 0 h 105799"/>
                <a:gd name="connsiteX0" fmla="*/ 0 w 185738"/>
                <a:gd name="connsiteY0" fmla="*/ 14288 h 105075"/>
                <a:gd name="connsiteX1" fmla="*/ 104775 w 185738"/>
                <a:gd name="connsiteY1" fmla="*/ 104775 h 105075"/>
                <a:gd name="connsiteX2" fmla="*/ 185738 w 185738"/>
                <a:gd name="connsiteY2" fmla="*/ 42863 h 105075"/>
                <a:gd name="connsiteX3" fmla="*/ 180975 w 185738"/>
                <a:gd name="connsiteY3" fmla="*/ 23813 h 105075"/>
                <a:gd name="connsiteX4" fmla="*/ 171450 w 185738"/>
                <a:gd name="connsiteY4" fmla="*/ 0 h 105075"/>
                <a:gd name="connsiteX0" fmla="*/ 0 w 180975"/>
                <a:gd name="connsiteY0" fmla="*/ 14288 h 104803"/>
                <a:gd name="connsiteX1" fmla="*/ 104775 w 180975"/>
                <a:gd name="connsiteY1" fmla="*/ 104775 h 104803"/>
                <a:gd name="connsiteX2" fmla="*/ 180975 w 180975"/>
                <a:gd name="connsiteY2" fmla="*/ 23813 h 104803"/>
                <a:gd name="connsiteX3" fmla="*/ 171450 w 180975"/>
                <a:gd name="connsiteY3" fmla="*/ 0 h 104803"/>
                <a:gd name="connsiteX0" fmla="*/ 0 w 180975"/>
                <a:gd name="connsiteY0" fmla="*/ 14288 h 24179"/>
                <a:gd name="connsiteX1" fmla="*/ 180975 w 180975"/>
                <a:gd name="connsiteY1" fmla="*/ 23813 h 24179"/>
                <a:gd name="connsiteX2" fmla="*/ 171450 w 180975"/>
                <a:gd name="connsiteY2" fmla="*/ 0 h 24179"/>
                <a:gd name="connsiteX0" fmla="*/ 0 w 180975"/>
                <a:gd name="connsiteY0" fmla="*/ 14288 h 102268"/>
                <a:gd name="connsiteX1" fmla="*/ 180975 w 180975"/>
                <a:gd name="connsiteY1" fmla="*/ 23813 h 102268"/>
                <a:gd name="connsiteX2" fmla="*/ 171450 w 180975"/>
                <a:gd name="connsiteY2" fmla="*/ 0 h 102268"/>
                <a:gd name="connsiteX0" fmla="*/ 0 w 180975"/>
                <a:gd name="connsiteY0" fmla="*/ 14288 h 122529"/>
                <a:gd name="connsiteX1" fmla="*/ 180975 w 180975"/>
                <a:gd name="connsiteY1" fmla="*/ 23813 h 122529"/>
                <a:gd name="connsiteX2" fmla="*/ 171450 w 180975"/>
                <a:gd name="connsiteY2" fmla="*/ 0 h 122529"/>
                <a:gd name="connsiteX0" fmla="*/ 0 w 180975"/>
                <a:gd name="connsiteY0" fmla="*/ 14288 h 116376"/>
                <a:gd name="connsiteX1" fmla="*/ 180975 w 180975"/>
                <a:gd name="connsiteY1" fmla="*/ 23813 h 116376"/>
                <a:gd name="connsiteX2" fmla="*/ 171450 w 180975"/>
                <a:gd name="connsiteY2" fmla="*/ 0 h 116376"/>
                <a:gd name="connsiteX0" fmla="*/ 0 w 180975"/>
                <a:gd name="connsiteY0" fmla="*/ 14288 h 98167"/>
                <a:gd name="connsiteX1" fmla="*/ 180975 w 180975"/>
                <a:gd name="connsiteY1" fmla="*/ 23813 h 98167"/>
                <a:gd name="connsiteX2" fmla="*/ 171450 w 180975"/>
                <a:gd name="connsiteY2" fmla="*/ 0 h 98167"/>
                <a:gd name="connsiteX0" fmla="*/ 0 w 180975"/>
                <a:gd name="connsiteY0" fmla="*/ 0 h 83879"/>
                <a:gd name="connsiteX1" fmla="*/ 180975 w 180975"/>
                <a:gd name="connsiteY1" fmla="*/ 9525 h 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975" h="83879">
                  <a:moveTo>
                    <a:pt x="0" y="0"/>
                  </a:moveTo>
                  <a:cubicBezTo>
                    <a:pt x="23415" y="82946"/>
                    <a:pt x="145257" y="133349"/>
                    <a:pt x="180975" y="95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E1210C5-169D-43AE-A9F0-2BF02E86B6DB}"/>
                </a:ext>
              </a:extLst>
            </p:cNvPr>
            <p:cNvSpPr/>
            <p:nvPr/>
          </p:nvSpPr>
          <p:spPr>
            <a:xfrm>
              <a:off x="5050772" y="2707761"/>
              <a:ext cx="180975" cy="83879"/>
            </a:xfrm>
            <a:custGeom>
              <a:avLst/>
              <a:gdLst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61913 w 185738"/>
                <a:gd name="connsiteY4" fmla="*/ 90488 h 104775"/>
                <a:gd name="connsiteX5" fmla="*/ 90488 w 185738"/>
                <a:gd name="connsiteY5" fmla="*/ 100013 h 104775"/>
                <a:gd name="connsiteX6" fmla="*/ 104775 w 185738"/>
                <a:gd name="connsiteY6" fmla="*/ 104775 h 104775"/>
                <a:gd name="connsiteX7" fmla="*/ 142875 w 185738"/>
                <a:gd name="connsiteY7" fmla="*/ 100013 h 104775"/>
                <a:gd name="connsiteX8" fmla="*/ 157163 w 185738"/>
                <a:gd name="connsiteY8" fmla="*/ 90488 h 104775"/>
                <a:gd name="connsiteX9" fmla="*/ 180975 w 185738"/>
                <a:gd name="connsiteY9" fmla="*/ 61913 h 104775"/>
                <a:gd name="connsiteX10" fmla="*/ 185738 w 185738"/>
                <a:gd name="connsiteY10" fmla="*/ 42863 h 104775"/>
                <a:gd name="connsiteX11" fmla="*/ 180975 w 185738"/>
                <a:gd name="connsiteY11" fmla="*/ 23813 h 104775"/>
                <a:gd name="connsiteX12" fmla="*/ 171450 w 185738"/>
                <a:gd name="connsiteY12" fmla="*/ 0 h 104775"/>
                <a:gd name="connsiteX0" fmla="*/ 0 w 185738"/>
                <a:gd name="connsiteY0" fmla="*/ 14288 h 104775"/>
                <a:gd name="connsiteX1" fmla="*/ 14288 w 185738"/>
                <a:gd name="connsiteY1" fmla="*/ 38100 h 104775"/>
                <a:gd name="connsiteX2" fmla="*/ 28575 w 185738"/>
                <a:gd name="connsiteY2" fmla="*/ 66675 h 104775"/>
                <a:gd name="connsiteX3" fmla="*/ 42863 w 185738"/>
                <a:gd name="connsiteY3" fmla="*/ 85725 h 104775"/>
                <a:gd name="connsiteX4" fmla="*/ 90488 w 185738"/>
                <a:gd name="connsiteY4" fmla="*/ 100013 h 104775"/>
                <a:gd name="connsiteX5" fmla="*/ 104775 w 185738"/>
                <a:gd name="connsiteY5" fmla="*/ 104775 h 104775"/>
                <a:gd name="connsiteX6" fmla="*/ 142875 w 185738"/>
                <a:gd name="connsiteY6" fmla="*/ 100013 h 104775"/>
                <a:gd name="connsiteX7" fmla="*/ 157163 w 185738"/>
                <a:gd name="connsiteY7" fmla="*/ 90488 h 104775"/>
                <a:gd name="connsiteX8" fmla="*/ 180975 w 185738"/>
                <a:gd name="connsiteY8" fmla="*/ 61913 h 104775"/>
                <a:gd name="connsiteX9" fmla="*/ 185738 w 185738"/>
                <a:gd name="connsiteY9" fmla="*/ 42863 h 104775"/>
                <a:gd name="connsiteX10" fmla="*/ 180975 w 185738"/>
                <a:gd name="connsiteY10" fmla="*/ 23813 h 104775"/>
                <a:gd name="connsiteX11" fmla="*/ 171450 w 185738"/>
                <a:gd name="connsiteY11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42863 w 185738"/>
                <a:gd name="connsiteY2" fmla="*/ 85725 h 104775"/>
                <a:gd name="connsiteX3" fmla="*/ 90488 w 185738"/>
                <a:gd name="connsiteY3" fmla="*/ 100013 h 104775"/>
                <a:gd name="connsiteX4" fmla="*/ 104775 w 185738"/>
                <a:gd name="connsiteY4" fmla="*/ 104775 h 104775"/>
                <a:gd name="connsiteX5" fmla="*/ 142875 w 185738"/>
                <a:gd name="connsiteY5" fmla="*/ 100013 h 104775"/>
                <a:gd name="connsiteX6" fmla="*/ 157163 w 185738"/>
                <a:gd name="connsiteY6" fmla="*/ 90488 h 104775"/>
                <a:gd name="connsiteX7" fmla="*/ 180975 w 185738"/>
                <a:gd name="connsiteY7" fmla="*/ 61913 h 104775"/>
                <a:gd name="connsiteX8" fmla="*/ 185738 w 185738"/>
                <a:gd name="connsiteY8" fmla="*/ 42863 h 104775"/>
                <a:gd name="connsiteX9" fmla="*/ 180975 w 185738"/>
                <a:gd name="connsiteY9" fmla="*/ 23813 h 104775"/>
                <a:gd name="connsiteX10" fmla="*/ 171450 w 185738"/>
                <a:gd name="connsiteY10" fmla="*/ 0 h 104775"/>
                <a:gd name="connsiteX0" fmla="*/ 0 w 185738"/>
                <a:gd name="connsiteY0" fmla="*/ 14288 h 104775"/>
                <a:gd name="connsiteX1" fmla="*/ 28575 w 185738"/>
                <a:gd name="connsiteY1" fmla="*/ 66675 h 104775"/>
                <a:gd name="connsiteX2" fmla="*/ 90488 w 185738"/>
                <a:gd name="connsiteY2" fmla="*/ 100013 h 104775"/>
                <a:gd name="connsiteX3" fmla="*/ 104775 w 185738"/>
                <a:gd name="connsiteY3" fmla="*/ 104775 h 104775"/>
                <a:gd name="connsiteX4" fmla="*/ 142875 w 185738"/>
                <a:gd name="connsiteY4" fmla="*/ 100013 h 104775"/>
                <a:gd name="connsiteX5" fmla="*/ 157163 w 185738"/>
                <a:gd name="connsiteY5" fmla="*/ 90488 h 104775"/>
                <a:gd name="connsiteX6" fmla="*/ 180975 w 185738"/>
                <a:gd name="connsiteY6" fmla="*/ 61913 h 104775"/>
                <a:gd name="connsiteX7" fmla="*/ 185738 w 185738"/>
                <a:gd name="connsiteY7" fmla="*/ 42863 h 104775"/>
                <a:gd name="connsiteX8" fmla="*/ 180975 w 185738"/>
                <a:gd name="connsiteY8" fmla="*/ 23813 h 104775"/>
                <a:gd name="connsiteX9" fmla="*/ 171450 w 185738"/>
                <a:gd name="connsiteY9" fmla="*/ 0 h 104775"/>
                <a:gd name="connsiteX0" fmla="*/ 0 w 185738"/>
                <a:gd name="connsiteY0" fmla="*/ 14288 h 104775"/>
                <a:gd name="connsiteX1" fmla="*/ 90488 w 185738"/>
                <a:gd name="connsiteY1" fmla="*/ 100013 h 104775"/>
                <a:gd name="connsiteX2" fmla="*/ 104775 w 185738"/>
                <a:gd name="connsiteY2" fmla="*/ 104775 h 104775"/>
                <a:gd name="connsiteX3" fmla="*/ 142875 w 185738"/>
                <a:gd name="connsiteY3" fmla="*/ 100013 h 104775"/>
                <a:gd name="connsiteX4" fmla="*/ 157163 w 185738"/>
                <a:gd name="connsiteY4" fmla="*/ 90488 h 104775"/>
                <a:gd name="connsiteX5" fmla="*/ 180975 w 185738"/>
                <a:gd name="connsiteY5" fmla="*/ 61913 h 104775"/>
                <a:gd name="connsiteX6" fmla="*/ 185738 w 185738"/>
                <a:gd name="connsiteY6" fmla="*/ 42863 h 104775"/>
                <a:gd name="connsiteX7" fmla="*/ 180975 w 185738"/>
                <a:gd name="connsiteY7" fmla="*/ 23813 h 104775"/>
                <a:gd name="connsiteX8" fmla="*/ 171450 w 185738"/>
                <a:gd name="connsiteY8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5738"/>
                <a:gd name="connsiteY0" fmla="*/ 14288 h 104775"/>
                <a:gd name="connsiteX1" fmla="*/ 104775 w 185738"/>
                <a:gd name="connsiteY1" fmla="*/ 104775 h 104775"/>
                <a:gd name="connsiteX2" fmla="*/ 142875 w 185738"/>
                <a:gd name="connsiteY2" fmla="*/ 100013 h 104775"/>
                <a:gd name="connsiteX3" fmla="*/ 157163 w 185738"/>
                <a:gd name="connsiteY3" fmla="*/ 90488 h 104775"/>
                <a:gd name="connsiteX4" fmla="*/ 180975 w 185738"/>
                <a:gd name="connsiteY4" fmla="*/ 61913 h 104775"/>
                <a:gd name="connsiteX5" fmla="*/ 185738 w 185738"/>
                <a:gd name="connsiteY5" fmla="*/ 42863 h 104775"/>
                <a:gd name="connsiteX6" fmla="*/ 180975 w 185738"/>
                <a:gd name="connsiteY6" fmla="*/ 23813 h 104775"/>
                <a:gd name="connsiteX7" fmla="*/ 171450 w 185738"/>
                <a:gd name="connsiteY7" fmla="*/ 0 h 104775"/>
                <a:gd name="connsiteX0" fmla="*/ 0 w 186118"/>
                <a:gd name="connsiteY0" fmla="*/ 14288 h 104775"/>
                <a:gd name="connsiteX1" fmla="*/ 104775 w 186118"/>
                <a:gd name="connsiteY1" fmla="*/ 104775 h 104775"/>
                <a:gd name="connsiteX2" fmla="*/ 142875 w 186118"/>
                <a:gd name="connsiteY2" fmla="*/ 100013 h 104775"/>
                <a:gd name="connsiteX3" fmla="*/ 180975 w 186118"/>
                <a:gd name="connsiteY3" fmla="*/ 61913 h 104775"/>
                <a:gd name="connsiteX4" fmla="*/ 185738 w 186118"/>
                <a:gd name="connsiteY4" fmla="*/ 42863 h 104775"/>
                <a:gd name="connsiteX5" fmla="*/ 180975 w 186118"/>
                <a:gd name="connsiteY5" fmla="*/ 23813 h 104775"/>
                <a:gd name="connsiteX6" fmla="*/ 171450 w 186118"/>
                <a:gd name="connsiteY6" fmla="*/ 0 h 104775"/>
                <a:gd name="connsiteX0" fmla="*/ 0 w 188516"/>
                <a:gd name="connsiteY0" fmla="*/ 14288 h 105799"/>
                <a:gd name="connsiteX1" fmla="*/ 104775 w 188516"/>
                <a:gd name="connsiteY1" fmla="*/ 104775 h 105799"/>
                <a:gd name="connsiteX2" fmla="*/ 180975 w 188516"/>
                <a:gd name="connsiteY2" fmla="*/ 61913 h 105799"/>
                <a:gd name="connsiteX3" fmla="*/ 185738 w 188516"/>
                <a:gd name="connsiteY3" fmla="*/ 42863 h 105799"/>
                <a:gd name="connsiteX4" fmla="*/ 180975 w 188516"/>
                <a:gd name="connsiteY4" fmla="*/ 23813 h 105799"/>
                <a:gd name="connsiteX5" fmla="*/ 171450 w 188516"/>
                <a:gd name="connsiteY5" fmla="*/ 0 h 105799"/>
                <a:gd name="connsiteX0" fmla="*/ 0 w 185738"/>
                <a:gd name="connsiteY0" fmla="*/ 14288 h 105075"/>
                <a:gd name="connsiteX1" fmla="*/ 104775 w 185738"/>
                <a:gd name="connsiteY1" fmla="*/ 104775 h 105075"/>
                <a:gd name="connsiteX2" fmla="*/ 185738 w 185738"/>
                <a:gd name="connsiteY2" fmla="*/ 42863 h 105075"/>
                <a:gd name="connsiteX3" fmla="*/ 180975 w 185738"/>
                <a:gd name="connsiteY3" fmla="*/ 23813 h 105075"/>
                <a:gd name="connsiteX4" fmla="*/ 171450 w 185738"/>
                <a:gd name="connsiteY4" fmla="*/ 0 h 105075"/>
                <a:gd name="connsiteX0" fmla="*/ 0 w 180975"/>
                <a:gd name="connsiteY0" fmla="*/ 14288 h 104803"/>
                <a:gd name="connsiteX1" fmla="*/ 104775 w 180975"/>
                <a:gd name="connsiteY1" fmla="*/ 104775 h 104803"/>
                <a:gd name="connsiteX2" fmla="*/ 180975 w 180975"/>
                <a:gd name="connsiteY2" fmla="*/ 23813 h 104803"/>
                <a:gd name="connsiteX3" fmla="*/ 171450 w 180975"/>
                <a:gd name="connsiteY3" fmla="*/ 0 h 104803"/>
                <a:gd name="connsiteX0" fmla="*/ 0 w 180975"/>
                <a:gd name="connsiteY0" fmla="*/ 14288 h 24179"/>
                <a:gd name="connsiteX1" fmla="*/ 180975 w 180975"/>
                <a:gd name="connsiteY1" fmla="*/ 23813 h 24179"/>
                <a:gd name="connsiteX2" fmla="*/ 171450 w 180975"/>
                <a:gd name="connsiteY2" fmla="*/ 0 h 24179"/>
                <a:gd name="connsiteX0" fmla="*/ 0 w 180975"/>
                <a:gd name="connsiteY0" fmla="*/ 14288 h 102268"/>
                <a:gd name="connsiteX1" fmla="*/ 180975 w 180975"/>
                <a:gd name="connsiteY1" fmla="*/ 23813 h 102268"/>
                <a:gd name="connsiteX2" fmla="*/ 171450 w 180975"/>
                <a:gd name="connsiteY2" fmla="*/ 0 h 102268"/>
                <a:gd name="connsiteX0" fmla="*/ 0 w 180975"/>
                <a:gd name="connsiteY0" fmla="*/ 14288 h 122529"/>
                <a:gd name="connsiteX1" fmla="*/ 180975 w 180975"/>
                <a:gd name="connsiteY1" fmla="*/ 23813 h 122529"/>
                <a:gd name="connsiteX2" fmla="*/ 171450 w 180975"/>
                <a:gd name="connsiteY2" fmla="*/ 0 h 122529"/>
                <a:gd name="connsiteX0" fmla="*/ 0 w 180975"/>
                <a:gd name="connsiteY0" fmla="*/ 14288 h 116376"/>
                <a:gd name="connsiteX1" fmla="*/ 180975 w 180975"/>
                <a:gd name="connsiteY1" fmla="*/ 23813 h 116376"/>
                <a:gd name="connsiteX2" fmla="*/ 171450 w 180975"/>
                <a:gd name="connsiteY2" fmla="*/ 0 h 116376"/>
                <a:gd name="connsiteX0" fmla="*/ 0 w 180975"/>
                <a:gd name="connsiteY0" fmla="*/ 14288 h 98167"/>
                <a:gd name="connsiteX1" fmla="*/ 180975 w 180975"/>
                <a:gd name="connsiteY1" fmla="*/ 23813 h 98167"/>
                <a:gd name="connsiteX2" fmla="*/ 171450 w 180975"/>
                <a:gd name="connsiteY2" fmla="*/ 0 h 98167"/>
                <a:gd name="connsiteX0" fmla="*/ 0 w 180975"/>
                <a:gd name="connsiteY0" fmla="*/ 0 h 83879"/>
                <a:gd name="connsiteX1" fmla="*/ 180975 w 180975"/>
                <a:gd name="connsiteY1" fmla="*/ 9525 h 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975" h="83879">
                  <a:moveTo>
                    <a:pt x="0" y="0"/>
                  </a:moveTo>
                  <a:cubicBezTo>
                    <a:pt x="23415" y="82946"/>
                    <a:pt x="145257" y="133349"/>
                    <a:pt x="180975" y="95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60CDC98-17AC-44A3-BAA3-27C4B22A88FE}"/>
                </a:ext>
              </a:extLst>
            </p:cNvPr>
            <p:cNvSpPr/>
            <p:nvPr/>
          </p:nvSpPr>
          <p:spPr>
            <a:xfrm flipV="1">
              <a:off x="4683285" y="2423381"/>
              <a:ext cx="56164" cy="879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1EC511E-3C8D-41F6-8F6A-150FB3EA7C55}"/>
                </a:ext>
              </a:extLst>
            </p:cNvPr>
            <p:cNvSpPr/>
            <p:nvPr/>
          </p:nvSpPr>
          <p:spPr>
            <a:xfrm flipV="1">
              <a:off x="5396777" y="2408372"/>
              <a:ext cx="56164" cy="8796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" name="ttsMP3.com_VoiceText_2025-4-26_0-47-46">
            <a:hlinkClick r:id="" action="ppaction://media"/>
            <a:extLst>
              <a:ext uri="{FF2B5EF4-FFF2-40B4-BE49-F238E27FC236}">
                <a16:creationId xmlns:a16="http://schemas.microsoft.com/office/drawing/2014/main" id="{531F02BE-D8F3-4DEA-85ED-5A00C7AFC7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5660" y="1534944"/>
            <a:ext cx="609600" cy="609600"/>
          </a:xfrm>
          <a:prstGeom prst="rect">
            <a:avLst/>
          </a:prstGeom>
        </p:spPr>
      </p:pic>
      <p:pic>
        <p:nvPicPr>
          <p:cNvPr id="33" name="1sec">
            <a:hlinkClick r:id="" action="ppaction://media"/>
            <a:extLst>
              <a:ext uri="{FF2B5EF4-FFF2-40B4-BE49-F238E27FC236}">
                <a16:creationId xmlns:a16="http://schemas.microsoft.com/office/drawing/2014/main" id="{8563E838-88C9-4FAD-AB1E-5AFFBCB2C6E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658879" y="1517489"/>
            <a:ext cx="609600" cy="609600"/>
          </a:xfrm>
          <a:prstGeom prst="rect">
            <a:avLst/>
          </a:prstGeom>
        </p:spPr>
      </p:pic>
      <p:pic>
        <p:nvPicPr>
          <p:cNvPr id="3" name="letssayitonemoretime">
            <a:hlinkClick r:id="" action="ppaction://media"/>
            <a:extLst>
              <a:ext uri="{FF2B5EF4-FFF2-40B4-BE49-F238E27FC236}">
                <a16:creationId xmlns:a16="http://schemas.microsoft.com/office/drawing/2014/main" id="{173D3926-FEC8-4BBF-BA07-5C034B100B26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451206" y="1480158"/>
            <a:ext cx="609600" cy="609600"/>
          </a:xfrm>
          <a:prstGeom prst="rect">
            <a:avLst/>
          </a:prstGeom>
        </p:spPr>
      </p:pic>
      <p:pic>
        <p:nvPicPr>
          <p:cNvPr id="34" name="1sec">
            <a:hlinkClick r:id="" action="ppaction://media"/>
            <a:extLst>
              <a:ext uri="{FF2B5EF4-FFF2-40B4-BE49-F238E27FC236}">
                <a16:creationId xmlns:a16="http://schemas.microsoft.com/office/drawing/2014/main" id="{9420D6FE-E9A1-4245-8A1F-7255C6B254B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140866" y="1475430"/>
            <a:ext cx="609600" cy="609600"/>
          </a:xfrm>
          <a:prstGeom prst="rect">
            <a:avLst/>
          </a:prstGeom>
        </p:spPr>
      </p:pic>
      <p:pic>
        <p:nvPicPr>
          <p:cNvPr id="4" name="longo">
            <a:hlinkClick r:id="" action="ppaction://media"/>
            <a:extLst>
              <a:ext uri="{FF2B5EF4-FFF2-40B4-BE49-F238E27FC236}">
                <a16:creationId xmlns:a16="http://schemas.microsoft.com/office/drawing/2014/main" id="{32D6336C-3389-4CE5-A0BA-63EC07A3CAB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929279" y="1480158"/>
            <a:ext cx="609600" cy="609600"/>
          </a:xfrm>
          <a:prstGeom prst="rect">
            <a:avLst/>
          </a:prstGeom>
        </p:spPr>
      </p:pic>
      <p:pic>
        <p:nvPicPr>
          <p:cNvPr id="36" name="1sec">
            <a:hlinkClick r:id="" action="ppaction://media"/>
            <a:extLst>
              <a:ext uri="{FF2B5EF4-FFF2-40B4-BE49-F238E27FC236}">
                <a16:creationId xmlns:a16="http://schemas.microsoft.com/office/drawing/2014/main" id="{5890425C-10C5-4473-8BBB-CE607189949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611790" y="1433061"/>
            <a:ext cx="609600" cy="609600"/>
          </a:xfrm>
          <a:prstGeom prst="rect">
            <a:avLst/>
          </a:prstGeom>
        </p:spPr>
      </p:pic>
      <p:pic>
        <p:nvPicPr>
          <p:cNvPr id="5" name="ttsMP3.com_VoiceText_2025-4-26_0-51-15">
            <a:hlinkClick r:id="" action="ppaction://media"/>
            <a:extLst>
              <a:ext uri="{FF2B5EF4-FFF2-40B4-BE49-F238E27FC236}">
                <a16:creationId xmlns:a16="http://schemas.microsoft.com/office/drawing/2014/main" id="{E255F082-ACE6-47A0-9A13-AFCE3D5CDD8E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360173" y="1388315"/>
            <a:ext cx="609600" cy="609600"/>
          </a:xfrm>
          <a:prstGeom prst="rect">
            <a:avLst/>
          </a:prstGeom>
        </p:spPr>
      </p:pic>
      <p:pic>
        <p:nvPicPr>
          <p:cNvPr id="38" name="1sec">
            <a:hlinkClick r:id="" action="ppaction://media"/>
            <a:extLst>
              <a:ext uri="{FF2B5EF4-FFF2-40B4-BE49-F238E27FC236}">
                <a16:creationId xmlns:a16="http://schemas.microsoft.com/office/drawing/2014/main" id="{C7D85E15-1E40-40D1-BC5A-CCB68129106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214724" y="14639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14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3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88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69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75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208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264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3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568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 vol="80000" showWhenStopped="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CE8B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CE8B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92D05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92D05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ow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1955181" y="5967800"/>
              <a:ext cx="5538468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Long O</a:t>
              </a: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CE8B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CE8B3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91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423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eigh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07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5353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FF53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igh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y-e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258076" y="3048094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01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1735</TotalTime>
  <Words>49</Words>
  <Application>Microsoft Office PowerPoint</Application>
  <PresentationFormat>Widescreen</PresentationFormat>
  <Paragraphs>48</Paragraphs>
  <Slides>11</Slides>
  <Notes>0</Notes>
  <HiddenSlides>0</HiddenSlides>
  <MMClips>46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244</cp:revision>
  <dcterms:created xsi:type="dcterms:W3CDTF">2025-03-13T11:57:37Z</dcterms:created>
  <dcterms:modified xsi:type="dcterms:W3CDTF">2025-04-25T22:11:37Z</dcterms:modified>
</cp:coreProperties>
</file>