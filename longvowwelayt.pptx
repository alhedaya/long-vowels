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6" r:id="rId11"/>
    <p:sldId id="267" r:id="rId12"/>
    <p:sldId id="268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BFFF"/>
    <a:srgbClr val="AC4D1B"/>
    <a:srgbClr val="E87A2F"/>
    <a:srgbClr val="FF2F2F"/>
    <a:srgbClr val="FFFF3F"/>
    <a:srgbClr val="BE5B33"/>
    <a:srgbClr val="F09050"/>
    <a:srgbClr val="F8CBAD"/>
    <a:srgbClr val="AA502C"/>
    <a:srgbClr val="3556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33" d="100"/>
          <a:sy n="33" d="100"/>
        </p:scale>
        <p:origin x="1452" y="9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33AE4-A7C1-4219-B6E3-4D9FDF3A5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0A7C54-21AD-4584-A111-50A0B8FD96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25C3A-24D6-46C2-AF24-3EB1A13C3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EDF3C-01B1-4A8A-A9C9-053A024CE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48490-5937-4DD2-A25F-9960AC024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522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D4EDE-E8E9-4823-8591-2AF815541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09ABA-0707-46C2-8FD1-80BBFAC03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8D55E-AC43-4BA1-BD1D-25D51478E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31DDC-25D1-4AD2-93FC-E575BB88B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C1FE8-253B-417E-8519-EE6258C74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028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99282-59D3-46C9-BA14-976A36117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EF3487-46BF-4582-AB32-A7B52D44B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F4D4A-F1E8-4BCA-B5C3-DA5EDB1E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F0546-C27F-4A63-ABC1-049381093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8AA95-A20C-4051-8CCE-B3BEE1F69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093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44F1C-814D-4FD4-BDAD-41FF0F322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F3100-1CCA-4A8B-918C-140B1CEF6F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A2BDE7-D36B-41E9-876B-C2C6D9B42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0739F2-E7E3-4E6A-8834-E3BA57A26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A85C15-F685-4EBD-BC93-1FD41AC73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E18E0A-ECB5-41E5-8B97-92D0E63CF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327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3E9AA-000B-4B7E-9497-3FA940309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BDC2FB-9FD7-4943-BA64-0A89B0F77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9CCE27-CCD3-4E6F-BAE9-A27689F706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9DF5D1-B587-4597-A615-3049136342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6639BC-F18E-47D6-90F1-62899B1471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709FCA-E285-4BA6-B6E1-9DDD54417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BF2445-90F5-4B5A-A6A8-6F21EE0FE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C3A0E8-C3B4-420B-AC7B-4F0F4CD94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381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6BA98-ED8E-41D7-8DAE-594B5A700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058282-D5EE-451C-B9A3-E0F950906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5AF35-5A6E-4B1F-A368-596384637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F97373-E1D6-4DEA-AC7F-22C44D624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578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362B56-2A4E-4B2A-98FA-B2DCA770E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3DB106-4D1A-4E5D-941D-466FAD066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9E49EC-F9A6-4029-90ED-26280A0B1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14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1F340-AE88-4F94-B2EB-866876A76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F78EE-1100-4812-A9B4-E73693BB7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C1A110-1DB2-4060-BE0A-9DCFD0DBC2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FACBF9-AB0C-4769-9989-A8C350A0B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700511-3B4D-4972-9510-58EF9857A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DD62A5-AEBC-4521-BA81-A80CBCC41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048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B9782-EC4D-4CB2-AC15-1A14E2D16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0C41A0-C4A4-42D5-8E45-D113FDC26E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4378DD-AB06-4941-ADD2-2A9057B83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408944-8322-4B47-B33A-898BAB666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36C1AB-B807-4E22-9933-A91FAA340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31B3B5-0C98-46F8-83CF-AD33D699D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33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C7B04-929D-4592-BC8C-C41EB7A35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F0EA8A-9086-49A8-9B14-EACDFD74F1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B2EBC-943D-4401-9702-6374A6812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8A963-487C-4607-9C79-450BC4F32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4384D1-04AF-4A6F-81BC-8B688AF4C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457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3BEF89-8CCA-4F3C-9764-18AA23EB1F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FB3BBA-E775-4B2E-85CF-B4A29CE91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6C5BE-5F48-4BF6-8881-D4E9E2D6F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63719-B508-49D1-8E00-BF5E3A86B3DF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7328F0-E014-407D-A458-1DCF18304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24056-EEF2-4550-88E9-5FF4FAAF6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704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DC50E9-C151-4BBF-960F-747E312C5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E69659-5534-49C3-95CE-24C1B64D4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391B5-A0DA-4601-B2B5-A460AFEC12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A63719-B508-49D1-8E00-BF5E3A86B3DF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9E0A9-A973-4575-B254-88F04C4452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76E6F-F2A3-4E96-9CD6-12ED35391E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8E6A0-2532-4A05-9B3C-8FDD99721B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70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audio" Target="../media/media4.mp3"/><Relationship Id="rId13" Type="http://schemas.microsoft.com/office/2007/relationships/media" Target="../media/media7.mp3"/><Relationship Id="rId3" Type="http://schemas.microsoft.com/office/2007/relationships/media" Target="../media/media2.mp3"/><Relationship Id="rId7" Type="http://schemas.microsoft.com/office/2007/relationships/media" Target="../media/media4.mp3"/><Relationship Id="rId12" Type="http://schemas.openxmlformats.org/officeDocument/2006/relationships/audio" Target="../media/media6.mp3"/><Relationship Id="rId2" Type="http://schemas.openxmlformats.org/officeDocument/2006/relationships/audio" Target="../media/media1.mp3"/><Relationship Id="rId16" Type="http://schemas.openxmlformats.org/officeDocument/2006/relationships/image" Target="../media/image1.png"/><Relationship Id="rId1" Type="http://schemas.microsoft.com/office/2007/relationships/media" Target="../media/media1.mp3"/><Relationship Id="rId6" Type="http://schemas.openxmlformats.org/officeDocument/2006/relationships/audio" Target="../media/media3.mp3"/><Relationship Id="rId11" Type="http://schemas.microsoft.com/office/2007/relationships/media" Target="../media/media6.mp3"/><Relationship Id="rId5" Type="http://schemas.microsoft.com/office/2007/relationships/media" Target="../media/media3.mp3"/><Relationship Id="rId15" Type="http://schemas.openxmlformats.org/officeDocument/2006/relationships/slideLayout" Target="../slideLayouts/slideLayout7.xml"/><Relationship Id="rId10" Type="http://schemas.openxmlformats.org/officeDocument/2006/relationships/audio" Target="../media/media5.mp3"/><Relationship Id="rId4" Type="http://schemas.openxmlformats.org/officeDocument/2006/relationships/audio" Target="../media/media2.mp3"/><Relationship Id="rId9" Type="http://schemas.microsoft.com/office/2007/relationships/media" Target="../media/media5.mp3"/><Relationship Id="rId14" Type="http://schemas.openxmlformats.org/officeDocument/2006/relationships/audio" Target="../media/media7.mp3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2.mp3"/><Relationship Id="rId7" Type="http://schemas.openxmlformats.org/officeDocument/2006/relationships/slideLayout" Target="../slideLayouts/slideLayout1.xml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6" Type="http://schemas.openxmlformats.org/officeDocument/2006/relationships/audio" Target="../media/media9.mp3"/><Relationship Id="rId5" Type="http://schemas.microsoft.com/office/2007/relationships/media" Target="../media/media9.mp3"/><Relationship Id="rId4" Type="http://schemas.openxmlformats.org/officeDocument/2006/relationships/audio" Target="../media/media2.mp3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2.mp3"/><Relationship Id="rId7" Type="http://schemas.openxmlformats.org/officeDocument/2006/relationships/slideLayout" Target="../slideLayouts/slideLayout7.xml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6" Type="http://schemas.openxmlformats.org/officeDocument/2006/relationships/audio" Target="../media/media11.mp3"/><Relationship Id="rId5" Type="http://schemas.microsoft.com/office/2007/relationships/media" Target="../media/media11.mp3"/><Relationship Id="rId4" Type="http://schemas.openxmlformats.org/officeDocument/2006/relationships/audio" Target="../media/media2.mp3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2.mp3"/><Relationship Id="rId7" Type="http://schemas.openxmlformats.org/officeDocument/2006/relationships/slideLayout" Target="../slideLayouts/slideLayout7.xml"/><Relationship Id="rId2" Type="http://schemas.openxmlformats.org/officeDocument/2006/relationships/audio" Target="../media/media12.mp3"/><Relationship Id="rId1" Type="http://schemas.microsoft.com/office/2007/relationships/media" Target="../media/media12.mp3"/><Relationship Id="rId6" Type="http://schemas.openxmlformats.org/officeDocument/2006/relationships/audio" Target="../media/media13.mp3"/><Relationship Id="rId5" Type="http://schemas.microsoft.com/office/2007/relationships/media" Target="../media/media13.mp3"/><Relationship Id="rId4" Type="http://schemas.openxmlformats.org/officeDocument/2006/relationships/audio" Target="../media/media2.mp3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2.mp3"/><Relationship Id="rId7" Type="http://schemas.openxmlformats.org/officeDocument/2006/relationships/slideLayout" Target="../slideLayouts/slideLayout7.xml"/><Relationship Id="rId2" Type="http://schemas.openxmlformats.org/officeDocument/2006/relationships/audio" Target="../media/media14.mp3"/><Relationship Id="rId1" Type="http://schemas.microsoft.com/office/2007/relationships/media" Target="../media/media14.mp3"/><Relationship Id="rId6" Type="http://schemas.openxmlformats.org/officeDocument/2006/relationships/audio" Target="../media/media15.mp3"/><Relationship Id="rId5" Type="http://schemas.microsoft.com/office/2007/relationships/media" Target="../media/media15.mp3"/><Relationship Id="rId4" Type="http://schemas.openxmlformats.org/officeDocument/2006/relationships/audio" Target="../media/media2.mp3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2.mp3"/><Relationship Id="rId7" Type="http://schemas.openxmlformats.org/officeDocument/2006/relationships/slideLayout" Target="../slideLayouts/slideLayout7.xml"/><Relationship Id="rId2" Type="http://schemas.openxmlformats.org/officeDocument/2006/relationships/audio" Target="../media/media16.mp3"/><Relationship Id="rId1" Type="http://schemas.microsoft.com/office/2007/relationships/media" Target="../media/media16.mp3"/><Relationship Id="rId6" Type="http://schemas.openxmlformats.org/officeDocument/2006/relationships/audio" Target="../media/media17.mp3"/><Relationship Id="rId5" Type="http://schemas.microsoft.com/office/2007/relationships/media" Target="../media/media17.mp3"/><Relationship Id="rId4" Type="http://schemas.openxmlformats.org/officeDocument/2006/relationships/audio" Target="../media/media2.mp3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2.mp3"/><Relationship Id="rId7" Type="http://schemas.openxmlformats.org/officeDocument/2006/relationships/slideLayout" Target="../slideLayouts/slideLayout7.xml"/><Relationship Id="rId2" Type="http://schemas.openxmlformats.org/officeDocument/2006/relationships/audio" Target="../media/media18.mp3"/><Relationship Id="rId1" Type="http://schemas.microsoft.com/office/2007/relationships/media" Target="../media/media18.mp3"/><Relationship Id="rId6" Type="http://schemas.openxmlformats.org/officeDocument/2006/relationships/audio" Target="../media/media19.mp3"/><Relationship Id="rId5" Type="http://schemas.microsoft.com/office/2007/relationships/media" Target="../media/media19.mp3"/><Relationship Id="rId4" Type="http://schemas.openxmlformats.org/officeDocument/2006/relationships/audio" Target="../media/media2.mp3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2.mp3"/><Relationship Id="rId7" Type="http://schemas.openxmlformats.org/officeDocument/2006/relationships/slideLayout" Target="../slideLayouts/slideLayout7.xml"/><Relationship Id="rId2" Type="http://schemas.openxmlformats.org/officeDocument/2006/relationships/audio" Target="../media/media20.mp3"/><Relationship Id="rId1" Type="http://schemas.microsoft.com/office/2007/relationships/media" Target="../media/media20.mp3"/><Relationship Id="rId6" Type="http://schemas.openxmlformats.org/officeDocument/2006/relationships/audio" Target="../media/media21.mp3"/><Relationship Id="rId5" Type="http://schemas.microsoft.com/office/2007/relationships/media" Target="../media/media21.mp3"/><Relationship Id="rId4" Type="http://schemas.openxmlformats.org/officeDocument/2006/relationships/audio" Target="../media/media2.mp3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2.mp3"/><Relationship Id="rId7" Type="http://schemas.openxmlformats.org/officeDocument/2006/relationships/slideLayout" Target="../slideLayouts/slideLayout7.xml"/><Relationship Id="rId2" Type="http://schemas.openxmlformats.org/officeDocument/2006/relationships/audio" Target="../media/media22.mp3"/><Relationship Id="rId1" Type="http://schemas.microsoft.com/office/2007/relationships/media" Target="../media/media22.mp3"/><Relationship Id="rId6" Type="http://schemas.openxmlformats.org/officeDocument/2006/relationships/audio" Target="../media/media23.mp3"/><Relationship Id="rId5" Type="http://schemas.microsoft.com/office/2007/relationships/media" Target="../media/media23.mp3"/><Relationship Id="rId4" Type="http://schemas.openxmlformats.org/officeDocument/2006/relationships/audio" Target="../media/media2.mp3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audio" Target="../media/media25.mp3"/><Relationship Id="rId3" Type="http://schemas.microsoft.com/office/2007/relationships/media" Target="../media/media2.mp3"/><Relationship Id="rId7" Type="http://schemas.microsoft.com/office/2007/relationships/media" Target="../media/media25.mp3"/><Relationship Id="rId12" Type="http://schemas.openxmlformats.org/officeDocument/2006/relationships/image" Target="../media/image1.png"/><Relationship Id="rId2" Type="http://schemas.openxmlformats.org/officeDocument/2006/relationships/audio" Target="../media/media24.mp3"/><Relationship Id="rId1" Type="http://schemas.microsoft.com/office/2007/relationships/media" Target="../media/media24.mp3"/><Relationship Id="rId6" Type="http://schemas.openxmlformats.org/officeDocument/2006/relationships/audio" Target="../media/media5.mp3"/><Relationship Id="rId11" Type="http://schemas.openxmlformats.org/officeDocument/2006/relationships/slideLayout" Target="../slideLayouts/slideLayout7.xml"/><Relationship Id="rId5" Type="http://schemas.microsoft.com/office/2007/relationships/media" Target="../media/media5.mp3"/><Relationship Id="rId10" Type="http://schemas.openxmlformats.org/officeDocument/2006/relationships/audio" Target="../media/media26.mp3"/><Relationship Id="rId4" Type="http://schemas.openxmlformats.org/officeDocument/2006/relationships/audio" Target="../media/media2.mp3"/><Relationship Id="rId9" Type="http://schemas.microsoft.com/office/2007/relationships/media" Target="../media/media26.mp3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E53A5D1-99FF-4808-AA90-103559D4C19B}"/>
              </a:ext>
            </a:extLst>
          </p:cNvPr>
          <p:cNvGrpSpPr/>
          <p:nvPr/>
        </p:nvGrpSpPr>
        <p:grpSpPr>
          <a:xfrm>
            <a:off x="476064" y="1038530"/>
            <a:ext cx="5207436" cy="5071456"/>
            <a:chOff x="2185160" y="470140"/>
            <a:chExt cx="6439186" cy="6271042"/>
          </a:xfrm>
        </p:grpSpPr>
        <p:sp>
          <p:nvSpPr>
            <p:cNvPr id="5" name="Rectangle 86">
              <a:extLst>
                <a:ext uri="{FF2B5EF4-FFF2-40B4-BE49-F238E27FC236}">
                  <a16:creationId xmlns:a16="http://schemas.microsoft.com/office/drawing/2014/main" id="{462C63CB-9BC9-4BF0-AAF9-CEBF7E6A738D}"/>
                </a:ext>
              </a:extLst>
            </p:cNvPr>
            <p:cNvSpPr/>
            <p:nvPr/>
          </p:nvSpPr>
          <p:spPr>
            <a:xfrm>
              <a:off x="2185160" y="3804102"/>
              <a:ext cx="3225128" cy="2592853"/>
            </a:xfrm>
            <a:custGeom>
              <a:avLst/>
              <a:gdLst>
                <a:gd name="connsiteX0" fmla="*/ 0 w 635000"/>
                <a:gd name="connsiteY0" fmla="*/ 0 h 1333500"/>
                <a:gd name="connsiteX1" fmla="*/ 635000 w 635000"/>
                <a:gd name="connsiteY1" fmla="*/ 0 h 1333500"/>
                <a:gd name="connsiteX2" fmla="*/ 635000 w 635000"/>
                <a:gd name="connsiteY2" fmla="*/ 1333500 h 1333500"/>
                <a:gd name="connsiteX3" fmla="*/ 0 w 635000"/>
                <a:gd name="connsiteY3" fmla="*/ 1333500 h 1333500"/>
                <a:gd name="connsiteX4" fmla="*/ 0 w 635000"/>
                <a:gd name="connsiteY4" fmla="*/ 0 h 1333500"/>
                <a:gd name="connsiteX0" fmla="*/ 0 w 1092200"/>
                <a:gd name="connsiteY0" fmla="*/ 0 h 1333500"/>
                <a:gd name="connsiteX1" fmla="*/ 1092200 w 1092200"/>
                <a:gd name="connsiteY1" fmla="*/ 393700 h 1333500"/>
                <a:gd name="connsiteX2" fmla="*/ 635000 w 1092200"/>
                <a:gd name="connsiteY2" fmla="*/ 1333500 h 1333500"/>
                <a:gd name="connsiteX3" fmla="*/ 0 w 1092200"/>
                <a:gd name="connsiteY3" fmla="*/ 1333500 h 1333500"/>
                <a:gd name="connsiteX4" fmla="*/ 0 w 1092200"/>
                <a:gd name="connsiteY4" fmla="*/ 0 h 1333500"/>
                <a:gd name="connsiteX0" fmla="*/ 0 w 1422400"/>
                <a:gd name="connsiteY0" fmla="*/ 0 h 1612900"/>
                <a:gd name="connsiteX1" fmla="*/ 1422400 w 1422400"/>
                <a:gd name="connsiteY1" fmla="*/ 673100 h 1612900"/>
                <a:gd name="connsiteX2" fmla="*/ 965200 w 1422400"/>
                <a:gd name="connsiteY2" fmla="*/ 1612900 h 1612900"/>
                <a:gd name="connsiteX3" fmla="*/ 330200 w 1422400"/>
                <a:gd name="connsiteY3" fmla="*/ 1612900 h 1612900"/>
                <a:gd name="connsiteX4" fmla="*/ 0 w 1422400"/>
                <a:gd name="connsiteY4" fmla="*/ 0 h 1612900"/>
                <a:gd name="connsiteX0" fmla="*/ 1435100 w 2857500"/>
                <a:gd name="connsiteY0" fmla="*/ 0 h 2616200"/>
                <a:gd name="connsiteX1" fmla="*/ 2857500 w 2857500"/>
                <a:gd name="connsiteY1" fmla="*/ 673100 h 2616200"/>
                <a:gd name="connsiteX2" fmla="*/ 2400300 w 2857500"/>
                <a:gd name="connsiteY2" fmla="*/ 1612900 h 2616200"/>
                <a:gd name="connsiteX3" fmla="*/ 0 w 2857500"/>
                <a:gd name="connsiteY3" fmla="*/ 2616200 h 2616200"/>
                <a:gd name="connsiteX4" fmla="*/ 1435100 w 2857500"/>
                <a:gd name="connsiteY4" fmla="*/ 0 h 2616200"/>
                <a:gd name="connsiteX0" fmla="*/ 1435100 w 2857500"/>
                <a:gd name="connsiteY0" fmla="*/ 0 h 2616200"/>
                <a:gd name="connsiteX1" fmla="*/ 2857500 w 2857500"/>
                <a:gd name="connsiteY1" fmla="*/ 673100 h 2616200"/>
                <a:gd name="connsiteX2" fmla="*/ 0 w 2857500"/>
                <a:gd name="connsiteY2" fmla="*/ 2616200 h 2616200"/>
                <a:gd name="connsiteX3" fmla="*/ 1435100 w 2857500"/>
                <a:gd name="connsiteY3" fmla="*/ 0 h 2616200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70"/>
                <a:gd name="connsiteX1" fmla="*/ 2857500 w 2857500"/>
                <a:gd name="connsiteY1" fmla="*/ 673100 h 2616970"/>
                <a:gd name="connsiteX2" fmla="*/ 0 w 2857500"/>
                <a:gd name="connsiteY2" fmla="*/ 2616200 h 2616970"/>
                <a:gd name="connsiteX3" fmla="*/ 1435100 w 2857500"/>
                <a:gd name="connsiteY3" fmla="*/ 0 h 2616970"/>
                <a:gd name="connsiteX0" fmla="*/ 1435100 w 2978617"/>
                <a:gd name="connsiteY0" fmla="*/ 138270 h 2755240"/>
                <a:gd name="connsiteX1" fmla="*/ 2857500 w 2978617"/>
                <a:gd name="connsiteY1" fmla="*/ 811370 h 2755240"/>
                <a:gd name="connsiteX2" fmla="*/ 0 w 2978617"/>
                <a:gd name="connsiteY2" fmla="*/ 2754470 h 2755240"/>
                <a:gd name="connsiteX3" fmla="*/ 1435100 w 2978617"/>
                <a:gd name="connsiteY3" fmla="*/ 138270 h 2755240"/>
                <a:gd name="connsiteX0" fmla="*/ 1435100 w 2935015"/>
                <a:gd name="connsiteY0" fmla="*/ 228667 h 2845637"/>
                <a:gd name="connsiteX1" fmla="*/ 2857500 w 2935015"/>
                <a:gd name="connsiteY1" fmla="*/ 901767 h 2845637"/>
                <a:gd name="connsiteX2" fmla="*/ 0 w 2935015"/>
                <a:gd name="connsiteY2" fmla="*/ 2844867 h 2845637"/>
                <a:gd name="connsiteX3" fmla="*/ 1435100 w 2935015"/>
                <a:gd name="connsiteY3" fmla="*/ 228667 h 2845637"/>
                <a:gd name="connsiteX0" fmla="*/ 1435100 w 2861117"/>
                <a:gd name="connsiteY0" fmla="*/ 250196 h 2867166"/>
                <a:gd name="connsiteX1" fmla="*/ 2857500 w 2861117"/>
                <a:gd name="connsiteY1" fmla="*/ 923296 h 2867166"/>
                <a:gd name="connsiteX2" fmla="*/ 0 w 2861117"/>
                <a:gd name="connsiteY2" fmla="*/ 2866396 h 2867166"/>
                <a:gd name="connsiteX3" fmla="*/ 1435100 w 2861117"/>
                <a:gd name="connsiteY3" fmla="*/ 250196 h 2867166"/>
                <a:gd name="connsiteX0" fmla="*/ 1435100 w 2860844"/>
                <a:gd name="connsiteY0" fmla="*/ 421200 h 3038170"/>
                <a:gd name="connsiteX1" fmla="*/ 2857500 w 2860844"/>
                <a:gd name="connsiteY1" fmla="*/ 1094300 h 3038170"/>
                <a:gd name="connsiteX2" fmla="*/ 0 w 2860844"/>
                <a:gd name="connsiteY2" fmla="*/ 3037400 h 3038170"/>
                <a:gd name="connsiteX3" fmla="*/ 1435100 w 2860844"/>
                <a:gd name="connsiteY3" fmla="*/ 421200 h 3038170"/>
                <a:gd name="connsiteX0" fmla="*/ 1435100 w 2924171"/>
                <a:gd name="connsiteY0" fmla="*/ 414635 h 3031612"/>
                <a:gd name="connsiteX1" fmla="*/ 2921000 w 2924171"/>
                <a:gd name="connsiteY1" fmla="*/ 1100435 h 3031612"/>
                <a:gd name="connsiteX2" fmla="*/ 0 w 2924171"/>
                <a:gd name="connsiteY2" fmla="*/ 3030835 h 3031612"/>
                <a:gd name="connsiteX3" fmla="*/ 1435100 w 2924171"/>
                <a:gd name="connsiteY3" fmla="*/ 414635 h 3031612"/>
                <a:gd name="connsiteX0" fmla="*/ 1435100 w 2943947"/>
                <a:gd name="connsiteY0" fmla="*/ 434155 h 3051132"/>
                <a:gd name="connsiteX1" fmla="*/ 2921000 w 2943947"/>
                <a:gd name="connsiteY1" fmla="*/ 1119955 h 3051132"/>
                <a:gd name="connsiteX2" fmla="*/ 0 w 2943947"/>
                <a:gd name="connsiteY2" fmla="*/ 3050355 h 3051132"/>
                <a:gd name="connsiteX3" fmla="*/ 1435100 w 2943947"/>
                <a:gd name="connsiteY3" fmla="*/ 434155 h 3051132"/>
                <a:gd name="connsiteX0" fmla="*/ 1625600 w 3134447"/>
                <a:gd name="connsiteY0" fmla="*/ 434155 h 3000362"/>
                <a:gd name="connsiteX1" fmla="*/ 3111500 w 3134447"/>
                <a:gd name="connsiteY1" fmla="*/ 1119955 h 3000362"/>
                <a:gd name="connsiteX2" fmla="*/ 0 w 3134447"/>
                <a:gd name="connsiteY2" fmla="*/ 2999555 h 3000362"/>
                <a:gd name="connsiteX3" fmla="*/ 1625600 w 3134447"/>
                <a:gd name="connsiteY3" fmla="*/ 434155 h 3000362"/>
                <a:gd name="connsiteX0" fmla="*/ 1625600 w 3121946"/>
                <a:gd name="connsiteY0" fmla="*/ 266917 h 2833425"/>
                <a:gd name="connsiteX1" fmla="*/ 3098800 w 3121946"/>
                <a:gd name="connsiteY1" fmla="*/ 1321017 h 2833425"/>
                <a:gd name="connsiteX2" fmla="*/ 0 w 3121946"/>
                <a:gd name="connsiteY2" fmla="*/ 2832317 h 2833425"/>
                <a:gd name="connsiteX3" fmla="*/ 1625600 w 3121946"/>
                <a:gd name="connsiteY3" fmla="*/ 266917 h 2833425"/>
                <a:gd name="connsiteX0" fmla="*/ 1625600 w 3121946"/>
                <a:gd name="connsiteY0" fmla="*/ 266917 h 3004534"/>
                <a:gd name="connsiteX1" fmla="*/ 3098800 w 3121946"/>
                <a:gd name="connsiteY1" fmla="*/ 1321017 h 3004534"/>
                <a:gd name="connsiteX2" fmla="*/ 0 w 3121946"/>
                <a:gd name="connsiteY2" fmla="*/ 2832317 h 3004534"/>
                <a:gd name="connsiteX3" fmla="*/ 1625600 w 3121946"/>
                <a:gd name="connsiteY3" fmla="*/ 266917 h 3004534"/>
                <a:gd name="connsiteX0" fmla="*/ 2565400 w 3161628"/>
                <a:gd name="connsiteY0" fmla="*/ 730527 h 2604544"/>
                <a:gd name="connsiteX1" fmla="*/ 3098800 w 3161628"/>
                <a:gd name="connsiteY1" fmla="*/ 921027 h 2604544"/>
                <a:gd name="connsiteX2" fmla="*/ 0 w 3161628"/>
                <a:gd name="connsiteY2" fmla="*/ 2432327 h 2604544"/>
                <a:gd name="connsiteX3" fmla="*/ 2565400 w 3161628"/>
                <a:gd name="connsiteY3" fmla="*/ 730527 h 2604544"/>
                <a:gd name="connsiteX0" fmla="*/ 2565400 w 3161628"/>
                <a:gd name="connsiteY0" fmla="*/ 730527 h 2604544"/>
                <a:gd name="connsiteX1" fmla="*/ 3098800 w 3161628"/>
                <a:gd name="connsiteY1" fmla="*/ 921027 h 2604544"/>
                <a:gd name="connsiteX2" fmla="*/ 0 w 3161628"/>
                <a:gd name="connsiteY2" fmla="*/ 2432327 h 2604544"/>
                <a:gd name="connsiteX3" fmla="*/ 2565400 w 3161628"/>
                <a:gd name="connsiteY3" fmla="*/ 730527 h 2604544"/>
                <a:gd name="connsiteX0" fmla="*/ 2628900 w 3225128"/>
                <a:gd name="connsiteY0" fmla="*/ 730527 h 2592853"/>
                <a:gd name="connsiteX1" fmla="*/ 3162300 w 3225128"/>
                <a:gd name="connsiteY1" fmla="*/ 921027 h 2592853"/>
                <a:gd name="connsiteX2" fmla="*/ 0 w 3225128"/>
                <a:gd name="connsiteY2" fmla="*/ 2419627 h 2592853"/>
                <a:gd name="connsiteX3" fmla="*/ 2628900 w 3225128"/>
                <a:gd name="connsiteY3" fmla="*/ 730527 h 2592853"/>
                <a:gd name="connsiteX0" fmla="*/ 2628900 w 3225128"/>
                <a:gd name="connsiteY0" fmla="*/ 730527 h 2592853"/>
                <a:gd name="connsiteX1" fmla="*/ 3162300 w 3225128"/>
                <a:gd name="connsiteY1" fmla="*/ 921027 h 2592853"/>
                <a:gd name="connsiteX2" fmla="*/ 0 w 3225128"/>
                <a:gd name="connsiteY2" fmla="*/ 2419627 h 2592853"/>
                <a:gd name="connsiteX3" fmla="*/ 2628900 w 3225128"/>
                <a:gd name="connsiteY3" fmla="*/ 730527 h 2592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25128" h="2592853">
                  <a:moveTo>
                    <a:pt x="2628900" y="730527"/>
                  </a:moveTo>
                  <a:cubicBezTo>
                    <a:pt x="3014133" y="446894"/>
                    <a:pt x="3373967" y="-865440"/>
                    <a:pt x="3162300" y="921027"/>
                  </a:cubicBezTo>
                  <a:cubicBezTo>
                    <a:pt x="3086100" y="1517927"/>
                    <a:pt x="1536700" y="3118127"/>
                    <a:pt x="0" y="2419627"/>
                  </a:cubicBezTo>
                  <a:cubicBezTo>
                    <a:pt x="960967" y="2030160"/>
                    <a:pt x="1693333" y="1551794"/>
                    <a:pt x="2628900" y="730527"/>
                  </a:cubicBezTo>
                  <a:close/>
                </a:path>
              </a:pathLst>
            </a:custGeom>
            <a:gradFill>
              <a:gsLst>
                <a:gs pos="56000">
                  <a:srgbClr val="5C8B9D"/>
                </a:gs>
                <a:gs pos="0">
                  <a:srgbClr val="DF7C27"/>
                </a:gs>
              </a:gsLst>
              <a:lin ang="13800000" scaled="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86">
              <a:extLst>
                <a:ext uri="{FF2B5EF4-FFF2-40B4-BE49-F238E27FC236}">
                  <a16:creationId xmlns:a16="http://schemas.microsoft.com/office/drawing/2014/main" id="{98177023-E3F1-411B-975E-9F0E4E300080}"/>
                </a:ext>
              </a:extLst>
            </p:cNvPr>
            <p:cNvSpPr/>
            <p:nvPr/>
          </p:nvSpPr>
          <p:spPr>
            <a:xfrm>
              <a:off x="2247438" y="3669446"/>
              <a:ext cx="3225128" cy="2592853"/>
            </a:xfrm>
            <a:custGeom>
              <a:avLst/>
              <a:gdLst>
                <a:gd name="connsiteX0" fmla="*/ 0 w 635000"/>
                <a:gd name="connsiteY0" fmla="*/ 0 h 1333500"/>
                <a:gd name="connsiteX1" fmla="*/ 635000 w 635000"/>
                <a:gd name="connsiteY1" fmla="*/ 0 h 1333500"/>
                <a:gd name="connsiteX2" fmla="*/ 635000 w 635000"/>
                <a:gd name="connsiteY2" fmla="*/ 1333500 h 1333500"/>
                <a:gd name="connsiteX3" fmla="*/ 0 w 635000"/>
                <a:gd name="connsiteY3" fmla="*/ 1333500 h 1333500"/>
                <a:gd name="connsiteX4" fmla="*/ 0 w 635000"/>
                <a:gd name="connsiteY4" fmla="*/ 0 h 1333500"/>
                <a:gd name="connsiteX0" fmla="*/ 0 w 1092200"/>
                <a:gd name="connsiteY0" fmla="*/ 0 h 1333500"/>
                <a:gd name="connsiteX1" fmla="*/ 1092200 w 1092200"/>
                <a:gd name="connsiteY1" fmla="*/ 393700 h 1333500"/>
                <a:gd name="connsiteX2" fmla="*/ 635000 w 1092200"/>
                <a:gd name="connsiteY2" fmla="*/ 1333500 h 1333500"/>
                <a:gd name="connsiteX3" fmla="*/ 0 w 1092200"/>
                <a:gd name="connsiteY3" fmla="*/ 1333500 h 1333500"/>
                <a:gd name="connsiteX4" fmla="*/ 0 w 1092200"/>
                <a:gd name="connsiteY4" fmla="*/ 0 h 1333500"/>
                <a:gd name="connsiteX0" fmla="*/ 0 w 1422400"/>
                <a:gd name="connsiteY0" fmla="*/ 0 h 1612900"/>
                <a:gd name="connsiteX1" fmla="*/ 1422400 w 1422400"/>
                <a:gd name="connsiteY1" fmla="*/ 673100 h 1612900"/>
                <a:gd name="connsiteX2" fmla="*/ 965200 w 1422400"/>
                <a:gd name="connsiteY2" fmla="*/ 1612900 h 1612900"/>
                <a:gd name="connsiteX3" fmla="*/ 330200 w 1422400"/>
                <a:gd name="connsiteY3" fmla="*/ 1612900 h 1612900"/>
                <a:gd name="connsiteX4" fmla="*/ 0 w 1422400"/>
                <a:gd name="connsiteY4" fmla="*/ 0 h 1612900"/>
                <a:gd name="connsiteX0" fmla="*/ 1435100 w 2857500"/>
                <a:gd name="connsiteY0" fmla="*/ 0 h 2616200"/>
                <a:gd name="connsiteX1" fmla="*/ 2857500 w 2857500"/>
                <a:gd name="connsiteY1" fmla="*/ 673100 h 2616200"/>
                <a:gd name="connsiteX2" fmla="*/ 2400300 w 2857500"/>
                <a:gd name="connsiteY2" fmla="*/ 1612900 h 2616200"/>
                <a:gd name="connsiteX3" fmla="*/ 0 w 2857500"/>
                <a:gd name="connsiteY3" fmla="*/ 2616200 h 2616200"/>
                <a:gd name="connsiteX4" fmla="*/ 1435100 w 2857500"/>
                <a:gd name="connsiteY4" fmla="*/ 0 h 2616200"/>
                <a:gd name="connsiteX0" fmla="*/ 1435100 w 2857500"/>
                <a:gd name="connsiteY0" fmla="*/ 0 h 2616200"/>
                <a:gd name="connsiteX1" fmla="*/ 2857500 w 2857500"/>
                <a:gd name="connsiteY1" fmla="*/ 673100 h 2616200"/>
                <a:gd name="connsiteX2" fmla="*/ 0 w 2857500"/>
                <a:gd name="connsiteY2" fmla="*/ 2616200 h 2616200"/>
                <a:gd name="connsiteX3" fmla="*/ 1435100 w 2857500"/>
                <a:gd name="connsiteY3" fmla="*/ 0 h 2616200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70"/>
                <a:gd name="connsiteX1" fmla="*/ 2857500 w 2857500"/>
                <a:gd name="connsiteY1" fmla="*/ 673100 h 2616970"/>
                <a:gd name="connsiteX2" fmla="*/ 0 w 2857500"/>
                <a:gd name="connsiteY2" fmla="*/ 2616200 h 2616970"/>
                <a:gd name="connsiteX3" fmla="*/ 1435100 w 2857500"/>
                <a:gd name="connsiteY3" fmla="*/ 0 h 2616970"/>
                <a:gd name="connsiteX0" fmla="*/ 1435100 w 2978617"/>
                <a:gd name="connsiteY0" fmla="*/ 138270 h 2755240"/>
                <a:gd name="connsiteX1" fmla="*/ 2857500 w 2978617"/>
                <a:gd name="connsiteY1" fmla="*/ 811370 h 2755240"/>
                <a:gd name="connsiteX2" fmla="*/ 0 w 2978617"/>
                <a:gd name="connsiteY2" fmla="*/ 2754470 h 2755240"/>
                <a:gd name="connsiteX3" fmla="*/ 1435100 w 2978617"/>
                <a:gd name="connsiteY3" fmla="*/ 138270 h 2755240"/>
                <a:gd name="connsiteX0" fmla="*/ 1435100 w 2935015"/>
                <a:gd name="connsiteY0" fmla="*/ 228667 h 2845637"/>
                <a:gd name="connsiteX1" fmla="*/ 2857500 w 2935015"/>
                <a:gd name="connsiteY1" fmla="*/ 901767 h 2845637"/>
                <a:gd name="connsiteX2" fmla="*/ 0 w 2935015"/>
                <a:gd name="connsiteY2" fmla="*/ 2844867 h 2845637"/>
                <a:gd name="connsiteX3" fmla="*/ 1435100 w 2935015"/>
                <a:gd name="connsiteY3" fmla="*/ 228667 h 2845637"/>
                <a:gd name="connsiteX0" fmla="*/ 1435100 w 2861117"/>
                <a:gd name="connsiteY0" fmla="*/ 250196 h 2867166"/>
                <a:gd name="connsiteX1" fmla="*/ 2857500 w 2861117"/>
                <a:gd name="connsiteY1" fmla="*/ 923296 h 2867166"/>
                <a:gd name="connsiteX2" fmla="*/ 0 w 2861117"/>
                <a:gd name="connsiteY2" fmla="*/ 2866396 h 2867166"/>
                <a:gd name="connsiteX3" fmla="*/ 1435100 w 2861117"/>
                <a:gd name="connsiteY3" fmla="*/ 250196 h 2867166"/>
                <a:gd name="connsiteX0" fmla="*/ 1435100 w 2860844"/>
                <a:gd name="connsiteY0" fmla="*/ 421200 h 3038170"/>
                <a:gd name="connsiteX1" fmla="*/ 2857500 w 2860844"/>
                <a:gd name="connsiteY1" fmla="*/ 1094300 h 3038170"/>
                <a:gd name="connsiteX2" fmla="*/ 0 w 2860844"/>
                <a:gd name="connsiteY2" fmla="*/ 3037400 h 3038170"/>
                <a:gd name="connsiteX3" fmla="*/ 1435100 w 2860844"/>
                <a:gd name="connsiteY3" fmla="*/ 421200 h 3038170"/>
                <a:gd name="connsiteX0" fmla="*/ 1435100 w 2924171"/>
                <a:gd name="connsiteY0" fmla="*/ 414635 h 3031612"/>
                <a:gd name="connsiteX1" fmla="*/ 2921000 w 2924171"/>
                <a:gd name="connsiteY1" fmla="*/ 1100435 h 3031612"/>
                <a:gd name="connsiteX2" fmla="*/ 0 w 2924171"/>
                <a:gd name="connsiteY2" fmla="*/ 3030835 h 3031612"/>
                <a:gd name="connsiteX3" fmla="*/ 1435100 w 2924171"/>
                <a:gd name="connsiteY3" fmla="*/ 414635 h 3031612"/>
                <a:gd name="connsiteX0" fmla="*/ 1435100 w 2943947"/>
                <a:gd name="connsiteY0" fmla="*/ 434155 h 3051132"/>
                <a:gd name="connsiteX1" fmla="*/ 2921000 w 2943947"/>
                <a:gd name="connsiteY1" fmla="*/ 1119955 h 3051132"/>
                <a:gd name="connsiteX2" fmla="*/ 0 w 2943947"/>
                <a:gd name="connsiteY2" fmla="*/ 3050355 h 3051132"/>
                <a:gd name="connsiteX3" fmla="*/ 1435100 w 2943947"/>
                <a:gd name="connsiteY3" fmla="*/ 434155 h 3051132"/>
                <a:gd name="connsiteX0" fmla="*/ 1625600 w 3134447"/>
                <a:gd name="connsiteY0" fmla="*/ 434155 h 3000362"/>
                <a:gd name="connsiteX1" fmla="*/ 3111500 w 3134447"/>
                <a:gd name="connsiteY1" fmla="*/ 1119955 h 3000362"/>
                <a:gd name="connsiteX2" fmla="*/ 0 w 3134447"/>
                <a:gd name="connsiteY2" fmla="*/ 2999555 h 3000362"/>
                <a:gd name="connsiteX3" fmla="*/ 1625600 w 3134447"/>
                <a:gd name="connsiteY3" fmla="*/ 434155 h 3000362"/>
                <a:gd name="connsiteX0" fmla="*/ 1625600 w 3121946"/>
                <a:gd name="connsiteY0" fmla="*/ 266917 h 2833425"/>
                <a:gd name="connsiteX1" fmla="*/ 3098800 w 3121946"/>
                <a:gd name="connsiteY1" fmla="*/ 1321017 h 2833425"/>
                <a:gd name="connsiteX2" fmla="*/ 0 w 3121946"/>
                <a:gd name="connsiteY2" fmla="*/ 2832317 h 2833425"/>
                <a:gd name="connsiteX3" fmla="*/ 1625600 w 3121946"/>
                <a:gd name="connsiteY3" fmla="*/ 266917 h 2833425"/>
                <a:gd name="connsiteX0" fmla="*/ 1625600 w 3121946"/>
                <a:gd name="connsiteY0" fmla="*/ 266917 h 3004534"/>
                <a:gd name="connsiteX1" fmla="*/ 3098800 w 3121946"/>
                <a:gd name="connsiteY1" fmla="*/ 1321017 h 3004534"/>
                <a:gd name="connsiteX2" fmla="*/ 0 w 3121946"/>
                <a:gd name="connsiteY2" fmla="*/ 2832317 h 3004534"/>
                <a:gd name="connsiteX3" fmla="*/ 1625600 w 3121946"/>
                <a:gd name="connsiteY3" fmla="*/ 266917 h 3004534"/>
                <a:gd name="connsiteX0" fmla="*/ 2565400 w 3161628"/>
                <a:gd name="connsiteY0" fmla="*/ 730527 h 2604544"/>
                <a:gd name="connsiteX1" fmla="*/ 3098800 w 3161628"/>
                <a:gd name="connsiteY1" fmla="*/ 921027 h 2604544"/>
                <a:gd name="connsiteX2" fmla="*/ 0 w 3161628"/>
                <a:gd name="connsiteY2" fmla="*/ 2432327 h 2604544"/>
                <a:gd name="connsiteX3" fmla="*/ 2565400 w 3161628"/>
                <a:gd name="connsiteY3" fmla="*/ 730527 h 2604544"/>
                <a:gd name="connsiteX0" fmla="*/ 2565400 w 3161628"/>
                <a:gd name="connsiteY0" fmla="*/ 730527 h 2604544"/>
                <a:gd name="connsiteX1" fmla="*/ 3098800 w 3161628"/>
                <a:gd name="connsiteY1" fmla="*/ 921027 h 2604544"/>
                <a:gd name="connsiteX2" fmla="*/ 0 w 3161628"/>
                <a:gd name="connsiteY2" fmla="*/ 2432327 h 2604544"/>
                <a:gd name="connsiteX3" fmla="*/ 2565400 w 3161628"/>
                <a:gd name="connsiteY3" fmla="*/ 730527 h 2604544"/>
                <a:gd name="connsiteX0" fmla="*/ 2628900 w 3225128"/>
                <a:gd name="connsiteY0" fmla="*/ 730527 h 2592853"/>
                <a:gd name="connsiteX1" fmla="*/ 3162300 w 3225128"/>
                <a:gd name="connsiteY1" fmla="*/ 921027 h 2592853"/>
                <a:gd name="connsiteX2" fmla="*/ 0 w 3225128"/>
                <a:gd name="connsiteY2" fmla="*/ 2419627 h 2592853"/>
                <a:gd name="connsiteX3" fmla="*/ 2628900 w 3225128"/>
                <a:gd name="connsiteY3" fmla="*/ 730527 h 2592853"/>
                <a:gd name="connsiteX0" fmla="*/ 2628900 w 3225128"/>
                <a:gd name="connsiteY0" fmla="*/ 730527 h 2592853"/>
                <a:gd name="connsiteX1" fmla="*/ 3162300 w 3225128"/>
                <a:gd name="connsiteY1" fmla="*/ 921027 h 2592853"/>
                <a:gd name="connsiteX2" fmla="*/ 0 w 3225128"/>
                <a:gd name="connsiteY2" fmla="*/ 2419627 h 2592853"/>
                <a:gd name="connsiteX3" fmla="*/ 2628900 w 3225128"/>
                <a:gd name="connsiteY3" fmla="*/ 730527 h 2592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25128" h="2592853">
                  <a:moveTo>
                    <a:pt x="2628900" y="730527"/>
                  </a:moveTo>
                  <a:cubicBezTo>
                    <a:pt x="3014133" y="446894"/>
                    <a:pt x="3373967" y="-865440"/>
                    <a:pt x="3162300" y="921027"/>
                  </a:cubicBezTo>
                  <a:cubicBezTo>
                    <a:pt x="3086100" y="1517927"/>
                    <a:pt x="1536700" y="3118127"/>
                    <a:pt x="0" y="2419627"/>
                  </a:cubicBezTo>
                  <a:cubicBezTo>
                    <a:pt x="960967" y="2030160"/>
                    <a:pt x="1693333" y="1551794"/>
                    <a:pt x="2628900" y="730527"/>
                  </a:cubicBezTo>
                  <a:close/>
                </a:path>
              </a:pathLst>
            </a:custGeom>
            <a:gradFill>
              <a:gsLst>
                <a:gs pos="0">
                  <a:srgbClr val="7E4C26"/>
                </a:gs>
                <a:gs pos="38000">
                  <a:srgbClr val="5C8B9D"/>
                </a:gs>
              </a:gsLst>
              <a:lin ang="13800000" scaled="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93">
              <a:extLst>
                <a:ext uri="{FF2B5EF4-FFF2-40B4-BE49-F238E27FC236}">
                  <a16:creationId xmlns:a16="http://schemas.microsoft.com/office/drawing/2014/main" id="{29C5CDB2-65E4-48FF-829A-0B619C02D01C}"/>
                </a:ext>
              </a:extLst>
            </p:cNvPr>
            <p:cNvSpPr/>
            <p:nvPr/>
          </p:nvSpPr>
          <p:spPr>
            <a:xfrm>
              <a:off x="5731620" y="6161364"/>
              <a:ext cx="1343088" cy="409583"/>
            </a:xfrm>
            <a:custGeom>
              <a:avLst/>
              <a:gdLst>
                <a:gd name="connsiteX0" fmla="*/ 0 w 495300"/>
                <a:gd name="connsiteY0" fmla="*/ 0 h 201162"/>
                <a:gd name="connsiteX1" fmla="*/ 495300 w 495300"/>
                <a:gd name="connsiteY1" fmla="*/ 0 h 201162"/>
                <a:gd name="connsiteX2" fmla="*/ 495300 w 495300"/>
                <a:gd name="connsiteY2" fmla="*/ 201162 h 201162"/>
                <a:gd name="connsiteX3" fmla="*/ 0 w 495300"/>
                <a:gd name="connsiteY3" fmla="*/ 201162 h 201162"/>
                <a:gd name="connsiteX4" fmla="*/ 0 w 495300"/>
                <a:gd name="connsiteY4" fmla="*/ 0 h 201162"/>
                <a:gd name="connsiteX0" fmla="*/ 0 w 514350"/>
                <a:gd name="connsiteY0" fmla="*/ 0 h 277362"/>
                <a:gd name="connsiteX1" fmla="*/ 514350 w 514350"/>
                <a:gd name="connsiteY1" fmla="*/ 76200 h 277362"/>
                <a:gd name="connsiteX2" fmla="*/ 514350 w 514350"/>
                <a:gd name="connsiteY2" fmla="*/ 277362 h 277362"/>
                <a:gd name="connsiteX3" fmla="*/ 19050 w 514350"/>
                <a:gd name="connsiteY3" fmla="*/ 277362 h 277362"/>
                <a:gd name="connsiteX4" fmla="*/ 0 w 514350"/>
                <a:gd name="connsiteY4" fmla="*/ 0 h 277362"/>
                <a:gd name="connsiteX0" fmla="*/ 633412 w 1147762"/>
                <a:gd name="connsiteY0" fmla="*/ 0 h 277362"/>
                <a:gd name="connsiteX1" fmla="*/ 1147762 w 1147762"/>
                <a:gd name="connsiteY1" fmla="*/ 76200 h 277362"/>
                <a:gd name="connsiteX2" fmla="*/ 1147762 w 1147762"/>
                <a:gd name="connsiteY2" fmla="*/ 277362 h 277362"/>
                <a:gd name="connsiteX3" fmla="*/ 0 w 1147762"/>
                <a:gd name="connsiteY3" fmla="*/ 234500 h 277362"/>
                <a:gd name="connsiteX4" fmla="*/ 633412 w 1147762"/>
                <a:gd name="connsiteY4" fmla="*/ 0 h 277362"/>
                <a:gd name="connsiteX0" fmla="*/ 633412 w 1185862"/>
                <a:gd name="connsiteY0" fmla="*/ 0 h 367849"/>
                <a:gd name="connsiteX1" fmla="*/ 1147762 w 1185862"/>
                <a:gd name="connsiteY1" fmla="*/ 76200 h 367849"/>
                <a:gd name="connsiteX2" fmla="*/ 1185862 w 1185862"/>
                <a:gd name="connsiteY2" fmla="*/ 367849 h 367849"/>
                <a:gd name="connsiteX3" fmla="*/ 0 w 1185862"/>
                <a:gd name="connsiteY3" fmla="*/ 234500 h 367849"/>
                <a:gd name="connsiteX4" fmla="*/ 633412 w 1185862"/>
                <a:gd name="connsiteY4" fmla="*/ 0 h 367849"/>
                <a:gd name="connsiteX0" fmla="*/ 633412 w 1185862"/>
                <a:gd name="connsiteY0" fmla="*/ 0 h 367849"/>
                <a:gd name="connsiteX1" fmla="*/ 1147762 w 1185862"/>
                <a:gd name="connsiteY1" fmla="*/ 76200 h 367849"/>
                <a:gd name="connsiteX2" fmla="*/ 1090612 w 1185862"/>
                <a:gd name="connsiteY2" fmla="*/ 176212 h 367849"/>
                <a:gd name="connsiteX3" fmla="*/ 1185862 w 1185862"/>
                <a:gd name="connsiteY3" fmla="*/ 367849 h 367849"/>
                <a:gd name="connsiteX4" fmla="*/ 0 w 1185862"/>
                <a:gd name="connsiteY4" fmla="*/ 234500 h 367849"/>
                <a:gd name="connsiteX5" fmla="*/ 633412 w 1185862"/>
                <a:gd name="connsiteY5" fmla="*/ 0 h 367849"/>
                <a:gd name="connsiteX0" fmla="*/ 633412 w 1343088"/>
                <a:gd name="connsiteY0" fmla="*/ 0 h 367849"/>
                <a:gd name="connsiteX1" fmla="*/ 1343024 w 1343088"/>
                <a:gd name="connsiteY1" fmla="*/ 319088 h 367849"/>
                <a:gd name="connsiteX2" fmla="*/ 1090612 w 1343088"/>
                <a:gd name="connsiteY2" fmla="*/ 176212 h 367849"/>
                <a:gd name="connsiteX3" fmla="*/ 1185862 w 1343088"/>
                <a:gd name="connsiteY3" fmla="*/ 367849 h 367849"/>
                <a:gd name="connsiteX4" fmla="*/ 0 w 1343088"/>
                <a:gd name="connsiteY4" fmla="*/ 234500 h 367849"/>
                <a:gd name="connsiteX5" fmla="*/ 633412 w 1343088"/>
                <a:gd name="connsiteY5" fmla="*/ 0 h 367849"/>
                <a:gd name="connsiteX0" fmla="*/ 633412 w 1343088"/>
                <a:gd name="connsiteY0" fmla="*/ 0 h 367849"/>
                <a:gd name="connsiteX1" fmla="*/ 1185862 w 1343088"/>
                <a:gd name="connsiteY1" fmla="*/ 33337 h 367849"/>
                <a:gd name="connsiteX2" fmla="*/ 1343024 w 1343088"/>
                <a:gd name="connsiteY2" fmla="*/ 319088 h 367849"/>
                <a:gd name="connsiteX3" fmla="*/ 1090612 w 1343088"/>
                <a:gd name="connsiteY3" fmla="*/ 176212 h 367849"/>
                <a:gd name="connsiteX4" fmla="*/ 1185862 w 1343088"/>
                <a:gd name="connsiteY4" fmla="*/ 367849 h 367849"/>
                <a:gd name="connsiteX5" fmla="*/ 0 w 1343088"/>
                <a:gd name="connsiteY5" fmla="*/ 234500 h 367849"/>
                <a:gd name="connsiteX6" fmla="*/ 633412 w 1343088"/>
                <a:gd name="connsiteY6" fmla="*/ 0 h 367849"/>
                <a:gd name="connsiteX0" fmla="*/ 633412 w 1343088"/>
                <a:gd name="connsiteY0" fmla="*/ 0 h 367849"/>
                <a:gd name="connsiteX1" fmla="*/ 1343024 w 1343088"/>
                <a:gd name="connsiteY1" fmla="*/ 319088 h 367849"/>
                <a:gd name="connsiteX2" fmla="*/ 1090612 w 1343088"/>
                <a:gd name="connsiteY2" fmla="*/ 176212 h 367849"/>
                <a:gd name="connsiteX3" fmla="*/ 1185862 w 1343088"/>
                <a:gd name="connsiteY3" fmla="*/ 367849 h 367849"/>
                <a:gd name="connsiteX4" fmla="*/ 0 w 1343088"/>
                <a:gd name="connsiteY4" fmla="*/ 234500 h 367849"/>
                <a:gd name="connsiteX5" fmla="*/ 633412 w 1343088"/>
                <a:gd name="connsiteY5" fmla="*/ 0 h 367849"/>
                <a:gd name="connsiteX0" fmla="*/ 633412 w 1343088"/>
                <a:gd name="connsiteY0" fmla="*/ 13935 h 381784"/>
                <a:gd name="connsiteX1" fmla="*/ 1343024 w 1343088"/>
                <a:gd name="connsiteY1" fmla="*/ 333023 h 381784"/>
                <a:gd name="connsiteX2" fmla="*/ 1090612 w 1343088"/>
                <a:gd name="connsiteY2" fmla="*/ 190147 h 381784"/>
                <a:gd name="connsiteX3" fmla="*/ 1185862 w 1343088"/>
                <a:gd name="connsiteY3" fmla="*/ 381784 h 381784"/>
                <a:gd name="connsiteX4" fmla="*/ 0 w 1343088"/>
                <a:gd name="connsiteY4" fmla="*/ 248435 h 381784"/>
                <a:gd name="connsiteX5" fmla="*/ 633412 w 1343088"/>
                <a:gd name="connsiteY5" fmla="*/ 13935 h 381784"/>
                <a:gd name="connsiteX0" fmla="*/ 633412 w 1343088"/>
                <a:gd name="connsiteY0" fmla="*/ 19073 h 386922"/>
                <a:gd name="connsiteX1" fmla="*/ 1343024 w 1343088"/>
                <a:gd name="connsiteY1" fmla="*/ 338161 h 386922"/>
                <a:gd name="connsiteX2" fmla="*/ 1090612 w 1343088"/>
                <a:gd name="connsiteY2" fmla="*/ 195285 h 386922"/>
                <a:gd name="connsiteX3" fmla="*/ 1185862 w 1343088"/>
                <a:gd name="connsiteY3" fmla="*/ 386922 h 386922"/>
                <a:gd name="connsiteX4" fmla="*/ 0 w 1343088"/>
                <a:gd name="connsiteY4" fmla="*/ 253573 h 386922"/>
                <a:gd name="connsiteX5" fmla="*/ 633412 w 1343088"/>
                <a:gd name="connsiteY5" fmla="*/ 19073 h 386922"/>
                <a:gd name="connsiteX0" fmla="*/ 633412 w 1343088"/>
                <a:gd name="connsiteY0" fmla="*/ 41734 h 409583"/>
                <a:gd name="connsiteX1" fmla="*/ 1343024 w 1343088"/>
                <a:gd name="connsiteY1" fmla="*/ 360822 h 409583"/>
                <a:gd name="connsiteX2" fmla="*/ 1090612 w 1343088"/>
                <a:gd name="connsiteY2" fmla="*/ 217946 h 409583"/>
                <a:gd name="connsiteX3" fmla="*/ 1185862 w 1343088"/>
                <a:gd name="connsiteY3" fmla="*/ 409583 h 409583"/>
                <a:gd name="connsiteX4" fmla="*/ 0 w 1343088"/>
                <a:gd name="connsiteY4" fmla="*/ 276234 h 409583"/>
                <a:gd name="connsiteX5" fmla="*/ 633412 w 1343088"/>
                <a:gd name="connsiteY5" fmla="*/ 41734 h 409583"/>
                <a:gd name="connsiteX0" fmla="*/ 633412 w 1343088"/>
                <a:gd name="connsiteY0" fmla="*/ 41734 h 409583"/>
                <a:gd name="connsiteX1" fmla="*/ 1343024 w 1343088"/>
                <a:gd name="connsiteY1" fmla="*/ 360822 h 409583"/>
                <a:gd name="connsiteX2" fmla="*/ 1090612 w 1343088"/>
                <a:gd name="connsiteY2" fmla="*/ 217946 h 409583"/>
                <a:gd name="connsiteX3" fmla="*/ 1185862 w 1343088"/>
                <a:gd name="connsiteY3" fmla="*/ 409583 h 409583"/>
                <a:gd name="connsiteX4" fmla="*/ 0 w 1343088"/>
                <a:gd name="connsiteY4" fmla="*/ 276234 h 409583"/>
                <a:gd name="connsiteX5" fmla="*/ 633412 w 1343088"/>
                <a:gd name="connsiteY5" fmla="*/ 41734 h 409583"/>
                <a:gd name="connsiteX0" fmla="*/ 633412 w 1343088"/>
                <a:gd name="connsiteY0" fmla="*/ 41734 h 409583"/>
                <a:gd name="connsiteX1" fmla="*/ 1343024 w 1343088"/>
                <a:gd name="connsiteY1" fmla="*/ 360822 h 409583"/>
                <a:gd name="connsiteX2" fmla="*/ 1090612 w 1343088"/>
                <a:gd name="connsiteY2" fmla="*/ 217946 h 409583"/>
                <a:gd name="connsiteX3" fmla="*/ 1185862 w 1343088"/>
                <a:gd name="connsiteY3" fmla="*/ 409583 h 409583"/>
                <a:gd name="connsiteX4" fmla="*/ 0 w 1343088"/>
                <a:gd name="connsiteY4" fmla="*/ 276234 h 409583"/>
                <a:gd name="connsiteX5" fmla="*/ 633412 w 1343088"/>
                <a:gd name="connsiteY5" fmla="*/ 41734 h 409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088" h="409583">
                  <a:moveTo>
                    <a:pt x="633412" y="41734"/>
                  </a:moveTo>
                  <a:cubicBezTo>
                    <a:pt x="1433511" y="-48943"/>
                    <a:pt x="1266824" y="331453"/>
                    <a:pt x="1343024" y="360822"/>
                  </a:cubicBezTo>
                  <a:cubicBezTo>
                    <a:pt x="1347786" y="392572"/>
                    <a:pt x="1085850" y="186196"/>
                    <a:pt x="1090612" y="217946"/>
                  </a:cubicBezTo>
                  <a:lnTo>
                    <a:pt x="1185862" y="409583"/>
                  </a:lnTo>
                  <a:cubicBezTo>
                    <a:pt x="985837" y="336558"/>
                    <a:pt x="623887" y="63509"/>
                    <a:pt x="0" y="276234"/>
                  </a:cubicBezTo>
                  <a:cubicBezTo>
                    <a:pt x="396875" y="-163883"/>
                    <a:pt x="617537" y="57988"/>
                    <a:pt x="633412" y="41734"/>
                  </a:cubicBezTo>
                  <a:close/>
                </a:path>
              </a:pathLst>
            </a:custGeom>
            <a:solidFill>
              <a:srgbClr val="C6A66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92">
              <a:extLst>
                <a:ext uri="{FF2B5EF4-FFF2-40B4-BE49-F238E27FC236}">
                  <a16:creationId xmlns:a16="http://schemas.microsoft.com/office/drawing/2014/main" id="{2AF75DF0-6BDE-4C2A-AB7F-3A71937FB1E1}"/>
                </a:ext>
              </a:extLst>
            </p:cNvPr>
            <p:cNvSpPr/>
            <p:nvPr/>
          </p:nvSpPr>
          <p:spPr>
            <a:xfrm>
              <a:off x="5938161" y="5505607"/>
              <a:ext cx="543202" cy="763429"/>
            </a:xfrm>
            <a:custGeom>
              <a:avLst/>
              <a:gdLst>
                <a:gd name="connsiteX0" fmla="*/ 0 w 362226"/>
                <a:gd name="connsiteY0" fmla="*/ 0 h 615791"/>
                <a:gd name="connsiteX1" fmla="*/ 362226 w 362226"/>
                <a:gd name="connsiteY1" fmla="*/ 0 h 615791"/>
                <a:gd name="connsiteX2" fmla="*/ 362226 w 362226"/>
                <a:gd name="connsiteY2" fmla="*/ 615791 h 615791"/>
                <a:gd name="connsiteX3" fmla="*/ 0 w 362226"/>
                <a:gd name="connsiteY3" fmla="*/ 615791 h 615791"/>
                <a:gd name="connsiteX4" fmla="*/ 0 w 362226"/>
                <a:gd name="connsiteY4" fmla="*/ 0 h 615791"/>
                <a:gd name="connsiteX0" fmla="*/ 0 w 500339"/>
                <a:gd name="connsiteY0" fmla="*/ 0 h 696754"/>
                <a:gd name="connsiteX1" fmla="*/ 500339 w 500339"/>
                <a:gd name="connsiteY1" fmla="*/ 80963 h 696754"/>
                <a:gd name="connsiteX2" fmla="*/ 500339 w 500339"/>
                <a:gd name="connsiteY2" fmla="*/ 696754 h 696754"/>
                <a:gd name="connsiteX3" fmla="*/ 138113 w 500339"/>
                <a:gd name="connsiteY3" fmla="*/ 696754 h 696754"/>
                <a:gd name="connsiteX4" fmla="*/ 0 w 500339"/>
                <a:gd name="connsiteY4" fmla="*/ 0 h 696754"/>
                <a:gd name="connsiteX0" fmla="*/ 0 w 500339"/>
                <a:gd name="connsiteY0" fmla="*/ 0 h 696754"/>
                <a:gd name="connsiteX1" fmla="*/ 276502 w 500339"/>
                <a:gd name="connsiteY1" fmla="*/ 9525 h 696754"/>
                <a:gd name="connsiteX2" fmla="*/ 500339 w 500339"/>
                <a:gd name="connsiteY2" fmla="*/ 696754 h 696754"/>
                <a:gd name="connsiteX3" fmla="*/ 138113 w 500339"/>
                <a:gd name="connsiteY3" fmla="*/ 696754 h 696754"/>
                <a:gd name="connsiteX4" fmla="*/ 0 w 500339"/>
                <a:gd name="connsiteY4" fmla="*/ 0 h 696754"/>
                <a:gd name="connsiteX0" fmla="*/ 0 w 500339"/>
                <a:gd name="connsiteY0" fmla="*/ 0 h 739617"/>
                <a:gd name="connsiteX1" fmla="*/ 276502 w 500339"/>
                <a:gd name="connsiteY1" fmla="*/ 9525 h 739617"/>
                <a:gd name="connsiteX2" fmla="*/ 500339 w 500339"/>
                <a:gd name="connsiteY2" fmla="*/ 696754 h 739617"/>
                <a:gd name="connsiteX3" fmla="*/ 357188 w 500339"/>
                <a:gd name="connsiteY3" fmla="*/ 739617 h 739617"/>
                <a:gd name="connsiteX4" fmla="*/ 0 w 500339"/>
                <a:gd name="connsiteY4" fmla="*/ 0 h 739617"/>
                <a:gd name="connsiteX0" fmla="*/ 0 w 538439"/>
                <a:gd name="connsiteY0" fmla="*/ 0 h 734854"/>
                <a:gd name="connsiteX1" fmla="*/ 314602 w 538439"/>
                <a:gd name="connsiteY1" fmla="*/ 4762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38439"/>
                <a:gd name="connsiteY0" fmla="*/ 0 h 734854"/>
                <a:gd name="connsiteX1" fmla="*/ 247927 w 538439"/>
                <a:gd name="connsiteY1" fmla="*/ 9525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38439"/>
                <a:gd name="connsiteY0" fmla="*/ 0 h 734854"/>
                <a:gd name="connsiteX1" fmla="*/ 205065 w 538439"/>
                <a:gd name="connsiteY1" fmla="*/ 33337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43202"/>
                <a:gd name="connsiteY0" fmla="*/ 0 h 734854"/>
                <a:gd name="connsiteX1" fmla="*/ 205065 w 543202"/>
                <a:gd name="connsiteY1" fmla="*/ 33337 h 734854"/>
                <a:gd name="connsiteX2" fmla="*/ 543202 w 543202"/>
                <a:gd name="connsiteY2" fmla="*/ 734854 h 734854"/>
                <a:gd name="connsiteX3" fmla="*/ 395288 w 543202"/>
                <a:gd name="connsiteY3" fmla="*/ 734854 h 734854"/>
                <a:gd name="connsiteX4" fmla="*/ 0 w 543202"/>
                <a:gd name="connsiteY4" fmla="*/ 0 h 734854"/>
                <a:gd name="connsiteX0" fmla="*/ 0 w 543202"/>
                <a:gd name="connsiteY0" fmla="*/ 0 h 763429"/>
                <a:gd name="connsiteX1" fmla="*/ 205065 w 543202"/>
                <a:gd name="connsiteY1" fmla="*/ 33337 h 763429"/>
                <a:gd name="connsiteX2" fmla="*/ 543202 w 543202"/>
                <a:gd name="connsiteY2" fmla="*/ 734854 h 763429"/>
                <a:gd name="connsiteX3" fmla="*/ 419101 w 543202"/>
                <a:gd name="connsiteY3" fmla="*/ 763429 h 763429"/>
                <a:gd name="connsiteX4" fmla="*/ 0 w 543202"/>
                <a:gd name="connsiteY4" fmla="*/ 0 h 763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202" h="763429">
                  <a:moveTo>
                    <a:pt x="0" y="0"/>
                  </a:moveTo>
                  <a:lnTo>
                    <a:pt x="205065" y="33337"/>
                  </a:lnTo>
                  <a:lnTo>
                    <a:pt x="543202" y="734854"/>
                  </a:lnTo>
                  <a:lnTo>
                    <a:pt x="419101" y="7634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6A66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92">
              <a:extLst>
                <a:ext uri="{FF2B5EF4-FFF2-40B4-BE49-F238E27FC236}">
                  <a16:creationId xmlns:a16="http://schemas.microsoft.com/office/drawing/2014/main" id="{BA140F71-4DF5-449C-854D-B65DE292EE83}"/>
                </a:ext>
              </a:extLst>
            </p:cNvPr>
            <p:cNvSpPr/>
            <p:nvPr/>
          </p:nvSpPr>
          <p:spPr>
            <a:xfrm rot="19264388">
              <a:off x="6240449" y="6178792"/>
              <a:ext cx="318398" cy="180488"/>
            </a:xfrm>
            <a:custGeom>
              <a:avLst/>
              <a:gdLst>
                <a:gd name="connsiteX0" fmla="*/ 0 w 362226"/>
                <a:gd name="connsiteY0" fmla="*/ 0 h 615791"/>
                <a:gd name="connsiteX1" fmla="*/ 362226 w 362226"/>
                <a:gd name="connsiteY1" fmla="*/ 0 h 615791"/>
                <a:gd name="connsiteX2" fmla="*/ 362226 w 362226"/>
                <a:gd name="connsiteY2" fmla="*/ 615791 h 615791"/>
                <a:gd name="connsiteX3" fmla="*/ 0 w 362226"/>
                <a:gd name="connsiteY3" fmla="*/ 615791 h 615791"/>
                <a:gd name="connsiteX4" fmla="*/ 0 w 362226"/>
                <a:gd name="connsiteY4" fmla="*/ 0 h 615791"/>
                <a:gd name="connsiteX0" fmla="*/ 0 w 500339"/>
                <a:gd name="connsiteY0" fmla="*/ 0 h 696754"/>
                <a:gd name="connsiteX1" fmla="*/ 500339 w 500339"/>
                <a:gd name="connsiteY1" fmla="*/ 80963 h 696754"/>
                <a:gd name="connsiteX2" fmla="*/ 500339 w 500339"/>
                <a:gd name="connsiteY2" fmla="*/ 696754 h 696754"/>
                <a:gd name="connsiteX3" fmla="*/ 138113 w 500339"/>
                <a:gd name="connsiteY3" fmla="*/ 696754 h 696754"/>
                <a:gd name="connsiteX4" fmla="*/ 0 w 500339"/>
                <a:gd name="connsiteY4" fmla="*/ 0 h 696754"/>
                <a:gd name="connsiteX0" fmla="*/ 0 w 500339"/>
                <a:gd name="connsiteY0" fmla="*/ 0 h 696754"/>
                <a:gd name="connsiteX1" fmla="*/ 276502 w 500339"/>
                <a:gd name="connsiteY1" fmla="*/ 9525 h 696754"/>
                <a:gd name="connsiteX2" fmla="*/ 500339 w 500339"/>
                <a:gd name="connsiteY2" fmla="*/ 696754 h 696754"/>
                <a:gd name="connsiteX3" fmla="*/ 138113 w 500339"/>
                <a:gd name="connsiteY3" fmla="*/ 696754 h 696754"/>
                <a:gd name="connsiteX4" fmla="*/ 0 w 500339"/>
                <a:gd name="connsiteY4" fmla="*/ 0 h 696754"/>
                <a:gd name="connsiteX0" fmla="*/ 0 w 500339"/>
                <a:gd name="connsiteY0" fmla="*/ 0 h 739617"/>
                <a:gd name="connsiteX1" fmla="*/ 276502 w 500339"/>
                <a:gd name="connsiteY1" fmla="*/ 9525 h 739617"/>
                <a:gd name="connsiteX2" fmla="*/ 500339 w 500339"/>
                <a:gd name="connsiteY2" fmla="*/ 696754 h 739617"/>
                <a:gd name="connsiteX3" fmla="*/ 357188 w 500339"/>
                <a:gd name="connsiteY3" fmla="*/ 739617 h 739617"/>
                <a:gd name="connsiteX4" fmla="*/ 0 w 500339"/>
                <a:gd name="connsiteY4" fmla="*/ 0 h 739617"/>
                <a:gd name="connsiteX0" fmla="*/ 0 w 538439"/>
                <a:gd name="connsiteY0" fmla="*/ 0 h 734854"/>
                <a:gd name="connsiteX1" fmla="*/ 314602 w 538439"/>
                <a:gd name="connsiteY1" fmla="*/ 4762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38439"/>
                <a:gd name="connsiteY0" fmla="*/ 0 h 734854"/>
                <a:gd name="connsiteX1" fmla="*/ 247927 w 538439"/>
                <a:gd name="connsiteY1" fmla="*/ 9525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38439"/>
                <a:gd name="connsiteY0" fmla="*/ 0 h 734854"/>
                <a:gd name="connsiteX1" fmla="*/ 205065 w 538439"/>
                <a:gd name="connsiteY1" fmla="*/ 33337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43202"/>
                <a:gd name="connsiteY0" fmla="*/ 0 h 734854"/>
                <a:gd name="connsiteX1" fmla="*/ 205065 w 543202"/>
                <a:gd name="connsiteY1" fmla="*/ 33337 h 734854"/>
                <a:gd name="connsiteX2" fmla="*/ 543202 w 543202"/>
                <a:gd name="connsiteY2" fmla="*/ 734854 h 734854"/>
                <a:gd name="connsiteX3" fmla="*/ 395288 w 543202"/>
                <a:gd name="connsiteY3" fmla="*/ 734854 h 734854"/>
                <a:gd name="connsiteX4" fmla="*/ 0 w 543202"/>
                <a:gd name="connsiteY4" fmla="*/ 0 h 734854"/>
                <a:gd name="connsiteX0" fmla="*/ 0 w 543202"/>
                <a:gd name="connsiteY0" fmla="*/ 0 h 763429"/>
                <a:gd name="connsiteX1" fmla="*/ 205065 w 543202"/>
                <a:gd name="connsiteY1" fmla="*/ 33337 h 763429"/>
                <a:gd name="connsiteX2" fmla="*/ 543202 w 543202"/>
                <a:gd name="connsiteY2" fmla="*/ 734854 h 763429"/>
                <a:gd name="connsiteX3" fmla="*/ 419101 w 543202"/>
                <a:gd name="connsiteY3" fmla="*/ 763429 h 763429"/>
                <a:gd name="connsiteX4" fmla="*/ 0 w 543202"/>
                <a:gd name="connsiteY4" fmla="*/ 0 h 763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202" h="763429">
                  <a:moveTo>
                    <a:pt x="0" y="0"/>
                  </a:moveTo>
                  <a:lnTo>
                    <a:pt x="205065" y="33337"/>
                  </a:lnTo>
                  <a:lnTo>
                    <a:pt x="543202" y="734854"/>
                  </a:lnTo>
                  <a:lnTo>
                    <a:pt x="419101" y="7634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6A6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3">
              <a:extLst>
                <a:ext uri="{FF2B5EF4-FFF2-40B4-BE49-F238E27FC236}">
                  <a16:creationId xmlns:a16="http://schemas.microsoft.com/office/drawing/2014/main" id="{97B34F7A-4309-49DC-A84D-C51CFD238930}"/>
                </a:ext>
              </a:extLst>
            </p:cNvPr>
            <p:cNvSpPr/>
            <p:nvPr/>
          </p:nvSpPr>
          <p:spPr>
            <a:xfrm>
              <a:off x="5044155" y="6331599"/>
              <a:ext cx="1343088" cy="409583"/>
            </a:xfrm>
            <a:custGeom>
              <a:avLst/>
              <a:gdLst>
                <a:gd name="connsiteX0" fmla="*/ 0 w 495300"/>
                <a:gd name="connsiteY0" fmla="*/ 0 h 201162"/>
                <a:gd name="connsiteX1" fmla="*/ 495300 w 495300"/>
                <a:gd name="connsiteY1" fmla="*/ 0 h 201162"/>
                <a:gd name="connsiteX2" fmla="*/ 495300 w 495300"/>
                <a:gd name="connsiteY2" fmla="*/ 201162 h 201162"/>
                <a:gd name="connsiteX3" fmla="*/ 0 w 495300"/>
                <a:gd name="connsiteY3" fmla="*/ 201162 h 201162"/>
                <a:gd name="connsiteX4" fmla="*/ 0 w 495300"/>
                <a:gd name="connsiteY4" fmla="*/ 0 h 201162"/>
                <a:gd name="connsiteX0" fmla="*/ 0 w 514350"/>
                <a:gd name="connsiteY0" fmla="*/ 0 h 277362"/>
                <a:gd name="connsiteX1" fmla="*/ 514350 w 514350"/>
                <a:gd name="connsiteY1" fmla="*/ 76200 h 277362"/>
                <a:gd name="connsiteX2" fmla="*/ 514350 w 514350"/>
                <a:gd name="connsiteY2" fmla="*/ 277362 h 277362"/>
                <a:gd name="connsiteX3" fmla="*/ 19050 w 514350"/>
                <a:gd name="connsiteY3" fmla="*/ 277362 h 277362"/>
                <a:gd name="connsiteX4" fmla="*/ 0 w 514350"/>
                <a:gd name="connsiteY4" fmla="*/ 0 h 277362"/>
                <a:gd name="connsiteX0" fmla="*/ 633412 w 1147762"/>
                <a:gd name="connsiteY0" fmla="*/ 0 h 277362"/>
                <a:gd name="connsiteX1" fmla="*/ 1147762 w 1147762"/>
                <a:gd name="connsiteY1" fmla="*/ 76200 h 277362"/>
                <a:gd name="connsiteX2" fmla="*/ 1147762 w 1147762"/>
                <a:gd name="connsiteY2" fmla="*/ 277362 h 277362"/>
                <a:gd name="connsiteX3" fmla="*/ 0 w 1147762"/>
                <a:gd name="connsiteY3" fmla="*/ 234500 h 277362"/>
                <a:gd name="connsiteX4" fmla="*/ 633412 w 1147762"/>
                <a:gd name="connsiteY4" fmla="*/ 0 h 277362"/>
                <a:gd name="connsiteX0" fmla="*/ 633412 w 1185862"/>
                <a:gd name="connsiteY0" fmla="*/ 0 h 367849"/>
                <a:gd name="connsiteX1" fmla="*/ 1147762 w 1185862"/>
                <a:gd name="connsiteY1" fmla="*/ 76200 h 367849"/>
                <a:gd name="connsiteX2" fmla="*/ 1185862 w 1185862"/>
                <a:gd name="connsiteY2" fmla="*/ 367849 h 367849"/>
                <a:gd name="connsiteX3" fmla="*/ 0 w 1185862"/>
                <a:gd name="connsiteY3" fmla="*/ 234500 h 367849"/>
                <a:gd name="connsiteX4" fmla="*/ 633412 w 1185862"/>
                <a:gd name="connsiteY4" fmla="*/ 0 h 367849"/>
                <a:gd name="connsiteX0" fmla="*/ 633412 w 1185862"/>
                <a:gd name="connsiteY0" fmla="*/ 0 h 367849"/>
                <a:gd name="connsiteX1" fmla="*/ 1147762 w 1185862"/>
                <a:gd name="connsiteY1" fmla="*/ 76200 h 367849"/>
                <a:gd name="connsiteX2" fmla="*/ 1090612 w 1185862"/>
                <a:gd name="connsiteY2" fmla="*/ 176212 h 367849"/>
                <a:gd name="connsiteX3" fmla="*/ 1185862 w 1185862"/>
                <a:gd name="connsiteY3" fmla="*/ 367849 h 367849"/>
                <a:gd name="connsiteX4" fmla="*/ 0 w 1185862"/>
                <a:gd name="connsiteY4" fmla="*/ 234500 h 367849"/>
                <a:gd name="connsiteX5" fmla="*/ 633412 w 1185862"/>
                <a:gd name="connsiteY5" fmla="*/ 0 h 367849"/>
                <a:gd name="connsiteX0" fmla="*/ 633412 w 1343088"/>
                <a:gd name="connsiteY0" fmla="*/ 0 h 367849"/>
                <a:gd name="connsiteX1" fmla="*/ 1343024 w 1343088"/>
                <a:gd name="connsiteY1" fmla="*/ 319088 h 367849"/>
                <a:gd name="connsiteX2" fmla="*/ 1090612 w 1343088"/>
                <a:gd name="connsiteY2" fmla="*/ 176212 h 367849"/>
                <a:gd name="connsiteX3" fmla="*/ 1185862 w 1343088"/>
                <a:gd name="connsiteY3" fmla="*/ 367849 h 367849"/>
                <a:gd name="connsiteX4" fmla="*/ 0 w 1343088"/>
                <a:gd name="connsiteY4" fmla="*/ 234500 h 367849"/>
                <a:gd name="connsiteX5" fmla="*/ 633412 w 1343088"/>
                <a:gd name="connsiteY5" fmla="*/ 0 h 367849"/>
                <a:gd name="connsiteX0" fmla="*/ 633412 w 1343088"/>
                <a:gd name="connsiteY0" fmla="*/ 0 h 367849"/>
                <a:gd name="connsiteX1" fmla="*/ 1185862 w 1343088"/>
                <a:gd name="connsiteY1" fmla="*/ 33337 h 367849"/>
                <a:gd name="connsiteX2" fmla="*/ 1343024 w 1343088"/>
                <a:gd name="connsiteY2" fmla="*/ 319088 h 367849"/>
                <a:gd name="connsiteX3" fmla="*/ 1090612 w 1343088"/>
                <a:gd name="connsiteY3" fmla="*/ 176212 h 367849"/>
                <a:gd name="connsiteX4" fmla="*/ 1185862 w 1343088"/>
                <a:gd name="connsiteY4" fmla="*/ 367849 h 367849"/>
                <a:gd name="connsiteX5" fmla="*/ 0 w 1343088"/>
                <a:gd name="connsiteY5" fmla="*/ 234500 h 367849"/>
                <a:gd name="connsiteX6" fmla="*/ 633412 w 1343088"/>
                <a:gd name="connsiteY6" fmla="*/ 0 h 367849"/>
                <a:gd name="connsiteX0" fmla="*/ 633412 w 1343088"/>
                <a:gd name="connsiteY0" fmla="*/ 0 h 367849"/>
                <a:gd name="connsiteX1" fmla="*/ 1343024 w 1343088"/>
                <a:gd name="connsiteY1" fmla="*/ 319088 h 367849"/>
                <a:gd name="connsiteX2" fmla="*/ 1090612 w 1343088"/>
                <a:gd name="connsiteY2" fmla="*/ 176212 h 367849"/>
                <a:gd name="connsiteX3" fmla="*/ 1185862 w 1343088"/>
                <a:gd name="connsiteY3" fmla="*/ 367849 h 367849"/>
                <a:gd name="connsiteX4" fmla="*/ 0 w 1343088"/>
                <a:gd name="connsiteY4" fmla="*/ 234500 h 367849"/>
                <a:gd name="connsiteX5" fmla="*/ 633412 w 1343088"/>
                <a:gd name="connsiteY5" fmla="*/ 0 h 367849"/>
                <a:gd name="connsiteX0" fmla="*/ 633412 w 1343088"/>
                <a:gd name="connsiteY0" fmla="*/ 13935 h 381784"/>
                <a:gd name="connsiteX1" fmla="*/ 1343024 w 1343088"/>
                <a:gd name="connsiteY1" fmla="*/ 333023 h 381784"/>
                <a:gd name="connsiteX2" fmla="*/ 1090612 w 1343088"/>
                <a:gd name="connsiteY2" fmla="*/ 190147 h 381784"/>
                <a:gd name="connsiteX3" fmla="*/ 1185862 w 1343088"/>
                <a:gd name="connsiteY3" fmla="*/ 381784 h 381784"/>
                <a:gd name="connsiteX4" fmla="*/ 0 w 1343088"/>
                <a:gd name="connsiteY4" fmla="*/ 248435 h 381784"/>
                <a:gd name="connsiteX5" fmla="*/ 633412 w 1343088"/>
                <a:gd name="connsiteY5" fmla="*/ 13935 h 381784"/>
                <a:gd name="connsiteX0" fmla="*/ 633412 w 1343088"/>
                <a:gd name="connsiteY0" fmla="*/ 19073 h 386922"/>
                <a:gd name="connsiteX1" fmla="*/ 1343024 w 1343088"/>
                <a:gd name="connsiteY1" fmla="*/ 338161 h 386922"/>
                <a:gd name="connsiteX2" fmla="*/ 1090612 w 1343088"/>
                <a:gd name="connsiteY2" fmla="*/ 195285 h 386922"/>
                <a:gd name="connsiteX3" fmla="*/ 1185862 w 1343088"/>
                <a:gd name="connsiteY3" fmla="*/ 386922 h 386922"/>
                <a:gd name="connsiteX4" fmla="*/ 0 w 1343088"/>
                <a:gd name="connsiteY4" fmla="*/ 253573 h 386922"/>
                <a:gd name="connsiteX5" fmla="*/ 633412 w 1343088"/>
                <a:gd name="connsiteY5" fmla="*/ 19073 h 386922"/>
                <a:gd name="connsiteX0" fmla="*/ 633412 w 1343088"/>
                <a:gd name="connsiteY0" fmla="*/ 41734 h 409583"/>
                <a:gd name="connsiteX1" fmla="*/ 1343024 w 1343088"/>
                <a:gd name="connsiteY1" fmla="*/ 360822 h 409583"/>
                <a:gd name="connsiteX2" fmla="*/ 1090612 w 1343088"/>
                <a:gd name="connsiteY2" fmla="*/ 217946 h 409583"/>
                <a:gd name="connsiteX3" fmla="*/ 1185862 w 1343088"/>
                <a:gd name="connsiteY3" fmla="*/ 409583 h 409583"/>
                <a:gd name="connsiteX4" fmla="*/ 0 w 1343088"/>
                <a:gd name="connsiteY4" fmla="*/ 276234 h 409583"/>
                <a:gd name="connsiteX5" fmla="*/ 633412 w 1343088"/>
                <a:gd name="connsiteY5" fmla="*/ 41734 h 409583"/>
                <a:gd name="connsiteX0" fmla="*/ 633412 w 1343088"/>
                <a:gd name="connsiteY0" fmla="*/ 41734 h 409583"/>
                <a:gd name="connsiteX1" fmla="*/ 1343024 w 1343088"/>
                <a:gd name="connsiteY1" fmla="*/ 360822 h 409583"/>
                <a:gd name="connsiteX2" fmla="*/ 1090612 w 1343088"/>
                <a:gd name="connsiteY2" fmla="*/ 217946 h 409583"/>
                <a:gd name="connsiteX3" fmla="*/ 1185862 w 1343088"/>
                <a:gd name="connsiteY3" fmla="*/ 409583 h 409583"/>
                <a:gd name="connsiteX4" fmla="*/ 0 w 1343088"/>
                <a:gd name="connsiteY4" fmla="*/ 276234 h 409583"/>
                <a:gd name="connsiteX5" fmla="*/ 633412 w 1343088"/>
                <a:gd name="connsiteY5" fmla="*/ 41734 h 409583"/>
                <a:gd name="connsiteX0" fmla="*/ 633412 w 1343088"/>
                <a:gd name="connsiteY0" fmla="*/ 41734 h 409583"/>
                <a:gd name="connsiteX1" fmla="*/ 1343024 w 1343088"/>
                <a:gd name="connsiteY1" fmla="*/ 360822 h 409583"/>
                <a:gd name="connsiteX2" fmla="*/ 1090612 w 1343088"/>
                <a:gd name="connsiteY2" fmla="*/ 217946 h 409583"/>
                <a:gd name="connsiteX3" fmla="*/ 1185862 w 1343088"/>
                <a:gd name="connsiteY3" fmla="*/ 409583 h 409583"/>
                <a:gd name="connsiteX4" fmla="*/ 0 w 1343088"/>
                <a:gd name="connsiteY4" fmla="*/ 276234 h 409583"/>
                <a:gd name="connsiteX5" fmla="*/ 633412 w 1343088"/>
                <a:gd name="connsiteY5" fmla="*/ 41734 h 409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088" h="409583">
                  <a:moveTo>
                    <a:pt x="633412" y="41734"/>
                  </a:moveTo>
                  <a:cubicBezTo>
                    <a:pt x="1433511" y="-48943"/>
                    <a:pt x="1266824" y="331453"/>
                    <a:pt x="1343024" y="360822"/>
                  </a:cubicBezTo>
                  <a:cubicBezTo>
                    <a:pt x="1347786" y="392572"/>
                    <a:pt x="1085850" y="186196"/>
                    <a:pt x="1090612" y="217946"/>
                  </a:cubicBezTo>
                  <a:lnTo>
                    <a:pt x="1185862" y="409583"/>
                  </a:lnTo>
                  <a:cubicBezTo>
                    <a:pt x="985837" y="336558"/>
                    <a:pt x="623887" y="63509"/>
                    <a:pt x="0" y="276234"/>
                  </a:cubicBezTo>
                  <a:cubicBezTo>
                    <a:pt x="396875" y="-163883"/>
                    <a:pt x="617537" y="57988"/>
                    <a:pt x="633412" y="41734"/>
                  </a:cubicBezTo>
                  <a:close/>
                </a:path>
              </a:pathLst>
            </a:custGeom>
            <a:solidFill>
              <a:srgbClr val="C6A66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92">
              <a:extLst>
                <a:ext uri="{FF2B5EF4-FFF2-40B4-BE49-F238E27FC236}">
                  <a16:creationId xmlns:a16="http://schemas.microsoft.com/office/drawing/2014/main" id="{EBCADCFD-9690-4774-B21C-53DD6ADCCDAE}"/>
                </a:ext>
              </a:extLst>
            </p:cNvPr>
            <p:cNvSpPr/>
            <p:nvPr/>
          </p:nvSpPr>
          <p:spPr>
            <a:xfrm>
              <a:off x="5250696" y="5675842"/>
              <a:ext cx="543202" cy="763429"/>
            </a:xfrm>
            <a:custGeom>
              <a:avLst/>
              <a:gdLst>
                <a:gd name="connsiteX0" fmla="*/ 0 w 362226"/>
                <a:gd name="connsiteY0" fmla="*/ 0 h 615791"/>
                <a:gd name="connsiteX1" fmla="*/ 362226 w 362226"/>
                <a:gd name="connsiteY1" fmla="*/ 0 h 615791"/>
                <a:gd name="connsiteX2" fmla="*/ 362226 w 362226"/>
                <a:gd name="connsiteY2" fmla="*/ 615791 h 615791"/>
                <a:gd name="connsiteX3" fmla="*/ 0 w 362226"/>
                <a:gd name="connsiteY3" fmla="*/ 615791 h 615791"/>
                <a:gd name="connsiteX4" fmla="*/ 0 w 362226"/>
                <a:gd name="connsiteY4" fmla="*/ 0 h 615791"/>
                <a:gd name="connsiteX0" fmla="*/ 0 w 500339"/>
                <a:gd name="connsiteY0" fmla="*/ 0 h 696754"/>
                <a:gd name="connsiteX1" fmla="*/ 500339 w 500339"/>
                <a:gd name="connsiteY1" fmla="*/ 80963 h 696754"/>
                <a:gd name="connsiteX2" fmla="*/ 500339 w 500339"/>
                <a:gd name="connsiteY2" fmla="*/ 696754 h 696754"/>
                <a:gd name="connsiteX3" fmla="*/ 138113 w 500339"/>
                <a:gd name="connsiteY3" fmla="*/ 696754 h 696754"/>
                <a:gd name="connsiteX4" fmla="*/ 0 w 500339"/>
                <a:gd name="connsiteY4" fmla="*/ 0 h 696754"/>
                <a:gd name="connsiteX0" fmla="*/ 0 w 500339"/>
                <a:gd name="connsiteY0" fmla="*/ 0 h 696754"/>
                <a:gd name="connsiteX1" fmla="*/ 276502 w 500339"/>
                <a:gd name="connsiteY1" fmla="*/ 9525 h 696754"/>
                <a:gd name="connsiteX2" fmla="*/ 500339 w 500339"/>
                <a:gd name="connsiteY2" fmla="*/ 696754 h 696754"/>
                <a:gd name="connsiteX3" fmla="*/ 138113 w 500339"/>
                <a:gd name="connsiteY3" fmla="*/ 696754 h 696754"/>
                <a:gd name="connsiteX4" fmla="*/ 0 w 500339"/>
                <a:gd name="connsiteY4" fmla="*/ 0 h 696754"/>
                <a:gd name="connsiteX0" fmla="*/ 0 w 500339"/>
                <a:gd name="connsiteY0" fmla="*/ 0 h 739617"/>
                <a:gd name="connsiteX1" fmla="*/ 276502 w 500339"/>
                <a:gd name="connsiteY1" fmla="*/ 9525 h 739617"/>
                <a:gd name="connsiteX2" fmla="*/ 500339 w 500339"/>
                <a:gd name="connsiteY2" fmla="*/ 696754 h 739617"/>
                <a:gd name="connsiteX3" fmla="*/ 357188 w 500339"/>
                <a:gd name="connsiteY3" fmla="*/ 739617 h 739617"/>
                <a:gd name="connsiteX4" fmla="*/ 0 w 500339"/>
                <a:gd name="connsiteY4" fmla="*/ 0 h 739617"/>
                <a:gd name="connsiteX0" fmla="*/ 0 w 538439"/>
                <a:gd name="connsiteY0" fmla="*/ 0 h 734854"/>
                <a:gd name="connsiteX1" fmla="*/ 314602 w 538439"/>
                <a:gd name="connsiteY1" fmla="*/ 4762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38439"/>
                <a:gd name="connsiteY0" fmla="*/ 0 h 734854"/>
                <a:gd name="connsiteX1" fmla="*/ 247927 w 538439"/>
                <a:gd name="connsiteY1" fmla="*/ 9525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38439"/>
                <a:gd name="connsiteY0" fmla="*/ 0 h 734854"/>
                <a:gd name="connsiteX1" fmla="*/ 205065 w 538439"/>
                <a:gd name="connsiteY1" fmla="*/ 33337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43202"/>
                <a:gd name="connsiteY0" fmla="*/ 0 h 734854"/>
                <a:gd name="connsiteX1" fmla="*/ 205065 w 543202"/>
                <a:gd name="connsiteY1" fmla="*/ 33337 h 734854"/>
                <a:gd name="connsiteX2" fmla="*/ 543202 w 543202"/>
                <a:gd name="connsiteY2" fmla="*/ 734854 h 734854"/>
                <a:gd name="connsiteX3" fmla="*/ 395288 w 543202"/>
                <a:gd name="connsiteY3" fmla="*/ 734854 h 734854"/>
                <a:gd name="connsiteX4" fmla="*/ 0 w 543202"/>
                <a:gd name="connsiteY4" fmla="*/ 0 h 734854"/>
                <a:gd name="connsiteX0" fmla="*/ 0 w 543202"/>
                <a:gd name="connsiteY0" fmla="*/ 0 h 763429"/>
                <a:gd name="connsiteX1" fmla="*/ 205065 w 543202"/>
                <a:gd name="connsiteY1" fmla="*/ 33337 h 763429"/>
                <a:gd name="connsiteX2" fmla="*/ 543202 w 543202"/>
                <a:gd name="connsiteY2" fmla="*/ 734854 h 763429"/>
                <a:gd name="connsiteX3" fmla="*/ 419101 w 543202"/>
                <a:gd name="connsiteY3" fmla="*/ 763429 h 763429"/>
                <a:gd name="connsiteX4" fmla="*/ 0 w 543202"/>
                <a:gd name="connsiteY4" fmla="*/ 0 h 763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202" h="763429">
                  <a:moveTo>
                    <a:pt x="0" y="0"/>
                  </a:moveTo>
                  <a:lnTo>
                    <a:pt x="205065" y="33337"/>
                  </a:lnTo>
                  <a:lnTo>
                    <a:pt x="543202" y="734854"/>
                  </a:lnTo>
                  <a:lnTo>
                    <a:pt x="419101" y="7634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6A66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92">
              <a:extLst>
                <a:ext uri="{FF2B5EF4-FFF2-40B4-BE49-F238E27FC236}">
                  <a16:creationId xmlns:a16="http://schemas.microsoft.com/office/drawing/2014/main" id="{12C6D9E3-8E40-4429-AF8F-B6C7C77EA230}"/>
                </a:ext>
              </a:extLst>
            </p:cNvPr>
            <p:cNvSpPr/>
            <p:nvPr/>
          </p:nvSpPr>
          <p:spPr>
            <a:xfrm rot="19264388">
              <a:off x="5552984" y="6349027"/>
              <a:ext cx="318398" cy="180488"/>
            </a:xfrm>
            <a:custGeom>
              <a:avLst/>
              <a:gdLst>
                <a:gd name="connsiteX0" fmla="*/ 0 w 362226"/>
                <a:gd name="connsiteY0" fmla="*/ 0 h 615791"/>
                <a:gd name="connsiteX1" fmla="*/ 362226 w 362226"/>
                <a:gd name="connsiteY1" fmla="*/ 0 h 615791"/>
                <a:gd name="connsiteX2" fmla="*/ 362226 w 362226"/>
                <a:gd name="connsiteY2" fmla="*/ 615791 h 615791"/>
                <a:gd name="connsiteX3" fmla="*/ 0 w 362226"/>
                <a:gd name="connsiteY3" fmla="*/ 615791 h 615791"/>
                <a:gd name="connsiteX4" fmla="*/ 0 w 362226"/>
                <a:gd name="connsiteY4" fmla="*/ 0 h 615791"/>
                <a:gd name="connsiteX0" fmla="*/ 0 w 500339"/>
                <a:gd name="connsiteY0" fmla="*/ 0 h 696754"/>
                <a:gd name="connsiteX1" fmla="*/ 500339 w 500339"/>
                <a:gd name="connsiteY1" fmla="*/ 80963 h 696754"/>
                <a:gd name="connsiteX2" fmla="*/ 500339 w 500339"/>
                <a:gd name="connsiteY2" fmla="*/ 696754 h 696754"/>
                <a:gd name="connsiteX3" fmla="*/ 138113 w 500339"/>
                <a:gd name="connsiteY3" fmla="*/ 696754 h 696754"/>
                <a:gd name="connsiteX4" fmla="*/ 0 w 500339"/>
                <a:gd name="connsiteY4" fmla="*/ 0 h 696754"/>
                <a:gd name="connsiteX0" fmla="*/ 0 w 500339"/>
                <a:gd name="connsiteY0" fmla="*/ 0 h 696754"/>
                <a:gd name="connsiteX1" fmla="*/ 276502 w 500339"/>
                <a:gd name="connsiteY1" fmla="*/ 9525 h 696754"/>
                <a:gd name="connsiteX2" fmla="*/ 500339 w 500339"/>
                <a:gd name="connsiteY2" fmla="*/ 696754 h 696754"/>
                <a:gd name="connsiteX3" fmla="*/ 138113 w 500339"/>
                <a:gd name="connsiteY3" fmla="*/ 696754 h 696754"/>
                <a:gd name="connsiteX4" fmla="*/ 0 w 500339"/>
                <a:gd name="connsiteY4" fmla="*/ 0 h 696754"/>
                <a:gd name="connsiteX0" fmla="*/ 0 w 500339"/>
                <a:gd name="connsiteY0" fmla="*/ 0 h 739617"/>
                <a:gd name="connsiteX1" fmla="*/ 276502 w 500339"/>
                <a:gd name="connsiteY1" fmla="*/ 9525 h 739617"/>
                <a:gd name="connsiteX2" fmla="*/ 500339 w 500339"/>
                <a:gd name="connsiteY2" fmla="*/ 696754 h 739617"/>
                <a:gd name="connsiteX3" fmla="*/ 357188 w 500339"/>
                <a:gd name="connsiteY3" fmla="*/ 739617 h 739617"/>
                <a:gd name="connsiteX4" fmla="*/ 0 w 500339"/>
                <a:gd name="connsiteY4" fmla="*/ 0 h 739617"/>
                <a:gd name="connsiteX0" fmla="*/ 0 w 538439"/>
                <a:gd name="connsiteY0" fmla="*/ 0 h 734854"/>
                <a:gd name="connsiteX1" fmla="*/ 314602 w 538439"/>
                <a:gd name="connsiteY1" fmla="*/ 4762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38439"/>
                <a:gd name="connsiteY0" fmla="*/ 0 h 734854"/>
                <a:gd name="connsiteX1" fmla="*/ 247927 w 538439"/>
                <a:gd name="connsiteY1" fmla="*/ 9525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38439"/>
                <a:gd name="connsiteY0" fmla="*/ 0 h 734854"/>
                <a:gd name="connsiteX1" fmla="*/ 205065 w 538439"/>
                <a:gd name="connsiteY1" fmla="*/ 33337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43202"/>
                <a:gd name="connsiteY0" fmla="*/ 0 h 734854"/>
                <a:gd name="connsiteX1" fmla="*/ 205065 w 543202"/>
                <a:gd name="connsiteY1" fmla="*/ 33337 h 734854"/>
                <a:gd name="connsiteX2" fmla="*/ 543202 w 543202"/>
                <a:gd name="connsiteY2" fmla="*/ 734854 h 734854"/>
                <a:gd name="connsiteX3" fmla="*/ 395288 w 543202"/>
                <a:gd name="connsiteY3" fmla="*/ 734854 h 734854"/>
                <a:gd name="connsiteX4" fmla="*/ 0 w 543202"/>
                <a:gd name="connsiteY4" fmla="*/ 0 h 734854"/>
                <a:gd name="connsiteX0" fmla="*/ 0 w 543202"/>
                <a:gd name="connsiteY0" fmla="*/ 0 h 763429"/>
                <a:gd name="connsiteX1" fmla="*/ 205065 w 543202"/>
                <a:gd name="connsiteY1" fmla="*/ 33337 h 763429"/>
                <a:gd name="connsiteX2" fmla="*/ 543202 w 543202"/>
                <a:gd name="connsiteY2" fmla="*/ 734854 h 763429"/>
                <a:gd name="connsiteX3" fmla="*/ 419101 w 543202"/>
                <a:gd name="connsiteY3" fmla="*/ 763429 h 763429"/>
                <a:gd name="connsiteX4" fmla="*/ 0 w 543202"/>
                <a:gd name="connsiteY4" fmla="*/ 0 h 763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202" h="763429">
                  <a:moveTo>
                    <a:pt x="0" y="0"/>
                  </a:moveTo>
                  <a:lnTo>
                    <a:pt x="205065" y="33337"/>
                  </a:lnTo>
                  <a:lnTo>
                    <a:pt x="543202" y="734854"/>
                  </a:lnTo>
                  <a:lnTo>
                    <a:pt x="419101" y="7634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6A6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F8FB400-D9DE-4743-8D88-E5A96042EDAC}"/>
                </a:ext>
              </a:extLst>
            </p:cNvPr>
            <p:cNvSpPr/>
            <p:nvPr/>
          </p:nvSpPr>
          <p:spPr>
            <a:xfrm>
              <a:off x="5781810" y="4730828"/>
              <a:ext cx="724451" cy="954367"/>
            </a:xfrm>
            <a:prstGeom prst="ellipse">
              <a:avLst/>
            </a:prstGeom>
            <a:solidFill>
              <a:srgbClr val="C4AE9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6E5CFAE-6C1B-4EE8-9DA2-70E5E2B5F48D}"/>
                </a:ext>
              </a:extLst>
            </p:cNvPr>
            <p:cNvSpPr/>
            <p:nvPr/>
          </p:nvSpPr>
          <p:spPr>
            <a:xfrm>
              <a:off x="5083159" y="4883442"/>
              <a:ext cx="724451" cy="954367"/>
            </a:xfrm>
            <a:prstGeom prst="ellipse">
              <a:avLst/>
            </a:prstGeom>
            <a:solidFill>
              <a:srgbClr val="C4AE9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83">
              <a:extLst>
                <a:ext uri="{FF2B5EF4-FFF2-40B4-BE49-F238E27FC236}">
                  <a16:creationId xmlns:a16="http://schemas.microsoft.com/office/drawing/2014/main" id="{251A8D01-1C70-4273-B368-89633E92679E}"/>
                </a:ext>
              </a:extLst>
            </p:cNvPr>
            <p:cNvSpPr/>
            <p:nvPr/>
          </p:nvSpPr>
          <p:spPr>
            <a:xfrm>
              <a:off x="4134742" y="542437"/>
              <a:ext cx="3685741" cy="4959344"/>
            </a:xfrm>
            <a:custGeom>
              <a:avLst/>
              <a:gdLst>
                <a:gd name="connsiteX0" fmla="*/ 0 w 982639"/>
                <a:gd name="connsiteY0" fmla="*/ 0 h 2647666"/>
                <a:gd name="connsiteX1" fmla="*/ 982639 w 982639"/>
                <a:gd name="connsiteY1" fmla="*/ 0 h 2647666"/>
                <a:gd name="connsiteX2" fmla="*/ 982639 w 982639"/>
                <a:gd name="connsiteY2" fmla="*/ 2647666 h 2647666"/>
                <a:gd name="connsiteX3" fmla="*/ 0 w 982639"/>
                <a:gd name="connsiteY3" fmla="*/ 2647666 h 2647666"/>
                <a:gd name="connsiteX4" fmla="*/ 0 w 982639"/>
                <a:gd name="connsiteY4" fmla="*/ 0 h 2647666"/>
                <a:gd name="connsiteX0" fmla="*/ 0 w 1091821"/>
                <a:gd name="connsiteY0" fmla="*/ 0 h 3684896"/>
                <a:gd name="connsiteX1" fmla="*/ 1091821 w 1091821"/>
                <a:gd name="connsiteY1" fmla="*/ 1037230 h 3684896"/>
                <a:gd name="connsiteX2" fmla="*/ 1091821 w 1091821"/>
                <a:gd name="connsiteY2" fmla="*/ 3684896 h 3684896"/>
                <a:gd name="connsiteX3" fmla="*/ 109182 w 1091821"/>
                <a:gd name="connsiteY3" fmla="*/ 3684896 h 3684896"/>
                <a:gd name="connsiteX4" fmla="*/ 0 w 1091821"/>
                <a:gd name="connsiteY4" fmla="*/ 0 h 3684896"/>
                <a:gd name="connsiteX0" fmla="*/ 310597 w 1402418"/>
                <a:gd name="connsiteY0" fmla="*/ 0 h 3684896"/>
                <a:gd name="connsiteX1" fmla="*/ 1402418 w 1402418"/>
                <a:gd name="connsiteY1" fmla="*/ 1037230 h 3684896"/>
                <a:gd name="connsiteX2" fmla="*/ 1402418 w 1402418"/>
                <a:gd name="connsiteY2" fmla="*/ 3684896 h 3684896"/>
                <a:gd name="connsiteX3" fmla="*/ 419779 w 1402418"/>
                <a:gd name="connsiteY3" fmla="*/ 3684896 h 3684896"/>
                <a:gd name="connsiteX4" fmla="*/ 310597 w 1402418"/>
                <a:gd name="connsiteY4" fmla="*/ 0 h 3684896"/>
                <a:gd name="connsiteX0" fmla="*/ 1584234 w 2676055"/>
                <a:gd name="connsiteY0" fmla="*/ 0 h 4244454"/>
                <a:gd name="connsiteX1" fmla="*/ 2676055 w 2676055"/>
                <a:gd name="connsiteY1" fmla="*/ 1037230 h 4244454"/>
                <a:gd name="connsiteX2" fmla="*/ 2676055 w 2676055"/>
                <a:gd name="connsiteY2" fmla="*/ 3684896 h 4244454"/>
                <a:gd name="connsiteX3" fmla="*/ 1094 w 2676055"/>
                <a:gd name="connsiteY3" fmla="*/ 4244454 h 4244454"/>
                <a:gd name="connsiteX4" fmla="*/ 1584234 w 2676055"/>
                <a:gd name="connsiteY4" fmla="*/ 0 h 4244454"/>
                <a:gd name="connsiteX0" fmla="*/ 1583994 w 2675815"/>
                <a:gd name="connsiteY0" fmla="*/ 0 h 4244454"/>
                <a:gd name="connsiteX1" fmla="*/ 2675815 w 2675815"/>
                <a:gd name="connsiteY1" fmla="*/ 1037230 h 4244454"/>
                <a:gd name="connsiteX2" fmla="*/ 2675815 w 2675815"/>
                <a:gd name="connsiteY2" fmla="*/ 3684896 h 4244454"/>
                <a:gd name="connsiteX3" fmla="*/ 854 w 2675815"/>
                <a:gd name="connsiteY3" fmla="*/ 4244454 h 4244454"/>
                <a:gd name="connsiteX4" fmla="*/ 1583994 w 2675815"/>
                <a:gd name="connsiteY4" fmla="*/ 0 h 4244454"/>
                <a:gd name="connsiteX0" fmla="*/ 1583994 w 2675815"/>
                <a:gd name="connsiteY0" fmla="*/ 0 h 4176215"/>
                <a:gd name="connsiteX1" fmla="*/ 2675815 w 2675815"/>
                <a:gd name="connsiteY1" fmla="*/ 1037230 h 4176215"/>
                <a:gd name="connsiteX2" fmla="*/ 2675815 w 2675815"/>
                <a:gd name="connsiteY2" fmla="*/ 3684896 h 4176215"/>
                <a:gd name="connsiteX3" fmla="*/ 854 w 2675815"/>
                <a:gd name="connsiteY3" fmla="*/ 4176215 h 4176215"/>
                <a:gd name="connsiteX4" fmla="*/ 1583994 w 2675815"/>
                <a:gd name="connsiteY4" fmla="*/ 0 h 4176215"/>
                <a:gd name="connsiteX0" fmla="*/ 1502170 w 2675878"/>
                <a:gd name="connsiteY0" fmla="*/ 0 h 4176215"/>
                <a:gd name="connsiteX1" fmla="*/ 2675878 w 2675878"/>
                <a:gd name="connsiteY1" fmla="*/ 1037230 h 4176215"/>
                <a:gd name="connsiteX2" fmla="*/ 2675878 w 2675878"/>
                <a:gd name="connsiteY2" fmla="*/ 3684896 h 4176215"/>
                <a:gd name="connsiteX3" fmla="*/ 917 w 2675878"/>
                <a:gd name="connsiteY3" fmla="*/ 4176215 h 4176215"/>
                <a:gd name="connsiteX4" fmla="*/ 1502170 w 2675878"/>
                <a:gd name="connsiteY4" fmla="*/ 0 h 4176215"/>
                <a:gd name="connsiteX0" fmla="*/ 1502107 w 2675815"/>
                <a:gd name="connsiteY0" fmla="*/ 0 h 4176215"/>
                <a:gd name="connsiteX1" fmla="*/ 2675815 w 2675815"/>
                <a:gd name="connsiteY1" fmla="*/ 1037230 h 4176215"/>
                <a:gd name="connsiteX2" fmla="*/ 2675815 w 2675815"/>
                <a:gd name="connsiteY2" fmla="*/ 3684896 h 4176215"/>
                <a:gd name="connsiteX3" fmla="*/ 854 w 2675815"/>
                <a:gd name="connsiteY3" fmla="*/ 4176215 h 4176215"/>
                <a:gd name="connsiteX4" fmla="*/ 1502107 w 2675815"/>
                <a:gd name="connsiteY4" fmla="*/ 0 h 4176215"/>
                <a:gd name="connsiteX0" fmla="*/ 1502107 w 3044304"/>
                <a:gd name="connsiteY0" fmla="*/ 0 h 4176215"/>
                <a:gd name="connsiteX1" fmla="*/ 3044304 w 3044304"/>
                <a:gd name="connsiteY1" fmla="*/ 1337480 h 4176215"/>
                <a:gd name="connsiteX2" fmla="*/ 2675815 w 3044304"/>
                <a:gd name="connsiteY2" fmla="*/ 3684896 h 4176215"/>
                <a:gd name="connsiteX3" fmla="*/ 854 w 3044304"/>
                <a:gd name="connsiteY3" fmla="*/ 4176215 h 4176215"/>
                <a:gd name="connsiteX4" fmla="*/ 1502107 w 3044304"/>
                <a:gd name="connsiteY4" fmla="*/ 0 h 4176215"/>
                <a:gd name="connsiteX0" fmla="*/ 1502107 w 3044304"/>
                <a:gd name="connsiteY0" fmla="*/ 0 h 4176215"/>
                <a:gd name="connsiteX1" fmla="*/ 3044304 w 3044304"/>
                <a:gd name="connsiteY1" fmla="*/ 1337480 h 4176215"/>
                <a:gd name="connsiteX2" fmla="*/ 854 w 3044304"/>
                <a:gd name="connsiteY2" fmla="*/ 4176215 h 4176215"/>
                <a:gd name="connsiteX3" fmla="*/ 1502107 w 3044304"/>
                <a:gd name="connsiteY3" fmla="*/ 0 h 4176215"/>
                <a:gd name="connsiteX0" fmla="*/ 1502107 w 3044304"/>
                <a:gd name="connsiteY0" fmla="*/ 0 h 4420495"/>
                <a:gd name="connsiteX1" fmla="*/ 3044304 w 3044304"/>
                <a:gd name="connsiteY1" fmla="*/ 1337480 h 4420495"/>
                <a:gd name="connsiteX2" fmla="*/ 854 w 3044304"/>
                <a:gd name="connsiteY2" fmla="*/ 4176215 h 4420495"/>
                <a:gd name="connsiteX3" fmla="*/ 1502107 w 3044304"/>
                <a:gd name="connsiteY3" fmla="*/ 0 h 4420495"/>
                <a:gd name="connsiteX0" fmla="*/ 1761259 w 3303456"/>
                <a:gd name="connsiteY0" fmla="*/ 0 h 4433289"/>
                <a:gd name="connsiteX1" fmla="*/ 3303456 w 3303456"/>
                <a:gd name="connsiteY1" fmla="*/ 1337480 h 4433289"/>
                <a:gd name="connsiteX2" fmla="*/ 698 w 3303456"/>
                <a:gd name="connsiteY2" fmla="*/ 4189863 h 4433289"/>
                <a:gd name="connsiteX3" fmla="*/ 1761259 w 3303456"/>
                <a:gd name="connsiteY3" fmla="*/ 0 h 4433289"/>
                <a:gd name="connsiteX0" fmla="*/ 1761259 w 3303456"/>
                <a:gd name="connsiteY0" fmla="*/ 0 h 4419940"/>
                <a:gd name="connsiteX1" fmla="*/ 3303456 w 3303456"/>
                <a:gd name="connsiteY1" fmla="*/ 1337480 h 4419940"/>
                <a:gd name="connsiteX2" fmla="*/ 698 w 3303456"/>
                <a:gd name="connsiteY2" fmla="*/ 4189863 h 4419940"/>
                <a:gd name="connsiteX3" fmla="*/ 1761259 w 3303456"/>
                <a:gd name="connsiteY3" fmla="*/ 0 h 4419940"/>
                <a:gd name="connsiteX0" fmla="*/ 1761259 w 3492639"/>
                <a:gd name="connsiteY0" fmla="*/ 0 h 4391767"/>
                <a:gd name="connsiteX1" fmla="*/ 3303456 w 3492639"/>
                <a:gd name="connsiteY1" fmla="*/ 1337480 h 4391767"/>
                <a:gd name="connsiteX2" fmla="*/ 698 w 3492639"/>
                <a:gd name="connsiteY2" fmla="*/ 4189863 h 4391767"/>
                <a:gd name="connsiteX3" fmla="*/ 1761259 w 3492639"/>
                <a:gd name="connsiteY3" fmla="*/ 0 h 4391767"/>
                <a:gd name="connsiteX0" fmla="*/ 1761259 w 3393044"/>
                <a:gd name="connsiteY0" fmla="*/ 0 h 4454701"/>
                <a:gd name="connsiteX1" fmla="*/ 3303456 w 3393044"/>
                <a:gd name="connsiteY1" fmla="*/ 1337480 h 4454701"/>
                <a:gd name="connsiteX2" fmla="*/ 698 w 3393044"/>
                <a:gd name="connsiteY2" fmla="*/ 4189863 h 4454701"/>
                <a:gd name="connsiteX3" fmla="*/ 1761259 w 3393044"/>
                <a:gd name="connsiteY3" fmla="*/ 0 h 4454701"/>
                <a:gd name="connsiteX0" fmla="*/ 1761259 w 3496543"/>
                <a:gd name="connsiteY0" fmla="*/ 0 h 4460693"/>
                <a:gd name="connsiteX1" fmla="*/ 3303456 w 3496543"/>
                <a:gd name="connsiteY1" fmla="*/ 1337480 h 4460693"/>
                <a:gd name="connsiteX2" fmla="*/ 698 w 3496543"/>
                <a:gd name="connsiteY2" fmla="*/ 4189863 h 4460693"/>
                <a:gd name="connsiteX3" fmla="*/ 1761259 w 3496543"/>
                <a:gd name="connsiteY3" fmla="*/ 0 h 4460693"/>
                <a:gd name="connsiteX0" fmla="*/ 1761259 w 3526373"/>
                <a:gd name="connsiteY0" fmla="*/ 96558 h 4557251"/>
                <a:gd name="connsiteX1" fmla="*/ 3303456 w 3526373"/>
                <a:gd name="connsiteY1" fmla="*/ 1434038 h 4557251"/>
                <a:gd name="connsiteX2" fmla="*/ 698 w 3526373"/>
                <a:gd name="connsiteY2" fmla="*/ 4286421 h 4557251"/>
                <a:gd name="connsiteX3" fmla="*/ 1761259 w 3526373"/>
                <a:gd name="connsiteY3" fmla="*/ 96558 h 4557251"/>
                <a:gd name="connsiteX0" fmla="*/ 1761259 w 3500669"/>
                <a:gd name="connsiteY0" fmla="*/ 312674 h 4773367"/>
                <a:gd name="connsiteX1" fmla="*/ 3303456 w 3500669"/>
                <a:gd name="connsiteY1" fmla="*/ 1650154 h 4773367"/>
                <a:gd name="connsiteX2" fmla="*/ 698 w 3500669"/>
                <a:gd name="connsiteY2" fmla="*/ 4502537 h 4773367"/>
                <a:gd name="connsiteX3" fmla="*/ 1761259 w 3500669"/>
                <a:gd name="connsiteY3" fmla="*/ 312674 h 4773367"/>
                <a:gd name="connsiteX0" fmla="*/ 1761259 w 3500669"/>
                <a:gd name="connsiteY0" fmla="*/ 312674 h 4764736"/>
                <a:gd name="connsiteX1" fmla="*/ 3303456 w 3500669"/>
                <a:gd name="connsiteY1" fmla="*/ 1650154 h 4764736"/>
                <a:gd name="connsiteX2" fmla="*/ 698 w 3500669"/>
                <a:gd name="connsiteY2" fmla="*/ 4502537 h 4764736"/>
                <a:gd name="connsiteX3" fmla="*/ 1761259 w 3500669"/>
                <a:gd name="connsiteY3" fmla="*/ 312674 h 4764736"/>
                <a:gd name="connsiteX0" fmla="*/ 1761259 w 3500669"/>
                <a:gd name="connsiteY0" fmla="*/ 312674 h 4735035"/>
                <a:gd name="connsiteX1" fmla="*/ 3303456 w 3500669"/>
                <a:gd name="connsiteY1" fmla="*/ 1650154 h 4735035"/>
                <a:gd name="connsiteX2" fmla="*/ 698 w 3500669"/>
                <a:gd name="connsiteY2" fmla="*/ 4502537 h 4735035"/>
                <a:gd name="connsiteX3" fmla="*/ 1761259 w 3500669"/>
                <a:gd name="connsiteY3" fmla="*/ 312674 h 4735035"/>
                <a:gd name="connsiteX0" fmla="*/ 1761259 w 3500669"/>
                <a:gd name="connsiteY0" fmla="*/ 312674 h 4726718"/>
                <a:gd name="connsiteX1" fmla="*/ 3303456 w 3500669"/>
                <a:gd name="connsiteY1" fmla="*/ 1650154 h 4726718"/>
                <a:gd name="connsiteX2" fmla="*/ 698 w 3500669"/>
                <a:gd name="connsiteY2" fmla="*/ 4502537 h 4726718"/>
                <a:gd name="connsiteX3" fmla="*/ 1761259 w 3500669"/>
                <a:gd name="connsiteY3" fmla="*/ 312674 h 4726718"/>
                <a:gd name="connsiteX0" fmla="*/ 1829466 w 3568876"/>
                <a:gd name="connsiteY0" fmla="*/ 312674 h 4791604"/>
                <a:gd name="connsiteX1" fmla="*/ 3371663 w 3568876"/>
                <a:gd name="connsiteY1" fmla="*/ 1650154 h 4791604"/>
                <a:gd name="connsiteX2" fmla="*/ 666 w 3568876"/>
                <a:gd name="connsiteY2" fmla="*/ 4570775 h 4791604"/>
                <a:gd name="connsiteX3" fmla="*/ 1829466 w 3568876"/>
                <a:gd name="connsiteY3" fmla="*/ 312674 h 4791604"/>
                <a:gd name="connsiteX0" fmla="*/ 1829466 w 3568876"/>
                <a:gd name="connsiteY0" fmla="*/ 312674 h 4775391"/>
                <a:gd name="connsiteX1" fmla="*/ 3371663 w 3568876"/>
                <a:gd name="connsiteY1" fmla="*/ 1650154 h 4775391"/>
                <a:gd name="connsiteX2" fmla="*/ 666 w 3568876"/>
                <a:gd name="connsiteY2" fmla="*/ 4570775 h 4775391"/>
                <a:gd name="connsiteX3" fmla="*/ 1829466 w 3568876"/>
                <a:gd name="connsiteY3" fmla="*/ 312674 h 4775391"/>
                <a:gd name="connsiteX0" fmla="*/ 1829466 w 3568876"/>
                <a:gd name="connsiteY0" fmla="*/ 312674 h 4775391"/>
                <a:gd name="connsiteX1" fmla="*/ 3371663 w 3568876"/>
                <a:gd name="connsiteY1" fmla="*/ 1650154 h 4775391"/>
                <a:gd name="connsiteX2" fmla="*/ 666 w 3568876"/>
                <a:gd name="connsiteY2" fmla="*/ 4570775 h 4775391"/>
                <a:gd name="connsiteX3" fmla="*/ 1829466 w 3568876"/>
                <a:gd name="connsiteY3" fmla="*/ 312674 h 4775391"/>
                <a:gd name="connsiteX0" fmla="*/ 1829466 w 3577167"/>
                <a:gd name="connsiteY0" fmla="*/ 312674 h 4781659"/>
                <a:gd name="connsiteX1" fmla="*/ 3371663 w 3577167"/>
                <a:gd name="connsiteY1" fmla="*/ 1650154 h 4781659"/>
                <a:gd name="connsiteX2" fmla="*/ 666 w 3577167"/>
                <a:gd name="connsiteY2" fmla="*/ 4570775 h 4781659"/>
                <a:gd name="connsiteX3" fmla="*/ 1829466 w 3577167"/>
                <a:gd name="connsiteY3" fmla="*/ 312674 h 4781659"/>
                <a:gd name="connsiteX0" fmla="*/ 1829466 w 3567546"/>
                <a:gd name="connsiteY0" fmla="*/ 287437 h 4759231"/>
                <a:gd name="connsiteX1" fmla="*/ 3358963 w 3567546"/>
                <a:gd name="connsiteY1" fmla="*/ 1682067 h 4759231"/>
                <a:gd name="connsiteX2" fmla="*/ 666 w 3567546"/>
                <a:gd name="connsiteY2" fmla="*/ 4545538 h 4759231"/>
                <a:gd name="connsiteX3" fmla="*/ 1829466 w 3567546"/>
                <a:gd name="connsiteY3" fmla="*/ 287437 h 4759231"/>
                <a:gd name="connsiteX0" fmla="*/ 1829466 w 3587284"/>
                <a:gd name="connsiteY0" fmla="*/ 287437 h 4759231"/>
                <a:gd name="connsiteX1" fmla="*/ 3358963 w 3587284"/>
                <a:gd name="connsiteY1" fmla="*/ 1682067 h 4759231"/>
                <a:gd name="connsiteX2" fmla="*/ 666 w 3587284"/>
                <a:gd name="connsiteY2" fmla="*/ 4545538 h 4759231"/>
                <a:gd name="connsiteX3" fmla="*/ 1829466 w 3587284"/>
                <a:gd name="connsiteY3" fmla="*/ 287437 h 4759231"/>
                <a:gd name="connsiteX0" fmla="*/ 1829466 w 3594891"/>
                <a:gd name="connsiteY0" fmla="*/ 292062 h 4763856"/>
                <a:gd name="connsiteX1" fmla="*/ 3358963 w 3594891"/>
                <a:gd name="connsiteY1" fmla="*/ 1686692 h 4763856"/>
                <a:gd name="connsiteX2" fmla="*/ 666 w 3594891"/>
                <a:gd name="connsiteY2" fmla="*/ 4550163 h 4763856"/>
                <a:gd name="connsiteX3" fmla="*/ 1829466 w 3594891"/>
                <a:gd name="connsiteY3" fmla="*/ 292062 h 4763856"/>
                <a:gd name="connsiteX0" fmla="*/ 1829466 w 3587284"/>
                <a:gd name="connsiteY0" fmla="*/ 501830 h 4973624"/>
                <a:gd name="connsiteX1" fmla="*/ 3358963 w 3587284"/>
                <a:gd name="connsiteY1" fmla="*/ 1896460 h 4973624"/>
                <a:gd name="connsiteX2" fmla="*/ 666 w 3587284"/>
                <a:gd name="connsiteY2" fmla="*/ 4759931 h 4973624"/>
                <a:gd name="connsiteX3" fmla="*/ 1829466 w 3587284"/>
                <a:gd name="connsiteY3" fmla="*/ 501830 h 4973624"/>
                <a:gd name="connsiteX0" fmla="*/ 1829466 w 3617639"/>
                <a:gd name="connsiteY0" fmla="*/ 481142 h 4952936"/>
                <a:gd name="connsiteX1" fmla="*/ 3358963 w 3617639"/>
                <a:gd name="connsiteY1" fmla="*/ 1875772 h 4952936"/>
                <a:gd name="connsiteX2" fmla="*/ 666 w 3617639"/>
                <a:gd name="connsiteY2" fmla="*/ 4739243 h 4952936"/>
                <a:gd name="connsiteX3" fmla="*/ 1829466 w 3617639"/>
                <a:gd name="connsiteY3" fmla="*/ 481142 h 4952936"/>
                <a:gd name="connsiteX0" fmla="*/ 1897568 w 3685741"/>
                <a:gd name="connsiteY0" fmla="*/ 481142 h 4952936"/>
                <a:gd name="connsiteX1" fmla="*/ 3427065 w 3685741"/>
                <a:gd name="connsiteY1" fmla="*/ 1875772 h 4952936"/>
                <a:gd name="connsiteX2" fmla="*/ 68768 w 3685741"/>
                <a:gd name="connsiteY2" fmla="*/ 4739243 h 4952936"/>
                <a:gd name="connsiteX3" fmla="*/ 1283419 w 3685741"/>
                <a:gd name="connsiteY3" fmla="*/ 2105229 h 4952936"/>
                <a:gd name="connsiteX4" fmla="*/ 1897568 w 3685741"/>
                <a:gd name="connsiteY4" fmla="*/ 481142 h 4952936"/>
                <a:gd name="connsiteX0" fmla="*/ 1897568 w 3685741"/>
                <a:gd name="connsiteY0" fmla="*/ 481142 h 4952936"/>
                <a:gd name="connsiteX1" fmla="*/ 3427065 w 3685741"/>
                <a:gd name="connsiteY1" fmla="*/ 1875772 h 4952936"/>
                <a:gd name="connsiteX2" fmla="*/ 68768 w 3685741"/>
                <a:gd name="connsiteY2" fmla="*/ 4739243 h 4952936"/>
                <a:gd name="connsiteX3" fmla="*/ 1283419 w 3685741"/>
                <a:gd name="connsiteY3" fmla="*/ 2105229 h 4952936"/>
                <a:gd name="connsiteX4" fmla="*/ 1897568 w 3685741"/>
                <a:gd name="connsiteY4" fmla="*/ 481142 h 4952936"/>
                <a:gd name="connsiteX0" fmla="*/ 1897568 w 3685741"/>
                <a:gd name="connsiteY0" fmla="*/ 481142 h 4957084"/>
                <a:gd name="connsiteX1" fmla="*/ 3427065 w 3685741"/>
                <a:gd name="connsiteY1" fmla="*/ 1875772 h 4957084"/>
                <a:gd name="connsiteX2" fmla="*/ 68768 w 3685741"/>
                <a:gd name="connsiteY2" fmla="*/ 4739243 h 4957084"/>
                <a:gd name="connsiteX3" fmla="*/ 1283419 w 3685741"/>
                <a:gd name="connsiteY3" fmla="*/ 2105229 h 4957084"/>
                <a:gd name="connsiteX4" fmla="*/ 1897568 w 3685741"/>
                <a:gd name="connsiteY4" fmla="*/ 481142 h 4957084"/>
                <a:gd name="connsiteX0" fmla="*/ 1897568 w 3685741"/>
                <a:gd name="connsiteY0" fmla="*/ 481142 h 4944704"/>
                <a:gd name="connsiteX1" fmla="*/ 3427065 w 3685741"/>
                <a:gd name="connsiteY1" fmla="*/ 1875772 h 4944704"/>
                <a:gd name="connsiteX2" fmla="*/ 68768 w 3685741"/>
                <a:gd name="connsiteY2" fmla="*/ 4739243 h 4944704"/>
                <a:gd name="connsiteX3" fmla="*/ 1283419 w 3685741"/>
                <a:gd name="connsiteY3" fmla="*/ 2105229 h 4944704"/>
                <a:gd name="connsiteX4" fmla="*/ 1897568 w 3685741"/>
                <a:gd name="connsiteY4" fmla="*/ 481142 h 4944704"/>
                <a:gd name="connsiteX0" fmla="*/ 1897568 w 3685741"/>
                <a:gd name="connsiteY0" fmla="*/ 481142 h 4908762"/>
                <a:gd name="connsiteX1" fmla="*/ 3427065 w 3685741"/>
                <a:gd name="connsiteY1" fmla="*/ 1875772 h 4908762"/>
                <a:gd name="connsiteX2" fmla="*/ 68768 w 3685741"/>
                <a:gd name="connsiteY2" fmla="*/ 4739243 h 4908762"/>
                <a:gd name="connsiteX3" fmla="*/ 1283419 w 3685741"/>
                <a:gd name="connsiteY3" fmla="*/ 2105229 h 4908762"/>
                <a:gd name="connsiteX4" fmla="*/ 1897568 w 3685741"/>
                <a:gd name="connsiteY4" fmla="*/ 481142 h 4908762"/>
                <a:gd name="connsiteX0" fmla="*/ 1897568 w 3685741"/>
                <a:gd name="connsiteY0" fmla="*/ 481142 h 4965440"/>
                <a:gd name="connsiteX1" fmla="*/ 3427065 w 3685741"/>
                <a:gd name="connsiteY1" fmla="*/ 1875772 h 4965440"/>
                <a:gd name="connsiteX2" fmla="*/ 68768 w 3685741"/>
                <a:gd name="connsiteY2" fmla="*/ 4739243 h 4965440"/>
                <a:gd name="connsiteX3" fmla="*/ 1283419 w 3685741"/>
                <a:gd name="connsiteY3" fmla="*/ 2105229 h 4965440"/>
                <a:gd name="connsiteX4" fmla="*/ 1897568 w 3685741"/>
                <a:gd name="connsiteY4" fmla="*/ 481142 h 4965440"/>
                <a:gd name="connsiteX0" fmla="*/ 1897568 w 3685741"/>
                <a:gd name="connsiteY0" fmla="*/ 481142 h 4957868"/>
                <a:gd name="connsiteX1" fmla="*/ 3427065 w 3685741"/>
                <a:gd name="connsiteY1" fmla="*/ 1875772 h 4957868"/>
                <a:gd name="connsiteX2" fmla="*/ 68768 w 3685741"/>
                <a:gd name="connsiteY2" fmla="*/ 4739243 h 4957868"/>
                <a:gd name="connsiteX3" fmla="*/ 1283419 w 3685741"/>
                <a:gd name="connsiteY3" fmla="*/ 2105229 h 4957868"/>
                <a:gd name="connsiteX4" fmla="*/ 1897568 w 3685741"/>
                <a:gd name="connsiteY4" fmla="*/ 481142 h 4957868"/>
                <a:gd name="connsiteX0" fmla="*/ 1897568 w 3685741"/>
                <a:gd name="connsiteY0" fmla="*/ 481142 h 4959344"/>
                <a:gd name="connsiteX1" fmla="*/ 3427065 w 3685741"/>
                <a:gd name="connsiteY1" fmla="*/ 1875772 h 4959344"/>
                <a:gd name="connsiteX2" fmla="*/ 68768 w 3685741"/>
                <a:gd name="connsiteY2" fmla="*/ 4739243 h 4959344"/>
                <a:gd name="connsiteX3" fmla="*/ 1283419 w 3685741"/>
                <a:gd name="connsiteY3" fmla="*/ 2105229 h 4959344"/>
                <a:gd name="connsiteX4" fmla="*/ 1897568 w 3685741"/>
                <a:gd name="connsiteY4" fmla="*/ 481142 h 4959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5741" h="4959344">
                  <a:moveTo>
                    <a:pt x="1897568" y="481142"/>
                  </a:moveTo>
                  <a:cubicBezTo>
                    <a:pt x="1633713" y="-151204"/>
                    <a:pt x="4550729" y="-548981"/>
                    <a:pt x="3427065" y="1875772"/>
                  </a:cubicBezTo>
                  <a:cubicBezTo>
                    <a:pt x="3680497" y="2225590"/>
                    <a:pt x="4399655" y="5881107"/>
                    <a:pt x="68768" y="4739243"/>
                  </a:cubicBezTo>
                  <a:cubicBezTo>
                    <a:pt x="-308978" y="4770662"/>
                    <a:pt x="978619" y="2814912"/>
                    <a:pt x="1283419" y="2105229"/>
                  </a:cubicBezTo>
                  <a:cubicBezTo>
                    <a:pt x="1588219" y="1395546"/>
                    <a:pt x="1751834" y="812812"/>
                    <a:pt x="1897568" y="481142"/>
                  </a:cubicBezTo>
                  <a:close/>
                </a:path>
              </a:pathLst>
            </a:custGeom>
            <a:solidFill>
              <a:srgbClr val="E8562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85">
              <a:extLst>
                <a:ext uri="{FF2B5EF4-FFF2-40B4-BE49-F238E27FC236}">
                  <a16:creationId xmlns:a16="http://schemas.microsoft.com/office/drawing/2014/main" id="{2B40E00E-9746-4D15-BBDA-9E102CEF9927}"/>
                </a:ext>
              </a:extLst>
            </p:cNvPr>
            <p:cNvSpPr/>
            <p:nvPr/>
          </p:nvSpPr>
          <p:spPr>
            <a:xfrm>
              <a:off x="5954535" y="1746206"/>
              <a:ext cx="1688893" cy="1724145"/>
            </a:xfrm>
            <a:custGeom>
              <a:avLst/>
              <a:gdLst>
                <a:gd name="connsiteX0" fmla="*/ 0 w 1193800"/>
                <a:gd name="connsiteY0" fmla="*/ 0 h 1145692"/>
                <a:gd name="connsiteX1" fmla="*/ 1193800 w 1193800"/>
                <a:gd name="connsiteY1" fmla="*/ 0 h 1145692"/>
                <a:gd name="connsiteX2" fmla="*/ 1193800 w 1193800"/>
                <a:gd name="connsiteY2" fmla="*/ 1145692 h 1145692"/>
                <a:gd name="connsiteX3" fmla="*/ 0 w 1193800"/>
                <a:gd name="connsiteY3" fmla="*/ 1145692 h 1145692"/>
                <a:gd name="connsiteX4" fmla="*/ 0 w 1193800"/>
                <a:gd name="connsiteY4" fmla="*/ 0 h 1145692"/>
                <a:gd name="connsiteX0" fmla="*/ 0 w 1517650"/>
                <a:gd name="connsiteY0" fmla="*/ 0 h 1145692"/>
                <a:gd name="connsiteX1" fmla="*/ 1517650 w 1517650"/>
                <a:gd name="connsiteY1" fmla="*/ 768350 h 1145692"/>
                <a:gd name="connsiteX2" fmla="*/ 1193800 w 1517650"/>
                <a:gd name="connsiteY2" fmla="*/ 1145692 h 1145692"/>
                <a:gd name="connsiteX3" fmla="*/ 0 w 1517650"/>
                <a:gd name="connsiteY3" fmla="*/ 1145692 h 1145692"/>
                <a:gd name="connsiteX4" fmla="*/ 0 w 1517650"/>
                <a:gd name="connsiteY4" fmla="*/ 0 h 1145692"/>
                <a:gd name="connsiteX0" fmla="*/ 0 w 1517650"/>
                <a:gd name="connsiteY0" fmla="*/ 0 h 1145692"/>
                <a:gd name="connsiteX1" fmla="*/ 1517650 w 1517650"/>
                <a:gd name="connsiteY1" fmla="*/ 768350 h 1145692"/>
                <a:gd name="connsiteX2" fmla="*/ 1193800 w 1517650"/>
                <a:gd name="connsiteY2" fmla="*/ 1145692 h 1145692"/>
                <a:gd name="connsiteX3" fmla="*/ 0 w 1517650"/>
                <a:gd name="connsiteY3" fmla="*/ 1145692 h 1145692"/>
                <a:gd name="connsiteX4" fmla="*/ 0 w 1517650"/>
                <a:gd name="connsiteY4" fmla="*/ 0 h 1145692"/>
                <a:gd name="connsiteX0" fmla="*/ 0 w 1517650"/>
                <a:gd name="connsiteY0" fmla="*/ 0 h 1145692"/>
                <a:gd name="connsiteX1" fmla="*/ 1517650 w 1517650"/>
                <a:gd name="connsiteY1" fmla="*/ 768350 h 1145692"/>
                <a:gd name="connsiteX2" fmla="*/ 1193800 w 1517650"/>
                <a:gd name="connsiteY2" fmla="*/ 1145692 h 1145692"/>
                <a:gd name="connsiteX3" fmla="*/ 0 w 1517650"/>
                <a:gd name="connsiteY3" fmla="*/ 1145692 h 1145692"/>
                <a:gd name="connsiteX4" fmla="*/ 0 w 1517650"/>
                <a:gd name="connsiteY4" fmla="*/ 0 h 1145692"/>
                <a:gd name="connsiteX0" fmla="*/ 114300 w 1631950"/>
                <a:gd name="connsiteY0" fmla="*/ 110348 h 1256040"/>
                <a:gd name="connsiteX1" fmla="*/ 1631950 w 1631950"/>
                <a:gd name="connsiteY1" fmla="*/ 878698 h 1256040"/>
                <a:gd name="connsiteX2" fmla="*/ 1308100 w 1631950"/>
                <a:gd name="connsiteY2" fmla="*/ 1256040 h 1256040"/>
                <a:gd name="connsiteX3" fmla="*/ 114300 w 1631950"/>
                <a:gd name="connsiteY3" fmla="*/ 1256040 h 1256040"/>
                <a:gd name="connsiteX4" fmla="*/ 0 w 1631950"/>
                <a:gd name="connsiteY4" fmla="*/ 0 h 1256040"/>
                <a:gd name="connsiteX5" fmla="*/ 114300 w 1631950"/>
                <a:gd name="connsiteY5" fmla="*/ 110348 h 1256040"/>
                <a:gd name="connsiteX0" fmla="*/ 117133 w 1634783"/>
                <a:gd name="connsiteY0" fmla="*/ 122551 h 1268243"/>
                <a:gd name="connsiteX1" fmla="*/ 1634783 w 1634783"/>
                <a:gd name="connsiteY1" fmla="*/ 890901 h 1268243"/>
                <a:gd name="connsiteX2" fmla="*/ 1310933 w 1634783"/>
                <a:gd name="connsiteY2" fmla="*/ 1268243 h 1268243"/>
                <a:gd name="connsiteX3" fmla="*/ 117133 w 1634783"/>
                <a:gd name="connsiteY3" fmla="*/ 1268243 h 1268243"/>
                <a:gd name="connsiteX4" fmla="*/ 85383 w 1634783"/>
                <a:gd name="connsiteY4" fmla="*/ 151903 h 1268243"/>
                <a:gd name="connsiteX5" fmla="*/ 2833 w 1634783"/>
                <a:gd name="connsiteY5" fmla="*/ 12203 h 1268243"/>
                <a:gd name="connsiteX6" fmla="*/ 117133 w 1634783"/>
                <a:gd name="connsiteY6" fmla="*/ 122551 h 1268243"/>
                <a:gd name="connsiteX0" fmla="*/ 147375 w 1665025"/>
                <a:gd name="connsiteY0" fmla="*/ 110392 h 1256084"/>
                <a:gd name="connsiteX1" fmla="*/ 1665025 w 1665025"/>
                <a:gd name="connsiteY1" fmla="*/ 878742 h 1256084"/>
                <a:gd name="connsiteX2" fmla="*/ 1341175 w 1665025"/>
                <a:gd name="connsiteY2" fmla="*/ 1256084 h 1256084"/>
                <a:gd name="connsiteX3" fmla="*/ 147375 w 1665025"/>
                <a:gd name="connsiteY3" fmla="*/ 1256084 h 1256084"/>
                <a:gd name="connsiteX4" fmla="*/ 7676 w 1665025"/>
                <a:gd name="connsiteY4" fmla="*/ 152445 h 1256084"/>
                <a:gd name="connsiteX5" fmla="*/ 115625 w 1665025"/>
                <a:gd name="connsiteY5" fmla="*/ 139744 h 1256084"/>
                <a:gd name="connsiteX6" fmla="*/ 33075 w 1665025"/>
                <a:gd name="connsiteY6" fmla="*/ 44 h 1256084"/>
                <a:gd name="connsiteX7" fmla="*/ 147375 w 1665025"/>
                <a:gd name="connsiteY7" fmla="*/ 110392 h 1256084"/>
                <a:gd name="connsiteX0" fmla="*/ 141507 w 1659157"/>
                <a:gd name="connsiteY0" fmla="*/ 110392 h 1256084"/>
                <a:gd name="connsiteX1" fmla="*/ 1659157 w 1659157"/>
                <a:gd name="connsiteY1" fmla="*/ 878742 h 1256084"/>
                <a:gd name="connsiteX2" fmla="*/ 1335307 w 1659157"/>
                <a:gd name="connsiteY2" fmla="*/ 1256084 h 1256084"/>
                <a:gd name="connsiteX3" fmla="*/ 141507 w 1659157"/>
                <a:gd name="connsiteY3" fmla="*/ 1256084 h 1256084"/>
                <a:gd name="connsiteX4" fmla="*/ 128808 w 1659157"/>
                <a:gd name="connsiteY4" fmla="*/ 254044 h 1256084"/>
                <a:gd name="connsiteX5" fmla="*/ 1808 w 1659157"/>
                <a:gd name="connsiteY5" fmla="*/ 152445 h 1256084"/>
                <a:gd name="connsiteX6" fmla="*/ 109757 w 1659157"/>
                <a:gd name="connsiteY6" fmla="*/ 139744 h 1256084"/>
                <a:gd name="connsiteX7" fmla="*/ 27207 w 1659157"/>
                <a:gd name="connsiteY7" fmla="*/ 44 h 1256084"/>
                <a:gd name="connsiteX8" fmla="*/ 141507 w 1659157"/>
                <a:gd name="connsiteY8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141466 w 1659116"/>
                <a:gd name="connsiteY3" fmla="*/ 1256084 h 1256084"/>
                <a:gd name="connsiteX4" fmla="*/ 39867 w 1659116"/>
                <a:gd name="connsiteY4" fmla="*/ 266744 h 1256084"/>
                <a:gd name="connsiteX5" fmla="*/ 128767 w 1659116"/>
                <a:gd name="connsiteY5" fmla="*/ 254044 h 1256084"/>
                <a:gd name="connsiteX6" fmla="*/ 1767 w 1659116"/>
                <a:gd name="connsiteY6" fmla="*/ 152445 h 1256084"/>
                <a:gd name="connsiteX7" fmla="*/ 109716 w 1659116"/>
                <a:gd name="connsiteY7" fmla="*/ 139744 h 1256084"/>
                <a:gd name="connsiteX8" fmla="*/ 27166 w 1659116"/>
                <a:gd name="connsiteY8" fmla="*/ 44 h 1256084"/>
                <a:gd name="connsiteX9" fmla="*/ 141466 w 1659116"/>
                <a:gd name="connsiteY9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141466 w 1659116"/>
                <a:gd name="connsiteY3" fmla="*/ 1256084 h 1256084"/>
                <a:gd name="connsiteX4" fmla="*/ 198616 w 1659116"/>
                <a:gd name="connsiteY4" fmla="*/ 406444 h 1256084"/>
                <a:gd name="connsiteX5" fmla="*/ 39867 w 1659116"/>
                <a:gd name="connsiteY5" fmla="*/ 266744 h 1256084"/>
                <a:gd name="connsiteX6" fmla="*/ 128767 w 1659116"/>
                <a:gd name="connsiteY6" fmla="*/ 254044 h 1256084"/>
                <a:gd name="connsiteX7" fmla="*/ 1767 w 1659116"/>
                <a:gd name="connsiteY7" fmla="*/ 152445 h 1256084"/>
                <a:gd name="connsiteX8" fmla="*/ 109716 w 1659116"/>
                <a:gd name="connsiteY8" fmla="*/ 139744 h 1256084"/>
                <a:gd name="connsiteX9" fmla="*/ 27166 w 1659116"/>
                <a:gd name="connsiteY9" fmla="*/ 44 h 1256084"/>
                <a:gd name="connsiteX10" fmla="*/ 141466 w 1659116"/>
                <a:gd name="connsiteY10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141466 w 1659116"/>
                <a:gd name="connsiteY3" fmla="*/ 1256084 h 1256084"/>
                <a:gd name="connsiteX4" fmla="*/ 97016 w 1659116"/>
                <a:gd name="connsiteY4" fmla="*/ 431844 h 1256084"/>
                <a:gd name="connsiteX5" fmla="*/ 198616 w 1659116"/>
                <a:gd name="connsiteY5" fmla="*/ 406444 h 1256084"/>
                <a:gd name="connsiteX6" fmla="*/ 39867 w 1659116"/>
                <a:gd name="connsiteY6" fmla="*/ 266744 h 1256084"/>
                <a:gd name="connsiteX7" fmla="*/ 128767 w 1659116"/>
                <a:gd name="connsiteY7" fmla="*/ 254044 h 1256084"/>
                <a:gd name="connsiteX8" fmla="*/ 1767 w 1659116"/>
                <a:gd name="connsiteY8" fmla="*/ 152445 h 1256084"/>
                <a:gd name="connsiteX9" fmla="*/ 109716 w 1659116"/>
                <a:gd name="connsiteY9" fmla="*/ 139744 h 1256084"/>
                <a:gd name="connsiteX10" fmla="*/ 27166 w 1659116"/>
                <a:gd name="connsiteY10" fmla="*/ 44 h 1256084"/>
                <a:gd name="connsiteX11" fmla="*/ 141466 w 1659116"/>
                <a:gd name="connsiteY11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141466 w 1659116"/>
                <a:gd name="connsiteY3" fmla="*/ 1256084 h 1256084"/>
                <a:gd name="connsiteX4" fmla="*/ 255766 w 1659116"/>
                <a:gd name="connsiteY4" fmla="*/ 533444 h 1256084"/>
                <a:gd name="connsiteX5" fmla="*/ 97016 w 1659116"/>
                <a:gd name="connsiteY5" fmla="*/ 431844 h 1256084"/>
                <a:gd name="connsiteX6" fmla="*/ 198616 w 1659116"/>
                <a:gd name="connsiteY6" fmla="*/ 406444 h 1256084"/>
                <a:gd name="connsiteX7" fmla="*/ 39867 w 1659116"/>
                <a:gd name="connsiteY7" fmla="*/ 266744 h 1256084"/>
                <a:gd name="connsiteX8" fmla="*/ 128767 w 1659116"/>
                <a:gd name="connsiteY8" fmla="*/ 254044 h 1256084"/>
                <a:gd name="connsiteX9" fmla="*/ 1767 w 1659116"/>
                <a:gd name="connsiteY9" fmla="*/ 152445 h 1256084"/>
                <a:gd name="connsiteX10" fmla="*/ 109716 w 1659116"/>
                <a:gd name="connsiteY10" fmla="*/ 139744 h 1256084"/>
                <a:gd name="connsiteX11" fmla="*/ 27166 w 1659116"/>
                <a:gd name="connsiteY11" fmla="*/ 44 h 1256084"/>
                <a:gd name="connsiteX12" fmla="*/ 141466 w 1659116"/>
                <a:gd name="connsiteY12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141466 w 1659116"/>
                <a:gd name="connsiteY3" fmla="*/ 1256084 h 1256084"/>
                <a:gd name="connsiteX4" fmla="*/ 90666 w 1659116"/>
                <a:gd name="connsiteY4" fmla="*/ 565194 h 1256084"/>
                <a:gd name="connsiteX5" fmla="*/ 255766 w 1659116"/>
                <a:gd name="connsiteY5" fmla="*/ 533444 h 1256084"/>
                <a:gd name="connsiteX6" fmla="*/ 97016 w 1659116"/>
                <a:gd name="connsiteY6" fmla="*/ 431844 h 1256084"/>
                <a:gd name="connsiteX7" fmla="*/ 198616 w 1659116"/>
                <a:gd name="connsiteY7" fmla="*/ 406444 h 1256084"/>
                <a:gd name="connsiteX8" fmla="*/ 39867 w 1659116"/>
                <a:gd name="connsiteY8" fmla="*/ 266744 h 1256084"/>
                <a:gd name="connsiteX9" fmla="*/ 128767 w 1659116"/>
                <a:gd name="connsiteY9" fmla="*/ 254044 h 1256084"/>
                <a:gd name="connsiteX10" fmla="*/ 1767 w 1659116"/>
                <a:gd name="connsiteY10" fmla="*/ 152445 h 1256084"/>
                <a:gd name="connsiteX11" fmla="*/ 109716 w 1659116"/>
                <a:gd name="connsiteY11" fmla="*/ 139744 h 1256084"/>
                <a:gd name="connsiteX12" fmla="*/ 27166 w 1659116"/>
                <a:gd name="connsiteY12" fmla="*/ 44 h 1256084"/>
                <a:gd name="connsiteX13" fmla="*/ 141466 w 1659116"/>
                <a:gd name="connsiteY13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141466 w 1659116"/>
                <a:gd name="connsiteY3" fmla="*/ 1256084 h 1256084"/>
                <a:gd name="connsiteX4" fmla="*/ 338316 w 1659116"/>
                <a:gd name="connsiteY4" fmla="*/ 958894 h 1256084"/>
                <a:gd name="connsiteX5" fmla="*/ 90666 w 1659116"/>
                <a:gd name="connsiteY5" fmla="*/ 565194 h 1256084"/>
                <a:gd name="connsiteX6" fmla="*/ 255766 w 1659116"/>
                <a:gd name="connsiteY6" fmla="*/ 533444 h 1256084"/>
                <a:gd name="connsiteX7" fmla="*/ 97016 w 1659116"/>
                <a:gd name="connsiteY7" fmla="*/ 431844 h 1256084"/>
                <a:gd name="connsiteX8" fmla="*/ 198616 w 1659116"/>
                <a:gd name="connsiteY8" fmla="*/ 406444 h 1256084"/>
                <a:gd name="connsiteX9" fmla="*/ 39867 w 1659116"/>
                <a:gd name="connsiteY9" fmla="*/ 266744 h 1256084"/>
                <a:gd name="connsiteX10" fmla="*/ 128767 w 1659116"/>
                <a:gd name="connsiteY10" fmla="*/ 254044 h 1256084"/>
                <a:gd name="connsiteX11" fmla="*/ 1767 w 1659116"/>
                <a:gd name="connsiteY11" fmla="*/ 152445 h 1256084"/>
                <a:gd name="connsiteX12" fmla="*/ 109716 w 1659116"/>
                <a:gd name="connsiteY12" fmla="*/ 139744 h 1256084"/>
                <a:gd name="connsiteX13" fmla="*/ 27166 w 1659116"/>
                <a:gd name="connsiteY13" fmla="*/ 44 h 1256084"/>
                <a:gd name="connsiteX14" fmla="*/ 141466 w 1659116"/>
                <a:gd name="connsiteY14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630416 w 1659116"/>
                <a:gd name="connsiteY3" fmla="*/ 709984 h 1256084"/>
                <a:gd name="connsiteX4" fmla="*/ 338316 w 1659116"/>
                <a:gd name="connsiteY4" fmla="*/ 958894 h 1256084"/>
                <a:gd name="connsiteX5" fmla="*/ 90666 w 1659116"/>
                <a:gd name="connsiteY5" fmla="*/ 565194 h 1256084"/>
                <a:gd name="connsiteX6" fmla="*/ 255766 w 1659116"/>
                <a:gd name="connsiteY6" fmla="*/ 533444 h 1256084"/>
                <a:gd name="connsiteX7" fmla="*/ 97016 w 1659116"/>
                <a:gd name="connsiteY7" fmla="*/ 431844 h 1256084"/>
                <a:gd name="connsiteX8" fmla="*/ 198616 w 1659116"/>
                <a:gd name="connsiteY8" fmla="*/ 406444 h 1256084"/>
                <a:gd name="connsiteX9" fmla="*/ 39867 w 1659116"/>
                <a:gd name="connsiteY9" fmla="*/ 266744 h 1256084"/>
                <a:gd name="connsiteX10" fmla="*/ 128767 w 1659116"/>
                <a:gd name="connsiteY10" fmla="*/ 254044 h 1256084"/>
                <a:gd name="connsiteX11" fmla="*/ 1767 w 1659116"/>
                <a:gd name="connsiteY11" fmla="*/ 152445 h 1256084"/>
                <a:gd name="connsiteX12" fmla="*/ 109716 w 1659116"/>
                <a:gd name="connsiteY12" fmla="*/ 139744 h 1256084"/>
                <a:gd name="connsiteX13" fmla="*/ 27166 w 1659116"/>
                <a:gd name="connsiteY13" fmla="*/ 44 h 1256084"/>
                <a:gd name="connsiteX14" fmla="*/ 141466 w 1659116"/>
                <a:gd name="connsiteY14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630416 w 1659116"/>
                <a:gd name="connsiteY3" fmla="*/ 709984 h 1256084"/>
                <a:gd name="connsiteX4" fmla="*/ 706616 w 1659116"/>
                <a:gd name="connsiteY4" fmla="*/ 914444 h 1256084"/>
                <a:gd name="connsiteX5" fmla="*/ 90666 w 1659116"/>
                <a:gd name="connsiteY5" fmla="*/ 565194 h 1256084"/>
                <a:gd name="connsiteX6" fmla="*/ 255766 w 1659116"/>
                <a:gd name="connsiteY6" fmla="*/ 533444 h 1256084"/>
                <a:gd name="connsiteX7" fmla="*/ 97016 w 1659116"/>
                <a:gd name="connsiteY7" fmla="*/ 431844 h 1256084"/>
                <a:gd name="connsiteX8" fmla="*/ 198616 w 1659116"/>
                <a:gd name="connsiteY8" fmla="*/ 406444 h 1256084"/>
                <a:gd name="connsiteX9" fmla="*/ 39867 w 1659116"/>
                <a:gd name="connsiteY9" fmla="*/ 266744 h 1256084"/>
                <a:gd name="connsiteX10" fmla="*/ 128767 w 1659116"/>
                <a:gd name="connsiteY10" fmla="*/ 254044 h 1256084"/>
                <a:gd name="connsiteX11" fmla="*/ 1767 w 1659116"/>
                <a:gd name="connsiteY11" fmla="*/ 152445 h 1256084"/>
                <a:gd name="connsiteX12" fmla="*/ 109716 w 1659116"/>
                <a:gd name="connsiteY12" fmla="*/ 139744 h 1256084"/>
                <a:gd name="connsiteX13" fmla="*/ 27166 w 1659116"/>
                <a:gd name="connsiteY13" fmla="*/ 44 h 1256084"/>
                <a:gd name="connsiteX14" fmla="*/ 141466 w 1659116"/>
                <a:gd name="connsiteY14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630416 w 1659116"/>
                <a:gd name="connsiteY3" fmla="*/ 709984 h 1256084"/>
                <a:gd name="connsiteX4" fmla="*/ 706616 w 1659116"/>
                <a:gd name="connsiteY4" fmla="*/ 914444 h 1256084"/>
                <a:gd name="connsiteX5" fmla="*/ 90666 w 1659116"/>
                <a:gd name="connsiteY5" fmla="*/ 565194 h 1256084"/>
                <a:gd name="connsiteX6" fmla="*/ 255766 w 1659116"/>
                <a:gd name="connsiteY6" fmla="*/ 533444 h 1256084"/>
                <a:gd name="connsiteX7" fmla="*/ 97016 w 1659116"/>
                <a:gd name="connsiteY7" fmla="*/ 431844 h 1256084"/>
                <a:gd name="connsiteX8" fmla="*/ 198616 w 1659116"/>
                <a:gd name="connsiteY8" fmla="*/ 406444 h 1256084"/>
                <a:gd name="connsiteX9" fmla="*/ 39867 w 1659116"/>
                <a:gd name="connsiteY9" fmla="*/ 266744 h 1256084"/>
                <a:gd name="connsiteX10" fmla="*/ 128767 w 1659116"/>
                <a:gd name="connsiteY10" fmla="*/ 254044 h 1256084"/>
                <a:gd name="connsiteX11" fmla="*/ 1767 w 1659116"/>
                <a:gd name="connsiteY11" fmla="*/ 152445 h 1256084"/>
                <a:gd name="connsiteX12" fmla="*/ 109716 w 1659116"/>
                <a:gd name="connsiteY12" fmla="*/ 139744 h 1256084"/>
                <a:gd name="connsiteX13" fmla="*/ 27166 w 1659116"/>
                <a:gd name="connsiteY13" fmla="*/ 44 h 1256084"/>
                <a:gd name="connsiteX14" fmla="*/ 141466 w 1659116"/>
                <a:gd name="connsiteY14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630416 w 1659116"/>
                <a:gd name="connsiteY3" fmla="*/ 709984 h 1256084"/>
                <a:gd name="connsiteX4" fmla="*/ 706616 w 1659116"/>
                <a:gd name="connsiteY4" fmla="*/ 914444 h 1256084"/>
                <a:gd name="connsiteX5" fmla="*/ 90666 w 1659116"/>
                <a:gd name="connsiteY5" fmla="*/ 565194 h 1256084"/>
                <a:gd name="connsiteX6" fmla="*/ 255766 w 1659116"/>
                <a:gd name="connsiteY6" fmla="*/ 533444 h 1256084"/>
                <a:gd name="connsiteX7" fmla="*/ 97016 w 1659116"/>
                <a:gd name="connsiteY7" fmla="*/ 431844 h 1256084"/>
                <a:gd name="connsiteX8" fmla="*/ 198616 w 1659116"/>
                <a:gd name="connsiteY8" fmla="*/ 406444 h 1256084"/>
                <a:gd name="connsiteX9" fmla="*/ 39867 w 1659116"/>
                <a:gd name="connsiteY9" fmla="*/ 266744 h 1256084"/>
                <a:gd name="connsiteX10" fmla="*/ 128767 w 1659116"/>
                <a:gd name="connsiteY10" fmla="*/ 254044 h 1256084"/>
                <a:gd name="connsiteX11" fmla="*/ 1767 w 1659116"/>
                <a:gd name="connsiteY11" fmla="*/ 152445 h 1256084"/>
                <a:gd name="connsiteX12" fmla="*/ 109716 w 1659116"/>
                <a:gd name="connsiteY12" fmla="*/ 139744 h 1256084"/>
                <a:gd name="connsiteX13" fmla="*/ 27166 w 1659116"/>
                <a:gd name="connsiteY13" fmla="*/ 44 h 1256084"/>
                <a:gd name="connsiteX14" fmla="*/ 141466 w 1659116"/>
                <a:gd name="connsiteY14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928866 w 1659116"/>
                <a:gd name="connsiteY3" fmla="*/ 1174794 h 1256084"/>
                <a:gd name="connsiteX4" fmla="*/ 630416 w 1659116"/>
                <a:gd name="connsiteY4" fmla="*/ 709984 h 1256084"/>
                <a:gd name="connsiteX5" fmla="*/ 706616 w 1659116"/>
                <a:gd name="connsiteY5" fmla="*/ 914444 h 1256084"/>
                <a:gd name="connsiteX6" fmla="*/ 90666 w 1659116"/>
                <a:gd name="connsiteY6" fmla="*/ 565194 h 1256084"/>
                <a:gd name="connsiteX7" fmla="*/ 255766 w 1659116"/>
                <a:gd name="connsiteY7" fmla="*/ 533444 h 1256084"/>
                <a:gd name="connsiteX8" fmla="*/ 97016 w 1659116"/>
                <a:gd name="connsiteY8" fmla="*/ 431844 h 1256084"/>
                <a:gd name="connsiteX9" fmla="*/ 198616 w 1659116"/>
                <a:gd name="connsiteY9" fmla="*/ 406444 h 1256084"/>
                <a:gd name="connsiteX10" fmla="*/ 39867 w 1659116"/>
                <a:gd name="connsiteY10" fmla="*/ 266744 h 1256084"/>
                <a:gd name="connsiteX11" fmla="*/ 128767 w 1659116"/>
                <a:gd name="connsiteY11" fmla="*/ 254044 h 1256084"/>
                <a:gd name="connsiteX12" fmla="*/ 1767 w 1659116"/>
                <a:gd name="connsiteY12" fmla="*/ 152445 h 1256084"/>
                <a:gd name="connsiteX13" fmla="*/ 109716 w 1659116"/>
                <a:gd name="connsiteY13" fmla="*/ 139744 h 1256084"/>
                <a:gd name="connsiteX14" fmla="*/ 27166 w 1659116"/>
                <a:gd name="connsiteY14" fmla="*/ 44 h 1256084"/>
                <a:gd name="connsiteX15" fmla="*/ 141466 w 1659116"/>
                <a:gd name="connsiteY15" fmla="*/ 110392 h 1256084"/>
                <a:gd name="connsiteX0" fmla="*/ 141466 w 1659116"/>
                <a:gd name="connsiteY0" fmla="*/ 110392 h 1261468"/>
                <a:gd name="connsiteX1" fmla="*/ 1659116 w 1659116"/>
                <a:gd name="connsiteY1" fmla="*/ 878742 h 1261468"/>
                <a:gd name="connsiteX2" fmla="*/ 1335266 w 1659116"/>
                <a:gd name="connsiteY2" fmla="*/ 1256084 h 1261468"/>
                <a:gd name="connsiteX3" fmla="*/ 871716 w 1659116"/>
                <a:gd name="connsiteY3" fmla="*/ 889044 h 1261468"/>
                <a:gd name="connsiteX4" fmla="*/ 928866 w 1659116"/>
                <a:gd name="connsiteY4" fmla="*/ 1174794 h 1261468"/>
                <a:gd name="connsiteX5" fmla="*/ 630416 w 1659116"/>
                <a:gd name="connsiteY5" fmla="*/ 709984 h 1261468"/>
                <a:gd name="connsiteX6" fmla="*/ 706616 w 1659116"/>
                <a:gd name="connsiteY6" fmla="*/ 914444 h 1261468"/>
                <a:gd name="connsiteX7" fmla="*/ 90666 w 1659116"/>
                <a:gd name="connsiteY7" fmla="*/ 565194 h 1261468"/>
                <a:gd name="connsiteX8" fmla="*/ 255766 w 1659116"/>
                <a:gd name="connsiteY8" fmla="*/ 533444 h 1261468"/>
                <a:gd name="connsiteX9" fmla="*/ 97016 w 1659116"/>
                <a:gd name="connsiteY9" fmla="*/ 431844 h 1261468"/>
                <a:gd name="connsiteX10" fmla="*/ 198616 w 1659116"/>
                <a:gd name="connsiteY10" fmla="*/ 406444 h 1261468"/>
                <a:gd name="connsiteX11" fmla="*/ 39867 w 1659116"/>
                <a:gd name="connsiteY11" fmla="*/ 266744 h 1261468"/>
                <a:gd name="connsiteX12" fmla="*/ 128767 w 1659116"/>
                <a:gd name="connsiteY12" fmla="*/ 254044 h 1261468"/>
                <a:gd name="connsiteX13" fmla="*/ 1767 w 1659116"/>
                <a:gd name="connsiteY13" fmla="*/ 152445 h 1261468"/>
                <a:gd name="connsiteX14" fmla="*/ 109716 w 1659116"/>
                <a:gd name="connsiteY14" fmla="*/ 139744 h 1261468"/>
                <a:gd name="connsiteX15" fmla="*/ 27166 w 1659116"/>
                <a:gd name="connsiteY15" fmla="*/ 44 h 1261468"/>
                <a:gd name="connsiteX16" fmla="*/ 141466 w 1659116"/>
                <a:gd name="connsiteY16" fmla="*/ 110392 h 1261468"/>
                <a:gd name="connsiteX0" fmla="*/ 141466 w 1659116"/>
                <a:gd name="connsiteY0" fmla="*/ 110392 h 1375492"/>
                <a:gd name="connsiteX1" fmla="*/ 1659116 w 1659116"/>
                <a:gd name="connsiteY1" fmla="*/ 878742 h 1375492"/>
                <a:gd name="connsiteX2" fmla="*/ 1335266 w 1659116"/>
                <a:gd name="connsiteY2" fmla="*/ 1256084 h 1375492"/>
                <a:gd name="connsiteX3" fmla="*/ 1100316 w 1659116"/>
                <a:gd name="connsiteY3" fmla="*/ 1358944 h 1375492"/>
                <a:gd name="connsiteX4" fmla="*/ 871716 w 1659116"/>
                <a:gd name="connsiteY4" fmla="*/ 889044 h 1375492"/>
                <a:gd name="connsiteX5" fmla="*/ 928866 w 1659116"/>
                <a:gd name="connsiteY5" fmla="*/ 1174794 h 1375492"/>
                <a:gd name="connsiteX6" fmla="*/ 630416 w 1659116"/>
                <a:gd name="connsiteY6" fmla="*/ 709984 h 1375492"/>
                <a:gd name="connsiteX7" fmla="*/ 706616 w 1659116"/>
                <a:gd name="connsiteY7" fmla="*/ 914444 h 1375492"/>
                <a:gd name="connsiteX8" fmla="*/ 90666 w 1659116"/>
                <a:gd name="connsiteY8" fmla="*/ 565194 h 1375492"/>
                <a:gd name="connsiteX9" fmla="*/ 255766 w 1659116"/>
                <a:gd name="connsiteY9" fmla="*/ 533444 h 1375492"/>
                <a:gd name="connsiteX10" fmla="*/ 97016 w 1659116"/>
                <a:gd name="connsiteY10" fmla="*/ 431844 h 1375492"/>
                <a:gd name="connsiteX11" fmla="*/ 198616 w 1659116"/>
                <a:gd name="connsiteY11" fmla="*/ 406444 h 1375492"/>
                <a:gd name="connsiteX12" fmla="*/ 39867 w 1659116"/>
                <a:gd name="connsiteY12" fmla="*/ 266744 h 1375492"/>
                <a:gd name="connsiteX13" fmla="*/ 128767 w 1659116"/>
                <a:gd name="connsiteY13" fmla="*/ 254044 h 1375492"/>
                <a:gd name="connsiteX14" fmla="*/ 1767 w 1659116"/>
                <a:gd name="connsiteY14" fmla="*/ 152445 h 1375492"/>
                <a:gd name="connsiteX15" fmla="*/ 109716 w 1659116"/>
                <a:gd name="connsiteY15" fmla="*/ 139744 h 1375492"/>
                <a:gd name="connsiteX16" fmla="*/ 27166 w 1659116"/>
                <a:gd name="connsiteY16" fmla="*/ 44 h 1375492"/>
                <a:gd name="connsiteX17" fmla="*/ 141466 w 1659116"/>
                <a:gd name="connsiteY17" fmla="*/ 110392 h 1375492"/>
                <a:gd name="connsiteX0" fmla="*/ 141466 w 1659116"/>
                <a:gd name="connsiteY0" fmla="*/ 110392 h 1716422"/>
                <a:gd name="connsiteX1" fmla="*/ 1659116 w 1659116"/>
                <a:gd name="connsiteY1" fmla="*/ 878742 h 1716422"/>
                <a:gd name="connsiteX2" fmla="*/ 1373366 w 1659116"/>
                <a:gd name="connsiteY2" fmla="*/ 1713284 h 1716422"/>
                <a:gd name="connsiteX3" fmla="*/ 1100316 w 1659116"/>
                <a:gd name="connsiteY3" fmla="*/ 1358944 h 1716422"/>
                <a:gd name="connsiteX4" fmla="*/ 871716 w 1659116"/>
                <a:gd name="connsiteY4" fmla="*/ 889044 h 1716422"/>
                <a:gd name="connsiteX5" fmla="*/ 928866 w 1659116"/>
                <a:gd name="connsiteY5" fmla="*/ 1174794 h 1716422"/>
                <a:gd name="connsiteX6" fmla="*/ 630416 w 1659116"/>
                <a:gd name="connsiteY6" fmla="*/ 709984 h 1716422"/>
                <a:gd name="connsiteX7" fmla="*/ 706616 w 1659116"/>
                <a:gd name="connsiteY7" fmla="*/ 914444 h 1716422"/>
                <a:gd name="connsiteX8" fmla="*/ 90666 w 1659116"/>
                <a:gd name="connsiteY8" fmla="*/ 565194 h 1716422"/>
                <a:gd name="connsiteX9" fmla="*/ 255766 w 1659116"/>
                <a:gd name="connsiteY9" fmla="*/ 533444 h 1716422"/>
                <a:gd name="connsiteX10" fmla="*/ 97016 w 1659116"/>
                <a:gd name="connsiteY10" fmla="*/ 431844 h 1716422"/>
                <a:gd name="connsiteX11" fmla="*/ 198616 w 1659116"/>
                <a:gd name="connsiteY11" fmla="*/ 406444 h 1716422"/>
                <a:gd name="connsiteX12" fmla="*/ 39867 w 1659116"/>
                <a:gd name="connsiteY12" fmla="*/ 266744 h 1716422"/>
                <a:gd name="connsiteX13" fmla="*/ 128767 w 1659116"/>
                <a:gd name="connsiteY13" fmla="*/ 254044 h 1716422"/>
                <a:gd name="connsiteX14" fmla="*/ 1767 w 1659116"/>
                <a:gd name="connsiteY14" fmla="*/ 152445 h 1716422"/>
                <a:gd name="connsiteX15" fmla="*/ 109716 w 1659116"/>
                <a:gd name="connsiteY15" fmla="*/ 139744 h 1716422"/>
                <a:gd name="connsiteX16" fmla="*/ 27166 w 1659116"/>
                <a:gd name="connsiteY16" fmla="*/ 44 h 1716422"/>
                <a:gd name="connsiteX17" fmla="*/ 141466 w 1659116"/>
                <a:gd name="connsiteY17" fmla="*/ 110392 h 1716422"/>
                <a:gd name="connsiteX0" fmla="*/ 141466 w 1659116"/>
                <a:gd name="connsiteY0" fmla="*/ 110392 h 1724145"/>
                <a:gd name="connsiteX1" fmla="*/ 1659116 w 1659116"/>
                <a:gd name="connsiteY1" fmla="*/ 878742 h 1724145"/>
                <a:gd name="connsiteX2" fmla="*/ 1373366 w 1659116"/>
                <a:gd name="connsiteY2" fmla="*/ 1713284 h 1724145"/>
                <a:gd name="connsiteX3" fmla="*/ 1125716 w 1659116"/>
                <a:gd name="connsiteY3" fmla="*/ 1117644 h 1724145"/>
                <a:gd name="connsiteX4" fmla="*/ 1100316 w 1659116"/>
                <a:gd name="connsiteY4" fmla="*/ 1358944 h 1724145"/>
                <a:gd name="connsiteX5" fmla="*/ 871716 w 1659116"/>
                <a:gd name="connsiteY5" fmla="*/ 889044 h 1724145"/>
                <a:gd name="connsiteX6" fmla="*/ 928866 w 1659116"/>
                <a:gd name="connsiteY6" fmla="*/ 1174794 h 1724145"/>
                <a:gd name="connsiteX7" fmla="*/ 630416 w 1659116"/>
                <a:gd name="connsiteY7" fmla="*/ 709984 h 1724145"/>
                <a:gd name="connsiteX8" fmla="*/ 706616 w 1659116"/>
                <a:gd name="connsiteY8" fmla="*/ 914444 h 1724145"/>
                <a:gd name="connsiteX9" fmla="*/ 90666 w 1659116"/>
                <a:gd name="connsiteY9" fmla="*/ 565194 h 1724145"/>
                <a:gd name="connsiteX10" fmla="*/ 255766 w 1659116"/>
                <a:gd name="connsiteY10" fmla="*/ 533444 h 1724145"/>
                <a:gd name="connsiteX11" fmla="*/ 97016 w 1659116"/>
                <a:gd name="connsiteY11" fmla="*/ 431844 h 1724145"/>
                <a:gd name="connsiteX12" fmla="*/ 198616 w 1659116"/>
                <a:gd name="connsiteY12" fmla="*/ 406444 h 1724145"/>
                <a:gd name="connsiteX13" fmla="*/ 39867 w 1659116"/>
                <a:gd name="connsiteY13" fmla="*/ 266744 h 1724145"/>
                <a:gd name="connsiteX14" fmla="*/ 128767 w 1659116"/>
                <a:gd name="connsiteY14" fmla="*/ 254044 h 1724145"/>
                <a:gd name="connsiteX15" fmla="*/ 1767 w 1659116"/>
                <a:gd name="connsiteY15" fmla="*/ 152445 h 1724145"/>
                <a:gd name="connsiteX16" fmla="*/ 109716 w 1659116"/>
                <a:gd name="connsiteY16" fmla="*/ 139744 h 1724145"/>
                <a:gd name="connsiteX17" fmla="*/ 27166 w 1659116"/>
                <a:gd name="connsiteY17" fmla="*/ 44 h 1724145"/>
                <a:gd name="connsiteX18" fmla="*/ 141466 w 1659116"/>
                <a:gd name="connsiteY18" fmla="*/ 110392 h 1724145"/>
                <a:gd name="connsiteX0" fmla="*/ 141466 w 1659116"/>
                <a:gd name="connsiteY0" fmla="*/ 110392 h 1724145"/>
                <a:gd name="connsiteX1" fmla="*/ 1659116 w 1659116"/>
                <a:gd name="connsiteY1" fmla="*/ 878742 h 1724145"/>
                <a:gd name="connsiteX2" fmla="*/ 1367016 w 1659116"/>
                <a:gd name="connsiteY2" fmla="*/ 1162094 h 1724145"/>
                <a:gd name="connsiteX3" fmla="*/ 1373366 w 1659116"/>
                <a:gd name="connsiteY3" fmla="*/ 1713284 h 1724145"/>
                <a:gd name="connsiteX4" fmla="*/ 1125716 w 1659116"/>
                <a:gd name="connsiteY4" fmla="*/ 1117644 h 1724145"/>
                <a:gd name="connsiteX5" fmla="*/ 1100316 w 1659116"/>
                <a:gd name="connsiteY5" fmla="*/ 1358944 h 1724145"/>
                <a:gd name="connsiteX6" fmla="*/ 871716 w 1659116"/>
                <a:gd name="connsiteY6" fmla="*/ 889044 h 1724145"/>
                <a:gd name="connsiteX7" fmla="*/ 928866 w 1659116"/>
                <a:gd name="connsiteY7" fmla="*/ 1174794 h 1724145"/>
                <a:gd name="connsiteX8" fmla="*/ 630416 w 1659116"/>
                <a:gd name="connsiteY8" fmla="*/ 709984 h 1724145"/>
                <a:gd name="connsiteX9" fmla="*/ 706616 w 1659116"/>
                <a:gd name="connsiteY9" fmla="*/ 914444 h 1724145"/>
                <a:gd name="connsiteX10" fmla="*/ 90666 w 1659116"/>
                <a:gd name="connsiteY10" fmla="*/ 565194 h 1724145"/>
                <a:gd name="connsiteX11" fmla="*/ 255766 w 1659116"/>
                <a:gd name="connsiteY11" fmla="*/ 533444 h 1724145"/>
                <a:gd name="connsiteX12" fmla="*/ 97016 w 1659116"/>
                <a:gd name="connsiteY12" fmla="*/ 431844 h 1724145"/>
                <a:gd name="connsiteX13" fmla="*/ 198616 w 1659116"/>
                <a:gd name="connsiteY13" fmla="*/ 406444 h 1724145"/>
                <a:gd name="connsiteX14" fmla="*/ 39867 w 1659116"/>
                <a:gd name="connsiteY14" fmla="*/ 266744 h 1724145"/>
                <a:gd name="connsiteX15" fmla="*/ 128767 w 1659116"/>
                <a:gd name="connsiteY15" fmla="*/ 254044 h 1724145"/>
                <a:gd name="connsiteX16" fmla="*/ 1767 w 1659116"/>
                <a:gd name="connsiteY16" fmla="*/ 152445 h 1724145"/>
                <a:gd name="connsiteX17" fmla="*/ 109716 w 1659116"/>
                <a:gd name="connsiteY17" fmla="*/ 139744 h 1724145"/>
                <a:gd name="connsiteX18" fmla="*/ 27166 w 1659116"/>
                <a:gd name="connsiteY18" fmla="*/ 44 h 1724145"/>
                <a:gd name="connsiteX19" fmla="*/ 141466 w 1659116"/>
                <a:gd name="connsiteY19" fmla="*/ 110392 h 1724145"/>
                <a:gd name="connsiteX0" fmla="*/ 141466 w 1729951"/>
                <a:gd name="connsiteY0" fmla="*/ 110392 h 1724145"/>
                <a:gd name="connsiteX1" fmla="*/ 1659116 w 1729951"/>
                <a:gd name="connsiteY1" fmla="*/ 878742 h 1724145"/>
                <a:gd name="connsiteX2" fmla="*/ 1474966 w 1729951"/>
                <a:gd name="connsiteY2" fmla="*/ 1416094 h 1724145"/>
                <a:gd name="connsiteX3" fmla="*/ 1367016 w 1729951"/>
                <a:gd name="connsiteY3" fmla="*/ 1162094 h 1724145"/>
                <a:gd name="connsiteX4" fmla="*/ 1373366 w 1729951"/>
                <a:gd name="connsiteY4" fmla="*/ 1713284 h 1724145"/>
                <a:gd name="connsiteX5" fmla="*/ 1125716 w 1729951"/>
                <a:gd name="connsiteY5" fmla="*/ 1117644 h 1724145"/>
                <a:gd name="connsiteX6" fmla="*/ 1100316 w 1729951"/>
                <a:gd name="connsiteY6" fmla="*/ 1358944 h 1724145"/>
                <a:gd name="connsiteX7" fmla="*/ 871716 w 1729951"/>
                <a:gd name="connsiteY7" fmla="*/ 889044 h 1724145"/>
                <a:gd name="connsiteX8" fmla="*/ 928866 w 1729951"/>
                <a:gd name="connsiteY8" fmla="*/ 1174794 h 1724145"/>
                <a:gd name="connsiteX9" fmla="*/ 630416 w 1729951"/>
                <a:gd name="connsiteY9" fmla="*/ 709984 h 1724145"/>
                <a:gd name="connsiteX10" fmla="*/ 706616 w 1729951"/>
                <a:gd name="connsiteY10" fmla="*/ 914444 h 1724145"/>
                <a:gd name="connsiteX11" fmla="*/ 90666 w 1729951"/>
                <a:gd name="connsiteY11" fmla="*/ 565194 h 1724145"/>
                <a:gd name="connsiteX12" fmla="*/ 255766 w 1729951"/>
                <a:gd name="connsiteY12" fmla="*/ 533444 h 1724145"/>
                <a:gd name="connsiteX13" fmla="*/ 97016 w 1729951"/>
                <a:gd name="connsiteY13" fmla="*/ 431844 h 1724145"/>
                <a:gd name="connsiteX14" fmla="*/ 198616 w 1729951"/>
                <a:gd name="connsiteY14" fmla="*/ 406444 h 1724145"/>
                <a:gd name="connsiteX15" fmla="*/ 39867 w 1729951"/>
                <a:gd name="connsiteY15" fmla="*/ 266744 h 1724145"/>
                <a:gd name="connsiteX16" fmla="*/ 128767 w 1729951"/>
                <a:gd name="connsiteY16" fmla="*/ 254044 h 1724145"/>
                <a:gd name="connsiteX17" fmla="*/ 1767 w 1729951"/>
                <a:gd name="connsiteY17" fmla="*/ 152445 h 1724145"/>
                <a:gd name="connsiteX18" fmla="*/ 109716 w 1729951"/>
                <a:gd name="connsiteY18" fmla="*/ 139744 h 1724145"/>
                <a:gd name="connsiteX19" fmla="*/ 27166 w 1729951"/>
                <a:gd name="connsiteY19" fmla="*/ 44 h 1724145"/>
                <a:gd name="connsiteX20" fmla="*/ 141466 w 1729951"/>
                <a:gd name="connsiteY20" fmla="*/ 110392 h 1724145"/>
                <a:gd name="connsiteX0" fmla="*/ 141466 w 1732312"/>
                <a:gd name="connsiteY0" fmla="*/ 110392 h 1724145"/>
                <a:gd name="connsiteX1" fmla="*/ 1659116 w 1732312"/>
                <a:gd name="connsiteY1" fmla="*/ 878742 h 1724145"/>
                <a:gd name="connsiteX2" fmla="*/ 1443216 w 1732312"/>
                <a:gd name="connsiteY2" fmla="*/ 1066844 h 1724145"/>
                <a:gd name="connsiteX3" fmla="*/ 1474966 w 1732312"/>
                <a:gd name="connsiteY3" fmla="*/ 1416094 h 1724145"/>
                <a:gd name="connsiteX4" fmla="*/ 1367016 w 1732312"/>
                <a:gd name="connsiteY4" fmla="*/ 1162094 h 1724145"/>
                <a:gd name="connsiteX5" fmla="*/ 1373366 w 1732312"/>
                <a:gd name="connsiteY5" fmla="*/ 1713284 h 1724145"/>
                <a:gd name="connsiteX6" fmla="*/ 1125716 w 1732312"/>
                <a:gd name="connsiteY6" fmla="*/ 1117644 h 1724145"/>
                <a:gd name="connsiteX7" fmla="*/ 1100316 w 1732312"/>
                <a:gd name="connsiteY7" fmla="*/ 1358944 h 1724145"/>
                <a:gd name="connsiteX8" fmla="*/ 871716 w 1732312"/>
                <a:gd name="connsiteY8" fmla="*/ 889044 h 1724145"/>
                <a:gd name="connsiteX9" fmla="*/ 928866 w 1732312"/>
                <a:gd name="connsiteY9" fmla="*/ 1174794 h 1724145"/>
                <a:gd name="connsiteX10" fmla="*/ 630416 w 1732312"/>
                <a:gd name="connsiteY10" fmla="*/ 709984 h 1724145"/>
                <a:gd name="connsiteX11" fmla="*/ 706616 w 1732312"/>
                <a:gd name="connsiteY11" fmla="*/ 914444 h 1724145"/>
                <a:gd name="connsiteX12" fmla="*/ 90666 w 1732312"/>
                <a:gd name="connsiteY12" fmla="*/ 565194 h 1724145"/>
                <a:gd name="connsiteX13" fmla="*/ 255766 w 1732312"/>
                <a:gd name="connsiteY13" fmla="*/ 533444 h 1724145"/>
                <a:gd name="connsiteX14" fmla="*/ 97016 w 1732312"/>
                <a:gd name="connsiteY14" fmla="*/ 431844 h 1724145"/>
                <a:gd name="connsiteX15" fmla="*/ 198616 w 1732312"/>
                <a:gd name="connsiteY15" fmla="*/ 406444 h 1724145"/>
                <a:gd name="connsiteX16" fmla="*/ 39867 w 1732312"/>
                <a:gd name="connsiteY16" fmla="*/ 266744 h 1724145"/>
                <a:gd name="connsiteX17" fmla="*/ 128767 w 1732312"/>
                <a:gd name="connsiteY17" fmla="*/ 254044 h 1724145"/>
                <a:gd name="connsiteX18" fmla="*/ 1767 w 1732312"/>
                <a:gd name="connsiteY18" fmla="*/ 152445 h 1724145"/>
                <a:gd name="connsiteX19" fmla="*/ 109716 w 1732312"/>
                <a:gd name="connsiteY19" fmla="*/ 139744 h 1724145"/>
                <a:gd name="connsiteX20" fmla="*/ 27166 w 1732312"/>
                <a:gd name="connsiteY20" fmla="*/ 44 h 1724145"/>
                <a:gd name="connsiteX21" fmla="*/ 141466 w 1732312"/>
                <a:gd name="connsiteY21" fmla="*/ 110392 h 1724145"/>
                <a:gd name="connsiteX0" fmla="*/ 141466 w 1763139"/>
                <a:gd name="connsiteY0" fmla="*/ 110392 h 1724145"/>
                <a:gd name="connsiteX1" fmla="*/ 1659116 w 1763139"/>
                <a:gd name="connsiteY1" fmla="*/ 878742 h 1724145"/>
                <a:gd name="connsiteX2" fmla="*/ 1621015 w 1763139"/>
                <a:gd name="connsiteY2" fmla="*/ 1333544 h 1724145"/>
                <a:gd name="connsiteX3" fmla="*/ 1443216 w 1763139"/>
                <a:gd name="connsiteY3" fmla="*/ 1066844 h 1724145"/>
                <a:gd name="connsiteX4" fmla="*/ 1474966 w 1763139"/>
                <a:gd name="connsiteY4" fmla="*/ 1416094 h 1724145"/>
                <a:gd name="connsiteX5" fmla="*/ 1367016 w 1763139"/>
                <a:gd name="connsiteY5" fmla="*/ 1162094 h 1724145"/>
                <a:gd name="connsiteX6" fmla="*/ 1373366 w 1763139"/>
                <a:gd name="connsiteY6" fmla="*/ 1713284 h 1724145"/>
                <a:gd name="connsiteX7" fmla="*/ 1125716 w 1763139"/>
                <a:gd name="connsiteY7" fmla="*/ 1117644 h 1724145"/>
                <a:gd name="connsiteX8" fmla="*/ 1100316 w 1763139"/>
                <a:gd name="connsiteY8" fmla="*/ 1358944 h 1724145"/>
                <a:gd name="connsiteX9" fmla="*/ 871716 w 1763139"/>
                <a:gd name="connsiteY9" fmla="*/ 889044 h 1724145"/>
                <a:gd name="connsiteX10" fmla="*/ 928866 w 1763139"/>
                <a:gd name="connsiteY10" fmla="*/ 1174794 h 1724145"/>
                <a:gd name="connsiteX11" fmla="*/ 630416 w 1763139"/>
                <a:gd name="connsiteY11" fmla="*/ 709984 h 1724145"/>
                <a:gd name="connsiteX12" fmla="*/ 706616 w 1763139"/>
                <a:gd name="connsiteY12" fmla="*/ 914444 h 1724145"/>
                <a:gd name="connsiteX13" fmla="*/ 90666 w 1763139"/>
                <a:gd name="connsiteY13" fmla="*/ 565194 h 1724145"/>
                <a:gd name="connsiteX14" fmla="*/ 255766 w 1763139"/>
                <a:gd name="connsiteY14" fmla="*/ 533444 h 1724145"/>
                <a:gd name="connsiteX15" fmla="*/ 97016 w 1763139"/>
                <a:gd name="connsiteY15" fmla="*/ 431844 h 1724145"/>
                <a:gd name="connsiteX16" fmla="*/ 198616 w 1763139"/>
                <a:gd name="connsiteY16" fmla="*/ 406444 h 1724145"/>
                <a:gd name="connsiteX17" fmla="*/ 39867 w 1763139"/>
                <a:gd name="connsiteY17" fmla="*/ 266744 h 1724145"/>
                <a:gd name="connsiteX18" fmla="*/ 128767 w 1763139"/>
                <a:gd name="connsiteY18" fmla="*/ 254044 h 1724145"/>
                <a:gd name="connsiteX19" fmla="*/ 1767 w 1763139"/>
                <a:gd name="connsiteY19" fmla="*/ 152445 h 1724145"/>
                <a:gd name="connsiteX20" fmla="*/ 109716 w 1763139"/>
                <a:gd name="connsiteY20" fmla="*/ 139744 h 1724145"/>
                <a:gd name="connsiteX21" fmla="*/ 27166 w 1763139"/>
                <a:gd name="connsiteY21" fmla="*/ 44 h 1724145"/>
                <a:gd name="connsiteX22" fmla="*/ 141466 w 1763139"/>
                <a:gd name="connsiteY22" fmla="*/ 110392 h 1724145"/>
                <a:gd name="connsiteX0" fmla="*/ 141466 w 1751053"/>
                <a:gd name="connsiteY0" fmla="*/ 110392 h 1724145"/>
                <a:gd name="connsiteX1" fmla="*/ 1659116 w 1751053"/>
                <a:gd name="connsiteY1" fmla="*/ 878742 h 1724145"/>
                <a:gd name="connsiteX2" fmla="*/ 1538465 w 1751053"/>
                <a:gd name="connsiteY2" fmla="*/ 977944 h 1724145"/>
                <a:gd name="connsiteX3" fmla="*/ 1621015 w 1751053"/>
                <a:gd name="connsiteY3" fmla="*/ 1333544 h 1724145"/>
                <a:gd name="connsiteX4" fmla="*/ 1443216 w 1751053"/>
                <a:gd name="connsiteY4" fmla="*/ 1066844 h 1724145"/>
                <a:gd name="connsiteX5" fmla="*/ 1474966 w 1751053"/>
                <a:gd name="connsiteY5" fmla="*/ 1416094 h 1724145"/>
                <a:gd name="connsiteX6" fmla="*/ 1367016 w 1751053"/>
                <a:gd name="connsiteY6" fmla="*/ 1162094 h 1724145"/>
                <a:gd name="connsiteX7" fmla="*/ 1373366 w 1751053"/>
                <a:gd name="connsiteY7" fmla="*/ 1713284 h 1724145"/>
                <a:gd name="connsiteX8" fmla="*/ 1125716 w 1751053"/>
                <a:gd name="connsiteY8" fmla="*/ 1117644 h 1724145"/>
                <a:gd name="connsiteX9" fmla="*/ 1100316 w 1751053"/>
                <a:gd name="connsiteY9" fmla="*/ 1358944 h 1724145"/>
                <a:gd name="connsiteX10" fmla="*/ 871716 w 1751053"/>
                <a:gd name="connsiteY10" fmla="*/ 889044 h 1724145"/>
                <a:gd name="connsiteX11" fmla="*/ 928866 w 1751053"/>
                <a:gd name="connsiteY11" fmla="*/ 1174794 h 1724145"/>
                <a:gd name="connsiteX12" fmla="*/ 630416 w 1751053"/>
                <a:gd name="connsiteY12" fmla="*/ 709984 h 1724145"/>
                <a:gd name="connsiteX13" fmla="*/ 706616 w 1751053"/>
                <a:gd name="connsiteY13" fmla="*/ 914444 h 1724145"/>
                <a:gd name="connsiteX14" fmla="*/ 90666 w 1751053"/>
                <a:gd name="connsiteY14" fmla="*/ 565194 h 1724145"/>
                <a:gd name="connsiteX15" fmla="*/ 255766 w 1751053"/>
                <a:gd name="connsiteY15" fmla="*/ 533444 h 1724145"/>
                <a:gd name="connsiteX16" fmla="*/ 97016 w 1751053"/>
                <a:gd name="connsiteY16" fmla="*/ 431844 h 1724145"/>
                <a:gd name="connsiteX17" fmla="*/ 198616 w 1751053"/>
                <a:gd name="connsiteY17" fmla="*/ 406444 h 1724145"/>
                <a:gd name="connsiteX18" fmla="*/ 39867 w 1751053"/>
                <a:gd name="connsiteY18" fmla="*/ 266744 h 1724145"/>
                <a:gd name="connsiteX19" fmla="*/ 128767 w 1751053"/>
                <a:gd name="connsiteY19" fmla="*/ 254044 h 1724145"/>
                <a:gd name="connsiteX20" fmla="*/ 1767 w 1751053"/>
                <a:gd name="connsiteY20" fmla="*/ 152445 h 1724145"/>
                <a:gd name="connsiteX21" fmla="*/ 109716 w 1751053"/>
                <a:gd name="connsiteY21" fmla="*/ 139744 h 1724145"/>
                <a:gd name="connsiteX22" fmla="*/ 27166 w 1751053"/>
                <a:gd name="connsiteY22" fmla="*/ 44 h 1724145"/>
                <a:gd name="connsiteX23" fmla="*/ 141466 w 1751053"/>
                <a:gd name="connsiteY23" fmla="*/ 110392 h 1724145"/>
                <a:gd name="connsiteX0" fmla="*/ 141466 w 1785479"/>
                <a:gd name="connsiteY0" fmla="*/ 110392 h 1724145"/>
                <a:gd name="connsiteX1" fmla="*/ 1659116 w 1785479"/>
                <a:gd name="connsiteY1" fmla="*/ 878742 h 1724145"/>
                <a:gd name="connsiteX2" fmla="*/ 1684515 w 1785479"/>
                <a:gd name="connsiteY2" fmla="*/ 1155744 h 1724145"/>
                <a:gd name="connsiteX3" fmla="*/ 1538465 w 1785479"/>
                <a:gd name="connsiteY3" fmla="*/ 977944 h 1724145"/>
                <a:gd name="connsiteX4" fmla="*/ 1621015 w 1785479"/>
                <a:gd name="connsiteY4" fmla="*/ 1333544 h 1724145"/>
                <a:gd name="connsiteX5" fmla="*/ 1443216 w 1785479"/>
                <a:gd name="connsiteY5" fmla="*/ 1066844 h 1724145"/>
                <a:gd name="connsiteX6" fmla="*/ 1474966 w 1785479"/>
                <a:gd name="connsiteY6" fmla="*/ 1416094 h 1724145"/>
                <a:gd name="connsiteX7" fmla="*/ 1367016 w 1785479"/>
                <a:gd name="connsiteY7" fmla="*/ 1162094 h 1724145"/>
                <a:gd name="connsiteX8" fmla="*/ 1373366 w 1785479"/>
                <a:gd name="connsiteY8" fmla="*/ 1713284 h 1724145"/>
                <a:gd name="connsiteX9" fmla="*/ 1125716 w 1785479"/>
                <a:gd name="connsiteY9" fmla="*/ 1117644 h 1724145"/>
                <a:gd name="connsiteX10" fmla="*/ 1100316 w 1785479"/>
                <a:gd name="connsiteY10" fmla="*/ 1358944 h 1724145"/>
                <a:gd name="connsiteX11" fmla="*/ 871716 w 1785479"/>
                <a:gd name="connsiteY11" fmla="*/ 889044 h 1724145"/>
                <a:gd name="connsiteX12" fmla="*/ 928866 w 1785479"/>
                <a:gd name="connsiteY12" fmla="*/ 1174794 h 1724145"/>
                <a:gd name="connsiteX13" fmla="*/ 630416 w 1785479"/>
                <a:gd name="connsiteY13" fmla="*/ 709984 h 1724145"/>
                <a:gd name="connsiteX14" fmla="*/ 706616 w 1785479"/>
                <a:gd name="connsiteY14" fmla="*/ 914444 h 1724145"/>
                <a:gd name="connsiteX15" fmla="*/ 90666 w 1785479"/>
                <a:gd name="connsiteY15" fmla="*/ 565194 h 1724145"/>
                <a:gd name="connsiteX16" fmla="*/ 255766 w 1785479"/>
                <a:gd name="connsiteY16" fmla="*/ 533444 h 1724145"/>
                <a:gd name="connsiteX17" fmla="*/ 97016 w 1785479"/>
                <a:gd name="connsiteY17" fmla="*/ 431844 h 1724145"/>
                <a:gd name="connsiteX18" fmla="*/ 198616 w 1785479"/>
                <a:gd name="connsiteY18" fmla="*/ 406444 h 1724145"/>
                <a:gd name="connsiteX19" fmla="*/ 39867 w 1785479"/>
                <a:gd name="connsiteY19" fmla="*/ 266744 h 1724145"/>
                <a:gd name="connsiteX20" fmla="*/ 128767 w 1785479"/>
                <a:gd name="connsiteY20" fmla="*/ 254044 h 1724145"/>
                <a:gd name="connsiteX21" fmla="*/ 1767 w 1785479"/>
                <a:gd name="connsiteY21" fmla="*/ 152445 h 1724145"/>
                <a:gd name="connsiteX22" fmla="*/ 109716 w 1785479"/>
                <a:gd name="connsiteY22" fmla="*/ 139744 h 1724145"/>
                <a:gd name="connsiteX23" fmla="*/ 27166 w 1785479"/>
                <a:gd name="connsiteY23" fmla="*/ 44 h 1724145"/>
                <a:gd name="connsiteX24" fmla="*/ 141466 w 1785479"/>
                <a:gd name="connsiteY24" fmla="*/ 110392 h 1724145"/>
                <a:gd name="connsiteX0" fmla="*/ 141466 w 1688295"/>
                <a:gd name="connsiteY0" fmla="*/ 110392 h 1724145"/>
                <a:gd name="connsiteX1" fmla="*/ 1659116 w 1688295"/>
                <a:gd name="connsiteY1" fmla="*/ 878742 h 1724145"/>
                <a:gd name="connsiteX2" fmla="*/ 1684515 w 1688295"/>
                <a:gd name="connsiteY2" fmla="*/ 1155744 h 1724145"/>
                <a:gd name="connsiteX3" fmla="*/ 1538465 w 1688295"/>
                <a:gd name="connsiteY3" fmla="*/ 977944 h 1724145"/>
                <a:gd name="connsiteX4" fmla="*/ 1621015 w 1688295"/>
                <a:gd name="connsiteY4" fmla="*/ 1333544 h 1724145"/>
                <a:gd name="connsiteX5" fmla="*/ 1443216 w 1688295"/>
                <a:gd name="connsiteY5" fmla="*/ 1066844 h 1724145"/>
                <a:gd name="connsiteX6" fmla="*/ 1474966 w 1688295"/>
                <a:gd name="connsiteY6" fmla="*/ 1416094 h 1724145"/>
                <a:gd name="connsiteX7" fmla="*/ 1367016 w 1688295"/>
                <a:gd name="connsiteY7" fmla="*/ 1162094 h 1724145"/>
                <a:gd name="connsiteX8" fmla="*/ 1373366 w 1688295"/>
                <a:gd name="connsiteY8" fmla="*/ 1713284 h 1724145"/>
                <a:gd name="connsiteX9" fmla="*/ 1125716 w 1688295"/>
                <a:gd name="connsiteY9" fmla="*/ 1117644 h 1724145"/>
                <a:gd name="connsiteX10" fmla="*/ 1100316 w 1688295"/>
                <a:gd name="connsiteY10" fmla="*/ 1358944 h 1724145"/>
                <a:gd name="connsiteX11" fmla="*/ 871716 w 1688295"/>
                <a:gd name="connsiteY11" fmla="*/ 889044 h 1724145"/>
                <a:gd name="connsiteX12" fmla="*/ 928866 w 1688295"/>
                <a:gd name="connsiteY12" fmla="*/ 1174794 h 1724145"/>
                <a:gd name="connsiteX13" fmla="*/ 630416 w 1688295"/>
                <a:gd name="connsiteY13" fmla="*/ 709984 h 1724145"/>
                <a:gd name="connsiteX14" fmla="*/ 706616 w 1688295"/>
                <a:gd name="connsiteY14" fmla="*/ 914444 h 1724145"/>
                <a:gd name="connsiteX15" fmla="*/ 90666 w 1688295"/>
                <a:gd name="connsiteY15" fmla="*/ 565194 h 1724145"/>
                <a:gd name="connsiteX16" fmla="*/ 255766 w 1688295"/>
                <a:gd name="connsiteY16" fmla="*/ 533444 h 1724145"/>
                <a:gd name="connsiteX17" fmla="*/ 97016 w 1688295"/>
                <a:gd name="connsiteY17" fmla="*/ 431844 h 1724145"/>
                <a:gd name="connsiteX18" fmla="*/ 198616 w 1688295"/>
                <a:gd name="connsiteY18" fmla="*/ 406444 h 1724145"/>
                <a:gd name="connsiteX19" fmla="*/ 39867 w 1688295"/>
                <a:gd name="connsiteY19" fmla="*/ 266744 h 1724145"/>
                <a:gd name="connsiteX20" fmla="*/ 128767 w 1688295"/>
                <a:gd name="connsiteY20" fmla="*/ 254044 h 1724145"/>
                <a:gd name="connsiteX21" fmla="*/ 1767 w 1688295"/>
                <a:gd name="connsiteY21" fmla="*/ 152445 h 1724145"/>
                <a:gd name="connsiteX22" fmla="*/ 109716 w 1688295"/>
                <a:gd name="connsiteY22" fmla="*/ 139744 h 1724145"/>
                <a:gd name="connsiteX23" fmla="*/ 27166 w 1688295"/>
                <a:gd name="connsiteY23" fmla="*/ 44 h 1724145"/>
                <a:gd name="connsiteX24" fmla="*/ 141466 w 1688295"/>
                <a:gd name="connsiteY24" fmla="*/ 110392 h 1724145"/>
                <a:gd name="connsiteX0" fmla="*/ 141466 w 1686880"/>
                <a:gd name="connsiteY0" fmla="*/ 110392 h 1724145"/>
                <a:gd name="connsiteX1" fmla="*/ 1611491 w 1686880"/>
                <a:gd name="connsiteY1" fmla="*/ 702529 h 1724145"/>
                <a:gd name="connsiteX2" fmla="*/ 1684515 w 1686880"/>
                <a:gd name="connsiteY2" fmla="*/ 1155744 h 1724145"/>
                <a:gd name="connsiteX3" fmla="*/ 1538465 w 1686880"/>
                <a:gd name="connsiteY3" fmla="*/ 977944 h 1724145"/>
                <a:gd name="connsiteX4" fmla="*/ 1621015 w 1686880"/>
                <a:gd name="connsiteY4" fmla="*/ 1333544 h 1724145"/>
                <a:gd name="connsiteX5" fmla="*/ 1443216 w 1686880"/>
                <a:gd name="connsiteY5" fmla="*/ 1066844 h 1724145"/>
                <a:gd name="connsiteX6" fmla="*/ 1474966 w 1686880"/>
                <a:gd name="connsiteY6" fmla="*/ 1416094 h 1724145"/>
                <a:gd name="connsiteX7" fmla="*/ 1367016 w 1686880"/>
                <a:gd name="connsiteY7" fmla="*/ 1162094 h 1724145"/>
                <a:gd name="connsiteX8" fmla="*/ 1373366 w 1686880"/>
                <a:gd name="connsiteY8" fmla="*/ 1713284 h 1724145"/>
                <a:gd name="connsiteX9" fmla="*/ 1125716 w 1686880"/>
                <a:gd name="connsiteY9" fmla="*/ 1117644 h 1724145"/>
                <a:gd name="connsiteX10" fmla="*/ 1100316 w 1686880"/>
                <a:gd name="connsiteY10" fmla="*/ 1358944 h 1724145"/>
                <a:gd name="connsiteX11" fmla="*/ 871716 w 1686880"/>
                <a:gd name="connsiteY11" fmla="*/ 889044 h 1724145"/>
                <a:gd name="connsiteX12" fmla="*/ 928866 w 1686880"/>
                <a:gd name="connsiteY12" fmla="*/ 1174794 h 1724145"/>
                <a:gd name="connsiteX13" fmla="*/ 630416 w 1686880"/>
                <a:gd name="connsiteY13" fmla="*/ 709984 h 1724145"/>
                <a:gd name="connsiteX14" fmla="*/ 706616 w 1686880"/>
                <a:gd name="connsiteY14" fmla="*/ 914444 h 1724145"/>
                <a:gd name="connsiteX15" fmla="*/ 90666 w 1686880"/>
                <a:gd name="connsiteY15" fmla="*/ 565194 h 1724145"/>
                <a:gd name="connsiteX16" fmla="*/ 255766 w 1686880"/>
                <a:gd name="connsiteY16" fmla="*/ 533444 h 1724145"/>
                <a:gd name="connsiteX17" fmla="*/ 97016 w 1686880"/>
                <a:gd name="connsiteY17" fmla="*/ 431844 h 1724145"/>
                <a:gd name="connsiteX18" fmla="*/ 198616 w 1686880"/>
                <a:gd name="connsiteY18" fmla="*/ 406444 h 1724145"/>
                <a:gd name="connsiteX19" fmla="*/ 39867 w 1686880"/>
                <a:gd name="connsiteY19" fmla="*/ 266744 h 1724145"/>
                <a:gd name="connsiteX20" fmla="*/ 128767 w 1686880"/>
                <a:gd name="connsiteY20" fmla="*/ 254044 h 1724145"/>
                <a:gd name="connsiteX21" fmla="*/ 1767 w 1686880"/>
                <a:gd name="connsiteY21" fmla="*/ 152445 h 1724145"/>
                <a:gd name="connsiteX22" fmla="*/ 109716 w 1686880"/>
                <a:gd name="connsiteY22" fmla="*/ 139744 h 1724145"/>
                <a:gd name="connsiteX23" fmla="*/ 27166 w 1686880"/>
                <a:gd name="connsiteY23" fmla="*/ 44 h 1724145"/>
                <a:gd name="connsiteX24" fmla="*/ 141466 w 1686880"/>
                <a:gd name="connsiteY24" fmla="*/ 110392 h 1724145"/>
                <a:gd name="connsiteX0" fmla="*/ 141466 w 1686880"/>
                <a:gd name="connsiteY0" fmla="*/ 110392 h 1724145"/>
                <a:gd name="connsiteX1" fmla="*/ 1611491 w 1686880"/>
                <a:gd name="connsiteY1" fmla="*/ 702529 h 1724145"/>
                <a:gd name="connsiteX2" fmla="*/ 1684515 w 1686880"/>
                <a:gd name="connsiteY2" fmla="*/ 1155744 h 1724145"/>
                <a:gd name="connsiteX3" fmla="*/ 1538465 w 1686880"/>
                <a:gd name="connsiteY3" fmla="*/ 977944 h 1724145"/>
                <a:gd name="connsiteX4" fmla="*/ 1621015 w 1686880"/>
                <a:gd name="connsiteY4" fmla="*/ 1333544 h 1724145"/>
                <a:gd name="connsiteX5" fmla="*/ 1443216 w 1686880"/>
                <a:gd name="connsiteY5" fmla="*/ 1066844 h 1724145"/>
                <a:gd name="connsiteX6" fmla="*/ 1474966 w 1686880"/>
                <a:gd name="connsiteY6" fmla="*/ 1416094 h 1724145"/>
                <a:gd name="connsiteX7" fmla="*/ 1367016 w 1686880"/>
                <a:gd name="connsiteY7" fmla="*/ 1162094 h 1724145"/>
                <a:gd name="connsiteX8" fmla="*/ 1373366 w 1686880"/>
                <a:gd name="connsiteY8" fmla="*/ 1713284 h 1724145"/>
                <a:gd name="connsiteX9" fmla="*/ 1125716 w 1686880"/>
                <a:gd name="connsiteY9" fmla="*/ 1117644 h 1724145"/>
                <a:gd name="connsiteX10" fmla="*/ 1100316 w 1686880"/>
                <a:gd name="connsiteY10" fmla="*/ 1358944 h 1724145"/>
                <a:gd name="connsiteX11" fmla="*/ 871716 w 1686880"/>
                <a:gd name="connsiteY11" fmla="*/ 889044 h 1724145"/>
                <a:gd name="connsiteX12" fmla="*/ 928866 w 1686880"/>
                <a:gd name="connsiteY12" fmla="*/ 1174794 h 1724145"/>
                <a:gd name="connsiteX13" fmla="*/ 630416 w 1686880"/>
                <a:gd name="connsiteY13" fmla="*/ 709984 h 1724145"/>
                <a:gd name="connsiteX14" fmla="*/ 706616 w 1686880"/>
                <a:gd name="connsiteY14" fmla="*/ 914444 h 1724145"/>
                <a:gd name="connsiteX15" fmla="*/ 90666 w 1686880"/>
                <a:gd name="connsiteY15" fmla="*/ 565194 h 1724145"/>
                <a:gd name="connsiteX16" fmla="*/ 255766 w 1686880"/>
                <a:gd name="connsiteY16" fmla="*/ 533444 h 1724145"/>
                <a:gd name="connsiteX17" fmla="*/ 97016 w 1686880"/>
                <a:gd name="connsiteY17" fmla="*/ 431844 h 1724145"/>
                <a:gd name="connsiteX18" fmla="*/ 198616 w 1686880"/>
                <a:gd name="connsiteY18" fmla="*/ 406444 h 1724145"/>
                <a:gd name="connsiteX19" fmla="*/ 39867 w 1686880"/>
                <a:gd name="connsiteY19" fmla="*/ 266744 h 1724145"/>
                <a:gd name="connsiteX20" fmla="*/ 128767 w 1686880"/>
                <a:gd name="connsiteY20" fmla="*/ 254044 h 1724145"/>
                <a:gd name="connsiteX21" fmla="*/ 1767 w 1686880"/>
                <a:gd name="connsiteY21" fmla="*/ 152445 h 1724145"/>
                <a:gd name="connsiteX22" fmla="*/ 109716 w 1686880"/>
                <a:gd name="connsiteY22" fmla="*/ 139744 h 1724145"/>
                <a:gd name="connsiteX23" fmla="*/ 27166 w 1686880"/>
                <a:gd name="connsiteY23" fmla="*/ 44 h 1724145"/>
                <a:gd name="connsiteX24" fmla="*/ 141466 w 1686880"/>
                <a:gd name="connsiteY24" fmla="*/ 110392 h 1724145"/>
                <a:gd name="connsiteX0" fmla="*/ 141466 w 1686880"/>
                <a:gd name="connsiteY0" fmla="*/ 110392 h 1724145"/>
                <a:gd name="connsiteX1" fmla="*/ 1611491 w 1686880"/>
                <a:gd name="connsiteY1" fmla="*/ 702529 h 1724145"/>
                <a:gd name="connsiteX2" fmla="*/ 1684515 w 1686880"/>
                <a:gd name="connsiteY2" fmla="*/ 1155744 h 1724145"/>
                <a:gd name="connsiteX3" fmla="*/ 1538465 w 1686880"/>
                <a:gd name="connsiteY3" fmla="*/ 977944 h 1724145"/>
                <a:gd name="connsiteX4" fmla="*/ 1621015 w 1686880"/>
                <a:gd name="connsiteY4" fmla="*/ 1333544 h 1724145"/>
                <a:gd name="connsiteX5" fmla="*/ 1443216 w 1686880"/>
                <a:gd name="connsiteY5" fmla="*/ 1066844 h 1724145"/>
                <a:gd name="connsiteX6" fmla="*/ 1474966 w 1686880"/>
                <a:gd name="connsiteY6" fmla="*/ 1416094 h 1724145"/>
                <a:gd name="connsiteX7" fmla="*/ 1367016 w 1686880"/>
                <a:gd name="connsiteY7" fmla="*/ 1162094 h 1724145"/>
                <a:gd name="connsiteX8" fmla="*/ 1373366 w 1686880"/>
                <a:gd name="connsiteY8" fmla="*/ 1713284 h 1724145"/>
                <a:gd name="connsiteX9" fmla="*/ 1125716 w 1686880"/>
                <a:gd name="connsiteY9" fmla="*/ 1117644 h 1724145"/>
                <a:gd name="connsiteX10" fmla="*/ 1100316 w 1686880"/>
                <a:gd name="connsiteY10" fmla="*/ 1358944 h 1724145"/>
                <a:gd name="connsiteX11" fmla="*/ 871716 w 1686880"/>
                <a:gd name="connsiteY11" fmla="*/ 889044 h 1724145"/>
                <a:gd name="connsiteX12" fmla="*/ 928866 w 1686880"/>
                <a:gd name="connsiteY12" fmla="*/ 1174794 h 1724145"/>
                <a:gd name="connsiteX13" fmla="*/ 630416 w 1686880"/>
                <a:gd name="connsiteY13" fmla="*/ 709984 h 1724145"/>
                <a:gd name="connsiteX14" fmla="*/ 706616 w 1686880"/>
                <a:gd name="connsiteY14" fmla="*/ 914444 h 1724145"/>
                <a:gd name="connsiteX15" fmla="*/ 90666 w 1686880"/>
                <a:gd name="connsiteY15" fmla="*/ 565194 h 1724145"/>
                <a:gd name="connsiteX16" fmla="*/ 255766 w 1686880"/>
                <a:gd name="connsiteY16" fmla="*/ 533444 h 1724145"/>
                <a:gd name="connsiteX17" fmla="*/ 97016 w 1686880"/>
                <a:gd name="connsiteY17" fmla="*/ 431844 h 1724145"/>
                <a:gd name="connsiteX18" fmla="*/ 198616 w 1686880"/>
                <a:gd name="connsiteY18" fmla="*/ 406444 h 1724145"/>
                <a:gd name="connsiteX19" fmla="*/ 39867 w 1686880"/>
                <a:gd name="connsiteY19" fmla="*/ 266744 h 1724145"/>
                <a:gd name="connsiteX20" fmla="*/ 128767 w 1686880"/>
                <a:gd name="connsiteY20" fmla="*/ 254044 h 1724145"/>
                <a:gd name="connsiteX21" fmla="*/ 1767 w 1686880"/>
                <a:gd name="connsiteY21" fmla="*/ 152445 h 1724145"/>
                <a:gd name="connsiteX22" fmla="*/ 109716 w 1686880"/>
                <a:gd name="connsiteY22" fmla="*/ 139744 h 1724145"/>
                <a:gd name="connsiteX23" fmla="*/ 27166 w 1686880"/>
                <a:gd name="connsiteY23" fmla="*/ 44 h 1724145"/>
                <a:gd name="connsiteX24" fmla="*/ 141466 w 1686880"/>
                <a:gd name="connsiteY24" fmla="*/ 110392 h 1724145"/>
                <a:gd name="connsiteX0" fmla="*/ 141466 w 1688893"/>
                <a:gd name="connsiteY0" fmla="*/ 110392 h 1724145"/>
                <a:gd name="connsiteX1" fmla="*/ 1611491 w 1688893"/>
                <a:gd name="connsiteY1" fmla="*/ 702529 h 1724145"/>
                <a:gd name="connsiteX2" fmla="*/ 1684515 w 1688893"/>
                <a:gd name="connsiteY2" fmla="*/ 1155744 h 1724145"/>
                <a:gd name="connsiteX3" fmla="*/ 1538465 w 1688893"/>
                <a:gd name="connsiteY3" fmla="*/ 977944 h 1724145"/>
                <a:gd name="connsiteX4" fmla="*/ 1621015 w 1688893"/>
                <a:gd name="connsiteY4" fmla="*/ 1333544 h 1724145"/>
                <a:gd name="connsiteX5" fmla="*/ 1443216 w 1688893"/>
                <a:gd name="connsiteY5" fmla="*/ 1066844 h 1724145"/>
                <a:gd name="connsiteX6" fmla="*/ 1474966 w 1688893"/>
                <a:gd name="connsiteY6" fmla="*/ 1416094 h 1724145"/>
                <a:gd name="connsiteX7" fmla="*/ 1367016 w 1688893"/>
                <a:gd name="connsiteY7" fmla="*/ 1162094 h 1724145"/>
                <a:gd name="connsiteX8" fmla="*/ 1373366 w 1688893"/>
                <a:gd name="connsiteY8" fmla="*/ 1713284 h 1724145"/>
                <a:gd name="connsiteX9" fmla="*/ 1125716 w 1688893"/>
                <a:gd name="connsiteY9" fmla="*/ 1117644 h 1724145"/>
                <a:gd name="connsiteX10" fmla="*/ 1100316 w 1688893"/>
                <a:gd name="connsiteY10" fmla="*/ 1358944 h 1724145"/>
                <a:gd name="connsiteX11" fmla="*/ 871716 w 1688893"/>
                <a:gd name="connsiteY11" fmla="*/ 889044 h 1724145"/>
                <a:gd name="connsiteX12" fmla="*/ 928866 w 1688893"/>
                <a:gd name="connsiteY12" fmla="*/ 1174794 h 1724145"/>
                <a:gd name="connsiteX13" fmla="*/ 630416 w 1688893"/>
                <a:gd name="connsiteY13" fmla="*/ 709984 h 1724145"/>
                <a:gd name="connsiteX14" fmla="*/ 706616 w 1688893"/>
                <a:gd name="connsiteY14" fmla="*/ 914444 h 1724145"/>
                <a:gd name="connsiteX15" fmla="*/ 90666 w 1688893"/>
                <a:gd name="connsiteY15" fmla="*/ 565194 h 1724145"/>
                <a:gd name="connsiteX16" fmla="*/ 255766 w 1688893"/>
                <a:gd name="connsiteY16" fmla="*/ 533444 h 1724145"/>
                <a:gd name="connsiteX17" fmla="*/ 97016 w 1688893"/>
                <a:gd name="connsiteY17" fmla="*/ 431844 h 1724145"/>
                <a:gd name="connsiteX18" fmla="*/ 198616 w 1688893"/>
                <a:gd name="connsiteY18" fmla="*/ 406444 h 1724145"/>
                <a:gd name="connsiteX19" fmla="*/ 39867 w 1688893"/>
                <a:gd name="connsiteY19" fmla="*/ 266744 h 1724145"/>
                <a:gd name="connsiteX20" fmla="*/ 128767 w 1688893"/>
                <a:gd name="connsiteY20" fmla="*/ 254044 h 1724145"/>
                <a:gd name="connsiteX21" fmla="*/ 1767 w 1688893"/>
                <a:gd name="connsiteY21" fmla="*/ 152445 h 1724145"/>
                <a:gd name="connsiteX22" fmla="*/ 109716 w 1688893"/>
                <a:gd name="connsiteY22" fmla="*/ 139744 h 1724145"/>
                <a:gd name="connsiteX23" fmla="*/ 27166 w 1688893"/>
                <a:gd name="connsiteY23" fmla="*/ 44 h 1724145"/>
                <a:gd name="connsiteX24" fmla="*/ 141466 w 1688893"/>
                <a:gd name="connsiteY24" fmla="*/ 110392 h 1724145"/>
                <a:gd name="connsiteX0" fmla="*/ 141466 w 1688893"/>
                <a:gd name="connsiteY0" fmla="*/ 110392 h 1724145"/>
                <a:gd name="connsiteX1" fmla="*/ 1611491 w 1688893"/>
                <a:gd name="connsiteY1" fmla="*/ 702529 h 1724145"/>
                <a:gd name="connsiteX2" fmla="*/ 1684515 w 1688893"/>
                <a:gd name="connsiteY2" fmla="*/ 1155744 h 1724145"/>
                <a:gd name="connsiteX3" fmla="*/ 1538465 w 1688893"/>
                <a:gd name="connsiteY3" fmla="*/ 977944 h 1724145"/>
                <a:gd name="connsiteX4" fmla="*/ 1621015 w 1688893"/>
                <a:gd name="connsiteY4" fmla="*/ 1333544 h 1724145"/>
                <a:gd name="connsiteX5" fmla="*/ 1443216 w 1688893"/>
                <a:gd name="connsiteY5" fmla="*/ 1066844 h 1724145"/>
                <a:gd name="connsiteX6" fmla="*/ 1474966 w 1688893"/>
                <a:gd name="connsiteY6" fmla="*/ 1416094 h 1724145"/>
                <a:gd name="connsiteX7" fmla="*/ 1367016 w 1688893"/>
                <a:gd name="connsiteY7" fmla="*/ 1162094 h 1724145"/>
                <a:gd name="connsiteX8" fmla="*/ 1373366 w 1688893"/>
                <a:gd name="connsiteY8" fmla="*/ 1713284 h 1724145"/>
                <a:gd name="connsiteX9" fmla="*/ 1125716 w 1688893"/>
                <a:gd name="connsiteY9" fmla="*/ 1117644 h 1724145"/>
                <a:gd name="connsiteX10" fmla="*/ 1100316 w 1688893"/>
                <a:gd name="connsiteY10" fmla="*/ 1358944 h 1724145"/>
                <a:gd name="connsiteX11" fmla="*/ 871716 w 1688893"/>
                <a:gd name="connsiteY11" fmla="*/ 889044 h 1724145"/>
                <a:gd name="connsiteX12" fmla="*/ 928866 w 1688893"/>
                <a:gd name="connsiteY12" fmla="*/ 1174794 h 1724145"/>
                <a:gd name="connsiteX13" fmla="*/ 630416 w 1688893"/>
                <a:gd name="connsiteY13" fmla="*/ 709984 h 1724145"/>
                <a:gd name="connsiteX14" fmla="*/ 706616 w 1688893"/>
                <a:gd name="connsiteY14" fmla="*/ 914444 h 1724145"/>
                <a:gd name="connsiteX15" fmla="*/ 90666 w 1688893"/>
                <a:gd name="connsiteY15" fmla="*/ 565194 h 1724145"/>
                <a:gd name="connsiteX16" fmla="*/ 255766 w 1688893"/>
                <a:gd name="connsiteY16" fmla="*/ 533444 h 1724145"/>
                <a:gd name="connsiteX17" fmla="*/ 97016 w 1688893"/>
                <a:gd name="connsiteY17" fmla="*/ 431844 h 1724145"/>
                <a:gd name="connsiteX18" fmla="*/ 198616 w 1688893"/>
                <a:gd name="connsiteY18" fmla="*/ 406444 h 1724145"/>
                <a:gd name="connsiteX19" fmla="*/ 39867 w 1688893"/>
                <a:gd name="connsiteY19" fmla="*/ 266744 h 1724145"/>
                <a:gd name="connsiteX20" fmla="*/ 128767 w 1688893"/>
                <a:gd name="connsiteY20" fmla="*/ 254044 h 1724145"/>
                <a:gd name="connsiteX21" fmla="*/ 1767 w 1688893"/>
                <a:gd name="connsiteY21" fmla="*/ 152445 h 1724145"/>
                <a:gd name="connsiteX22" fmla="*/ 109716 w 1688893"/>
                <a:gd name="connsiteY22" fmla="*/ 139744 h 1724145"/>
                <a:gd name="connsiteX23" fmla="*/ 27166 w 1688893"/>
                <a:gd name="connsiteY23" fmla="*/ 44 h 1724145"/>
                <a:gd name="connsiteX24" fmla="*/ 141466 w 1688893"/>
                <a:gd name="connsiteY24" fmla="*/ 110392 h 1724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88893" h="1724145">
                  <a:moveTo>
                    <a:pt x="141466" y="110392"/>
                  </a:moveTo>
                  <a:cubicBezTo>
                    <a:pt x="475899" y="518909"/>
                    <a:pt x="1110371" y="881388"/>
                    <a:pt x="1611491" y="702529"/>
                  </a:cubicBezTo>
                  <a:cubicBezTo>
                    <a:pt x="1651179" y="731763"/>
                    <a:pt x="1704623" y="1139210"/>
                    <a:pt x="1684515" y="1155744"/>
                  </a:cubicBezTo>
                  <a:cubicBezTo>
                    <a:pt x="1664407" y="1172278"/>
                    <a:pt x="1549048" y="914444"/>
                    <a:pt x="1538465" y="977944"/>
                  </a:cubicBezTo>
                  <a:cubicBezTo>
                    <a:pt x="1527882" y="1041444"/>
                    <a:pt x="1664406" y="1353652"/>
                    <a:pt x="1621015" y="1333544"/>
                  </a:cubicBezTo>
                  <a:cubicBezTo>
                    <a:pt x="1577624" y="1313436"/>
                    <a:pt x="1459091" y="999111"/>
                    <a:pt x="1443216" y="1066844"/>
                  </a:cubicBezTo>
                  <a:cubicBezTo>
                    <a:pt x="1427341" y="1134577"/>
                    <a:pt x="1510949" y="1438319"/>
                    <a:pt x="1474966" y="1416094"/>
                  </a:cubicBezTo>
                  <a:cubicBezTo>
                    <a:pt x="1438983" y="1393869"/>
                    <a:pt x="1380774" y="1052237"/>
                    <a:pt x="1367016" y="1162094"/>
                  </a:cubicBezTo>
                  <a:cubicBezTo>
                    <a:pt x="1369133" y="1345824"/>
                    <a:pt x="1371249" y="1529554"/>
                    <a:pt x="1373366" y="1713284"/>
                  </a:cubicBezTo>
                  <a:cubicBezTo>
                    <a:pt x="1296108" y="1814484"/>
                    <a:pt x="1171224" y="1176701"/>
                    <a:pt x="1125716" y="1117644"/>
                  </a:cubicBezTo>
                  <a:cubicBezTo>
                    <a:pt x="1080208" y="1058587"/>
                    <a:pt x="1154291" y="1458427"/>
                    <a:pt x="1100316" y="1358944"/>
                  </a:cubicBezTo>
                  <a:cubicBezTo>
                    <a:pt x="1046341" y="1259461"/>
                    <a:pt x="900291" y="878461"/>
                    <a:pt x="871716" y="889044"/>
                  </a:cubicBezTo>
                  <a:cubicBezTo>
                    <a:pt x="843141" y="899627"/>
                    <a:pt x="1001891" y="1259671"/>
                    <a:pt x="928866" y="1174794"/>
                  </a:cubicBezTo>
                  <a:lnTo>
                    <a:pt x="630416" y="709984"/>
                  </a:lnTo>
                  <a:cubicBezTo>
                    <a:pt x="414516" y="624469"/>
                    <a:pt x="772233" y="902592"/>
                    <a:pt x="706616" y="914444"/>
                  </a:cubicBezTo>
                  <a:cubicBezTo>
                    <a:pt x="393349" y="996146"/>
                    <a:pt x="54683" y="600119"/>
                    <a:pt x="90666" y="565194"/>
                  </a:cubicBezTo>
                  <a:cubicBezTo>
                    <a:pt x="126649" y="530269"/>
                    <a:pt x="274816" y="581069"/>
                    <a:pt x="255766" y="533444"/>
                  </a:cubicBezTo>
                  <a:cubicBezTo>
                    <a:pt x="236716" y="485819"/>
                    <a:pt x="75849" y="471002"/>
                    <a:pt x="97016" y="431844"/>
                  </a:cubicBezTo>
                  <a:cubicBezTo>
                    <a:pt x="118183" y="392686"/>
                    <a:pt x="222957" y="441369"/>
                    <a:pt x="198616" y="406444"/>
                  </a:cubicBezTo>
                  <a:cubicBezTo>
                    <a:pt x="174275" y="371519"/>
                    <a:pt x="25050" y="282619"/>
                    <a:pt x="39867" y="266744"/>
                  </a:cubicBezTo>
                  <a:cubicBezTo>
                    <a:pt x="32988" y="204512"/>
                    <a:pt x="148875" y="281560"/>
                    <a:pt x="128767" y="254044"/>
                  </a:cubicBezTo>
                  <a:cubicBezTo>
                    <a:pt x="108659" y="226528"/>
                    <a:pt x="-16224" y="167262"/>
                    <a:pt x="1767" y="152445"/>
                  </a:cubicBezTo>
                  <a:cubicBezTo>
                    <a:pt x="19758" y="137628"/>
                    <a:pt x="122416" y="175727"/>
                    <a:pt x="109716" y="139744"/>
                  </a:cubicBezTo>
                  <a:cubicBezTo>
                    <a:pt x="97016" y="103761"/>
                    <a:pt x="8116" y="-2472"/>
                    <a:pt x="27166" y="44"/>
                  </a:cubicBezTo>
                  <a:lnTo>
                    <a:pt x="141466" y="110392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89">
              <a:extLst>
                <a:ext uri="{FF2B5EF4-FFF2-40B4-BE49-F238E27FC236}">
                  <a16:creationId xmlns:a16="http://schemas.microsoft.com/office/drawing/2014/main" id="{88D176F5-6718-4B4E-860A-6A05C73D127A}"/>
                </a:ext>
              </a:extLst>
            </p:cNvPr>
            <p:cNvSpPr/>
            <p:nvPr/>
          </p:nvSpPr>
          <p:spPr>
            <a:xfrm>
              <a:off x="4114800" y="2908301"/>
              <a:ext cx="3658987" cy="2613591"/>
            </a:xfrm>
            <a:custGeom>
              <a:avLst/>
              <a:gdLst>
                <a:gd name="connsiteX0" fmla="*/ 0 w 1263870"/>
                <a:gd name="connsiteY0" fmla="*/ 0 h 1333500"/>
                <a:gd name="connsiteX1" fmla="*/ 1263870 w 1263870"/>
                <a:gd name="connsiteY1" fmla="*/ 0 h 1333500"/>
                <a:gd name="connsiteX2" fmla="*/ 1263870 w 1263870"/>
                <a:gd name="connsiteY2" fmla="*/ 1333500 h 1333500"/>
                <a:gd name="connsiteX3" fmla="*/ 0 w 1263870"/>
                <a:gd name="connsiteY3" fmla="*/ 1333500 h 1333500"/>
                <a:gd name="connsiteX4" fmla="*/ 0 w 1263870"/>
                <a:gd name="connsiteY4" fmla="*/ 0 h 1333500"/>
                <a:gd name="connsiteX0" fmla="*/ 0 w 2102070"/>
                <a:gd name="connsiteY0" fmla="*/ 0 h 1790700"/>
                <a:gd name="connsiteX1" fmla="*/ 2102070 w 2102070"/>
                <a:gd name="connsiteY1" fmla="*/ 457200 h 1790700"/>
                <a:gd name="connsiteX2" fmla="*/ 2102070 w 2102070"/>
                <a:gd name="connsiteY2" fmla="*/ 1790700 h 1790700"/>
                <a:gd name="connsiteX3" fmla="*/ 838200 w 2102070"/>
                <a:gd name="connsiteY3" fmla="*/ 1790700 h 1790700"/>
                <a:gd name="connsiteX4" fmla="*/ 0 w 2102070"/>
                <a:gd name="connsiteY4" fmla="*/ 0 h 1790700"/>
                <a:gd name="connsiteX0" fmla="*/ 0 w 2508470"/>
                <a:gd name="connsiteY0" fmla="*/ 0 h 1790700"/>
                <a:gd name="connsiteX1" fmla="*/ 2508470 w 2508470"/>
                <a:gd name="connsiteY1" fmla="*/ 520700 h 1790700"/>
                <a:gd name="connsiteX2" fmla="*/ 2102070 w 2508470"/>
                <a:gd name="connsiteY2" fmla="*/ 1790700 h 1790700"/>
                <a:gd name="connsiteX3" fmla="*/ 838200 w 2508470"/>
                <a:gd name="connsiteY3" fmla="*/ 1790700 h 1790700"/>
                <a:gd name="connsiteX4" fmla="*/ 0 w 2508470"/>
                <a:gd name="connsiteY4" fmla="*/ 0 h 1790700"/>
                <a:gd name="connsiteX0" fmla="*/ 952500 w 3460970"/>
                <a:gd name="connsiteY0" fmla="*/ 0 h 2247900"/>
                <a:gd name="connsiteX1" fmla="*/ 3460970 w 3460970"/>
                <a:gd name="connsiteY1" fmla="*/ 520700 h 2247900"/>
                <a:gd name="connsiteX2" fmla="*/ 3054570 w 3460970"/>
                <a:gd name="connsiteY2" fmla="*/ 1790700 h 2247900"/>
                <a:gd name="connsiteX3" fmla="*/ 0 w 3460970"/>
                <a:gd name="connsiteY3" fmla="*/ 2247900 h 2247900"/>
                <a:gd name="connsiteX4" fmla="*/ 952500 w 3460970"/>
                <a:gd name="connsiteY4" fmla="*/ 0 h 2247900"/>
                <a:gd name="connsiteX0" fmla="*/ 952500 w 3460970"/>
                <a:gd name="connsiteY0" fmla="*/ 0 h 2247900"/>
                <a:gd name="connsiteX1" fmla="*/ 3460970 w 3460970"/>
                <a:gd name="connsiteY1" fmla="*/ 520700 h 2247900"/>
                <a:gd name="connsiteX2" fmla="*/ 0 w 3460970"/>
                <a:gd name="connsiteY2" fmla="*/ 2247900 h 2247900"/>
                <a:gd name="connsiteX3" fmla="*/ 952500 w 3460970"/>
                <a:gd name="connsiteY3" fmla="*/ 0 h 2247900"/>
                <a:gd name="connsiteX0" fmla="*/ 952500 w 3460970"/>
                <a:gd name="connsiteY0" fmla="*/ 0 h 2485762"/>
                <a:gd name="connsiteX1" fmla="*/ 3460970 w 3460970"/>
                <a:gd name="connsiteY1" fmla="*/ 520700 h 2485762"/>
                <a:gd name="connsiteX2" fmla="*/ 0 w 3460970"/>
                <a:gd name="connsiteY2" fmla="*/ 2247900 h 2485762"/>
                <a:gd name="connsiteX3" fmla="*/ 952500 w 3460970"/>
                <a:gd name="connsiteY3" fmla="*/ 0 h 2485762"/>
                <a:gd name="connsiteX0" fmla="*/ 952500 w 3460970"/>
                <a:gd name="connsiteY0" fmla="*/ 0 h 2533927"/>
                <a:gd name="connsiteX1" fmla="*/ 3460970 w 3460970"/>
                <a:gd name="connsiteY1" fmla="*/ 520700 h 2533927"/>
                <a:gd name="connsiteX2" fmla="*/ 0 w 3460970"/>
                <a:gd name="connsiteY2" fmla="*/ 2247900 h 2533927"/>
                <a:gd name="connsiteX3" fmla="*/ 952500 w 3460970"/>
                <a:gd name="connsiteY3" fmla="*/ 0 h 2533927"/>
                <a:gd name="connsiteX0" fmla="*/ 952500 w 3460970"/>
                <a:gd name="connsiteY0" fmla="*/ 0 h 2533927"/>
                <a:gd name="connsiteX1" fmla="*/ 3460970 w 3460970"/>
                <a:gd name="connsiteY1" fmla="*/ 520700 h 2533927"/>
                <a:gd name="connsiteX2" fmla="*/ 0 w 3460970"/>
                <a:gd name="connsiteY2" fmla="*/ 2247900 h 2533927"/>
                <a:gd name="connsiteX3" fmla="*/ 952500 w 3460970"/>
                <a:gd name="connsiteY3" fmla="*/ 0 h 2533927"/>
                <a:gd name="connsiteX0" fmla="*/ 952500 w 3460970"/>
                <a:gd name="connsiteY0" fmla="*/ 0 h 2533927"/>
                <a:gd name="connsiteX1" fmla="*/ 3460970 w 3460970"/>
                <a:gd name="connsiteY1" fmla="*/ 520700 h 2533927"/>
                <a:gd name="connsiteX2" fmla="*/ 0 w 3460970"/>
                <a:gd name="connsiteY2" fmla="*/ 2247900 h 2533927"/>
                <a:gd name="connsiteX3" fmla="*/ 952500 w 3460970"/>
                <a:gd name="connsiteY3" fmla="*/ 0 h 2533927"/>
                <a:gd name="connsiteX0" fmla="*/ 952500 w 3460970"/>
                <a:gd name="connsiteY0" fmla="*/ 0 h 2533927"/>
                <a:gd name="connsiteX1" fmla="*/ 3460970 w 3460970"/>
                <a:gd name="connsiteY1" fmla="*/ 520700 h 2533927"/>
                <a:gd name="connsiteX2" fmla="*/ 0 w 3460970"/>
                <a:gd name="connsiteY2" fmla="*/ 2247900 h 2533927"/>
                <a:gd name="connsiteX3" fmla="*/ 952500 w 3460970"/>
                <a:gd name="connsiteY3" fmla="*/ 0 h 2533927"/>
                <a:gd name="connsiteX0" fmla="*/ 952500 w 3460970"/>
                <a:gd name="connsiteY0" fmla="*/ 0 h 2533927"/>
                <a:gd name="connsiteX1" fmla="*/ 3460970 w 3460970"/>
                <a:gd name="connsiteY1" fmla="*/ 520700 h 2533927"/>
                <a:gd name="connsiteX2" fmla="*/ 0 w 3460970"/>
                <a:gd name="connsiteY2" fmla="*/ 2247900 h 2533927"/>
                <a:gd name="connsiteX3" fmla="*/ 952500 w 3460970"/>
                <a:gd name="connsiteY3" fmla="*/ 0 h 2533927"/>
                <a:gd name="connsiteX0" fmla="*/ 952500 w 3460970"/>
                <a:gd name="connsiteY0" fmla="*/ 0 h 2533927"/>
                <a:gd name="connsiteX1" fmla="*/ 3460970 w 3460970"/>
                <a:gd name="connsiteY1" fmla="*/ 520700 h 2533927"/>
                <a:gd name="connsiteX2" fmla="*/ 0 w 3460970"/>
                <a:gd name="connsiteY2" fmla="*/ 2247900 h 2533927"/>
                <a:gd name="connsiteX3" fmla="*/ 952500 w 3460970"/>
                <a:gd name="connsiteY3" fmla="*/ 0 h 2533927"/>
                <a:gd name="connsiteX0" fmla="*/ 952500 w 3460970"/>
                <a:gd name="connsiteY0" fmla="*/ 0 h 2533927"/>
                <a:gd name="connsiteX1" fmla="*/ 3460970 w 3460970"/>
                <a:gd name="connsiteY1" fmla="*/ 520700 h 2533927"/>
                <a:gd name="connsiteX2" fmla="*/ 0 w 3460970"/>
                <a:gd name="connsiteY2" fmla="*/ 2247900 h 2533927"/>
                <a:gd name="connsiteX3" fmla="*/ 952500 w 3460970"/>
                <a:gd name="connsiteY3" fmla="*/ 0 h 2533927"/>
                <a:gd name="connsiteX0" fmla="*/ 977900 w 3460970"/>
                <a:gd name="connsiteY0" fmla="*/ 0 h 2597427"/>
                <a:gd name="connsiteX1" fmla="*/ 3460970 w 3460970"/>
                <a:gd name="connsiteY1" fmla="*/ 584200 h 2597427"/>
                <a:gd name="connsiteX2" fmla="*/ 0 w 3460970"/>
                <a:gd name="connsiteY2" fmla="*/ 2311400 h 2597427"/>
                <a:gd name="connsiteX3" fmla="*/ 977900 w 3460970"/>
                <a:gd name="connsiteY3" fmla="*/ 0 h 2597427"/>
                <a:gd name="connsiteX0" fmla="*/ 977900 w 3465633"/>
                <a:gd name="connsiteY0" fmla="*/ 0 h 2612926"/>
                <a:gd name="connsiteX1" fmla="*/ 3460970 w 3465633"/>
                <a:gd name="connsiteY1" fmla="*/ 584200 h 2612926"/>
                <a:gd name="connsiteX2" fmla="*/ 0 w 3465633"/>
                <a:gd name="connsiteY2" fmla="*/ 2311400 h 2612926"/>
                <a:gd name="connsiteX3" fmla="*/ 977900 w 3465633"/>
                <a:gd name="connsiteY3" fmla="*/ 0 h 2612926"/>
                <a:gd name="connsiteX0" fmla="*/ 977900 w 3468172"/>
                <a:gd name="connsiteY0" fmla="*/ 0 h 2617475"/>
                <a:gd name="connsiteX1" fmla="*/ 3460970 w 3468172"/>
                <a:gd name="connsiteY1" fmla="*/ 584200 h 2617475"/>
                <a:gd name="connsiteX2" fmla="*/ 0 w 3468172"/>
                <a:gd name="connsiteY2" fmla="*/ 2311400 h 2617475"/>
                <a:gd name="connsiteX3" fmla="*/ 977900 w 3468172"/>
                <a:gd name="connsiteY3" fmla="*/ 0 h 2617475"/>
                <a:gd name="connsiteX0" fmla="*/ 1168400 w 3657729"/>
                <a:gd name="connsiteY0" fmla="*/ 0 h 2617475"/>
                <a:gd name="connsiteX1" fmla="*/ 3651470 w 3657729"/>
                <a:gd name="connsiteY1" fmla="*/ 584200 h 2617475"/>
                <a:gd name="connsiteX2" fmla="*/ 0 w 3657729"/>
                <a:gd name="connsiteY2" fmla="*/ 2311400 h 2617475"/>
                <a:gd name="connsiteX3" fmla="*/ 1168400 w 3657729"/>
                <a:gd name="connsiteY3" fmla="*/ 0 h 2617475"/>
                <a:gd name="connsiteX0" fmla="*/ 1168400 w 3658987"/>
                <a:gd name="connsiteY0" fmla="*/ 0 h 2613591"/>
                <a:gd name="connsiteX1" fmla="*/ 3651470 w 3658987"/>
                <a:gd name="connsiteY1" fmla="*/ 584200 h 2613591"/>
                <a:gd name="connsiteX2" fmla="*/ 0 w 3658987"/>
                <a:gd name="connsiteY2" fmla="*/ 2311400 h 2613591"/>
                <a:gd name="connsiteX3" fmla="*/ 1168400 w 3658987"/>
                <a:gd name="connsiteY3" fmla="*/ 0 h 2613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8987" h="2613591">
                  <a:moveTo>
                    <a:pt x="1168400" y="0"/>
                  </a:moveTo>
                  <a:cubicBezTo>
                    <a:pt x="2004557" y="173567"/>
                    <a:pt x="2662913" y="1845733"/>
                    <a:pt x="3651470" y="584200"/>
                  </a:cubicBezTo>
                  <a:cubicBezTo>
                    <a:pt x="3760193" y="1855893"/>
                    <a:pt x="2696707" y="3237442"/>
                    <a:pt x="0" y="2311400"/>
                  </a:cubicBezTo>
                  <a:lnTo>
                    <a:pt x="1168400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B4AEBA6-0E7F-44B5-825E-5A6D50A8F1A9}"/>
                </a:ext>
              </a:extLst>
            </p:cNvPr>
            <p:cNvSpPr/>
            <p:nvPr/>
          </p:nvSpPr>
          <p:spPr>
            <a:xfrm>
              <a:off x="6035040" y="885007"/>
              <a:ext cx="1755695" cy="1360708"/>
            </a:xfrm>
            <a:prstGeom prst="ellipse">
              <a:avLst/>
            </a:prstGeom>
            <a:gradFill>
              <a:gsLst>
                <a:gs pos="0">
                  <a:schemeClr val="accent4">
                    <a:lumMod val="20000"/>
                    <a:lumOff val="80000"/>
                  </a:schemeClr>
                </a:gs>
                <a:gs pos="54000">
                  <a:srgbClr val="A4492A"/>
                </a:gs>
              </a:gsLst>
              <a:lin ang="6600000" scaled="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9E5B93A-05A9-4B8D-B60F-5A96FDF8178D}"/>
                </a:ext>
              </a:extLst>
            </p:cNvPr>
            <p:cNvSpPr/>
            <p:nvPr/>
          </p:nvSpPr>
          <p:spPr>
            <a:xfrm rot="4277844">
              <a:off x="6607914" y="1146668"/>
              <a:ext cx="702139" cy="689485"/>
            </a:xfrm>
            <a:prstGeom prst="ellipse">
              <a:avLst/>
            </a:prstGeom>
            <a:solidFill>
              <a:srgbClr val="6D5C5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1415F14-8D9D-4FE6-816C-FB77F5F38677}"/>
                </a:ext>
              </a:extLst>
            </p:cNvPr>
            <p:cNvSpPr/>
            <p:nvPr/>
          </p:nvSpPr>
          <p:spPr>
            <a:xfrm rot="4277844">
              <a:off x="6709314" y="1246240"/>
              <a:ext cx="499338" cy="49033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C09F858-046D-4961-812A-DAAB6883857C}"/>
                </a:ext>
              </a:extLst>
            </p:cNvPr>
            <p:cNvSpPr/>
            <p:nvPr/>
          </p:nvSpPr>
          <p:spPr>
            <a:xfrm rot="4277844">
              <a:off x="6814891" y="1297606"/>
              <a:ext cx="195991" cy="19245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84">
              <a:extLst>
                <a:ext uri="{FF2B5EF4-FFF2-40B4-BE49-F238E27FC236}">
                  <a16:creationId xmlns:a16="http://schemas.microsoft.com/office/drawing/2014/main" id="{57628FE8-8879-40B2-A4BF-E4A4EDA70155}"/>
                </a:ext>
              </a:extLst>
            </p:cNvPr>
            <p:cNvSpPr/>
            <p:nvPr/>
          </p:nvSpPr>
          <p:spPr>
            <a:xfrm>
              <a:off x="5171057" y="470140"/>
              <a:ext cx="2790824" cy="1145692"/>
            </a:xfrm>
            <a:custGeom>
              <a:avLst/>
              <a:gdLst>
                <a:gd name="connsiteX0" fmla="*/ 0 w 811362"/>
                <a:gd name="connsiteY0" fmla="*/ 0 h 832514"/>
                <a:gd name="connsiteX1" fmla="*/ 811362 w 811362"/>
                <a:gd name="connsiteY1" fmla="*/ 0 h 832514"/>
                <a:gd name="connsiteX2" fmla="*/ 811362 w 811362"/>
                <a:gd name="connsiteY2" fmla="*/ 832514 h 832514"/>
                <a:gd name="connsiteX3" fmla="*/ 0 w 811362"/>
                <a:gd name="connsiteY3" fmla="*/ 832514 h 832514"/>
                <a:gd name="connsiteX4" fmla="*/ 0 w 811362"/>
                <a:gd name="connsiteY4" fmla="*/ 0 h 832514"/>
                <a:gd name="connsiteX0" fmla="*/ 0 w 947839"/>
                <a:gd name="connsiteY0" fmla="*/ 0 h 832514"/>
                <a:gd name="connsiteX1" fmla="*/ 811362 w 947839"/>
                <a:gd name="connsiteY1" fmla="*/ 0 h 832514"/>
                <a:gd name="connsiteX2" fmla="*/ 947839 w 947839"/>
                <a:gd name="connsiteY2" fmla="*/ 832514 h 832514"/>
                <a:gd name="connsiteX3" fmla="*/ 0 w 947839"/>
                <a:gd name="connsiteY3" fmla="*/ 832514 h 832514"/>
                <a:gd name="connsiteX4" fmla="*/ 0 w 947839"/>
                <a:gd name="connsiteY4" fmla="*/ 0 h 832514"/>
                <a:gd name="connsiteX0" fmla="*/ 1815152 w 2762991"/>
                <a:gd name="connsiteY0" fmla="*/ 0 h 832514"/>
                <a:gd name="connsiteX1" fmla="*/ 2626514 w 2762991"/>
                <a:gd name="connsiteY1" fmla="*/ 0 h 832514"/>
                <a:gd name="connsiteX2" fmla="*/ 2762991 w 2762991"/>
                <a:gd name="connsiteY2" fmla="*/ 832514 h 832514"/>
                <a:gd name="connsiteX3" fmla="*/ 0 w 2762991"/>
                <a:gd name="connsiteY3" fmla="*/ 504968 h 832514"/>
                <a:gd name="connsiteX4" fmla="*/ 1815152 w 2762991"/>
                <a:gd name="connsiteY4" fmla="*/ 0 h 832514"/>
                <a:gd name="connsiteX0" fmla="*/ 627797 w 2762991"/>
                <a:gd name="connsiteY0" fmla="*/ 341194 h 832514"/>
                <a:gd name="connsiteX1" fmla="*/ 2626514 w 2762991"/>
                <a:gd name="connsiteY1" fmla="*/ 0 h 832514"/>
                <a:gd name="connsiteX2" fmla="*/ 2762991 w 2762991"/>
                <a:gd name="connsiteY2" fmla="*/ 832514 h 832514"/>
                <a:gd name="connsiteX3" fmla="*/ 0 w 2762991"/>
                <a:gd name="connsiteY3" fmla="*/ 504968 h 832514"/>
                <a:gd name="connsiteX4" fmla="*/ 627797 w 2762991"/>
                <a:gd name="connsiteY4" fmla="*/ 341194 h 832514"/>
                <a:gd name="connsiteX0" fmla="*/ 627797 w 2762991"/>
                <a:gd name="connsiteY0" fmla="*/ 313898 h 805218"/>
                <a:gd name="connsiteX1" fmla="*/ 19792 w 2762991"/>
                <a:gd name="connsiteY1" fmla="*/ 0 h 805218"/>
                <a:gd name="connsiteX2" fmla="*/ 2762991 w 2762991"/>
                <a:gd name="connsiteY2" fmla="*/ 805218 h 805218"/>
                <a:gd name="connsiteX3" fmla="*/ 0 w 2762991"/>
                <a:gd name="connsiteY3" fmla="*/ 477672 h 805218"/>
                <a:gd name="connsiteX4" fmla="*/ 627797 w 2762991"/>
                <a:gd name="connsiteY4" fmla="*/ 313898 h 805218"/>
                <a:gd name="connsiteX0" fmla="*/ 627797 w 2762991"/>
                <a:gd name="connsiteY0" fmla="*/ 535611 h 1026931"/>
                <a:gd name="connsiteX1" fmla="*/ 19792 w 2762991"/>
                <a:gd name="connsiteY1" fmla="*/ 221713 h 1026931"/>
                <a:gd name="connsiteX2" fmla="*/ 2762991 w 2762991"/>
                <a:gd name="connsiteY2" fmla="*/ 1026931 h 1026931"/>
                <a:gd name="connsiteX3" fmla="*/ 0 w 2762991"/>
                <a:gd name="connsiteY3" fmla="*/ 699385 h 1026931"/>
                <a:gd name="connsiteX4" fmla="*/ 627797 w 2762991"/>
                <a:gd name="connsiteY4" fmla="*/ 535611 h 1026931"/>
                <a:gd name="connsiteX0" fmla="*/ 627797 w 2762991"/>
                <a:gd name="connsiteY0" fmla="*/ 635839 h 1127159"/>
                <a:gd name="connsiteX1" fmla="*/ 19792 w 2762991"/>
                <a:gd name="connsiteY1" fmla="*/ 321941 h 1127159"/>
                <a:gd name="connsiteX2" fmla="*/ 2762991 w 2762991"/>
                <a:gd name="connsiteY2" fmla="*/ 1127159 h 1127159"/>
                <a:gd name="connsiteX3" fmla="*/ 0 w 2762991"/>
                <a:gd name="connsiteY3" fmla="*/ 799613 h 1127159"/>
                <a:gd name="connsiteX4" fmla="*/ 627797 w 2762991"/>
                <a:gd name="connsiteY4" fmla="*/ 635839 h 1127159"/>
                <a:gd name="connsiteX0" fmla="*/ 627797 w 2762991"/>
                <a:gd name="connsiteY0" fmla="*/ 635839 h 1127159"/>
                <a:gd name="connsiteX1" fmla="*/ 19792 w 2762991"/>
                <a:gd name="connsiteY1" fmla="*/ 321941 h 1127159"/>
                <a:gd name="connsiteX2" fmla="*/ 2762991 w 2762991"/>
                <a:gd name="connsiteY2" fmla="*/ 1127159 h 1127159"/>
                <a:gd name="connsiteX3" fmla="*/ 0 w 2762991"/>
                <a:gd name="connsiteY3" fmla="*/ 799613 h 1127159"/>
                <a:gd name="connsiteX4" fmla="*/ 627797 w 2762991"/>
                <a:gd name="connsiteY4" fmla="*/ 635839 h 1127159"/>
                <a:gd name="connsiteX0" fmla="*/ 627797 w 2762991"/>
                <a:gd name="connsiteY0" fmla="*/ 635839 h 1127159"/>
                <a:gd name="connsiteX1" fmla="*/ 19792 w 2762991"/>
                <a:gd name="connsiteY1" fmla="*/ 321941 h 1127159"/>
                <a:gd name="connsiteX2" fmla="*/ 2762991 w 2762991"/>
                <a:gd name="connsiteY2" fmla="*/ 1127159 h 1127159"/>
                <a:gd name="connsiteX3" fmla="*/ 0 w 2762991"/>
                <a:gd name="connsiteY3" fmla="*/ 799613 h 1127159"/>
                <a:gd name="connsiteX4" fmla="*/ 627797 w 2762991"/>
                <a:gd name="connsiteY4" fmla="*/ 635839 h 1127159"/>
                <a:gd name="connsiteX0" fmla="*/ 627797 w 2762991"/>
                <a:gd name="connsiteY0" fmla="*/ 635839 h 1127159"/>
                <a:gd name="connsiteX1" fmla="*/ 19792 w 2762991"/>
                <a:gd name="connsiteY1" fmla="*/ 321941 h 1127159"/>
                <a:gd name="connsiteX2" fmla="*/ 2762991 w 2762991"/>
                <a:gd name="connsiteY2" fmla="*/ 1127159 h 1127159"/>
                <a:gd name="connsiteX3" fmla="*/ 0 w 2762991"/>
                <a:gd name="connsiteY3" fmla="*/ 799613 h 1127159"/>
                <a:gd name="connsiteX4" fmla="*/ 627797 w 2762991"/>
                <a:gd name="connsiteY4" fmla="*/ 635839 h 1127159"/>
                <a:gd name="connsiteX0" fmla="*/ 627797 w 2762991"/>
                <a:gd name="connsiteY0" fmla="*/ 635839 h 1127159"/>
                <a:gd name="connsiteX1" fmla="*/ 19792 w 2762991"/>
                <a:gd name="connsiteY1" fmla="*/ 321941 h 1127159"/>
                <a:gd name="connsiteX2" fmla="*/ 2762991 w 2762991"/>
                <a:gd name="connsiteY2" fmla="*/ 1127159 h 1127159"/>
                <a:gd name="connsiteX3" fmla="*/ 0 w 2762991"/>
                <a:gd name="connsiteY3" fmla="*/ 799613 h 1127159"/>
                <a:gd name="connsiteX4" fmla="*/ 627797 w 2762991"/>
                <a:gd name="connsiteY4" fmla="*/ 635839 h 1127159"/>
                <a:gd name="connsiteX0" fmla="*/ 627797 w 2762991"/>
                <a:gd name="connsiteY0" fmla="*/ 635839 h 1127159"/>
                <a:gd name="connsiteX1" fmla="*/ 19792 w 2762991"/>
                <a:gd name="connsiteY1" fmla="*/ 321941 h 1127159"/>
                <a:gd name="connsiteX2" fmla="*/ 2762991 w 2762991"/>
                <a:gd name="connsiteY2" fmla="*/ 1127159 h 1127159"/>
                <a:gd name="connsiteX3" fmla="*/ 0 w 2762991"/>
                <a:gd name="connsiteY3" fmla="*/ 799613 h 1127159"/>
                <a:gd name="connsiteX4" fmla="*/ 627797 w 2762991"/>
                <a:gd name="connsiteY4" fmla="*/ 635839 h 1127159"/>
                <a:gd name="connsiteX0" fmla="*/ 627797 w 2762991"/>
                <a:gd name="connsiteY0" fmla="*/ 635839 h 1127159"/>
                <a:gd name="connsiteX1" fmla="*/ 19792 w 2762991"/>
                <a:gd name="connsiteY1" fmla="*/ 321941 h 1127159"/>
                <a:gd name="connsiteX2" fmla="*/ 2762991 w 2762991"/>
                <a:gd name="connsiteY2" fmla="*/ 1127159 h 1127159"/>
                <a:gd name="connsiteX3" fmla="*/ 0 w 2762991"/>
                <a:gd name="connsiteY3" fmla="*/ 771038 h 1127159"/>
                <a:gd name="connsiteX4" fmla="*/ 627797 w 2762991"/>
                <a:gd name="connsiteY4" fmla="*/ 635839 h 1127159"/>
                <a:gd name="connsiteX0" fmla="*/ 655630 w 2790824"/>
                <a:gd name="connsiteY0" fmla="*/ 625121 h 1116441"/>
                <a:gd name="connsiteX1" fmla="*/ 0 w 2790824"/>
                <a:gd name="connsiteY1" fmla="*/ 335036 h 1116441"/>
                <a:gd name="connsiteX2" fmla="*/ 2790824 w 2790824"/>
                <a:gd name="connsiteY2" fmla="*/ 1116441 h 1116441"/>
                <a:gd name="connsiteX3" fmla="*/ 27833 w 2790824"/>
                <a:gd name="connsiteY3" fmla="*/ 760320 h 1116441"/>
                <a:gd name="connsiteX4" fmla="*/ 655630 w 2790824"/>
                <a:gd name="connsiteY4" fmla="*/ 625121 h 1116441"/>
                <a:gd name="connsiteX0" fmla="*/ 655630 w 2790824"/>
                <a:gd name="connsiteY0" fmla="*/ 530808 h 1022128"/>
                <a:gd name="connsiteX1" fmla="*/ 0 w 2790824"/>
                <a:gd name="connsiteY1" fmla="*/ 240723 h 1022128"/>
                <a:gd name="connsiteX2" fmla="*/ 2790824 w 2790824"/>
                <a:gd name="connsiteY2" fmla="*/ 1022128 h 1022128"/>
                <a:gd name="connsiteX3" fmla="*/ 27833 w 2790824"/>
                <a:gd name="connsiteY3" fmla="*/ 666007 h 1022128"/>
                <a:gd name="connsiteX4" fmla="*/ 655630 w 2790824"/>
                <a:gd name="connsiteY4" fmla="*/ 530808 h 1022128"/>
                <a:gd name="connsiteX0" fmla="*/ 655630 w 2790824"/>
                <a:gd name="connsiteY0" fmla="*/ 643983 h 1135303"/>
                <a:gd name="connsiteX1" fmla="*/ 0 w 2790824"/>
                <a:gd name="connsiteY1" fmla="*/ 353898 h 1135303"/>
                <a:gd name="connsiteX2" fmla="*/ 2790824 w 2790824"/>
                <a:gd name="connsiteY2" fmla="*/ 1135303 h 1135303"/>
                <a:gd name="connsiteX3" fmla="*/ 27833 w 2790824"/>
                <a:gd name="connsiteY3" fmla="*/ 779182 h 1135303"/>
                <a:gd name="connsiteX4" fmla="*/ 655630 w 2790824"/>
                <a:gd name="connsiteY4" fmla="*/ 643983 h 1135303"/>
                <a:gd name="connsiteX0" fmla="*/ 655630 w 2790824"/>
                <a:gd name="connsiteY0" fmla="*/ 643983 h 1135303"/>
                <a:gd name="connsiteX1" fmla="*/ 0 w 2790824"/>
                <a:gd name="connsiteY1" fmla="*/ 353898 h 1135303"/>
                <a:gd name="connsiteX2" fmla="*/ 2790824 w 2790824"/>
                <a:gd name="connsiteY2" fmla="*/ 1135303 h 1135303"/>
                <a:gd name="connsiteX3" fmla="*/ 27833 w 2790824"/>
                <a:gd name="connsiteY3" fmla="*/ 779182 h 1135303"/>
                <a:gd name="connsiteX4" fmla="*/ 655630 w 2790824"/>
                <a:gd name="connsiteY4" fmla="*/ 643983 h 1135303"/>
                <a:gd name="connsiteX0" fmla="*/ 655630 w 2790824"/>
                <a:gd name="connsiteY0" fmla="*/ 615957 h 1107277"/>
                <a:gd name="connsiteX1" fmla="*/ 0 w 2790824"/>
                <a:gd name="connsiteY1" fmla="*/ 325872 h 1107277"/>
                <a:gd name="connsiteX2" fmla="*/ 2790824 w 2790824"/>
                <a:gd name="connsiteY2" fmla="*/ 1107277 h 1107277"/>
                <a:gd name="connsiteX3" fmla="*/ 27833 w 2790824"/>
                <a:gd name="connsiteY3" fmla="*/ 751156 h 1107277"/>
                <a:gd name="connsiteX4" fmla="*/ 655630 w 2790824"/>
                <a:gd name="connsiteY4" fmla="*/ 615957 h 1107277"/>
                <a:gd name="connsiteX0" fmla="*/ 655630 w 2790824"/>
                <a:gd name="connsiteY0" fmla="*/ 615957 h 1107277"/>
                <a:gd name="connsiteX1" fmla="*/ 0 w 2790824"/>
                <a:gd name="connsiteY1" fmla="*/ 325872 h 1107277"/>
                <a:gd name="connsiteX2" fmla="*/ 2790824 w 2790824"/>
                <a:gd name="connsiteY2" fmla="*/ 1107277 h 1107277"/>
                <a:gd name="connsiteX3" fmla="*/ 27833 w 2790824"/>
                <a:gd name="connsiteY3" fmla="*/ 751156 h 1107277"/>
                <a:gd name="connsiteX4" fmla="*/ 655630 w 2790824"/>
                <a:gd name="connsiteY4" fmla="*/ 615957 h 1107277"/>
                <a:gd name="connsiteX0" fmla="*/ 655630 w 2790824"/>
                <a:gd name="connsiteY0" fmla="*/ 654372 h 1145692"/>
                <a:gd name="connsiteX1" fmla="*/ 0 w 2790824"/>
                <a:gd name="connsiteY1" fmla="*/ 364287 h 1145692"/>
                <a:gd name="connsiteX2" fmla="*/ 2790824 w 2790824"/>
                <a:gd name="connsiteY2" fmla="*/ 1145692 h 1145692"/>
                <a:gd name="connsiteX3" fmla="*/ 27833 w 2790824"/>
                <a:gd name="connsiteY3" fmla="*/ 789571 h 1145692"/>
                <a:gd name="connsiteX4" fmla="*/ 655630 w 2790824"/>
                <a:gd name="connsiteY4" fmla="*/ 654372 h 1145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90824" h="1145692">
                  <a:moveTo>
                    <a:pt x="655630" y="654372"/>
                  </a:moveTo>
                  <a:cubicBezTo>
                    <a:pt x="170387" y="691027"/>
                    <a:pt x="129643" y="511782"/>
                    <a:pt x="0" y="364287"/>
                  </a:cubicBezTo>
                  <a:cubicBezTo>
                    <a:pt x="382634" y="713443"/>
                    <a:pt x="2247377" y="-1102398"/>
                    <a:pt x="2790824" y="1145692"/>
                  </a:cubicBezTo>
                  <a:cubicBezTo>
                    <a:pt x="1351212" y="-642164"/>
                    <a:pt x="1044365" y="1785858"/>
                    <a:pt x="27833" y="789571"/>
                  </a:cubicBezTo>
                  <a:cubicBezTo>
                    <a:pt x="318986" y="830514"/>
                    <a:pt x="446364" y="708963"/>
                    <a:pt x="655630" y="654372"/>
                  </a:cubicBezTo>
                  <a:close/>
                </a:path>
              </a:pathLst>
            </a:custGeom>
            <a:gradFill>
              <a:gsLst>
                <a:gs pos="0">
                  <a:schemeClr val="accent4">
                    <a:lumMod val="20000"/>
                    <a:lumOff val="80000"/>
                  </a:schemeClr>
                </a:gs>
                <a:gs pos="19000">
                  <a:srgbClr val="ED591D"/>
                </a:gs>
              </a:gsLst>
              <a:lin ang="17400000" scaled="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86">
              <a:extLst>
                <a:ext uri="{FF2B5EF4-FFF2-40B4-BE49-F238E27FC236}">
                  <a16:creationId xmlns:a16="http://schemas.microsoft.com/office/drawing/2014/main" id="{55208142-2AD0-43BA-A996-C9C0EE89F586}"/>
                </a:ext>
              </a:extLst>
            </p:cNvPr>
            <p:cNvSpPr/>
            <p:nvPr/>
          </p:nvSpPr>
          <p:spPr>
            <a:xfrm rot="21420444">
              <a:off x="3846727" y="2285140"/>
              <a:ext cx="2943947" cy="3051132"/>
            </a:xfrm>
            <a:custGeom>
              <a:avLst/>
              <a:gdLst>
                <a:gd name="connsiteX0" fmla="*/ 0 w 635000"/>
                <a:gd name="connsiteY0" fmla="*/ 0 h 1333500"/>
                <a:gd name="connsiteX1" fmla="*/ 635000 w 635000"/>
                <a:gd name="connsiteY1" fmla="*/ 0 h 1333500"/>
                <a:gd name="connsiteX2" fmla="*/ 635000 w 635000"/>
                <a:gd name="connsiteY2" fmla="*/ 1333500 h 1333500"/>
                <a:gd name="connsiteX3" fmla="*/ 0 w 635000"/>
                <a:gd name="connsiteY3" fmla="*/ 1333500 h 1333500"/>
                <a:gd name="connsiteX4" fmla="*/ 0 w 635000"/>
                <a:gd name="connsiteY4" fmla="*/ 0 h 1333500"/>
                <a:gd name="connsiteX0" fmla="*/ 0 w 1092200"/>
                <a:gd name="connsiteY0" fmla="*/ 0 h 1333500"/>
                <a:gd name="connsiteX1" fmla="*/ 1092200 w 1092200"/>
                <a:gd name="connsiteY1" fmla="*/ 393700 h 1333500"/>
                <a:gd name="connsiteX2" fmla="*/ 635000 w 1092200"/>
                <a:gd name="connsiteY2" fmla="*/ 1333500 h 1333500"/>
                <a:gd name="connsiteX3" fmla="*/ 0 w 1092200"/>
                <a:gd name="connsiteY3" fmla="*/ 1333500 h 1333500"/>
                <a:gd name="connsiteX4" fmla="*/ 0 w 1092200"/>
                <a:gd name="connsiteY4" fmla="*/ 0 h 1333500"/>
                <a:gd name="connsiteX0" fmla="*/ 0 w 1422400"/>
                <a:gd name="connsiteY0" fmla="*/ 0 h 1612900"/>
                <a:gd name="connsiteX1" fmla="*/ 1422400 w 1422400"/>
                <a:gd name="connsiteY1" fmla="*/ 673100 h 1612900"/>
                <a:gd name="connsiteX2" fmla="*/ 965200 w 1422400"/>
                <a:gd name="connsiteY2" fmla="*/ 1612900 h 1612900"/>
                <a:gd name="connsiteX3" fmla="*/ 330200 w 1422400"/>
                <a:gd name="connsiteY3" fmla="*/ 1612900 h 1612900"/>
                <a:gd name="connsiteX4" fmla="*/ 0 w 1422400"/>
                <a:gd name="connsiteY4" fmla="*/ 0 h 1612900"/>
                <a:gd name="connsiteX0" fmla="*/ 1435100 w 2857500"/>
                <a:gd name="connsiteY0" fmla="*/ 0 h 2616200"/>
                <a:gd name="connsiteX1" fmla="*/ 2857500 w 2857500"/>
                <a:gd name="connsiteY1" fmla="*/ 673100 h 2616200"/>
                <a:gd name="connsiteX2" fmla="*/ 2400300 w 2857500"/>
                <a:gd name="connsiteY2" fmla="*/ 1612900 h 2616200"/>
                <a:gd name="connsiteX3" fmla="*/ 0 w 2857500"/>
                <a:gd name="connsiteY3" fmla="*/ 2616200 h 2616200"/>
                <a:gd name="connsiteX4" fmla="*/ 1435100 w 2857500"/>
                <a:gd name="connsiteY4" fmla="*/ 0 h 2616200"/>
                <a:gd name="connsiteX0" fmla="*/ 1435100 w 2857500"/>
                <a:gd name="connsiteY0" fmla="*/ 0 h 2616200"/>
                <a:gd name="connsiteX1" fmla="*/ 2857500 w 2857500"/>
                <a:gd name="connsiteY1" fmla="*/ 673100 h 2616200"/>
                <a:gd name="connsiteX2" fmla="*/ 0 w 2857500"/>
                <a:gd name="connsiteY2" fmla="*/ 2616200 h 2616200"/>
                <a:gd name="connsiteX3" fmla="*/ 1435100 w 2857500"/>
                <a:gd name="connsiteY3" fmla="*/ 0 h 2616200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70"/>
                <a:gd name="connsiteX1" fmla="*/ 2857500 w 2857500"/>
                <a:gd name="connsiteY1" fmla="*/ 673100 h 2616970"/>
                <a:gd name="connsiteX2" fmla="*/ 0 w 2857500"/>
                <a:gd name="connsiteY2" fmla="*/ 2616200 h 2616970"/>
                <a:gd name="connsiteX3" fmla="*/ 1435100 w 2857500"/>
                <a:gd name="connsiteY3" fmla="*/ 0 h 2616970"/>
                <a:gd name="connsiteX0" fmla="*/ 1435100 w 2978617"/>
                <a:gd name="connsiteY0" fmla="*/ 138270 h 2755240"/>
                <a:gd name="connsiteX1" fmla="*/ 2857500 w 2978617"/>
                <a:gd name="connsiteY1" fmla="*/ 811370 h 2755240"/>
                <a:gd name="connsiteX2" fmla="*/ 0 w 2978617"/>
                <a:gd name="connsiteY2" fmla="*/ 2754470 h 2755240"/>
                <a:gd name="connsiteX3" fmla="*/ 1435100 w 2978617"/>
                <a:gd name="connsiteY3" fmla="*/ 138270 h 2755240"/>
                <a:gd name="connsiteX0" fmla="*/ 1435100 w 2935015"/>
                <a:gd name="connsiteY0" fmla="*/ 228667 h 2845637"/>
                <a:gd name="connsiteX1" fmla="*/ 2857500 w 2935015"/>
                <a:gd name="connsiteY1" fmla="*/ 901767 h 2845637"/>
                <a:gd name="connsiteX2" fmla="*/ 0 w 2935015"/>
                <a:gd name="connsiteY2" fmla="*/ 2844867 h 2845637"/>
                <a:gd name="connsiteX3" fmla="*/ 1435100 w 2935015"/>
                <a:gd name="connsiteY3" fmla="*/ 228667 h 2845637"/>
                <a:gd name="connsiteX0" fmla="*/ 1435100 w 2861117"/>
                <a:gd name="connsiteY0" fmla="*/ 250196 h 2867166"/>
                <a:gd name="connsiteX1" fmla="*/ 2857500 w 2861117"/>
                <a:gd name="connsiteY1" fmla="*/ 923296 h 2867166"/>
                <a:gd name="connsiteX2" fmla="*/ 0 w 2861117"/>
                <a:gd name="connsiteY2" fmla="*/ 2866396 h 2867166"/>
                <a:gd name="connsiteX3" fmla="*/ 1435100 w 2861117"/>
                <a:gd name="connsiteY3" fmla="*/ 250196 h 2867166"/>
                <a:gd name="connsiteX0" fmla="*/ 1435100 w 2860844"/>
                <a:gd name="connsiteY0" fmla="*/ 421200 h 3038170"/>
                <a:gd name="connsiteX1" fmla="*/ 2857500 w 2860844"/>
                <a:gd name="connsiteY1" fmla="*/ 1094300 h 3038170"/>
                <a:gd name="connsiteX2" fmla="*/ 0 w 2860844"/>
                <a:gd name="connsiteY2" fmla="*/ 3037400 h 3038170"/>
                <a:gd name="connsiteX3" fmla="*/ 1435100 w 2860844"/>
                <a:gd name="connsiteY3" fmla="*/ 421200 h 3038170"/>
                <a:gd name="connsiteX0" fmla="*/ 1435100 w 2924171"/>
                <a:gd name="connsiteY0" fmla="*/ 414635 h 3031612"/>
                <a:gd name="connsiteX1" fmla="*/ 2921000 w 2924171"/>
                <a:gd name="connsiteY1" fmla="*/ 1100435 h 3031612"/>
                <a:gd name="connsiteX2" fmla="*/ 0 w 2924171"/>
                <a:gd name="connsiteY2" fmla="*/ 3030835 h 3031612"/>
                <a:gd name="connsiteX3" fmla="*/ 1435100 w 2924171"/>
                <a:gd name="connsiteY3" fmla="*/ 414635 h 3031612"/>
                <a:gd name="connsiteX0" fmla="*/ 1435100 w 2943947"/>
                <a:gd name="connsiteY0" fmla="*/ 434155 h 3051132"/>
                <a:gd name="connsiteX1" fmla="*/ 2921000 w 2943947"/>
                <a:gd name="connsiteY1" fmla="*/ 1119955 h 3051132"/>
                <a:gd name="connsiteX2" fmla="*/ 0 w 2943947"/>
                <a:gd name="connsiteY2" fmla="*/ 3050355 h 3051132"/>
                <a:gd name="connsiteX3" fmla="*/ 1435100 w 2943947"/>
                <a:gd name="connsiteY3" fmla="*/ 434155 h 3051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3947" h="3051132">
                  <a:moveTo>
                    <a:pt x="1435100" y="434155"/>
                  </a:moveTo>
                  <a:cubicBezTo>
                    <a:pt x="1820333" y="150522"/>
                    <a:pt x="3132667" y="-666512"/>
                    <a:pt x="2921000" y="1119955"/>
                  </a:cubicBezTo>
                  <a:cubicBezTo>
                    <a:pt x="2844800" y="1716855"/>
                    <a:pt x="1752600" y="3088455"/>
                    <a:pt x="0" y="3050355"/>
                  </a:cubicBezTo>
                  <a:cubicBezTo>
                    <a:pt x="287867" y="1454388"/>
                    <a:pt x="1020233" y="734722"/>
                    <a:pt x="1435100" y="434155"/>
                  </a:cubicBezTo>
                  <a:close/>
                </a:path>
              </a:pathLst>
            </a:custGeom>
            <a:gradFill>
              <a:gsLst>
                <a:gs pos="0">
                  <a:srgbClr val="885126"/>
                </a:gs>
                <a:gs pos="39000">
                  <a:srgbClr val="5C8B9D"/>
                </a:gs>
              </a:gsLst>
              <a:lin ang="13800000" scaled="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86">
              <a:extLst>
                <a:ext uri="{FF2B5EF4-FFF2-40B4-BE49-F238E27FC236}">
                  <a16:creationId xmlns:a16="http://schemas.microsoft.com/office/drawing/2014/main" id="{5154A1CD-83DB-43FF-BBF9-F460A0CC6251}"/>
                </a:ext>
              </a:extLst>
            </p:cNvPr>
            <p:cNvSpPr/>
            <p:nvPr/>
          </p:nvSpPr>
          <p:spPr>
            <a:xfrm rot="21033195">
              <a:off x="4265265" y="2372520"/>
              <a:ext cx="2469258" cy="1948622"/>
            </a:xfrm>
            <a:custGeom>
              <a:avLst/>
              <a:gdLst>
                <a:gd name="connsiteX0" fmla="*/ 0 w 635000"/>
                <a:gd name="connsiteY0" fmla="*/ 0 h 1333500"/>
                <a:gd name="connsiteX1" fmla="*/ 635000 w 635000"/>
                <a:gd name="connsiteY1" fmla="*/ 0 h 1333500"/>
                <a:gd name="connsiteX2" fmla="*/ 635000 w 635000"/>
                <a:gd name="connsiteY2" fmla="*/ 1333500 h 1333500"/>
                <a:gd name="connsiteX3" fmla="*/ 0 w 635000"/>
                <a:gd name="connsiteY3" fmla="*/ 1333500 h 1333500"/>
                <a:gd name="connsiteX4" fmla="*/ 0 w 635000"/>
                <a:gd name="connsiteY4" fmla="*/ 0 h 1333500"/>
                <a:gd name="connsiteX0" fmla="*/ 0 w 1092200"/>
                <a:gd name="connsiteY0" fmla="*/ 0 h 1333500"/>
                <a:gd name="connsiteX1" fmla="*/ 1092200 w 1092200"/>
                <a:gd name="connsiteY1" fmla="*/ 393700 h 1333500"/>
                <a:gd name="connsiteX2" fmla="*/ 635000 w 1092200"/>
                <a:gd name="connsiteY2" fmla="*/ 1333500 h 1333500"/>
                <a:gd name="connsiteX3" fmla="*/ 0 w 1092200"/>
                <a:gd name="connsiteY3" fmla="*/ 1333500 h 1333500"/>
                <a:gd name="connsiteX4" fmla="*/ 0 w 1092200"/>
                <a:gd name="connsiteY4" fmla="*/ 0 h 1333500"/>
                <a:gd name="connsiteX0" fmla="*/ 0 w 1422400"/>
                <a:gd name="connsiteY0" fmla="*/ 0 h 1612900"/>
                <a:gd name="connsiteX1" fmla="*/ 1422400 w 1422400"/>
                <a:gd name="connsiteY1" fmla="*/ 673100 h 1612900"/>
                <a:gd name="connsiteX2" fmla="*/ 965200 w 1422400"/>
                <a:gd name="connsiteY2" fmla="*/ 1612900 h 1612900"/>
                <a:gd name="connsiteX3" fmla="*/ 330200 w 1422400"/>
                <a:gd name="connsiteY3" fmla="*/ 1612900 h 1612900"/>
                <a:gd name="connsiteX4" fmla="*/ 0 w 1422400"/>
                <a:gd name="connsiteY4" fmla="*/ 0 h 1612900"/>
                <a:gd name="connsiteX0" fmla="*/ 1435100 w 2857500"/>
                <a:gd name="connsiteY0" fmla="*/ 0 h 2616200"/>
                <a:gd name="connsiteX1" fmla="*/ 2857500 w 2857500"/>
                <a:gd name="connsiteY1" fmla="*/ 673100 h 2616200"/>
                <a:gd name="connsiteX2" fmla="*/ 2400300 w 2857500"/>
                <a:gd name="connsiteY2" fmla="*/ 1612900 h 2616200"/>
                <a:gd name="connsiteX3" fmla="*/ 0 w 2857500"/>
                <a:gd name="connsiteY3" fmla="*/ 2616200 h 2616200"/>
                <a:gd name="connsiteX4" fmla="*/ 1435100 w 2857500"/>
                <a:gd name="connsiteY4" fmla="*/ 0 h 2616200"/>
                <a:gd name="connsiteX0" fmla="*/ 1435100 w 2857500"/>
                <a:gd name="connsiteY0" fmla="*/ 0 h 2616200"/>
                <a:gd name="connsiteX1" fmla="*/ 2857500 w 2857500"/>
                <a:gd name="connsiteY1" fmla="*/ 673100 h 2616200"/>
                <a:gd name="connsiteX2" fmla="*/ 0 w 2857500"/>
                <a:gd name="connsiteY2" fmla="*/ 2616200 h 2616200"/>
                <a:gd name="connsiteX3" fmla="*/ 1435100 w 2857500"/>
                <a:gd name="connsiteY3" fmla="*/ 0 h 2616200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70"/>
                <a:gd name="connsiteX1" fmla="*/ 2857500 w 2857500"/>
                <a:gd name="connsiteY1" fmla="*/ 673100 h 2616970"/>
                <a:gd name="connsiteX2" fmla="*/ 0 w 2857500"/>
                <a:gd name="connsiteY2" fmla="*/ 2616200 h 2616970"/>
                <a:gd name="connsiteX3" fmla="*/ 1435100 w 2857500"/>
                <a:gd name="connsiteY3" fmla="*/ 0 h 2616970"/>
                <a:gd name="connsiteX0" fmla="*/ 1435100 w 2978617"/>
                <a:gd name="connsiteY0" fmla="*/ 138270 h 2755240"/>
                <a:gd name="connsiteX1" fmla="*/ 2857500 w 2978617"/>
                <a:gd name="connsiteY1" fmla="*/ 811370 h 2755240"/>
                <a:gd name="connsiteX2" fmla="*/ 0 w 2978617"/>
                <a:gd name="connsiteY2" fmla="*/ 2754470 h 2755240"/>
                <a:gd name="connsiteX3" fmla="*/ 1435100 w 2978617"/>
                <a:gd name="connsiteY3" fmla="*/ 138270 h 2755240"/>
                <a:gd name="connsiteX0" fmla="*/ 1435100 w 2935015"/>
                <a:gd name="connsiteY0" fmla="*/ 228667 h 2845637"/>
                <a:gd name="connsiteX1" fmla="*/ 2857500 w 2935015"/>
                <a:gd name="connsiteY1" fmla="*/ 901767 h 2845637"/>
                <a:gd name="connsiteX2" fmla="*/ 0 w 2935015"/>
                <a:gd name="connsiteY2" fmla="*/ 2844867 h 2845637"/>
                <a:gd name="connsiteX3" fmla="*/ 1435100 w 2935015"/>
                <a:gd name="connsiteY3" fmla="*/ 228667 h 2845637"/>
                <a:gd name="connsiteX0" fmla="*/ 1435100 w 2861117"/>
                <a:gd name="connsiteY0" fmla="*/ 250196 h 2867166"/>
                <a:gd name="connsiteX1" fmla="*/ 2857500 w 2861117"/>
                <a:gd name="connsiteY1" fmla="*/ 923296 h 2867166"/>
                <a:gd name="connsiteX2" fmla="*/ 0 w 2861117"/>
                <a:gd name="connsiteY2" fmla="*/ 2866396 h 2867166"/>
                <a:gd name="connsiteX3" fmla="*/ 1435100 w 2861117"/>
                <a:gd name="connsiteY3" fmla="*/ 250196 h 2867166"/>
                <a:gd name="connsiteX0" fmla="*/ 1435100 w 2860844"/>
                <a:gd name="connsiteY0" fmla="*/ 421200 h 3038170"/>
                <a:gd name="connsiteX1" fmla="*/ 2857500 w 2860844"/>
                <a:gd name="connsiteY1" fmla="*/ 1094300 h 3038170"/>
                <a:gd name="connsiteX2" fmla="*/ 0 w 2860844"/>
                <a:gd name="connsiteY2" fmla="*/ 3037400 h 3038170"/>
                <a:gd name="connsiteX3" fmla="*/ 1435100 w 2860844"/>
                <a:gd name="connsiteY3" fmla="*/ 421200 h 3038170"/>
                <a:gd name="connsiteX0" fmla="*/ 1435100 w 2924171"/>
                <a:gd name="connsiteY0" fmla="*/ 414635 h 3031612"/>
                <a:gd name="connsiteX1" fmla="*/ 2921000 w 2924171"/>
                <a:gd name="connsiteY1" fmla="*/ 1100435 h 3031612"/>
                <a:gd name="connsiteX2" fmla="*/ 0 w 2924171"/>
                <a:gd name="connsiteY2" fmla="*/ 3030835 h 3031612"/>
                <a:gd name="connsiteX3" fmla="*/ 1435100 w 2924171"/>
                <a:gd name="connsiteY3" fmla="*/ 414635 h 3031612"/>
                <a:gd name="connsiteX0" fmla="*/ 1435100 w 2943947"/>
                <a:gd name="connsiteY0" fmla="*/ 434155 h 3051132"/>
                <a:gd name="connsiteX1" fmla="*/ 2921000 w 2943947"/>
                <a:gd name="connsiteY1" fmla="*/ 1119955 h 3051132"/>
                <a:gd name="connsiteX2" fmla="*/ 0 w 2943947"/>
                <a:gd name="connsiteY2" fmla="*/ 3050355 h 3051132"/>
                <a:gd name="connsiteX3" fmla="*/ 1435100 w 2943947"/>
                <a:gd name="connsiteY3" fmla="*/ 434155 h 3051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3947" h="3051132">
                  <a:moveTo>
                    <a:pt x="1435100" y="434155"/>
                  </a:moveTo>
                  <a:cubicBezTo>
                    <a:pt x="1820333" y="150522"/>
                    <a:pt x="3132667" y="-666512"/>
                    <a:pt x="2921000" y="1119955"/>
                  </a:cubicBezTo>
                  <a:cubicBezTo>
                    <a:pt x="2844800" y="1716855"/>
                    <a:pt x="1752600" y="3088455"/>
                    <a:pt x="0" y="3050355"/>
                  </a:cubicBezTo>
                  <a:cubicBezTo>
                    <a:pt x="287867" y="1454388"/>
                    <a:pt x="1020233" y="734722"/>
                    <a:pt x="1435100" y="434155"/>
                  </a:cubicBezTo>
                  <a:close/>
                </a:path>
              </a:pathLst>
            </a:custGeom>
            <a:gradFill>
              <a:gsLst>
                <a:gs pos="0">
                  <a:srgbClr val="DF7C27"/>
                </a:gs>
                <a:gs pos="66000">
                  <a:srgbClr val="5C8B9D"/>
                </a:gs>
              </a:gsLst>
              <a:lin ang="13800000" scaled="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102">
              <a:extLst>
                <a:ext uri="{FF2B5EF4-FFF2-40B4-BE49-F238E27FC236}">
                  <a16:creationId xmlns:a16="http://schemas.microsoft.com/office/drawing/2014/main" id="{9B90D27F-0AF4-4514-8BE0-DADE68386967}"/>
                </a:ext>
              </a:extLst>
            </p:cNvPr>
            <p:cNvSpPr/>
            <p:nvPr/>
          </p:nvSpPr>
          <p:spPr>
            <a:xfrm>
              <a:off x="7329165" y="1247533"/>
              <a:ext cx="1295181" cy="736597"/>
            </a:xfrm>
            <a:custGeom>
              <a:avLst/>
              <a:gdLst>
                <a:gd name="connsiteX0" fmla="*/ 0 w 558581"/>
                <a:gd name="connsiteY0" fmla="*/ 0 h 300022"/>
                <a:gd name="connsiteX1" fmla="*/ 558581 w 558581"/>
                <a:gd name="connsiteY1" fmla="*/ 0 h 300022"/>
                <a:gd name="connsiteX2" fmla="*/ 558581 w 558581"/>
                <a:gd name="connsiteY2" fmla="*/ 300022 h 300022"/>
                <a:gd name="connsiteX3" fmla="*/ 0 w 558581"/>
                <a:gd name="connsiteY3" fmla="*/ 300022 h 300022"/>
                <a:gd name="connsiteX4" fmla="*/ 0 w 558581"/>
                <a:gd name="connsiteY4" fmla="*/ 0 h 300022"/>
                <a:gd name="connsiteX0" fmla="*/ 0 w 933231"/>
                <a:gd name="connsiteY0" fmla="*/ 0 h 452422"/>
                <a:gd name="connsiteX1" fmla="*/ 558581 w 933231"/>
                <a:gd name="connsiteY1" fmla="*/ 0 h 452422"/>
                <a:gd name="connsiteX2" fmla="*/ 933231 w 933231"/>
                <a:gd name="connsiteY2" fmla="*/ 452422 h 452422"/>
                <a:gd name="connsiteX3" fmla="*/ 0 w 933231"/>
                <a:gd name="connsiteY3" fmla="*/ 300022 h 452422"/>
                <a:gd name="connsiteX4" fmla="*/ 0 w 933231"/>
                <a:gd name="connsiteY4" fmla="*/ 0 h 452422"/>
                <a:gd name="connsiteX0" fmla="*/ 0 w 933231"/>
                <a:gd name="connsiteY0" fmla="*/ 165100 h 617522"/>
                <a:gd name="connsiteX1" fmla="*/ 101381 w 933231"/>
                <a:gd name="connsiteY1" fmla="*/ 0 h 617522"/>
                <a:gd name="connsiteX2" fmla="*/ 933231 w 933231"/>
                <a:gd name="connsiteY2" fmla="*/ 617522 h 617522"/>
                <a:gd name="connsiteX3" fmla="*/ 0 w 933231"/>
                <a:gd name="connsiteY3" fmla="*/ 465122 h 617522"/>
                <a:gd name="connsiteX4" fmla="*/ 0 w 933231"/>
                <a:gd name="connsiteY4" fmla="*/ 165100 h 617522"/>
                <a:gd name="connsiteX0" fmla="*/ 0 w 1009431"/>
                <a:gd name="connsiteY0" fmla="*/ 120650 h 617522"/>
                <a:gd name="connsiteX1" fmla="*/ 177581 w 1009431"/>
                <a:gd name="connsiteY1" fmla="*/ 0 h 617522"/>
                <a:gd name="connsiteX2" fmla="*/ 1009431 w 1009431"/>
                <a:gd name="connsiteY2" fmla="*/ 617522 h 617522"/>
                <a:gd name="connsiteX3" fmla="*/ 76200 w 1009431"/>
                <a:gd name="connsiteY3" fmla="*/ 465122 h 617522"/>
                <a:gd name="connsiteX4" fmla="*/ 0 w 1009431"/>
                <a:gd name="connsiteY4" fmla="*/ 120650 h 617522"/>
                <a:gd name="connsiteX0" fmla="*/ 247650 w 1257081"/>
                <a:gd name="connsiteY0" fmla="*/ 120650 h 617522"/>
                <a:gd name="connsiteX1" fmla="*/ 425231 w 1257081"/>
                <a:gd name="connsiteY1" fmla="*/ 0 h 617522"/>
                <a:gd name="connsiteX2" fmla="*/ 1257081 w 1257081"/>
                <a:gd name="connsiteY2" fmla="*/ 617522 h 617522"/>
                <a:gd name="connsiteX3" fmla="*/ 0 w 1257081"/>
                <a:gd name="connsiteY3" fmla="*/ 395272 h 617522"/>
                <a:gd name="connsiteX4" fmla="*/ 247650 w 1257081"/>
                <a:gd name="connsiteY4" fmla="*/ 120650 h 617522"/>
                <a:gd name="connsiteX0" fmla="*/ 247650 w 1257081"/>
                <a:gd name="connsiteY0" fmla="*/ 120650 h 617522"/>
                <a:gd name="connsiteX1" fmla="*/ 425231 w 1257081"/>
                <a:gd name="connsiteY1" fmla="*/ 0 h 617522"/>
                <a:gd name="connsiteX2" fmla="*/ 1257081 w 1257081"/>
                <a:gd name="connsiteY2" fmla="*/ 617522 h 617522"/>
                <a:gd name="connsiteX3" fmla="*/ 0 w 1257081"/>
                <a:gd name="connsiteY3" fmla="*/ 395272 h 617522"/>
                <a:gd name="connsiteX4" fmla="*/ 247650 w 1257081"/>
                <a:gd name="connsiteY4" fmla="*/ 120650 h 617522"/>
                <a:gd name="connsiteX0" fmla="*/ 247650 w 1257081"/>
                <a:gd name="connsiteY0" fmla="*/ 120650 h 617522"/>
                <a:gd name="connsiteX1" fmla="*/ 425231 w 1257081"/>
                <a:gd name="connsiteY1" fmla="*/ 0 h 617522"/>
                <a:gd name="connsiteX2" fmla="*/ 1257081 w 1257081"/>
                <a:gd name="connsiteY2" fmla="*/ 617522 h 617522"/>
                <a:gd name="connsiteX3" fmla="*/ 0 w 1257081"/>
                <a:gd name="connsiteY3" fmla="*/ 395272 h 617522"/>
                <a:gd name="connsiteX4" fmla="*/ 247650 w 1257081"/>
                <a:gd name="connsiteY4" fmla="*/ 120650 h 617522"/>
                <a:gd name="connsiteX0" fmla="*/ 273050 w 1282481"/>
                <a:gd name="connsiteY0" fmla="*/ 120650 h 617522"/>
                <a:gd name="connsiteX1" fmla="*/ 450631 w 1282481"/>
                <a:gd name="connsiteY1" fmla="*/ 0 h 617522"/>
                <a:gd name="connsiteX2" fmla="*/ 1282481 w 1282481"/>
                <a:gd name="connsiteY2" fmla="*/ 617522 h 617522"/>
                <a:gd name="connsiteX3" fmla="*/ 0 w 1282481"/>
                <a:gd name="connsiteY3" fmla="*/ 373047 h 617522"/>
                <a:gd name="connsiteX4" fmla="*/ 273050 w 1282481"/>
                <a:gd name="connsiteY4" fmla="*/ 120650 h 617522"/>
                <a:gd name="connsiteX0" fmla="*/ 273050 w 1282481"/>
                <a:gd name="connsiteY0" fmla="*/ 120650 h 727494"/>
                <a:gd name="connsiteX1" fmla="*/ 450631 w 1282481"/>
                <a:gd name="connsiteY1" fmla="*/ 0 h 727494"/>
                <a:gd name="connsiteX2" fmla="*/ 1282481 w 1282481"/>
                <a:gd name="connsiteY2" fmla="*/ 617522 h 727494"/>
                <a:gd name="connsiteX3" fmla="*/ 0 w 1282481"/>
                <a:gd name="connsiteY3" fmla="*/ 373047 h 727494"/>
                <a:gd name="connsiteX4" fmla="*/ 273050 w 1282481"/>
                <a:gd name="connsiteY4" fmla="*/ 120650 h 727494"/>
                <a:gd name="connsiteX0" fmla="*/ 273050 w 1282481"/>
                <a:gd name="connsiteY0" fmla="*/ 120650 h 749297"/>
                <a:gd name="connsiteX1" fmla="*/ 450631 w 1282481"/>
                <a:gd name="connsiteY1" fmla="*/ 0 h 749297"/>
                <a:gd name="connsiteX2" fmla="*/ 1282481 w 1282481"/>
                <a:gd name="connsiteY2" fmla="*/ 617522 h 749297"/>
                <a:gd name="connsiteX3" fmla="*/ 0 w 1282481"/>
                <a:gd name="connsiteY3" fmla="*/ 373047 h 749297"/>
                <a:gd name="connsiteX4" fmla="*/ 273050 w 1282481"/>
                <a:gd name="connsiteY4" fmla="*/ 120650 h 749297"/>
                <a:gd name="connsiteX0" fmla="*/ 273050 w 1282481"/>
                <a:gd name="connsiteY0" fmla="*/ 120650 h 749297"/>
                <a:gd name="connsiteX1" fmla="*/ 450631 w 1282481"/>
                <a:gd name="connsiteY1" fmla="*/ 0 h 749297"/>
                <a:gd name="connsiteX2" fmla="*/ 1282481 w 1282481"/>
                <a:gd name="connsiteY2" fmla="*/ 617522 h 749297"/>
                <a:gd name="connsiteX3" fmla="*/ 0 w 1282481"/>
                <a:gd name="connsiteY3" fmla="*/ 373047 h 749297"/>
                <a:gd name="connsiteX4" fmla="*/ 273050 w 1282481"/>
                <a:gd name="connsiteY4" fmla="*/ 120650 h 749297"/>
                <a:gd name="connsiteX0" fmla="*/ 273050 w 1282481"/>
                <a:gd name="connsiteY0" fmla="*/ 120650 h 749297"/>
                <a:gd name="connsiteX1" fmla="*/ 450631 w 1282481"/>
                <a:gd name="connsiteY1" fmla="*/ 0 h 749297"/>
                <a:gd name="connsiteX2" fmla="*/ 1282481 w 1282481"/>
                <a:gd name="connsiteY2" fmla="*/ 617522 h 749297"/>
                <a:gd name="connsiteX3" fmla="*/ 0 w 1282481"/>
                <a:gd name="connsiteY3" fmla="*/ 373047 h 749297"/>
                <a:gd name="connsiteX4" fmla="*/ 273050 w 1282481"/>
                <a:gd name="connsiteY4" fmla="*/ 120650 h 749297"/>
                <a:gd name="connsiteX0" fmla="*/ 273050 w 1282481"/>
                <a:gd name="connsiteY0" fmla="*/ 120650 h 749297"/>
                <a:gd name="connsiteX1" fmla="*/ 450631 w 1282481"/>
                <a:gd name="connsiteY1" fmla="*/ 0 h 749297"/>
                <a:gd name="connsiteX2" fmla="*/ 1282481 w 1282481"/>
                <a:gd name="connsiteY2" fmla="*/ 617522 h 749297"/>
                <a:gd name="connsiteX3" fmla="*/ 0 w 1282481"/>
                <a:gd name="connsiteY3" fmla="*/ 373047 h 749297"/>
                <a:gd name="connsiteX4" fmla="*/ 273050 w 1282481"/>
                <a:gd name="connsiteY4" fmla="*/ 120650 h 749297"/>
                <a:gd name="connsiteX0" fmla="*/ 273050 w 1282481"/>
                <a:gd name="connsiteY0" fmla="*/ 120650 h 749297"/>
                <a:gd name="connsiteX1" fmla="*/ 450631 w 1282481"/>
                <a:gd name="connsiteY1" fmla="*/ 0 h 749297"/>
                <a:gd name="connsiteX2" fmla="*/ 1282481 w 1282481"/>
                <a:gd name="connsiteY2" fmla="*/ 617522 h 749297"/>
                <a:gd name="connsiteX3" fmla="*/ 0 w 1282481"/>
                <a:gd name="connsiteY3" fmla="*/ 373047 h 749297"/>
                <a:gd name="connsiteX4" fmla="*/ 273050 w 1282481"/>
                <a:gd name="connsiteY4" fmla="*/ 120650 h 749297"/>
                <a:gd name="connsiteX0" fmla="*/ 273050 w 1282481"/>
                <a:gd name="connsiteY0" fmla="*/ 120650 h 749297"/>
                <a:gd name="connsiteX1" fmla="*/ 450631 w 1282481"/>
                <a:gd name="connsiteY1" fmla="*/ 0 h 749297"/>
                <a:gd name="connsiteX2" fmla="*/ 1282481 w 1282481"/>
                <a:gd name="connsiteY2" fmla="*/ 617522 h 749297"/>
                <a:gd name="connsiteX3" fmla="*/ 0 w 1282481"/>
                <a:gd name="connsiteY3" fmla="*/ 373047 h 749297"/>
                <a:gd name="connsiteX4" fmla="*/ 273050 w 1282481"/>
                <a:gd name="connsiteY4" fmla="*/ 120650 h 749297"/>
                <a:gd name="connsiteX0" fmla="*/ 273050 w 1282481"/>
                <a:gd name="connsiteY0" fmla="*/ 107950 h 736597"/>
                <a:gd name="connsiteX1" fmla="*/ 463331 w 1282481"/>
                <a:gd name="connsiteY1" fmla="*/ 0 h 736597"/>
                <a:gd name="connsiteX2" fmla="*/ 1282481 w 1282481"/>
                <a:gd name="connsiteY2" fmla="*/ 604822 h 736597"/>
                <a:gd name="connsiteX3" fmla="*/ 0 w 1282481"/>
                <a:gd name="connsiteY3" fmla="*/ 360347 h 736597"/>
                <a:gd name="connsiteX4" fmla="*/ 273050 w 1282481"/>
                <a:gd name="connsiteY4" fmla="*/ 107950 h 736597"/>
                <a:gd name="connsiteX0" fmla="*/ 273050 w 1282481"/>
                <a:gd name="connsiteY0" fmla="*/ 107950 h 736597"/>
                <a:gd name="connsiteX1" fmla="*/ 463331 w 1282481"/>
                <a:gd name="connsiteY1" fmla="*/ 0 h 736597"/>
                <a:gd name="connsiteX2" fmla="*/ 1282481 w 1282481"/>
                <a:gd name="connsiteY2" fmla="*/ 604822 h 736597"/>
                <a:gd name="connsiteX3" fmla="*/ 0 w 1282481"/>
                <a:gd name="connsiteY3" fmla="*/ 360347 h 736597"/>
                <a:gd name="connsiteX4" fmla="*/ 273050 w 1282481"/>
                <a:gd name="connsiteY4" fmla="*/ 107950 h 736597"/>
                <a:gd name="connsiteX0" fmla="*/ 273050 w 1282481"/>
                <a:gd name="connsiteY0" fmla="*/ 107950 h 736597"/>
                <a:gd name="connsiteX1" fmla="*/ 463331 w 1282481"/>
                <a:gd name="connsiteY1" fmla="*/ 0 h 736597"/>
                <a:gd name="connsiteX2" fmla="*/ 1282481 w 1282481"/>
                <a:gd name="connsiteY2" fmla="*/ 604822 h 736597"/>
                <a:gd name="connsiteX3" fmla="*/ 0 w 1282481"/>
                <a:gd name="connsiteY3" fmla="*/ 360347 h 736597"/>
                <a:gd name="connsiteX4" fmla="*/ 273050 w 1282481"/>
                <a:gd name="connsiteY4" fmla="*/ 107950 h 736597"/>
                <a:gd name="connsiteX0" fmla="*/ 273050 w 1282481"/>
                <a:gd name="connsiteY0" fmla="*/ 107950 h 736597"/>
                <a:gd name="connsiteX1" fmla="*/ 495081 w 1282481"/>
                <a:gd name="connsiteY1" fmla="*/ 0 h 736597"/>
                <a:gd name="connsiteX2" fmla="*/ 1282481 w 1282481"/>
                <a:gd name="connsiteY2" fmla="*/ 604822 h 736597"/>
                <a:gd name="connsiteX3" fmla="*/ 0 w 1282481"/>
                <a:gd name="connsiteY3" fmla="*/ 360347 h 736597"/>
                <a:gd name="connsiteX4" fmla="*/ 273050 w 1282481"/>
                <a:gd name="connsiteY4" fmla="*/ 107950 h 736597"/>
                <a:gd name="connsiteX0" fmla="*/ 273050 w 1295181"/>
                <a:gd name="connsiteY0" fmla="*/ 107950 h 736597"/>
                <a:gd name="connsiteX1" fmla="*/ 495081 w 1295181"/>
                <a:gd name="connsiteY1" fmla="*/ 0 h 736597"/>
                <a:gd name="connsiteX2" fmla="*/ 1295181 w 1295181"/>
                <a:gd name="connsiteY2" fmla="*/ 604822 h 736597"/>
                <a:gd name="connsiteX3" fmla="*/ 0 w 1295181"/>
                <a:gd name="connsiteY3" fmla="*/ 360347 h 736597"/>
                <a:gd name="connsiteX4" fmla="*/ 273050 w 1295181"/>
                <a:gd name="connsiteY4" fmla="*/ 107950 h 736597"/>
                <a:gd name="connsiteX0" fmla="*/ 273050 w 1295181"/>
                <a:gd name="connsiteY0" fmla="*/ 107950 h 736597"/>
                <a:gd name="connsiteX1" fmla="*/ 495081 w 1295181"/>
                <a:gd name="connsiteY1" fmla="*/ 0 h 736597"/>
                <a:gd name="connsiteX2" fmla="*/ 1295181 w 1295181"/>
                <a:gd name="connsiteY2" fmla="*/ 604822 h 736597"/>
                <a:gd name="connsiteX3" fmla="*/ 0 w 1295181"/>
                <a:gd name="connsiteY3" fmla="*/ 360347 h 736597"/>
                <a:gd name="connsiteX4" fmla="*/ 273050 w 1295181"/>
                <a:gd name="connsiteY4" fmla="*/ 107950 h 736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5181" h="736597">
                  <a:moveTo>
                    <a:pt x="273050" y="107950"/>
                  </a:moveTo>
                  <a:cubicBezTo>
                    <a:pt x="341769" y="67733"/>
                    <a:pt x="435887" y="40217"/>
                    <a:pt x="495081" y="0"/>
                  </a:cubicBezTo>
                  <a:cubicBezTo>
                    <a:pt x="715214" y="62966"/>
                    <a:pt x="1186173" y="202131"/>
                    <a:pt x="1295181" y="604822"/>
                  </a:cubicBezTo>
                  <a:cubicBezTo>
                    <a:pt x="867687" y="523330"/>
                    <a:pt x="189369" y="1086364"/>
                    <a:pt x="0" y="360347"/>
                  </a:cubicBezTo>
                  <a:cubicBezTo>
                    <a:pt x="103717" y="298440"/>
                    <a:pt x="220133" y="350832"/>
                    <a:pt x="273050" y="107950"/>
                  </a:cubicBezTo>
                  <a:close/>
                </a:path>
              </a:pathLst>
            </a:custGeom>
            <a:solidFill>
              <a:srgbClr val="5C8B9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0E8565A-B7E2-4FBF-ABF6-068CE1CBBBDE}"/>
                </a:ext>
              </a:extLst>
            </p:cNvPr>
            <p:cNvSpPr/>
            <p:nvPr/>
          </p:nvSpPr>
          <p:spPr>
            <a:xfrm>
              <a:off x="7382921" y="1674946"/>
              <a:ext cx="1241425" cy="180584"/>
            </a:xfrm>
            <a:custGeom>
              <a:avLst/>
              <a:gdLst>
                <a:gd name="connsiteX0" fmla="*/ 0 w 1241425"/>
                <a:gd name="connsiteY0" fmla="*/ 63109 h 180584"/>
                <a:gd name="connsiteX1" fmla="*/ 292100 w 1241425"/>
                <a:gd name="connsiteY1" fmla="*/ 18659 h 180584"/>
                <a:gd name="connsiteX2" fmla="*/ 644525 w 1241425"/>
                <a:gd name="connsiteY2" fmla="*/ 2784 h 180584"/>
                <a:gd name="connsiteX3" fmla="*/ 949325 w 1241425"/>
                <a:gd name="connsiteY3" fmla="*/ 72634 h 180584"/>
                <a:gd name="connsiteX4" fmla="*/ 1241425 w 1241425"/>
                <a:gd name="connsiteY4" fmla="*/ 180584 h 180584"/>
                <a:gd name="connsiteX5" fmla="*/ 1241425 w 1241425"/>
                <a:gd name="connsiteY5" fmla="*/ 180584 h 180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41425" h="180584">
                  <a:moveTo>
                    <a:pt x="0" y="63109"/>
                  </a:moveTo>
                  <a:cubicBezTo>
                    <a:pt x="92339" y="45911"/>
                    <a:pt x="184679" y="28713"/>
                    <a:pt x="292100" y="18659"/>
                  </a:cubicBezTo>
                  <a:cubicBezTo>
                    <a:pt x="399521" y="8605"/>
                    <a:pt x="534988" y="-6212"/>
                    <a:pt x="644525" y="2784"/>
                  </a:cubicBezTo>
                  <a:cubicBezTo>
                    <a:pt x="754062" y="11780"/>
                    <a:pt x="849842" y="43001"/>
                    <a:pt x="949325" y="72634"/>
                  </a:cubicBezTo>
                  <a:cubicBezTo>
                    <a:pt x="1048808" y="102267"/>
                    <a:pt x="1241425" y="180584"/>
                    <a:pt x="1241425" y="180584"/>
                  </a:cubicBezTo>
                  <a:lnTo>
                    <a:pt x="1241425" y="180584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3A596C7-9AF6-4FD6-A8EF-B7D7AB877A03}"/>
              </a:ext>
            </a:extLst>
          </p:cNvPr>
          <p:cNvGrpSpPr/>
          <p:nvPr/>
        </p:nvGrpSpPr>
        <p:grpSpPr>
          <a:xfrm>
            <a:off x="6385857" y="220273"/>
            <a:ext cx="5459119" cy="6412505"/>
            <a:chOff x="5022123" y="197845"/>
            <a:chExt cx="6293445" cy="7392539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AD01E585-48C9-4286-A430-25EDFE212A0D}"/>
                </a:ext>
              </a:extLst>
            </p:cNvPr>
            <p:cNvSpPr/>
            <p:nvPr/>
          </p:nvSpPr>
          <p:spPr>
            <a:xfrm>
              <a:off x="5022124" y="222622"/>
              <a:ext cx="3065812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>
                  <a:ln>
                    <a:solidFill>
                      <a:sysClr val="windowText" lastClr="000000"/>
                    </a:solidFill>
                  </a:ln>
                  <a:solidFill>
                    <a:srgbClr val="09BFFF"/>
                  </a:solidFill>
                </a:rPr>
                <a:t>A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3B1C6BC-6E70-4FAE-808E-8EDA903BFC7B}"/>
                </a:ext>
              </a:extLst>
            </p:cNvPr>
            <p:cNvSpPr/>
            <p:nvPr/>
          </p:nvSpPr>
          <p:spPr>
            <a:xfrm>
              <a:off x="8249755" y="197845"/>
              <a:ext cx="3065813" cy="16207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>
                  <a:ln>
                    <a:solidFill>
                      <a:sysClr val="windowText" lastClr="000000"/>
                    </a:solidFill>
                  </a:ln>
                  <a:solidFill>
                    <a:srgbClr val="F8CBAD"/>
                  </a:solidFill>
                </a:rPr>
                <a:t>a</a:t>
              </a:r>
              <a:r>
                <a:rPr lang="en-US" sz="9600" b="1" dirty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-</a:t>
              </a:r>
              <a:r>
                <a:rPr lang="en-US" sz="9600" b="1" dirty="0">
                  <a:ln>
                    <a:solidFill>
                      <a:sysClr val="windowText" lastClr="000000"/>
                    </a:solidFill>
                  </a:ln>
                  <a:solidFill>
                    <a:srgbClr val="F8CBAD"/>
                  </a:solidFill>
                </a:rPr>
                <a:t>e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ED703B8A-E1E2-49F5-BEDD-63E90672D36B}"/>
                </a:ext>
              </a:extLst>
            </p:cNvPr>
            <p:cNvSpPr/>
            <p:nvPr/>
          </p:nvSpPr>
          <p:spPr>
            <a:xfrm>
              <a:off x="5022123" y="2144557"/>
              <a:ext cx="3065811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>
                  <a:ln>
                    <a:solidFill>
                      <a:sysClr val="windowText" lastClr="000000"/>
                    </a:solidFill>
                  </a:ln>
                  <a:solidFill>
                    <a:srgbClr val="F09050"/>
                  </a:solidFill>
                </a:rPr>
                <a:t>ai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5E4A48D9-ECAD-433D-AD70-793741E588B2}"/>
                </a:ext>
              </a:extLst>
            </p:cNvPr>
            <p:cNvSpPr/>
            <p:nvPr/>
          </p:nvSpPr>
          <p:spPr>
            <a:xfrm>
              <a:off x="8249755" y="2139775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 err="1">
                  <a:ln>
                    <a:solidFill>
                      <a:sysClr val="windowText" lastClr="000000"/>
                    </a:solidFill>
                  </a:ln>
                  <a:solidFill>
                    <a:srgbClr val="BE5B33"/>
                  </a:solidFill>
                </a:rPr>
                <a:t>ea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</a:endParaRP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948A0FD3-8DE1-4CC9-B7AB-8A00E33F6DFC}"/>
                </a:ext>
              </a:extLst>
            </p:cNvPr>
            <p:cNvSpPr/>
            <p:nvPr/>
          </p:nvSpPr>
          <p:spPr>
            <a:xfrm>
              <a:off x="8242166" y="4064425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 err="1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</a:rPr>
                <a:t>Eigh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CA070297-CA1B-4028-904D-72EDCA8896C5}"/>
                </a:ext>
              </a:extLst>
            </p:cNvPr>
            <p:cNvSpPr/>
            <p:nvPr/>
          </p:nvSpPr>
          <p:spPr>
            <a:xfrm>
              <a:off x="5023703" y="4066492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>
                  <a:ln>
                    <a:solidFill>
                      <a:sysClr val="windowText" lastClr="000000"/>
                    </a:solidFill>
                  </a:ln>
                  <a:solidFill>
                    <a:srgbClr val="92D050"/>
                  </a:solidFill>
                </a:rPr>
                <a:t>ay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A721560A-8323-48E4-ACE5-DED79860FA38}"/>
                </a:ext>
              </a:extLst>
            </p:cNvPr>
            <p:cNvSpPr/>
            <p:nvPr/>
          </p:nvSpPr>
          <p:spPr>
            <a:xfrm>
              <a:off x="5029709" y="5986871"/>
              <a:ext cx="3058225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 err="1">
                  <a:ln>
                    <a:solidFill>
                      <a:sysClr val="windowText" lastClr="000000"/>
                    </a:solidFill>
                  </a:ln>
                  <a:solidFill>
                    <a:schemeClr val="bg2">
                      <a:lumMod val="75000"/>
                    </a:schemeClr>
                  </a:solidFill>
                </a:rPr>
                <a:t>ey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86586E3D-C8CE-4377-8FBC-B7526A559277}"/>
                </a:ext>
              </a:extLst>
            </p:cNvPr>
            <p:cNvSpPr/>
            <p:nvPr/>
          </p:nvSpPr>
          <p:spPr>
            <a:xfrm>
              <a:off x="8249755" y="5984294"/>
              <a:ext cx="3058224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 err="1">
                  <a:ln>
                    <a:solidFill>
                      <a:sysClr val="windowText" lastClr="000000"/>
                    </a:solidFill>
                  </a:ln>
                  <a:solidFill>
                    <a:schemeClr val="accent2">
                      <a:lumMod val="50000"/>
                    </a:schemeClr>
                  </a:solidFill>
                </a:rPr>
                <a:t>ei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</a:endParaRPr>
            </a:p>
          </p:txBody>
        </p:sp>
      </p:grpSp>
      <p:pic>
        <p:nvPicPr>
          <p:cNvPr id="36" name="ttsMP3.com_VoiceText_2025-4-22_18-3-43">
            <a:hlinkClick r:id="" action="ppaction://media"/>
            <a:extLst>
              <a:ext uri="{FF2B5EF4-FFF2-40B4-BE49-F238E27FC236}">
                <a16:creationId xmlns:a16="http://schemas.microsoft.com/office/drawing/2014/main" id="{EBE7F4F3-099B-4BA4-9787-4DDD33567E4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509811" y="1355463"/>
            <a:ext cx="609600" cy="609600"/>
          </a:xfrm>
          <a:prstGeom prst="rect">
            <a:avLst/>
          </a:prstGeom>
        </p:spPr>
      </p:pic>
      <p:pic>
        <p:nvPicPr>
          <p:cNvPr id="37" name="1sec">
            <a:hlinkClick r:id="" action="ppaction://media"/>
            <a:extLst>
              <a:ext uri="{FF2B5EF4-FFF2-40B4-BE49-F238E27FC236}">
                <a16:creationId xmlns:a16="http://schemas.microsoft.com/office/drawing/2014/main" id="{148A5F6B-274D-44C8-89EE-C8961967CEF6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1201876" y="1355463"/>
            <a:ext cx="609600" cy="609600"/>
          </a:xfrm>
          <a:prstGeom prst="rect">
            <a:avLst/>
          </a:prstGeom>
        </p:spPr>
      </p:pic>
      <p:pic>
        <p:nvPicPr>
          <p:cNvPr id="38" name="ttsMP3.com_VoiceText_2025-4-22_18-7-1">
            <a:hlinkClick r:id="" action="ppaction://media"/>
            <a:extLst>
              <a:ext uri="{FF2B5EF4-FFF2-40B4-BE49-F238E27FC236}">
                <a16:creationId xmlns:a16="http://schemas.microsoft.com/office/drawing/2014/main" id="{A87BB2BA-E47A-4534-B300-F6649DFF52FF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1943837" y="1310685"/>
            <a:ext cx="609600" cy="609600"/>
          </a:xfrm>
          <a:prstGeom prst="rect">
            <a:avLst/>
          </a:prstGeom>
        </p:spPr>
      </p:pic>
      <p:pic>
        <p:nvPicPr>
          <p:cNvPr id="39" name="1sec">
            <a:hlinkClick r:id="" action="ppaction://media"/>
            <a:extLst>
              <a:ext uri="{FF2B5EF4-FFF2-40B4-BE49-F238E27FC236}">
                <a16:creationId xmlns:a16="http://schemas.microsoft.com/office/drawing/2014/main" id="{65F4380C-5A69-438B-987C-BFF6F46D98C4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2683854" y="1501796"/>
            <a:ext cx="609600" cy="609600"/>
          </a:xfrm>
          <a:prstGeom prst="rect">
            <a:avLst/>
          </a:prstGeom>
        </p:spPr>
      </p:pic>
      <p:pic>
        <p:nvPicPr>
          <p:cNvPr id="41" name="ttsMP3.com_VoiceText_2025-4-22_18-9-17">
            <a:hlinkClick r:id="" action="ppaction://media"/>
            <a:extLst>
              <a:ext uri="{FF2B5EF4-FFF2-40B4-BE49-F238E27FC236}">
                <a16:creationId xmlns:a16="http://schemas.microsoft.com/office/drawing/2014/main" id="{E0FF021C-9AFC-41D7-A1B0-81F0D79E6EDC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3497943" y="1439511"/>
            <a:ext cx="609600" cy="609600"/>
          </a:xfrm>
          <a:prstGeom prst="rect">
            <a:avLst/>
          </a:prstGeom>
        </p:spPr>
      </p:pic>
      <p:pic>
        <p:nvPicPr>
          <p:cNvPr id="42" name="1sec">
            <a:hlinkClick r:id="" action="ppaction://media"/>
            <a:extLst>
              <a:ext uri="{FF2B5EF4-FFF2-40B4-BE49-F238E27FC236}">
                <a16:creationId xmlns:a16="http://schemas.microsoft.com/office/drawing/2014/main" id="{380D0A6A-BE62-4D70-9E5F-C0CCC5CB008D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4207308" y="1400174"/>
            <a:ext cx="609600" cy="609600"/>
          </a:xfrm>
          <a:prstGeom prst="rect">
            <a:avLst/>
          </a:prstGeom>
        </p:spPr>
      </p:pic>
      <p:pic>
        <p:nvPicPr>
          <p:cNvPr id="43" name="longa">
            <a:hlinkClick r:id="" action="ppaction://media"/>
            <a:extLst>
              <a:ext uri="{FF2B5EF4-FFF2-40B4-BE49-F238E27FC236}">
                <a16:creationId xmlns:a16="http://schemas.microsoft.com/office/drawing/2014/main" id="{39D01449-C9D9-4B77-8C0B-BA4277863C7A}"/>
              </a:ext>
            </a:extLst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4982679" y="1355463"/>
            <a:ext cx="609600" cy="609600"/>
          </a:xfrm>
          <a:prstGeom prst="rect">
            <a:avLst/>
          </a:prstGeom>
        </p:spPr>
      </p:pic>
      <p:pic>
        <p:nvPicPr>
          <p:cNvPr id="44" name="1sec">
            <a:hlinkClick r:id="" action="ppaction://media"/>
            <a:extLst>
              <a:ext uri="{FF2B5EF4-FFF2-40B4-BE49-F238E27FC236}">
                <a16:creationId xmlns:a16="http://schemas.microsoft.com/office/drawing/2014/main" id="{F3A3B5C3-6C14-43BA-84B8-EFCC6E228345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5711498" y="1380712"/>
            <a:ext cx="609600" cy="609600"/>
          </a:xfrm>
          <a:prstGeom prst="rect">
            <a:avLst/>
          </a:prstGeom>
        </p:spPr>
      </p:pic>
      <p:pic>
        <p:nvPicPr>
          <p:cNvPr id="45" name="longa">
            <a:hlinkClick r:id="" action="ppaction://media"/>
            <a:extLst>
              <a:ext uri="{FF2B5EF4-FFF2-40B4-BE49-F238E27FC236}">
                <a16:creationId xmlns:a16="http://schemas.microsoft.com/office/drawing/2014/main" id="{7526AC33-F921-4425-B4B4-9128BE4A560C}"/>
              </a:ext>
            </a:extLst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6563770" y="1406847"/>
            <a:ext cx="609600" cy="609600"/>
          </a:xfrm>
          <a:prstGeom prst="rect">
            <a:avLst/>
          </a:prstGeom>
        </p:spPr>
      </p:pic>
      <p:pic>
        <p:nvPicPr>
          <p:cNvPr id="46" name="1sec">
            <a:hlinkClick r:id="" action="ppaction://media"/>
            <a:extLst>
              <a:ext uri="{FF2B5EF4-FFF2-40B4-BE49-F238E27FC236}">
                <a16:creationId xmlns:a16="http://schemas.microsoft.com/office/drawing/2014/main" id="{F485C32D-A25A-45CA-882F-8C591A7BDE48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7292589" y="1432096"/>
            <a:ext cx="609600" cy="609600"/>
          </a:xfrm>
          <a:prstGeom prst="rect">
            <a:avLst/>
          </a:prstGeom>
        </p:spPr>
      </p:pic>
      <p:pic>
        <p:nvPicPr>
          <p:cNvPr id="47" name="longa">
            <a:hlinkClick r:id="" action="ppaction://media"/>
            <a:extLst>
              <a:ext uri="{FF2B5EF4-FFF2-40B4-BE49-F238E27FC236}">
                <a16:creationId xmlns:a16="http://schemas.microsoft.com/office/drawing/2014/main" id="{48CA72D7-5314-4D91-BD28-08343E846E4A}"/>
              </a:ext>
            </a:extLst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8080102" y="1452483"/>
            <a:ext cx="609600" cy="609600"/>
          </a:xfrm>
          <a:prstGeom prst="rect">
            <a:avLst/>
          </a:prstGeom>
        </p:spPr>
      </p:pic>
      <p:pic>
        <p:nvPicPr>
          <p:cNvPr id="48" name="1sec">
            <a:hlinkClick r:id="" action="ppaction://media"/>
            <a:extLst>
              <a:ext uri="{FF2B5EF4-FFF2-40B4-BE49-F238E27FC236}">
                <a16:creationId xmlns:a16="http://schemas.microsoft.com/office/drawing/2014/main" id="{FD7B362A-FB16-4455-891C-D6EC4B30BEF9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8808921" y="1477732"/>
            <a:ext cx="609600" cy="609600"/>
          </a:xfrm>
          <a:prstGeom prst="rect">
            <a:avLst/>
          </a:prstGeom>
        </p:spPr>
      </p:pic>
      <p:pic>
        <p:nvPicPr>
          <p:cNvPr id="49" name="ttsMP3.com_VoiceText_2025-4-22_18-10-44">
            <a:hlinkClick r:id="" action="ppaction://media"/>
            <a:extLst>
              <a:ext uri="{FF2B5EF4-FFF2-40B4-BE49-F238E27FC236}">
                <a16:creationId xmlns:a16="http://schemas.microsoft.com/office/drawing/2014/main" id="{976AF33B-7FFB-4C30-A99A-0819714B044A}"/>
              </a:ext>
            </a:extLst>
          </p:cNvPr>
          <p:cNvPicPr>
            <a:picLocks noChangeAspect="1"/>
          </p:cNvPicPr>
          <p:nvPr>
            <a:audi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462087" y="2393055"/>
            <a:ext cx="609600" cy="609600"/>
          </a:xfrm>
          <a:prstGeom prst="rect">
            <a:avLst/>
          </a:prstGeom>
        </p:spPr>
      </p:pic>
      <p:pic>
        <p:nvPicPr>
          <p:cNvPr id="50" name="1sec">
            <a:hlinkClick r:id="" action="ppaction://media"/>
            <a:extLst>
              <a:ext uri="{FF2B5EF4-FFF2-40B4-BE49-F238E27FC236}">
                <a16:creationId xmlns:a16="http://schemas.microsoft.com/office/drawing/2014/main" id="{FB6193BD-EBF7-424F-A7D3-A02AA157BD81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1212056" y="2436716"/>
            <a:ext cx="609600" cy="609600"/>
          </a:xfrm>
          <a:prstGeom prst="rect">
            <a:avLst/>
          </a:prstGeom>
        </p:spPr>
      </p:pic>
      <p:pic>
        <p:nvPicPr>
          <p:cNvPr id="51" name="1sec">
            <a:hlinkClick r:id="" action="ppaction://media"/>
            <a:extLst>
              <a:ext uri="{FF2B5EF4-FFF2-40B4-BE49-F238E27FC236}">
                <a16:creationId xmlns:a16="http://schemas.microsoft.com/office/drawing/2014/main" id="{043B1B52-A61C-45D9-9FFC-74D690C05014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1946185" y="2420716"/>
            <a:ext cx="609600" cy="609600"/>
          </a:xfrm>
          <a:prstGeom prst="rect">
            <a:avLst/>
          </a:prstGeom>
        </p:spPr>
      </p:pic>
      <p:pic>
        <p:nvPicPr>
          <p:cNvPr id="52" name="ttsMP3.com_VoiceText_2025-4-22_18-11-5">
            <a:hlinkClick r:id="" action="ppaction://media"/>
            <a:extLst>
              <a:ext uri="{FF2B5EF4-FFF2-40B4-BE49-F238E27FC236}">
                <a16:creationId xmlns:a16="http://schemas.microsoft.com/office/drawing/2014/main" id="{22E4DA47-ED1C-4857-8DCD-A5D70E3206BA}"/>
              </a:ext>
            </a:extLst>
          </p:cNvPr>
          <p:cNvPicPr>
            <a:picLocks noChangeAspect="1"/>
          </p:cNvPicPr>
          <p:nvPr>
            <a:audioFile r:link="rId14"/>
            <p:extLst>
              <p:ext uri="{DAA4B4D4-6D71-4841-9C94-3DE7FCFB9230}">
                <p14:media xmlns:p14="http://schemas.microsoft.com/office/powerpoint/2010/main" r:embed="rId13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2747430" y="2426430"/>
            <a:ext cx="609600" cy="609600"/>
          </a:xfrm>
          <a:prstGeom prst="rect">
            <a:avLst/>
          </a:prstGeom>
        </p:spPr>
      </p:pic>
      <p:pic>
        <p:nvPicPr>
          <p:cNvPr id="53" name="1sec">
            <a:hlinkClick r:id="" action="ppaction://media"/>
            <a:extLst>
              <a:ext uri="{FF2B5EF4-FFF2-40B4-BE49-F238E27FC236}">
                <a16:creationId xmlns:a16="http://schemas.microsoft.com/office/drawing/2014/main" id="{A9023659-00AC-4712-9364-D162B7531391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3467233" y="2436716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9621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40" fill="hold"/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24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56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296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4944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240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56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296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488" fill="hold"/>
                                        <p:tgtEl>
                                          <p:spTgt spid="4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1784"/>
                            </p:stCondLst>
                            <p:childTnLst>
                              <p:par>
                                <p:cTn id="20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1" dur="1056" fill="hold"/>
                                        <p:tgtEl>
                                          <p:spTgt spid="4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840"/>
                            </p:stCondLst>
                            <p:childTnLst>
                              <p:par>
                                <p:cTn id="23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" dur="480" fill="hold"/>
                                        <p:tgtEl>
                                          <p:spTgt spid="4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3320"/>
                            </p:stCondLst>
                            <p:childTnLst>
                              <p:par>
                                <p:cTn id="26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7" dur="1056" fill="hold"/>
                                        <p:tgtEl>
                                          <p:spTgt spid="4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4376"/>
                            </p:stCondLst>
                            <p:childTnLst>
                              <p:par>
                                <p:cTn id="2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480" fill="hold"/>
                                        <p:tgtEl>
                                          <p:spTgt spid="4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4856"/>
                            </p:stCondLst>
                            <p:childTnLst>
                              <p:par>
                                <p:cTn id="32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3" dur="1056" fill="hold"/>
                                        <p:tgtEl>
                                          <p:spTgt spid="4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912"/>
                            </p:stCondLst>
                            <p:childTnLst>
                              <p:par>
                                <p:cTn id="3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6" dur="480" fill="hold"/>
                                        <p:tgtEl>
                                          <p:spTgt spid="4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6392"/>
                            </p:stCondLst>
                            <p:childTnLst>
                              <p:par>
                                <p:cTn id="3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9" dur="1056" fill="hold"/>
                                        <p:tgtEl>
                                          <p:spTgt spid="4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7448"/>
                            </p:stCondLst>
                            <p:childTnLst>
                              <p:par>
                                <p:cTn id="4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2" dur="888" fill="hold"/>
                                        <p:tgtEl>
                                          <p:spTgt spid="4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8336"/>
                            </p:stCondLst>
                            <p:childTnLst>
                              <p:par>
                                <p:cTn id="4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5" dur="1056" fill="hold"/>
                                        <p:tgtEl>
                                          <p:spTgt spid="5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9392"/>
                            </p:stCondLst>
                            <p:childTnLst>
                              <p:par>
                                <p:cTn id="4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48" dur="1056" fill="hold"/>
                                        <p:tgtEl>
                                          <p:spTgt spid="5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448"/>
                            </p:stCondLst>
                            <p:childTnLst>
                              <p:par>
                                <p:cTn id="50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1" dur="2904" fill="hold"/>
                                        <p:tgtEl>
                                          <p:spTgt spid="5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3352"/>
                            </p:stCondLst>
                            <p:childTnLst>
                              <p:par>
                                <p:cTn id="53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4" dur="1056" fill="hold"/>
                                        <p:tgtEl>
                                          <p:spTgt spid="5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5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6"/>
                </p:tgtEl>
              </p:cMediaNode>
            </p:audio>
            <p:audio>
              <p:cMediaNode vol="80000" showWhenStopped="0">
                <p:cTn id="5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7"/>
                </p:tgtEl>
              </p:cMediaNode>
            </p:audio>
            <p:audio>
              <p:cMediaNode vol="80000" showWhenStopped="0">
                <p:cTn id="5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  <p:audio>
              <p:cMediaNode vol="80000" showWhenStopped="0">
                <p:cTn id="5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9"/>
                </p:tgtEl>
              </p:cMediaNode>
            </p:audio>
            <p:audio>
              <p:cMediaNode vol="80000" showWhenStopped="0">
                <p:cTn id="5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1"/>
                </p:tgtEl>
              </p:cMediaNode>
            </p:audio>
            <p:audio>
              <p:cMediaNode vol="80000" showWhenStopped="0">
                <p:cTn id="6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2"/>
                </p:tgtEl>
              </p:cMediaNode>
            </p:audio>
            <p:audio>
              <p:cMediaNode vol="80000" showWhenStopped="0">
                <p:cTn id="6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3"/>
                </p:tgtEl>
              </p:cMediaNode>
            </p:audio>
            <p:audio>
              <p:cMediaNode vol="80000" showWhenStopped="0">
                <p:cTn id="6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4"/>
                </p:tgtEl>
              </p:cMediaNode>
            </p:audio>
            <p:audio>
              <p:cMediaNode vol="80000" showWhenStopped="0">
                <p:cTn id="6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5"/>
                </p:tgtEl>
              </p:cMediaNode>
            </p:audio>
            <p:audio>
              <p:cMediaNode vol="80000" showWhenStopped="0">
                <p:cTn id="6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6"/>
                </p:tgtEl>
              </p:cMediaNode>
            </p:audio>
            <p:audio>
              <p:cMediaNode vol="80000" showWhenStopped="0">
                <p:cTn id="6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7"/>
                </p:tgtEl>
              </p:cMediaNode>
            </p:audio>
            <p:audio>
              <p:cMediaNode vol="80000" showWhenStopped="0">
                <p:cTn id="6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8"/>
                </p:tgtEl>
              </p:cMediaNode>
            </p:audio>
            <p:audio>
              <p:cMediaNode vol="80000" showWhenStopped="0">
                <p:cTn id="6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9"/>
                </p:tgtEl>
              </p:cMediaNode>
            </p:audio>
            <p:audio>
              <p:cMediaNode vol="80000" showWhenStopped="0">
                <p:cTn id="6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0"/>
                </p:tgtEl>
              </p:cMediaNode>
            </p:audio>
            <p:audio>
              <p:cMediaNode vol="80000" showWhenStopped="0">
                <p:cTn id="6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1"/>
                </p:tgtEl>
              </p:cMediaNode>
            </p:audio>
            <p:audio>
              <p:cMediaNode vol="80000" showWhenStopped="0">
                <p:cTn id="7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2"/>
                </p:tgtEl>
              </p:cMediaNode>
            </p:audio>
            <p:audio>
              <p:cMediaNode vol="80000" showWhenStopped="0">
                <p:cTn id="7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3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EC52380-D63F-41CC-8F7B-E7E1CF006AAC}"/>
              </a:ext>
            </a:extLst>
          </p:cNvPr>
          <p:cNvSpPr/>
          <p:nvPr/>
        </p:nvSpPr>
        <p:spPr>
          <a:xfrm>
            <a:off x="8192982" y="306629"/>
            <a:ext cx="1171316" cy="2759698"/>
          </a:xfrm>
          <a:custGeom>
            <a:avLst/>
            <a:gdLst>
              <a:gd name="connsiteX0" fmla="*/ 490331 w 980662"/>
              <a:gd name="connsiteY0" fmla="*/ 257 h 2173613"/>
              <a:gd name="connsiteX1" fmla="*/ 980662 w 980662"/>
              <a:gd name="connsiteY1" fmla="*/ 1086935 h 2173613"/>
              <a:gd name="connsiteX2" fmla="*/ 490331 w 980662"/>
              <a:gd name="connsiteY2" fmla="*/ 2173613 h 2173613"/>
              <a:gd name="connsiteX3" fmla="*/ 0 w 980662"/>
              <a:gd name="connsiteY3" fmla="*/ 1086935 h 2173613"/>
              <a:gd name="connsiteX4" fmla="*/ 490331 w 980662"/>
              <a:gd name="connsiteY4" fmla="*/ 257 h 2173613"/>
              <a:gd name="connsiteX5" fmla="*/ 490331 w 980662"/>
              <a:gd name="connsiteY5" fmla="*/ 106711 h 2173613"/>
              <a:gd name="connsiteX6" fmla="*/ 48040 w 980662"/>
              <a:gd name="connsiteY6" fmla="*/ 1086922 h 2173613"/>
              <a:gd name="connsiteX7" fmla="*/ 490331 w 980662"/>
              <a:gd name="connsiteY7" fmla="*/ 2067133 h 2173613"/>
              <a:gd name="connsiteX8" fmla="*/ 932622 w 980662"/>
              <a:gd name="connsiteY8" fmla="*/ 1086922 h 2173613"/>
              <a:gd name="connsiteX9" fmla="*/ 490331 w 980662"/>
              <a:gd name="connsiteY9" fmla="*/ 106711 h 2173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80662" h="2173613">
                <a:moveTo>
                  <a:pt x="490331" y="257"/>
                </a:moveTo>
                <a:cubicBezTo>
                  <a:pt x="920160" y="13510"/>
                  <a:pt x="980662" y="486779"/>
                  <a:pt x="980662" y="1086935"/>
                </a:cubicBezTo>
                <a:cubicBezTo>
                  <a:pt x="980662" y="1687091"/>
                  <a:pt x="761133" y="2173613"/>
                  <a:pt x="490331" y="2173613"/>
                </a:cubicBezTo>
                <a:cubicBezTo>
                  <a:pt x="219529" y="2173613"/>
                  <a:pt x="0" y="1687091"/>
                  <a:pt x="0" y="1086935"/>
                </a:cubicBezTo>
                <a:cubicBezTo>
                  <a:pt x="0" y="486779"/>
                  <a:pt x="60502" y="-12996"/>
                  <a:pt x="490331" y="257"/>
                </a:cubicBezTo>
                <a:close/>
                <a:moveTo>
                  <a:pt x="490331" y="106711"/>
                </a:moveTo>
                <a:cubicBezTo>
                  <a:pt x="102615" y="94756"/>
                  <a:pt x="48040" y="545566"/>
                  <a:pt x="48040" y="1086922"/>
                </a:cubicBezTo>
                <a:cubicBezTo>
                  <a:pt x="48040" y="1628278"/>
                  <a:pt x="246061" y="2067133"/>
                  <a:pt x="490331" y="2067133"/>
                </a:cubicBezTo>
                <a:cubicBezTo>
                  <a:pt x="734601" y="2067133"/>
                  <a:pt x="932622" y="1628278"/>
                  <a:pt x="932622" y="1086922"/>
                </a:cubicBezTo>
                <a:cubicBezTo>
                  <a:pt x="932622" y="545566"/>
                  <a:pt x="878048" y="118665"/>
                  <a:pt x="490331" y="106711"/>
                </a:cubicBezTo>
                <a:close/>
              </a:path>
            </a:pathLst>
          </a:cu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Rectangle 11">
            <a:extLst>
              <a:ext uri="{FF2B5EF4-FFF2-40B4-BE49-F238E27FC236}">
                <a16:creationId xmlns:a16="http://schemas.microsoft.com/office/drawing/2014/main" id="{6CD77365-64B8-4946-ADE5-20461DEF0764}"/>
              </a:ext>
            </a:extLst>
          </p:cNvPr>
          <p:cNvSpPr/>
          <p:nvPr/>
        </p:nvSpPr>
        <p:spPr>
          <a:xfrm rot="14800063">
            <a:off x="8822203" y="4159705"/>
            <a:ext cx="1666420" cy="270271"/>
          </a:xfrm>
          <a:custGeom>
            <a:avLst/>
            <a:gdLst>
              <a:gd name="connsiteX0" fmla="*/ 0 w 198782"/>
              <a:gd name="connsiteY0" fmla="*/ 0 h 787400"/>
              <a:gd name="connsiteX1" fmla="*/ 198782 w 198782"/>
              <a:gd name="connsiteY1" fmla="*/ 0 h 787400"/>
              <a:gd name="connsiteX2" fmla="*/ 198782 w 198782"/>
              <a:gd name="connsiteY2" fmla="*/ 787400 h 787400"/>
              <a:gd name="connsiteX3" fmla="*/ 0 w 198782"/>
              <a:gd name="connsiteY3" fmla="*/ 787400 h 787400"/>
              <a:gd name="connsiteX4" fmla="*/ 0 w 198782"/>
              <a:gd name="connsiteY4" fmla="*/ 0 h 787400"/>
              <a:gd name="connsiteX0" fmla="*/ 0 w 821082"/>
              <a:gd name="connsiteY0" fmla="*/ 241300 h 787400"/>
              <a:gd name="connsiteX1" fmla="*/ 821082 w 821082"/>
              <a:gd name="connsiteY1" fmla="*/ 0 h 787400"/>
              <a:gd name="connsiteX2" fmla="*/ 821082 w 821082"/>
              <a:gd name="connsiteY2" fmla="*/ 787400 h 787400"/>
              <a:gd name="connsiteX3" fmla="*/ 622300 w 821082"/>
              <a:gd name="connsiteY3" fmla="*/ 787400 h 787400"/>
              <a:gd name="connsiteX4" fmla="*/ 0 w 821082"/>
              <a:gd name="connsiteY4" fmla="*/ 241300 h 787400"/>
              <a:gd name="connsiteX0" fmla="*/ 38100 w 859182"/>
              <a:gd name="connsiteY0" fmla="*/ 241300 h 787400"/>
              <a:gd name="connsiteX1" fmla="*/ 859182 w 859182"/>
              <a:gd name="connsiteY1" fmla="*/ 0 h 787400"/>
              <a:gd name="connsiteX2" fmla="*/ 859182 w 859182"/>
              <a:gd name="connsiteY2" fmla="*/ 787400 h 787400"/>
              <a:gd name="connsiteX3" fmla="*/ 0 w 859182"/>
              <a:gd name="connsiteY3" fmla="*/ 368300 h 787400"/>
              <a:gd name="connsiteX4" fmla="*/ 38100 w 859182"/>
              <a:gd name="connsiteY4" fmla="*/ 241300 h 787400"/>
              <a:gd name="connsiteX0" fmla="*/ 715618 w 1536700"/>
              <a:gd name="connsiteY0" fmla="*/ 0 h 546100"/>
              <a:gd name="connsiteX1" fmla="*/ 0 w 1536700"/>
              <a:gd name="connsiteY1" fmla="*/ 228600 h 546100"/>
              <a:gd name="connsiteX2" fmla="*/ 1536700 w 1536700"/>
              <a:gd name="connsiteY2" fmla="*/ 546100 h 546100"/>
              <a:gd name="connsiteX3" fmla="*/ 677518 w 1536700"/>
              <a:gd name="connsiteY3" fmla="*/ 127000 h 546100"/>
              <a:gd name="connsiteX4" fmla="*/ 715618 w 1536700"/>
              <a:gd name="connsiteY4" fmla="*/ 0 h 546100"/>
              <a:gd name="connsiteX0" fmla="*/ 715618 w 1536700"/>
              <a:gd name="connsiteY0" fmla="*/ 0 h 622300"/>
              <a:gd name="connsiteX1" fmla="*/ 0 w 1536700"/>
              <a:gd name="connsiteY1" fmla="*/ 228600 h 622300"/>
              <a:gd name="connsiteX2" fmla="*/ 127000 w 1536700"/>
              <a:gd name="connsiteY2" fmla="*/ 622300 h 622300"/>
              <a:gd name="connsiteX3" fmla="*/ 1536700 w 1536700"/>
              <a:gd name="connsiteY3" fmla="*/ 546100 h 622300"/>
              <a:gd name="connsiteX4" fmla="*/ 677518 w 1536700"/>
              <a:gd name="connsiteY4" fmla="*/ 127000 h 622300"/>
              <a:gd name="connsiteX5" fmla="*/ 715618 w 1536700"/>
              <a:gd name="connsiteY5" fmla="*/ 0 h 622300"/>
              <a:gd name="connsiteX0" fmla="*/ 715618 w 1536700"/>
              <a:gd name="connsiteY0" fmla="*/ 0 h 546940"/>
              <a:gd name="connsiteX1" fmla="*/ 0 w 1536700"/>
              <a:gd name="connsiteY1" fmla="*/ 228600 h 546940"/>
              <a:gd name="connsiteX2" fmla="*/ 1536700 w 1536700"/>
              <a:gd name="connsiteY2" fmla="*/ 546100 h 546940"/>
              <a:gd name="connsiteX3" fmla="*/ 677518 w 1536700"/>
              <a:gd name="connsiteY3" fmla="*/ 127000 h 546940"/>
              <a:gd name="connsiteX4" fmla="*/ 715618 w 1536700"/>
              <a:gd name="connsiteY4" fmla="*/ 0 h 546940"/>
              <a:gd name="connsiteX0" fmla="*/ 715618 w 715618"/>
              <a:gd name="connsiteY0" fmla="*/ 0 h 787833"/>
              <a:gd name="connsiteX1" fmla="*/ 0 w 715618"/>
              <a:gd name="connsiteY1" fmla="*/ 228600 h 787833"/>
              <a:gd name="connsiteX2" fmla="*/ 139700 w 715618"/>
              <a:gd name="connsiteY2" fmla="*/ 787400 h 787833"/>
              <a:gd name="connsiteX3" fmla="*/ 677518 w 715618"/>
              <a:gd name="connsiteY3" fmla="*/ 127000 h 787833"/>
              <a:gd name="connsiteX4" fmla="*/ 715618 w 715618"/>
              <a:gd name="connsiteY4" fmla="*/ 0 h 787833"/>
              <a:gd name="connsiteX0" fmla="*/ 1285271 w 1285271"/>
              <a:gd name="connsiteY0" fmla="*/ 0 h 876667"/>
              <a:gd name="connsiteX1" fmla="*/ 569653 w 1285271"/>
              <a:gd name="connsiteY1" fmla="*/ 228600 h 876667"/>
              <a:gd name="connsiteX2" fmla="*/ 10853 w 1285271"/>
              <a:gd name="connsiteY2" fmla="*/ 876300 h 876667"/>
              <a:gd name="connsiteX3" fmla="*/ 1247171 w 1285271"/>
              <a:gd name="connsiteY3" fmla="*/ 127000 h 876667"/>
              <a:gd name="connsiteX4" fmla="*/ 1285271 w 1285271"/>
              <a:gd name="connsiteY4" fmla="*/ 0 h 876667"/>
              <a:gd name="connsiteX0" fmla="*/ 1274418 w 1274418"/>
              <a:gd name="connsiteY0" fmla="*/ 0 h 876300"/>
              <a:gd name="connsiteX1" fmla="*/ 0 w 1274418"/>
              <a:gd name="connsiteY1" fmla="*/ 876300 h 876300"/>
              <a:gd name="connsiteX2" fmla="*/ 1236318 w 1274418"/>
              <a:gd name="connsiteY2" fmla="*/ 127000 h 876300"/>
              <a:gd name="connsiteX3" fmla="*/ 1274418 w 1274418"/>
              <a:gd name="connsiteY3" fmla="*/ 0 h 876300"/>
              <a:gd name="connsiteX0" fmla="*/ 1274418 w 1274418"/>
              <a:gd name="connsiteY0" fmla="*/ 0 h 838200"/>
              <a:gd name="connsiteX1" fmla="*/ 0 w 1274418"/>
              <a:gd name="connsiteY1" fmla="*/ 838200 h 838200"/>
              <a:gd name="connsiteX2" fmla="*/ 1236318 w 1274418"/>
              <a:gd name="connsiteY2" fmla="*/ 127000 h 838200"/>
              <a:gd name="connsiteX3" fmla="*/ 1274418 w 1274418"/>
              <a:gd name="connsiteY3" fmla="*/ 0 h 838200"/>
              <a:gd name="connsiteX0" fmla="*/ 1296297 w 1296297"/>
              <a:gd name="connsiteY0" fmla="*/ 0 h 1007059"/>
              <a:gd name="connsiteX1" fmla="*/ 21879 w 1296297"/>
              <a:gd name="connsiteY1" fmla="*/ 838200 h 1007059"/>
              <a:gd name="connsiteX2" fmla="*/ 1258197 w 1296297"/>
              <a:gd name="connsiteY2" fmla="*/ 127000 h 1007059"/>
              <a:gd name="connsiteX3" fmla="*/ 1296297 w 1296297"/>
              <a:gd name="connsiteY3" fmla="*/ 0 h 1007059"/>
              <a:gd name="connsiteX0" fmla="*/ 1274418 w 1274418"/>
              <a:gd name="connsiteY0" fmla="*/ 0 h 838200"/>
              <a:gd name="connsiteX1" fmla="*/ 0 w 1274418"/>
              <a:gd name="connsiteY1" fmla="*/ 838200 h 838200"/>
              <a:gd name="connsiteX2" fmla="*/ 1236318 w 1274418"/>
              <a:gd name="connsiteY2" fmla="*/ 127000 h 838200"/>
              <a:gd name="connsiteX3" fmla="*/ 1274418 w 1274418"/>
              <a:gd name="connsiteY3" fmla="*/ 0 h 838200"/>
              <a:gd name="connsiteX0" fmla="*/ 1274418 w 1274418"/>
              <a:gd name="connsiteY0" fmla="*/ 0 h 1298839"/>
              <a:gd name="connsiteX1" fmla="*/ 0 w 1274418"/>
              <a:gd name="connsiteY1" fmla="*/ 838200 h 1298839"/>
              <a:gd name="connsiteX2" fmla="*/ 1236318 w 1274418"/>
              <a:gd name="connsiteY2" fmla="*/ 127000 h 1298839"/>
              <a:gd name="connsiteX3" fmla="*/ 1274418 w 1274418"/>
              <a:gd name="connsiteY3" fmla="*/ 0 h 1298839"/>
              <a:gd name="connsiteX0" fmla="*/ 715618 w 715618"/>
              <a:gd name="connsiteY0" fmla="*/ 0 h 858968"/>
              <a:gd name="connsiteX1" fmla="*/ 0 w 715618"/>
              <a:gd name="connsiteY1" fmla="*/ 279400 h 858968"/>
              <a:gd name="connsiteX2" fmla="*/ 677518 w 715618"/>
              <a:gd name="connsiteY2" fmla="*/ 127000 h 858968"/>
              <a:gd name="connsiteX3" fmla="*/ 715618 w 715618"/>
              <a:gd name="connsiteY3" fmla="*/ 0 h 858968"/>
              <a:gd name="connsiteX0" fmla="*/ 715618 w 715618"/>
              <a:gd name="connsiteY0" fmla="*/ 0 h 351420"/>
              <a:gd name="connsiteX1" fmla="*/ 0 w 715618"/>
              <a:gd name="connsiteY1" fmla="*/ 279400 h 351420"/>
              <a:gd name="connsiteX2" fmla="*/ 677518 w 715618"/>
              <a:gd name="connsiteY2" fmla="*/ 127000 h 351420"/>
              <a:gd name="connsiteX3" fmla="*/ 715618 w 715618"/>
              <a:gd name="connsiteY3" fmla="*/ 0 h 351420"/>
              <a:gd name="connsiteX0" fmla="*/ 753718 w 753718"/>
              <a:gd name="connsiteY0" fmla="*/ 0 h 369711"/>
              <a:gd name="connsiteX1" fmla="*/ 0 w 753718"/>
              <a:gd name="connsiteY1" fmla="*/ 304800 h 369711"/>
              <a:gd name="connsiteX2" fmla="*/ 715618 w 753718"/>
              <a:gd name="connsiteY2" fmla="*/ 127000 h 369711"/>
              <a:gd name="connsiteX3" fmla="*/ 753718 w 753718"/>
              <a:gd name="connsiteY3" fmla="*/ 0 h 369711"/>
              <a:gd name="connsiteX0" fmla="*/ 753718 w 753718"/>
              <a:gd name="connsiteY0" fmla="*/ 0 h 369711"/>
              <a:gd name="connsiteX1" fmla="*/ 0 w 753718"/>
              <a:gd name="connsiteY1" fmla="*/ 304800 h 369711"/>
              <a:gd name="connsiteX2" fmla="*/ 715618 w 753718"/>
              <a:gd name="connsiteY2" fmla="*/ 127000 h 369711"/>
              <a:gd name="connsiteX3" fmla="*/ 753718 w 753718"/>
              <a:gd name="connsiteY3" fmla="*/ 0 h 369711"/>
              <a:gd name="connsiteX0" fmla="*/ 880718 w 880718"/>
              <a:gd name="connsiteY0" fmla="*/ 23709 h 334606"/>
              <a:gd name="connsiteX1" fmla="*/ 0 w 880718"/>
              <a:gd name="connsiteY1" fmla="*/ 239609 h 334606"/>
              <a:gd name="connsiteX2" fmla="*/ 842618 w 880718"/>
              <a:gd name="connsiteY2" fmla="*/ 150709 h 334606"/>
              <a:gd name="connsiteX3" fmla="*/ 880718 w 880718"/>
              <a:gd name="connsiteY3" fmla="*/ 23709 h 334606"/>
              <a:gd name="connsiteX0" fmla="*/ 880718 w 880718"/>
              <a:gd name="connsiteY0" fmla="*/ 0 h 310897"/>
              <a:gd name="connsiteX1" fmla="*/ 0 w 880718"/>
              <a:gd name="connsiteY1" fmla="*/ 215900 h 310897"/>
              <a:gd name="connsiteX2" fmla="*/ 842618 w 880718"/>
              <a:gd name="connsiteY2" fmla="*/ 127000 h 310897"/>
              <a:gd name="connsiteX3" fmla="*/ 880718 w 880718"/>
              <a:gd name="connsiteY3" fmla="*/ 0 h 310897"/>
              <a:gd name="connsiteX0" fmla="*/ 880718 w 880718"/>
              <a:gd name="connsiteY0" fmla="*/ 0 h 310897"/>
              <a:gd name="connsiteX1" fmla="*/ 0 w 880718"/>
              <a:gd name="connsiteY1" fmla="*/ 215900 h 310897"/>
              <a:gd name="connsiteX2" fmla="*/ 842618 w 880718"/>
              <a:gd name="connsiteY2" fmla="*/ 127000 h 310897"/>
              <a:gd name="connsiteX3" fmla="*/ 880718 w 880718"/>
              <a:gd name="connsiteY3" fmla="*/ 0 h 310897"/>
              <a:gd name="connsiteX0" fmla="*/ 880718 w 880718"/>
              <a:gd name="connsiteY0" fmla="*/ 0 h 276319"/>
              <a:gd name="connsiteX1" fmla="*/ 0 w 880718"/>
              <a:gd name="connsiteY1" fmla="*/ 215900 h 276319"/>
              <a:gd name="connsiteX2" fmla="*/ 842618 w 880718"/>
              <a:gd name="connsiteY2" fmla="*/ 127000 h 276319"/>
              <a:gd name="connsiteX3" fmla="*/ 880718 w 880718"/>
              <a:gd name="connsiteY3" fmla="*/ 0 h 276319"/>
              <a:gd name="connsiteX0" fmla="*/ 880718 w 880718"/>
              <a:gd name="connsiteY0" fmla="*/ 0 h 242096"/>
              <a:gd name="connsiteX1" fmla="*/ 0 w 880718"/>
              <a:gd name="connsiteY1" fmla="*/ 215900 h 242096"/>
              <a:gd name="connsiteX2" fmla="*/ 842618 w 880718"/>
              <a:gd name="connsiteY2" fmla="*/ 127000 h 242096"/>
              <a:gd name="connsiteX3" fmla="*/ 880718 w 880718"/>
              <a:gd name="connsiteY3" fmla="*/ 0 h 242096"/>
              <a:gd name="connsiteX0" fmla="*/ 1312518 w 1312518"/>
              <a:gd name="connsiteY0" fmla="*/ 0 h 212873"/>
              <a:gd name="connsiteX1" fmla="*/ 0 w 1312518"/>
              <a:gd name="connsiteY1" fmla="*/ 165100 h 212873"/>
              <a:gd name="connsiteX2" fmla="*/ 1274418 w 1312518"/>
              <a:gd name="connsiteY2" fmla="*/ 127000 h 212873"/>
              <a:gd name="connsiteX3" fmla="*/ 1312518 w 1312518"/>
              <a:gd name="connsiteY3" fmla="*/ 0 h 212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518" h="212873">
                <a:moveTo>
                  <a:pt x="1312518" y="0"/>
                </a:moveTo>
                <a:cubicBezTo>
                  <a:pt x="1052812" y="101600"/>
                  <a:pt x="56506" y="12700"/>
                  <a:pt x="0" y="165100"/>
                </a:cubicBezTo>
                <a:cubicBezTo>
                  <a:pt x="81906" y="207433"/>
                  <a:pt x="849612" y="262467"/>
                  <a:pt x="1274418" y="127000"/>
                </a:cubicBezTo>
                <a:lnTo>
                  <a:pt x="1312518" y="0"/>
                </a:lnTo>
                <a:close/>
              </a:path>
            </a:pathLst>
          </a:cu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11">
            <a:extLst>
              <a:ext uri="{FF2B5EF4-FFF2-40B4-BE49-F238E27FC236}">
                <a16:creationId xmlns:a16="http://schemas.microsoft.com/office/drawing/2014/main" id="{EB9DECEC-0727-4F77-8E65-3B46D9AC7D2F}"/>
              </a:ext>
            </a:extLst>
          </p:cNvPr>
          <p:cNvSpPr/>
          <p:nvPr/>
        </p:nvSpPr>
        <p:spPr>
          <a:xfrm rot="6799937" flipH="1">
            <a:off x="6962341" y="4159706"/>
            <a:ext cx="1666420" cy="270271"/>
          </a:xfrm>
          <a:custGeom>
            <a:avLst/>
            <a:gdLst>
              <a:gd name="connsiteX0" fmla="*/ 0 w 198782"/>
              <a:gd name="connsiteY0" fmla="*/ 0 h 787400"/>
              <a:gd name="connsiteX1" fmla="*/ 198782 w 198782"/>
              <a:gd name="connsiteY1" fmla="*/ 0 h 787400"/>
              <a:gd name="connsiteX2" fmla="*/ 198782 w 198782"/>
              <a:gd name="connsiteY2" fmla="*/ 787400 h 787400"/>
              <a:gd name="connsiteX3" fmla="*/ 0 w 198782"/>
              <a:gd name="connsiteY3" fmla="*/ 787400 h 787400"/>
              <a:gd name="connsiteX4" fmla="*/ 0 w 198782"/>
              <a:gd name="connsiteY4" fmla="*/ 0 h 787400"/>
              <a:gd name="connsiteX0" fmla="*/ 0 w 821082"/>
              <a:gd name="connsiteY0" fmla="*/ 241300 h 787400"/>
              <a:gd name="connsiteX1" fmla="*/ 821082 w 821082"/>
              <a:gd name="connsiteY1" fmla="*/ 0 h 787400"/>
              <a:gd name="connsiteX2" fmla="*/ 821082 w 821082"/>
              <a:gd name="connsiteY2" fmla="*/ 787400 h 787400"/>
              <a:gd name="connsiteX3" fmla="*/ 622300 w 821082"/>
              <a:gd name="connsiteY3" fmla="*/ 787400 h 787400"/>
              <a:gd name="connsiteX4" fmla="*/ 0 w 821082"/>
              <a:gd name="connsiteY4" fmla="*/ 241300 h 787400"/>
              <a:gd name="connsiteX0" fmla="*/ 38100 w 859182"/>
              <a:gd name="connsiteY0" fmla="*/ 241300 h 787400"/>
              <a:gd name="connsiteX1" fmla="*/ 859182 w 859182"/>
              <a:gd name="connsiteY1" fmla="*/ 0 h 787400"/>
              <a:gd name="connsiteX2" fmla="*/ 859182 w 859182"/>
              <a:gd name="connsiteY2" fmla="*/ 787400 h 787400"/>
              <a:gd name="connsiteX3" fmla="*/ 0 w 859182"/>
              <a:gd name="connsiteY3" fmla="*/ 368300 h 787400"/>
              <a:gd name="connsiteX4" fmla="*/ 38100 w 859182"/>
              <a:gd name="connsiteY4" fmla="*/ 241300 h 787400"/>
              <a:gd name="connsiteX0" fmla="*/ 715618 w 1536700"/>
              <a:gd name="connsiteY0" fmla="*/ 0 h 546100"/>
              <a:gd name="connsiteX1" fmla="*/ 0 w 1536700"/>
              <a:gd name="connsiteY1" fmla="*/ 228600 h 546100"/>
              <a:gd name="connsiteX2" fmla="*/ 1536700 w 1536700"/>
              <a:gd name="connsiteY2" fmla="*/ 546100 h 546100"/>
              <a:gd name="connsiteX3" fmla="*/ 677518 w 1536700"/>
              <a:gd name="connsiteY3" fmla="*/ 127000 h 546100"/>
              <a:gd name="connsiteX4" fmla="*/ 715618 w 1536700"/>
              <a:gd name="connsiteY4" fmla="*/ 0 h 546100"/>
              <a:gd name="connsiteX0" fmla="*/ 715618 w 1536700"/>
              <a:gd name="connsiteY0" fmla="*/ 0 h 622300"/>
              <a:gd name="connsiteX1" fmla="*/ 0 w 1536700"/>
              <a:gd name="connsiteY1" fmla="*/ 228600 h 622300"/>
              <a:gd name="connsiteX2" fmla="*/ 127000 w 1536700"/>
              <a:gd name="connsiteY2" fmla="*/ 622300 h 622300"/>
              <a:gd name="connsiteX3" fmla="*/ 1536700 w 1536700"/>
              <a:gd name="connsiteY3" fmla="*/ 546100 h 622300"/>
              <a:gd name="connsiteX4" fmla="*/ 677518 w 1536700"/>
              <a:gd name="connsiteY4" fmla="*/ 127000 h 622300"/>
              <a:gd name="connsiteX5" fmla="*/ 715618 w 1536700"/>
              <a:gd name="connsiteY5" fmla="*/ 0 h 622300"/>
              <a:gd name="connsiteX0" fmla="*/ 715618 w 1536700"/>
              <a:gd name="connsiteY0" fmla="*/ 0 h 546940"/>
              <a:gd name="connsiteX1" fmla="*/ 0 w 1536700"/>
              <a:gd name="connsiteY1" fmla="*/ 228600 h 546940"/>
              <a:gd name="connsiteX2" fmla="*/ 1536700 w 1536700"/>
              <a:gd name="connsiteY2" fmla="*/ 546100 h 546940"/>
              <a:gd name="connsiteX3" fmla="*/ 677518 w 1536700"/>
              <a:gd name="connsiteY3" fmla="*/ 127000 h 546940"/>
              <a:gd name="connsiteX4" fmla="*/ 715618 w 1536700"/>
              <a:gd name="connsiteY4" fmla="*/ 0 h 546940"/>
              <a:gd name="connsiteX0" fmla="*/ 715618 w 715618"/>
              <a:gd name="connsiteY0" fmla="*/ 0 h 787833"/>
              <a:gd name="connsiteX1" fmla="*/ 0 w 715618"/>
              <a:gd name="connsiteY1" fmla="*/ 228600 h 787833"/>
              <a:gd name="connsiteX2" fmla="*/ 139700 w 715618"/>
              <a:gd name="connsiteY2" fmla="*/ 787400 h 787833"/>
              <a:gd name="connsiteX3" fmla="*/ 677518 w 715618"/>
              <a:gd name="connsiteY3" fmla="*/ 127000 h 787833"/>
              <a:gd name="connsiteX4" fmla="*/ 715618 w 715618"/>
              <a:gd name="connsiteY4" fmla="*/ 0 h 787833"/>
              <a:gd name="connsiteX0" fmla="*/ 1285271 w 1285271"/>
              <a:gd name="connsiteY0" fmla="*/ 0 h 876667"/>
              <a:gd name="connsiteX1" fmla="*/ 569653 w 1285271"/>
              <a:gd name="connsiteY1" fmla="*/ 228600 h 876667"/>
              <a:gd name="connsiteX2" fmla="*/ 10853 w 1285271"/>
              <a:gd name="connsiteY2" fmla="*/ 876300 h 876667"/>
              <a:gd name="connsiteX3" fmla="*/ 1247171 w 1285271"/>
              <a:gd name="connsiteY3" fmla="*/ 127000 h 876667"/>
              <a:gd name="connsiteX4" fmla="*/ 1285271 w 1285271"/>
              <a:gd name="connsiteY4" fmla="*/ 0 h 876667"/>
              <a:gd name="connsiteX0" fmla="*/ 1274418 w 1274418"/>
              <a:gd name="connsiteY0" fmla="*/ 0 h 876300"/>
              <a:gd name="connsiteX1" fmla="*/ 0 w 1274418"/>
              <a:gd name="connsiteY1" fmla="*/ 876300 h 876300"/>
              <a:gd name="connsiteX2" fmla="*/ 1236318 w 1274418"/>
              <a:gd name="connsiteY2" fmla="*/ 127000 h 876300"/>
              <a:gd name="connsiteX3" fmla="*/ 1274418 w 1274418"/>
              <a:gd name="connsiteY3" fmla="*/ 0 h 876300"/>
              <a:gd name="connsiteX0" fmla="*/ 1274418 w 1274418"/>
              <a:gd name="connsiteY0" fmla="*/ 0 h 838200"/>
              <a:gd name="connsiteX1" fmla="*/ 0 w 1274418"/>
              <a:gd name="connsiteY1" fmla="*/ 838200 h 838200"/>
              <a:gd name="connsiteX2" fmla="*/ 1236318 w 1274418"/>
              <a:gd name="connsiteY2" fmla="*/ 127000 h 838200"/>
              <a:gd name="connsiteX3" fmla="*/ 1274418 w 1274418"/>
              <a:gd name="connsiteY3" fmla="*/ 0 h 838200"/>
              <a:gd name="connsiteX0" fmla="*/ 1296297 w 1296297"/>
              <a:gd name="connsiteY0" fmla="*/ 0 h 1007059"/>
              <a:gd name="connsiteX1" fmla="*/ 21879 w 1296297"/>
              <a:gd name="connsiteY1" fmla="*/ 838200 h 1007059"/>
              <a:gd name="connsiteX2" fmla="*/ 1258197 w 1296297"/>
              <a:gd name="connsiteY2" fmla="*/ 127000 h 1007059"/>
              <a:gd name="connsiteX3" fmla="*/ 1296297 w 1296297"/>
              <a:gd name="connsiteY3" fmla="*/ 0 h 1007059"/>
              <a:gd name="connsiteX0" fmla="*/ 1274418 w 1274418"/>
              <a:gd name="connsiteY0" fmla="*/ 0 h 838200"/>
              <a:gd name="connsiteX1" fmla="*/ 0 w 1274418"/>
              <a:gd name="connsiteY1" fmla="*/ 838200 h 838200"/>
              <a:gd name="connsiteX2" fmla="*/ 1236318 w 1274418"/>
              <a:gd name="connsiteY2" fmla="*/ 127000 h 838200"/>
              <a:gd name="connsiteX3" fmla="*/ 1274418 w 1274418"/>
              <a:gd name="connsiteY3" fmla="*/ 0 h 838200"/>
              <a:gd name="connsiteX0" fmla="*/ 1274418 w 1274418"/>
              <a:gd name="connsiteY0" fmla="*/ 0 h 1298839"/>
              <a:gd name="connsiteX1" fmla="*/ 0 w 1274418"/>
              <a:gd name="connsiteY1" fmla="*/ 838200 h 1298839"/>
              <a:gd name="connsiteX2" fmla="*/ 1236318 w 1274418"/>
              <a:gd name="connsiteY2" fmla="*/ 127000 h 1298839"/>
              <a:gd name="connsiteX3" fmla="*/ 1274418 w 1274418"/>
              <a:gd name="connsiteY3" fmla="*/ 0 h 1298839"/>
              <a:gd name="connsiteX0" fmla="*/ 715618 w 715618"/>
              <a:gd name="connsiteY0" fmla="*/ 0 h 858968"/>
              <a:gd name="connsiteX1" fmla="*/ 0 w 715618"/>
              <a:gd name="connsiteY1" fmla="*/ 279400 h 858968"/>
              <a:gd name="connsiteX2" fmla="*/ 677518 w 715618"/>
              <a:gd name="connsiteY2" fmla="*/ 127000 h 858968"/>
              <a:gd name="connsiteX3" fmla="*/ 715618 w 715618"/>
              <a:gd name="connsiteY3" fmla="*/ 0 h 858968"/>
              <a:gd name="connsiteX0" fmla="*/ 715618 w 715618"/>
              <a:gd name="connsiteY0" fmla="*/ 0 h 351420"/>
              <a:gd name="connsiteX1" fmla="*/ 0 w 715618"/>
              <a:gd name="connsiteY1" fmla="*/ 279400 h 351420"/>
              <a:gd name="connsiteX2" fmla="*/ 677518 w 715618"/>
              <a:gd name="connsiteY2" fmla="*/ 127000 h 351420"/>
              <a:gd name="connsiteX3" fmla="*/ 715618 w 715618"/>
              <a:gd name="connsiteY3" fmla="*/ 0 h 351420"/>
              <a:gd name="connsiteX0" fmla="*/ 753718 w 753718"/>
              <a:gd name="connsiteY0" fmla="*/ 0 h 369711"/>
              <a:gd name="connsiteX1" fmla="*/ 0 w 753718"/>
              <a:gd name="connsiteY1" fmla="*/ 304800 h 369711"/>
              <a:gd name="connsiteX2" fmla="*/ 715618 w 753718"/>
              <a:gd name="connsiteY2" fmla="*/ 127000 h 369711"/>
              <a:gd name="connsiteX3" fmla="*/ 753718 w 753718"/>
              <a:gd name="connsiteY3" fmla="*/ 0 h 369711"/>
              <a:gd name="connsiteX0" fmla="*/ 753718 w 753718"/>
              <a:gd name="connsiteY0" fmla="*/ 0 h 369711"/>
              <a:gd name="connsiteX1" fmla="*/ 0 w 753718"/>
              <a:gd name="connsiteY1" fmla="*/ 304800 h 369711"/>
              <a:gd name="connsiteX2" fmla="*/ 715618 w 753718"/>
              <a:gd name="connsiteY2" fmla="*/ 127000 h 369711"/>
              <a:gd name="connsiteX3" fmla="*/ 753718 w 753718"/>
              <a:gd name="connsiteY3" fmla="*/ 0 h 369711"/>
              <a:gd name="connsiteX0" fmla="*/ 880718 w 880718"/>
              <a:gd name="connsiteY0" fmla="*/ 23709 h 334606"/>
              <a:gd name="connsiteX1" fmla="*/ 0 w 880718"/>
              <a:gd name="connsiteY1" fmla="*/ 239609 h 334606"/>
              <a:gd name="connsiteX2" fmla="*/ 842618 w 880718"/>
              <a:gd name="connsiteY2" fmla="*/ 150709 h 334606"/>
              <a:gd name="connsiteX3" fmla="*/ 880718 w 880718"/>
              <a:gd name="connsiteY3" fmla="*/ 23709 h 334606"/>
              <a:gd name="connsiteX0" fmla="*/ 880718 w 880718"/>
              <a:gd name="connsiteY0" fmla="*/ 0 h 310897"/>
              <a:gd name="connsiteX1" fmla="*/ 0 w 880718"/>
              <a:gd name="connsiteY1" fmla="*/ 215900 h 310897"/>
              <a:gd name="connsiteX2" fmla="*/ 842618 w 880718"/>
              <a:gd name="connsiteY2" fmla="*/ 127000 h 310897"/>
              <a:gd name="connsiteX3" fmla="*/ 880718 w 880718"/>
              <a:gd name="connsiteY3" fmla="*/ 0 h 310897"/>
              <a:gd name="connsiteX0" fmla="*/ 880718 w 880718"/>
              <a:gd name="connsiteY0" fmla="*/ 0 h 310897"/>
              <a:gd name="connsiteX1" fmla="*/ 0 w 880718"/>
              <a:gd name="connsiteY1" fmla="*/ 215900 h 310897"/>
              <a:gd name="connsiteX2" fmla="*/ 842618 w 880718"/>
              <a:gd name="connsiteY2" fmla="*/ 127000 h 310897"/>
              <a:gd name="connsiteX3" fmla="*/ 880718 w 880718"/>
              <a:gd name="connsiteY3" fmla="*/ 0 h 310897"/>
              <a:gd name="connsiteX0" fmla="*/ 880718 w 880718"/>
              <a:gd name="connsiteY0" fmla="*/ 0 h 276319"/>
              <a:gd name="connsiteX1" fmla="*/ 0 w 880718"/>
              <a:gd name="connsiteY1" fmla="*/ 215900 h 276319"/>
              <a:gd name="connsiteX2" fmla="*/ 842618 w 880718"/>
              <a:gd name="connsiteY2" fmla="*/ 127000 h 276319"/>
              <a:gd name="connsiteX3" fmla="*/ 880718 w 880718"/>
              <a:gd name="connsiteY3" fmla="*/ 0 h 276319"/>
              <a:gd name="connsiteX0" fmla="*/ 880718 w 880718"/>
              <a:gd name="connsiteY0" fmla="*/ 0 h 242096"/>
              <a:gd name="connsiteX1" fmla="*/ 0 w 880718"/>
              <a:gd name="connsiteY1" fmla="*/ 215900 h 242096"/>
              <a:gd name="connsiteX2" fmla="*/ 842618 w 880718"/>
              <a:gd name="connsiteY2" fmla="*/ 127000 h 242096"/>
              <a:gd name="connsiteX3" fmla="*/ 880718 w 880718"/>
              <a:gd name="connsiteY3" fmla="*/ 0 h 242096"/>
              <a:gd name="connsiteX0" fmla="*/ 1312518 w 1312518"/>
              <a:gd name="connsiteY0" fmla="*/ 0 h 212873"/>
              <a:gd name="connsiteX1" fmla="*/ 0 w 1312518"/>
              <a:gd name="connsiteY1" fmla="*/ 165100 h 212873"/>
              <a:gd name="connsiteX2" fmla="*/ 1274418 w 1312518"/>
              <a:gd name="connsiteY2" fmla="*/ 127000 h 212873"/>
              <a:gd name="connsiteX3" fmla="*/ 1312518 w 1312518"/>
              <a:gd name="connsiteY3" fmla="*/ 0 h 212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2518" h="212873">
                <a:moveTo>
                  <a:pt x="1312518" y="0"/>
                </a:moveTo>
                <a:cubicBezTo>
                  <a:pt x="1052812" y="101600"/>
                  <a:pt x="56506" y="12700"/>
                  <a:pt x="0" y="165100"/>
                </a:cubicBezTo>
                <a:cubicBezTo>
                  <a:pt x="81906" y="207433"/>
                  <a:pt x="849612" y="262467"/>
                  <a:pt x="1274418" y="127000"/>
                </a:cubicBezTo>
                <a:lnTo>
                  <a:pt x="1312518" y="0"/>
                </a:lnTo>
                <a:close/>
              </a:path>
            </a:pathLst>
          </a:custGeom>
          <a:solidFill>
            <a:srgbClr val="09B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10">
            <a:extLst>
              <a:ext uri="{FF2B5EF4-FFF2-40B4-BE49-F238E27FC236}">
                <a16:creationId xmlns:a16="http://schemas.microsoft.com/office/drawing/2014/main" id="{E6C2338C-925D-47C3-8566-1D1FCD6DB97B}"/>
              </a:ext>
            </a:extLst>
          </p:cNvPr>
          <p:cNvSpPr/>
          <p:nvPr/>
        </p:nvSpPr>
        <p:spPr>
          <a:xfrm>
            <a:off x="7237985" y="1778386"/>
            <a:ext cx="2983011" cy="4891657"/>
          </a:xfrm>
          <a:custGeom>
            <a:avLst/>
            <a:gdLst>
              <a:gd name="connsiteX0" fmla="*/ 0 w 980662"/>
              <a:gd name="connsiteY0" fmla="*/ 0 h 228600"/>
              <a:gd name="connsiteX1" fmla="*/ 980662 w 980662"/>
              <a:gd name="connsiteY1" fmla="*/ 0 h 228600"/>
              <a:gd name="connsiteX2" fmla="*/ 980662 w 980662"/>
              <a:gd name="connsiteY2" fmla="*/ 228600 h 228600"/>
              <a:gd name="connsiteX3" fmla="*/ 0 w 980662"/>
              <a:gd name="connsiteY3" fmla="*/ 228600 h 228600"/>
              <a:gd name="connsiteX4" fmla="*/ 0 w 980662"/>
              <a:gd name="connsiteY4" fmla="*/ 0 h 228600"/>
              <a:gd name="connsiteX0" fmla="*/ 670560 w 1651222"/>
              <a:gd name="connsiteY0" fmla="*/ 0 h 1516380"/>
              <a:gd name="connsiteX1" fmla="*/ 1651222 w 1651222"/>
              <a:gd name="connsiteY1" fmla="*/ 0 h 1516380"/>
              <a:gd name="connsiteX2" fmla="*/ 1651222 w 1651222"/>
              <a:gd name="connsiteY2" fmla="*/ 228600 h 1516380"/>
              <a:gd name="connsiteX3" fmla="*/ 0 w 1651222"/>
              <a:gd name="connsiteY3" fmla="*/ 1516380 h 1516380"/>
              <a:gd name="connsiteX4" fmla="*/ 670560 w 1651222"/>
              <a:gd name="connsiteY4" fmla="*/ 0 h 1516380"/>
              <a:gd name="connsiteX0" fmla="*/ 670560 w 2154142"/>
              <a:gd name="connsiteY0" fmla="*/ 0 h 1607820"/>
              <a:gd name="connsiteX1" fmla="*/ 1651222 w 2154142"/>
              <a:gd name="connsiteY1" fmla="*/ 0 h 1607820"/>
              <a:gd name="connsiteX2" fmla="*/ 2154142 w 2154142"/>
              <a:gd name="connsiteY2" fmla="*/ 1607820 h 1607820"/>
              <a:gd name="connsiteX3" fmla="*/ 0 w 2154142"/>
              <a:gd name="connsiteY3" fmla="*/ 1516380 h 1607820"/>
              <a:gd name="connsiteX4" fmla="*/ 670560 w 2154142"/>
              <a:gd name="connsiteY4" fmla="*/ 0 h 1607820"/>
              <a:gd name="connsiteX0" fmla="*/ 670560 w 2154142"/>
              <a:gd name="connsiteY0" fmla="*/ 0 h 1544320"/>
              <a:gd name="connsiteX1" fmla="*/ 1651222 w 2154142"/>
              <a:gd name="connsiteY1" fmla="*/ 0 h 1544320"/>
              <a:gd name="connsiteX2" fmla="*/ 2154142 w 2154142"/>
              <a:gd name="connsiteY2" fmla="*/ 1544320 h 1544320"/>
              <a:gd name="connsiteX3" fmla="*/ 0 w 2154142"/>
              <a:gd name="connsiteY3" fmla="*/ 1516380 h 1544320"/>
              <a:gd name="connsiteX4" fmla="*/ 670560 w 2154142"/>
              <a:gd name="connsiteY4" fmla="*/ 0 h 1544320"/>
              <a:gd name="connsiteX0" fmla="*/ 741018 w 2224600"/>
              <a:gd name="connsiteY0" fmla="*/ 0 h 3799907"/>
              <a:gd name="connsiteX1" fmla="*/ 1721680 w 2224600"/>
              <a:gd name="connsiteY1" fmla="*/ 0 h 3799907"/>
              <a:gd name="connsiteX2" fmla="*/ 2224600 w 2224600"/>
              <a:gd name="connsiteY2" fmla="*/ 1544320 h 3799907"/>
              <a:gd name="connsiteX3" fmla="*/ 0 w 2224600"/>
              <a:gd name="connsiteY3" fmla="*/ 3799840 h 3799907"/>
              <a:gd name="connsiteX4" fmla="*/ 70458 w 2224600"/>
              <a:gd name="connsiteY4" fmla="*/ 1516380 h 3799907"/>
              <a:gd name="connsiteX5" fmla="*/ 741018 w 2224600"/>
              <a:gd name="connsiteY5" fmla="*/ 0 h 3799907"/>
              <a:gd name="connsiteX0" fmla="*/ 741018 w 2391112"/>
              <a:gd name="connsiteY0" fmla="*/ 0 h 3925489"/>
              <a:gd name="connsiteX1" fmla="*/ 1721680 w 2391112"/>
              <a:gd name="connsiteY1" fmla="*/ 0 h 3925489"/>
              <a:gd name="connsiteX2" fmla="*/ 2224600 w 2391112"/>
              <a:gd name="connsiteY2" fmla="*/ 1544320 h 3925489"/>
              <a:gd name="connsiteX3" fmla="*/ 2209800 w 2391112"/>
              <a:gd name="connsiteY3" fmla="*/ 3736340 h 3925489"/>
              <a:gd name="connsiteX4" fmla="*/ 0 w 2391112"/>
              <a:gd name="connsiteY4" fmla="*/ 3799840 h 3925489"/>
              <a:gd name="connsiteX5" fmla="*/ 70458 w 2391112"/>
              <a:gd name="connsiteY5" fmla="*/ 1516380 h 3925489"/>
              <a:gd name="connsiteX6" fmla="*/ 741018 w 2391112"/>
              <a:gd name="connsiteY6" fmla="*/ 0 h 3925489"/>
              <a:gd name="connsiteX0" fmla="*/ 741018 w 2391112"/>
              <a:gd name="connsiteY0" fmla="*/ 0 h 3977169"/>
              <a:gd name="connsiteX1" fmla="*/ 1721680 w 2391112"/>
              <a:gd name="connsiteY1" fmla="*/ 0 h 3977169"/>
              <a:gd name="connsiteX2" fmla="*/ 2224600 w 2391112"/>
              <a:gd name="connsiteY2" fmla="*/ 1544320 h 3977169"/>
              <a:gd name="connsiteX3" fmla="*/ 2209800 w 2391112"/>
              <a:gd name="connsiteY3" fmla="*/ 3736340 h 3977169"/>
              <a:gd name="connsiteX4" fmla="*/ 0 w 2391112"/>
              <a:gd name="connsiteY4" fmla="*/ 3799840 h 3977169"/>
              <a:gd name="connsiteX5" fmla="*/ 70458 w 2391112"/>
              <a:gd name="connsiteY5" fmla="*/ 1516380 h 3977169"/>
              <a:gd name="connsiteX6" fmla="*/ 741018 w 2391112"/>
              <a:gd name="connsiteY6" fmla="*/ 0 h 3977169"/>
              <a:gd name="connsiteX0" fmla="*/ 741018 w 2391112"/>
              <a:gd name="connsiteY0" fmla="*/ 0 h 3932558"/>
              <a:gd name="connsiteX1" fmla="*/ 1721680 w 2391112"/>
              <a:gd name="connsiteY1" fmla="*/ 0 h 3932558"/>
              <a:gd name="connsiteX2" fmla="*/ 2224600 w 2391112"/>
              <a:gd name="connsiteY2" fmla="*/ 1544320 h 3932558"/>
              <a:gd name="connsiteX3" fmla="*/ 2209800 w 2391112"/>
              <a:gd name="connsiteY3" fmla="*/ 3736340 h 3932558"/>
              <a:gd name="connsiteX4" fmla="*/ 0 w 2391112"/>
              <a:gd name="connsiteY4" fmla="*/ 3799840 h 3932558"/>
              <a:gd name="connsiteX5" fmla="*/ 70458 w 2391112"/>
              <a:gd name="connsiteY5" fmla="*/ 1516380 h 3932558"/>
              <a:gd name="connsiteX6" fmla="*/ 741018 w 2391112"/>
              <a:gd name="connsiteY6" fmla="*/ 0 h 3932558"/>
              <a:gd name="connsiteX0" fmla="*/ 741018 w 2391112"/>
              <a:gd name="connsiteY0" fmla="*/ 0 h 3819690"/>
              <a:gd name="connsiteX1" fmla="*/ 1721680 w 2391112"/>
              <a:gd name="connsiteY1" fmla="*/ 0 h 3819690"/>
              <a:gd name="connsiteX2" fmla="*/ 2224600 w 2391112"/>
              <a:gd name="connsiteY2" fmla="*/ 1544320 h 3819690"/>
              <a:gd name="connsiteX3" fmla="*/ 2209800 w 2391112"/>
              <a:gd name="connsiteY3" fmla="*/ 3736340 h 3819690"/>
              <a:gd name="connsiteX4" fmla="*/ 0 w 2391112"/>
              <a:gd name="connsiteY4" fmla="*/ 3799840 h 3819690"/>
              <a:gd name="connsiteX5" fmla="*/ 70458 w 2391112"/>
              <a:gd name="connsiteY5" fmla="*/ 1516380 h 3819690"/>
              <a:gd name="connsiteX6" fmla="*/ 741018 w 2391112"/>
              <a:gd name="connsiteY6" fmla="*/ 0 h 3819690"/>
              <a:gd name="connsiteX0" fmla="*/ 741018 w 2270923"/>
              <a:gd name="connsiteY0" fmla="*/ 0 h 3819690"/>
              <a:gd name="connsiteX1" fmla="*/ 1721680 w 2270923"/>
              <a:gd name="connsiteY1" fmla="*/ 0 h 3819690"/>
              <a:gd name="connsiteX2" fmla="*/ 2224600 w 2270923"/>
              <a:gd name="connsiteY2" fmla="*/ 1544320 h 3819690"/>
              <a:gd name="connsiteX3" fmla="*/ 2209800 w 2270923"/>
              <a:gd name="connsiteY3" fmla="*/ 3736340 h 3819690"/>
              <a:gd name="connsiteX4" fmla="*/ 0 w 2270923"/>
              <a:gd name="connsiteY4" fmla="*/ 3799840 h 3819690"/>
              <a:gd name="connsiteX5" fmla="*/ 70458 w 2270923"/>
              <a:gd name="connsiteY5" fmla="*/ 1516380 h 3819690"/>
              <a:gd name="connsiteX6" fmla="*/ 741018 w 2270923"/>
              <a:gd name="connsiteY6" fmla="*/ 0 h 3819690"/>
              <a:gd name="connsiteX0" fmla="*/ 741018 w 2262272"/>
              <a:gd name="connsiteY0" fmla="*/ 0 h 3819690"/>
              <a:gd name="connsiteX1" fmla="*/ 1721680 w 2262272"/>
              <a:gd name="connsiteY1" fmla="*/ 0 h 3819690"/>
              <a:gd name="connsiteX2" fmla="*/ 2224600 w 2262272"/>
              <a:gd name="connsiteY2" fmla="*/ 1544320 h 3819690"/>
              <a:gd name="connsiteX3" fmla="*/ 2209800 w 2262272"/>
              <a:gd name="connsiteY3" fmla="*/ 3736340 h 3819690"/>
              <a:gd name="connsiteX4" fmla="*/ 0 w 2262272"/>
              <a:gd name="connsiteY4" fmla="*/ 3799840 h 3819690"/>
              <a:gd name="connsiteX5" fmla="*/ 70458 w 2262272"/>
              <a:gd name="connsiteY5" fmla="*/ 1516380 h 3819690"/>
              <a:gd name="connsiteX6" fmla="*/ 741018 w 2262272"/>
              <a:gd name="connsiteY6" fmla="*/ 0 h 3819690"/>
              <a:gd name="connsiteX0" fmla="*/ 741018 w 2262272"/>
              <a:gd name="connsiteY0" fmla="*/ 0 h 3833529"/>
              <a:gd name="connsiteX1" fmla="*/ 1721680 w 2262272"/>
              <a:gd name="connsiteY1" fmla="*/ 0 h 3833529"/>
              <a:gd name="connsiteX2" fmla="*/ 2224600 w 2262272"/>
              <a:gd name="connsiteY2" fmla="*/ 1544320 h 3833529"/>
              <a:gd name="connsiteX3" fmla="*/ 2209800 w 2262272"/>
              <a:gd name="connsiteY3" fmla="*/ 3774440 h 3833529"/>
              <a:gd name="connsiteX4" fmla="*/ 0 w 2262272"/>
              <a:gd name="connsiteY4" fmla="*/ 3799840 h 3833529"/>
              <a:gd name="connsiteX5" fmla="*/ 70458 w 2262272"/>
              <a:gd name="connsiteY5" fmla="*/ 1516380 h 3833529"/>
              <a:gd name="connsiteX6" fmla="*/ 741018 w 2262272"/>
              <a:gd name="connsiteY6" fmla="*/ 0 h 3833529"/>
              <a:gd name="connsiteX0" fmla="*/ 741018 w 2262272"/>
              <a:gd name="connsiteY0" fmla="*/ 0 h 3840102"/>
              <a:gd name="connsiteX1" fmla="*/ 1721680 w 2262272"/>
              <a:gd name="connsiteY1" fmla="*/ 0 h 3840102"/>
              <a:gd name="connsiteX2" fmla="*/ 2224600 w 2262272"/>
              <a:gd name="connsiteY2" fmla="*/ 1544320 h 3840102"/>
              <a:gd name="connsiteX3" fmla="*/ 2209800 w 2262272"/>
              <a:gd name="connsiteY3" fmla="*/ 3787140 h 3840102"/>
              <a:gd name="connsiteX4" fmla="*/ 0 w 2262272"/>
              <a:gd name="connsiteY4" fmla="*/ 3799840 h 3840102"/>
              <a:gd name="connsiteX5" fmla="*/ 70458 w 2262272"/>
              <a:gd name="connsiteY5" fmla="*/ 1516380 h 3840102"/>
              <a:gd name="connsiteX6" fmla="*/ 741018 w 2262272"/>
              <a:gd name="connsiteY6" fmla="*/ 0 h 3840102"/>
              <a:gd name="connsiteX0" fmla="*/ 741018 w 2262272"/>
              <a:gd name="connsiteY0" fmla="*/ 0 h 3840102"/>
              <a:gd name="connsiteX1" fmla="*/ 1721680 w 2262272"/>
              <a:gd name="connsiteY1" fmla="*/ 0 h 3840102"/>
              <a:gd name="connsiteX2" fmla="*/ 2224600 w 2262272"/>
              <a:gd name="connsiteY2" fmla="*/ 1544320 h 3840102"/>
              <a:gd name="connsiteX3" fmla="*/ 2209800 w 2262272"/>
              <a:gd name="connsiteY3" fmla="*/ 3787140 h 3840102"/>
              <a:gd name="connsiteX4" fmla="*/ 0 w 2262272"/>
              <a:gd name="connsiteY4" fmla="*/ 3799840 h 3840102"/>
              <a:gd name="connsiteX5" fmla="*/ 70458 w 2262272"/>
              <a:gd name="connsiteY5" fmla="*/ 1516380 h 3840102"/>
              <a:gd name="connsiteX6" fmla="*/ 741018 w 2262272"/>
              <a:gd name="connsiteY6" fmla="*/ 0 h 3840102"/>
              <a:gd name="connsiteX0" fmla="*/ 741018 w 2258405"/>
              <a:gd name="connsiteY0" fmla="*/ 0 h 3840102"/>
              <a:gd name="connsiteX1" fmla="*/ 1721680 w 2258405"/>
              <a:gd name="connsiteY1" fmla="*/ 0 h 3840102"/>
              <a:gd name="connsiteX2" fmla="*/ 2224600 w 2258405"/>
              <a:gd name="connsiteY2" fmla="*/ 1544320 h 3840102"/>
              <a:gd name="connsiteX3" fmla="*/ 2209800 w 2258405"/>
              <a:gd name="connsiteY3" fmla="*/ 3787140 h 3840102"/>
              <a:gd name="connsiteX4" fmla="*/ 0 w 2258405"/>
              <a:gd name="connsiteY4" fmla="*/ 3799840 h 3840102"/>
              <a:gd name="connsiteX5" fmla="*/ 70458 w 2258405"/>
              <a:gd name="connsiteY5" fmla="*/ 1516380 h 3840102"/>
              <a:gd name="connsiteX6" fmla="*/ 741018 w 2258405"/>
              <a:gd name="connsiteY6" fmla="*/ 0 h 3840102"/>
              <a:gd name="connsiteX0" fmla="*/ 741018 w 2237532"/>
              <a:gd name="connsiteY0" fmla="*/ 0 h 3840102"/>
              <a:gd name="connsiteX1" fmla="*/ 1721680 w 2237532"/>
              <a:gd name="connsiteY1" fmla="*/ 0 h 3840102"/>
              <a:gd name="connsiteX2" fmla="*/ 2224600 w 2237532"/>
              <a:gd name="connsiteY2" fmla="*/ 1544320 h 3840102"/>
              <a:gd name="connsiteX3" fmla="*/ 2209800 w 2237532"/>
              <a:gd name="connsiteY3" fmla="*/ 3787140 h 3840102"/>
              <a:gd name="connsiteX4" fmla="*/ 0 w 2237532"/>
              <a:gd name="connsiteY4" fmla="*/ 3799840 h 3840102"/>
              <a:gd name="connsiteX5" fmla="*/ 70458 w 2237532"/>
              <a:gd name="connsiteY5" fmla="*/ 1516380 h 3840102"/>
              <a:gd name="connsiteX6" fmla="*/ 741018 w 2237532"/>
              <a:gd name="connsiteY6" fmla="*/ 0 h 3840102"/>
              <a:gd name="connsiteX0" fmla="*/ 741018 w 2212164"/>
              <a:gd name="connsiteY0" fmla="*/ 0 h 3840102"/>
              <a:gd name="connsiteX1" fmla="*/ 1721680 w 2212164"/>
              <a:gd name="connsiteY1" fmla="*/ 0 h 3840102"/>
              <a:gd name="connsiteX2" fmla="*/ 1742000 w 2212164"/>
              <a:gd name="connsiteY2" fmla="*/ 1557020 h 3840102"/>
              <a:gd name="connsiteX3" fmla="*/ 2209800 w 2212164"/>
              <a:gd name="connsiteY3" fmla="*/ 3787140 h 3840102"/>
              <a:gd name="connsiteX4" fmla="*/ 0 w 2212164"/>
              <a:gd name="connsiteY4" fmla="*/ 3799840 h 3840102"/>
              <a:gd name="connsiteX5" fmla="*/ 70458 w 2212164"/>
              <a:gd name="connsiteY5" fmla="*/ 1516380 h 3840102"/>
              <a:gd name="connsiteX6" fmla="*/ 741018 w 2212164"/>
              <a:gd name="connsiteY6" fmla="*/ 0 h 3840102"/>
              <a:gd name="connsiteX0" fmla="*/ 741018 w 2212164"/>
              <a:gd name="connsiteY0" fmla="*/ 0 h 3840102"/>
              <a:gd name="connsiteX1" fmla="*/ 1721680 w 2212164"/>
              <a:gd name="connsiteY1" fmla="*/ 0 h 3840102"/>
              <a:gd name="connsiteX2" fmla="*/ 1742000 w 2212164"/>
              <a:gd name="connsiteY2" fmla="*/ 1557020 h 3840102"/>
              <a:gd name="connsiteX3" fmla="*/ 2209800 w 2212164"/>
              <a:gd name="connsiteY3" fmla="*/ 3787140 h 3840102"/>
              <a:gd name="connsiteX4" fmla="*/ 0 w 2212164"/>
              <a:gd name="connsiteY4" fmla="*/ 3799840 h 3840102"/>
              <a:gd name="connsiteX5" fmla="*/ 680058 w 2212164"/>
              <a:gd name="connsiteY5" fmla="*/ 1529080 h 3840102"/>
              <a:gd name="connsiteX6" fmla="*/ 741018 w 2212164"/>
              <a:gd name="connsiteY6" fmla="*/ 0 h 3840102"/>
              <a:gd name="connsiteX0" fmla="*/ 741018 w 2212164"/>
              <a:gd name="connsiteY0" fmla="*/ 0 h 3840102"/>
              <a:gd name="connsiteX1" fmla="*/ 1721680 w 2212164"/>
              <a:gd name="connsiteY1" fmla="*/ 0 h 3840102"/>
              <a:gd name="connsiteX2" fmla="*/ 1742000 w 2212164"/>
              <a:gd name="connsiteY2" fmla="*/ 1557020 h 3840102"/>
              <a:gd name="connsiteX3" fmla="*/ 2209800 w 2212164"/>
              <a:gd name="connsiteY3" fmla="*/ 3787140 h 3840102"/>
              <a:gd name="connsiteX4" fmla="*/ 0 w 2212164"/>
              <a:gd name="connsiteY4" fmla="*/ 3799840 h 3840102"/>
              <a:gd name="connsiteX5" fmla="*/ 680058 w 2212164"/>
              <a:gd name="connsiteY5" fmla="*/ 1529080 h 3840102"/>
              <a:gd name="connsiteX6" fmla="*/ 741018 w 2212164"/>
              <a:gd name="connsiteY6" fmla="*/ 0 h 3840102"/>
              <a:gd name="connsiteX0" fmla="*/ 741018 w 2214492"/>
              <a:gd name="connsiteY0" fmla="*/ 0 h 3840102"/>
              <a:gd name="connsiteX1" fmla="*/ 1721680 w 2214492"/>
              <a:gd name="connsiteY1" fmla="*/ 0 h 3840102"/>
              <a:gd name="connsiteX2" fmla="*/ 1742000 w 2214492"/>
              <a:gd name="connsiteY2" fmla="*/ 1557020 h 3840102"/>
              <a:gd name="connsiteX3" fmla="*/ 2209800 w 2214492"/>
              <a:gd name="connsiteY3" fmla="*/ 3787140 h 3840102"/>
              <a:gd name="connsiteX4" fmla="*/ 0 w 2214492"/>
              <a:gd name="connsiteY4" fmla="*/ 3799840 h 3840102"/>
              <a:gd name="connsiteX5" fmla="*/ 680058 w 2214492"/>
              <a:gd name="connsiteY5" fmla="*/ 1529080 h 3840102"/>
              <a:gd name="connsiteX6" fmla="*/ 741018 w 2214492"/>
              <a:gd name="connsiteY6" fmla="*/ 0 h 3840102"/>
              <a:gd name="connsiteX0" fmla="*/ 741018 w 2214492"/>
              <a:gd name="connsiteY0" fmla="*/ 0 h 3840102"/>
              <a:gd name="connsiteX1" fmla="*/ 1721680 w 2214492"/>
              <a:gd name="connsiteY1" fmla="*/ 0 h 3840102"/>
              <a:gd name="connsiteX2" fmla="*/ 1742000 w 2214492"/>
              <a:gd name="connsiteY2" fmla="*/ 1557020 h 3840102"/>
              <a:gd name="connsiteX3" fmla="*/ 2209800 w 2214492"/>
              <a:gd name="connsiteY3" fmla="*/ 3787140 h 3840102"/>
              <a:gd name="connsiteX4" fmla="*/ 0 w 2214492"/>
              <a:gd name="connsiteY4" fmla="*/ 3799840 h 3840102"/>
              <a:gd name="connsiteX5" fmla="*/ 680058 w 2214492"/>
              <a:gd name="connsiteY5" fmla="*/ 1529080 h 3840102"/>
              <a:gd name="connsiteX6" fmla="*/ 741018 w 2214492"/>
              <a:gd name="connsiteY6" fmla="*/ 0 h 3840102"/>
              <a:gd name="connsiteX0" fmla="*/ 741018 w 2214959"/>
              <a:gd name="connsiteY0" fmla="*/ 0 h 3840102"/>
              <a:gd name="connsiteX1" fmla="*/ 1721680 w 2214959"/>
              <a:gd name="connsiteY1" fmla="*/ 0 h 3840102"/>
              <a:gd name="connsiteX2" fmla="*/ 1742000 w 2214959"/>
              <a:gd name="connsiteY2" fmla="*/ 1557020 h 3840102"/>
              <a:gd name="connsiteX3" fmla="*/ 2209800 w 2214959"/>
              <a:gd name="connsiteY3" fmla="*/ 3787140 h 3840102"/>
              <a:gd name="connsiteX4" fmla="*/ 0 w 2214959"/>
              <a:gd name="connsiteY4" fmla="*/ 3799840 h 3840102"/>
              <a:gd name="connsiteX5" fmla="*/ 680058 w 2214959"/>
              <a:gd name="connsiteY5" fmla="*/ 1529080 h 3840102"/>
              <a:gd name="connsiteX6" fmla="*/ 741018 w 2214959"/>
              <a:gd name="connsiteY6" fmla="*/ 0 h 3840102"/>
              <a:gd name="connsiteX0" fmla="*/ 741018 w 2214480"/>
              <a:gd name="connsiteY0" fmla="*/ 0 h 3840102"/>
              <a:gd name="connsiteX1" fmla="*/ 1721680 w 2214480"/>
              <a:gd name="connsiteY1" fmla="*/ 0 h 3840102"/>
              <a:gd name="connsiteX2" fmla="*/ 1716600 w 2214480"/>
              <a:gd name="connsiteY2" fmla="*/ 1493520 h 3840102"/>
              <a:gd name="connsiteX3" fmla="*/ 2209800 w 2214480"/>
              <a:gd name="connsiteY3" fmla="*/ 3787140 h 3840102"/>
              <a:gd name="connsiteX4" fmla="*/ 0 w 2214480"/>
              <a:gd name="connsiteY4" fmla="*/ 3799840 h 3840102"/>
              <a:gd name="connsiteX5" fmla="*/ 680058 w 2214480"/>
              <a:gd name="connsiteY5" fmla="*/ 1529080 h 3840102"/>
              <a:gd name="connsiteX6" fmla="*/ 741018 w 2214480"/>
              <a:gd name="connsiteY6" fmla="*/ 0 h 3840102"/>
              <a:gd name="connsiteX0" fmla="*/ 741018 w 2352583"/>
              <a:gd name="connsiteY0" fmla="*/ 0 h 3840102"/>
              <a:gd name="connsiteX1" fmla="*/ 1721680 w 2352583"/>
              <a:gd name="connsiteY1" fmla="*/ 0 h 3840102"/>
              <a:gd name="connsiteX2" fmla="*/ 1716600 w 2352583"/>
              <a:gd name="connsiteY2" fmla="*/ 1493520 h 3840102"/>
              <a:gd name="connsiteX3" fmla="*/ 2349500 w 2352583"/>
              <a:gd name="connsiteY3" fmla="*/ 3787140 h 3840102"/>
              <a:gd name="connsiteX4" fmla="*/ 0 w 2352583"/>
              <a:gd name="connsiteY4" fmla="*/ 3799840 h 3840102"/>
              <a:gd name="connsiteX5" fmla="*/ 680058 w 2352583"/>
              <a:gd name="connsiteY5" fmla="*/ 1529080 h 3840102"/>
              <a:gd name="connsiteX6" fmla="*/ 741018 w 2352583"/>
              <a:gd name="connsiteY6" fmla="*/ 0 h 3840102"/>
              <a:gd name="connsiteX0" fmla="*/ 741018 w 2349500"/>
              <a:gd name="connsiteY0" fmla="*/ 0 h 3840102"/>
              <a:gd name="connsiteX1" fmla="*/ 1721680 w 2349500"/>
              <a:gd name="connsiteY1" fmla="*/ 0 h 3840102"/>
              <a:gd name="connsiteX2" fmla="*/ 1716600 w 2349500"/>
              <a:gd name="connsiteY2" fmla="*/ 1493520 h 3840102"/>
              <a:gd name="connsiteX3" fmla="*/ 2349500 w 2349500"/>
              <a:gd name="connsiteY3" fmla="*/ 3787140 h 3840102"/>
              <a:gd name="connsiteX4" fmla="*/ 0 w 2349500"/>
              <a:gd name="connsiteY4" fmla="*/ 3799840 h 3840102"/>
              <a:gd name="connsiteX5" fmla="*/ 680058 w 2349500"/>
              <a:gd name="connsiteY5" fmla="*/ 1529080 h 3840102"/>
              <a:gd name="connsiteX6" fmla="*/ 741018 w 2349500"/>
              <a:gd name="connsiteY6" fmla="*/ 0 h 3840102"/>
              <a:gd name="connsiteX0" fmla="*/ 741018 w 2349500"/>
              <a:gd name="connsiteY0" fmla="*/ 0 h 3840102"/>
              <a:gd name="connsiteX1" fmla="*/ 1721680 w 2349500"/>
              <a:gd name="connsiteY1" fmla="*/ 0 h 3840102"/>
              <a:gd name="connsiteX2" fmla="*/ 1716600 w 2349500"/>
              <a:gd name="connsiteY2" fmla="*/ 1557020 h 3840102"/>
              <a:gd name="connsiteX3" fmla="*/ 2349500 w 2349500"/>
              <a:gd name="connsiteY3" fmla="*/ 3787140 h 3840102"/>
              <a:gd name="connsiteX4" fmla="*/ 0 w 2349500"/>
              <a:gd name="connsiteY4" fmla="*/ 3799840 h 3840102"/>
              <a:gd name="connsiteX5" fmla="*/ 680058 w 2349500"/>
              <a:gd name="connsiteY5" fmla="*/ 1529080 h 3840102"/>
              <a:gd name="connsiteX6" fmla="*/ 741018 w 2349500"/>
              <a:gd name="connsiteY6" fmla="*/ 0 h 3840102"/>
              <a:gd name="connsiteX0" fmla="*/ 741018 w 2349500"/>
              <a:gd name="connsiteY0" fmla="*/ 0 h 3840102"/>
              <a:gd name="connsiteX1" fmla="*/ 1721680 w 2349500"/>
              <a:gd name="connsiteY1" fmla="*/ 0 h 3840102"/>
              <a:gd name="connsiteX2" fmla="*/ 1716600 w 2349500"/>
              <a:gd name="connsiteY2" fmla="*/ 1557020 h 3840102"/>
              <a:gd name="connsiteX3" fmla="*/ 2349500 w 2349500"/>
              <a:gd name="connsiteY3" fmla="*/ 3787140 h 3840102"/>
              <a:gd name="connsiteX4" fmla="*/ 0 w 2349500"/>
              <a:gd name="connsiteY4" fmla="*/ 3799840 h 3840102"/>
              <a:gd name="connsiteX5" fmla="*/ 680058 w 2349500"/>
              <a:gd name="connsiteY5" fmla="*/ 1529080 h 3840102"/>
              <a:gd name="connsiteX6" fmla="*/ 741018 w 2349500"/>
              <a:gd name="connsiteY6" fmla="*/ 0 h 3840102"/>
              <a:gd name="connsiteX0" fmla="*/ 741018 w 2349500"/>
              <a:gd name="connsiteY0" fmla="*/ 12700 h 3852802"/>
              <a:gd name="connsiteX1" fmla="*/ 1683580 w 2349500"/>
              <a:gd name="connsiteY1" fmla="*/ 0 h 3852802"/>
              <a:gd name="connsiteX2" fmla="*/ 1716600 w 2349500"/>
              <a:gd name="connsiteY2" fmla="*/ 1569720 h 3852802"/>
              <a:gd name="connsiteX3" fmla="*/ 2349500 w 2349500"/>
              <a:gd name="connsiteY3" fmla="*/ 3799840 h 3852802"/>
              <a:gd name="connsiteX4" fmla="*/ 0 w 2349500"/>
              <a:gd name="connsiteY4" fmla="*/ 3812540 h 3852802"/>
              <a:gd name="connsiteX5" fmla="*/ 680058 w 2349500"/>
              <a:gd name="connsiteY5" fmla="*/ 1541780 h 3852802"/>
              <a:gd name="connsiteX6" fmla="*/ 741018 w 2349500"/>
              <a:gd name="connsiteY6" fmla="*/ 12700 h 3852802"/>
              <a:gd name="connsiteX0" fmla="*/ 741018 w 2349500"/>
              <a:gd name="connsiteY0" fmla="*/ 12700 h 3852802"/>
              <a:gd name="connsiteX1" fmla="*/ 1683580 w 2349500"/>
              <a:gd name="connsiteY1" fmla="*/ 0 h 3852802"/>
              <a:gd name="connsiteX2" fmla="*/ 1691200 w 2349500"/>
              <a:gd name="connsiteY2" fmla="*/ 1518920 h 3852802"/>
              <a:gd name="connsiteX3" fmla="*/ 2349500 w 2349500"/>
              <a:gd name="connsiteY3" fmla="*/ 3799840 h 3852802"/>
              <a:gd name="connsiteX4" fmla="*/ 0 w 2349500"/>
              <a:gd name="connsiteY4" fmla="*/ 3812540 h 3852802"/>
              <a:gd name="connsiteX5" fmla="*/ 680058 w 2349500"/>
              <a:gd name="connsiteY5" fmla="*/ 1541780 h 3852802"/>
              <a:gd name="connsiteX6" fmla="*/ 741018 w 2349500"/>
              <a:gd name="connsiteY6" fmla="*/ 12700 h 3852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49500" h="3852802">
                <a:moveTo>
                  <a:pt x="741018" y="12700"/>
                </a:moveTo>
                <a:lnTo>
                  <a:pt x="1683580" y="0"/>
                </a:lnTo>
                <a:cubicBezTo>
                  <a:pt x="1681887" y="497840"/>
                  <a:pt x="1692893" y="1021080"/>
                  <a:pt x="1691200" y="1518920"/>
                </a:cubicBezTo>
                <a:cubicBezTo>
                  <a:pt x="1996920" y="2217843"/>
                  <a:pt x="2059867" y="3157220"/>
                  <a:pt x="2349500" y="3799840"/>
                </a:cubicBezTo>
                <a:cubicBezTo>
                  <a:pt x="2016833" y="3883660"/>
                  <a:pt x="276124" y="3852333"/>
                  <a:pt x="0" y="3812540"/>
                </a:cubicBezTo>
                <a:cubicBezTo>
                  <a:pt x="226686" y="3055620"/>
                  <a:pt x="212072" y="2260600"/>
                  <a:pt x="680058" y="1541780"/>
                </a:cubicBezTo>
                <a:lnTo>
                  <a:pt x="741018" y="12700"/>
                </a:lnTo>
                <a:close/>
              </a:path>
            </a:pathLst>
          </a:cu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6EDA422A-C54B-4416-AC33-34DC326E56DD}"/>
              </a:ext>
            </a:extLst>
          </p:cNvPr>
          <p:cNvGrpSpPr/>
          <p:nvPr/>
        </p:nvGrpSpPr>
        <p:grpSpPr>
          <a:xfrm>
            <a:off x="7164193" y="1686478"/>
            <a:ext cx="2785593" cy="5171522"/>
            <a:chOff x="6667757" y="628800"/>
            <a:chExt cx="2194009" cy="4073231"/>
          </a:xfrm>
        </p:grpSpPr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2B73F0DF-8D73-4681-8450-E3B0150FCB7F}"/>
                </a:ext>
              </a:extLst>
            </p:cNvPr>
            <p:cNvSpPr/>
            <p:nvPr/>
          </p:nvSpPr>
          <p:spPr>
            <a:xfrm rot="20407516">
              <a:off x="7953388" y="628800"/>
              <a:ext cx="566782" cy="858536"/>
            </a:xfrm>
            <a:custGeom>
              <a:avLst/>
              <a:gdLst>
                <a:gd name="connsiteX0" fmla="*/ 566782 w 566782"/>
                <a:gd name="connsiteY0" fmla="*/ 150517 h 858536"/>
                <a:gd name="connsiteX1" fmla="*/ 439168 w 566782"/>
                <a:gd name="connsiteY1" fmla="*/ 505634 h 858536"/>
                <a:gd name="connsiteX2" fmla="*/ 314819 w 566782"/>
                <a:gd name="connsiteY2" fmla="*/ 858536 h 858536"/>
                <a:gd name="connsiteX3" fmla="*/ 230528 w 566782"/>
                <a:gd name="connsiteY3" fmla="*/ 810846 h 858536"/>
                <a:gd name="connsiteX4" fmla="*/ 0 w 566782"/>
                <a:gd name="connsiteY4" fmla="*/ 358903 h 858536"/>
                <a:gd name="connsiteX5" fmla="*/ 89298 w 566782"/>
                <a:gd name="connsiteY5" fmla="*/ 54175 h 858536"/>
                <a:gd name="connsiteX6" fmla="*/ 132180 w 566782"/>
                <a:gd name="connsiteY6" fmla="*/ 0 h 858536"/>
                <a:gd name="connsiteX7" fmla="*/ 566782 w 566782"/>
                <a:gd name="connsiteY7" fmla="*/ 150517 h 858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66782" h="858536">
                  <a:moveTo>
                    <a:pt x="566782" y="150517"/>
                  </a:moveTo>
                  <a:cubicBezTo>
                    <a:pt x="524072" y="267421"/>
                    <a:pt x="481568" y="386086"/>
                    <a:pt x="439168" y="505634"/>
                  </a:cubicBezTo>
                  <a:lnTo>
                    <a:pt x="314819" y="858536"/>
                  </a:lnTo>
                  <a:lnTo>
                    <a:pt x="230528" y="810846"/>
                  </a:lnTo>
                  <a:cubicBezTo>
                    <a:pt x="91445" y="712901"/>
                    <a:pt x="1" y="547033"/>
                    <a:pt x="0" y="358903"/>
                  </a:cubicBezTo>
                  <a:cubicBezTo>
                    <a:pt x="0" y="246025"/>
                    <a:pt x="32920" y="141162"/>
                    <a:pt x="89298" y="54175"/>
                  </a:cubicBezTo>
                  <a:lnTo>
                    <a:pt x="132180" y="0"/>
                  </a:lnTo>
                  <a:lnTo>
                    <a:pt x="566782" y="150517"/>
                  </a:lnTo>
                  <a:close/>
                </a:path>
              </a:pathLst>
            </a:cu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484FB646-ECE8-4E8A-BFB1-86C26DCAF2CD}"/>
                </a:ext>
              </a:extLst>
            </p:cNvPr>
            <p:cNvSpPr/>
            <p:nvPr/>
          </p:nvSpPr>
          <p:spPr>
            <a:xfrm rot="20407516">
              <a:off x="7610824" y="1288038"/>
              <a:ext cx="243810" cy="254140"/>
            </a:xfrm>
            <a:custGeom>
              <a:avLst/>
              <a:gdLst>
                <a:gd name="connsiteX0" fmla="*/ 169356 w 243810"/>
                <a:gd name="connsiteY0" fmla="*/ 9986 h 254140"/>
                <a:gd name="connsiteX1" fmla="*/ 243810 w 243810"/>
                <a:gd name="connsiteY1" fmla="*/ 127070 h 254140"/>
                <a:gd name="connsiteX2" fmla="*/ 121906 w 243810"/>
                <a:gd name="connsiteY2" fmla="*/ 254140 h 254140"/>
                <a:gd name="connsiteX3" fmla="*/ 0 w 243810"/>
                <a:gd name="connsiteY3" fmla="*/ 127070 h 254140"/>
                <a:gd name="connsiteX4" fmla="*/ 121905 w 243810"/>
                <a:gd name="connsiteY4" fmla="*/ 0 h 254140"/>
                <a:gd name="connsiteX5" fmla="*/ 169356 w 243810"/>
                <a:gd name="connsiteY5" fmla="*/ 9986 h 254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810" h="254140">
                  <a:moveTo>
                    <a:pt x="169356" y="9986"/>
                  </a:moveTo>
                  <a:cubicBezTo>
                    <a:pt x="213110" y="29276"/>
                    <a:pt x="243810" y="74435"/>
                    <a:pt x="243810" y="127070"/>
                  </a:cubicBezTo>
                  <a:cubicBezTo>
                    <a:pt x="243811" y="197249"/>
                    <a:pt x="189231" y="254140"/>
                    <a:pt x="121906" y="254140"/>
                  </a:cubicBezTo>
                  <a:cubicBezTo>
                    <a:pt x="54580" y="254140"/>
                    <a:pt x="1" y="197249"/>
                    <a:pt x="0" y="127070"/>
                  </a:cubicBezTo>
                  <a:cubicBezTo>
                    <a:pt x="1" y="56891"/>
                    <a:pt x="54579" y="0"/>
                    <a:pt x="121905" y="0"/>
                  </a:cubicBezTo>
                  <a:cubicBezTo>
                    <a:pt x="138737" y="0"/>
                    <a:pt x="154772" y="3556"/>
                    <a:pt x="169356" y="9986"/>
                  </a:cubicBezTo>
                  <a:close/>
                </a:path>
              </a:pathLst>
            </a:cu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CDED4B70-FAE4-44E9-9F10-154DB299AD27}"/>
                </a:ext>
              </a:extLst>
            </p:cNvPr>
            <p:cNvSpPr/>
            <p:nvPr/>
          </p:nvSpPr>
          <p:spPr>
            <a:xfrm rot="20407516">
              <a:off x="6918948" y="2089165"/>
              <a:ext cx="761998" cy="867276"/>
            </a:xfrm>
            <a:custGeom>
              <a:avLst/>
              <a:gdLst>
                <a:gd name="connsiteX0" fmla="*/ 658828 w 761998"/>
                <a:gd name="connsiteY0" fmla="*/ 0 h 867276"/>
                <a:gd name="connsiteX1" fmla="*/ 672700 w 761998"/>
                <a:gd name="connsiteY1" fmla="*/ 17525 h 867276"/>
                <a:gd name="connsiteX2" fmla="*/ 761997 w 761998"/>
                <a:gd name="connsiteY2" fmla="*/ 322252 h 867276"/>
                <a:gd name="connsiteX3" fmla="*/ 239129 w 761998"/>
                <a:gd name="connsiteY3" fmla="*/ 867276 h 867276"/>
                <a:gd name="connsiteX4" fmla="*/ 35606 w 761998"/>
                <a:gd name="connsiteY4" fmla="*/ 824446 h 867276"/>
                <a:gd name="connsiteX5" fmla="*/ 0 w 761998"/>
                <a:gd name="connsiteY5" fmla="*/ 804300 h 867276"/>
                <a:gd name="connsiteX6" fmla="*/ 132326 w 761998"/>
                <a:gd name="connsiteY6" fmla="*/ 631026 h 867276"/>
                <a:gd name="connsiteX7" fmla="*/ 575479 w 761998"/>
                <a:gd name="connsiteY7" fmla="*/ 204671 h 867276"/>
                <a:gd name="connsiteX8" fmla="*/ 658828 w 761998"/>
                <a:gd name="connsiteY8" fmla="*/ 0 h 867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998" h="867276">
                  <a:moveTo>
                    <a:pt x="658828" y="0"/>
                  </a:moveTo>
                  <a:lnTo>
                    <a:pt x="672700" y="17525"/>
                  </a:lnTo>
                  <a:cubicBezTo>
                    <a:pt x="729077" y="104511"/>
                    <a:pt x="761997" y="209374"/>
                    <a:pt x="761997" y="322252"/>
                  </a:cubicBezTo>
                  <a:cubicBezTo>
                    <a:pt x="761998" y="623261"/>
                    <a:pt x="527902" y="867276"/>
                    <a:pt x="239129" y="867276"/>
                  </a:cubicBezTo>
                  <a:cubicBezTo>
                    <a:pt x="166936" y="867276"/>
                    <a:pt x="98161" y="852025"/>
                    <a:pt x="35606" y="824446"/>
                  </a:cubicBezTo>
                  <a:lnTo>
                    <a:pt x="0" y="804300"/>
                  </a:lnTo>
                  <a:lnTo>
                    <a:pt x="132326" y="631026"/>
                  </a:lnTo>
                  <a:cubicBezTo>
                    <a:pt x="259983" y="477857"/>
                    <a:pt x="404358" y="333898"/>
                    <a:pt x="575479" y="204671"/>
                  </a:cubicBezTo>
                  <a:lnTo>
                    <a:pt x="658828" y="0"/>
                  </a:lnTo>
                  <a:close/>
                </a:path>
              </a:pathLst>
            </a:cu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DC0E480D-2563-45F1-A01B-F69EBBC6EA89}"/>
                </a:ext>
              </a:extLst>
            </p:cNvPr>
            <p:cNvSpPr/>
            <p:nvPr/>
          </p:nvSpPr>
          <p:spPr>
            <a:xfrm rot="20407516">
              <a:off x="8074534" y="2359935"/>
              <a:ext cx="243810" cy="254140"/>
            </a:xfrm>
            <a:custGeom>
              <a:avLst/>
              <a:gdLst>
                <a:gd name="connsiteX0" fmla="*/ 169356 w 243810"/>
                <a:gd name="connsiteY0" fmla="*/ 9986 h 254140"/>
                <a:gd name="connsiteX1" fmla="*/ 243810 w 243810"/>
                <a:gd name="connsiteY1" fmla="*/ 127070 h 254140"/>
                <a:gd name="connsiteX2" fmla="*/ 121906 w 243810"/>
                <a:gd name="connsiteY2" fmla="*/ 254140 h 254140"/>
                <a:gd name="connsiteX3" fmla="*/ 0 w 243810"/>
                <a:gd name="connsiteY3" fmla="*/ 127070 h 254140"/>
                <a:gd name="connsiteX4" fmla="*/ 121906 w 243810"/>
                <a:gd name="connsiteY4" fmla="*/ 0 h 254140"/>
                <a:gd name="connsiteX5" fmla="*/ 169356 w 243810"/>
                <a:gd name="connsiteY5" fmla="*/ 9986 h 254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810" h="254140">
                  <a:moveTo>
                    <a:pt x="169356" y="9986"/>
                  </a:moveTo>
                  <a:cubicBezTo>
                    <a:pt x="213110" y="29276"/>
                    <a:pt x="243810" y="74436"/>
                    <a:pt x="243810" y="127070"/>
                  </a:cubicBezTo>
                  <a:cubicBezTo>
                    <a:pt x="243811" y="197250"/>
                    <a:pt x="189231" y="254140"/>
                    <a:pt x="121906" y="254140"/>
                  </a:cubicBezTo>
                  <a:cubicBezTo>
                    <a:pt x="54580" y="254140"/>
                    <a:pt x="1" y="197249"/>
                    <a:pt x="0" y="127070"/>
                  </a:cubicBezTo>
                  <a:cubicBezTo>
                    <a:pt x="1" y="56891"/>
                    <a:pt x="54579" y="0"/>
                    <a:pt x="121906" y="0"/>
                  </a:cubicBezTo>
                  <a:cubicBezTo>
                    <a:pt x="138737" y="0"/>
                    <a:pt x="154772" y="3556"/>
                    <a:pt x="169356" y="9986"/>
                  </a:cubicBezTo>
                  <a:close/>
                </a:path>
              </a:pathLst>
            </a:cu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0306A5F1-D4B6-4B5B-B813-8CED186AF784}"/>
                </a:ext>
              </a:extLst>
            </p:cNvPr>
            <p:cNvSpPr/>
            <p:nvPr/>
          </p:nvSpPr>
          <p:spPr>
            <a:xfrm rot="20407516">
              <a:off x="8483603" y="3108985"/>
              <a:ext cx="378163" cy="994151"/>
            </a:xfrm>
            <a:custGeom>
              <a:avLst/>
              <a:gdLst>
                <a:gd name="connsiteX0" fmla="*/ 378163 w 378163"/>
                <a:gd name="connsiteY0" fmla="*/ 0 h 994151"/>
                <a:gd name="connsiteX1" fmla="*/ 377793 w 378163"/>
                <a:gd name="connsiteY1" fmla="*/ 3680 h 994151"/>
                <a:gd name="connsiteX2" fmla="*/ 271906 w 378163"/>
                <a:gd name="connsiteY2" fmla="*/ 914223 h 994151"/>
                <a:gd name="connsiteX3" fmla="*/ 267616 w 378163"/>
                <a:gd name="connsiteY3" fmla="*/ 994151 h 994151"/>
                <a:gd name="connsiteX4" fmla="*/ 230528 w 378163"/>
                <a:gd name="connsiteY4" fmla="*/ 973167 h 994151"/>
                <a:gd name="connsiteX5" fmla="*/ 1 w 378163"/>
                <a:gd name="connsiteY5" fmla="*/ 521225 h 994151"/>
                <a:gd name="connsiteX6" fmla="*/ 319346 w 378163"/>
                <a:gd name="connsiteY6" fmla="*/ 19031 h 994151"/>
                <a:gd name="connsiteX7" fmla="*/ 378163 w 378163"/>
                <a:gd name="connsiteY7" fmla="*/ 0 h 994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8163" h="994151">
                  <a:moveTo>
                    <a:pt x="378163" y="0"/>
                  </a:moveTo>
                  <a:lnTo>
                    <a:pt x="377793" y="3680"/>
                  </a:lnTo>
                  <a:cubicBezTo>
                    <a:pt x="342214" y="311302"/>
                    <a:pt x="295948" y="620891"/>
                    <a:pt x="271906" y="914223"/>
                  </a:cubicBezTo>
                  <a:lnTo>
                    <a:pt x="267616" y="994151"/>
                  </a:lnTo>
                  <a:lnTo>
                    <a:pt x="230528" y="973167"/>
                  </a:lnTo>
                  <a:cubicBezTo>
                    <a:pt x="91445" y="875222"/>
                    <a:pt x="0" y="709354"/>
                    <a:pt x="1" y="521225"/>
                  </a:cubicBezTo>
                  <a:cubicBezTo>
                    <a:pt x="1" y="295468"/>
                    <a:pt x="131681" y="101771"/>
                    <a:pt x="319346" y="19031"/>
                  </a:cubicBezTo>
                  <a:lnTo>
                    <a:pt x="378163" y="0"/>
                  </a:lnTo>
                  <a:close/>
                </a:path>
              </a:pathLst>
            </a:cu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150273C2-AB7B-422F-A20F-F052F136E597}"/>
                </a:ext>
              </a:extLst>
            </p:cNvPr>
            <p:cNvSpPr/>
            <p:nvPr/>
          </p:nvSpPr>
          <p:spPr>
            <a:xfrm rot="20407516">
              <a:off x="7517314" y="3346871"/>
              <a:ext cx="243810" cy="254140"/>
            </a:xfrm>
            <a:custGeom>
              <a:avLst/>
              <a:gdLst>
                <a:gd name="connsiteX0" fmla="*/ 169355 w 243810"/>
                <a:gd name="connsiteY0" fmla="*/ 9986 h 254140"/>
                <a:gd name="connsiteX1" fmla="*/ 243809 w 243810"/>
                <a:gd name="connsiteY1" fmla="*/ 127070 h 254140"/>
                <a:gd name="connsiteX2" fmla="*/ 121906 w 243810"/>
                <a:gd name="connsiteY2" fmla="*/ 254140 h 254140"/>
                <a:gd name="connsiteX3" fmla="*/ 0 w 243810"/>
                <a:gd name="connsiteY3" fmla="*/ 127070 h 254140"/>
                <a:gd name="connsiteX4" fmla="*/ 121905 w 243810"/>
                <a:gd name="connsiteY4" fmla="*/ 0 h 254140"/>
                <a:gd name="connsiteX5" fmla="*/ 169355 w 243810"/>
                <a:gd name="connsiteY5" fmla="*/ 9986 h 254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810" h="254140">
                  <a:moveTo>
                    <a:pt x="169355" y="9986"/>
                  </a:moveTo>
                  <a:cubicBezTo>
                    <a:pt x="213109" y="29277"/>
                    <a:pt x="243810" y="74436"/>
                    <a:pt x="243809" y="127070"/>
                  </a:cubicBezTo>
                  <a:cubicBezTo>
                    <a:pt x="243810" y="197250"/>
                    <a:pt x="189230" y="254140"/>
                    <a:pt x="121906" y="254140"/>
                  </a:cubicBezTo>
                  <a:cubicBezTo>
                    <a:pt x="54579" y="254140"/>
                    <a:pt x="1" y="197249"/>
                    <a:pt x="0" y="127070"/>
                  </a:cubicBezTo>
                  <a:cubicBezTo>
                    <a:pt x="0" y="56891"/>
                    <a:pt x="54579" y="0"/>
                    <a:pt x="121905" y="0"/>
                  </a:cubicBezTo>
                  <a:cubicBezTo>
                    <a:pt x="138737" y="0"/>
                    <a:pt x="154771" y="3556"/>
                    <a:pt x="169355" y="9986"/>
                  </a:cubicBezTo>
                  <a:close/>
                </a:path>
              </a:pathLst>
            </a:cu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5FB0321-E5E1-48D8-8C16-D1871BE95F6E}"/>
                </a:ext>
              </a:extLst>
            </p:cNvPr>
            <p:cNvSpPr/>
            <p:nvPr/>
          </p:nvSpPr>
          <p:spPr>
            <a:xfrm rot="20407516">
              <a:off x="6667757" y="3840806"/>
              <a:ext cx="941779" cy="861225"/>
            </a:xfrm>
            <a:custGeom>
              <a:avLst/>
              <a:gdLst>
                <a:gd name="connsiteX0" fmla="*/ 622435 w 941779"/>
                <a:gd name="connsiteY0" fmla="*/ 42831 h 861225"/>
                <a:gd name="connsiteX1" fmla="*/ 941779 w 941779"/>
                <a:gd name="connsiteY1" fmla="*/ 545024 h 861225"/>
                <a:gd name="connsiteX2" fmla="*/ 852481 w 941779"/>
                <a:gd name="connsiteY2" fmla="*/ 849752 h 861225"/>
                <a:gd name="connsiteX3" fmla="*/ 843400 w 941779"/>
                <a:gd name="connsiteY3" fmla="*/ 861225 h 861225"/>
                <a:gd name="connsiteX4" fmla="*/ 718652 w 941779"/>
                <a:gd name="connsiteY4" fmla="*/ 813944 h 861225"/>
                <a:gd name="connsiteX5" fmla="*/ 0 w 941779"/>
                <a:gd name="connsiteY5" fmla="*/ 516331 h 861225"/>
                <a:gd name="connsiteX6" fmla="*/ 322793 w 941779"/>
                <a:gd name="connsiteY6" fmla="*/ 23678 h 861225"/>
                <a:gd name="connsiteX7" fmla="*/ 331401 w 941779"/>
                <a:gd name="connsiteY7" fmla="*/ 9196 h 861225"/>
                <a:gd name="connsiteX8" fmla="*/ 418911 w 941779"/>
                <a:gd name="connsiteY8" fmla="*/ 1 h 861225"/>
                <a:gd name="connsiteX9" fmla="*/ 622435 w 941779"/>
                <a:gd name="connsiteY9" fmla="*/ 42831 h 86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1779" h="861225">
                  <a:moveTo>
                    <a:pt x="622435" y="42831"/>
                  </a:moveTo>
                  <a:cubicBezTo>
                    <a:pt x="810100" y="125570"/>
                    <a:pt x="941779" y="319268"/>
                    <a:pt x="941779" y="545024"/>
                  </a:cubicBezTo>
                  <a:cubicBezTo>
                    <a:pt x="941779" y="657902"/>
                    <a:pt x="908859" y="762766"/>
                    <a:pt x="852481" y="849752"/>
                  </a:cubicBezTo>
                  <a:lnTo>
                    <a:pt x="843400" y="861225"/>
                  </a:lnTo>
                  <a:lnTo>
                    <a:pt x="718652" y="813944"/>
                  </a:lnTo>
                  <a:cubicBezTo>
                    <a:pt x="378707" y="683701"/>
                    <a:pt x="92306" y="565567"/>
                    <a:pt x="0" y="516331"/>
                  </a:cubicBezTo>
                  <a:cubicBezTo>
                    <a:pt x="117628" y="357639"/>
                    <a:pt x="221882" y="191579"/>
                    <a:pt x="322793" y="23678"/>
                  </a:cubicBezTo>
                  <a:lnTo>
                    <a:pt x="331401" y="9196"/>
                  </a:lnTo>
                  <a:lnTo>
                    <a:pt x="418911" y="1"/>
                  </a:lnTo>
                  <a:cubicBezTo>
                    <a:pt x="491104" y="0"/>
                    <a:pt x="559880" y="15252"/>
                    <a:pt x="622435" y="42831"/>
                  </a:cubicBezTo>
                  <a:close/>
                </a:path>
              </a:pathLst>
            </a:cu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602B6A18-41C2-401D-A064-75F3D0AB343B}"/>
              </a:ext>
            </a:extLst>
          </p:cNvPr>
          <p:cNvSpPr/>
          <p:nvPr/>
        </p:nvSpPr>
        <p:spPr>
          <a:xfrm>
            <a:off x="3153949" y="1760060"/>
            <a:ext cx="4391032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rgbClr val="09BFFF"/>
                </a:solidFill>
              </a:rPr>
              <a:t>A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pron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ABBB522F-05CF-4E31-9A23-B0B1ECF014C4}"/>
              </a:ext>
            </a:extLst>
          </p:cNvPr>
          <p:cNvSpPr/>
          <p:nvPr/>
        </p:nvSpPr>
        <p:spPr>
          <a:xfrm>
            <a:off x="816442" y="1760060"/>
            <a:ext cx="1689506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rgbClr val="09BFFF"/>
                </a:solidFill>
              </a:rPr>
              <a:t>A</a:t>
            </a:r>
            <a:endParaRPr lang="en-US" sz="11500" b="1" dirty="0">
              <a:ln>
                <a:solidFill>
                  <a:sysClr val="windowText" lastClr="000000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86" name="ttsMP3.com_VoiceText_2025-4-22_18-12-39">
            <a:hlinkClick r:id="" action="ppaction://media"/>
            <a:extLst>
              <a:ext uri="{FF2B5EF4-FFF2-40B4-BE49-F238E27FC236}">
                <a16:creationId xmlns:a16="http://schemas.microsoft.com/office/drawing/2014/main" id="{1B5BC2EB-A5DA-4F30-AC75-0C7587BC3AA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16442" y="598714"/>
            <a:ext cx="609600" cy="609600"/>
          </a:xfrm>
          <a:prstGeom prst="rect">
            <a:avLst/>
          </a:prstGeom>
        </p:spPr>
      </p:pic>
      <p:pic>
        <p:nvPicPr>
          <p:cNvPr id="87" name="1sec">
            <a:hlinkClick r:id="" action="ppaction://media"/>
            <a:extLst>
              <a:ext uri="{FF2B5EF4-FFF2-40B4-BE49-F238E27FC236}">
                <a16:creationId xmlns:a16="http://schemas.microsoft.com/office/drawing/2014/main" id="{58D6BE03-0723-468F-AD84-0DF17C360AE5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464443" y="598714"/>
            <a:ext cx="609600" cy="609600"/>
          </a:xfrm>
          <a:prstGeom prst="rect">
            <a:avLst/>
          </a:prstGeom>
        </p:spPr>
      </p:pic>
      <p:pic>
        <p:nvPicPr>
          <p:cNvPr id="88" name="ttsMP3.com_VoiceText_2025-4-22_18-15-1">
            <a:hlinkClick r:id="" action="ppaction://media"/>
            <a:extLst>
              <a:ext uri="{FF2B5EF4-FFF2-40B4-BE49-F238E27FC236}">
                <a16:creationId xmlns:a16="http://schemas.microsoft.com/office/drawing/2014/main" id="{1D421267-57E6-4BBF-94AF-1C3FA565B435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306803" y="568297"/>
            <a:ext cx="609600" cy="609600"/>
          </a:xfrm>
          <a:prstGeom prst="rect">
            <a:avLst/>
          </a:prstGeom>
        </p:spPr>
      </p:pic>
      <p:pic>
        <p:nvPicPr>
          <p:cNvPr id="89" name="1sec">
            <a:hlinkClick r:id="" action="ppaction://media"/>
            <a:extLst>
              <a:ext uri="{FF2B5EF4-FFF2-40B4-BE49-F238E27FC236}">
                <a16:creationId xmlns:a16="http://schemas.microsoft.com/office/drawing/2014/main" id="{6666EAAA-649A-44F3-9DCE-64B8813E1007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769211" y="920268"/>
            <a:ext cx="609600" cy="609600"/>
          </a:xfrm>
          <a:prstGeom prst="rect">
            <a:avLst/>
          </a:prstGeom>
        </p:spPr>
      </p:pic>
      <p:pic>
        <p:nvPicPr>
          <p:cNvPr id="90" name="1sec">
            <a:hlinkClick r:id="" action="ppaction://media"/>
            <a:extLst>
              <a:ext uri="{FF2B5EF4-FFF2-40B4-BE49-F238E27FC236}">
                <a16:creationId xmlns:a16="http://schemas.microsoft.com/office/drawing/2014/main" id="{5BEAAFBF-B2E9-4667-854A-E9BA00498D95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536419" y="90351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5300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0" fill="hold"/>
                                        <p:tgtEl>
                                          <p:spTgt spid="8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8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56" fill="hold"/>
                                        <p:tgtEl>
                                          <p:spTgt spid="8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36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304" fill="hold"/>
                                        <p:tgtEl>
                                          <p:spTgt spid="8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840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56" fill="hold"/>
                                        <p:tgtEl>
                                          <p:spTgt spid="8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896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56" fill="hold"/>
                                        <p:tgtEl>
                                          <p:spTgt spid="9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6"/>
                </p:tgtEl>
              </p:cMediaNode>
            </p:audio>
            <p:audio>
              <p:cMediaNode vol="80000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7"/>
                </p:tgtEl>
              </p:cMediaNode>
            </p:audio>
            <p:audio>
              <p:cMediaNode vol="80000" showWhenStopped="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8"/>
                </p:tgtEl>
              </p:cMediaNode>
            </p:audio>
            <p:audio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9"/>
                </p:tgtEl>
              </p:cMediaNode>
            </p:audio>
            <p:audio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0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Rectangle 500">
            <a:extLst>
              <a:ext uri="{FF2B5EF4-FFF2-40B4-BE49-F238E27FC236}">
                <a16:creationId xmlns:a16="http://schemas.microsoft.com/office/drawing/2014/main" id="{4755000A-DDC1-45D0-8A69-9EDFE2BD4CDC}"/>
              </a:ext>
            </a:extLst>
          </p:cNvPr>
          <p:cNvSpPr/>
          <p:nvPr/>
        </p:nvSpPr>
        <p:spPr>
          <a:xfrm>
            <a:off x="7796480" y="2308365"/>
            <a:ext cx="2918402" cy="18470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2" name="Diamond 10">
            <a:extLst>
              <a:ext uri="{FF2B5EF4-FFF2-40B4-BE49-F238E27FC236}">
                <a16:creationId xmlns:a16="http://schemas.microsoft.com/office/drawing/2014/main" id="{72A8D62D-2ED6-4A8D-8FA4-AD74257A8E59}"/>
              </a:ext>
            </a:extLst>
          </p:cNvPr>
          <p:cNvSpPr/>
          <p:nvPr/>
        </p:nvSpPr>
        <p:spPr>
          <a:xfrm rot="21082317">
            <a:off x="9001562" y="327207"/>
            <a:ext cx="419353" cy="645964"/>
          </a:xfrm>
          <a:custGeom>
            <a:avLst/>
            <a:gdLst>
              <a:gd name="connsiteX0" fmla="*/ 0 w 245449"/>
              <a:gd name="connsiteY0" fmla="*/ 185904 h 371807"/>
              <a:gd name="connsiteX1" fmla="*/ 122725 w 245449"/>
              <a:gd name="connsiteY1" fmla="*/ 0 h 371807"/>
              <a:gd name="connsiteX2" fmla="*/ 245449 w 245449"/>
              <a:gd name="connsiteY2" fmla="*/ 185904 h 371807"/>
              <a:gd name="connsiteX3" fmla="*/ 122725 w 245449"/>
              <a:gd name="connsiteY3" fmla="*/ 371807 h 371807"/>
              <a:gd name="connsiteX4" fmla="*/ 0 w 245449"/>
              <a:gd name="connsiteY4" fmla="*/ 185904 h 371807"/>
              <a:gd name="connsiteX0" fmla="*/ 0 w 245449"/>
              <a:gd name="connsiteY0" fmla="*/ 185904 h 371807"/>
              <a:gd name="connsiteX1" fmla="*/ 122725 w 245449"/>
              <a:gd name="connsiteY1" fmla="*/ 0 h 371807"/>
              <a:gd name="connsiteX2" fmla="*/ 245449 w 245449"/>
              <a:gd name="connsiteY2" fmla="*/ 185904 h 371807"/>
              <a:gd name="connsiteX3" fmla="*/ 122725 w 245449"/>
              <a:gd name="connsiteY3" fmla="*/ 371807 h 371807"/>
              <a:gd name="connsiteX4" fmla="*/ 0 w 245449"/>
              <a:gd name="connsiteY4" fmla="*/ 185904 h 371807"/>
              <a:gd name="connsiteX0" fmla="*/ 0 w 245449"/>
              <a:gd name="connsiteY0" fmla="*/ 185904 h 371807"/>
              <a:gd name="connsiteX1" fmla="*/ 122725 w 245449"/>
              <a:gd name="connsiteY1" fmla="*/ 0 h 371807"/>
              <a:gd name="connsiteX2" fmla="*/ 245449 w 245449"/>
              <a:gd name="connsiteY2" fmla="*/ 185904 h 371807"/>
              <a:gd name="connsiteX3" fmla="*/ 122725 w 245449"/>
              <a:gd name="connsiteY3" fmla="*/ 371807 h 371807"/>
              <a:gd name="connsiteX4" fmla="*/ 0 w 245449"/>
              <a:gd name="connsiteY4" fmla="*/ 185904 h 371807"/>
              <a:gd name="connsiteX0" fmla="*/ 0 w 245449"/>
              <a:gd name="connsiteY0" fmla="*/ 185904 h 371807"/>
              <a:gd name="connsiteX1" fmla="*/ 122725 w 245449"/>
              <a:gd name="connsiteY1" fmla="*/ 0 h 371807"/>
              <a:gd name="connsiteX2" fmla="*/ 245449 w 245449"/>
              <a:gd name="connsiteY2" fmla="*/ 185904 h 371807"/>
              <a:gd name="connsiteX3" fmla="*/ 122725 w 245449"/>
              <a:gd name="connsiteY3" fmla="*/ 371807 h 371807"/>
              <a:gd name="connsiteX4" fmla="*/ 0 w 245449"/>
              <a:gd name="connsiteY4" fmla="*/ 185904 h 371807"/>
              <a:gd name="connsiteX0" fmla="*/ 0 w 245449"/>
              <a:gd name="connsiteY0" fmla="*/ 185904 h 371807"/>
              <a:gd name="connsiteX1" fmla="*/ 122725 w 245449"/>
              <a:gd name="connsiteY1" fmla="*/ 0 h 371807"/>
              <a:gd name="connsiteX2" fmla="*/ 245449 w 245449"/>
              <a:gd name="connsiteY2" fmla="*/ 185904 h 371807"/>
              <a:gd name="connsiteX3" fmla="*/ 122725 w 245449"/>
              <a:gd name="connsiteY3" fmla="*/ 371807 h 371807"/>
              <a:gd name="connsiteX4" fmla="*/ 0 w 245449"/>
              <a:gd name="connsiteY4" fmla="*/ 185904 h 371807"/>
              <a:gd name="connsiteX0" fmla="*/ 0 w 245449"/>
              <a:gd name="connsiteY0" fmla="*/ 192182 h 378085"/>
              <a:gd name="connsiteX1" fmla="*/ 123678 w 245449"/>
              <a:gd name="connsiteY1" fmla="*/ 0 h 378085"/>
              <a:gd name="connsiteX2" fmla="*/ 245449 w 245449"/>
              <a:gd name="connsiteY2" fmla="*/ 192182 h 378085"/>
              <a:gd name="connsiteX3" fmla="*/ 122725 w 245449"/>
              <a:gd name="connsiteY3" fmla="*/ 378085 h 378085"/>
              <a:gd name="connsiteX4" fmla="*/ 0 w 245449"/>
              <a:gd name="connsiteY4" fmla="*/ 192182 h 378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5449" h="378085">
                <a:moveTo>
                  <a:pt x="0" y="192182"/>
                </a:moveTo>
                <a:cubicBezTo>
                  <a:pt x="49872" y="28811"/>
                  <a:pt x="82770" y="61968"/>
                  <a:pt x="123678" y="0"/>
                </a:cubicBezTo>
                <a:cubicBezTo>
                  <a:pt x="164586" y="61968"/>
                  <a:pt x="234807" y="57735"/>
                  <a:pt x="245449" y="192182"/>
                </a:cubicBezTo>
                <a:cubicBezTo>
                  <a:pt x="204541" y="254150"/>
                  <a:pt x="220136" y="324690"/>
                  <a:pt x="122725" y="378085"/>
                </a:cubicBezTo>
                <a:cubicBezTo>
                  <a:pt x="34059" y="334562"/>
                  <a:pt x="40908" y="254150"/>
                  <a:pt x="0" y="192182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3" name="Rectangle: Rounded Corners 502">
            <a:extLst>
              <a:ext uri="{FF2B5EF4-FFF2-40B4-BE49-F238E27FC236}">
                <a16:creationId xmlns:a16="http://schemas.microsoft.com/office/drawing/2014/main" id="{C0DF6B55-C9D3-4375-B8D3-6F637A52E863}"/>
              </a:ext>
            </a:extLst>
          </p:cNvPr>
          <p:cNvSpPr/>
          <p:nvPr/>
        </p:nvSpPr>
        <p:spPr>
          <a:xfrm>
            <a:off x="9000728" y="970384"/>
            <a:ext cx="509906" cy="110643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7428CB1C-F820-4AF0-8339-4743BA5128A3}"/>
              </a:ext>
            </a:extLst>
          </p:cNvPr>
          <p:cNvSpPr/>
          <p:nvPr/>
        </p:nvSpPr>
        <p:spPr>
          <a:xfrm>
            <a:off x="6950254" y="4437009"/>
            <a:ext cx="4578308" cy="19134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5" name="Rectangle: Rounded Corners 6">
            <a:extLst>
              <a:ext uri="{FF2B5EF4-FFF2-40B4-BE49-F238E27FC236}">
                <a16:creationId xmlns:a16="http://schemas.microsoft.com/office/drawing/2014/main" id="{2225CBE3-9E74-4387-B7DC-B1943C55ED52}"/>
              </a:ext>
            </a:extLst>
          </p:cNvPr>
          <p:cNvSpPr/>
          <p:nvPr/>
        </p:nvSpPr>
        <p:spPr>
          <a:xfrm>
            <a:off x="6769100" y="4167141"/>
            <a:ext cx="4981162" cy="1181676"/>
          </a:xfrm>
          <a:custGeom>
            <a:avLst/>
            <a:gdLst>
              <a:gd name="connsiteX0" fmla="*/ 0 w 2915480"/>
              <a:gd name="connsiteY0" fmla="*/ 256923 h 706027"/>
              <a:gd name="connsiteX1" fmla="*/ 256923 w 2915480"/>
              <a:gd name="connsiteY1" fmla="*/ 0 h 706027"/>
              <a:gd name="connsiteX2" fmla="*/ 2658557 w 2915480"/>
              <a:gd name="connsiteY2" fmla="*/ 0 h 706027"/>
              <a:gd name="connsiteX3" fmla="*/ 2915480 w 2915480"/>
              <a:gd name="connsiteY3" fmla="*/ 256923 h 706027"/>
              <a:gd name="connsiteX4" fmla="*/ 2915480 w 2915480"/>
              <a:gd name="connsiteY4" fmla="*/ 449104 h 706027"/>
              <a:gd name="connsiteX5" fmla="*/ 2658557 w 2915480"/>
              <a:gd name="connsiteY5" fmla="*/ 706027 h 706027"/>
              <a:gd name="connsiteX6" fmla="*/ 256923 w 2915480"/>
              <a:gd name="connsiteY6" fmla="*/ 706027 h 706027"/>
              <a:gd name="connsiteX7" fmla="*/ 0 w 2915480"/>
              <a:gd name="connsiteY7" fmla="*/ 449104 h 706027"/>
              <a:gd name="connsiteX8" fmla="*/ 0 w 2915480"/>
              <a:gd name="connsiteY8" fmla="*/ 256923 h 706027"/>
              <a:gd name="connsiteX0" fmla="*/ 0 w 2915587"/>
              <a:gd name="connsiteY0" fmla="*/ 256923 h 706027"/>
              <a:gd name="connsiteX1" fmla="*/ 256923 w 2915587"/>
              <a:gd name="connsiteY1" fmla="*/ 0 h 706027"/>
              <a:gd name="connsiteX2" fmla="*/ 2658557 w 2915587"/>
              <a:gd name="connsiteY2" fmla="*/ 0 h 706027"/>
              <a:gd name="connsiteX3" fmla="*/ 2915480 w 2915587"/>
              <a:gd name="connsiteY3" fmla="*/ 256923 h 706027"/>
              <a:gd name="connsiteX4" fmla="*/ 2915480 w 2915587"/>
              <a:gd name="connsiteY4" fmla="*/ 449104 h 706027"/>
              <a:gd name="connsiteX5" fmla="*/ 2782382 w 2915587"/>
              <a:gd name="connsiteY5" fmla="*/ 696502 h 706027"/>
              <a:gd name="connsiteX6" fmla="*/ 256923 w 2915587"/>
              <a:gd name="connsiteY6" fmla="*/ 706027 h 706027"/>
              <a:gd name="connsiteX7" fmla="*/ 0 w 2915587"/>
              <a:gd name="connsiteY7" fmla="*/ 449104 h 706027"/>
              <a:gd name="connsiteX8" fmla="*/ 0 w 2915587"/>
              <a:gd name="connsiteY8" fmla="*/ 256923 h 706027"/>
              <a:gd name="connsiteX0" fmla="*/ 0 w 2915587"/>
              <a:gd name="connsiteY0" fmla="*/ 256923 h 706027"/>
              <a:gd name="connsiteX1" fmla="*/ 256923 w 2915587"/>
              <a:gd name="connsiteY1" fmla="*/ 0 h 706027"/>
              <a:gd name="connsiteX2" fmla="*/ 2658557 w 2915587"/>
              <a:gd name="connsiteY2" fmla="*/ 0 h 706027"/>
              <a:gd name="connsiteX3" fmla="*/ 2915480 w 2915587"/>
              <a:gd name="connsiteY3" fmla="*/ 256923 h 706027"/>
              <a:gd name="connsiteX4" fmla="*/ 2915480 w 2915587"/>
              <a:gd name="connsiteY4" fmla="*/ 449104 h 706027"/>
              <a:gd name="connsiteX5" fmla="*/ 2782382 w 2915587"/>
              <a:gd name="connsiteY5" fmla="*/ 696502 h 706027"/>
              <a:gd name="connsiteX6" fmla="*/ 2620618 w 2915587"/>
              <a:gd name="connsiteY6" fmla="*/ 534476 h 706027"/>
              <a:gd name="connsiteX7" fmla="*/ 256923 w 2915587"/>
              <a:gd name="connsiteY7" fmla="*/ 706027 h 706027"/>
              <a:gd name="connsiteX8" fmla="*/ 0 w 2915587"/>
              <a:gd name="connsiteY8" fmla="*/ 449104 h 706027"/>
              <a:gd name="connsiteX9" fmla="*/ 0 w 2915587"/>
              <a:gd name="connsiteY9" fmla="*/ 256923 h 706027"/>
              <a:gd name="connsiteX0" fmla="*/ 0 w 2918713"/>
              <a:gd name="connsiteY0" fmla="*/ 256923 h 706027"/>
              <a:gd name="connsiteX1" fmla="*/ 256923 w 2918713"/>
              <a:gd name="connsiteY1" fmla="*/ 0 h 706027"/>
              <a:gd name="connsiteX2" fmla="*/ 2658557 w 2918713"/>
              <a:gd name="connsiteY2" fmla="*/ 0 h 706027"/>
              <a:gd name="connsiteX3" fmla="*/ 2915480 w 2918713"/>
              <a:gd name="connsiteY3" fmla="*/ 256923 h 706027"/>
              <a:gd name="connsiteX4" fmla="*/ 2915480 w 2918713"/>
              <a:gd name="connsiteY4" fmla="*/ 449104 h 706027"/>
              <a:gd name="connsiteX5" fmla="*/ 2806195 w 2918713"/>
              <a:gd name="connsiteY5" fmla="*/ 648877 h 706027"/>
              <a:gd name="connsiteX6" fmla="*/ 2620618 w 2918713"/>
              <a:gd name="connsiteY6" fmla="*/ 534476 h 706027"/>
              <a:gd name="connsiteX7" fmla="*/ 256923 w 2918713"/>
              <a:gd name="connsiteY7" fmla="*/ 706027 h 706027"/>
              <a:gd name="connsiteX8" fmla="*/ 0 w 2918713"/>
              <a:gd name="connsiteY8" fmla="*/ 449104 h 706027"/>
              <a:gd name="connsiteX9" fmla="*/ 0 w 2918713"/>
              <a:gd name="connsiteY9" fmla="*/ 256923 h 706027"/>
              <a:gd name="connsiteX0" fmla="*/ 0 w 2922907"/>
              <a:gd name="connsiteY0" fmla="*/ 256923 h 706027"/>
              <a:gd name="connsiteX1" fmla="*/ 256923 w 2922907"/>
              <a:gd name="connsiteY1" fmla="*/ 0 h 706027"/>
              <a:gd name="connsiteX2" fmla="*/ 2658557 w 2922907"/>
              <a:gd name="connsiteY2" fmla="*/ 0 h 706027"/>
              <a:gd name="connsiteX3" fmla="*/ 2915480 w 2922907"/>
              <a:gd name="connsiteY3" fmla="*/ 256923 h 706027"/>
              <a:gd name="connsiteX4" fmla="*/ 2915480 w 2922907"/>
              <a:gd name="connsiteY4" fmla="*/ 449104 h 706027"/>
              <a:gd name="connsiteX5" fmla="*/ 2820483 w 2922907"/>
              <a:gd name="connsiteY5" fmla="*/ 677452 h 706027"/>
              <a:gd name="connsiteX6" fmla="*/ 2620618 w 2922907"/>
              <a:gd name="connsiteY6" fmla="*/ 534476 h 706027"/>
              <a:gd name="connsiteX7" fmla="*/ 256923 w 2922907"/>
              <a:gd name="connsiteY7" fmla="*/ 706027 h 706027"/>
              <a:gd name="connsiteX8" fmla="*/ 0 w 2922907"/>
              <a:gd name="connsiteY8" fmla="*/ 449104 h 706027"/>
              <a:gd name="connsiteX9" fmla="*/ 0 w 2922907"/>
              <a:gd name="connsiteY9" fmla="*/ 256923 h 706027"/>
              <a:gd name="connsiteX0" fmla="*/ 0 w 2915480"/>
              <a:gd name="connsiteY0" fmla="*/ 256923 h 706027"/>
              <a:gd name="connsiteX1" fmla="*/ 256923 w 2915480"/>
              <a:gd name="connsiteY1" fmla="*/ 0 h 706027"/>
              <a:gd name="connsiteX2" fmla="*/ 2658557 w 2915480"/>
              <a:gd name="connsiteY2" fmla="*/ 0 h 706027"/>
              <a:gd name="connsiteX3" fmla="*/ 2915480 w 2915480"/>
              <a:gd name="connsiteY3" fmla="*/ 256923 h 706027"/>
              <a:gd name="connsiteX4" fmla="*/ 2915480 w 2915480"/>
              <a:gd name="connsiteY4" fmla="*/ 449104 h 706027"/>
              <a:gd name="connsiteX5" fmla="*/ 2820483 w 2915480"/>
              <a:gd name="connsiteY5" fmla="*/ 677452 h 706027"/>
              <a:gd name="connsiteX6" fmla="*/ 2620618 w 2915480"/>
              <a:gd name="connsiteY6" fmla="*/ 534476 h 706027"/>
              <a:gd name="connsiteX7" fmla="*/ 256923 w 2915480"/>
              <a:gd name="connsiteY7" fmla="*/ 706027 h 706027"/>
              <a:gd name="connsiteX8" fmla="*/ 0 w 2915480"/>
              <a:gd name="connsiteY8" fmla="*/ 449104 h 706027"/>
              <a:gd name="connsiteX9" fmla="*/ 0 w 2915480"/>
              <a:gd name="connsiteY9" fmla="*/ 256923 h 706027"/>
              <a:gd name="connsiteX0" fmla="*/ 0 w 2915480"/>
              <a:gd name="connsiteY0" fmla="*/ 256923 h 706027"/>
              <a:gd name="connsiteX1" fmla="*/ 256923 w 2915480"/>
              <a:gd name="connsiteY1" fmla="*/ 0 h 706027"/>
              <a:gd name="connsiteX2" fmla="*/ 2658557 w 2915480"/>
              <a:gd name="connsiteY2" fmla="*/ 0 h 706027"/>
              <a:gd name="connsiteX3" fmla="*/ 2915480 w 2915480"/>
              <a:gd name="connsiteY3" fmla="*/ 256923 h 706027"/>
              <a:gd name="connsiteX4" fmla="*/ 2915480 w 2915480"/>
              <a:gd name="connsiteY4" fmla="*/ 449104 h 706027"/>
              <a:gd name="connsiteX5" fmla="*/ 2820483 w 2915480"/>
              <a:gd name="connsiteY5" fmla="*/ 677452 h 706027"/>
              <a:gd name="connsiteX6" fmla="*/ 2620618 w 2915480"/>
              <a:gd name="connsiteY6" fmla="*/ 534476 h 706027"/>
              <a:gd name="connsiteX7" fmla="*/ 2406306 w 2915480"/>
              <a:gd name="connsiteY7" fmla="*/ 691639 h 706027"/>
              <a:gd name="connsiteX8" fmla="*/ 256923 w 2915480"/>
              <a:gd name="connsiteY8" fmla="*/ 706027 h 706027"/>
              <a:gd name="connsiteX9" fmla="*/ 0 w 2915480"/>
              <a:gd name="connsiteY9" fmla="*/ 449104 h 706027"/>
              <a:gd name="connsiteX10" fmla="*/ 0 w 2915480"/>
              <a:gd name="connsiteY10" fmla="*/ 256923 h 706027"/>
              <a:gd name="connsiteX0" fmla="*/ 0 w 2915480"/>
              <a:gd name="connsiteY0" fmla="*/ 256923 h 706027"/>
              <a:gd name="connsiteX1" fmla="*/ 256923 w 2915480"/>
              <a:gd name="connsiteY1" fmla="*/ 0 h 706027"/>
              <a:gd name="connsiteX2" fmla="*/ 2658557 w 2915480"/>
              <a:gd name="connsiteY2" fmla="*/ 0 h 706027"/>
              <a:gd name="connsiteX3" fmla="*/ 2915480 w 2915480"/>
              <a:gd name="connsiteY3" fmla="*/ 256923 h 706027"/>
              <a:gd name="connsiteX4" fmla="*/ 2915480 w 2915480"/>
              <a:gd name="connsiteY4" fmla="*/ 449104 h 706027"/>
              <a:gd name="connsiteX5" fmla="*/ 2820483 w 2915480"/>
              <a:gd name="connsiteY5" fmla="*/ 677452 h 706027"/>
              <a:gd name="connsiteX6" fmla="*/ 2620618 w 2915480"/>
              <a:gd name="connsiteY6" fmla="*/ 534476 h 706027"/>
              <a:gd name="connsiteX7" fmla="*/ 2406306 w 2915480"/>
              <a:gd name="connsiteY7" fmla="*/ 691639 h 706027"/>
              <a:gd name="connsiteX8" fmla="*/ 2153893 w 2915480"/>
              <a:gd name="connsiteY8" fmla="*/ 548764 h 706027"/>
              <a:gd name="connsiteX9" fmla="*/ 256923 w 2915480"/>
              <a:gd name="connsiteY9" fmla="*/ 706027 h 706027"/>
              <a:gd name="connsiteX10" fmla="*/ 0 w 2915480"/>
              <a:gd name="connsiteY10" fmla="*/ 449104 h 706027"/>
              <a:gd name="connsiteX11" fmla="*/ 0 w 2915480"/>
              <a:gd name="connsiteY11" fmla="*/ 256923 h 706027"/>
              <a:gd name="connsiteX0" fmla="*/ 0 w 2915480"/>
              <a:gd name="connsiteY0" fmla="*/ 256923 h 706027"/>
              <a:gd name="connsiteX1" fmla="*/ 256923 w 2915480"/>
              <a:gd name="connsiteY1" fmla="*/ 0 h 706027"/>
              <a:gd name="connsiteX2" fmla="*/ 2658557 w 2915480"/>
              <a:gd name="connsiteY2" fmla="*/ 0 h 706027"/>
              <a:gd name="connsiteX3" fmla="*/ 2915480 w 2915480"/>
              <a:gd name="connsiteY3" fmla="*/ 256923 h 706027"/>
              <a:gd name="connsiteX4" fmla="*/ 2915480 w 2915480"/>
              <a:gd name="connsiteY4" fmla="*/ 449104 h 706027"/>
              <a:gd name="connsiteX5" fmla="*/ 2820483 w 2915480"/>
              <a:gd name="connsiteY5" fmla="*/ 677452 h 706027"/>
              <a:gd name="connsiteX6" fmla="*/ 2620618 w 2915480"/>
              <a:gd name="connsiteY6" fmla="*/ 534476 h 706027"/>
              <a:gd name="connsiteX7" fmla="*/ 2406306 w 2915480"/>
              <a:gd name="connsiteY7" fmla="*/ 691639 h 706027"/>
              <a:gd name="connsiteX8" fmla="*/ 2153893 w 2915480"/>
              <a:gd name="connsiteY8" fmla="*/ 548764 h 706027"/>
              <a:gd name="connsiteX9" fmla="*/ 1939581 w 2915480"/>
              <a:gd name="connsiteY9" fmla="*/ 686876 h 706027"/>
              <a:gd name="connsiteX10" fmla="*/ 256923 w 2915480"/>
              <a:gd name="connsiteY10" fmla="*/ 706027 h 706027"/>
              <a:gd name="connsiteX11" fmla="*/ 0 w 2915480"/>
              <a:gd name="connsiteY11" fmla="*/ 449104 h 706027"/>
              <a:gd name="connsiteX12" fmla="*/ 0 w 2915480"/>
              <a:gd name="connsiteY12" fmla="*/ 256923 h 706027"/>
              <a:gd name="connsiteX0" fmla="*/ 0 w 2915480"/>
              <a:gd name="connsiteY0" fmla="*/ 256923 h 706027"/>
              <a:gd name="connsiteX1" fmla="*/ 256923 w 2915480"/>
              <a:gd name="connsiteY1" fmla="*/ 0 h 706027"/>
              <a:gd name="connsiteX2" fmla="*/ 2658557 w 2915480"/>
              <a:gd name="connsiteY2" fmla="*/ 0 h 706027"/>
              <a:gd name="connsiteX3" fmla="*/ 2915480 w 2915480"/>
              <a:gd name="connsiteY3" fmla="*/ 256923 h 706027"/>
              <a:gd name="connsiteX4" fmla="*/ 2915480 w 2915480"/>
              <a:gd name="connsiteY4" fmla="*/ 449104 h 706027"/>
              <a:gd name="connsiteX5" fmla="*/ 2820483 w 2915480"/>
              <a:gd name="connsiteY5" fmla="*/ 677452 h 706027"/>
              <a:gd name="connsiteX6" fmla="*/ 2620618 w 2915480"/>
              <a:gd name="connsiteY6" fmla="*/ 534476 h 706027"/>
              <a:gd name="connsiteX7" fmla="*/ 2406306 w 2915480"/>
              <a:gd name="connsiteY7" fmla="*/ 691639 h 706027"/>
              <a:gd name="connsiteX8" fmla="*/ 2153893 w 2915480"/>
              <a:gd name="connsiteY8" fmla="*/ 548764 h 706027"/>
              <a:gd name="connsiteX9" fmla="*/ 1939581 w 2915480"/>
              <a:gd name="connsiteY9" fmla="*/ 686876 h 706027"/>
              <a:gd name="connsiteX10" fmla="*/ 1687168 w 2915480"/>
              <a:gd name="connsiteY10" fmla="*/ 567814 h 706027"/>
              <a:gd name="connsiteX11" fmla="*/ 256923 w 2915480"/>
              <a:gd name="connsiteY11" fmla="*/ 706027 h 706027"/>
              <a:gd name="connsiteX12" fmla="*/ 0 w 2915480"/>
              <a:gd name="connsiteY12" fmla="*/ 449104 h 706027"/>
              <a:gd name="connsiteX13" fmla="*/ 0 w 2915480"/>
              <a:gd name="connsiteY13" fmla="*/ 256923 h 706027"/>
              <a:gd name="connsiteX0" fmla="*/ 0 w 2915480"/>
              <a:gd name="connsiteY0" fmla="*/ 256923 h 706027"/>
              <a:gd name="connsiteX1" fmla="*/ 256923 w 2915480"/>
              <a:gd name="connsiteY1" fmla="*/ 0 h 706027"/>
              <a:gd name="connsiteX2" fmla="*/ 2658557 w 2915480"/>
              <a:gd name="connsiteY2" fmla="*/ 0 h 706027"/>
              <a:gd name="connsiteX3" fmla="*/ 2915480 w 2915480"/>
              <a:gd name="connsiteY3" fmla="*/ 256923 h 706027"/>
              <a:gd name="connsiteX4" fmla="*/ 2915480 w 2915480"/>
              <a:gd name="connsiteY4" fmla="*/ 449104 h 706027"/>
              <a:gd name="connsiteX5" fmla="*/ 2820483 w 2915480"/>
              <a:gd name="connsiteY5" fmla="*/ 677452 h 706027"/>
              <a:gd name="connsiteX6" fmla="*/ 2620618 w 2915480"/>
              <a:gd name="connsiteY6" fmla="*/ 534476 h 706027"/>
              <a:gd name="connsiteX7" fmla="*/ 2406306 w 2915480"/>
              <a:gd name="connsiteY7" fmla="*/ 691639 h 706027"/>
              <a:gd name="connsiteX8" fmla="*/ 2153893 w 2915480"/>
              <a:gd name="connsiteY8" fmla="*/ 548764 h 706027"/>
              <a:gd name="connsiteX9" fmla="*/ 1939581 w 2915480"/>
              <a:gd name="connsiteY9" fmla="*/ 686876 h 706027"/>
              <a:gd name="connsiteX10" fmla="*/ 1687168 w 2915480"/>
              <a:gd name="connsiteY10" fmla="*/ 567814 h 706027"/>
              <a:gd name="connsiteX11" fmla="*/ 1463331 w 2915480"/>
              <a:gd name="connsiteY11" fmla="*/ 677351 h 706027"/>
              <a:gd name="connsiteX12" fmla="*/ 256923 w 2915480"/>
              <a:gd name="connsiteY12" fmla="*/ 706027 h 706027"/>
              <a:gd name="connsiteX13" fmla="*/ 0 w 2915480"/>
              <a:gd name="connsiteY13" fmla="*/ 449104 h 706027"/>
              <a:gd name="connsiteX14" fmla="*/ 0 w 2915480"/>
              <a:gd name="connsiteY14" fmla="*/ 256923 h 706027"/>
              <a:gd name="connsiteX0" fmla="*/ 0 w 2915480"/>
              <a:gd name="connsiteY0" fmla="*/ 256923 h 706027"/>
              <a:gd name="connsiteX1" fmla="*/ 256923 w 2915480"/>
              <a:gd name="connsiteY1" fmla="*/ 0 h 706027"/>
              <a:gd name="connsiteX2" fmla="*/ 2658557 w 2915480"/>
              <a:gd name="connsiteY2" fmla="*/ 0 h 706027"/>
              <a:gd name="connsiteX3" fmla="*/ 2915480 w 2915480"/>
              <a:gd name="connsiteY3" fmla="*/ 256923 h 706027"/>
              <a:gd name="connsiteX4" fmla="*/ 2915480 w 2915480"/>
              <a:gd name="connsiteY4" fmla="*/ 449104 h 706027"/>
              <a:gd name="connsiteX5" fmla="*/ 2820483 w 2915480"/>
              <a:gd name="connsiteY5" fmla="*/ 677452 h 706027"/>
              <a:gd name="connsiteX6" fmla="*/ 2620618 w 2915480"/>
              <a:gd name="connsiteY6" fmla="*/ 534476 h 706027"/>
              <a:gd name="connsiteX7" fmla="*/ 2406306 w 2915480"/>
              <a:gd name="connsiteY7" fmla="*/ 691639 h 706027"/>
              <a:gd name="connsiteX8" fmla="*/ 2153893 w 2915480"/>
              <a:gd name="connsiteY8" fmla="*/ 548764 h 706027"/>
              <a:gd name="connsiteX9" fmla="*/ 1939581 w 2915480"/>
              <a:gd name="connsiteY9" fmla="*/ 686876 h 706027"/>
              <a:gd name="connsiteX10" fmla="*/ 1687168 w 2915480"/>
              <a:gd name="connsiteY10" fmla="*/ 567814 h 706027"/>
              <a:gd name="connsiteX11" fmla="*/ 1463331 w 2915480"/>
              <a:gd name="connsiteY11" fmla="*/ 677351 h 706027"/>
              <a:gd name="connsiteX12" fmla="*/ 1215681 w 2915480"/>
              <a:gd name="connsiteY12" fmla="*/ 558289 h 706027"/>
              <a:gd name="connsiteX13" fmla="*/ 256923 w 2915480"/>
              <a:gd name="connsiteY13" fmla="*/ 706027 h 706027"/>
              <a:gd name="connsiteX14" fmla="*/ 0 w 2915480"/>
              <a:gd name="connsiteY14" fmla="*/ 449104 h 706027"/>
              <a:gd name="connsiteX15" fmla="*/ 0 w 2915480"/>
              <a:gd name="connsiteY15" fmla="*/ 256923 h 706027"/>
              <a:gd name="connsiteX0" fmla="*/ 0 w 2915480"/>
              <a:gd name="connsiteY0" fmla="*/ 256923 h 706027"/>
              <a:gd name="connsiteX1" fmla="*/ 256923 w 2915480"/>
              <a:gd name="connsiteY1" fmla="*/ 0 h 706027"/>
              <a:gd name="connsiteX2" fmla="*/ 2658557 w 2915480"/>
              <a:gd name="connsiteY2" fmla="*/ 0 h 706027"/>
              <a:gd name="connsiteX3" fmla="*/ 2915480 w 2915480"/>
              <a:gd name="connsiteY3" fmla="*/ 256923 h 706027"/>
              <a:gd name="connsiteX4" fmla="*/ 2915480 w 2915480"/>
              <a:gd name="connsiteY4" fmla="*/ 449104 h 706027"/>
              <a:gd name="connsiteX5" fmla="*/ 2820483 w 2915480"/>
              <a:gd name="connsiteY5" fmla="*/ 677452 h 706027"/>
              <a:gd name="connsiteX6" fmla="*/ 2620618 w 2915480"/>
              <a:gd name="connsiteY6" fmla="*/ 534476 h 706027"/>
              <a:gd name="connsiteX7" fmla="*/ 2406306 w 2915480"/>
              <a:gd name="connsiteY7" fmla="*/ 691639 h 706027"/>
              <a:gd name="connsiteX8" fmla="*/ 2153893 w 2915480"/>
              <a:gd name="connsiteY8" fmla="*/ 548764 h 706027"/>
              <a:gd name="connsiteX9" fmla="*/ 1939581 w 2915480"/>
              <a:gd name="connsiteY9" fmla="*/ 686876 h 706027"/>
              <a:gd name="connsiteX10" fmla="*/ 1687168 w 2915480"/>
              <a:gd name="connsiteY10" fmla="*/ 567814 h 706027"/>
              <a:gd name="connsiteX11" fmla="*/ 1463331 w 2915480"/>
              <a:gd name="connsiteY11" fmla="*/ 677351 h 706027"/>
              <a:gd name="connsiteX12" fmla="*/ 1215681 w 2915480"/>
              <a:gd name="connsiteY12" fmla="*/ 558289 h 706027"/>
              <a:gd name="connsiteX13" fmla="*/ 991843 w 2915480"/>
              <a:gd name="connsiteY13" fmla="*/ 682114 h 706027"/>
              <a:gd name="connsiteX14" fmla="*/ 256923 w 2915480"/>
              <a:gd name="connsiteY14" fmla="*/ 706027 h 706027"/>
              <a:gd name="connsiteX15" fmla="*/ 0 w 2915480"/>
              <a:gd name="connsiteY15" fmla="*/ 449104 h 706027"/>
              <a:gd name="connsiteX16" fmla="*/ 0 w 2915480"/>
              <a:gd name="connsiteY16" fmla="*/ 256923 h 706027"/>
              <a:gd name="connsiteX0" fmla="*/ 0 w 2915480"/>
              <a:gd name="connsiteY0" fmla="*/ 256923 h 706027"/>
              <a:gd name="connsiteX1" fmla="*/ 256923 w 2915480"/>
              <a:gd name="connsiteY1" fmla="*/ 0 h 706027"/>
              <a:gd name="connsiteX2" fmla="*/ 2658557 w 2915480"/>
              <a:gd name="connsiteY2" fmla="*/ 0 h 706027"/>
              <a:gd name="connsiteX3" fmla="*/ 2915480 w 2915480"/>
              <a:gd name="connsiteY3" fmla="*/ 256923 h 706027"/>
              <a:gd name="connsiteX4" fmla="*/ 2915480 w 2915480"/>
              <a:gd name="connsiteY4" fmla="*/ 449104 h 706027"/>
              <a:gd name="connsiteX5" fmla="*/ 2820483 w 2915480"/>
              <a:gd name="connsiteY5" fmla="*/ 677452 h 706027"/>
              <a:gd name="connsiteX6" fmla="*/ 2620618 w 2915480"/>
              <a:gd name="connsiteY6" fmla="*/ 534476 h 706027"/>
              <a:gd name="connsiteX7" fmla="*/ 2406306 w 2915480"/>
              <a:gd name="connsiteY7" fmla="*/ 691639 h 706027"/>
              <a:gd name="connsiteX8" fmla="*/ 2153893 w 2915480"/>
              <a:gd name="connsiteY8" fmla="*/ 548764 h 706027"/>
              <a:gd name="connsiteX9" fmla="*/ 1939581 w 2915480"/>
              <a:gd name="connsiteY9" fmla="*/ 686876 h 706027"/>
              <a:gd name="connsiteX10" fmla="*/ 1687168 w 2915480"/>
              <a:gd name="connsiteY10" fmla="*/ 567814 h 706027"/>
              <a:gd name="connsiteX11" fmla="*/ 1463331 w 2915480"/>
              <a:gd name="connsiteY11" fmla="*/ 677351 h 706027"/>
              <a:gd name="connsiteX12" fmla="*/ 1215681 w 2915480"/>
              <a:gd name="connsiteY12" fmla="*/ 558289 h 706027"/>
              <a:gd name="connsiteX13" fmla="*/ 991843 w 2915480"/>
              <a:gd name="connsiteY13" fmla="*/ 682114 h 706027"/>
              <a:gd name="connsiteX14" fmla="*/ 753718 w 2915480"/>
              <a:gd name="connsiteY14" fmla="*/ 558289 h 706027"/>
              <a:gd name="connsiteX15" fmla="*/ 256923 w 2915480"/>
              <a:gd name="connsiteY15" fmla="*/ 706027 h 706027"/>
              <a:gd name="connsiteX16" fmla="*/ 0 w 2915480"/>
              <a:gd name="connsiteY16" fmla="*/ 449104 h 706027"/>
              <a:gd name="connsiteX17" fmla="*/ 0 w 2915480"/>
              <a:gd name="connsiteY17" fmla="*/ 256923 h 706027"/>
              <a:gd name="connsiteX0" fmla="*/ 0 w 2915480"/>
              <a:gd name="connsiteY0" fmla="*/ 256923 h 706027"/>
              <a:gd name="connsiteX1" fmla="*/ 256923 w 2915480"/>
              <a:gd name="connsiteY1" fmla="*/ 0 h 706027"/>
              <a:gd name="connsiteX2" fmla="*/ 2658557 w 2915480"/>
              <a:gd name="connsiteY2" fmla="*/ 0 h 706027"/>
              <a:gd name="connsiteX3" fmla="*/ 2915480 w 2915480"/>
              <a:gd name="connsiteY3" fmla="*/ 256923 h 706027"/>
              <a:gd name="connsiteX4" fmla="*/ 2915480 w 2915480"/>
              <a:gd name="connsiteY4" fmla="*/ 449104 h 706027"/>
              <a:gd name="connsiteX5" fmla="*/ 2820483 w 2915480"/>
              <a:gd name="connsiteY5" fmla="*/ 677452 h 706027"/>
              <a:gd name="connsiteX6" fmla="*/ 2620618 w 2915480"/>
              <a:gd name="connsiteY6" fmla="*/ 534476 h 706027"/>
              <a:gd name="connsiteX7" fmla="*/ 2406306 w 2915480"/>
              <a:gd name="connsiteY7" fmla="*/ 691639 h 706027"/>
              <a:gd name="connsiteX8" fmla="*/ 2153893 w 2915480"/>
              <a:gd name="connsiteY8" fmla="*/ 548764 h 706027"/>
              <a:gd name="connsiteX9" fmla="*/ 1939581 w 2915480"/>
              <a:gd name="connsiteY9" fmla="*/ 686876 h 706027"/>
              <a:gd name="connsiteX10" fmla="*/ 1687168 w 2915480"/>
              <a:gd name="connsiteY10" fmla="*/ 567814 h 706027"/>
              <a:gd name="connsiteX11" fmla="*/ 1463331 w 2915480"/>
              <a:gd name="connsiteY11" fmla="*/ 677351 h 706027"/>
              <a:gd name="connsiteX12" fmla="*/ 1215681 w 2915480"/>
              <a:gd name="connsiteY12" fmla="*/ 558289 h 706027"/>
              <a:gd name="connsiteX13" fmla="*/ 991843 w 2915480"/>
              <a:gd name="connsiteY13" fmla="*/ 682114 h 706027"/>
              <a:gd name="connsiteX14" fmla="*/ 753718 w 2915480"/>
              <a:gd name="connsiteY14" fmla="*/ 558289 h 706027"/>
              <a:gd name="connsiteX15" fmla="*/ 544168 w 2915480"/>
              <a:gd name="connsiteY15" fmla="*/ 686876 h 706027"/>
              <a:gd name="connsiteX16" fmla="*/ 256923 w 2915480"/>
              <a:gd name="connsiteY16" fmla="*/ 706027 h 706027"/>
              <a:gd name="connsiteX17" fmla="*/ 0 w 2915480"/>
              <a:gd name="connsiteY17" fmla="*/ 449104 h 706027"/>
              <a:gd name="connsiteX18" fmla="*/ 0 w 2915480"/>
              <a:gd name="connsiteY18" fmla="*/ 256923 h 706027"/>
              <a:gd name="connsiteX0" fmla="*/ 0 w 2915480"/>
              <a:gd name="connsiteY0" fmla="*/ 256923 h 706027"/>
              <a:gd name="connsiteX1" fmla="*/ 256923 w 2915480"/>
              <a:gd name="connsiteY1" fmla="*/ 0 h 706027"/>
              <a:gd name="connsiteX2" fmla="*/ 2658557 w 2915480"/>
              <a:gd name="connsiteY2" fmla="*/ 0 h 706027"/>
              <a:gd name="connsiteX3" fmla="*/ 2915480 w 2915480"/>
              <a:gd name="connsiteY3" fmla="*/ 256923 h 706027"/>
              <a:gd name="connsiteX4" fmla="*/ 2915480 w 2915480"/>
              <a:gd name="connsiteY4" fmla="*/ 449104 h 706027"/>
              <a:gd name="connsiteX5" fmla="*/ 2820483 w 2915480"/>
              <a:gd name="connsiteY5" fmla="*/ 677452 h 706027"/>
              <a:gd name="connsiteX6" fmla="*/ 2620618 w 2915480"/>
              <a:gd name="connsiteY6" fmla="*/ 534476 h 706027"/>
              <a:gd name="connsiteX7" fmla="*/ 2406306 w 2915480"/>
              <a:gd name="connsiteY7" fmla="*/ 691639 h 706027"/>
              <a:gd name="connsiteX8" fmla="*/ 2153893 w 2915480"/>
              <a:gd name="connsiteY8" fmla="*/ 548764 h 706027"/>
              <a:gd name="connsiteX9" fmla="*/ 1939581 w 2915480"/>
              <a:gd name="connsiteY9" fmla="*/ 686876 h 706027"/>
              <a:gd name="connsiteX10" fmla="*/ 1687168 w 2915480"/>
              <a:gd name="connsiteY10" fmla="*/ 567814 h 706027"/>
              <a:gd name="connsiteX11" fmla="*/ 1463331 w 2915480"/>
              <a:gd name="connsiteY11" fmla="*/ 677351 h 706027"/>
              <a:gd name="connsiteX12" fmla="*/ 1215681 w 2915480"/>
              <a:gd name="connsiteY12" fmla="*/ 558289 h 706027"/>
              <a:gd name="connsiteX13" fmla="*/ 991843 w 2915480"/>
              <a:gd name="connsiteY13" fmla="*/ 682114 h 706027"/>
              <a:gd name="connsiteX14" fmla="*/ 753718 w 2915480"/>
              <a:gd name="connsiteY14" fmla="*/ 558289 h 706027"/>
              <a:gd name="connsiteX15" fmla="*/ 544168 w 2915480"/>
              <a:gd name="connsiteY15" fmla="*/ 686876 h 706027"/>
              <a:gd name="connsiteX16" fmla="*/ 277468 w 2915480"/>
              <a:gd name="connsiteY16" fmla="*/ 558289 h 706027"/>
              <a:gd name="connsiteX17" fmla="*/ 256923 w 2915480"/>
              <a:gd name="connsiteY17" fmla="*/ 706027 h 706027"/>
              <a:gd name="connsiteX18" fmla="*/ 0 w 2915480"/>
              <a:gd name="connsiteY18" fmla="*/ 449104 h 706027"/>
              <a:gd name="connsiteX19" fmla="*/ 0 w 2915480"/>
              <a:gd name="connsiteY19" fmla="*/ 256923 h 706027"/>
              <a:gd name="connsiteX0" fmla="*/ 0 w 2915480"/>
              <a:gd name="connsiteY0" fmla="*/ 256923 h 691639"/>
              <a:gd name="connsiteX1" fmla="*/ 256923 w 2915480"/>
              <a:gd name="connsiteY1" fmla="*/ 0 h 691639"/>
              <a:gd name="connsiteX2" fmla="*/ 2658557 w 2915480"/>
              <a:gd name="connsiteY2" fmla="*/ 0 h 691639"/>
              <a:gd name="connsiteX3" fmla="*/ 2915480 w 2915480"/>
              <a:gd name="connsiteY3" fmla="*/ 256923 h 691639"/>
              <a:gd name="connsiteX4" fmla="*/ 2915480 w 2915480"/>
              <a:gd name="connsiteY4" fmla="*/ 449104 h 691639"/>
              <a:gd name="connsiteX5" fmla="*/ 2820483 w 2915480"/>
              <a:gd name="connsiteY5" fmla="*/ 677452 h 691639"/>
              <a:gd name="connsiteX6" fmla="*/ 2620618 w 2915480"/>
              <a:gd name="connsiteY6" fmla="*/ 534476 h 691639"/>
              <a:gd name="connsiteX7" fmla="*/ 2406306 w 2915480"/>
              <a:gd name="connsiteY7" fmla="*/ 691639 h 691639"/>
              <a:gd name="connsiteX8" fmla="*/ 2153893 w 2915480"/>
              <a:gd name="connsiteY8" fmla="*/ 548764 h 691639"/>
              <a:gd name="connsiteX9" fmla="*/ 1939581 w 2915480"/>
              <a:gd name="connsiteY9" fmla="*/ 686876 h 691639"/>
              <a:gd name="connsiteX10" fmla="*/ 1687168 w 2915480"/>
              <a:gd name="connsiteY10" fmla="*/ 567814 h 691639"/>
              <a:gd name="connsiteX11" fmla="*/ 1463331 w 2915480"/>
              <a:gd name="connsiteY11" fmla="*/ 677351 h 691639"/>
              <a:gd name="connsiteX12" fmla="*/ 1215681 w 2915480"/>
              <a:gd name="connsiteY12" fmla="*/ 558289 h 691639"/>
              <a:gd name="connsiteX13" fmla="*/ 991843 w 2915480"/>
              <a:gd name="connsiteY13" fmla="*/ 682114 h 691639"/>
              <a:gd name="connsiteX14" fmla="*/ 753718 w 2915480"/>
              <a:gd name="connsiteY14" fmla="*/ 558289 h 691639"/>
              <a:gd name="connsiteX15" fmla="*/ 544168 w 2915480"/>
              <a:gd name="connsiteY15" fmla="*/ 686876 h 691639"/>
              <a:gd name="connsiteX16" fmla="*/ 277468 w 2915480"/>
              <a:gd name="connsiteY16" fmla="*/ 558289 h 691639"/>
              <a:gd name="connsiteX17" fmla="*/ 142623 w 2915480"/>
              <a:gd name="connsiteY17" fmla="*/ 663164 h 691639"/>
              <a:gd name="connsiteX18" fmla="*/ 0 w 2915480"/>
              <a:gd name="connsiteY18" fmla="*/ 449104 h 691639"/>
              <a:gd name="connsiteX19" fmla="*/ 0 w 2915480"/>
              <a:gd name="connsiteY19" fmla="*/ 256923 h 691639"/>
              <a:gd name="connsiteX0" fmla="*/ 1391 w 2916871"/>
              <a:gd name="connsiteY0" fmla="*/ 256923 h 691639"/>
              <a:gd name="connsiteX1" fmla="*/ 258314 w 2916871"/>
              <a:gd name="connsiteY1" fmla="*/ 0 h 691639"/>
              <a:gd name="connsiteX2" fmla="*/ 2659948 w 2916871"/>
              <a:gd name="connsiteY2" fmla="*/ 0 h 691639"/>
              <a:gd name="connsiteX3" fmla="*/ 2916871 w 2916871"/>
              <a:gd name="connsiteY3" fmla="*/ 256923 h 691639"/>
              <a:gd name="connsiteX4" fmla="*/ 2916871 w 2916871"/>
              <a:gd name="connsiteY4" fmla="*/ 449104 h 691639"/>
              <a:gd name="connsiteX5" fmla="*/ 2821874 w 2916871"/>
              <a:gd name="connsiteY5" fmla="*/ 677452 h 691639"/>
              <a:gd name="connsiteX6" fmla="*/ 2622009 w 2916871"/>
              <a:gd name="connsiteY6" fmla="*/ 534476 h 691639"/>
              <a:gd name="connsiteX7" fmla="*/ 2407697 w 2916871"/>
              <a:gd name="connsiteY7" fmla="*/ 691639 h 691639"/>
              <a:gd name="connsiteX8" fmla="*/ 2155284 w 2916871"/>
              <a:gd name="connsiteY8" fmla="*/ 548764 h 691639"/>
              <a:gd name="connsiteX9" fmla="*/ 1940972 w 2916871"/>
              <a:gd name="connsiteY9" fmla="*/ 686876 h 691639"/>
              <a:gd name="connsiteX10" fmla="*/ 1688559 w 2916871"/>
              <a:gd name="connsiteY10" fmla="*/ 567814 h 691639"/>
              <a:gd name="connsiteX11" fmla="*/ 1464722 w 2916871"/>
              <a:gd name="connsiteY11" fmla="*/ 677351 h 691639"/>
              <a:gd name="connsiteX12" fmla="*/ 1217072 w 2916871"/>
              <a:gd name="connsiteY12" fmla="*/ 558289 h 691639"/>
              <a:gd name="connsiteX13" fmla="*/ 993234 w 2916871"/>
              <a:gd name="connsiteY13" fmla="*/ 682114 h 691639"/>
              <a:gd name="connsiteX14" fmla="*/ 755109 w 2916871"/>
              <a:gd name="connsiteY14" fmla="*/ 558289 h 691639"/>
              <a:gd name="connsiteX15" fmla="*/ 545559 w 2916871"/>
              <a:gd name="connsiteY15" fmla="*/ 686876 h 691639"/>
              <a:gd name="connsiteX16" fmla="*/ 278859 w 2916871"/>
              <a:gd name="connsiteY16" fmla="*/ 558289 h 691639"/>
              <a:gd name="connsiteX17" fmla="*/ 120202 w 2916871"/>
              <a:gd name="connsiteY17" fmla="*/ 658402 h 691639"/>
              <a:gd name="connsiteX18" fmla="*/ 1391 w 2916871"/>
              <a:gd name="connsiteY18" fmla="*/ 449104 h 691639"/>
              <a:gd name="connsiteX19" fmla="*/ 1391 w 2916871"/>
              <a:gd name="connsiteY19" fmla="*/ 256923 h 691639"/>
              <a:gd name="connsiteX0" fmla="*/ 12 w 2915492"/>
              <a:gd name="connsiteY0" fmla="*/ 256923 h 691639"/>
              <a:gd name="connsiteX1" fmla="*/ 256935 w 2915492"/>
              <a:gd name="connsiteY1" fmla="*/ 0 h 691639"/>
              <a:gd name="connsiteX2" fmla="*/ 2658569 w 2915492"/>
              <a:gd name="connsiteY2" fmla="*/ 0 h 691639"/>
              <a:gd name="connsiteX3" fmla="*/ 2915492 w 2915492"/>
              <a:gd name="connsiteY3" fmla="*/ 256923 h 691639"/>
              <a:gd name="connsiteX4" fmla="*/ 2915492 w 2915492"/>
              <a:gd name="connsiteY4" fmla="*/ 449104 h 691639"/>
              <a:gd name="connsiteX5" fmla="*/ 2820495 w 2915492"/>
              <a:gd name="connsiteY5" fmla="*/ 677452 h 691639"/>
              <a:gd name="connsiteX6" fmla="*/ 2620630 w 2915492"/>
              <a:gd name="connsiteY6" fmla="*/ 534476 h 691639"/>
              <a:gd name="connsiteX7" fmla="*/ 2406318 w 2915492"/>
              <a:gd name="connsiteY7" fmla="*/ 691639 h 691639"/>
              <a:gd name="connsiteX8" fmla="*/ 2153905 w 2915492"/>
              <a:gd name="connsiteY8" fmla="*/ 548764 h 691639"/>
              <a:gd name="connsiteX9" fmla="*/ 1939593 w 2915492"/>
              <a:gd name="connsiteY9" fmla="*/ 686876 h 691639"/>
              <a:gd name="connsiteX10" fmla="*/ 1687180 w 2915492"/>
              <a:gd name="connsiteY10" fmla="*/ 567814 h 691639"/>
              <a:gd name="connsiteX11" fmla="*/ 1463343 w 2915492"/>
              <a:gd name="connsiteY11" fmla="*/ 677351 h 691639"/>
              <a:gd name="connsiteX12" fmla="*/ 1215693 w 2915492"/>
              <a:gd name="connsiteY12" fmla="*/ 558289 h 691639"/>
              <a:gd name="connsiteX13" fmla="*/ 991855 w 2915492"/>
              <a:gd name="connsiteY13" fmla="*/ 682114 h 691639"/>
              <a:gd name="connsiteX14" fmla="*/ 753730 w 2915492"/>
              <a:gd name="connsiteY14" fmla="*/ 558289 h 691639"/>
              <a:gd name="connsiteX15" fmla="*/ 544180 w 2915492"/>
              <a:gd name="connsiteY15" fmla="*/ 686876 h 691639"/>
              <a:gd name="connsiteX16" fmla="*/ 277480 w 2915492"/>
              <a:gd name="connsiteY16" fmla="*/ 558289 h 691639"/>
              <a:gd name="connsiteX17" fmla="*/ 137873 w 2915492"/>
              <a:gd name="connsiteY17" fmla="*/ 653640 h 691639"/>
              <a:gd name="connsiteX18" fmla="*/ 12 w 2915492"/>
              <a:gd name="connsiteY18" fmla="*/ 449104 h 691639"/>
              <a:gd name="connsiteX19" fmla="*/ 12 w 2915492"/>
              <a:gd name="connsiteY19" fmla="*/ 256923 h 6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915492" h="691639">
                <a:moveTo>
                  <a:pt x="12" y="256923"/>
                </a:moveTo>
                <a:cubicBezTo>
                  <a:pt x="12" y="115028"/>
                  <a:pt x="115040" y="0"/>
                  <a:pt x="256935" y="0"/>
                </a:cubicBezTo>
                <a:lnTo>
                  <a:pt x="2658569" y="0"/>
                </a:lnTo>
                <a:cubicBezTo>
                  <a:pt x="2800464" y="0"/>
                  <a:pt x="2915492" y="115028"/>
                  <a:pt x="2915492" y="256923"/>
                </a:cubicBezTo>
                <a:lnTo>
                  <a:pt x="2915492" y="449104"/>
                </a:lnTo>
                <a:cubicBezTo>
                  <a:pt x="2915492" y="590999"/>
                  <a:pt x="2890953" y="677452"/>
                  <a:pt x="2820495" y="677452"/>
                </a:cubicBezTo>
                <a:cubicBezTo>
                  <a:pt x="2771336" y="675831"/>
                  <a:pt x="2669789" y="536097"/>
                  <a:pt x="2620630" y="534476"/>
                </a:cubicBezTo>
                <a:cubicBezTo>
                  <a:pt x="2541255" y="537651"/>
                  <a:pt x="2485693" y="688464"/>
                  <a:pt x="2406318" y="691639"/>
                </a:cubicBezTo>
                <a:cubicBezTo>
                  <a:pt x="2314243" y="691639"/>
                  <a:pt x="2245980" y="548764"/>
                  <a:pt x="2153905" y="548764"/>
                </a:cubicBezTo>
                <a:cubicBezTo>
                  <a:pt x="2072943" y="555114"/>
                  <a:pt x="2020555" y="680526"/>
                  <a:pt x="1939593" y="686876"/>
                </a:cubicBezTo>
                <a:cubicBezTo>
                  <a:pt x="1853868" y="690051"/>
                  <a:pt x="1772905" y="564639"/>
                  <a:pt x="1687180" y="567814"/>
                </a:cubicBezTo>
                <a:cubicBezTo>
                  <a:pt x="1604630" y="574164"/>
                  <a:pt x="1545893" y="671001"/>
                  <a:pt x="1463343" y="677351"/>
                </a:cubicBezTo>
                <a:cubicBezTo>
                  <a:pt x="1382380" y="677351"/>
                  <a:pt x="1296656" y="558289"/>
                  <a:pt x="1215693" y="558289"/>
                </a:cubicBezTo>
                <a:cubicBezTo>
                  <a:pt x="1141080" y="566226"/>
                  <a:pt x="1066468" y="674177"/>
                  <a:pt x="991855" y="682114"/>
                </a:cubicBezTo>
                <a:cubicBezTo>
                  <a:pt x="925180" y="685289"/>
                  <a:pt x="820405" y="555114"/>
                  <a:pt x="753730" y="558289"/>
                </a:cubicBezTo>
                <a:cubicBezTo>
                  <a:pt x="683880" y="578926"/>
                  <a:pt x="614030" y="666239"/>
                  <a:pt x="544180" y="686876"/>
                </a:cubicBezTo>
                <a:cubicBezTo>
                  <a:pt x="461630" y="691639"/>
                  <a:pt x="360030" y="553526"/>
                  <a:pt x="277480" y="558289"/>
                </a:cubicBezTo>
                <a:lnTo>
                  <a:pt x="137873" y="653640"/>
                </a:lnTo>
                <a:cubicBezTo>
                  <a:pt x="-4022" y="653640"/>
                  <a:pt x="12" y="590999"/>
                  <a:pt x="12" y="449104"/>
                </a:cubicBezTo>
                <a:lnTo>
                  <a:pt x="12" y="256923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6" name="Rectangle: Rounded Corners 6">
            <a:extLst>
              <a:ext uri="{FF2B5EF4-FFF2-40B4-BE49-F238E27FC236}">
                <a16:creationId xmlns:a16="http://schemas.microsoft.com/office/drawing/2014/main" id="{E7C1161C-9987-4DFC-853E-8CFA729799D4}"/>
              </a:ext>
            </a:extLst>
          </p:cNvPr>
          <p:cNvSpPr/>
          <p:nvPr/>
        </p:nvSpPr>
        <p:spPr>
          <a:xfrm>
            <a:off x="7617472" y="2035303"/>
            <a:ext cx="3281844" cy="1233203"/>
          </a:xfrm>
          <a:custGeom>
            <a:avLst/>
            <a:gdLst>
              <a:gd name="connsiteX0" fmla="*/ 0 w 2915480"/>
              <a:gd name="connsiteY0" fmla="*/ 256923 h 706027"/>
              <a:gd name="connsiteX1" fmla="*/ 256923 w 2915480"/>
              <a:gd name="connsiteY1" fmla="*/ 0 h 706027"/>
              <a:gd name="connsiteX2" fmla="*/ 2658557 w 2915480"/>
              <a:gd name="connsiteY2" fmla="*/ 0 h 706027"/>
              <a:gd name="connsiteX3" fmla="*/ 2915480 w 2915480"/>
              <a:gd name="connsiteY3" fmla="*/ 256923 h 706027"/>
              <a:gd name="connsiteX4" fmla="*/ 2915480 w 2915480"/>
              <a:gd name="connsiteY4" fmla="*/ 449104 h 706027"/>
              <a:gd name="connsiteX5" fmla="*/ 2658557 w 2915480"/>
              <a:gd name="connsiteY5" fmla="*/ 706027 h 706027"/>
              <a:gd name="connsiteX6" fmla="*/ 256923 w 2915480"/>
              <a:gd name="connsiteY6" fmla="*/ 706027 h 706027"/>
              <a:gd name="connsiteX7" fmla="*/ 0 w 2915480"/>
              <a:gd name="connsiteY7" fmla="*/ 449104 h 706027"/>
              <a:gd name="connsiteX8" fmla="*/ 0 w 2915480"/>
              <a:gd name="connsiteY8" fmla="*/ 256923 h 706027"/>
              <a:gd name="connsiteX0" fmla="*/ 0 w 2915587"/>
              <a:gd name="connsiteY0" fmla="*/ 256923 h 706027"/>
              <a:gd name="connsiteX1" fmla="*/ 256923 w 2915587"/>
              <a:gd name="connsiteY1" fmla="*/ 0 h 706027"/>
              <a:gd name="connsiteX2" fmla="*/ 2658557 w 2915587"/>
              <a:gd name="connsiteY2" fmla="*/ 0 h 706027"/>
              <a:gd name="connsiteX3" fmla="*/ 2915480 w 2915587"/>
              <a:gd name="connsiteY3" fmla="*/ 256923 h 706027"/>
              <a:gd name="connsiteX4" fmla="*/ 2915480 w 2915587"/>
              <a:gd name="connsiteY4" fmla="*/ 449104 h 706027"/>
              <a:gd name="connsiteX5" fmla="*/ 2782382 w 2915587"/>
              <a:gd name="connsiteY5" fmla="*/ 696502 h 706027"/>
              <a:gd name="connsiteX6" fmla="*/ 256923 w 2915587"/>
              <a:gd name="connsiteY6" fmla="*/ 706027 h 706027"/>
              <a:gd name="connsiteX7" fmla="*/ 0 w 2915587"/>
              <a:gd name="connsiteY7" fmla="*/ 449104 h 706027"/>
              <a:gd name="connsiteX8" fmla="*/ 0 w 2915587"/>
              <a:gd name="connsiteY8" fmla="*/ 256923 h 706027"/>
              <a:gd name="connsiteX0" fmla="*/ 0 w 2915587"/>
              <a:gd name="connsiteY0" fmla="*/ 256923 h 706027"/>
              <a:gd name="connsiteX1" fmla="*/ 256923 w 2915587"/>
              <a:gd name="connsiteY1" fmla="*/ 0 h 706027"/>
              <a:gd name="connsiteX2" fmla="*/ 2658557 w 2915587"/>
              <a:gd name="connsiteY2" fmla="*/ 0 h 706027"/>
              <a:gd name="connsiteX3" fmla="*/ 2915480 w 2915587"/>
              <a:gd name="connsiteY3" fmla="*/ 256923 h 706027"/>
              <a:gd name="connsiteX4" fmla="*/ 2915480 w 2915587"/>
              <a:gd name="connsiteY4" fmla="*/ 449104 h 706027"/>
              <a:gd name="connsiteX5" fmla="*/ 2782382 w 2915587"/>
              <a:gd name="connsiteY5" fmla="*/ 696502 h 706027"/>
              <a:gd name="connsiteX6" fmla="*/ 2620618 w 2915587"/>
              <a:gd name="connsiteY6" fmla="*/ 534476 h 706027"/>
              <a:gd name="connsiteX7" fmla="*/ 256923 w 2915587"/>
              <a:gd name="connsiteY7" fmla="*/ 706027 h 706027"/>
              <a:gd name="connsiteX8" fmla="*/ 0 w 2915587"/>
              <a:gd name="connsiteY8" fmla="*/ 449104 h 706027"/>
              <a:gd name="connsiteX9" fmla="*/ 0 w 2915587"/>
              <a:gd name="connsiteY9" fmla="*/ 256923 h 706027"/>
              <a:gd name="connsiteX0" fmla="*/ 0 w 2918713"/>
              <a:gd name="connsiteY0" fmla="*/ 256923 h 706027"/>
              <a:gd name="connsiteX1" fmla="*/ 256923 w 2918713"/>
              <a:gd name="connsiteY1" fmla="*/ 0 h 706027"/>
              <a:gd name="connsiteX2" fmla="*/ 2658557 w 2918713"/>
              <a:gd name="connsiteY2" fmla="*/ 0 h 706027"/>
              <a:gd name="connsiteX3" fmla="*/ 2915480 w 2918713"/>
              <a:gd name="connsiteY3" fmla="*/ 256923 h 706027"/>
              <a:gd name="connsiteX4" fmla="*/ 2915480 w 2918713"/>
              <a:gd name="connsiteY4" fmla="*/ 449104 h 706027"/>
              <a:gd name="connsiteX5" fmla="*/ 2806195 w 2918713"/>
              <a:gd name="connsiteY5" fmla="*/ 648877 h 706027"/>
              <a:gd name="connsiteX6" fmla="*/ 2620618 w 2918713"/>
              <a:gd name="connsiteY6" fmla="*/ 534476 h 706027"/>
              <a:gd name="connsiteX7" fmla="*/ 256923 w 2918713"/>
              <a:gd name="connsiteY7" fmla="*/ 706027 h 706027"/>
              <a:gd name="connsiteX8" fmla="*/ 0 w 2918713"/>
              <a:gd name="connsiteY8" fmla="*/ 449104 h 706027"/>
              <a:gd name="connsiteX9" fmla="*/ 0 w 2918713"/>
              <a:gd name="connsiteY9" fmla="*/ 256923 h 706027"/>
              <a:gd name="connsiteX0" fmla="*/ 0 w 2922907"/>
              <a:gd name="connsiteY0" fmla="*/ 256923 h 706027"/>
              <a:gd name="connsiteX1" fmla="*/ 256923 w 2922907"/>
              <a:gd name="connsiteY1" fmla="*/ 0 h 706027"/>
              <a:gd name="connsiteX2" fmla="*/ 2658557 w 2922907"/>
              <a:gd name="connsiteY2" fmla="*/ 0 h 706027"/>
              <a:gd name="connsiteX3" fmla="*/ 2915480 w 2922907"/>
              <a:gd name="connsiteY3" fmla="*/ 256923 h 706027"/>
              <a:gd name="connsiteX4" fmla="*/ 2915480 w 2922907"/>
              <a:gd name="connsiteY4" fmla="*/ 449104 h 706027"/>
              <a:gd name="connsiteX5" fmla="*/ 2820483 w 2922907"/>
              <a:gd name="connsiteY5" fmla="*/ 677452 h 706027"/>
              <a:gd name="connsiteX6" fmla="*/ 2620618 w 2922907"/>
              <a:gd name="connsiteY6" fmla="*/ 534476 h 706027"/>
              <a:gd name="connsiteX7" fmla="*/ 256923 w 2922907"/>
              <a:gd name="connsiteY7" fmla="*/ 706027 h 706027"/>
              <a:gd name="connsiteX8" fmla="*/ 0 w 2922907"/>
              <a:gd name="connsiteY8" fmla="*/ 449104 h 706027"/>
              <a:gd name="connsiteX9" fmla="*/ 0 w 2922907"/>
              <a:gd name="connsiteY9" fmla="*/ 256923 h 706027"/>
              <a:gd name="connsiteX0" fmla="*/ 0 w 2915480"/>
              <a:gd name="connsiteY0" fmla="*/ 256923 h 706027"/>
              <a:gd name="connsiteX1" fmla="*/ 256923 w 2915480"/>
              <a:gd name="connsiteY1" fmla="*/ 0 h 706027"/>
              <a:gd name="connsiteX2" fmla="*/ 2658557 w 2915480"/>
              <a:gd name="connsiteY2" fmla="*/ 0 h 706027"/>
              <a:gd name="connsiteX3" fmla="*/ 2915480 w 2915480"/>
              <a:gd name="connsiteY3" fmla="*/ 256923 h 706027"/>
              <a:gd name="connsiteX4" fmla="*/ 2915480 w 2915480"/>
              <a:gd name="connsiteY4" fmla="*/ 449104 h 706027"/>
              <a:gd name="connsiteX5" fmla="*/ 2820483 w 2915480"/>
              <a:gd name="connsiteY5" fmla="*/ 677452 h 706027"/>
              <a:gd name="connsiteX6" fmla="*/ 2620618 w 2915480"/>
              <a:gd name="connsiteY6" fmla="*/ 534476 h 706027"/>
              <a:gd name="connsiteX7" fmla="*/ 256923 w 2915480"/>
              <a:gd name="connsiteY7" fmla="*/ 706027 h 706027"/>
              <a:gd name="connsiteX8" fmla="*/ 0 w 2915480"/>
              <a:gd name="connsiteY8" fmla="*/ 449104 h 706027"/>
              <a:gd name="connsiteX9" fmla="*/ 0 w 2915480"/>
              <a:gd name="connsiteY9" fmla="*/ 256923 h 706027"/>
              <a:gd name="connsiteX0" fmla="*/ 0 w 2915480"/>
              <a:gd name="connsiteY0" fmla="*/ 256923 h 706027"/>
              <a:gd name="connsiteX1" fmla="*/ 256923 w 2915480"/>
              <a:gd name="connsiteY1" fmla="*/ 0 h 706027"/>
              <a:gd name="connsiteX2" fmla="*/ 2658557 w 2915480"/>
              <a:gd name="connsiteY2" fmla="*/ 0 h 706027"/>
              <a:gd name="connsiteX3" fmla="*/ 2915480 w 2915480"/>
              <a:gd name="connsiteY3" fmla="*/ 256923 h 706027"/>
              <a:gd name="connsiteX4" fmla="*/ 2915480 w 2915480"/>
              <a:gd name="connsiteY4" fmla="*/ 449104 h 706027"/>
              <a:gd name="connsiteX5" fmla="*/ 2820483 w 2915480"/>
              <a:gd name="connsiteY5" fmla="*/ 677452 h 706027"/>
              <a:gd name="connsiteX6" fmla="*/ 2620618 w 2915480"/>
              <a:gd name="connsiteY6" fmla="*/ 534476 h 706027"/>
              <a:gd name="connsiteX7" fmla="*/ 2406306 w 2915480"/>
              <a:gd name="connsiteY7" fmla="*/ 691639 h 706027"/>
              <a:gd name="connsiteX8" fmla="*/ 256923 w 2915480"/>
              <a:gd name="connsiteY8" fmla="*/ 706027 h 706027"/>
              <a:gd name="connsiteX9" fmla="*/ 0 w 2915480"/>
              <a:gd name="connsiteY9" fmla="*/ 449104 h 706027"/>
              <a:gd name="connsiteX10" fmla="*/ 0 w 2915480"/>
              <a:gd name="connsiteY10" fmla="*/ 256923 h 706027"/>
              <a:gd name="connsiteX0" fmla="*/ 0 w 2915480"/>
              <a:gd name="connsiteY0" fmla="*/ 256923 h 706027"/>
              <a:gd name="connsiteX1" fmla="*/ 256923 w 2915480"/>
              <a:gd name="connsiteY1" fmla="*/ 0 h 706027"/>
              <a:gd name="connsiteX2" fmla="*/ 2658557 w 2915480"/>
              <a:gd name="connsiteY2" fmla="*/ 0 h 706027"/>
              <a:gd name="connsiteX3" fmla="*/ 2915480 w 2915480"/>
              <a:gd name="connsiteY3" fmla="*/ 256923 h 706027"/>
              <a:gd name="connsiteX4" fmla="*/ 2915480 w 2915480"/>
              <a:gd name="connsiteY4" fmla="*/ 449104 h 706027"/>
              <a:gd name="connsiteX5" fmla="*/ 2820483 w 2915480"/>
              <a:gd name="connsiteY5" fmla="*/ 677452 h 706027"/>
              <a:gd name="connsiteX6" fmla="*/ 2620618 w 2915480"/>
              <a:gd name="connsiteY6" fmla="*/ 534476 h 706027"/>
              <a:gd name="connsiteX7" fmla="*/ 2406306 w 2915480"/>
              <a:gd name="connsiteY7" fmla="*/ 691639 h 706027"/>
              <a:gd name="connsiteX8" fmla="*/ 2153893 w 2915480"/>
              <a:gd name="connsiteY8" fmla="*/ 548764 h 706027"/>
              <a:gd name="connsiteX9" fmla="*/ 256923 w 2915480"/>
              <a:gd name="connsiteY9" fmla="*/ 706027 h 706027"/>
              <a:gd name="connsiteX10" fmla="*/ 0 w 2915480"/>
              <a:gd name="connsiteY10" fmla="*/ 449104 h 706027"/>
              <a:gd name="connsiteX11" fmla="*/ 0 w 2915480"/>
              <a:gd name="connsiteY11" fmla="*/ 256923 h 706027"/>
              <a:gd name="connsiteX0" fmla="*/ 0 w 2915480"/>
              <a:gd name="connsiteY0" fmla="*/ 256923 h 706027"/>
              <a:gd name="connsiteX1" fmla="*/ 256923 w 2915480"/>
              <a:gd name="connsiteY1" fmla="*/ 0 h 706027"/>
              <a:gd name="connsiteX2" fmla="*/ 2658557 w 2915480"/>
              <a:gd name="connsiteY2" fmla="*/ 0 h 706027"/>
              <a:gd name="connsiteX3" fmla="*/ 2915480 w 2915480"/>
              <a:gd name="connsiteY3" fmla="*/ 256923 h 706027"/>
              <a:gd name="connsiteX4" fmla="*/ 2915480 w 2915480"/>
              <a:gd name="connsiteY4" fmla="*/ 449104 h 706027"/>
              <a:gd name="connsiteX5" fmla="*/ 2820483 w 2915480"/>
              <a:gd name="connsiteY5" fmla="*/ 677452 h 706027"/>
              <a:gd name="connsiteX6" fmla="*/ 2620618 w 2915480"/>
              <a:gd name="connsiteY6" fmla="*/ 534476 h 706027"/>
              <a:gd name="connsiteX7" fmla="*/ 2406306 w 2915480"/>
              <a:gd name="connsiteY7" fmla="*/ 691639 h 706027"/>
              <a:gd name="connsiteX8" fmla="*/ 2153893 w 2915480"/>
              <a:gd name="connsiteY8" fmla="*/ 548764 h 706027"/>
              <a:gd name="connsiteX9" fmla="*/ 1939581 w 2915480"/>
              <a:gd name="connsiteY9" fmla="*/ 686876 h 706027"/>
              <a:gd name="connsiteX10" fmla="*/ 256923 w 2915480"/>
              <a:gd name="connsiteY10" fmla="*/ 706027 h 706027"/>
              <a:gd name="connsiteX11" fmla="*/ 0 w 2915480"/>
              <a:gd name="connsiteY11" fmla="*/ 449104 h 706027"/>
              <a:gd name="connsiteX12" fmla="*/ 0 w 2915480"/>
              <a:gd name="connsiteY12" fmla="*/ 256923 h 706027"/>
              <a:gd name="connsiteX0" fmla="*/ 0 w 2915480"/>
              <a:gd name="connsiteY0" fmla="*/ 256923 h 706027"/>
              <a:gd name="connsiteX1" fmla="*/ 256923 w 2915480"/>
              <a:gd name="connsiteY1" fmla="*/ 0 h 706027"/>
              <a:gd name="connsiteX2" fmla="*/ 2658557 w 2915480"/>
              <a:gd name="connsiteY2" fmla="*/ 0 h 706027"/>
              <a:gd name="connsiteX3" fmla="*/ 2915480 w 2915480"/>
              <a:gd name="connsiteY3" fmla="*/ 256923 h 706027"/>
              <a:gd name="connsiteX4" fmla="*/ 2915480 w 2915480"/>
              <a:gd name="connsiteY4" fmla="*/ 449104 h 706027"/>
              <a:gd name="connsiteX5" fmla="*/ 2820483 w 2915480"/>
              <a:gd name="connsiteY5" fmla="*/ 677452 h 706027"/>
              <a:gd name="connsiteX6" fmla="*/ 2620618 w 2915480"/>
              <a:gd name="connsiteY6" fmla="*/ 534476 h 706027"/>
              <a:gd name="connsiteX7" fmla="*/ 2406306 w 2915480"/>
              <a:gd name="connsiteY7" fmla="*/ 691639 h 706027"/>
              <a:gd name="connsiteX8" fmla="*/ 2153893 w 2915480"/>
              <a:gd name="connsiteY8" fmla="*/ 548764 h 706027"/>
              <a:gd name="connsiteX9" fmla="*/ 1939581 w 2915480"/>
              <a:gd name="connsiteY9" fmla="*/ 686876 h 706027"/>
              <a:gd name="connsiteX10" fmla="*/ 1687168 w 2915480"/>
              <a:gd name="connsiteY10" fmla="*/ 567814 h 706027"/>
              <a:gd name="connsiteX11" fmla="*/ 256923 w 2915480"/>
              <a:gd name="connsiteY11" fmla="*/ 706027 h 706027"/>
              <a:gd name="connsiteX12" fmla="*/ 0 w 2915480"/>
              <a:gd name="connsiteY12" fmla="*/ 449104 h 706027"/>
              <a:gd name="connsiteX13" fmla="*/ 0 w 2915480"/>
              <a:gd name="connsiteY13" fmla="*/ 256923 h 706027"/>
              <a:gd name="connsiteX0" fmla="*/ 0 w 2915480"/>
              <a:gd name="connsiteY0" fmla="*/ 256923 h 706027"/>
              <a:gd name="connsiteX1" fmla="*/ 256923 w 2915480"/>
              <a:gd name="connsiteY1" fmla="*/ 0 h 706027"/>
              <a:gd name="connsiteX2" fmla="*/ 2658557 w 2915480"/>
              <a:gd name="connsiteY2" fmla="*/ 0 h 706027"/>
              <a:gd name="connsiteX3" fmla="*/ 2915480 w 2915480"/>
              <a:gd name="connsiteY3" fmla="*/ 256923 h 706027"/>
              <a:gd name="connsiteX4" fmla="*/ 2915480 w 2915480"/>
              <a:gd name="connsiteY4" fmla="*/ 449104 h 706027"/>
              <a:gd name="connsiteX5" fmla="*/ 2820483 w 2915480"/>
              <a:gd name="connsiteY5" fmla="*/ 677452 h 706027"/>
              <a:gd name="connsiteX6" fmla="*/ 2620618 w 2915480"/>
              <a:gd name="connsiteY6" fmla="*/ 534476 h 706027"/>
              <a:gd name="connsiteX7" fmla="*/ 2406306 w 2915480"/>
              <a:gd name="connsiteY7" fmla="*/ 691639 h 706027"/>
              <a:gd name="connsiteX8" fmla="*/ 2153893 w 2915480"/>
              <a:gd name="connsiteY8" fmla="*/ 548764 h 706027"/>
              <a:gd name="connsiteX9" fmla="*/ 1939581 w 2915480"/>
              <a:gd name="connsiteY9" fmla="*/ 686876 h 706027"/>
              <a:gd name="connsiteX10" fmla="*/ 1687168 w 2915480"/>
              <a:gd name="connsiteY10" fmla="*/ 567814 h 706027"/>
              <a:gd name="connsiteX11" fmla="*/ 1463331 w 2915480"/>
              <a:gd name="connsiteY11" fmla="*/ 677351 h 706027"/>
              <a:gd name="connsiteX12" fmla="*/ 256923 w 2915480"/>
              <a:gd name="connsiteY12" fmla="*/ 706027 h 706027"/>
              <a:gd name="connsiteX13" fmla="*/ 0 w 2915480"/>
              <a:gd name="connsiteY13" fmla="*/ 449104 h 706027"/>
              <a:gd name="connsiteX14" fmla="*/ 0 w 2915480"/>
              <a:gd name="connsiteY14" fmla="*/ 256923 h 706027"/>
              <a:gd name="connsiteX0" fmla="*/ 0 w 2915480"/>
              <a:gd name="connsiteY0" fmla="*/ 256923 h 706027"/>
              <a:gd name="connsiteX1" fmla="*/ 256923 w 2915480"/>
              <a:gd name="connsiteY1" fmla="*/ 0 h 706027"/>
              <a:gd name="connsiteX2" fmla="*/ 2658557 w 2915480"/>
              <a:gd name="connsiteY2" fmla="*/ 0 h 706027"/>
              <a:gd name="connsiteX3" fmla="*/ 2915480 w 2915480"/>
              <a:gd name="connsiteY3" fmla="*/ 256923 h 706027"/>
              <a:gd name="connsiteX4" fmla="*/ 2915480 w 2915480"/>
              <a:gd name="connsiteY4" fmla="*/ 449104 h 706027"/>
              <a:gd name="connsiteX5" fmla="*/ 2820483 w 2915480"/>
              <a:gd name="connsiteY5" fmla="*/ 677452 h 706027"/>
              <a:gd name="connsiteX6" fmla="*/ 2620618 w 2915480"/>
              <a:gd name="connsiteY6" fmla="*/ 534476 h 706027"/>
              <a:gd name="connsiteX7" fmla="*/ 2406306 w 2915480"/>
              <a:gd name="connsiteY7" fmla="*/ 691639 h 706027"/>
              <a:gd name="connsiteX8" fmla="*/ 2153893 w 2915480"/>
              <a:gd name="connsiteY8" fmla="*/ 548764 h 706027"/>
              <a:gd name="connsiteX9" fmla="*/ 1939581 w 2915480"/>
              <a:gd name="connsiteY9" fmla="*/ 686876 h 706027"/>
              <a:gd name="connsiteX10" fmla="*/ 1687168 w 2915480"/>
              <a:gd name="connsiteY10" fmla="*/ 567814 h 706027"/>
              <a:gd name="connsiteX11" fmla="*/ 1463331 w 2915480"/>
              <a:gd name="connsiteY11" fmla="*/ 677351 h 706027"/>
              <a:gd name="connsiteX12" fmla="*/ 1215681 w 2915480"/>
              <a:gd name="connsiteY12" fmla="*/ 558289 h 706027"/>
              <a:gd name="connsiteX13" fmla="*/ 256923 w 2915480"/>
              <a:gd name="connsiteY13" fmla="*/ 706027 h 706027"/>
              <a:gd name="connsiteX14" fmla="*/ 0 w 2915480"/>
              <a:gd name="connsiteY14" fmla="*/ 449104 h 706027"/>
              <a:gd name="connsiteX15" fmla="*/ 0 w 2915480"/>
              <a:gd name="connsiteY15" fmla="*/ 256923 h 706027"/>
              <a:gd name="connsiteX0" fmla="*/ 0 w 2915480"/>
              <a:gd name="connsiteY0" fmla="*/ 256923 h 706027"/>
              <a:gd name="connsiteX1" fmla="*/ 256923 w 2915480"/>
              <a:gd name="connsiteY1" fmla="*/ 0 h 706027"/>
              <a:gd name="connsiteX2" fmla="*/ 2658557 w 2915480"/>
              <a:gd name="connsiteY2" fmla="*/ 0 h 706027"/>
              <a:gd name="connsiteX3" fmla="*/ 2915480 w 2915480"/>
              <a:gd name="connsiteY3" fmla="*/ 256923 h 706027"/>
              <a:gd name="connsiteX4" fmla="*/ 2915480 w 2915480"/>
              <a:gd name="connsiteY4" fmla="*/ 449104 h 706027"/>
              <a:gd name="connsiteX5" fmla="*/ 2820483 w 2915480"/>
              <a:gd name="connsiteY5" fmla="*/ 677452 h 706027"/>
              <a:gd name="connsiteX6" fmla="*/ 2620618 w 2915480"/>
              <a:gd name="connsiteY6" fmla="*/ 534476 h 706027"/>
              <a:gd name="connsiteX7" fmla="*/ 2406306 w 2915480"/>
              <a:gd name="connsiteY7" fmla="*/ 691639 h 706027"/>
              <a:gd name="connsiteX8" fmla="*/ 2153893 w 2915480"/>
              <a:gd name="connsiteY8" fmla="*/ 548764 h 706027"/>
              <a:gd name="connsiteX9" fmla="*/ 1939581 w 2915480"/>
              <a:gd name="connsiteY9" fmla="*/ 686876 h 706027"/>
              <a:gd name="connsiteX10" fmla="*/ 1687168 w 2915480"/>
              <a:gd name="connsiteY10" fmla="*/ 567814 h 706027"/>
              <a:gd name="connsiteX11" fmla="*/ 1463331 w 2915480"/>
              <a:gd name="connsiteY11" fmla="*/ 677351 h 706027"/>
              <a:gd name="connsiteX12" fmla="*/ 1215681 w 2915480"/>
              <a:gd name="connsiteY12" fmla="*/ 558289 h 706027"/>
              <a:gd name="connsiteX13" fmla="*/ 991843 w 2915480"/>
              <a:gd name="connsiteY13" fmla="*/ 682114 h 706027"/>
              <a:gd name="connsiteX14" fmla="*/ 256923 w 2915480"/>
              <a:gd name="connsiteY14" fmla="*/ 706027 h 706027"/>
              <a:gd name="connsiteX15" fmla="*/ 0 w 2915480"/>
              <a:gd name="connsiteY15" fmla="*/ 449104 h 706027"/>
              <a:gd name="connsiteX16" fmla="*/ 0 w 2915480"/>
              <a:gd name="connsiteY16" fmla="*/ 256923 h 706027"/>
              <a:gd name="connsiteX0" fmla="*/ 0 w 2915480"/>
              <a:gd name="connsiteY0" fmla="*/ 256923 h 706027"/>
              <a:gd name="connsiteX1" fmla="*/ 256923 w 2915480"/>
              <a:gd name="connsiteY1" fmla="*/ 0 h 706027"/>
              <a:gd name="connsiteX2" fmla="*/ 2658557 w 2915480"/>
              <a:gd name="connsiteY2" fmla="*/ 0 h 706027"/>
              <a:gd name="connsiteX3" fmla="*/ 2915480 w 2915480"/>
              <a:gd name="connsiteY3" fmla="*/ 256923 h 706027"/>
              <a:gd name="connsiteX4" fmla="*/ 2915480 w 2915480"/>
              <a:gd name="connsiteY4" fmla="*/ 449104 h 706027"/>
              <a:gd name="connsiteX5" fmla="*/ 2820483 w 2915480"/>
              <a:gd name="connsiteY5" fmla="*/ 677452 h 706027"/>
              <a:gd name="connsiteX6" fmla="*/ 2620618 w 2915480"/>
              <a:gd name="connsiteY6" fmla="*/ 534476 h 706027"/>
              <a:gd name="connsiteX7" fmla="*/ 2406306 w 2915480"/>
              <a:gd name="connsiteY7" fmla="*/ 691639 h 706027"/>
              <a:gd name="connsiteX8" fmla="*/ 2153893 w 2915480"/>
              <a:gd name="connsiteY8" fmla="*/ 548764 h 706027"/>
              <a:gd name="connsiteX9" fmla="*/ 1939581 w 2915480"/>
              <a:gd name="connsiteY9" fmla="*/ 686876 h 706027"/>
              <a:gd name="connsiteX10" fmla="*/ 1687168 w 2915480"/>
              <a:gd name="connsiteY10" fmla="*/ 567814 h 706027"/>
              <a:gd name="connsiteX11" fmla="*/ 1463331 w 2915480"/>
              <a:gd name="connsiteY11" fmla="*/ 677351 h 706027"/>
              <a:gd name="connsiteX12" fmla="*/ 1215681 w 2915480"/>
              <a:gd name="connsiteY12" fmla="*/ 558289 h 706027"/>
              <a:gd name="connsiteX13" fmla="*/ 991843 w 2915480"/>
              <a:gd name="connsiteY13" fmla="*/ 682114 h 706027"/>
              <a:gd name="connsiteX14" fmla="*/ 753718 w 2915480"/>
              <a:gd name="connsiteY14" fmla="*/ 558289 h 706027"/>
              <a:gd name="connsiteX15" fmla="*/ 256923 w 2915480"/>
              <a:gd name="connsiteY15" fmla="*/ 706027 h 706027"/>
              <a:gd name="connsiteX16" fmla="*/ 0 w 2915480"/>
              <a:gd name="connsiteY16" fmla="*/ 449104 h 706027"/>
              <a:gd name="connsiteX17" fmla="*/ 0 w 2915480"/>
              <a:gd name="connsiteY17" fmla="*/ 256923 h 706027"/>
              <a:gd name="connsiteX0" fmla="*/ 0 w 2915480"/>
              <a:gd name="connsiteY0" fmla="*/ 256923 h 706027"/>
              <a:gd name="connsiteX1" fmla="*/ 256923 w 2915480"/>
              <a:gd name="connsiteY1" fmla="*/ 0 h 706027"/>
              <a:gd name="connsiteX2" fmla="*/ 2658557 w 2915480"/>
              <a:gd name="connsiteY2" fmla="*/ 0 h 706027"/>
              <a:gd name="connsiteX3" fmla="*/ 2915480 w 2915480"/>
              <a:gd name="connsiteY3" fmla="*/ 256923 h 706027"/>
              <a:gd name="connsiteX4" fmla="*/ 2915480 w 2915480"/>
              <a:gd name="connsiteY4" fmla="*/ 449104 h 706027"/>
              <a:gd name="connsiteX5" fmla="*/ 2820483 w 2915480"/>
              <a:gd name="connsiteY5" fmla="*/ 677452 h 706027"/>
              <a:gd name="connsiteX6" fmla="*/ 2620618 w 2915480"/>
              <a:gd name="connsiteY6" fmla="*/ 534476 h 706027"/>
              <a:gd name="connsiteX7" fmla="*/ 2406306 w 2915480"/>
              <a:gd name="connsiteY7" fmla="*/ 691639 h 706027"/>
              <a:gd name="connsiteX8" fmla="*/ 2153893 w 2915480"/>
              <a:gd name="connsiteY8" fmla="*/ 548764 h 706027"/>
              <a:gd name="connsiteX9" fmla="*/ 1939581 w 2915480"/>
              <a:gd name="connsiteY9" fmla="*/ 686876 h 706027"/>
              <a:gd name="connsiteX10" fmla="*/ 1687168 w 2915480"/>
              <a:gd name="connsiteY10" fmla="*/ 567814 h 706027"/>
              <a:gd name="connsiteX11" fmla="*/ 1463331 w 2915480"/>
              <a:gd name="connsiteY11" fmla="*/ 677351 h 706027"/>
              <a:gd name="connsiteX12" fmla="*/ 1215681 w 2915480"/>
              <a:gd name="connsiteY12" fmla="*/ 558289 h 706027"/>
              <a:gd name="connsiteX13" fmla="*/ 991843 w 2915480"/>
              <a:gd name="connsiteY13" fmla="*/ 682114 h 706027"/>
              <a:gd name="connsiteX14" fmla="*/ 753718 w 2915480"/>
              <a:gd name="connsiteY14" fmla="*/ 558289 h 706027"/>
              <a:gd name="connsiteX15" fmla="*/ 544168 w 2915480"/>
              <a:gd name="connsiteY15" fmla="*/ 686876 h 706027"/>
              <a:gd name="connsiteX16" fmla="*/ 256923 w 2915480"/>
              <a:gd name="connsiteY16" fmla="*/ 706027 h 706027"/>
              <a:gd name="connsiteX17" fmla="*/ 0 w 2915480"/>
              <a:gd name="connsiteY17" fmla="*/ 449104 h 706027"/>
              <a:gd name="connsiteX18" fmla="*/ 0 w 2915480"/>
              <a:gd name="connsiteY18" fmla="*/ 256923 h 706027"/>
              <a:gd name="connsiteX0" fmla="*/ 0 w 2915480"/>
              <a:gd name="connsiteY0" fmla="*/ 256923 h 706027"/>
              <a:gd name="connsiteX1" fmla="*/ 256923 w 2915480"/>
              <a:gd name="connsiteY1" fmla="*/ 0 h 706027"/>
              <a:gd name="connsiteX2" fmla="*/ 2658557 w 2915480"/>
              <a:gd name="connsiteY2" fmla="*/ 0 h 706027"/>
              <a:gd name="connsiteX3" fmla="*/ 2915480 w 2915480"/>
              <a:gd name="connsiteY3" fmla="*/ 256923 h 706027"/>
              <a:gd name="connsiteX4" fmla="*/ 2915480 w 2915480"/>
              <a:gd name="connsiteY4" fmla="*/ 449104 h 706027"/>
              <a:gd name="connsiteX5" fmla="*/ 2820483 w 2915480"/>
              <a:gd name="connsiteY5" fmla="*/ 677452 h 706027"/>
              <a:gd name="connsiteX6" fmla="*/ 2620618 w 2915480"/>
              <a:gd name="connsiteY6" fmla="*/ 534476 h 706027"/>
              <a:gd name="connsiteX7" fmla="*/ 2406306 w 2915480"/>
              <a:gd name="connsiteY7" fmla="*/ 691639 h 706027"/>
              <a:gd name="connsiteX8" fmla="*/ 2153893 w 2915480"/>
              <a:gd name="connsiteY8" fmla="*/ 548764 h 706027"/>
              <a:gd name="connsiteX9" fmla="*/ 1939581 w 2915480"/>
              <a:gd name="connsiteY9" fmla="*/ 686876 h 706027"/>
              <a:gd name="connsiteX10" fmla="*/ 1687168 w 2915480"/>
              <a:gd name="connsiteY10" fmla="*/ 567814 h 706027"/>
              <a:gd name="connsiteX11" fmla="*/ 1463331 w 2915480"/>
              <a:gd name="connsiteY11" fmla="*/ 677351 h 706027"/>
              <a:gd name="connsiteX12" fmla="*/ 1215681 w 2915480"/>
              <a:gd name="connsiteY12" fmla="*/ 558289 h 706027"/>
              <a:gd name="connsiteX13" fmla="*/ 991843 w 2915480"/>
              <a:gd name="connsiteY13" fmla="*/ 682114 h 706027"/>
              <a:gd name="connsiteX14" fmla="*/ 753718 w 2915480"/>
              <a:gd name="connsiteY14" fmla="*/ 558289 h 706027"/>
              <a:gd name="connsiteX15" fmla="*/ 544168 w 2915480"/>
              <a:gd name="connsiteY15" fmla="*/ 686876 h 706027"/>
              <a:gd name="connsiteX16" fmla="*/ 277468 w 2915480"/>
              <a:gd name="connsiteY16" fmla="*/ 558289 h 706027"/>
              <a:gd name="connsiteX17" fmla="*/ 256923 w 2915480"/>
              <a:gd name="connsiteY17" fmla="*/ 706027 h 706027"/>
              <a:gd name="connsiteX18" fmla="*/ 0 w 2915480"/>
              <a:gd name="connsiteY18" fmla="*/ 449104 h 706027"/>
              <a:gd name="connsiteX19" fmla="*/ 0 w 2915480"/>
              <a:gd name="connsiteY19" fmla="*/ 256923 h 706027"/>
              <a:gd name="connsiteX0" fmla="*/ 0 w 2915480"/>
              <a:gd name="connsiteY0" fmla="*/ 256923 h 691639"/>
              <a:gd name="connsiteX1" fmla="*/ 256923 w 2915480"/>
              <a:gd name="connsiteY1" fmla="*/ 0 h 691639"/>
              <a:gd name="connsiteX2" fmla="*/ 2658557 w 2915480"/>
              <a:gd name="connsiteY2" fmla="*/ 0 h 691639"/>
              <a:gd name="connsiteX3" fmla="*/ 2915480 w 2915480"/>
              <a:gd name="connsiteY3" fmla="*/ 256923 h 691639"/>
              <a:gd name="connsiteX4" fmla="*/ 2915480 w 2915480"/>
              <a:gd name="connsiteY4" fmla="*/ 449104 h 691639"/>
              <a:gd name="connsiteX5" fmla="*/ 2820483 w 2915480"/>
              <a:gd name="connsiteY5" fmla="*/ 677452 h 691639"/>
              <a:gd name="connsiteX6" fmla="*/ 2620618 w 2915480"/>
              <a:gd name="connsiteY6" fmla="*/ 534476 h 691639"/>
              <a:gd name="connsiteX7" fmla="*/ 2406306 w 2915480"/>
              <a:gd name="connsiteY7" fmla="*/ 691639 h 691639"/>
              <a:gd name="connsiteX8" fmla="*/ 2153893 w 2915480"/>
              <a:gd name="connsiteY8" fmla="*/ 548764 h 691639"/>
              <a:gd name="connsiteX9" fmla="*/ 1939581 w 2915480"/>
              <a:gd name="connsiteY9" fmla="*/ 686876 h 691639"/>
              <a:gd name="connsiteX10" fmla="*/ 1687168 w 2915480"/>
              <a:gd name="connsiteY10" fmla="*/ 567814 h 691639"/>
              <a:gd name="connsiteX11" fmla="*/ 1463331 w 2915480"/>
              <a:gd name="connsiteY11" fmla="*/ 677351 h 691639"/>
              <a:gd name="connsiteX12" fmla="*/ 1215681 w 2915480"/>
              <a:gd name="connsiteY12" fmla="*/ 558289 h 691639"/>
              <a:gd name="connsiteX13" fmla="*/ 991843 w 2915480"/>
              <a:gd name="connsiteY13" fmla="*/ 682114 h 691639"/>
              <a:gd name="connsiteX14" fmla="*/ 753718 w 2915480"/>
              <a:gd name="connsiteY14" fmla="*/ 558289 h 691639"/>
              <a:gd name="connsiteX15" fmla="*/ 544168 w 2915480"/>
              <a:gd name="connsiteY15" fmla="*/ 686876 h 691639"/>
              <a:gd name="connsiteX16" fmla="*/ 277468 w 2915480"/>
              <a:gd name="connsiteY16" fmla="*/ 558289 h 691639"/>
              <a:gd name="connsiteX17" fmla="*/ 142623 w 2915480"/>
              <a:gd name="connsiteY17" fmla="*/ 663164 h 691639"/>
              <a:gd name="connsiteX18" fmla="*/ 0 w 2915480"/>
              <a:gd name="connsiteY18" fmla="*/ 449104 h 691639"/>
              <a:gd name="connsiteX19" fmla="*/ 0 w 2915480"/>
              <a:gd name="connsiteY19" fmla="*/ 256923 h 691639"/>
              <a:gd name="connsiteX0" fmla="*/ 1391 w 2916871"/>
              <a:gd name="connsiteY0" fmla="*/ 256923 h 691639"/>
              <a:gd name="connsiteX1" fmla="*/ 258314 w 2916871"/>
              <a:gd name="connsiteY1" fmla="*/ 0 h 691639"/>
              <a:gd name="connsiteX2" fmla="*/ 2659948 w 2916871"/>
              <a:gd name="connsiteY2" fmla="*/ 0 h 691639"/>
              <a:gd name="connsiteX3" fmla="*/ 2916871 w 2916871"/>
              <a:gd name="connsiteY3" fmla="*/ 256923 h 691639"/>
              <a:gd name="connsiteX4" fmla="*/ 2916871 w 2916871"/>
              <a:gd name="connsiteY4" fmla="*/ 449104 h 691639"/>
              <a:gd name="connsiteX5" fmla="*/ 2821874 w 2916871"/>
              <a:gd name="connsiteY5" fmla="*/ 677452 h 691639"/>
              <a:gd name="connsiteX6" fmla="*/ 2622009 w 2916871"/>
              <a:gd name="connsiteY6" fmla="*/ 534476 h 691639"/>
              <a:gd name="connsiteX7" fmla="*/ 2407697 w 2916871"/>
              <a:gd name="connsiteY7" fmla="*/ 691639 h 691639"/>
              <a:gd name="connsiteX8" fmla="*/ 2155284 w 2916871"/>
              <a:gd name="connsiteY8" fmla="*/ 548764 h 691639"/>
              <a:gd name="connsiteX9" fmla="*/ 1940972 w 2916871"/>
              <a:gd name="connsiteY9" fmla="*/ 686876 h 691639"/>
              <a:gd name="connsiteX10" fmla="*/ 1688559 w 2916871"/>
              <a:gd name="connsiteY10" fmla="*/ 567814 h 691639"/>
              <a:gd name="connsiteX11" fmla="*/ 1464722 w 2916871"/>
              <a:gd name="connsiteY11" fmla="*/ 677351 h 691639"/>
              <a:gd name="connsiteX12" fmla="*/ 1217072 w 2916871"/>
              <a:gd name="connsiteY12" fmla="*/ 558289 h 691639"/>
              <a:gd name="connsiteX13" fmla="*/ 993234 w 2916871"/>
              <a:gd name="connsiteY13" fmla="*/ 682114 h 691639"/>
              <a:gd name="connsiteX14" fmla="*/ 755109 w 2916871"/>
              <a:gd name="connsiteY14" fmla="*/ 558289 h 691639"/>
              <a:gd name="connsiteX15" fmla="*/ 545559 w 2916871"/>
              <a:gd name="connsiteY15" fmla="*/ 686876 h 691639"/>
              <a:gd name="connsiteX16" fmla="*/ 278859 w 2916871"/>
              <a:gd name="connsiteY16" fmla="*/ 558289 h 691639"/>
              <a:gd name="connsiteX17" fmla="*/ 120202 w 2916871"/>
              <a:gd name="connsiteY17" fmla="*/ 658402 h 691639"/>
              <a:gd name="connsiteX18" fmla="*/ 1391 w 2916871"/>
              <a:gd name="connsiteY18" fmla="*/ 449104 h 691639"/>
              <a:gd name="connsiteX19" fmla="*/ 1391 w 2916871"/>
              <a:gd name="connsiteY19" fmla="*/ 256923 h 691639"/>
              <a:gd name="connsiteX0" fmla="*/ 12 w 2915492"/>
              <a:gd name="connsiteY0" fmla="*/ 256923 h 691639"/>
              <a:gd name="connsiteX1" fmla="*/ 256935 w 2915492"/>
              <a:gd name="connsiteY1" fmla="*/ 0 h 691639"/>
              <a:gd name="connsiteX2" fmla="*/ 2658569 w 2915492"/>
              <a:gd name="connsiteY2" fmla="*/ 0 h 691639"/>
              <a:gd name="connsiteX3" fmla="*/ 2915492 w 2915492"/>
              <a:gd name="connsiteY3" fmla="*/ 256923 h 691639"/>
              <a:gd name="connsiteX4" fmla="*/ 2915492 w 2915492"/>
              <a:gd name="connsiteY4" fmla="*/ 449104 h 691639"/>
              <a:gd name="connsiteX5" fmla="*/ 2820495 w 2915492"/>
              <a:gd name="connsiteY5" fmla="*/ 677452 h 691639"/>
              <a:gd name="connsiteX6" fmla="*/ 2620630 w 2915492"/>
              <a:gd name="connsiteY6" fmla="*/ 534476 h 691639"/>
              <a:gd name="connsiteX7" fmla="*/ 2406318 w 2915492"/>
              <a:gd name="connsiteY7" fmla="*/ 691639 h 691639"/>
              <a:gd name="connsiteX8" fmla="*/ 2153905 w 2915492"/>
              <a:gd name="connsiteY8" fmla="*/ 548764 h 691639"/>
              <a:gd name="connsiteX9" fmla="*/ 1939593 w 2915492"/>
              <a:gd name="connsiteY9" fmla="*/ 686876 h 691639"/>
              <a:gd name="connsiteX10" fmla="*/ 1687180 w 2915492"/>
              <a:gd name="connsiteY10" fmla="*/ 567814 h 691639"/>
              <a:gd name="connsiteX11" fmla="*/ 1463343 w 2915492"/>
              <a:gd name="connsiteY11" fmla="*/ 677351 h 691639"/>
              <a:gd name="connsiteX12" fmla="*/ 1215693 w 2915492"/>
              <a:gd name="connsiteY12" fmla="*/ 558289 h 691639"/>
              <a:gd name="connsiteX13" fmla="*/ 991855 w 2915492"/>
              <a:gd name="connsiteY13" fmla="*/ 682114 h 691639"/>
              <a:gd name="connsiteX14" fmla="*/ 753730 w 2915492"/>
              <a:gd name="connsiteY14" fmla="*/ 558289 h 691639"/>
              <a:gd name="connsiteX15" fmla="*/ 544180 w 2915492"/>
              <a:gd name="connsiteY15" fmla="*/ 686876 h 691639"/>
              <a:gd name="connsiteX16" fmla="*/ 277480 w 2915492"/>
              <a:gd name="connsiteY16" fmla="*/ 558289 h 691639"/>
              <a:gd name="connsiteX17" fmla="*/ 137873 w 2915492"/>
              <a:gd name="connsiteY17" fmla="*/ 653640 h 691639"/>
              <a:gd name="connsiteX18" fmla="*/ 12 w 2915492"/>
              <a:gd name="connsiteY18" fmla="*/ 449104 h 691639"/>
              <a:gd name="connsiteX19" fmla="*/ 12 w 2915492"/>
              <a:gd name="connsiteY19" fmla="*/ 256923 h 6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915492" h="691639">
                <a:moveTo>
                  <a:pt x="12" y="256923"/>
                </a:moveTo>
                <a:cubicBezTo>
                  <a:pt x="12" y="115028"/>
                  <a:pt x="115040" y="0"/>
                  <a:pt x="256935" y="0"/>
                </a:cubicBezTo>
                <a:lnTo>
                  <a:pt x="2658569" y="0"/>
                </a:lnTo>
                <a:cubicBezTo>
                  <a:pt x="2800464" y="0"/>
                  <a:pt x="2915492" y="115028"/>
                  <a:pt x="2915492" y="256923"/>
                </a:cubicBezTo>
                <a:lnTo>
                  <a:pt x="2915492" y="449104"/>
                </a:lnTo>
                <a:cubicBezTo>
                  <a:pt x="2915492" y="590999"/>
                  <a:pt x="2890953" y="677452"/>
                  <a:pt x="2820495" y="677452"/>
                </a:cubicBezTo>
                <a:cubicBezTo>
                  <a:pt x="2771336" y="675831"/>
                  <a:pt x="2669789" y="536097"/>
                  <a:pt x="2620630" y="534476"/>
                </a:cubicBezTo>
                <a:cubicBezTo>
                  <a:pt x="2541255" y="537651"/>
                  <a:pt x="2485693" y="688464"/>
                  <a:pt x="2406318" y="691639"/>
                </a:cubicBezTo>
                <a:cubicBezTo>
                  <a:pt x="2314243" y="691639"/>
                  <a:pt x="2245980" y="548764"/>
                  <a:pt x="2153905" y="548764"/>
                </a:cubicBezTo>
                <a:cubicBezTo>
                  <a:pt x="2072943" y="555114"/>
                  <a:pt x="2020555" y="680526"/>
                  <a:pt x="1939593" y="686876"/>
                </a:cubicBezTo>
                <a:cubicBezTo>
                  <a:pt x="1853868" y="690051"/>
                  <a:pt x="1772905" y="564639"/>
                  <a:pt x="1687180" y="567814"/>
                </a:cubicBezTo>
                <a:cubicBezTo>
                  <a:pt x="1604630" y="574164"/>
                  <a:pt x="1545893" y="671001"/>
                  <a:pt x="1463343" y="677351"/>
                </a:cubicBezTo>
                <a:cubicBezTo>
                  <a:pt x="1382380" y="677351"/>
                  <a:pt x="1296656" y="558289"/>
                  <a:pt x="1215693" y="558289"/>
                </a:cubicBezTo>
                <a:cubicBezTo>
                  <a:pt x="1141080" y="566226"/>
                  <a:pt x="1066468" y="674177"/>
                  <a:pt x="991855" y="682114"/>
                </a:cubicBezTo>
                <a:cubicBezTo>
                  <a:pt x="925180" y="685289"/>
                  <a:pt x="820405" y="555114"/>
                  <a:pt x="753730" y="558289"/>
                </a:cubicBezTo>
                <a:cubicBezTo>
                  <a:pt x="683880" y="578926"/>
                  <a:pt x="614030" y="666239"/>
                  <a:pt x="544180" y="686876"/>
                </a:cubicBezTo>
                <a:cubicBezTo>
                  <a:pt x="461630" y="691639"/>
                  <a:pt x="360030" y="553526"/>
                  <a:pt x="277480" y="558289"/>
                </a:cubicBezTo>
                <a:lnTo>
                  <a:pt x="137873" y="653640"/>
                </a:lnTo>
                <a:cubicBezTo>
                  <a:pt x="-4022" y="653640"/>
                  <a:pt x="12" y="590999"/>
                  <a:pt x="12" y="449104"/>
                </a:cubicBezTo>
                <a:lnTo>
                  <a:pt x="12" y="256923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2" name="Group 381">
            <a:extLst>
              <a:ext uri="{FF2B5EF4-FFF2-40B4-BE49-F238E27FC236}">
                <a16:creationId xmlns:a16="http://schemas.microsoft.com/office/drawing/2014/main" id="{1F2C1BBC-B858-488A-B496-65D636C467DA}"/>
              </a:ext>
            </a:extLst>
          </p:cNvPr>
          <p:cNvGrpSpPr/>
          <p:nvPr/>
        </p:nvGrpSpPr>
        <p:grpSpPr>
          <a:xfrm rot="1487383" flipV="1">
            <a:off x="8740224" y="3774865"/>
            <a:ext cx="196979" cy="130478"/>
            <a:chOff x="3581271" y="3289300"/>
            <a:chExt cx="1486029" cy="984342"/>
          </a:xfrm>
        </p:grpSpPr>
        <p:grpSp>
          <p:nvGrpSpPr>
            <p:cNvPr id="485" name="Group 484">
              <a:extLst>
                <a:ext uri="{FF2B5EF4-FFF2-40B4-BE49-F238E27FC236}">
                  <a16:creationId xmlns:a16="http://schemas.microsoft.com/office/drawing/2014/main" id="{8D9EBA7A-416B-4DA6-B136-0A9038736E9B}"/>
                </a:ext>
              </a:extLst>
            </p:cNvPr>
            <p:cNvGrpSpPr/>
            <p:nvPr/>
          </p:nvGrpSpPr>
          <p:grpSpPr>
            <a:xfrm>
              <a:off x="3581271" y="4083050"/>
              <a:ext cx="435901" cy="127046"/>
              <a:chOff x="3581271" y="4083050"/>
              <a:chExt cx="435901" cy="127046"/>
            </a:xfrm>
          </p:grpSpPr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27AB2840-6F51-4604-8840-F20BE29D1183}"/>
                  </a:ext>
                </a:extLst>
              </p:cNvPr>
              <p:cNvSpPr/>
              <p:nvPr/>
            </p:nvSpPr>
            <p:spPr>
              <a:xfrm>
                <a:off x="3619500" y="4083050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695E02C6-F269-47E4-8F69-6B197AB6722D}"/>
                  </a:ext>
                </a:extLst>
              </p:cNvPr>
              <p:cNvSpPr/>
              <p:nvPr/>
            </p:nvSpPr>
            <p:spPr>
              <a:xfrm rot="19929913">
                <a:off x="3629822" y="4178346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6DDFA241-D8EB-4778-AF1A-AAF1412D7601}"/>
                  </a:ext>
                </a:extLst>
              </p:cNvPr>
              <p:cNvSpPr/>
              <p:nvPr/>
            </p:nvSpPr>
            <p:spPr>
              <a:xfrm rot="19929913">
                <a:off x="3601711" y="4174516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98825115-B8A4-4063-A554-9778D8B5BD6E}"/>
                  </a:ext>
                </a:extLst>
              </p:cNvPr>
              <p:cNvSpPr/>
              <p:nvPr/>
            </p:nvSpPr>
            <p:spPr>
              <a:xfrm rot="21147420">
                <a:off x="3588644" y="4124019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35D140B9-4F77-4F0A-954D-F17F68B6D760}"/>
                  </a:ext>
                </a:extLst>
              </p:cNvPr>
              <p:cNvSpPr/>
              <p:nvPr/>
            </p:nvSpPr>
            <p:spPr>
              <a:xfrm rot="20607331">
                <a:off x="3581271" y="4159181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86" name="Teardrop 16">
              <a:extLst>
                <a:ext uri="{FF2B5EF4-FFF2-40B4-BE49-F238E27FC236}">
                  <a16:creationId xmlns:a16="http://schemas.microsoft.com/office/drawing/2014/main" id="{D0F21FCC-873D-4916-982F-957530476EAD}"/>
                </a:ext>
              </a:extLst>
            </p:cNvPr>
            <p:cNvSpPr/>
            <p:nvPr/>
          </p:nvSpPr>
          <p:spPr>
            <a:xfrm>
              <a:off x="3705344" y="3289300"/>
              <a:ext cx="1361956" cy="984342"/>
            </a:xfrm>
            <a:custGeom>
              <a:avLst/>
              <a:gdLst>
                <a:gd name="connsiteX0" fmla="*/ 0 w 1358900"/>
                <a:gd name="connsiteY0" fmla="*/ 490538 h 981075"/>
                <a:gd name="connsiteX1" fmla="*/ 679450 w 1358900"/>
                <a:gd name="connsiteY1" fmla="*/ 0 h 981075"/>
                <a:gd name="connsiteX2" fmla="*/ 1358900 w 1358900"/>
                <a:gd name="connsiteY2" fmla="*/ 0 h 981075"/>
                <a:gd name="connsiteX3" fmla="*/ 1358900 w 1358900"/>
                <a:gd name="connsiteY3" fmla="*/ 490538 h 981075"/>
                <a:gd name="connsiteX4" fmla="*/ 679450 w 1358900"/>
                <a:gd name="connsiteY4" fmla="*/ 981076 h 981075"/>
                <a:gd name="connsiteX5" fmla="*/ 0 w 1358900"/>
                <a:gd name="connsiteY5" fmla="*/ 490538 h 981075"/>
                <a:gd name="connsiteX0" fmla="*/ 9735 w 1368635"/>
                <a:gd name="connsiteY0" fmla="*/ 490538 h 993013"/>
                <a:gd name="connsiteX1" fmla="*/ 689185 w 1368635"/>
                <a:gd name="connsiteY1" fmla="*/ 0 h 993013"/>
                <a:gd name="connsiteX2" fmla="*/ 1368635 w 1368635"/>
                <a:gd name="connsiteY2" fmla="*/ 0 h 993013"/>
                <a:gd name="connsiteX3" fmla="*/ 1368635 w 1368635"/>
                <a:gd name="connsiteY3" fmla="*/ 490538 h 993013"/>
                <a:gd name="connsiteX4" fmla="*/ 689185 w 1368635"/>
                <a:gd name="connsiteY4" fmla="*/ 981076 h 993013"/>
                <a:gd name="connsiteX5" fmla="*/ 314535 w 1368635"/>
                <a:gd name="connsiteY5" fmla="*/ 812800 h 993013"/>
                <a:gd name="connsiteX6" fmla="*/ 9735 w 1368635"/>
                <a:gd name="connsiteY6" fmla="*/ 490538 h 993013"/>
                <a:gd name="connsiteX0" fmla="*/ 3056 w 1361956"/>
                <a:gd name="connsiteY0" fmla="*/ 490538 h 993013"/>
                <a:gd name="connsiteX1" fmla="*/ 682506 w 1361956"/>
                <a:gd name="connsiteY1" fmla="*/ 0 h 993013"/>
                <a:gd name="connsiteX2" fmla="*/ 1361956 w 1361956"/>
                <a:gd name="connsiteY2" fmla="*/ 0 h 993013"/>
                <a:gd name="connsiteX3" fmla="*/ 1361956 w 1361956"/>
                <a:gd name="connsiteY3" fmla="*/ 490538 h 993013"/>
                <a:gd name="connsiteX4" fmla="*/ 682506 w 1361956"/>
                <a:gd name="connsiteY4" fmla="*/ 981076 h 993013"/>
                <a:gd name="connsiteX5" fmla="*/ 307856 w 1361956"/>
                <a:gd name="connsiteY5" fmla="*/ 812800 h 993013"/>
                <a:gd name="connsiteX6" fmla="*/ 3056 w 1361956"/>
                <a:gd name="connsiteY6" fmla="*/ 490538 h 993013"/>
                <a:gd name="connsiteX0" fmla="*/ 3056 w 1361956"/>
                <a:gd name="connsiteY0" fmla="*/ 490538 h 984342"/>
                <a:gd name="connsiteX1" fmla="*/ 682506 w 1361956"/>
                <a:gd name="connsiteY1" fmla="*/ 0 h 984342"/>
                <a:gd name="connsiteX2" fmla="*/ 1361956 w 1361956"/>
                <a:gd name="connsiteY2" fmla="*/ 0 h 984342"/>
                <a:gd name="connsiteX3" fmla="*/ 1361956 w 1361956"/>
                <a:gd name="connsiteY3" fmla="*/ 490538 h 984342"/>
                <a:gd name="connsiteX4" fmla="*/ 682506 w 1361956"/>
                <a:gd name="connsiteY4" fmla="*/ 981076 h 984342"/>
                <a:gd name="connsiteX5" fmla="*/ 307856 w 1361956"/>
                <a:gd name="connsiteY5" fmla="*/ 812800 h 984342"/>
                <a:gd name="connsiteX6" fmla="*/ 3056 w 1361956"/>
                <a:gd name="connsiteY6" fmla="*/ 490538 h 98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1956" h="984342">
                  <a:moveTo>
                    <a:pt x="3056" y="490538"/>
                  </a:moveTo>
                  <a:cubicBezTo>
                    <a:pt x="-36102" y="253471"/>
                    <a:pt x="307256" y="0"/>
                    <a:pt x="682506" y="0"/>
                  </a:cubicBezTo>
                  <a:lnTo>
                    <a:pt x="1361956" y="0"/>
                  </a:lnTo>
                  <a:lnTo>
                    <a:pt x="1361956" y="490538"/>
                  </a:lnTo>
                  <a:cubicBezTo>
                    <a:pt x="1361956" y="761455"/>
                    <a:pt x="870889" y="1016266"/>
                    <a:pt x="682506" y="981076"/>
                  </a:cubicBezTo>
                  <a:cubicBezTo>
                    <a:pt x="494123" y="945886"/>
                    <a:pt x="421098" y="894556"/>
                    <a:pt x="307856" y="812800"/>
                  </a:cubicBezTo>
                  <a:cubicBezTo>
                    <a:pt x="194614" y="731044"/>
                    <a:pt x="42214" y="727605"/>
                    <a:pt x="3056" y="49053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7" name="Oval 486">
              <a:extLst>
                <a:ext uri="{FF2B5EF4-FFF2-40B4-BE49-F238E27FC236}">
                  <a16:creationId xmlns:a16="http://schemas.microsoft.com/office/drawing/2014/main" id="{8236BFBB-2BF4-4A5A-8936-27D412848BF6}"/>
                </a:ext>
              </a:extLst>
            </p:cNvPr>
            <p:cNvSpPr/>
            <p:nvPr/>
          </p:nvSpPr>
          <p:spPr>
            <a:xfrm flipH="1" flipV="1">
              <a:off x="4252615" y="4001909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8" name="Oval 487">
              <a:extLst>
                <a:ext uri="{FF2B5EF4-FFF2-40B4-BE49-F238E27FC236}">
                  <a16:creationId xmlns:a16="http://schemas.microsoft.com/office/drawing/2014/main" id="{6600966D-35E7-40B1-B534-9802F90673F0}"/>
                </a:ext>
              </a:extLst>
            </p:cNvPr>
            <p:cNvSpPr/>
            <p:nvPr/>
          </p:nvSpPr>
          <p:spPr>
            <a:xfrm flipH="1" flipV="1">
              <a:off x="4165183" y="3704776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9" name="Oval 488">
              <a:extLst>
                <a:ext uri="{FF2B5EF4-FFF2-40B4-BE49-F238E27FC236}">
                  <a16:creationId xmlns:a16="http://schemas.microsoft.com/office/drawing/2014/main" id="{6A8F734F-83A6-4B98-918E-48A7FF9A5E42}"/>
                </a:ext>
              </a:extLst>
            </p:cNvPr>
            <p:cNvSpPr/>
            <p:nvPr/>
          </p:nvSpPr>
          <p:spPr>
            <a:xfrm flipH="1" flipV="1">
              <a:off x="3890172" y="3625220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0" name="Oval 489">
              <a:extLst>
                <a:ext uri="{FF2B5EF4-FFF2-40B4-BE49-F238E27FC236}">
                  <a16:creationId xmlns:a16="http://schemas.microsoft.com/office/drawing/2014/main" id="{00565109-93DE-4CCD-8D34-2940039BD9E7}"/>
                </a:ext>
              </a:extLst>
            </p:cNvPr>
            <p:cNvSpPr/>
            <p:nvPr/>
          </p:nvSpPr>
          <p:spPr>
            <a:xfrm flipH="1" flipV="1">
              <a:off x="4162038" y="3406461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1" name="Oval 490">
              <a:extLst>
                <a:ext uri="{FF2B5EF4-FFF2-40B4-BE49-F238E27FC236}">
                  <a16:creationId xmlns:a16="http://schemas.microsoft.com/office/drawing/2014/main" id="{23B9E884-3C66-47E8-A756-6264F46A9611}"/>
                </a:ext>
              </a:extLst>
            </p:cNvPr>
            <p:cNvSpPr/>
            <p:nvPr/>
          </p:nvSpPr>
          <p:spPr>
            <a:xfrm flipH="1" flipV="1">
              <a:off x="4433769" y="3606305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2" name="Oval 491">
              <a:extLst>
                <a:ext uri="{FF2B5EF4-FFF2-40B4-BE49-F238E27FC236}">
                  <a16:creationId xmlns:a16="http://schemas.microsoft.com/office/drawing/2014/main" id="{01A7B939-44D7-4198-9B48-56BB6F65249E}"/>
                </a:ext>
              </a:extLst>
            </p:cNvPr>
            <p:cNvSpPr/>
            <p:nvPr/>
          </p:nvSpPr>
          <p:spPr>
            <a:xfrm flipH="1" flipV="1">
              <a:off x="4522200" y="3885930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3" name="Oval 492">
              <a:extLst>
                <a:ext uri="{FF2B5EF4-FFF2-40B4-BE49-F238E27FC236}">
                  <a16:creationId xmlns:a16="http://schemas.microsoft.com/office/drawing/2014/main" id="{522DAB09-2A39-43E0-9AFB-219E76C25057}"/>
                </a:ext>
              </a:extLst>
            </p:cNvPr>
            <p:cNvSpPr/>
            <p:nvPr/>
          </p:nvSpPr>
          <p:spPr>
            <a:xfrm flipH="1" flipV="1">
              <a:off x="4812976" y="3729452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4" name="Oval 493">
              <a:extLst>
                <a:ext uri="{FF2B5EF4-FFF2-40B4-BE49-F238E27FC236}">
                  <a16:creationId xmlns:a16="http://schemas.microsoft.com/office/drawing/2014/main" id="{DCF8C1FA-3B30-466B-9BA8-298FA7510C74}"/>
                </a:ext>
              </a:extLst>
            </p:cNvPr>
            <p:cNvSpPr/>
            <p:nvPr/>
          </p:nvSpPr>
          <p:spPr>
            <a:xfrm flipH="1" flipV="1">
              <a:off x="4593026" y="3375916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5" name="Oval 494">
              <a:extLst>
                <a:ext uri="{FF2B5EF4-FFF2-40B4-BE49-F238E27FC236}">
                  <a16:creationId xmlns:a16="http://schemas.microsoft.com/office/drawing/2014/main" id="{89AE6121-33FC-4220-96CB-0227F1332ECE}"/>
                </a:ext>
              </a:extLst>
            </p:cNvPr>
            <p:cNvSpPr/>
            <p:nvPr/>
          </p:nvSpPr>
          <p:spPr>
            <a:xfrm flipH="1" flipV="1">
              <a:off x="4845175" y="3451628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3" name="Group 382">
            <a:extLst>
              <a:ext uri="{FF2B5EF4-FFF2-40B4-BE49-F238E27FC236}">
                <a16:creationId xmlns:a16="http://schemas.microsoft.com/office/drawing/2014/main" id="{06563A31-DA2E-4AC7-A214-4979E1CDED9E}"/>
              </a:ext>
            </a:extLst>
          </p:cNvPr>
          <p:cNvGrpSpPr/>
          <p:nvPr/>
        </p:nvGrpSpPr>
        <p:grpSpPr>
          <a:xfrm rot="1487383" flipV="1">
            <a:off x="8085182" y="3710719"/>
            <a:ext cx="196979" cy="130478"/>
            <a:chOff x="3581271" y="3289300"/>
            <a:chExt cx="1486029" cy="984342"/>
          </a:xfrm>
        </p:grpSpPr>
        <p:grpSp>
          <p:nvGrpSpPr>
            <p:cNvPr id="469" name="Group 468">
              <a:extLst>
                <a:ext uri="{FF2B5EF4-FFF2-40B4-BE49-F238E27FC236}">
                  <a16:creationId xmlns:a16="http://schemas.microsoft.com/office/drawing/2014/main" id="{46B7EC41-413F-44F6-85C7-405729FF6BC4}"/>
                </a:ext>
              </a:extLst>
            </p:cNvPr>
            <p:cNvGrpSpPr/>
            <p:nvPr/>
          </p:nvGrpSpPr>
          <p:grpSpPr>
            <a:xfrm>
              <a:off x="3581271" y="4083050"/>
              <a:ext cx="435901" cy="127046"/>
              <a:chOff x="3581271" y="4083050"/>
              <a:chExt cx="435901" cy="127046"/>
            </a:xfrm>
          </p:grpSpPr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62B136C7-AFDD-43F0-8244-DC8CAE550DA0}"/>
                  </a:ext>
                </a:extLst>
              </p:cNvPr>
              <p:cNvSpPr/>
              <p:nvPr/>
            </p:nvSpPr>
            <p:spPr>
              <a:xfrm>
                <a:off x="3619500" y="4083050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1E124776-0412-4105-AF7F-BBFC86765B56}"/>
                  </a:ext>
                </a:extLst>
              </p:cNvPr>
              <p:cNvSpPr/>
              <p:nvPr/>
            </p:nvSpPr>
            <p:spPr>
              <a:xfrm rot="19929913">
                <a:off x="3629822" y="4178346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DDC8C45E-21CE-4AA9-9F6C-D4D5027B3975}"/>
                  </a:ext>
                </a:extLst>
              </p:cNvPr>
              <p:cNvSpPr/>
              <p:nvPr/>
            </p:nvSpPr>
            <p:spPr>
              <a:xfrm rot="19929913">
                <a:off x="3601711" y="4174516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1C95BD1A-B9A3-4C5D-A931-CA8F208610E5}"/>
                  </a:ext>
                </a:extLst>
              </p:cNvPr>
              <p:cNvSpPr/>
              <p:nvPr/>
            </p:nvSpPr>
            <p:spPr>
              <a:xfrm rot="21147420">
                <a:off x="3588644" y="4124019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A8751F6A-07E0-4F4B-B730-6F942F4F1C0F}"/>
                  </a:ext>
                </a:extLst>
              </p:cNvPr>
              <p:cNvSpPr/>
              <p:nvPr/>
            </p:nvSpPr>
            <p:spPr>
              <a:xfrm rot="20607331">
                <a:off x="3581271" y="4159181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0" name="Teardrop 16">
              <a:extLst>
                <a:ext uri="{FF2B5EF4-FFF2-40B4-BE49-F238E27FC236}">
                  <a16:creationId xmlns:a16="http://schemas.microsoft.com/office/drawing/2014/main" id="{8408A869-8A36-45F9-B748-48173206998E}"/>
                </a:ext>
              </a:extLst>
            </p:cNvPr>
            <p:cNvSpPr/>
            <p:nvPr/>
          </p:nvSpPr>
          <p:spPr>
            <a:xfrm>
              <a:off x="3705344" y="3289300"/>
              <a:ext cx="1361956" cy="984342"/>
            </a:xfrm>
            <a:custGeom>
              <a:avLst/>
              <a:gdLst>
                <a:gd name="connsiteX0" fmla="*/ 0 w 1358900"/>
                <a:gd name="connsiteY0" fmla="*/ 490538 h 981075"/>
                <a:gd name="connsiteX1" fmla="*/ 679450 w 1358900"/>
                <a:gd name="connsiteY1" fmla="*/ 0 h 981075"/>
                <a:gd name="connsiteX2" fmla="*/ 1358900 w 1358900"/>
                <a:gd name="connsiteY2" fmla="*/ 0 h 981075"/>
                <a:gd name="connsiteX3" fmla="*/ 1358900 w 1358900"/>
                <a:gd name="connsiteY3" fmla="*/ 490538 h 981075"/>
                <a:gd name="connsiteX4" fmla="*/ 679450 w 1358900"/>
                <a:gd name="connsiteY4" fmla="*/ 981076 h 981075"/>
                <a:gd name="connsiteX5" fmla="*/ 0 w 1358900"/>
                <a:gd name="connsiteY5" fmla="*/ 490538 h 981075"/>
                <a:gd name="connsiteX0" fmla="*/ 9735 w 1368635"/>
                <a:gd name="connsiteY0" fmla="*/ 490538 h 993013"/>
                <a:gd name="connsiteX1" fmla="*/ 689185 w 1368635"/>
                <a:gd name="connsiteY1" fmla="*/ 0 h 993013"/>
                <a:gd name="connsiteX2" fmla="*/ 1368635 w 1368635"/>
                <a:gd name="connsiteY2" fmla="*/ 0 h 993013"/>
                <a:gd name="connsiteX3" fmla="*/ 1368635 w 1368635"/>
                <a:gd name="connsiteY3" fmla="*/ 490538 h 993013"/>
                <a:gd name="connsiteX4" fmla="*/ 689185 w 1368635"/>
                <a:gd name="connsiteY4" fmla="*/ 981076 h 993013"/>
                <a:gd name="connsiteX5" fmla="*/ 314535 w 1368635"/>
                <a:gd name="connsiteY5" fmla="*/ 812800 h 993013"/>
                <a:gd name="connsiteX6" fmla="*/ 9735 w 1368635"/>
                <a:gd name="connsiteY6" fmla="*/ 490538 h 993013"/>
                <a:gd name="connsiteX0" fmla="*/ 3056 w 1361956"/>
                <a:gd name="connsiteY0" fmla="*/ 490538 h 993013"/>
                <a:gd name="connsiteX1" fmla="*/ 682506 w 1361956"/>
                <a:gd name="connsiteY1" fmla="*/ 0 h 993013"/>
                <a:gd name="connsiteX2" fmla="*/ 1361956 w 1361956"/>
                <a:gd name="connsiteY2" fmla="*/ 0 h 993013"/>
                <a:gd name="connsiteX3" fmla="*/ 1361956 w 1361956"/>
                <a:gd name="connsiteY3" fmla="*/ 490538 h 993013"/>
                <a:gd name="connsiteX4" fmla="*/ 682506 w 1361956"/>
                <a:gd name="connsiteY4" fmla="*/ 981076 h 993013"/>
                <a:gd name="connsiteX5" fmla="*/ 307856 w 1361956"/>
                <a:gd name="connsiteY5" fmla="*/ 812800 h 993013"/>
                <a:gd name="connsiteX6" fmla="*/ 3056 w 1361956"/>
                <a:gd name="connsiteY6" fmla="*/ 490538 h 993013"/>
                <a:gd name="connsiteX0" fmla="*/ 3056 w 1361956"/>
                <a:gd name="connsiteY0" fmla="*/ 490538 h 984342"/>
                <a:gd name="connsiteX1" fmla="*/ 682506 w 1361956"/>
                <a:gd name="connsiteY1" fmla="*/ 0 h 984342"/>
                <a:gd name="connsiteX2" fmla="*/ 1361956 w 1361956"/>
                <a:gd name="connsiteY2" fmla="*/ 0 h 984342"/>
                <a:gd name="connsiteX3" fmla="*/ 1361956 w 1361956"/>
                <a:gd name="connsiteY3" fmla="*/ 490538 h 984342"/>
                <a:gd name="connsiteX4" fmla="*/ 682506 w 1361956"/>
                <a:gd name="connsiteY4" fmla="*/ 981076 h 984342"/>
                <a:gd name="connsiteX5" fmla="*/ 307856 w 1361956"/>
                <a:gd name="connsiteY5" fmla="*/ 812800 h 984342"/>
                <a:gd name="connsiteX6" fmla="*/ 3056 w 1361956"/>
                <a:gd name="connsiteY6" fmla="*/ 490538 h 98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1956" h="984342">
                  <a:moveTo>
                    <a:pt x="3056" y="490538"/>
                  </a:moveTo>
                  <a:cubicBezTo>
                    <a:pt x="-36102" y="253471"/>
                    <a:pt x="307256" y="0"/>
                    <a:pt x="682506" y="0"/>
                  </a:cubicBezTo>
                  <a:lnTo>
                    <a:pt x="1361956" y="0"/>
                  </a:lnTo>
                  <a:lnTo>
                    <a:pt x="1361956" y="490538"/>
                  </a:lnTo>
                  <a:cubicBezTo>
                    <a:pt x="1361956" y="761455"/>
                    <a:pt x="870889" y="1016266"/>
                    <a:pt x="682506" y="981076"/>
                  </a:cubicBezTo>
                  <a:cubicBezTo>
                    <a:pt x="494123" y="945886"/>
                    <a:pt x="421098" y="894556"/>
                    <a:pt x="307856" y="812800"/>
                  </a:cubicBezTo>
                  <a:cubicBezTo>
                    <a:pt x="194614" y="731044"/>
                    <a:pt x="42214" y="727605"/>
                    <a:pt x="3056" y="49053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1" name="Oval 470">
              <a:extLst>
                <a:ext uri="{FF2B5EF4-FFF2-40B4-BE49-F238E27FC236}">
                  <a16:creationId xmlns:a16="http://schemas.microsoft.com/office/drawing/2014/main" id="{36156419-5C3F-4EAF-A1EA-A3B4C1DD89D2}"/>
                </a:ext>
              </a:extLst>
            </p:cNvPr>
            <p:cNvSpPr/>
            <p:nvPr/>
          </p:nvSpPr>
          <p:spPr>
            <a:xfrm flipH="1" flipV="1">
              <a:off x="4252615" y="4001909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2" name="Oval 471">
              <a:extLst>
                <a:ext uri="{FF2B5EF4-FFF2-40B4-BE49-F238E27FC236}">
                  <a16:creationId xmlns:a16="http://schemas.microsoft.com/office/drawing/2014/main" id="{91B2B4A9-688B-4B3B-82EF-41ED72ECD8C3}"/>
                </a:ext>
              </a:extLst>
            </p:cNvPr>
            <p:cNvSpPr/>
            <p:nvPr/>
          </p:nvSpPr>
          <p:spPr>
            <a:xfrm flipH="1" flipV="1">
              <a:off x="4165183" y="3704776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3" name="Oval 472">
              <a:extLst>
                <a:ext uri="{FF2B5EF4-FFF2-40B4-BE49-F238E27FC236}">
                  <a16:creationId xmlns:a16="http://schemas.microsoft.com/office/drawing/2014/main" id="{46318F09-AE42-426B-A5D5-7A8AD3A9EDBB}"/>
                </a:ext>
              </a:extLst>
            </p:cNvPr>
            <p:cNvSpPr/>
            <p:nvPr/>
          </p:nvSpPr>
          <p:spPr>
            <a:xfrm flipH="1" flipV="1">
              <a:off x="3890172" y="3625220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4" name="Oval 473">
              <a:extLst>
                <a:ext uri="{FF2B5EF4-FFF2-40B4-BE49-F238E27FC236}">
                  <a16:creationId xmlns:a16="http://schemas.microsoft.com/office/drawing/2014/main" id="{4580C7CA-486A-4966-A106-5EBBC06C497B}"/>
                </a:ext>
              </a:extLst>
            </p:cNvPr>
            <p:cNvSpPr/>
            <p:nvPr/>
          </p:nvSpPr>
          <p:spPr>
            <a:xfrm flipH="1" flipV="1">
              <a:off x="4162038" y="3406461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5" name="Oval 474">
              <a:extLst>
                <a:ext uri="{FF2B5EF4-FFF2-40B4-BE49-F238E27FC236}">
                  <a16:creationId xmlns:a16="http://schemas.microsoft.com/office/drawing/2014/main" id="{8D548DDF-E41B-40EF-A3E1-0910BC73F74D}"/>
                </a:ext>
              </a:extLst>
            </p:cNvPr>
            <p:cNvSpPr/>
            <p:nvPr/>
          </p:nvSpPr>
          <p:spPr>
            <a:xfrm flipH="1" flipV="1">
              <a:off x="4433769" y="3606305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6" name="Oval 475">
              <a:extLst>
                <a:ext uri="{FF2B5EF4-FFF2-40B4-BE49-F238E27FC236}">
                  <a16:creationId xmlns:a16="http://schemas.microsoft.com/office/drawing/2014/main" id="{CAE9111E-C24F-4BC9-A250-228DDF3BED7B}"/>
                </a:ext>
              </a:extLst>
            </p:cNvPr>
            <p:cNvSpPr/>
            <p:nvPr/>
          </p:nvSpPr>
          <p:spPr>
            <a:xfrm flipH="1" flipV="1">
              <a:off x="4522200" y="3885930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7" name="Oval 476">
              <a:extLst>
                <a:ext uri="{FF2B5EF4-FFF2-40B4-BE49-F238E27FC236}">
                  <a16:creationId xmlns:a16="http://schemas.microsoft.com/office/drawing/2014/main" id="{BCA80D6E-D9C0-4F05-95AA-A332A18B9BC9}"/>
                </a:ext>
              </a:extLst>
            </p:cNvPr>
            <p:cNvSpPr/>
            <p:nvPr/>
          </p:nvSpPr>
          <p:spPr>
            <a:xfrm flipH="1" flipV="1">
              <a:off x="4812976" y="3729452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8" name="Oval 477">
              <a:extLst>
                <a:ext uri="{FF2B5EF4-FFF2-40B4-BE49-F238E27FC236}">
                  <a16:creationId xmlns:a16="http://schemas.microsoft.com/office/drawing/2014/main" id="{FEA0E71F-D488-4191-969D-B66B44A56E10}"/>
                </a:ext>
              </a:extLst>
            </p:cNvPr>
            <p:cNvSpPr/>
            <p:nvPr/>
          </p:nvSpPr>
          <p:spPr>
            <a:xfrm flipH="1" flipV="1">
              <a:off x="4593026" y="3375916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9" name="Oval 478">
              <a:extLst>
                <a:ext uri="{FF2B5EF4-FFF2-40B4-BE49-F238E27FC236}">
                  <a16:creationId xmlns:a16="http://schemas.microsoft.com/office/drawing/2014/main" id="{F1591A9D-9470-4CA1-83A6-9D43BC828FF0}"/>
                </a:ext>
              </a:extLst>
            </p:cNvPr>
            <p:cNvSpPr/>
            <p:nvPr/>
          </p:nvSpPr>
          <p:spPr>
            <a:xfrm flipH="1" flipV="1">
              <a:off x="4845175" y="3451628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4" name="Group 383">
            <a:extLst>
              <a:ext uri="{FF2B5EF4-FFF2-40B4-BE49-F238E27FC236}">
                <a16:creationId xmlns:a16="http://schemas.microsoft.com/office/drawing/2014/main" id="{9E855DDE-F93F-48B3-A4EC-523C753D8499}"/>
              </a:ext>
            </a:extLst>
          </p:cNvPr>
          <p:cNvGrpSpPr/>
          <p:nvPr/>
        </p:nvGrpSpPr>
        <p:grpSpPr>
          <a:xfrm rot="1487383" flipV="1">
            <a:off x="8364582" y="3372612"/>
            <a:ext cx="196979" cy="130478"/>
            <a:chOff x="3581271" y="3289300"/>
            <a:chExt cx="1486029" cy="984342"/>
          </a:xfrm>
        </p:grpSpPr>
        <p:grpSp>
          <p:nvGrpSpPr>
            <p:cNvPr id="453" name="Group 452">
              <a:extLst>
                <a:ext uri="{FF2B5EF4-FFF2-40B4-BE49-F238E27FC236}">
                  <a16:creationId xmlns:a16="http://schemas.microsoft.com/office/drawing/2014/main" id="{AFF636F7-0F73-4E8F-8D89-1731B7AC2452}"/>
                </a:ext>
              </a:extLst>
            </p:cNvPr>
            <p:cNvGrpSpPr/>
            <p:nvPr/>
          </p:nvGrpSpPr>
          <p:grpSpPr>
            <a:xfrm>
              <a:off x="3581271" y="4083050"/>
              <a:ext cx="435901" cy="127046"/>
              <a:chOff x="3581271" y="4083050"/>
              <a:chExt cx="435901" cy="127046"/>
            </a:xfrm>
          </p:grpSpPr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D20B9108-3989-404B-9BD5-EAF3749C31F2}"/>
                  </a:ext>
                </a:extLst>
              </p:cNvPr>
              <p:cNvSpPr/>
              <p:nvPr/>
            </p:nvSpPr>
            <p:spPr>
              <a:xfrm>
                <a:off x="3619500" y="4083050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E6A1DE18-2DE6-477F-992D-006189B29847}"/>
                  </a:ext>
                </a:extLst>
              </p:cNvPr>
              <p:cNvSpPr/>
              <p:nvPr/>
            </p:nvSpPr>
            <p:spPr>
              <a:xfrm rot="19929913">
                <a:off x="3629822" y="4178346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6B1F6026-3AFA-46E1-8942-B6EAF750B936}"/>
                  </a:ext>
                </a:extLst>
              </p:cNvPr>
              <p:cNvSpPr/>
              <p:nvPr/>
            </p:nvSpPr>
            <p:spPr>
              <a:xfrm rot="19929913">
                <a:off x="3601711" y="4174516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6BD88B52-C0D5-4B56-9C51-2BF75A5C8DB7}"/>
                  </a:ext>
                </a:extLst>
              </p:cNvPr>
              <p:cNvSpPr/>
              <p:nvPr/>
            </p:nvSpPr>
            <p:spPr>
              <a:xfrm rot="21147420">
                <a:off x="3588644" y="4124019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30272A5C-090C-4B2C-B300-0CE7C46519CE}"/>
                  </a:ext>
                </a:extLst>
              </p:cNvPr>
              <p:cNvSpPr/>
              <p:nvPr/>
            </p:nvSpPr>
            <p:spPr>
              <a:xfrm rot="20607331">
                <a:off x="3581271" y="4159181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4" name="Teardrop 16">
              <a:extLst>
                <a:ext uri="{FF2B5EF4-FFF2-40B4-BE49-F238E27FC236}">
                  <a16:creationId xmlns:a16="http://schemas.microsoft.com/office/drawing/2014/main" id="{73266738-1B92-4365-A77D-D7A7BC8030A7}"/>
                </a:ext>
              </a:extLst>
            </p:cNvPr>
            <p:cNvSpPr/>
            <p:nvPr/>
          </p:nvSpPr>
          <p:spPr>
            <a:xfrm>
              <a:off x="3705344" y="3289300"/>
              <a:ext cx="1361956" cy="984342"/>
            </a:xfrm>
            <a:custGeom>
              <a:avLst/>
              <a:gdLst>
                <a:gd name="connsiteX0" fmla="*/ 0 w 1358900"/>
                <a:gd name="connsiteY0" fmla="*/ 490538 h 981075"/>
                <a:gd name="connsiteX1" fmla="*/ 679450 w 1358900"/>
                <a:gd name="connsiteY1" fmla="*/ 0 h 981075"/>
                <a:gd name="connsiteX2" fmla="*/ 1358900 w 1358900"/>
                <a:gd name="connsiteY2" fmla="*/ 0 h 981075"/>
                <a:gd name="connsiteX3" fmla="*/ 1358900 w 1358900"/>
                <a:gd name="connsiteY3" fmla="*/ 490538 h 981075"/>
                <a:gd name="connsiteX4" fmla="*/ 679450 w 1358900"/>
                <a:gd name="connsiteY4" fmla="*/ 981076 h 981075"/>
                <a:gd name="connsiteX5" fmla="*/ 0 w 1358900"/>
                <a:gd name="connsiteY5" fmla="*/ 490538 h 981075"/>
                <a:gd name="connsiteX0" fmla="*/ 9735 w 1368635"/>
                <a:gd name="connsiteY0" fmla="*/ 490538 h 993013"/>
                <a:gd name="connsiteX1" fmla="*/ 689185 w 1368635"/>
                <a:gd name="connsiteY1" fmla="*/ 0 h 993013"/>
                <a:gd name="connsiteX2" fmla="*/ 1368635 w 1368635"/>
                <a:gd name="connsiteY2" fmla="*/ 0 h 993013"/>
                <a:gd name="connsiteX3" fmla="*/ 1368635 w 1368635"/>
                <a:gd name="connsiteY3" fmla="*/ 490538 h 993013"/>
                <a:gd name="connsiteX4" fmla="*/ 689185 w 1368635"/>
                <a:gd name="connsiteY4" fmla="*/ 981076 h 993013"/>
                <a:gd name="connsiteX5" fmla="*/ 314535 w 1368635"/>
                <a:gd name="connsiteY5" fmla="*/ 812800 h 993013"/>
                <a:gd name="connsiteX6" fmla="*/ 9735 w 1368635"/>
                <a:gd name="connsiteY6" fmla="*/ 490538 h 993013"/>
                <a:gd name="connsiteX0" fmla="*/ 3056 w 1361956"/>
                <a:gd name="connsiteY0" fmla="*/ 490538 h 993013"/>
                <a:gd name="connsiteX1" fmla="*/ 682506 w 1361956"/>
                <a:gd name="connsiteY1" fmla="*/ 0 h 993013"/>
                <a:gd name="connsiteX2" fmla="*/ 1361956 w 1361956"/>
                <a:gd name="connsiteY2" fmla="*/ 0 h 993013"/>
                <a:gd name="connsiteX3" fmla="*/ 1361956 w 1361956"/>
                <a:gd name="connsiteY3" fmla="*/ 490538 h 993013"/>
                <a:gd name="connsiteX4" fmla="*/ 682506 w 1361956"/>
                <a:gd name="connsiteY4" fmla="*/ 981076 h 993013"/>
                <a:gd name="connsiteX5" fmla="*/ 307856 w 1361956"/>
                <a:gd name="connsiteY5" fmla="*/ 812800 h 993013"/>
                <a:gd name="connsiteX6" fmla="*/ 3056 w 1361956"/>
                <a:gd name="connsiteY6" fmla="*/ 490538 h 993013"/>
                <a:gd name="connsiteX0" fmla="*/ 3056 w 1361956"/>
                <a:gd name="connsiteY0" fmla="*/ 490538 h 984342"/>
                <a:gd name="connsiteX1" fmla="*/ 682506 w 1361956"/>
                <a:gd name="connsiteY1" fmla="*/ 0 h 984342"/>
                <a:gd name="connsiteX2" fmla="*/ 1361956 w 1361956"/>
                <a:gd name="connsiteY2" fmla="*/ 0 h 984342"/>
                <a:gd name="connsiteX3" fmla="*/ 1361956 w 1361956"/>
                <a:gd name="connsiteY3" fmla="*/ 490538 h 984342"/>
                <a:gd name="connsiteX4" fmla="*/ 682506 w 1361956"/>
                <a:gd name="connsiteY4" fmla="*/ 981076 h 984342"/>
                <a:gd name="connsiteX5" fmla="*/ 307856 w 1361956"/>
                <a:gd name="connsiteY5" fmla="*/ 812800 h 984342"/>
                <a:gd name="connsiteX6" fmla="*/ 3056 w 1361956"/>
                <a:gd name="connsiteY6" fmla="*/ 490538 h 98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1956" h="984342">
                  <a:moveTo>
                    <a:pt x="3056" y="490538"/>
                  </a:moveTo>
                  <a:cubicBezTo>
                    <a:pt x="-36102" y="253471"/>
                    <a:pt x="307256" y="0"/>
                    <a:pt x="682506" y="0"/>
                  </a:cubicBezTo>
                  <a:lnTo>
                    <a:pt x="1361956" y="0"/>
                  </a:lnTo>
                  <a:lnTo>
                    <a:pt x="1361956" y="490538"/>
                  </a:lnTo>
                  <a:cubicBezTo>
                    <a:pt x="1361956" y="761455"/>
                    <a:pt x="870889" y="1016266"/>
                    <a:pt x="682506" y="981076"/>
                  </a:cubicBezTo>
                  <a:cubicBezTo>
                    <a:pt x="494123" y="945886"/>
                    <a:pt x="421098" y="894556"/>
                    <a:pt x="307856" y="812800"/>
                  </a:cubicBezTo>
                  <a:cubicBezTo>
                    <a:pt x="194614" y="731044"/>
                    <a:pt x="42214" y="727605"/>
                    <a:pt x="3056" y="49053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5" name="Oval 454">
              <a:extLst>
                <a:ext uri="{FF2B5EF4-FFF2-40B4-BE49-F238E27FC236}">
                  <a16:creationId xmlns:a16="http://schemas.microsoft.com/office/drawing/2014/main" id="{4027FA1F-BE15-4844-BBBB-8929EF47B413}"/>
                </a:ext>
              </a:extLst>
            </p:cNvPr>
            <p:cNvSpPr/>
            <p:nvPr/>
          </p:nvSpPr>
          <p:spPr>
            <a:xfrm flipH="1" flipV="1">
              <a:off x="4252615" y="4001909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6" name="Oval 455">
              <a:extLst>
                <a:ext uri="{FF2B5EF4-FFF2-40B4-BE49-F238E27FC236}">
                  <a16:creationId xmlns:a16="http://schemas.microsoft.com/office/drawing/2014/main" id="{5F009CE2-494D-495F-8DB3-E11E61C7A0A0}"/>
                </a:ext>
              </a:extLst>
            </p:cNvPr>
            <p:cNvSpPr/>
            <p:nvPr/>
          </p:nvSpPr>
          <p:spPr>
            <a:xfrm flipH="1" flipV="1">
              <a:off x="4165183" y="3704776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7" name="Oval 456">
              <a:extLst>
                <a:ext uri="{FF2B5EF4-FFF2-40B4-BE49-F238E27FC236}">
                  <a16:creationId xmlns:a16="http://schemas.microsoft.com/office/drawing/2014/main" id="{C979E6CD-B505-4EA5-AD55-19A990B82A52}"/>
                </a:ext>
              </a:extLst>
            </p:cNvPr>
            <p:cNvSpPr/>
            <p:nvPr/>
          </p:nvSpPr>
          <p:spPr>
            <a:xfrm flipH="1" flipV="1">
              <a:off x="3890172" y="3625220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8" name="Oval 457">
              <a:extLst>
                <a:ext uri="{FF2B5EF4-FFF2-40B4-BE49-F238E27FC236}">
                  <a16:creationId xmlns:a16="http://schemas.microsoft.com/office/drawing/2014/main" id="{82BF1E76-1CA7-4E23-8814-EAF22994912C}"/>
                </a:ext>
              </a:extLst>
            </p:cNvPr>
            <p:cNvSpPr/>
            <p:nvPr/>
          </p:nvSpPr>
          <p:spPr>
            <a:xfrm flipH="1" flipV="1">
              <a:off x="4162038" y="3406461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9" name="Oval 458">
              <a:extLst>
                <a:ext uri="{FF2B5EF4-FFF2-40B4-BE49-F238E27FC236}">
                  <a16:creationId xmlns:a16="http://schemas.microsoft.com/office/drawing/2014/main" id="{4A9027A5-D185-4F41-8026-3AA28D06EC83}"/>
                </a:ext>
              </a:extLst>
            </p:cNvPr>
            <p:cNvSpPr/>
            <p:nvPr/>
          </p:nvSpPr>
          <p:spPr>
            <a:xfrm flipH="1" flipV="1">
              <a:off x="4433769" y="3606305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0" name="Oval 459">
              <a:extLst>
                <a:ext uri="{FF2B5EF4-FFF2-40B4-BE49-F238E27FC236}">
                  <a16:creationId xmlns:a16="http://schemas.microsoft.com/office/drawing/2014/main" id="{155512E4-6B1B-4F9C-97A9-69D0DA18D04D}"/>
                </a:ext>
              </a:extLst>
            </p:cNvPr>
            <p:cNvSpPr/>
            <p:nvPr/>
          </p:nvSpPr>
          <p:spPr>
            <a:xfrm flipH="1" flipV="1">
              <a:off x="4522200" y="3885930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1" name="Oval 460">
              <a:extLst>
                <a:ext uri="{FF2B5EF4-FFF2-40B4-BE49-F238E27FC236}">
                  <a16:creationId xmlns:a16="http://schemas.microsoft.com/office/drawing/2014/main" id="{625C5EDD-9792-4E3A-BB70-B11DAFA67E9C}"/>
                </a:ext>
              </a:extLst>
            </p:cNvPr>
            <p:cNvSpPr/>
            <p:nvPr/>
          </p:nvSpPr>
          <p:spPr>
            <a:xfrm flipH="1" flipV="1">
              <a:off x="4812976" y="3729452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2" name="Oval 461">
              <a:extLst>
                <a:ext uri="{FF2B5EF4-FFF2-40B4-BE49-F238E27FC236}">
                  <a16:creationId xmlns:a16="http://schemas.microsoft.com/office/drawing/2014/main" id="{06607650-6C64-4579-9B73-D751CEFB42EA}"/>
                </a:ext>
              </a:extLst>
            </p:cNvPr>
            <p:cNvSpPr/>
            <p:nvPr/>
          </p:nvSpPr>
          <p:spPr>
            <a:xfrm flipH="1" flipV="1">
              <a:off x="4593026" y="3375916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3" name="Oval 462">
              <a:extLst>
                <a:ext uri="{FF2B5EF4-FFF2-40B4-BE49-F238E27FC236}">
                  <a16:creationId xmlns:a16="http://schemas.microsoft.com/office/drawing/2014/main" id="{1D13C1E3-67A0-4774-952A-71128067BBF9}"/>
                </a:ext>
              </a:extLst>
            </p:cNvPr>
            <p:cNvSpPr/>
            <p:nvPr/>
          </p:nvSpPr>
          <p:spPr>
            <a:xfrm flipH="1" flipV="1">
              <a:off x="4845175" y="3451628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5" name="Group 384">
            <a:extLst>
              <a:ext uri="{FF2B5EF4-FFF2-40B4-BE49-F238E27FC236}">
                <a16:creationId xmlns:a16="http://schemas.microsoft.com/office/drawing/2014/main" id="{D96B7F5F-DC2C-4AAF-A119-51B3A7047FFA}"/>
              </a:ext>
            </a:extLst>
          </p:cNvPr>
          <p:cNvGrpSpPr/>
          <p:nvPr/>
        </p:nvGrpSpPr>
        <p:grpSpPr>
          <a:xfrm rot="1487383" flipV="1">
            <a:off x="9112749" y="3461945"/>
            <a:ext cx="196979" cy="130478"/>
            <a:chOff x="3581271" y="3289300"/>
            <a:chExt cx="1486029" cy="984342"/>
          </a:xfrm>
        </p:grpSpPr>
        <p:grpSp>
          <p:nvGrpSpPr>
            <p:cNvPr id="437" name="Group 436">
              <a:extLst>
                <a:ext uri="{FF2B5EF4-FFF2-40B4-BE49-F238E27FC236}">
                  <a16:creationId xmlns:a16="http://schemas.microsoft.com/office/drawing/2014/main" id="{2E178503-D63B-47F2-B9CF-6BC87B37798F}"/>
                </a:ext>
              </a:extLst>
            </p:cNvPr>
            <p:cNvGrpSpPr/>
            <p:nvPr/>
          </p:nvGrpSpPr>
          <p:grpSpPr>
            <a:xfrm>
              <a:off x="3581271" y="4083050"/>
              <a:ext cx="435901" cy="127046"/>
              <a:chOff x="3581271" y="4083050"/>
              <a:chExt cx="435901" cy="127046"/>
            </a:xfrm>
          </p:grpSpPr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73927FCB-A435-471C-9C86-7E8B4C24A432}"/>
                  </a:ext>
                </a:extLst>
              </p:cNvPr>
              <p:cNvSpPr/>
              <p:nvPr/>
            </p:nvSpPr>
            <p:spPr>
              <a:xfrm>
                <a:off x="3619500" y="4083050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10C3A91C-2768-4556-BB4B-22421D125392}"/>
                  </a:ext>
                </a:extLst>
              </p:cNvPr>
              <p:cNvSpPr/>
              <p:nvPr/>
            </p:nvSpPr>
            <p:spPr>
              <a:xfrm rot="19929913">
                <a:off x="3629822" y="4178346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A61ED717-3F32-495B-950D-33587F3AE0C4}"/>
                  </a:ext>
                </a:extLst>
              </p:cNvPr>
              <p:cNvSpPr/>
              <p:nvPr/>
            </p:nvSpPr>
            <p:spPr>
              <a:xfrm rot="19929913">
                <a:off x="3601711" y="4174516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546D80C7-C4CB-41E1-BFE7-E31A987391CE}"/>
                  </a:ext>
                </a:extLst>
              </p:cNvPr>
              <p:cNvSpPr/>
              <p:nvPr/>
            </p:nvSpPr>
            <p:spPr>
              <a:xfrm rot="21147420">
                <a:off x="3588644" y="4124019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21DD58EB-6541-4294-B49D-882ED165809B}"/>
                  </a:ext>
                </a:extLst>
              </p:cNvPr>
              <p:cNvSpPr/>
              <p:nvPr/>
            </p:nvSpPr>
            <p:spPr>
              <a:xfrm rot="20607331">
                <a:off x="3581271" y="4159181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38" name="Teardrop 16">
              <a:extLst>
                <a:ext uri="{FF2B5EF4-FFF2-40B4-BE49-F238E27FC236}">
                  <a16:creationId xmlns:a16="http://schemas.microsoft.com/office/drawing/2014/main" id="{6AF68A13-FAA3-4CD4-8CA3-548DCEF00CFB}"/>
                </a:ext>
              </a:extLst>
            </p:cNvPr>
            <p:cNvSpPr/>
            <p:nvPr/>
          </p:nvSpPr>
          <p:spPr>
            <a:xfrm>
              <a:off x="3705344" y="3289300"/>
              <a:ext cx="1361956" cy="984342"/>
            </a:xfrm>
            <a:custGeom>
              <a:avLst/>
              <a:gdLst>
                <a:gd name="connsiteX0" fmla="*/ 0 w 1358900"/>
                <a:gd name="connsiteY0" fmla="*/ 490538 h 981075"/>
                <a:gd name="connsiteX1" fmla="*/ 679450 w 1358900"/>
                <a:gd name="connsiteY1" fmla="*/ 0 h 981075"/>
                <a:gd name="connsiteX2" fmla="*/ 1358900 w 1358900"/>
                <a:gd name="connsiteY2" fmla="*/ 0 h 981075"/>
                <a:gd name="connsiteX3" fmla="*/ 1358900 w 1358900"/>
                <a:gd name="connsiteY3" fmla="*/ 490538 h 981075"/>
                <a:gd name="connsiteX4" fmla="*/ 679450 w 1358900"/>
                <a:gd name="connsiteY4" fmla="*/ 981076 h 981075"/>
                <a:gd name="connsiteX5" fmla="*/ 0 w 1358900"/>
                <a:gd name="connsiteY5" fmla="*/ 490538 h 981075"/>
                <a:gd name="connsiteX0" fmla="*/ 9735 w 1368635"/>
                <a:gd name="connsiteY0" fmla="*/ 490538 h 993013"/>
                <a:gd name="connsiteX1" fmla="*/ 689185 w 1368635"/>
                <a:gd name="connsiteY1" fmla="*/ 0 h 993013"/>
                <a:gd name="connsiteX2" fmla="*/ 1368635 w 1368635"/>
                <a:gd name="connsiteY2" fmla="*/ 0 h 993013"/>
                <a:gd name="connsiteX3" fmla="*/ 1368635 w 1368635"/>
                <a:gd name="connsiteY3" fmla="*/ 490538 h 993013"/>
                <a:gd name="connsiteX4" fmla="*/ 689185 w 1368635"/>
                <a:gd name="connsiteY4" fmla="*/ 981076 h 993013"/>
                <a:gd name="connsiteX5" fmla="*/ 314535 w 1368635"/>
                <a:gd name="connsiteY5" fmla="*/ 812800 h 993013"/>
                <a:gd name="connsiteX6" fmla="*/ 9735 w 1368635"/>
                <a:gd name="connsiteY6" fmla="*/ 490538 h 993013"/>
                <a:gd name="connsiteX0" fmla="*/ 3056 w 1361956"/>
                <a:gd name="connsiteY0" fmla="*/ 490538 h 993013"/>
                <a:gd name="connsiteX1" fmla="*/ 682506 w 1361956"/>
                <a:gd name="connsiteY1" fmla="*/ 0 h 993013"/>
                <a:gd name="connsiteX2" fmla="*/ 1361956 w 1361956"/>
                <a:gd name="connsiteY2" fmla="*/ 0 h 993013"/>
                <a:gd name="connsiteX3" fmla="*/ 1361956 w 1361956"/>
                <a:gd name="connsiteY3" fmla="*/ 490538 h 993013"/>
                <a:gd name="connsiteX4" fmla="*/ 682506 w 1361956"/>
                <a:gd name="connsiteY4" fmla="*/ 981076 h 993013"/>
                <a:gd name="connsiteX5" fmla="*/ 307856 w 1361956"/>
                <a:gd name="connsiteY5" fmla="*/ 812800 h 993013"/>
                <a:gd name="connsiteX6" fmla="*/ 3056 w 1361956"/>
                <a:gd name="connsiteY6" fmla="*/ 490538 h 993013"/>
                <a:gd name="connsiteX0" fmla="*/ 3056 w 1361956"/>
                <a:gd name="connsiteY0" fmla="*/ 490538 h 984342"/>
                <a:gd name="connsiteX1" fmla="*/ 682506 w 1361956"/>
                <a:gd name="connsiteY1" fmla="*/ 0 h 984342"/>
                <a:gd name="connsiteX2" fmla="*/ 1361956 w 1361956"/>
                <a:gd name="connsiteY2" fmla="*/ 0 h 984342"/>
                <a:gd name="connsiteX3" fmla="*/ 1361956 w 1361956"/>
                <a:gd name="connsiteY3" fmla="*/ 490538 h 984342"/>
                <a:gd name="connsiteX4" fmla="*/ 682506 w 1361956"/>
                <a:gd name="connsiteY4" fmla="*/ 981076 h 984342"/>
                <a:gd name="connsiteX5" fmla="*/ 307856 w 1361956"/>
                <a:gd name="connsiteY5" fmla="*/ 812800 h 984342"/>
                <a:gd name="connsiteX6" fmla="*/ 3056 w 1361956"/>
                <a:gd name="connsiteY6" fmla="*/ 490538 h 98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1956" h="984342">
                  <a:moveTo>
                    <a:pt x="3056" y="490538"/>
                  </a:moveTo>
                  <a:cubicBezTo>
                    <a:pt x="-36102" y="253471"/>
                    <a:pt x="307256" y="0"/>
                    <a:pt x="682506" y="0"/>
                  </a:cubicBezTo>
                  <a:lnTo>
                    <a:pt x="1361956" y="0"/>
                  </a:lnTo>
                  <a:lnTo>
                    <a:pt x="1361956" y="490538"/>
                  </a:lnTo>
                  <a:cubicBezTo>
                    <a:pt x="1361956" y="761455"/>
                    <a:pt x="870889" y="1016266"/>
                    <a:pt x="682506" y="981076"/>
                  </a:cubicBezTo>
                  <a:cubicBezTo>
                    <a:pt x="494123" y="945886"/>
                    <a:pt x="421098" y="894556"/>
                    <a:pt x="307856" y="812800"/>
                  </a:cubicBezTo>
                  <a:cubicBezTo>
                    <a:pt x="194614" y="731044"/>
                    <a:pt x="42214" y="727605"/>
                    <a:pt x="3056" y="49053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9" name="Oval 438">
              <a:extLst>
                <a:ext uri="{FF2B5EF4-FFF2-40B4-BE49-F238E27FC236}">
                  <a16:creationId xmlns:a16="http://schemas.microsoft.com/office/drawing/2014/main" id="{BF72983D-A05F-40F8-87DE-2E6A3A66F2FD}"/>
                </a:ext>
              </a:extLst>
            </p:cNvPr>
            <p:cNvSpPr/>
            <p:nvPr/>
          </p:nvSpPr>
          <p:spPr>
            <a:xfrm flipH="1" flipV="1">
              <a:off x="4252615" y="4001909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0" name="Oval 439">
              <a:extLst>
                <a:ext uri="{FF2B5EF4-FFF2-40B4-BE49-F238E27FC236}">
                  <a16:creationId xmlns:a16="http://schemas.microsoft.com/office/drawing/2014/main" id="{C2A60F37-873C-4EEA-ABE1-8AE891276D2B}"/>
                </a:ext>
              </a:extLst>
            </p:cNvPr>
            <p:cNvSpPr/>
            <p:nvPr/>
          </p:nvSpPr>
          <p:spPr>
            <a:xfrm flipH="1" flipV="1">
              <a:off x="4165183" y="3704776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1" name="Oval 440">
              <a:extLst>
                <a:ext uri="{FF2B5EF4-FFF2-40B4-BE49-F238E27FC236}">
                  <a16:creationId xmlns:a16="http://schemas.microsoft.com/office/drawing/2014/main" id="{1E1DD707-8B69-411E-9F4F-B02B5724212A}"/>
                </a:ext>
              </a:extLst>
            </p:cNvPr>
            <p:cNvSpPr/>
            <p:nvPr/>
          </p:nvSpPr>
          <p:spPr>
            <a:xfrm flipH="1" flipV="1">
              <a:off x="3890172" y="3625220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2" name="Oval 441">
              <a:extLst>
                <a:ext uri="{FF2B5EF4-FFF2-40B4-BE49-F238E27FC236}">
                  <a16:creationId xmlns:a16="http://schemas.microsoft.com/office/drawing/2014/main" id="{1E7B4A7D-EC66-4F1A-BBA5-23115E0AF154}"/>
                </a:ext>
              </a:extLst>
            </p:cNvPr>
            <p:cNvSpPr/>
            <p:nvPr/>
          </p:nvSpPr>
          <p:spPr>
            <a:xfrm flipH="1" flipV="1">
              <a:off x="4162038" y="3406461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3" name="Oval 442">
              <a:extLst>
                <a:ext uri="{FF2B5EF4-FFF2-40B4-BE49-F238E27FC236}">
                  <a16:creationId xmlns:a16="http://schemas.microsoft.com/office/drawing/2014/main" id="{31FEFD27-2889-428E-BD99-AE2691AC22CF}"/>
                </a:ext>
              </a:extLst>
            </p:cNvPr>
            <p:cNvSpPr/>
            <p:nvPr/>
          </p:nvSpPr>
          <p:spPr>
            <a:xfrm flipH="1" flipV="1">
              <a:off x="4433769" y="3606305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4" name="Oval 443">
              <a:extLst>
                <a:ext uri="{FF2B5EF4-FFF2-40B4-BE49-F238E27FC236}">
                  <a16:creationId xmlns:a16="http://schemas.microsoft.com/office/drawing/2014/main" id="{992708E1-03D0-442C-A36F-0D6BD193E9CD}"/>
                </a:ext>
              </a:extLst>
            </p:cNvPr>
            <p:cNvSpPr/>
            <p:nvPr/>
          </p:nvSpPr>
          <p:spPr>
            <a:xfrm flipH="1" flipV="1">
              <a:off x="4522200" y="3885930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5" name="Oval 444">
              <a:extLst>
                <a:ext uri="{FF2B5EF4-FFF2-40B4-BE49-F238E27FC236}">
                  <a16:creationId xmlns:a16="http://schemas.microsoft.com/office/drawing/2014/main" id="{8286414F-CC96-4DC5-AD22-EAE011F78DA8}"/>
                </a:ext>
              </a:extLst>
            </p:cNvPr>
            <p:cNvSpPr/>
            <p:nvPr/>
          </p:nvSpPr>
          <p:spPr>
            <a:xfrm flipH="1" flipV="1">
              <a:off x="4812976" y="3729452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6" name="Oval 445">
              <a:extLst>
                <a:ext uri="{FF2B5EF4-FFF2-40B4-BE49-F238E27FC236}">
                  <a16:creationId xmlns:a16="http://schemas.microsoft.com/office/drawing/2014/main" id="{3CD4921D-397A-452C-991E-31EDBED9CD61}"/>
                </a:ext>
              </a:extLst>
            </p:cNvPr>
            <p:cNvSpPr/>
            <p:nvPr/>
          </p:nvSpPr>
          <p:spPr>
            <a:xfrm flipH="1" flipV="1">
              <a:off x="4593026" y="3375916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7" name="Oval 446">
              <a:extLst>
                <a:ext uri="{FF2B5EF4-FFF2-40B4-BE49-F238E27FC236}">
                  <a16:creationId xmlns:a16="http://schemas.microsoft.com/office/drawing/2014/main" id="{9CCA6E23-6C95-43A0-AAA5-A9B1F03F46C2}"/>
                </a:ext>
              </a:extLst>
            </p:cNvPr>
            <p:cNvSpPr/>
            <p:nvPr/>
          </p:nvSpPr>
          <p:spPr>
            <a:xfrm flipH="1" flipV="1">
              <a:off x="4845175" y="3451628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6" name="Group 385">
            <a:extLst>
              <a:ext uri="{FF2B5EF4-FFF2-40B4-BE49-F238E27FC236}">
                <a16:creationId xmlns:a16="http://schemas.microsoft.com/office/drawing/2014/main" id="{40EA932D-5714-4E98-9208-6D98C2EE11A2}"/>
              </a:ext>
            </a:extLst>
          </p:cNvPr>
          <p:cNvGrpSpPr/>
          <p:nvPr/>
        </p:nvGrpSpPr>
        <p:grpSpPr>
          <a:xfrm rot="1487383" flipV="1">
            <a:off x="9503157" y="3787006"/>
            <a:ext cx="196979" cy="130478"/>
            <a:chOff x="3581271" y="3289300"/>
            <a:chExt cx="1486029" cy="984342"/>
          </a:xfrm>
        </p:grpSpPr>
        <p:grpSp>
          <p:nvGrpSpPr>
            <p:cNvPr id="421" name="Group 420">
              <a:extLst>
                <a:ext uri="{FF2B5EF4-FFF2-40B4-BE49-F238E27FC236}">
                  <a16:creationId xmlns:a16="http://schemas.microsoft.com/office/drawing/2014/main" id="{A05EC491-07EE-445B-A86E-95EB6BE85C90}"/>
                </a:ext>
              </a:extLst>
            </p:cNvPr>
            <p:cNvGrpSpPr/>
            <p:nvPr/>
          </p:nvGrpSpPr>
          <p:grpSpPr>
            <a:xfrm>
              <a:off x="3581271" y="4083050"/>
              <a:ext cx="435901" cy="127046"/>
              <a:chOff x="3581271" y="4083050"/>
              <a:chExt cx="435901" cy="127046"/>
            </a:xfrm>
          </p:grpSpPr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13AE6D2E-E771-44E0-94B7-2B2EC7603058}"/>
                  </a:ext>
                </a:extLst>
              </p:cNvPr>
              <p:cNvSpPr/>
              <p:nvPr/>
            </p:nvSpPr>
            <p:spPr>
              <a:xfrm>
                <a:off x="3619500" y="4083050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46D8099E-141D-492F-B6E5-5DBF8E3187EA}"/>
                  </a:ext>
                </a:extLst>
              </p:cNvPr>
              <p:cNvSpPr/>
              <p:nvPr/>
            </p:nvSpPr>
            <p:spPr>
              <a:xfrm rot="19929913">
                <a:off x="3629822" y="4178346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6FA51B23-F3A9-4765-913A-29BB18A7E2F8}"/>
                  </a:ext>
                </a:extLst>
              </p:cNvPr>
              <p:cNvSpPr/>
              <p:nvPr/>
            </p:nvSpPr>
            <p:spPr>
              <a:xfrm rot="19929913">
                <a:off x="3601711" y="4174516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5DFE077A-E2D9-40FC-99BA-5918654052C1}"/>
                  </a:ext>
                </a:extLst>
              </p:cNvPr>
              <p:cNvSpPr/>
              <p:nvPr/>
            </p:nvSpPr>
            <p:spPr>
              <a:xfrm rot="21147420">
                <a:off x="3588644" y="4124019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00FBBBF5-85CC-44C5-BC18-F798403B9AD3}"/>
                  </a:ext>
                </a:extLst>
              </p:cNvPr>
              <p:cNvSpPr/>
              <p:nvPr/>
            </p:nvSpPr>
            <p:spPr>
              <a:xfrm rot="20607331">
                <a:off x="3581271" y="4159181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22" name="Teardrop 16">
              <a:extLst>
                <a:ext uri="{FF2B5EF4-FFF2-40B4-BE49-F238E27FC236}">
                  <a16:creationId xmlns:a16="http://schemas.microsoft.com/office/drawing/2014/main" id="{A69549C5-3C74-43FB-B77B-4B4C1771DA16}"/>
                </a:ext>
              </a:extLst>
            </p:cNvPr>
            <p:cNvSpPr/>
            <p:nvPr/>
          </p:nvSpPr>
          <p:spPr>
            <a:xfrm>
              <a:off x="3705344" y="3289300"/>
              <a:ext cx="1361956" cy="984342"/>
            </a:xfrm>
            <a:custGeom>
              <a:avLst/>
              <a:gdLst>
                <a:gd name="connsiteX0" fmla="*/ 0 w 1358900"/>
                <a:gd name="connsiteY0" fmla="*/ 490538 h 981075"/>
                <a:gd name="connsiteX1" fmla="*/ 679450 w 1358900"/>
                <a:gd name="connsiteY1" fmla="*/ 0 h 981075"/>
                <a:gd name="connsiteX2" fmla="*/ 1358900 w 1358900"/>
                <a:gd name="connsiteY2" fmla="*/ 0 h 981075"/>
                <a:gd name="connsiteX3" fmla="*/ 1358900 w 1358900"/>
                <a:gd name="connsiteY3" fmla="*/ 490538 h 981075"/>
                <a:gd name="connsiteX4" fmla="*/ 679450 w 1358900"/>
                <a:gd name="connsiteY4" fmla="*/ 981076 h 981075"/>
                <a:gd name="connsiteX5" fmla="*/ 0 w 1358900"/>
                <a:gd name="connsiteY5" fmla="*/ 490538 h 981075"/>
                <a:gd name="connsiteX0" fmla="*/ 9735 w 1368635"/>
                <a:gd name="connsiteY0" fmla="*/ 490538 h 993013"/>
                <a:gd name="connsiteX1" fmla="*/ 689185 w 1368635"/>
                <a:gd name="connsiteY1" fmla="*/ 0 h 993013"/>
                <a:gd name="connsiteX2" fmla="*/ 1368635 w 1368635"/>
                <a:gd name="connsiteY2" fmla="*/ 0 h 993013"/>
                <a:gd name="connsiteX3" fmla="*/ 1368635 w 1368635"/>
                <a:gd name="connsiteY3" fmla="*/ 490538 h 993013"/>
                <a:gd name="connsiteX4" fmla="*/ 689185 w 1368635"/>
                <a:gd name="connsiteY4" fmla="*/ 981076 h 993013"/>
                <a:gd name="connsiteX5" fmla="*/ 314535 w 1368635"/>
                <a:gd name="connsiteY5" fmla="*/ 812800 h 993013"/>
                <a:gd name="connsiteX6" fmla="*/ 9735 w 1368635"/>
                <a:gd name="connsiteY6" fmla="*/ 490538 h 993013"/>
                <a:gd name="connsiteX0" fmla="*/ 3056 w 1361956"/>
                <a:gd name="connsiteY0" fmla="*/ 490538 h 993013"/>
                <a:gd name="connsiteX1" fmla="*/ 682506 w 1361956"/>
                <a:gd name="connsiteY1" fmla="*/ 0 h 993013"/>
                <a:gd name="connsiteX2" fmla="*/ 1361956 w 1361956"/>
                <a:gd name="connsiteY2" fmla="*/ 0 h 993013"/>
                <a:gd name="connsiteX3" fmla="*/ 1361956 w 1361956"/>
                <a:gd name="connsiteY3" fmla="*/ 490538 h 993013"/>
                <a:gd name="connsiteX4" fmla="*/ 682506 w 1361956"/>
                <a:gd name="connsiteY4" fmla="*/ 981076 h 993013"/>
                <a:gd name="connsiteX5" fmla="*/ 307856 w 1361956"/>
                <a:gd name="connsiteY5" fmla="*/ 812800 h 993013"/>
                <a:gd name="connsiteX6" fmla="*/ 3056 w 1361956"/>
                <a:gd name="connsiteY6" fmla="*/ 490538 h 993013"/>
                <a:gd name="connsiteX0" fmla="*/ 3056 w 1361956"/>
                <a:gd name="connsiteY0" fmla="*/ 490538 h 984342"/>
                <a:gd name="connsiteX1" fmla="*/ 682506 w 1361956"/>
                <a:gd name="connsiteY1" fmla="*/ 0 h 984342"/>
                <a:gd name="connsiteX2" fmla="*/ 1361956 w 1361956"/>
                <a:gd name="connsiteY2" fmla="*/ 0 h 984342"/>
                <a:gd name="connsiteX3" fmla="*/ 1361956 w 1361956"/>
                <a:gd name="connsiteY3" fmla="*/ 490538 h 984342"/>
                <a:gd name="connsiteX4" fmla="*/ 682506 w 1361956"/>
                <a:gd name="connsiteY4" fmla="*/ 981076 h 984342"/>
                <a:gd name="connsiteX5" fmla="*/ 307856 w 1361956"/>
                <a:gd name="connsiteY5" fmla="*/ 812800 h 984342"/>
                <a:gd name="connsiteX6" fmla="*/ 3056 w 1361956"/>
                <a:gd name="connsiteY6" fmla="*/ 490538 h 98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1956" h="984342">
                  <a:moveTo>
                    <a:pt x="3056" y="490538"/>
                  </a:moveTo>
                  <a:cubicBezTo>
                    <a:pt x="-36102" y="253471"/>
                    <a:pt x="307256" y="0"/>
                    <a:pt x="682506" y="0"/>
                  </a:cubicBezTo>
                  <a:lnTo>
                    <a:pt x="1361956" y="0"/>
                  </a:lnTo>
                  <a:lnTo>
                    <a:pt x="1361956" y="490538"/>
                  </a:lnTo>
                  <a:cubicBezTo>
                    <a:pt x="1361956" y="761455"/>
                    <a:pt x="870889" y="1016266"/>
                    <a:pt x="682506" y="981076"/>
                  </a:cubicBezTo>
                  <a:cubicBezTo>
                    <a:pt x="494123" y="945886"/>
                    <a:pt x="421098" y="894556"/>
                    <a:pt x="307856" y="812800"/>
                  </a:cubicBezTo>
                  <a:cubicBezTo>
                    <a:pt x="194614" y="731044"/>
                    <a:pt x="42214" y="727605"/>
                    <a:pt x="3056" y="49053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3" name="Oval 422">
              <a:extLst>
                <a:ext uri="{FF2B5EF4-FFF2-40B4-BE49-F238E27FC236}">
                  <a16:creationId xmlns:a16="http://schemas.microsoft.com/office/drawing/2014/main" id="{46513F3E-52C8-480E-B346-306C75853010}"/>
                </a:ext>
              </a:extLst>
            </p:cNvPr>
            <p:cNvSpPr/>
            <p:nvPr/>
          </p:nvSpPr>
          <p:spPr>
            <a:xfrm flipH="1" flipV="1">
              <a:off x="4252615" y="4001909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4" name="Oval 423">
              <a:extLst>
                <a:ext uri="{FF2B5EF4-FFF2-40B4-BE49-F238E27FC236}">
                  <a16:creationId xmlns:a16="http://schemas.microsoft.com/office/drawing/2014/main" id="{AC54E9F3-D720-40CC-9BFF-F5C03F742B1D}"/>
                </a:ext>
              </a:extLst>
            </p:cNvPr>
            <p:cNvSpPr/>
            <p:nvPr/>
          </p:nvSpPr>
          <p:spPr>
            <a:xfrm flipH="1" flipV="1">
              <a:off x="4165183" y="3704776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5" name="Oval 424">
              <a:extLst>
                <a:ext uri="{FF2B5EF4-FFF2-40B4-BE49-F238E27FC236}">
                  <a16:creationId xmlns:a16="http://schemas.microsoft.com/office/drawing/2014/main" id="{08C99757-F213-43A8-9C26-A9C94C988D3E}"/>
                </a:ext>
              </a:extLst>
            </p:cNvPr>
            <p:cNvSpPr/>
            <p:nvPr/>
          </p:nvSpPr>
          <p:spPr>
            <a:xfrm flipH="1" flipV="1">
              <a:off x="3890172" y="3625220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6" name="Oval 425">
              <a:extLst>
                <a:ext uri="{FF2B5EF4-FFF2-40B4-BE49-F238E27FC236}">
                  <a16:creationId xmlns:a16="http://schemas.microsoft.com/office/drawing/2014/main" id="{47293245-802B-4377-B0C1-C98E7D4559FF}"/>
                </a:ext>
              </a:extLst>
            </p:cNvPr>
            <p:cNvSpPr/>
            <p:nvPr/>
          </p:nvSpPr>
          <p:spPr>
            <a:xfrm flipH="1" flipV="1">
              <a:off x="4162038" y="3406461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7" name="Oval 426">
              <a:extLst>
                <a:ext uri="{FF2B5EF4-FFF2-40B4-BE49-F238E27FC236}">
                  <a16:creationId xmlns:a16="http://schemas.microsoft.com/office/drawing/2014/main" id="{22B87294-A267-4688-BBB5-F0946E8B630E}"/>
                </a:ext>
              </a:extLst>
            </p:cNvPr>
            <p:cNvSpPr/>
            <p:nvPr/>
          </p:nvSpPr>
          <p:spPr>
            <a:xfrm flipH="1" flipV="1">
              <a:off x="4433769" y="3606305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8" name="Oval 427">
              <a:extLst>
                <a:ext uri="{FF2B5EF4-FFF2-40B4-BE49-F238E27FC236}">
                  <a16:creationId xmlns:a16="http://schemas.microsoft.com/office/drawing/2014/main" id="{1BC8FD4C-5F6F-4ADC-90EA-A39C5CD739D9}"/>
                </a:ext>
              </a:extLst>
            </p:cNvPr>
            <p:cNvSpPr/>
            <p:nvPr/>
          </p:nvSpPr>
          <p:spPr>
            <a:xfrm flipH="1" flipV="1">
              <a:off x="4522200" y="3885930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9" name="Oval 428">
              <a:extLst>
                <a:ext uri="{FF2B5EF4-FFF2-40B4-BE49-F238E27FC236}">
                  <a16:creationId xmlns:a16="http://schemas.microsoft.com/office/drawing/2014/main" id="{1DDFBF41-F252-49A2-AB92-C58902CD6E1C}"/>
                </a:ext>
              </a:extLst>
            </p:cNvPr>
            <p:cNvSpPr/>
            <p:nvPr/>
          </p:nvSpPr>
          <p:spPr>
            <a:xfrm flipH="1" flipV="1">
              <a:off x="4812976" y="3729452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0" name="Oval 429">
              <a:extLst>
                <a:ext uri="{FF2B5EF4-FFF2-40B4-BE49-F238E27FC236}">
                  <a16:creationId xmlns:a16="http://schemas.microsoft.com/office/drawing/2014/main" id="{FC75DF75-5C14-4AC1-85E6-F5EE5D6E044D}"/>
                </a:ext>
              </a:extLst>
            </p:cNvPr>
            <p:cNvSpPr/>
            <p:nvPr/>
          </p:nvSpPr>
          <p:spPr>
            <a:xfrm flipH="1" flipV="1">
              <a:off x="4593026" y="3375916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1" name="Oval 430">
              <a:extLst>
                <a:ext uri="{FF2B5EF4-FFF2-40B4-BE49-F238E27FC236}">
                  <a16:creationId xmlns:a16="http://schemas.microsoft.com/office/drawing/2014/main" id="{B893C912-EF90-473E-A610-84E2C9B99B53}"/>
                </a:ext>
              </a:extLst>
            </p:cNvPr>
            <p:cNvSpPr/>
            <p:nvPr/>
          </p:nvSpPr>
          <p:spPr>
            <a:xfrm flipH="1" flipV="1">
              <a:off x="4845175" y="3451628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7" name="Group 386">
            <a:extLst>
              <a:ext uri="{FF2B5EF4-FFF2-40B4-BE49-F238E27FC236}">
                <a16:creationId xmlns:a16="http://schemas.microsoft.com/office/drawing/2014/main" id="{F91BC3EA-A5FD-46DE-8DD7-476AD319CB09}"/>
              </a:ext>
            </a:extLst>
          </p:cNvPr>
          <p:cNvGrpSpPr/>
          <p:nvPr/>
        </p:nvGrpSpPr>
        <p:grpSpPr>
          <a:xfrm rot="1487383" flipV="1">
            <a:off x="9882058" y="3452694"/>
            <a:ext cx="196979" cy="130478"/>
            <a:chOff x="3581271" y="3289300"/>
            <a:chExt cx="1486029" cy="984342"/>
          </a:xfrm>
        </p:grpSpPr>
        <p:grpSp>
          <p:nvGrpSpPr>
            <p:cNvPr id="405" name="Group 404">
              <a:extLst>
                <a:ext uri="{FF2B5EF4-FFF2-40B4-BE49-F238E27FC236}">
                  <a16:creationId xmlns:a16="http://schemas.microsoft.com/office/drawing/2014/main" id="{DEB67AA8-9D17-4144-8C28-1CBC3A761F91}"/>
                </a:ext>
              </a:extLst>
            </p:cNvPr>
            <p:cNvGrpSpPr/>
            <p:nvPr/>
          </p:nvGrpSpPr>
          <p:grpSpPr>
            <a:xfrm>
              <a:off x="3581271" y="4083050"/>
              <a:ext cx="435901" cy="127046"/>
              <a:chOff x="3581271" y="4083050"/>
              <a:chExt cx="435901" cy="127046"/>
            </a:xfrm>
          </p:grpSpPr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95CBF6D1-43C6-43A5-A952-EB84DF0E3DB8}"/>
                  </a:ext>
                </a:extLst>
              </p:cNvPr>
              <p:cNvSpPr/>
              <p:nvPr/>
            </p:nvSpPr>
            <p:spPr>
              <a:xfrm>
                <a:off x="3619500" y="4083050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5D5E8D44-05C2-4F7F-BD30-D99BF82BFA21}"/>
                  </a:ext>
                </a:extLst>
              </p:cNvPr>
              <p:cNvSpPr/>
              <p:nvPr/>
            </p:nvSpPr>
            <p:spPr>
              <a:xfrm rot="19929913">
                <a:off x="3629822" y="4178346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E02E6574-620D-4D45-B235-DC854A2D3FF9}"/>
                  </a:ext>
                </a:extLst>
              </p:cNvPr>
              <p:cNvSpPr/>
              <p:nvPr/>
            </p:nvSpPr>
            <p:spPr>
              <a:xfrm rot="19929913">
                <a:off x="3601711" y="4174516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EA29D598-DAB5-4BB7-BD24-4B2A474D668A}"/>
                  </a:ext>
                </a:extLst>
              </p:cNvPr>
              <p:cNvSpPr/>
              <p:nvPr/>
            </p:nvSpPr>
            <p:spPr>
              <a:xfrm rot="21147420">
                <a:off x="3588644" y="4124019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43304E0F-01A0-40AA-B2E6-44EEC2F8A76D}"/>
                  </a:ext>
                </a:extLst>
              </p:cNvPr>
              <p:cNvSpPr/>
              <p:nvPr/>
            </p:nvSpPr>
            <p:spPr>
              <a:xfrm rot="20607331">
                <a:off x="3581271" y="4159181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06" name="Teardrop 16">
              <a:extLst>
                <a:ext uri="{FF2B5EF4-FFF2-40B4-BE49-F238E27FC236}">
                  <a16:creationId xmlns:a16="http://schemas.microsoft.com/office/drawing/2014/main" id="{9552E44E-8536-4A76-9500-50154112B6B4}"/>
                </a:ext>
              </a:extLst>
            </p:cNvPr>
            <p:cNvSpPr/>
            <p:nvPr/>
          </p:nvSpPr>
          <p:spPr>
            <a:xfrm>
              <a:off x="3705344" y="3289300"/>
              <a:ext cx="1361956" cy="984342"/>
            </a:xfrm>
            <a:custGeom>
              <a:avLst/>
              <a:gdLst>
                <a:gd name="connsiteX0" fmla="*/ 0 w 1358900"/>
                <a:gd name="connsiteY0" fmla="*/ 490538 h 981075"/>
                <a:gd name="connsiteX1" fmla="*/ 679450 w 1358900"/>
                <a:gd name="connsiteY1" fmla="*/ 0 h 981075"/>
                <a:gd name="connsiteX2" fmla="*/ 1358900 w 1358900"/>
                <a:gd name="connsiteY2" fmla="*/ 0 h 981075"/>
                <a:gd name="connsiteX3" fmla="*/ 1358900 w 1358900"/>
                <a:gd name="connsiteY3" fmla="*/ 490538 h 981075"/>
                <a:gd name="connsiteX4" fmla="*/ 679450 w 1358900"/>
                <a:gd name="connsiteY4" fmla="*/ 981076 h 981075"/>
                <a:gd name="connsiteX5" fmla="*/ 0 w 1358900"/>
                <a:gd name="connsiteY5" fmla="*/ 490538 h 981075"/>
                <a:gd name="connsiteX0" fmla="*/ 9735 w 1368635"/>
                <a:gd name="connsiteY0" fmla="*/ 490538 h 993013"/>
                <a:gd name="connsiteX1" fmla="*/ 689185 w 1368635"/>
                <a:gd name="connsiteY1" fmla="*/ 0 h 993013"/>
                <a:gd name="connsiteX2" fmla="*/ 1368635 w 1368635"/>
                <a:gd name="connsiteY2" fmla="*/ 0 h 993013"/>
                <a:gd name="connsiteX3" fmla="*/ 1368635 w 1368635"/>
                <a:gd name="connsiteY3" fmla="*/ 490538 h 993013"/>
                <a:gd name="connsiteX4" fmla="*/ 689185 w 1368635"/>
                <a:gd name="connsiteY4" fmla="*/ 981076 h 993013"/>
                <a:gd name="connsiteX5" fmla="*/ 314535 w 1368635"/>
                <a:gd name="connsiteY5" fmla="*/ 812800 h 993013"/>
                <a:gd name="connsiteX6" fmla="*/ 9735 w 1368635"/>
                <a:gd name="connsiteY6" fmla="*/ 490538 h 993013"/>
                <a:gd name="connsiteX0" fmla="*/ 3056 w 1361956"/>
                <a:gd name="connsiteY0" fmla="*/ 490538 h 993013"/>
                <a:gd name="connsiteX1" fmla="*/ 682506 w 1361956"/>
                <a:gd name="connsiteY1" fmla="*/ 0 h 993013"/>
                <a:gd name="connsiteX2" fmla="*/ 1361956 w 1361956"/>
                <a:gd name="connsiteY2" fmla="*/ 0 h 993013"/>
                <a:gd name="connsiteX3" fmla="*/ 1361956 w 1361956"/>
                <a:gd name="connsiteY3" fmla="*/ 490538 h 993013"/>
                <a:gd name="connsiteX4" fmla="*/ 682506 w 1361956"/>
                <a:gd name="connsiteY4" fmla="*/ 981076 h 993013"/>
                <a:gd name="connsiteX5" fmla="*/ 307856 w 1361956"/>
                <a:gd name="connsiteY5" fmla="*/ 812800 h 993013"/>
                <a:gd name="connsiteX6" fmla="*/ 3056 w 1361956"/>
                <a:gd name="connsiteY6" fmla="*/ 490538 h 993013"/>
                <a:gd name="connsiteX0" fmla="*/ 3056 w 1361956"/>
                <a:gd name="connsiteY0" fmla="*/ 490538 h 984342"/>
                <a:gd name="connsiteX1" fmla="*/ 682506 w 1361956"/>
                <a:gd name="connsiteY1" fmla="*/ 0 h 984342"/>
                <a:gd name="connsiteX2" fmla="*/ 1361956 w 1361956"/>
                <a:gd name="connsiteY2" fmla="*/ 0 h 984342"/>
                <a:gd name="connsiteX3" fmla="*/ 1361956 w 1361956"/>
                <a:gd name="connsiteY3" fmla="*/ 490538 h 984342"/>
                <a:gd name="connsiteX4" fmla="*/ 682506 w 1361956"/>
                <a:gd name="connsiteY4" fmla="*/ 981076 h 984342"/>
                <a:gd name="connsiteX5" fmla="*/ 307856 w 1361956"/>
                <a:gd name="connsiteY5" fmla="*/ 812800 h 984342"/>
                <a:gd name="connsiteX6" fmla="*/ 3056 w 1361956"/>
                <a:gd name="connsiteY6" fmla="*/ 490538 h 98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1956" h="984342">
                  <a:moveTo>
                    <a:pt x="3056" y="490538"/>
                  </a:moveTo>
                  <a:cubicBezTo>
                    <a:pt x="-36102" y="253471"/>
                    <a:pt x="307256" y="0"/>
                    <a:pt x="682506" y="0"/>
                  </a:cubicBezTo>
                  <a:lnTo>
                    <a:pt x="1361956" y="0"/>
                  </a:lnTo>
                  <a:lnTo>
                    <a:pt x="1361956" y="490538"/>
                  </a:lnTo>
                  <a:cubicBezTo>
                    <a:pt x="1361956" y="761455"/>
                    <a:pt x="870889" y="1016266"/>
                    <a:pt x="682506" y="981076"/>
                  </a:cubicBezTo>
                  <a:cubicBezTo>
                    <a:pt x="494123" y="945886"/>
                    <a:pt x="421098" y="894556"/>
                    <a:pt x="307856" y="812800"/>
                  </a:cubicBezTo>
                  <a:cubicBezTo>
                    <a:pt x="194614" y="731044"/>
                    <a:pt x="42214" y="727605"/>
                    <a:pt x="3056" y="49053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7" name="Oval 406">
              <a:extLst>
                <a:ext uri="{FF2B5EF4-FFF2-40B4-BE49-F238E27FC236}">
                  <a16:creationId xmlns:a16="http://schemas.microsoft.com/office/drawing/2014/main" id="{9B6A6CD2-F09A-48C9-892C-9635D6C8706F}"/>
                </a:ext>
              </a:extLst>
            </p:cNvPr>
            <p:cNvSpPr/>
            <p:nvPr/>
          </p:nvSpPr>
          <p:spPr>
            <a:xfrm flipH="1" flipV="1">
              <a:off x="4252615" y="4001909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8" name="Oval 407">
              <a:extLst>
                <a:ext uri="{FF2B5EF4-FFF2-40B4-BE49-F238E27FC236}">
                  <a16:creationId xmlns:a16="http://schemas.microsoft.com/office/drawing/2014/main" id="{0CEB4349-970E-45BF-A7D5-402E96E08862}"/>
                </a:ext>
              </a:extLst>
            </p:cNvPr>
            <p:cNvSpPr/>
            <p:nvPr/>
          </p:nvSpPr>
          <p:spPr>
            <a:xfrm flipH="1" flipV="1">
              <a:off x="4165183" y="3704776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9" name="Oval 408">
              <a:extLst>
                <a:ext uri="{FF2B5EF4-FFF2-40B4-BE49-F238E27FC236}">
                  <a16:creationId xmlns:a16="http://schemas.microsoft.com/office/drawing/2014/main" id="{402DC1EB-D08F-4932-A6D3-980AC0FB9F82}"/>
                </a:ext>
              </a:extLst>
            </p:cNvPr>
            <p:cNvSpPr/>
            <p:nvPr/>
          </p:nvSpPr>
          <p:spPr>
            <a:xfrm flipH="1" flipV="1">
              <a:off x="3890172" y="3625220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0" name="Oval 409">
              <a:extLst>
                <a:ext uri="{FF2B5EF4-FFF2-40B4-BE49-F238E27FC236}">
                  <a16:creationId xmlns:a16="http://schemas.microsoft.com/office/drawing/2014/main" id="{6BDF12B1-9C60-4155-9394-157DCBC33D80}"/>
                </a:ext>
              </a:extLst>
            </p:cNvPr>
            <p:cNvSpPr/>
            <p:nvPr/>
          </p:nvSpPr>
          <p:spPr>
            <a:xfrm flipH="1" flipV="1">
              <a:off x="4162038" y="3406461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1" name="Oval 410">
              <a:extLst>
                <a:ext uri="{FF2B5EF4-FFF2-40B4-BE49-F238E27FC236}">
                  <a16:creationId xmlns:a16="http://schemas.microsoft.com/office/drawing/2014/main" id="{D4680539-87CA-4A0E-B2BC-5B6B32576F50}"/>
                </a:ext>
              </a:extLst>
            </p:cNvPr>
            <p:cNvSpPr/>
            <p:nvPr/>
          </p:nvSpPr>
          <p:spPr>
            <a:xfrm flipH="1" flipV="1">
              <a:off x="4433769" y="3606305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2" name="Oval 411">
              <a:extLst>
                <a:ext uri="{FF2B5EF4-FFF2-40B4-BE49-F238E27FC236}">
                  <a16:creationId xmlns:a16="http://schemas.microsoft.com/office/drawing/2014/main" id="{E2643522-F2D0-4091-B1B5-FFEAAA78A4B7}"/>
                </a:ext>
              </a:extLst>
            </p:cNvPr>
            <p:cNvSpPr/>
            <p:nvPr/>
          </p:nvSpPr>
          <p:spPr>
            <a:xfrm flipH="1" flipV="1">
              <a:off x="4522200" y="3885930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3" name="Oval 412">
              <a:extLst>
                <a:ext uri="{FF2B5EF4-FFF2-40B4-BE49-F238E27FC236}">
                  <a16:creationId xmlns:a16="http://schemas.microsoft.com/office/drawing/2014/main" id="{6064A95E-BF98-4648-8A20-607A9E2DBC98}"/>
                </a:ext>
              </a:extLst>
            </p:cNvPr>
            <p:cNvSpPr/>
            <p:nvPr/>
          </p:nvSpPr>
          <p:spPr>
            <a:xfrm flipH="1" flipV="1">
              <a:off x="4812976" y="3729452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4" name="Oval 413">
              <a:extLst>
                <a:ext uri="{FF2B5EF4-FFF2-40B4-BE49-F238E27FC236}">
                  <a16:creationId xmlns:a16="http://schemas.microsoft.com/office/drawing/2014/main" id="{2B63FDF2-ADE8-4DCC-A20A-AD13460F75FC}"/>
                </a:ext>
              </a:extLst>
            </p:cNvPr>
            <p:cNvSpPr/>
            <p:nvPr/>
          </p:nvSpPr>
          <p:spPr>
            <a:xfrm flipH="1" flipV="1">
              <a:off x="4593026" y="3375916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5" name="Oval 414">
              <a:extLst>
                <a:ext uri="{FF2B5EF4-FFF2-40B4-BE49-F238E27FC236}">
                  <a16:creationId xmlns:a16="http://schemas.microsoft.com/office/drawing/2014/main" id="{522A584B-95E8-4162-B954-533EAE37C43C}"/>
                </a:ext>
              </a:extLst>
            </p:cNvPr>
            <p:cNvSpPr/>
            <p:nvPr/>
          </p:nvSpPr>
          <p:spPr>
            <a:xfrm flipH="1" flipV="1">
              <a:off x="4845175" y="3451628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8" name="Group 387">
            <a:extLst>
              <a:ext uri="{FF2B5EF4-FFF2-40B4-BE49-F238E27FC236}">
                <a16:creationId xmlns:a16="http://schemas.microsoft.com/office/drawing/2014/main" id="{14CB1279-DCE6-4A3E-9C06-349D01A69D00}"/>
              </a:ext>
            </a:extLst>
          </p:cNvPr>
          <p:cNvGrpSpPr/>
          <p:nvPr/>
        </p:nvGrpSpPr>
        <p:grpSpPr>
          <a:xfrm rot="1487383" flipV="1">
            <a:off x="10335245" y="3812098"/>
            <a:ext cx="196979" cy="130478"/>
            <a:chOff x="3581271" y="3289300"/>
            <a:chExt cx="1486029" cy="984342"/>
          </a:xfrm>
        </p:grpSpPr>
        <p:grpSp>
          <p:nvGrpSpPr>
            <p:cNvPr id="389" name="Group 388">
              <a:extLst>
                <a:ext uri="{FF2B5EF4-FFF2-40B4-BE49-F238E27FC236}">
                  <a16:creationId xmlns:a16="http://schemas.microsoft.com/office/drawing/2014/main" id="{B163A527-427B-4901-B1F7-00E2F5B51710}"/>
                </a:ext>
              </a:extLst>
            </p:cNvPr>
            <p:cNvGrpSpPr/>
            <p:nvPr/>
          </p:nvGrpSpPr>
          <p:grpSpPr>
            <a:xfrm>
              <a:off x="3581271" y="4083050"/>
              <a:ext cx="435901" cy="127046"/>
              <a:chOff x="3581271" y="4083050"/>
              <a:chExt cx="435901" cy="127046"/>
            </a:xfrm>
          </p:grpSpPr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97B38B0F-B16E-42F5-81E5-6CF8DF666FE6}"/>
                  </a:ext>
                </a:extLst>
              </p:cNvPr>
              <p:cNvSpPr/>
              <p:nvPr/>
            </p:nvSpPr>
            <p:spPr>
              <a:xfrm>
                <a:off x="3619500" y="4083050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C9F8ED08-849B-4071-8717-DA0047329DB1}"/>
                  </a:ext>
                </a:extLst>
              </p:cNvPr>
              <p:cNvSpPr/>
              <p:nvPr/>
            </p:nvSpPr>
            <p:spPr>
              <a:xfrm rot="19929913">
                <a:off x="3629822" y="4178346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6C41903A-CE66-4F4B-BEF1-5A8F1454899D}"/>
                  </a:ext>
                </a:extLst>
              </p:cNvPr>
              <p:cNvSpPr/>
              <p:nvPr/>
            </p:nvSpPr>
            <p:spPr>
              <a:xfrm rot="19929913">
                <a:off x="3601711" y="4174516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71440A38-B996-46F8-84F3-58AAA3718C32}"/>
                  </a:ext>
                </a:extLst>
              </p:cNvPr>
              <p:cNvSpPr/>
              <p:nvPr/>
            </p:nvSpPr>
            <p:spPr>
              <a:xfrm rot="21147420">
                <a:off x="3588644" y="4124019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E253B13F-1329-46BA-B661-7B9F929E7562}"/>
                  </a:ext>
                </a:extLst>
              </p:cNvPr>
              <p:cNvSpPr/>
              <p:nvPr/>
            </p:nvSpPr>
            <p:spPr>
              <a:xfrm rot="20607331">
                <a:off x="3581271" y="4159181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90" name="Teardrop 16">
              <a:extLst>
                <a:ext uri="{FF2B5EF4-FFF2-40B4-BE49-F238E27FC236}">
                  <a16:creationId xmlns:a16="http://schemas.microsoft.com/office/drawing/2014/main" id="{5C7DA9DD-9E66-4931-86A9-5AABD013D282}"/>
                </a:ext>
              </a:extLst>
            </p:cNvPr>
            <p:cNvSpPr/>
            <p:nvPr/>
          </p:nvSpPr>
          <p:spPr>
            <a:xfrm>
              <a:off x="3705344" y="3289300"/>
              <a:ext cx="1361956" cy="984342"/>
            </a:xfrm>
            <a:custGeom>
              <a:avLst/>
              <a:gdLst>
                <a:gd name="connsiteX0" fmla="*/ 0 w 1358900"/>
                <a:gd name="connsiteY0" fmla="*/ 490538 h 981075"/>
                <a:gd name="connsiteX1" fmla="*/ 679450 w 1358900"/>
                <a:gd name="connsiteY1" fmla="*/ 0 h 981075"/>
                <a:gd name="connsiteX2" fmla="*/ 1358900 w 1358900"/>
                <a:gd name="connsiteY2" fmla="*/ 0 h 981075"/>
                <a:gd name="connsiteX3" fmla="*/ 1358900 w 1358900"/>
                <a:gd name="connsiteY3" fmla="*/ 490538 h 981075"/>
                <a:gd name="connsiteX4" fmla="*/ 679450 w 1358900"/>
                <a:gd name="connsiteY4" fmla="*/ 981076 h 981075"/>
                <a:gd name="connsiteX5" fmla="*/ 0 w 1358900"/>
                <a:gd name="connsiteY5" fmla="*/ 490538 h 981075"/>
                <a:gd name="connsiteX0" fmla="*/ 9735 w 1368635"/>
                <a:gd name="connsiteY0" fmla="*/ 490538 h 993013"/>
                <a:gd name="connsiteX1" fmla="*/ 689185 w 1368635"/>
                <a:gd name="connsiteY1" fmla="*/ 0 h 993013"/>
                <a:gd name="connsiteX2" fmla="*/ 1368635 w 1368635"/>
                <a:gd name="connsiteY2" fmla="*/ 0 h 993013"/>
                <a:gd name="connsiteX3" fmla="*/ 1368635 w 1368635"/>
                <a:gd name="connsiteY3" fmla="*/ 490538 h 993013"/>
                <a:gd name="connsiteX4" fmla="*/ 689185 w 1368635"/>
                <a:gd name="connsiteY4" fmla="*/ 981076 h 993013"/>
                <a:gd name="connsiteX5" fmla="*/ 314535 w 1368635"/>
                <a:gd name="connsiteY5" fmla="*/ 812800 h 993013"/>
                <a:gd name="connsiteX6" fmla="*/ 9735 w 1368635"/>
                <a:gd name="connsiteY6" fmla="*/ 490538 h 993013"/>
                <a:gd name="connsiteX0" fmla="*/ 3056 w 1361956"/>
                <a:gd name="connsiteY0" fmla="*/ 490538 h 993013"/>
                <a:gd name="connsiteX1" fmla="*/ 682506 w 1361956"/>
                <a:gd name="connsiteY1" fmla="*/ 0 h 993013"/>
                <a:gd name="connsiteX2" fmla="*/ 1361956 w 1361956"/>
                <a:gd name="connsiteY2" fmla="*/ 0 h 993013"/>
                <a:gd name="connsiteX3" fmla="*/ 1361956 w 1361956"/>
                <a:gd name="connsiteY3" fmla="*/ 490538 h 993013"/>
                <a:gd name="connsiteX4" fmla="*/ 682506 w 1361956"/>
                <a:gd name="connsiteY4" fmla="*/ 981076 h 993013"/>
                <a:gd name="connsiteX5" fmla="*/ 307856 w 1361956"/>
                <a:gd name="connsiteY5" fmla="*/ 812800 h 993013"/>
                <a:gd name="connsiteX6" fmla="*/ 3056 w 1361956"/>
                <a:gd name="connsiteY6" fmla="*/ 490538 h 993013"/>
                <a:gd name="connsiteX0" fmla="*/ 3056 w 1361956"/>
                <a:gd name="connsiteY0" fmla="*/ 490538 h 984342"/>
                <a:gd name="connsiteX1" fmla="*/ 682506 w 1361956"/>
                <a:gd name="connsiteY1" fmla="*/ 0 h 984342"/>
                <a:gd name="connsiteX2" fmla="*/ 1361956 w 1361956"/>
                <a:gd name="connsiteY2" fmla="*/ 0 h 984342"/>
                <a:gd name="connsiteX3" fmla="*/ 1361956 w 1361956"/>
                <a:gd name="connsiteY3" fmla="*/ 490538 h 984342"/>
                <a:gd name="connsiteX4" fmla="*/ 682506 w 1361956"/>
                <a:gd name="connsiteY4" fmla="*/ 981076 h 984342"/>
                <a:gd name="connsiteX5" fmla="*/ 307856 w 1361956"/>
                <a:gd name="connsiteY5" fmla="*/ 812800 h 984342"/>
                <a:gd name="connsiteX6" fmla="*/ 3056 w 1361956"/>
                <a:gd name="connsiteY6" fmla="*/ 490538 h 98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1956" h="984342">
                  <a:moveTo>
                    <a:pt x="3056" y="490538"/>
                  </a:moveTo>
                  <a:cubicBezTo>
                    <a:pt x="-36102" y="253471"/>
                    <a:pt x="307256" y="0"/>
                    <a:pt x="682506" y="0"/>
                  </a:cubicBezTo>
                  <a:lnTo>
                    <a:pt x="1361956" y="0"/>
                  </a:lnTo>
                  <a:lnTo>
                    <a:pt x="1361956" y="490538"/>
                  </a:lnTo>
                  <a:cubicBezTo>
                    <a:pt x="1361956" y="761455"/>
                    <a:pt x="870889" y="1016266"/>
                    <a:pt x="682506" y="981076"/>
                  </a:cubicBezTo>
                  <a:cubicBezTo>
                    <a:pt x="494123" y="945886"/>
                    <a:pt x="421098" y="894556"/>
                    <a:pt x="307856" y="812800"/>
                  </a:cubicBezTo>
                  <a:cubicBezTo>
                    <a:pt x="194614" y="731044"/>
                    <a:pt x="42214" y="727605"/>
                    <a:pt x="3056" y="49053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1" name="Oval 390">
              <a:extLst>
                <a:ext uri="{FF2B5EF4-FFF2-40B4-BE49-F238E27FC236}">
                  <a16:creationId xmlns:a16="http://schemas.microsoft.com/office/drawing/2014/main" id="{5548F8E1-C4A0-4BB3-A1F2-B9A9DF24AB32}"/>
                </a:ext>
              </a:extLst>
            </p:cNvPr>
            <p:cNvSpPr/>
            <p:nvPr/>
          </p:nvSpPr>
          <p:spPr>
            <a:xfrm flipH="1" flipV="1">
              <a:off x="4252615" y="4001909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2" name="Oval 391">
              <a:extLst>
                <a:ext uri="{FF2B5EF4-FFF2-40B4-BE49-F238E27FC236}">
                  <a16:creationId xmlns:a16="http://schemas.microsoft.com/office/drawing/2014/main" id="{C7B8730C-A98C-40A3-99D3-BC3309E63DC4}"/>
                </a:ext>
              </a:extLst>
            </p:cNvPr>
            <p:cNvSpPr/>
            <p:nvPr/>
          </p:nvSpPr>
          <p:spPr>
            <a:xfrm flipH="1" flipV="1">
              <a:off x="4165183" y="3704776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3" name="Oval 392">
              <a:extLst>
                <a:ext uri="{FF2B5EF4-FFF2-40B4-BE49-F238E27FC236}">
                  <a16:creationId xmlns:a16="http://schemas.microsoft.com/office/drawing/2014/main" id="{9673D776-A18C-45C7-8A09-87B42D333AA5}"/>
                </a:ext>
              </a:extLst>
            </p:cNvPr>
            <p:cNvSpPr/>
            <p:nvPr/>
          </p:nvSpPr>
          <p:spPr>
            <a:xfrm flipH="1" flipV="1">
              <a:off x="3890172" y="3625220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4" name="Oval 393">
              <a:extLst>
                <a:ext uri="{FF2B5EF4-FFF2-40B4-BE49-F238E27FC236}">
                  <a16:creationId xmlns:a16="http://schemas.microsoft.com/office/drawing/2014/main" id="{50E34C21-ACFE-44C5-A530-3FC6BD0D0DF3}"/>
                </a:ext>
              </a:extLst>
            </p:cNvPr>
            <p:cNvSpPr/>
            <p:nvPr/>
          </p:nvSpPr>
          <p:spPr>
            <a:xfrm flipH="1" flipV="1">
              <a:off x="4162038" y="3406461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5" name="Oval 394">
              <a:extLst>
                <a:ext uri="{FF2B5EF4-FFF2-40B4-BE49-F238E27FC236}">
                  <a16:creationId xmlns:a16="http://schemas.microsoft.com/office/drawing/2014/main" id="{40EE875C-517E-4779-B282-1167C31D2D92}"/>
                </a:ext>
              </a:extLst>
            </p:cNvPr>
            <p:cNvSpPr/>
            <p:nvPr/>
          </p:nvSpPr>
          <p:spPr>
            <a:xfrm flipH="1" flipV="1">
              <a:off x="4433769" y="3606305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6" name="Oval 395">
              <a:extLst>
                <a:ext uri="{FF2B5EF4-FFF2-40B4-BE49-F238E27FC236}">
                  <a16:creationId xmlns:a16="http://schemas.microsoft.com/office/drawing/2014/main" id="{A28CB76F-2EF5-4475-A720-3D6C819C0668}"/>
                </a:ext>
              </a:extLst>
            </p:cNvPr>
            <p:cNvSpPr/>
            <p:nvPr/>
          </p:nvSpPr>
          <p:spPr>
            <a:xfrm flipH="1" flipV="1">
              <a:off x="4522200" y="3885930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7" name="Oval 396">
              <a:extLst>
                <a:ext uri="{FF2B5EF4-FFF2-40B4-BE49-F238E27FC236}">
                  <a16:creationId xmlns:a16="http://schemas.microsoft.com/office/drawing/2014/main" id="{728207FF-AD6A-48ED-87A1-87241D04A07E}"/>
                </a:ext>
              </a:extLst>
            </p:cNvPr>
            <p:cNvSpPr/>
            <p:nvPr/>
          </p:nvSpPr>
          <p:spPr>
            <a:xfrm flipH="1" flipV="1">
              <a:off x="4812976" y="3729452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8" name="Oval 397">
              <a:extLst>
                <a:ext uri="{FF2B5EF4-FFF2-40B4-BE49-F238E27FC236}">
                  <a16:creationId xmlns:a16="http://schemas.microsoft.com/office/drawing/2014/main" id="{3EBA914E-D358-4C07-8738-7FF6C80572DB}"/>
                </a:ext>
              </a:extLst>
            </p:cNvPr>
            <p:cNvSpPr/>
            <p:nvPr/>
          </p:nvSpPr>
          <p:spPr>
            <a:xfrm flipH="1" flipV="1">
              <a:off x="4593026" y="3375916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9" name="Oval 398">
              <a:extLst>
                <a:ext uri="{FF2B5EF4-FFF2-40B4-BE49-F238E27FC236}">
                  <a16:creationId xmlns:a16="http://schemas.microsoft.com/office/drawing/2014/main" id="{9BD09B77-AF63-4C66-B87B-E80464E32DA7}"/>
                </a:ext>
              </a:extLst>
            </p:cNvPr>
            <p:cNvSpPr/>
            <p:nvPr/>
          </p:nvSpPr>
          <p:spPr>
            <a:xfrm flipH="1" flipV="1">
              <a:off x="4845175" y="3451628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6" name="Group 365">
            <a:extLst>
              <a:ext uri="{FF2B5EF4-FFF2-40B4-BE49-F238E27FC236}">
                <a16:creationId xmlns:a16="http://schemas.microsoft.com/office/drawing/2014/main" id="{9AE30D11-3479-46C9-A341-2498EEA54783}"/>
              </a:ext>
            </a:extLst>
          </p:cNvPr>
          <p:cNvGrpSpPr/>
          <p:nvPr/>
        </p:nvGrpSpPr>
        <p:grpSpPr>
          <a:xfrm rot="1487383" flipV="1">
            <a:off x="8687813" y="5879472"/>
            <a:ext cx="57780" cy="16840"/>
            <a:chOff x="3581271" y="4083050"/>
            <a:chExt cx="435901" cy="127046"/>
          </a:xfrm>
        </p:grpSpPr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2855F1-7712-42F9-9C5C-E2C56AD96EF8}"/>
                </a:ext>
              </a:extLst>
            </p:cNvPr>
            <p:cNvSpPr/>
            <p:nvPr/>
          </p:nvSpPr>
          <p:spPr>
            <a:xfrm>
              <a:off x="3619500" y="4083050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C70F433D-98B6-4615-9F64-B70D39B8EF7F}"/>
                </a:ext>
              </a:extLst>
            </p:cNvPr>
            <p:cNvSpPr/>
            <p:nvPr/>
          </p:nvSpPr>
          <p:spPr>
            <a:xfrm rot="19929913">
              <a:off x="3629822" y="4178346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E23731CD-B569-4A9F-A640-38B11A0E22F5}"/>
                </a:ext>
              </a:extLst>
            </p:cNvPr>
            <p:cNvSpPr/>
            <p:nvPr/>
          </p:nvSpPr>
          <p:spPr>
            <a:xfrm rot="19929913">
              <a:off x="3601711" y="4174516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E8BDF24D-7E00-41EC-8E81-B44B6F2AB271}"/>
                </a:ext>
              </a:extLst>
            </p:cNvPr>
            <p:cNvSpPr/>
            <p:nvPr/>
          </p:nvSpPr>
          <p:spPr>
            <a:xfrm rot="21147420">
              <a:off x="3588644" y="4124019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0D6EDA5B-69BC-4A86-B8D9-0795CC948E45}"/>
                </a:ext>
              </a:extLst>
            </p:cNvPr>
            <p:cNvSpPr/>
            <p:nvPr/>
          </p:nvSpPr>
          <p:spPr>
            <a:xfrm rot="20607331">
              <a:off x="3581271" y="4159181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7" name="Teardrop 16">
            <a:extLst>
              <a:ext uri="{FF2B5EF4-FFF2-40B4-BE49-F238E27FC236}">
                <a16:creationId xmlns:a16="http://schemas.microsoft.com/office/drawing/2014/main" id="{F104F778-71B3-47DE-9AAC-8CBF3F58F34B}"/>
              </a:ext>
            </a:extLst>
          </p:cNvPr>
          <p:cNvSpPr/>
          <p:nvPr/>
        </p:nvSpPr>
        <p:spPr>
          <a:xfrm rot="1487383" flipV="1">
            <a:off x="8676797" y="5899219"/>
            <a:ext cx="180533" cy="130478"/>
          </a:xfrm>
          <a:custGeom>
            <a:avLst/>
            <a:gdLst>
              <a:gd name="connsiteX0" fmla="*/ 0 w 1358900"/>
              <a:gd name="connsiteY0" fmla="*/ 490538 h 981075"/>
              <a:gd name="connsiteX1" fmla="*/ 679450 w 1358900"/>
              <a:gd name="connsiteY1" fmla="*/ 0 h 981075"/>
              <a:gd name="connsiteX2" fmla="*/ 1358900 w 1358900"/>
              <a:gd name="connsiteY2" fmla="*/ 0 h 981075"/>
              <a:gd name="connsiteX3" fmla="*/ 1358900 w 1358900"/>
              <a:gd name="connsiteY3" fmla="*/ 490538 h 981075"/>
              <a:gd name="connsiteX4" fmla="*/ 679450 w 1358900"/>
              <a:gd name="connsiteY4" fmla="*/ 981076 h 981075"/>
              <a:gd name="connsiteX5" fmla="*/ 0 w 1358900"/>
              <a:gd name="connsiteY5" fmla="*/ 490538 h 981075"/>
              <a:gd name="connsiteX0" fmla="*/ 9735 w 1368635"/>
              <a:gd name="connsiteY0" fmla="*/ 490538 h 993013"/>
              <a:gd name="connsiteX1" fmla="*/ 689185 w 1368635"/>
              <a:gd name="connsiteY1" fmla="*/ 0 h 993013"/>
              <a:gd name="connsiteX2" fmla="*/ 1368635 w 1368635"/>
              <a:gd name="connsiteY2" fmla="*/ 0 h 993013"/>
              <a:gd name="connsiteX3" fmla="*/ 1368635 w 1368635"/>
              <a:gd name="connsiteY3" fmla="*/ 490538 h 993013"/>
              <a:gd name="connsiteX4" fmla="*/ 689185 w 1368635"/>
              <a:gd name="connsiteY4" fmla="*/ 981076 h 993013"/>
              <a:gd name="connsiteX5" fmla="*/ 314535 w 1368635"/>
              <a:gd name="connsiteY5" fmla="*/ 812800 h 993013"/>
              <a:gd name="connsiteX6" fmla="*/ 9735 w 1368635"/>
              <a:gd name="connsiteY6" fmla="*/ 490538 h 993013"/>
              <a:gd name="connsiteX0" fmla="*/ 3056 w 1361956"/>
              <a:gd name="connsiteY0" fmla="*/ 490538 h 993013"/>
              <a:gd name="connsiteX1" fmla="*/ 682506 w 1361956"/>
              <a:gd name="connsiteY1" fmla="*/ 0 h 993013"/>
              <a:gd name="connsiteX2" fmla="*/ 1361956 w 1361956"/>
              <a:gd name="connsiteY2" fmla="*/ 0 h 993013"/>
              <a:gd name="connsiteX3" fmla="*/ 1361956 w 1361956"/>
              <a:gd name="connsiteY3" fmla="*/ 490538 h 993013"/>
              <a:gd name="connsiteX4" fmla="*/ 682506 w 1361956"/>
              <a:gd name="connsiteY4" fmla="*/ 981076 h 993013"/>
              <a:gd name="connsiteX5" fmla="*/ 307856 w 1361956"/>
              <a:gd name="connsiteY5" fmla="*/ 812800 h 993013"/>
              <a:gd name="connsiteX6" fmla="*/ 3056 w 1361956"/>
              <a:gd name="connsiteY6" fmla="*/ 490538 h 993013"/>
              <a:gd name="connsiteX0" fmla="*/ 3056 w 1361956"/>
              <a:gd name="connsiteY0" fmla="*/ 490538 h 984342"/>
              <a:gd name="connsiteX1" fmla="*/ 682506 w 1361956"/>
              <a:gd name="connsiteY1" fmla="*/ 0 h 984342"/>
              <a:gd name="connsiteX2" fmla="*/ 1361956 w 1361956"/>
              <a:gd name="connsiteY2" fmla="*/ 0 h 984342"/>
              <a:gd name="connsiteX3" fmla="*/ 1361956 w 1361956"/>
              <a:gd name="connsiteY3" fmla="*/ 490538 h 984342"/>
              <a:gd name="connsiteX4" fmla="*/ 682506 w 1361956"/>
              <a:gd name="connsiteY4" fmla="*/ 981076 h 984342"/>
              <a:gd name="connsiteX5" fmla="*/ 307856 w 1361956"/>
              <a:gd name="connsiteY5" fmla="*/ 812800 h 984342"/>
              <a:gd name="connsiteX6" fmla="*/ 3056 w 1361956"/>
              <a:gd name="connsiteY6" fmla="*/ 490538 h 984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61956" h="984342">
                <a:moveTo>
                  <a:pt x="3056" y="490538"/>
                </a:moveTo>
                <a:cubicBezTo>
                  <a:pt x="-36102" y="253471"/>
                  <a:pt x="307256" y="0"/>
                  <a:pt x="682506" y="0"/>
                </a:cubicBezTo>
                <a:lnTo>
                  <a:pt x="1361956" y="0"/>
                </a:lnTo>
                <a:lnTo>
                  <a:pt x="1361956" y="490538"/>
                </a:lnTo>
                <a:cubicBezTo>
                  <a:pt x="1361956" y="761455"/>
                  <a:pt x="870889" y="1016266"/>
                  <a:pt x="682506" y="981076"/>
                </a:cubicBezTo>
                <a:cubicBezTo>
                  <a:pt x="494123" y="945886"/>
                  <a:pt x="421098" y="894556"/>
                  <a:pt x="307856" y="812800"/>
                </a:cubicBezTo>
                <a:cubicBezTo>
                  <a:pt x="194614" y="731044"/>
                  <a:pt x="42214" y="727605"/>
                  <a:pt x="3056" y="49053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8" name="Oval 367">
            <a:extLst>
              <a:ext uri="{FF2B5EF4-FFF2-40B4-BE49-F238E27FC236}">
                <a16:creationId xmlns:a16="http://schemas.microsoft.com/office/drawing/2014/main" id="{3780B5B6-8E15-4C6A-AC11-53E528BDBEE2}"/>
              </a:ext>
            </a:extLst>
          </p:cNvPr>
          <p:cNvSpPr/>
          <p:nvPr/>
        </p:nvSpPr>
        <p:spPr>
          <a:xfrm rot="1487383" flipH="1">
            <a:off x="8767152" y="5912627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9" name="Oval 368">
            <a:extLst>
              <a:ext uri="{FF2B5EF4-FFF2-40B4-BE49-F238E27FC236}">
                <a16:creationId xmlns:a16="http://schemas.microsoft.com/office/drawing/2014/main" id="{B44AAFCB-AC77-4497-A4A9-259B0B09753F}"/>
              </a:ext>
            </a:extLst>
          </p:cNvPr>
          <p:cNvSpPr/>
          <p:nvPr/>
        </p:nvSpPr>
        <p:spPr>
          <a:xfrm rot="1487383" flipH="1">
            <a:off x="8740116" y="5943525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0" name="Oval 369">
            <a:extLst>
              <a:ext uri="{FF2B5EF4-FFF2-40B4-BE49-F238E27FC236}">
                <a16:creationId xmlns:a16="http://schemas.microsoft.com/office/drawing/2014/main" id="{12DE898A-F58B-460D-BECA-C8A0D69897FD}"/>
              </a:ext>
            </a:extLst>
          </p:cNvPr>
          <p:cNvSpPr/>
          <p:nvPr/>
        </p:nvSpPr>
        <p:spPr>
          <a:xfrm rot="1487383" flipH="1">
            <a:off x="8702600" y="5937814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1" name="Oval 370">
            <a:extLst>
              <a:ext uri="{FF2B5EF4-FFF2-40B4-BE49-F238E27FC236}">
                <a16:creationId xmlns:a16="http://schemas.microsoft.com/office/drawing/2014/main" id="{02685E8E-EE62-4368-A021-171A1EF82BB2}"/>
              </a:ext>
            </a:extLst>
          </p:cNvPr>
          <p:cNvSpPr/>
          <p:nvPr/>
        </p:nvSpPr>
        <p:spPr>
          <a:xfrm rot="1487383" flipH="1">
            <a:off x="8723158" y="5979249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2" name="Oval 371">
            <a:extLst>
              <a:ext uri="{FF2B5EF4-FFF2-40B4-BE49-F238E27FC236}">
                <a16:creationId xmlns:a16="http://schemas.microsoft.com/office/drawing/2014/main" id="{BEE488D2-F6E6-4D06-8AFE-825C7FD4AC65}"/>
              </a:ext>
            </a:extLst>
          </p:cNvPr>
          <p:cNvSpPr/>
          <p:nvPr/>
        </p:nvSpPr>
        <p:spPr>
          <a:xfrm rot="1487383" flipH="1">
            <a:off x="8766965" y="5970302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3" name="Oval 372">
            <a:extLst>
              <a:ext uri="{FF2B5EF4-FFF2-40B4-BE49-F238E27FC236}">
                <a16:creationId xmlns:a16="http://schemas.microsoft.com/office/drawing/2014/main" id="{DB66B494-A3CB-405B-B6CE-385403950927}"/>
              </a:ext>
            </a:extLst>
          </p:cNvPr>
          <p:cNvSpPr/>
          <p:nvPr/>
        </p:nvSpPr>
        <p:spPr>
          <a:xfrm rot="1487383" flipH="1">
            <a:off x="8793148" y="5941567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4" name="Oval 373">
            <a:extLst>
              <a:ext uri="{FF2B5EF4-FFF2-40B4-BE49-F238E27FC236}">
                <a16:creationId xmlns:a16="http://schemas.microsoft.com/office/drawing/2014/main" id="{0F59ED15-818C-4E65-B745-62221032ED4A}"/>
              </a:ext>
            </a:extLst>
          </p:cNvPr>
          <p:cNvSpPr/>
          <p:nvPr/>
        </p:nvSpPr>
        <p:spPr>
          <a:xfrm rot="1487383" flipH="1">
            <a:off x="8819443" y="5976558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5" name="Oval 374">
            <a:extLst>
              <a:ext uri="{FF2B5EF4-FFF2-40B4-BE49-F238E27FC236}">
                <a16:creationId xmlns:a16="http://schemas.microsoft.com/office/drawing/2014/main" id="{6A144059-D6EA-4A7C-BC30-4C7BF841EB73}"/>
              </a:ext>
            </a:extLst>
          </p:cNvPr>
          <p:cNvSpPr/>
          <p:nvPr/>
        </p:nvSpPr>
        <p:spPr>
          <a:xfrm rot="1487383" flipH="1">
            <a:off x="8773325" y="6006878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6" name="Oval 375">
            <a:extLst>
              <a:ext uri="{FF2B5EF4-FFF2-40B4-BE49-F238E27FC236}">
                <a16:creationId xmlns:a16="http://schemas.microsoft.com/office/drawing/2014/main" id="{84E06C1F-2F2B-4950-BEE6-1787904C3320}"/>
              </a:ext>
            </a:extLst>
          </p:cNvPr>
          <p:cNvSpPr/>
          <p:nvPr/>
        </p:nvSpPr>
        <p:spPr>
          <a:xfrm rot="1487383" flipH="1">
            <a:off x="8807877" y="6011781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3BE2B939-E074-40CF-AF26-7767ABCE1EAC}"/>
              </a:ext>
            </a:extLst>
          </p:cNvPr>
          <p:cNvGrpSpPr/>
          <p:nvPr/>
        </p:nvGrpSpPr>
        <p:grpSpPr>
          <a:xfrm rot="1487383" flipV="1">
            <a:off x="8032771" y="5815326"/>
            <a:ext cx="57780" cy="16840"/>
            <a:chOff x="3581271" y="4083050"/>
            <a:chExt cx="435901" cy="127046"/>
          </a:xfrm>
        </p:grpSpPr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7919F94D-753C-4787-9ED2-3F6FA0B6B68D}"/>
                </a:ext>
              </a:extLst>
            </p:cNvPr>
            <p:cNvSpPr/>
            <p:nvPr/>
          </p:nvSpPr>
          <p:spPr>
            <a:xfrm>
              <a:off x="3619500" y="4083050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F1A117F2-195E-4ED4-93DC-91BFFDAE6A2F}"/>
                </a:ext>
              </a:extLst>
            </p:cNvPr>
            <p:cNvSpPr/>
            <p:nvPr/>
          </p:nvSpPr>
          <p:spPr>
            <a:xfrm rot="19929913">
              <a:off x="3629822" y="4178346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CC1D5120-3219-4C03-88EE-D30844F6C9FD}"/>
                </a:ext>
              </a:extLst>
            </p:cNvPr>
            <p:cNvSpPr/>
            <p:nvPr/>
          </p:nvSpPr>
          <p:spPr>
            <a:xfrm rot="19929913">
              <a:off x="3601711" y="4174516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29459CCC-B65D-494E-8E5B-D8FC5FC6FBA7}"/>
                </a:ext>
              </a:extLst>
            </p:cNvPr>
            <p:cNvSpPr/>
            <p:nvPr/>
          </p:nvSpPr>
          <p:spPr>
            <a:xfrm rot="21147420">
              <a:off x="3588644" y="4124019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2718F070-6CF7-41BF-8F3F-0B2AECD688AE}"/>
                </a:ext>
              </a:extLst>
            </p:cNvPr>
            <p:cNvSpPr/>
            <p:nvPr/>
          </p:nvSpPr>
          <p:spPr>
            <a:xfrm rot="20607331">
              <a:off x="3581271" y="4159181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1" name="Teardrop 16">
            <a:extLst>
              <a:ext uri="{FF2B5EF4-FFF2-40B4-BE49-F238E27FC236}">
                <a16:creationId xmlns:a16="http://schemas.microsoft.com/office/drawing/2014/main" id="{D5D7A0B1-EAED-4956-9F34-62DEF7534F9B}"/>
              </a:ext>
            </a:extLst>
          </p:cNvPr>
          <p:cNvSpPr/>
          <p:nvPr/>
        </p:nvSpPr>
        <p:spPr>
          <a:xfrm rot="1487383" flipV="1">
            <a:off x="8021755" y="5835073"/>
            <a:ext cx="180533" cy="130478"/>
          </a:xfrm>
          <a:custGeom>
            <a:avLst/>
            <a:gdLst>
              <a:gd name="connsiteX0" fmla="*/ 0 w 1358900"/>
              <a:gd name="connsiteY0" fmla="*/ 490538 h 981075"/>
              <a:gd name="connsiteX1" fmla="*/ 679450 w 1358900"/>
              <a:gd name="connsiteY1" fmla="*/ 0 h 981075"/>
              <a:gd name="connsiteX2" fmla="*/ 1358900 w 1358900"/>
              <a:gd name="connsiteY2" fmla="*/ 0 h 981075"/>
              <a:gd name="connsiteX3" fmla="*/ 1358900 w 1358900"/>
              <a:gd name="connsiteY3" fmla="*/ 490538 h 981075"/>
              <a:gd name="connsiteX4" fmla="*/ 679450 w 1358900"/>
              <a:gd name="connsiteY4" fmla="*/ 981076 h 981075"/>
              <a:gd name="connsiteX5" fmla="*/ 0 w 1358900"/>
              <a:gd name="connsiteY5" fmla="*/ 490538 h 981075"/>
              <a:gd name="connsiteX0" fmla="*/ 9735 w 1368635"/>
              <a:gd name="connsiteY0" fmla="*/ 490538 h 993013"/>
              <a:gd name="connsiteX1" fmla="*/ 689185 w 1368635"/>
              <a:gd name="connsiteY1" fmla="*/ 0 h 993013"/>
              <a:gd name="connsiteX2" fmla="*/ 1368635 w 1368635"/>
              <a:gd name="connsiteY2" fmla="*/ 0 h 993013"/>
              <a:gd name="connsiteX3" fmla="*/ 1368635 w 1368635"/>
              <a:gd name="connsiteY3" fmla="*/ 490538 h 993013"/>
              <a:gd name="connsiteX4" fmla="*/ 689185 w 1368635"/>
              <a:gd name="connsiteY4" fmla="*/ 981076 h 993013"/>
              <a:gd name="connsiteX5" fmla="*/ 314535 w 1368635"/>
              <a:gd name="connsiteY5" fmla="*/ 812800 h 993013"/>
              <a:gd name="connsiteX6" fmla="*/ 9735 w 1368635"/>
              <a:gd name="connsiteY6" fmla="*/ 490538 h 993013"/>
              <a:gd name="connsiteX0" fmla="*/ 3056 w 1361956"/>
              <a:gd name="connsiteY0" fmla="*/ 490538 h 993013"/>
              <a:gd name="connsiteX1" fmla="*/ 682506 w 1361956"/>
              <a:gd name="connsiteY1" fmla="*/ 0 h 993013"/>
              <a:gd name="connsiteX2" fmla="*/ 1361956 w 1361956"/>
              <a:gd name="connsiteY2" fmla="*/ 0 h 993013"/>
              <a:gd name="connsiteX3" fmla="*/ 1361956 w 1361956"/>
              <a:gd name="connsiteY3" fmla="*/ 490538 h 993013"/>
              <a:gd name="connsiteX4" fmla="*/ 682506 w 1361956"/>
              <a:gd name="connsiteY4" fmla="*/ 981076 h 993013"/>
              <a:gd name="connsiteX5" fmla="*/ 307856 w 1361956"/>
              <a:gd name="connsiteY5" fmla="*/ 812800 h 993013"/>
              <a:gd name="connsiteX6" fmla="*/ 3056 w 1361956"/>
              <a:gd name="connsiteY6" fmla="*/ 490538 h 993013"/>
              <a:gd name="connsiteX0" fmla="*/ 3056 w 1361956"/>
              <a:gd name="connsiteY0" fmla="*/ 490538 h 984342"/>
              <a:gd name="connsiteX1" fmla="*/ 682506 w 1361956"/>
              <a:gd name="connsiteY1" fmla="*/ 0 h 984342"/>
              <a:gd name="connsiteX2" fmla="*/ 1361956 w 1361956"/>
              <a:gd name="connsiteY2" fmla="*/ 0 h 984342"/>
              <a:gd name="connsiteX3" fmla="*/ 1361956 w 1361956"/>
              <a:gd name="connsiteY3" fmla="*/ 490538 h 984342"/>
              <a:gd name="connsiteX4" fmla="*/ 682506 w 1361956"/>
              <a:gd name="connsiteY4" fmla="*/ 981076 h 984342"/>
              <a:gd name="connsiteX5" fmla="*/ 307856 w 1361956"/>
              <a:gd name="connsiteY5" fmla="*/ 812800 h 984342"/>
              <a:gd name="connsiteX6" fmla="*/ 3056 w 1361956"/>
              <a:gd name="connsiteY6" fmla="*/ 490538 h 984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61956" h="984342">
                <a:moveTo>
                  <a:pt x="3056" y="490538"/>
                </a:moveTo>
                <a:cubicBezTo>
                  <a:pt x="-36102" y="253471"/>
                  <a:pt x="307256" y="0"/>
                  <a:pt x="682506" y="0"/>
                </a:cubicBezTo>
                <a:lnTo>
                  <a:pt x="1361956" y="0"/>
                </a:lnTo>
                <a:lnTo>
                  <a:pt x="1361956" y="490538"/>
                </a:lnTo>
                <a:cubicBezTo>
                  <a:pt x="1361956" y="761455"/>
                  <a:pt x="870889" y="1016266"/>
                  <a:pt x="682506" y="981076"/>
                </a:cubicBezTo>
                <a:cubicBezTo>
                  <a:pt x="494123" y="945886"/>
                  <a:pt x="421098" y="894556"/>
                  <a:pt x="307856" y="812800"/>
                </a:cubicBezTo>
                <a:cubicBezTo>
                  <a:pt x="194614" y="731044"/>
                  <a:pt x="42214" y="727605"/>
                  <a:pt x="3056" y="49053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2" name="Oval 351">
            <a:extLst>
              <a:ext uri="{FF2B5EF4-FFF2-40B4-BE49-F238E27FC236}">
                <a16:creationId xmlns:a16="http://schemas.microsoft.com/office/drawing/2014/main" id="{A8338CD0-7D08-401D-8162-ACD35F10F6F2}"/>
              </a:ext>
            </a:extLst>
          </p:cNvPr>
          <p:cNvSpPr/>
          <p:nvPr/>
        </p:nvSpPr>
        <p:spPr>
          <a:xfrm rot="1487383" flipH="1">
            <a:off x="8112110" y="5848481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3" name="Oval 352">
            <a:extLst>
              <a:ext uri="{FF2B5EF4-FFF2-40B4-BE49-F238E27FC236}">
                <a16:creationId xmlns:a16="http://schemas.microsoft.com/office/drawing/2014/main" id="{13EACB8D-7D15-4A89-A88B-912D3DD2E9DA}"/>
              </a:ext>
            </a:extLst>
          </p:cNvPr>
          <p:cNvSpPr/>
          <p:nvPr/>
        </p:nvSpPr>
        <p:spPr>
          <a:xfrm rot="1487383" flipH="1">
            <a:off x="8085074" y="5879379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4" name="Oval 353">
            <a:extLst>
              <a:ext uri="{FF2B5EF4-FFF2-40B4-BE49-F238E27FC236}">
                <a16:creationId xmlns:a16="http://schemas.microsoft.com/office/drawing/2014/main" id="{0C68CA9C-6A23-412F-B819-7EF5CAFB7F2A}"/>
              </a:ext>
            </a:extLst>
          </p:cNvPr>
          <p:cNvSpPr/>
          <p:nvPr/>
        </p:nvSpPr>
        <p:spPr>
          <a:xfrm rot="1487383" flipH="1">
            <a:off x="8047558" y="5873668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5" name="Oval 354">
            <a:extLst>
              <a:ext uri="{FF2B5EF4-FFF2-40B4-BE49-F238E27FC236}">
                <a16:creationId xmlns:a16="http://schemas.microsoft.com/office/drawing/2014/main" id="{4C79FCBD-F24A-40CA-88BF-B7C6DD70004B}"/>
              </a:ext>
            </a:extLst>
          </p:cNvPr>
          <p:cNvSpPr/>
          <p:nvPr/>
        </p:nvSpPr>
        <p:spPr>
          <a:xfrm rot="1487383" flipH="1">
            <a:off x="8068116" y="5915103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6" name="Oval 355">
            <a:extLst>
              <a:ext uri="{FF2B5EF4-FFF2-40B4-BE49-F238E27FC236}">
                <a16:creationId xmlns:a16="http://schemas.microsoft.com/office/drawing/2014/main" id="{CDEFAE87-2001-47D5-998B-930EC89395DD}"/>
              </a:ext>
            </a:extLst>
          </p:cNvPr>
          <p:cNvSpPr/>
          <p:nvPr/>
        </p:nvSpPr>
        <p:spPr>
          <a:xfrm rot="1487383" flipH="1">
            <a:off x="8111923" y="5906156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7" name="Oval 356">
            <a:extLst>
              <a:ext uri="{FF2B5EF4-FFF2-40B4-BE49-F238E27FC236}">
                <a16:creationId xmlns:a16="http://schemas.microsoft.com/office/drawing/2014/main" id="{C25E4FD8-ED79-4A2D-8843-C3BD38591AD4}"/>
              </a:ext>
            </a:extLst>
          </p:cNvPr>
          <p:cNvSpPr/>
          <p:nvPr/>
        </p:nvSpPr>
        <p:spPr>
          <a:xfrm rot="1487383" flipH="1">
            <a:off x="8138106" y="5877421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8" name="Oval 357">
            <a:extLst>
              <a:ext uri="{FF2B5EF4-FFF2-40B4-BE49-F238E27FC236}">
                <a16:creationId xmlns:a16="http://schemas.microsoft.com/office/drawing/2014/main" id="{451EF935-9A51-4536-8E09-CE05C23E2ECA}"/>
              </a:ext>
            </a:extLst>
          </p:cNvPr>
          <p:cNvSpPr/>
          <p:nvPr/>
        </p:nvSpPr>
        <p:spPr>
          <a:xfrm rot="1487383" flipH="1">
            <a:off x="8164401" y="5912412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9" name="Oval 358">
            <a:extLst>
              <a:ext uri="{FF2B5EF4-FFF2-40B4-BE49-F238E27FC236}">
                <a16:creationId xmlns:a16="http://schemas.microsoft.com/office/drawing/2014/main" id="{F8D5F7B4-0E25-489B-9849-BC1B4ECEBECD}"/>
              </a:ext>
            </a:extLst>
          </p:cNvPr>
          <p:cNvSpPr/>
          <p:nvPr/>
        </p:nvSpPr>
        <p:spPr>
          <a:xfrm rot="1487383" flipH="1">
            <a:off x="8118283" y="5942732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0" name="Oval 359">
            <a:extLst>
              <a:ext uri="{FF2B5EF4-FFF2-40B4-BE49-F238E27FC236}">
                <a16:creationId xmlns:a16="http://schemas.microsoft.com/office/drawing/2014/main" id="{1EA73EF5-B9BE-42CF-9F79-2424ED75140D}"/>
              </a:ext>
            </a:extLst>
          </p:cNvPr>
          <p:cNvSpPr/>
          <p:nvPr/>
        </p:nvSpPr>
        <p:spPr>
          <a:xfrm rot="1487383" flipH="1">
            <a:off x="8152835" y="5947635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BD17A45B-1231-4E89-8128-9B30035301F7}"/>
              </a:ext>
            </a:extLst>
          </p:cNvPr>
          <p:cNvGrpSpPr/>
          <p:nvPr/>
        </p:nvGrpSpPr>
        <p:grpSpPr>
          <a:xfrm rot="1487383" flipV="1">
            <a:off x="8312171" y="5477219"/>
            <a:ext cx="57780" cy="16840"/>
            <a:chOff x="3581271" y="4083050"/>
            <a:chExt cx="435901" cy="127046"/>
          </a:xfrm>
        </p:grpSpPr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EA4682D5-7DD5-4FBA-8D74-B886030B73B7}"/>
                </a:ext>
              </a:extLst>
            </p:cNvPr>
            <p:cNvSpPr/>
            <p:nvPr/>
          </p:nvSpPr>
          <p:spPr>
            <a:xfrm>
              <a:off x="3619500" y="4083050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FAA47B4C-CD19-496A-873C-04F9B8478BC8}"/>
                </a:ext>
              </a:extLst>
            </p:cNvPr>
            <p:cNvSpPr/>
            <p:nvPr/>
          </p:nvSpPr>
          <p:spPr>
            <a:xfrm rot="19929913">
              <a:off x="3629822" y="4178346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B70ED111-941F-456E-90E2-5AECBB13599E}"/>
                </a:ext>
              </a:extLst>
            </p:cNvPr>
            <p:cNvSpPr/>
            <p:nvPr/>
          </p:nvSpPr>
          <p:spPr>
            <a:xfrm rot="19929913">
              <a:off x="3601711" y="4174516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DC3DB437-9E4C-40B3-97C9-01FAD4ED7A9F}"/>
                </a:ext>
              </a:extLst>
            </p:cNvPr>
            <p:cNvSpPr/>
            <p:nvPr/>
          </p:nvSpPr>
          <p:spPr>
            <a:xfrm rot="21147420">
              <a:off x="3588644" y="4124019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D56FCB31-E1AF-4A96-9755-F1225E20B560}"/>
                </a:ext>
              </a:extLst>
            </p:cNvPr>
            <p:cNvSpPr/>
            <p:nvPr/>
          </p:nvSpPr>
          <p:spPr>
            <a:xfrm rot="20607331">
              <a:off x="3581271" y="4159181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5" name="Teardrop 16">
            <a:extLst>
              <a:ext uri="{FF2B5EF4-FFF2-40B4-BE49-F238E27FC236}">
                <a16:creationId xmlns:a16="http://schemas.microsoft.com/office/drawing/2014/main" id="{39A81960-6D93-4CA0-9D95-B617837AFEED}"/>
              </a:ext>
            </a:extLst>
          </p:cNvPr>
          <p:cNvSpPr/>
          <p:nvPr/>
        </p:nvSpPr>
        <p:spPr>
          <a:xfrm rot="1487383" flipV="1">
            <a:off x="8301155" y="5496966"/>
            <a:ext cx="180533" cy="130478"/>
          </a:xfrm>
          <a:custGeom>
            <a:avLst/>
            <a:gdLst>
              <a:gd name="connsiteX0" fmla="*/ 0 w 1358900"/>
              <a:gd name="connsiteY0" fmla="*/ 490538 h 981075"/>
              <a:gd name="connsiteX1" fmla="*/ 679450 w 1358900"/>
              <a:gd name="connsiteY1" fmla="*/ 0 h 981075"/>
              <a:gd name="connsiteX2" fmla="*/ 1358900 w 1358900"/>
              <a:gd name="connsiteY2" fmla="*/ 0 h 981075"/>
              <a:gd name="connsiteX3" fmla="*/ 1358900 w 1358900"/>
              <a:gd name="connsiteY3" fmla="*/ 490538 h 981075"/>
              <a:gd name="connsiteX4" fmla="*/ 679450 w 1358900"/>
              <a:gd name="connsiteY4" fmla="*/ 981076 h 981075"/>
              <a:gd name="connsiteX5" fmla="*/ 0 w 1358900"/>
              <a:gd name="connsiteY5" fmla="*/ 490538 h 981075"/>
              <a:gd name="connsiteX0" fmla="*/ 9735 w 1368635"/>
              <a:gd name="connsiteY0" fmla="*/ 490538 h 993013"/>
              <a:gd name="connsiteX1" fmla="*/ 689185 w 1368635"/>
              <a:gd name="connsiteY1" fmla="*/ 0 h 993013"/>
              <a:gd name="connsiteX2" fmla="*/ 1368635 w 1368635"/>
              <a:gd name="connsiteY2" fmla="*/ 0 h 993013"/>
              <a:gd name="connsiteX3" fmla="*/ 1368635 w 1368635"/>
              <a:gd name="connsiteY3" fmla="*/ 490538 h 993013"/>
              <a:gd name="connsiteX4" fmla="*/ 689185 w 1368635"/>
              <a:gd name="connsiteY4" fmla="*/ 981076 h 993013"/>
              <a:gd name="connsiteX5" fmla="*/ 314535 w 1368635"/>
              <a:gd name="connsiteY5" fmla="*/ 812800 h 993013"/>
              <a:gd name="connsiteX6" fmla="*/ 9735 w 1368635"/>
              <a:gd name="connsiteY6" fmla="*/ 490538 h 993013"/>
              <a:gd name="connsiteX0" fmla="*/ 3056 w 1361956"/>
              <a:gd name="connsiteY0" fmla="*/ 490538 h 993013"/>
              <a:gd name="connsiteX1" fmla="*/ 682506 w 1361956"/>
              <a:gd name="connsiteY1" fmla="*/ 0 h 993013"/>
              <a:gd name="connsiteX2" fmla="*/ 1361956 w 1361956"/>
              <a:gd name="connsiteY2" fmla="*/ 0 h 993013"/>
              <a:gd name="connsiteX3" fmla="*/ 1361956 w 1361956"/>
              <a:gd name="connsiteY3" fmla="*/ 490538 h 993013"/>
              <a:gd name="connsiteX4" fmla="*/ 682506 w 1361956"/>
              <a:gd name="connsiteY4" fmla="*/ 981076 h 993013"/>
              <a:gd name="connsiteX5" fmla="*/ 307856 w 1361956"/>
              <a:gd name="connsiteY5" fmla="*/ 812800 h 993013"/>
              <a:gd name="connsiteX6" fmla="*/ 3056 w 1361956"/>
              <a:gd name="connsiteY6" fmla="*/ 490538 h 993013"/>
              <a:gd name="connsiteX0" fmla="*/ 3056 w 1361956"/>
              <a:gd name="connsiteY0" fmla="*/ 490538 h 984342"/>
              <a:gd name="connsiteX1" fmla="*/ 682506 w 1361956"/>
              <a:gd name="connsiteY1" fmla="*/ 0 h 984342"/>
              <a:gd name="connsiteX2" fmla="*/ 1361956 w 1361956"/>
              <a:gd name="connsiteY2" fmla="*/ 0 h 984342"/>
              <a:gd name="connsiteX3" fmla="*/ 1361956 w 1361956"/>
              <a:gd name="connsiteY3" fmla="*/ 490538 h 984342"/>
              <a:gd name="connsiteX4" fmla="*/ 682506 w 1361956"/>
              <a:gd name="connsiteY4" fmla="*/ 981076 h 984342"/>
              <a:gd name="connsiteX5" fmla="*/ 307856 w 1361956"/>
              <a:gd name="connsiteY5" fmla="*/ 812800 h 984342"/>
              <a:gd name="connsiteX6" fmla="*/ 3056 w 1361956"/>
              <a:gd name="connsiteY6" fmla="*/ 490538 h 984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61956" h="984342">
                <a:moveTo>
                  <a:pt x="3056" y="490538"/>
                </a:moveTo>
                <a:cubicBezTo>
                  <a:pt x="-36102" y="253471"/>
                  <a:pt x="307256" y="0"/>
                  <a:pt x="682506" y="0"/>
                </a:cubicBezTo>
                <a:lnTo>
                  <a:pt x="1361956" y="0"/>
                </a:lnTo>
                <a:lnTo>
                  <a:pt x="1361956" y="490538"/>
                </a:lnTo>
                <a:cubicBezTo>
                  <a:pt x="1361956" y="761455"/>
                  <a:pt x="870889" y="1016266"/>
                  <a:pt x="682506" y="981076"/>
                </a:cubicBezTo>
                <a:cubicBezTo>
                  <a:pt x="494123" y="945886"/>
                  <a:pt x="421098" y="894556"/>
                  <a:pt x="307856" y="812800"/>
                </a:cubicBezTo>
                <a:cubicBezTo>
                  <a:pt x="194614" y="731044"/>
                  <a:pt x="42214" y="727605"/>
                  <a:pt x="3056" y="49053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6" name="Oval 335">
            <a:extLst>
              <a:ext uri="{FF2B5EF4-FFF2-40B4-BE49-F238E27FC236}">
                <a16:creationId xmlns:a16="http://schemas.microsoft.com/office/drawing/2014/main" id="{3801BE19-7B38-4EF8-9FDB-91ACF08C0D4B}"/>
              </a:ext>
            </a:extLst>
          </p:cNvPr>
          <p:cNvSpPr/>
          <p:nvPr/>
        </p:nvSpPr>
        <p:spPr>
          <a:xfrm rot="1487383" flipH="1">
            <a:off x="8391510" y="5510374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" name="Oval 336">
            <a:extLst>
              <a:ext uri="{FF2B5EF4-FFF2-40B4-BE49-F238E27FC236}">
                <a16:creationId xmlns:a16="http://schemas.microsoft.com/office/drawing/2014/main" id="{5B1F554D-823D-446E-8C13-F7E0F7739717}"/>
              </a:ext>
            </a:extLst>
          </p:cNvPr>
          <p:cNvSpPr/>
          <p:nvPr/>
        </p:nvSpPr>
        <p:spPr>
          <a:xfrm rot="1487383" flipH="1">
            <a:off x="8364474" y="5541272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8" name="Oval 337">
            <a:extLst>
              <a:ext uri="{FF2B5EF4-FFF2-40B4-BE49-F238E27FC236}">
                <a16:creationId xmlns:a16="http://schemas.microsoft.com/office/drawing/2014/main" id="{5B4F6FB6-751E-4E03-9AA8-45CFB2B66194}"/>
              </a:ext>
            </a:extLst>
          </p:cNvPr>
          <p:cNvSpPr/>
          <p:nvPr/>
        </p:nvSpPr>
        <p:spPr>
          <a:xfrm rot="1487383" flipH="1">
            <a:off x="8326958" y="5535561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9" name="Oval 338">
            <a:extLst>
              <a:ext uri="{FF2B5EF4-FFF2-40B4-BE49-F238E27FC236}">
                <a16:creationId xmlns:a16="http://schemas.microsoft.com/office/drawing/2014/main" id="{BFF96D61-FB34-4A2C-8D85-C77708C30A6B}"/>
              </a:ext>
            </a:extLst>
          </p:cNvPr>
          <p:cNvSpPr/>
          <p:nvPr/>
        </p:nvSpPr>
        <p:spPr>
          <a:xfrm rot="1487383" flipH="1">
            <a:off x="8347516" y="5576996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0" name="Oval 339">
            <a:extLst>
              <a:ext uri="{FF2B5EF4-FFF2-40B4-BE49-F238E27FC236}">
                <a16:creationId xmlns:a16="http://schemas.microsoft.com/office/drawing/2014/main" id="{82AB9BF3-D0C8-4871-A3CA-D468B0EDB0F2}"/>
              </a:ext>
            </a:extLst>
          </p:cNvPr>
          <p:cNvSpPr/>
          <p:nvPr/>
        </p:nvSpPr>
        <p:spPr>
          <a:xfrm rot="1487383" flipH="1">
            <a:off x="8391323" y="5568049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1" name="Oval 340">
            <a:extLst>
              <a:ext uri="{FF2B5EF4-FFF2-40B4-BE49-F238E27FC236}">
                <a16:creationId xmlns:a16="http://schemas.microsoft.com/office/drawing/2014/main" id="{553307ED-3863-42B2-A94F-66AA3BAC3344}"/>
              </a:ext>
            </a:extLst>
          </p:cNvPr>
          <p:cNvSpPr/>
          <p:nvPr/>
        </p:nvSpPr>
        <p:spPr>
          <a:xfrm rot="1487383" flipH="1">
            <a:off x="8417506" y="5539314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2" name="Oval 341">
            <a:extLst>
              <a:ext uri="{FF2B5EF4-FFF2-40B4-BE49-F238E27FC236}">
                <a16:creationId xmlns:a16="http://schemas.microsoft.com/office/drawing/2014/main" id="{6EC3C7AB-EDD8-4618-BD89-4938E69D50E0}"/>
              </a:ext>
            </a:extLst>
          </p:cNvPr>
          <p:cNvSpPr/>
          <p:nvPr/>
        </p:nvSpPr>
        <p:spPr>
          <a:xfrm rot="1487383" flipH="1">
            <a:off x="8443801" y="5574305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3" name="Oval 342">
            <a:extLst>
              <a:ext uri="{FF2B5EF4-FFF2-40B4-BE49-F238E27FC236}">
                <a16:creationId xmlns:a16="http://schemas.microsoft.com/office/drawing/2014/main" id="{24509AEE-2FD6-4442-BCB9-0301743DC380}"/>
              </a:ext>
            </a:extLst>
          </p:cNvPr>
          <p:cNvSpPr/>
          <p:nvPr/>
        </p:nvSpPr>
        <p:spPr>
          <a:xfrm rot="1487383" flipH="1">
            <a:off x="8397683" y="5604625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4" name="Oval 343">
            <a:extLst>
              <a:ext uri="{FF2B5EF4-FFF2-40B4-BE49-F238E27FC236}">
                <a16:creationId xmlns:a16="http://schemas.microsoft.com/office/drawing/2014/main" id="{799DF650-E73E-4354-997C-FC94CB0573AB}"/>
              </a:ext>
            </a:extLst>
          </p:cNvPr>
          <p:cNvSpPr/>
          <p:nvPr/>
        </p:nvSpPr>
        <p:spPr>
          <a:xfrm rot="1487383" flipH="1">
            <a:off x="8432235" y="5609528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6765A02E-E8D8-4B82-9DF2-5F39012DD224}"/>
              </a:ext>
            </a:extLst>
          </p:cNvPr>
          <p:cNvGrpSpPr/>
          <p:nvPr/>
        </p:nvGrpSpPr>
        <p:grpSpPr>
          <a:xfrm rot="1487383" flipV="1">
            <a:off x="9060338" y="5566552"/>
            <a:ext cx="57780" cy="16840"/>
            <a:chOff x="3581271" y="4083050"/>
            <a:chExt cx="435901" cy="127046"/>
          </a:xfrm>
        </p:grpSpPr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7B71FDA0-30C0-48C0-AD2D-FDDBD072DDF0}"/>
                </a:ext>
              </a:extLst>
            </p:cNvPr>
            <p:cNvSpPr/>
            <p:nvPr/>
          </p:nvSpPr>
          <p:spPr>
            <a:xfrm>
              <a:off x="3619500" y="4083050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C11188CD-7715-4C98-8374-0D531551C3FD}"/>
                </a:ext>
              </a:extLst>
            </p:cNvPr>
            <p:cNvSpPr/>
            <p:nvPr/>
          </p:nvSpPr>
          <p:spPr>
            <a:xfrm rot="19929913">
              <a:off x="3629822" y="4178346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A4A9E64D-6F19-4A1F-A849-147276A54026}"/>
                </a:ext>
              </a:extLst>
            </p:cNvPr>
            <p:cNvSpPr/>
            <p:nvPr/>
          </p:nvSpPr>
          <p:spPr>
            <a:xfrm rot="19929913">
              <a:off x="3601711" y="4174516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FEF15B1B-4D15-43F6-932C-8CF3125B72A9}"/>
                </a:ext>
              </a:extLst>
            </p:cNvPr>
            <p:cNvSpPr/>
            <p:nvPr/>
          </p:nvSpPr>
          <p:spPr>
            <a:xfrm rot="21147420">
              <a:off x="3588644" y="4124019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C6169CFA-68E2-41FA-B07F-C1E996030DA0}"/>
                </a:ext>
              </a:extLst>
            </p:cNvPr>
            <p:cNvSpPr/>
            <p:nvPr/>
          </p:nvSpPr>
          <p:spPr>
            <a:xfrm rot="20607331">
              <a:off x="3581271" y="4159181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9" name="Teardrop 16">
            <a:extLst>
              <a:ext uri="{FF2B5EF4-FFF2-40B4-BE49-F238E27FC236}">
                <a16:creationId xmlns:a16="http://schemas.microsoft.com/office/drawing/2014/main" id="{38B08B38-4C08-43FB-B165-C2DD256C8320}"/>
              </a:ext>
            </a:extLst>
          </p:cNvPr>
          <p:cNvSpPr/>
          <p:nvPr/>
        </p:nvSpPr>
        <p:spPr>
          <a:xfrm rot="1487383" flipV="1">
            <a:off x="9049322" y="5586299"/>
            <a:ext cx="180533" cy="130478"/>
          </a:xfrm>
          <a:custGeom>
            <a:avLst/>
            <a:gdLst>
              <a:gd name="connsiteX0" fmla="*/ 0 w 1358900"/>
              <a:gd name="connsiteY0" fmla="*/ 490538 h 981075"/>
              <a:gd name="connsiteX1" fmla="*/ 679450 w 1358900"/>
              <a:gd name="connsiteY1" fmla="*/ 0 h 981075"/>
              <a:gd name="connsiteX2" fmla="*/ 1358900 w 1358900"/>
              <a:gd name="connsiteY2" fmla="*/ 0 h 981075"/>
              <a:gd name="connsiteX3" fmla="*/ 1358900 w 1358900"/>
              <a:gd name="connsiteY3" fmla="*/ 490538 h 981075"/>
              <a:gd name="connsiteX4" fmla="*/ 679450 w 1358900"/>
              <a:gd name="connsiteY4" fmla="*/ 981076 h 981075"/>
              <a:gd name="connsiteX5" fmla="*/ 0 w 1358900"/>
              <a:gd name="connsiteY5" fmla="*/ 490538 h 981075"/>
              <a:gd name="connsiteX0" fmla="*/ 9735 w 1368635"/>
              <a:gd name="connsiteY0" fmla="*/ 490538 h 993013"/>
              <a:gd name="connsiteX1" fmla="*/ 689185 w 1368635"/>
              <a:gd name="connsiteY1" fmla="*/ 0 h 993013"/>
              <a:gd name="connsiteX2" fmla="*/ 1368635 w 1368635"/>
              <a:gd name="connsiteY2" fmla="*/ 0 h 993013"/>
              <a:gd name="connsiteX3" fmla="*/ 1368635 w 1368635"/>
              <a:gd name="connsiteY3" fmla="*/ 490538 h 993013"/>
              <a:gd name="connsiteX4" fmla="*/ 689185 w 1368635"/>
              <a:gd name="connsiteY4" fmla="*/ 981076 h 993013"/>
              <a:gd name="connsiteX5" fmla="*/ 314535 w 1368635"/>
              <a:gd name="connsiteY5" fmla="*/ 812800 h 993013"/>
              <a:gd name="connsiteX6" fmla="*/ 9735 w 1368635"/>
              <a:gd name="connsiteY6" fmla="*/ 490538 h 993013"/>
              <a:gd name="connsiteX0" fmla="*/ 3056 w 1361956"/>
              <a:gd name="connsiteY0" fmla="*/ 490538 h 993013"/>
              <a:gd name="connsiteX1" fmla="*/ 682506 w 1361956"/>
              <a:gd name="connsiteY1" fmla="*/ 0 h 993013"/>
              <a:gd name="connsiteX2" fmla="*/ 1361956 w 1361956"/>
              <a:gd name="connsiteY2" fmla="*/ 0 h 993013"/>
              <a:gd name="connsiteX3" fmla="*/ 1361956 w 1361956"/>
              <a:gd name="connsiteY3" fmla="*/ 490538 h 993013"/>
              <a:gd name="connsiteX4" fmla="*/ 682506 w 1361956"/>
              <a:gd name="connsiteY4" fmla="*/ 981076 h 993013"/>
              <a:gd name="connsiteX5" fmla="*/ 307856 w 1361956"/>
              <a:gd name="connsiteY5" fmla="*/ 812800 h 993013"/>
              <a:gd name="connsiteX6" fmla="*/ 3056 w 1361956"/>
              <a:gd name="connsiteY6" fmla="*/ 490538 h 993013"/>
              <a:gd name="connsiteX0" fmla="*/ 3056 w 1361956"/>
              <a:gd name="connsiteY0" fmla="*/ 490538 h 984342"/>
              <a:gd name="connsiteX1" fmla="*/ 682506 w 1361956"/>
              <a:gd name="connsiteY1" fmla="*/ 0 h 984342"/>
              <a:gd name="connsiteX2" fmla="*/ 1361956 w 1361956"/>
              <a:gd name="connsiteY2" fmla="*/ 0 h 984342"/>
              <a:gd name="connsiteX3" fmla="*/ 1361956 w 1361956"/>
              <a:gd name="connsiteY3" fmla="*/ 490538 h 984342"/>
              <a:gd name="connsiteX4" fmla="*/ 682506 w 1361956"/>
              <a:gd name="connsiteY4" fmla="*/ 981076 h 984342"/>
              <a:gd name="connsiteX5" fmla="*/ 307856 w 1361956"/>
              <a:gd name="connsiteY5" fmla="*/ 812800 h 984342"/>
              <a:gd name="connsiteX6" fmla="*/ 3056 w 1361956"/>
              <a:gd name="connsiteY6" fmla="*/ 490538 h 984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61956" h="984342">
                <a:moveTo>
                  <a:pt x="3056" y="490538"/>
                </a:moveTo>
                <a:cubicBezTo>
                  <a:pt x="-36102" y="253471"/>
                  <a:pt x="307256" y="0"/>
                  <a:pt x="682506" y="0"/>
                </a:cubicBezTo>
                <a:lnTo>
                  <a:pt x="1361956" y="0"/>
                </a:lnTo>
                <a:lnTo>
                  <a:pt x="1361956" y="490538"/>
                </a:lnTo>
                <a:cubicBezTo>
                  <a:pt x="1361956" y="761455"/>
                  <a:pt x="870889" y="1016266"/>
                  <a:pt x="682506" y="981076"/>
                </a:cubicBezTo>
                <a:cubicBezTo>
                  <a:pt x="494123" y="945886"/>
                  <a:pt x="421098" y="894556"/>
                  <a:pt x="307856" y="812800"/>
                </a:cubicBezTo>
                <a:cubicBezTo>
                  <a:pt x="194614" y="731044"/>
                  <a:pt x="42214" y="727605"/>
                  <a:pt x="3056" y="49053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0" name="Oval 319">
            <a:extLst>
              <a:ext uri="{FF2B5EF4-FFF2-40B4-BE49-F238E27FC236}">
                <a16:creationId xmlns:a16="http://schemas.microsoft.com/office/drawing/2014/main" id="{312856D3-0D17-4253-AC96-B38A35556C9E}"/>
              </a:ext>
            </a:extLst>
          </p:cNvPr>
          <p:cNvSpPr/>
          <p:nvPr/>
        </p:nvSpPr>
        <p:spPr>
          <a:xfrm rot="1487383" flipH="1">
            <a:off x="9139677" y="5599707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" name="Oval 320">
            <a:extLst>
              <a:ext uri="{FF2B5EF4-FFF2-40B4-BE49-F238E27FC236}">
                <a16:creationId xmlns:a16="http://schemas.microsoft.com/office/drawing/2014/main" id="{5008E6B1-E546-4B8C-9DA7-B6872A082671}"/>
              </a:ext>
            </a:extLst>
          </p:cNvPr>
          <p:cNvSpPr/>
          <p:nvPr/>
        </p:nvSpPr>
        <p:spPr>
          <a:xfrm rot="1487383" flipH="1">
            <a:off x="9112641" y="5630605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2" name="Oval 321">
            <a:extLst>
              <a:ext uri="{FF2B5EF4-FFF2-40B4-BE49-F238E27FC236}">
                <a16:creationId xmlns:a16="http://schemas.microsoft.com/office/drawing/2014/main" id="{ABA9D6D8-2F49-4E18-860F-C8276699516D}"/>
              </a:ext>
            </a:extLst>
          </p:cNvPr>
          <p:cNvSpPr/>
          <p:nvPr/>
        </p:nvSpPr>
        <p:spPr>
          <a:xfrm rot="1487383" flipH="1">
            <a:off x="9075125" y="5624894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3" name="Oval 322">
            <a:extLst>
              <a:ext uri="{FF2B5EF4-FFF2-40B4-BE49-F238E27FC236}">
                <a16:creationId xmlns:a16="http://schemas.microsoft.com/office/drawing/2014/main" id="{79696018-EA31-4856-9848-F16B77A4D212}"/>
              </a:ext>
            </a:extLst>
          </p:cNvPr>
          <p:cNvSpPr/>
          <p:nvPr/>
        </p:nvSpPr>
        <p:spPr>
          <a:xfrm rot="1487383" flipH="1">
            <a:off x="9095683" y="5666329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4" name="Oval 323">
            <a:extLst>
              <a:ext uri="{FF2B5EF4-FFF2-40B4-BE49-F238E27FC236}">
                <a16:creationId xmlns:a16="http://schemas.microsoft.com/office/drawing/2014/main" id="{66EF621C-BC69-425D-87D2-85E660B2F8C9}"/>
              </a:ext>
            </a:extLst>
          </p:cNvPr>
          <p:cNvSpPr/>
          <p:nvPr/>
        </p:nvSpPr>
        <p:spPr>
          <a:xfrm rot="1487383" flipH="1">
            <a:off x="9139490" y="5657382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5" name="Oval 324">
            <a:extLst>
              <a:ext uri="{FF2B5EF4-FFF2-40B4-BE49-F238E27FC236}">
                <a16:creationId xmlns:a16="http://schemas.microsoft.com/office/drawing/2014/main" id="{F505590F-AF15-49C9-889C-A66798AE5700}"/>
              </a:ext>
            </a:extLst>
          </p:cNvPr>
          <p:cNvSpPr/>
          <p:nvPr/>
        </p:nvSpPr>
        <p:spPr>
          <a:xfrm rot="1487383" flipH="1">
            <a:off x="9165673" y="5628647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6" name="Oval 325">
            <a:extLst>
              <a:ext uri="{FF2B5EF4-FFF2-40B4-BE49-F238E27FC236}">
                <a16:creationId xmlns:a16="http://schemas.microsoft.com/office/drawing/2014/main" id="{D98ADAE6-84AD-448F-B346-DD1B6AA18CFB}"/>
              </a:ext>
            </a:extLst>
          </p:cNvPr>
          <p:cNvSpPr/>
          <p:nvPr/>
        </p:nvSpPr>
        <p:spPr>
          <a:xfrm rot="1487383" flipH="1">
            <a:off x="9191968" y="5663638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" name="Oval 326">
            <a:extLst>
              <a:ext uri="{FF2B5EF4-FFF2-40B4-BE49-F238E27FC236}">
                <a16:creationId xmlns:a16="http://schemas.microsoft.com/office/drawing/2014/main" id="{43C1953F-3ACE-4B16-A372-D7DA8486CDBA}"/>
              </a:ext>
            </a:extLst>
          </p:cNvPr>
          <p:cNvSpPr/>
          <p:nvPr/>
        </p:nvSpPr>
        <p:spPr>
          <a:xfrm rot="1487383" flipH="1">
            <a:off x="9145850" y="5693958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8" name="Oval 327">
            <a:extLst>
              <a:ext uri="{FF2B5EF4-FFF2-40B4-BE49-F238E27FC236}">
                <a16:creationId xmlns:a16="http://schemas.microsoft.com/office/drawing/2014/main" id="{4AEDD402-8540-498D-91C2-57B2765E3EB9}"/>
              </a:ext>
            </a:extLst>
          </p:cNvPr>
          <p:cNvSpPr/>
          <p:nvPr/>
        </p:nvSpPr>
        <p:spPr>
          <a:xfrm rot="1487383" flipH="1">
            <a:off x="9180402" y="5698861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4760BF9A-17FB-4005-82D7-9325825A70F4}"/>
              </a:ext>
            </a:extLst>
          </p:cNvPr>
          <p:cNvGrpSpPr/>
          <p:nvPr/>
        </p:nvGrpSpPr>
        <p:grpSpPr>
          <a:xfrm rot="1487383" flipV="1">
            <a:off x="9450746" y="5891613"/>
            <a:ext cx="57780" cy="16840"/>
            <a:chOff x="3581271" y="4083050"/>
            <a:chExt cx="435901" cy="127046"/>
          </a:xfrm>
        </p:grpSpPr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D4575779-7EA8-4EFD-A2BE-1E4BFFBBB32E}"/>
                </a:ext>
              </a:extLst>
            </p:cNvPr>
            <p:cNvSpPr/>
            <p:nvPr/>
          </p:nvSpPr>
          <p:spPr>
            <a:xfrm>
              <a:off x="3619500" y="4083050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F7E6147-CCAD-4445-8F4C-DB4C8F7E279B}"/>
                </a:ext>
              </a:extLst>
            </p:cNvPr>
            <p:cNvSpPr/>
            <p:nvPr/>
          </p:nvSpPr>
          <p:spPr>
            <a:xfrm rot="19929913">
              <a:off x="3629822" y="4178346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6F0251A0-723F-4110-99F6-4273818C11E4}"/>
                </a:ext>
              </a:extLst>
            </p:cNvPr>
            <p:cNvSpPr/>
            <p:nvPr/>
          </p:nvSpPr>
          <p:spPr>
            <a:xfrm rot="19929913">
              <a:off x="3601711" y="4174516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02396BD8-02EA-47EC-A1E8-808468E1DDBC}"/>
                </a:ext>
              </a:extLst>
            </p:cNvPr>
            <p:cNvSpPr/>
            <p:nvPr/>
          </p:nvSpPr>
          <p:spPr>
            <a:xfrm rot="21147420">
              <a:off x="3588644" y="4124019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68FC222D-A7CB-4D9E-800B-711D09BB1FAC}"/>
                </a:ext>
              </a:extLst>
            </p:cNvPr>
            <p:cNvSpPr/>
            <p:nvPr/>
          </p:nvSpPr>
          <p:spPr>
            <a:xfrm rot="20607331">
              <a:off x="3581271" y="4159181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3" name="Teardrop 16">
            <a:extLst>
              <a:ext uri="{FF2B5EF4-FFF2-40B4-BE49-F238E27FC236}">
                <a16:creationId xmlns:a16="http://schemas.microsoft.com/office/drawing/2014/main" id="{87F02C87-6909-4361-8964-25AE55A0A342}"/>
              </a:ext>
            </a:extLst>
          </p:cNvPr>
          <p:cNvSpPr/>
          <p:nvPr/>
        </p:nvSpPr>
        <p:spPr>
          <a:xfrm rot="1487383" flipV="1">
            <a:off x="9439730" y="5911360"/>
            <a:ext cx="180533" cy="130478"/>
          </a:xfrm>
          <a:custGeom>
            <a:avLst/>
            <a:gdLst>
              <a:gd name="connsiteX0" fmla="*/ 0 w 1358900"/>
              <a:gd name="connsiteY0" fmla="*/ 490538 h 981075"/>
              <a:gd name="connsiteX1" fmla="*/ 679450 w 1358900"/>
              <a:gd name="connsiteY1" fmla="*/ 0 h 981075"/>
              <a:gd name="connsiteX2" fmla="*/ 1358900 w 1358900"/>
              <a:gd name="connsiteY2" fmla="*/ 0 h 981075"/>
              <a:gd name="connsiteX3" fmla="*/ 1358900 w 1358900"/>
              <a:gd name="connsiteY3" fmla="*/ 490538 h 981075"/>
              <a:gd name="connsiteX4" fmla="*/ 679450 w 1358900"/>
              <a:gd name="connsiteY4" fmla="*/ 981076 h 981075"/>
              <a:gd name="connsiteX5" fmla="*/ 0 w 1358900"/>
              <a:gd name="connsiteY5" fmla="*/ 490538 h 981075"/>
              <a:gd name="connsiteX0" fmla="*/ 9735 w 1368635"/>
              <a:gd name="connsiteY0" fmla="*/ 490538 h 993013"/>
              <a:gd name="connsiteX1" fmla="*/ 689185 w 1368635"/>
              <a:gd name="connsiteY1" fmla="*/ 0 h 993013"/>
              <a:gd name="connsiteX2" fmla="*/ 1368635 w 1368635"/>
              <a:gd name="connsiteY2" fmla="*/ 0 h 993013"/>
              <a:gd name="connsiteX3" fmla="*/ 1368635 w 1368635"/>
              <a:gd name="connsiteY3" fmla="*/ 490538 h 993013"/>
              <a:gd name="connsiteX4" fmla="*/ 689185 w 1368635"/>
              <a:gd name="connsiteY4" fmla="*/ 981076 h 993013"/>
              <a:gd name="connsiteX5" fmla="*/ 314535 w 1368635"/>
              <a:gd name="connsiteY5" fmla="*/ 812800 h 993013"/>
              <a:gd name="connsiteX6" fmla="*/ 9735 w 1368635"/>
              <a:gd name="connsiteY6" fmla="*/ 490538 h 993013"/>
              <a:gd name="connsiteX0" fmla="*/ 3056 w 1361956"/>
              <a:gd name="connsiteY0" fmla="*/ 490538 h 993013"/>
              <a:gd name="connsiteX1" fmla="*/ 682506 w 1361956"/>
              <a:gd name="connsiteY1" fmla="*/ 0 h 993013"/>
              <a:gd name="connsiteX2" fmla="*/ 1361956 w 1361956"/>
              <a:gd name="connsiteY2" fmla="*/ 0 h 993013"/>
              <a:gd name="connsiteX3" fmla="*/ 1361956 w 1361956"/>
              <a:gd name="connsiteY3" fmla="*/ 490538 h 993013"/>
              <a:gd name="connsiteX4" fmla="*/ 682506 w 1361956"/>
              <a:gd name="connsiteY4" fmla="*/ 981076 h 993013"/>
              <a:gd name="connsiteX5" fmla="*/ 307856 w 1361956"/>
              <a:gd name="connsiteY5" fmla="*/ 812800 h 993013"/>
              <a:gd name="connsiteX6" fmla="*/ 3056 w 1361956"/>
              <a:gd name="connsiteY6" fmla="*/ 490538 h 993013"/>
              <a:gd name="connsiteX0" fmla="*/ 3056 w 1361956"/>
              <a:gd name="connsiteY0" fmla="*/ 490538 h 984342"/>
              <a:gd name="connsiteX1" fmla="*/ 682506 w 1361956"/>
              <a:gd name="connsiteY1" fmla="*/ 0 h 984342"/>
              <a:gd name="connsiteX2" fmla="*/ 1361956 w 1361956"/>
              <a:gd name="connsiteY2" fmla="*/ 0 h 984342"/>
              <a:gd name="connsiteX3" fmla="*/ 1361956 w 1361956"/>
              <a:gd name="connsiteY3" fmla="*/ 490538 h 984342"/>
              <a:gd name="connsiteX4" fmla="*/ 682506 w 1361956"/>
              <a:gd name="connsiteY4" fmla="*/ 981076 h 984342"/>
              <a:gd name="connsiteX5" fmla="*/ 307856 w 1361956"/>
              <a:gd name="connsiteY5" fmla="*/ 812800 h 984342"/>
              <a:gd name="connsiteX6" fmla="*/ 3056 w 1361956"/>
              <a:gd name="connsiteY6" fmla="*/ 490538 h 984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61956" h="984342">
                <a:moveTo>
                  <a:pt x="3056" y="490538"/>
                </a:moveTo>
                <a:cubicBezTo>
                  <a:pt x="-36102" y="253471"/>
                  <a:pt x="307256" y="0"/>
                  <a:pt x="682506" y="0"/>
                </a:cubicBezTo>
                <a:lnTo>
                  <a:pt x="1361956" y="0"/>
                </a:lnTo>
                <a:lnTo>
                  <a:pt x="1361956" y="490538"/>
                </a:lnTo>
                <a:cubicBezTo>
                  <a:pt x="1361956" y="761455"/>
                  <a:pt x="870889" y="1016266"/>
                  <a:pt x="682506" y="981076"/>
                </a:cubicBezTo>
                <a:cubicBezTo>
                  <a:pt x="494123" y="945886"/>
                  <a:pt x="421098" y="894556"/>
                  <a:pt x="307856" y="812800"/>
                </a:cubicBezTo>
                <a:cubicBezTo>
                  <a:pt x="194614" y="731044"/>
                  <a:pt x="42214" y="727605"/>
                  <a:pt x="3056" y="49053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4" name="Oval 303">
            <a:extLst>
              <a:ext uri="{FF2B5EF4-FFF2-40B4-BE49-F238E27FC236}">
                <a16:creationId xmlns:a16="http://schemas.microsoft.com/office/drawing/2014/main" id="{9B2BD8DF-CBE4-4C70-AAF6-BD5569E8B61C}"/>
              </a:ext>
            </a:extLst>
          </p:cNvPr>
          <p:cNvSpPr/>
          <p:nvPr/>
        </p:nvSpPr>
        <p:spPr>
          <a:xfrm rot="1487383" flipH="1">
            <a:off x="9530085" y="5924768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5" name="Oval 304">
            <a:extLst>
              <a:ext uri="{FF2B5EF4-FFF2-40B4-BE49-F238E27FC236}">
                <a16:creationId xmlns:a16="http://schemas.microsoft.com/office/drawing/2014/main" id="{2B0B309B-2696-4844-9BDB-1688B00C344A}"/>
              </a:ext>
            </a:extLst>
          </p:cNvPr>
          <p:cNvSpPr/>
          <p:nvPr/>
        </p:nvSpPr>
        <p:spPr>
          <a:xfrm rot="1487383" flipH="1">
            <a:off x="9503049" y="5955666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6" name="Oval 305">
            <a:extLst>
              <a:ext uri="{FF2B5EF4-FFF2-40B4-BE49-F238E27FC236}">
                <a16:creationId xmlns:a16="http://schemas.microsoft.com/office/drawing/2014/main" id="{D6F9F362-9C59-4F0D-A652-B0D8EE728E1C}"/>
              </a:ext>
            </a:extLst>
          </p:cNvPr>
          <p:cNvSpPr/>
          <p:nvPr/>
        </p:nvSpPr>
        <p:spPr>
          <a:xfrm rot="1487383" flipH="1">
            <a:off x="9465533" y="5949955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" name="Oval 306">
            <a:extLst>
              <a:ext uri="{FF2B5EF4-FFF2-40B4-BE49-F238E27FC236}">
                <a16:creationId xmlns:a16="http://schemas.microsoft.com/office/drawing/2014/main" id="{6F48F9BE-5614-4049-8A69-FB62BF9D6018}"/>
              </a:ext>
            </a:extLst>
          </p:cNvPr>
          <p:cNvSpPr/>
          <p:nvPr/>
        </p:nvSpPr>
        <p:spPr>
          <a:xfrm rot="1487383" flipH="1">
            <a:off x="9486091" y="5991390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" name="Oval 307">
            <a:extLst>
              <a:ext uri="{FF2B5EF4-FFF2-40B4-BE49-F238E27FC236}">
                <a16:creationId xmlns:a16="http://schemas.microsoft.com/office/drawing/2014/main" id="{0511365E-8A73-46DE-A346-F7812AA05BD6}"/>
              </a:ext>
            </a:extLst>
          </p:cNvPr>
          <p:cNvSpPr/>
          <p:nvPr/>
        </p:nvSpPr>
        <p:spPr>
          <a:xfrm rot="1487383" flipH="1">
            <a:off x="9529898" y="5982443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" name="Oval 308">
            <a:extLst>
              <a:ext uri="{FF2B5EF4-FFF2-40B4-BE49-F238E27FC236}">
                <a16:creationId xmlns:a16="http://schemas.microsoft.com/office/drawing/2014/main" id="{00BDD355-496E-41E9-83AF-CEB0BAF6F7EA}"/>
              </a:ext>
            </a:extLst>
          </p:cNvPr>
          <p:cNvSpPr/>
          <p:nvPr/>
        </p:nvSpPr>
        <p:spPr>
          <a:xfrm rot="1487383" flipH="1">
            <a:off x="9556081" y="5953708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0" name="Oval 309">
            <a:extLst>
              <a:ext uri="{FF2B5EF4-FFF2-40B4-BE49-F238E27FC236}">
                <a16:creationId xmlns:a16="http://schemas.microsoft.com/office/drawing/2014/main" id="{E674D519-B6CC-4FD2-A3B3-A3C6F71E6FE7}"/>
              </a:ext>
            </a:extLst>
          </p:cNvPr>
          <p:cNvSpPr/>
          <p:nvPr/>
        </p:nvSpPr>
        <p:spPr>
          <a:xfrm rot="1487383" flipH="1">
            <a:off x="9582376" y="5988699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Oval 310">
            <a:extLst>
              <a:ext uri="{FF2B5EF4-FFF2-40B4-BE49-F238E27FC236}">
                <a16:creationId xmlns:a16="http://schemas.microsoft.com/office/drawing/2014/main" id="{07FCA95D-26A2-45A2-BF0D-59CD8FA2CE0E}"/>
              </a:ext>
            </a:extLst>
          </p:cNvPr>
          <p:cNvSpPr/>
          <p:nvPr/>
        </p:nvSpPr>
        <p:spPr>
          <a:xfrm rot="1487383" flipH="1">
            <a:off x="9536258" y="6019019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" name="Oval 311">
            <a:extLst>
              <a:ext uri="{FF2B5EF4-FFF2-40B4-BE49-F238E27FC236}">
                <a16:creationId xmlns:a16="http://schemas.microsoft.com/office/drawing/2014/main" id="{21E7BF6D-4F0A-4717-BCF6-1495E44F857C}"/>
              </a:ext>
            </a:extLst>
          </p:cNvPr>
          <p:cNvSpPr/>
          <p:nvPr/>
        </p:nvSpPr>
        <p:spPr>
          <a:xfrm rot="1487383" flipH="1">
            <a:off x="9570810" y="6023922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76F37E86-822D-45A5-BA69-F558C71DFA52}"/>
              </a:ext>
            </a:extLst>
          </p:cNvPr>
          <p:cNvGrpSpPr/>
          <p:nvPr/>
        </p:nvGrpSpPr>
        <p:grpSpPr>
          <a:xfrm rot="1487383" flipV="1">
            <a:off x="9829647" y="5557301"/>
            <a:ext cx="57780" cy="16840"/>
            <a:chOff x="3581271" y="4083050"/>
            <a:chExt cx="435901" cy="127046"/>
          </a:xfrm>
        </p:grpSpPr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E9E376F2-A6BC-45B0-87F8-485308F01D64}"/>
                </a:ext>
              </a:extLst>
            </p:cNvPr>
            <p:cNvSpPr/>
            <p:nvPr/>
          </p:nvSpPr>
          <p:spPr>
            <a:xfrm>
              <a:off x="3619500" y="4083050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1F1FD081-D897-4853-9F5B-F3777AB4B659}"/>
                </a:ext>
              </a:extLst>
            </p:cNvPr>
            <p:cNvSpPr/>
            <p:nvPr/>
          </p:nvSpPr>
          <p:spPr>
            <a:xfrm rot="19929913">
              <a:off x="3629822" y="4178346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DD400117-4A3F-4E52-A1DA-CE23CF0714B9}"/>
                </a:ext>
              </a:extLst>
            </p:cNvPr>
            <p:cNvSpPr/>
            <p:nvPr/>
          </p:nvSpPr>
          <p:spPr>
            <a:xfrm rot="19929913">
              <a:off x="3601711" y="4174516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D531901A-9FD8-413A-8641-BD1D1E33F3A2}"/>
                </a:ext>
              </a:extLst>
            </p:cNvPr>
            <p:cNvSpPr/>
            <p:nvPr/>
          </p:nvSpPr>
          <p:spPr>
            <a:xfrm rot="21147420">
              <a:off x="3588644" y="4124019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0093D2F0-3DA0-4AC4-B8C7-A124929F9414}"/>
                </a:ext>
              </a:extLst>
            </p:cNvPr>
            <p:cNvSpPr/>
            <p:nvPr/>
          </p:nvSpPr>
          <p:spPr>
            <a:xfrm rot="20607331">
              <a:off x="3581271" y="4159181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7" name="Teardrop 16">
            <a:extLst>
              <a:ext uri="{FF2B5EF4-FFF2-40B4-BE49-F238E27FC236}">
                <a16:creationId xmlns:a16="http://schemas.microsoft.com/office/drawing/2014/main" id="{AD2E9375-4F25-40E3-9CD7-3552F31B0B27}"/>
              </a:ext>
            </a:extLst>
          </p:cNvPr>
          <p:cNvSpPr/>
          <p:nvPr/>
        </p:nvSpPr>
        <p:spPr>
          <a:xfrm rot="1487383" flipV="1">
            <a:off x="9818631" y="5577048"/>
            <a:ext cx="180533" cy="130478"/>
          </a:xfrm>
          <a:custGeom>
            <a:avLst/>
            <a:gdLst>
              <a:gd name="connsiteX0" fmla="*/ 0 w 1358900"/>
              <a:gd name="connsiteY0" fmla="*/ 490538 h 981075"/>
              <a:gd name="connsiteX1" fmla="*/ 679450 w 1358900"/>
              <a:gd name="connsiteY1" fmla="*/ 0 h 981075"/>
              <a:gd name="connsiteX2" fmla="*/ 1358900 w 1358900"/>
              <a:gd name="connsiteY2" fmla="*/ 0 h 981075"/>
              <a:gd name="connsiteX3" fmla="*/ 1358900 w 1358900"/>
              <a:gd name="connsiteY3" fmla="*/ 490538 h 981075"/>
              <a:gd name="connsiteX4" fmla="*/ 679450 w 1358900"/>
              <a:gd name="connsiteY4" fmla="*/ 981076 h 981075"/>
              <a:gd name="connsiteX5" fmla="*/ 0 w 1358900"/>
              <a:gd name="connsiteY5" fmla="*/ 490538 h 981075"/>
              <a:gd name="connsiteX0" fmla="*/ 9735 w 1368635"/>
              <a:gd name="connsiteY0" fmla="*/ 490538 h 993013"/>
              <a:gd name="connsiteX1" fmla="*/ 689185 w 1368635"/>
              <a:gd name="connsiteY1" fmla="*/ 0 h 993013"/>
              <a:gd name="connsiteX2" fmla="*/ 1368635 w 1368635"/>
              <a:gd name="connsiteY2" fmla="*/ 0 h 993013"/>
              <a:gd name="connsiteX3" fmla="*/ 1368635 w 1368635"/>
              <a:gd name="connsiteY3" fmla="*/ 490538 h 993013"/>
              <a:gd name="connsiteX4" fmla="*/ 689185 w 1368635"/>
              <a:gd name="connsiteY4" fmla="*/ 981076 h 993013"/>
              <a:gd name="connsiteX5" fmla="*/ 314535 w 1368635"/>
              <a:gd name="connsiteY5" fmla="*/ 812800 h 993013"/>
              <a:gd name="connsiteX6" fmla="*/ 9735 w 1368635"/>
              <a:gd name="connsiteY6" fmla="*/ 490538 h 993013"/>
              <a:gd name="connsiteX0" fmla="*/ 3056 w 1361956"/>
              <a:gd name="connsiteY0" fmla="*/ 490538 h 993013"/>
              <a:gd name="connsiteX1" fmla="*/ 682506 w 1361956"/>
              <a:gd name="connsiteY1" fmla="*/ 0 h 993013"/>
              <a:gd name="connsiteX2" fmla="*/ 1361956 w 1361956"/>
              <a:gd name="connsiteY2" fmla="*/ 0 h 993013"/>
              <a:gd name="connsiteX3" fmla="*/ 1361956 w 1361956"/>
              <a:gd name="connsiteY3" fmla="*/ 490538 h 993013"/>
              <a:gd name="connsiteX4" fmla="*/ 682506 w 1361956"/>
              <a:gd name="connsiteY4" fmla="*/ 981076 h 993013"/>
              <a:gd name="connsiteX5" fmla="*/ 307856 w 1361956"/>
              <a:gd name="connsiteY5" fmla="*/ 812800 h 993013"/>
              <a:gd name="connsiteX6" fmla="*/ 3056 w 1361956"/>
              <a:gd name="connsiteY6" fmla="*/ 490538 h 993013"/>
              <a:gd name="connsiteX0" fmla="*/ 3056 w 1361956"/>
              <a:gd name="connsiteY0" fmla="*/ 490538 h 984342"/>
              <a:gd name="connsiteX1" fmla="*/ 682506 w 1361956"/>
              <a:gd name="connsiteY1" fmla="*/ 0 h 984342"/>
              <a:gd name="connsiteX2" fmla="*/ 1361956 w 1361956"/>
              <a:gd name="connsiteY2" fmla="*/ 0 h 984342"/>
              <a:gd name="connsiteX3" fmla="*/ 1361956 w 1361956"/>
              <a:gd name="connsiteY3" fmla="*/ 490538 h 984342"/>
              <a:gd name="connsiteX4" fmla="*/ 682506 w 1361956"/>
              <a:gd name="connsiteY4" fmla="*/ 981076 h 984342"/>
              <a:gd name="connsiteX5" fmla="*/ 307856 w 1361956"/>
              <a:gd name="connsiteY5" fmla="*/ 812800 h 984342"/>
              <a:gd name="connsiteX6" fmla="*/ 3056 w 1361956"/>
              <a:gd name="connsiteY6" fmla="*/ 490538 h 984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61956" h="984342">
                <a:moveTo>
                  <a:pt x="3056" y="490538"/>
                </a:moveTo>
                <a:cubicBezTo>
                  <a:pt x="-36102" y="253471"/>
                  <a:pt x="307256" y="0"/>
                  <a:pt x="682506" y="0"/>
                </a:cubicBezTo>
                <a:lnTo>
                  <a:pt x="1361956" y="0"/>
                </a:lnTo>
                <a:lnTo>
                  <a:pt x="1361956" y="490538"/>
                </a:lnTo>
                <a:cubicBezTo>
                  <a:pt x="1361956" y="761455"/>
                  <a:pt x="870889" y="1016266"/>
                  <a:pt x="682506" y="981076"/>
                </a:cubicBezTo>
                <a:cubicBezTo>
                  <a:pt x="494123" y="945886"/>
                  <a:pt x="421098" y="894556"/>
                  <a:pt x="307856" y="812800"/>
                </a:cubicBezTo>
                <a:cubicBezTo>
                  <a:pt x="194614" y="731044"/>
                  <a:pt x="42214" y="727605"/>
                  <a:pt x="3056" y="49053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8" name="Oval 287">
            <a:extLst>
              <a:ext uri="{FF2B5EF4-FFF2-40B4-BE49-F238E27FC236}">
                <a16:creationId xmlns:a16="http://schemas.microsoft.com/office/drawing/2014/main" id="{A6A51B97-5C46-432E-85C9-9BFFA99BFECD}"/>
              </a:ext>
            </a:extLst>
          </p:cNvPr>
          <p:cNvSpPr/>
          <p:nvPr/>
        </p:nvSpPr>
        <p:spPr>
          <a:xfrm rot="1487383" flipH="1">
            <a:off x="9908986" y="5590456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9" name="Oval 288">
            <a:extLst>
              <a:ext uri="{FF2B5EF4-FFF2-40B4-BE49-F238E27FC236}">
                <a16:creationId xmlns:a16="http://schemas.microsoft.com/office/drawing/2014/main" id="{57737355-199F-44F2-A8C5-E842C6487652}"/>
              </a:ext>
            </a:extLst>
          </p:cNvPr>
          <p:cNvSpPr/>
          <p:nvPr/>
        </p:nvSpPr>
        <p:spPr>
          <a:xfrm rot="1487383" flipH="1">
            <a:off x="9881950" y="5621354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0" name="Oval 289">
            <a:extLst>
              <a:ext uri="{FF2B5EF4-FFF2-40B4-BE49-F238E27FC236}">
                <a16:creationId xmlns:a16="http://schemas.microsoft.com/office/drawing/2014/main" id="{7B79466A-4147-463C-8C8C-054FA0638099}"/>
              </a:ext>
            </a:extLst>
          </p:cNvPr>
          <p:cNvSpPr/>
          <p:nvPr/>
        </p:nvSpPr>
        <p:spPr>
          <a:xfrm rot="1487383" flipH="1">
            <a:off x="9844434" y="5615643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1" name="Oval 290">
            <a:extLst>
              <a:ext uri="{FF2B5EF4-FFF2-40B4-BE49-F238E27FC236}">
                <a16:creationId xmlns:a16="http://schemas.microsoft.com/office/drawing/2014/main" id="{9BD28833-D6C7-40D6-8836-C194395E8F6E}"/>
              </a:ext>
            </a:extLst>
          </p:cNvPr>
          <p:cNvSpPr/>
          <p:nvPr/>
        </p:nvSpPr>
        <p:spPr>
          <a:xfrm rot="1487383" flipH="1">
            <a:off x="9864992" y="5657078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2" name="Oval 291">
            <a:extLst>
              <a:ext uri="{FF2B5EF4-FFF2-40B4-BE49-F238E27FC236}">
                <a16:creationId xmlns:a16="http://schemas.microsoft.com/office/drawing/2014/main" id="{5E5B7868-36D2-4ED1-99CD-7F10516ED94A}"/>
              </a:ext>
            </a:extLst>
          </p:cNvPr>
          <p:cNvSpPr/>
          <p:nvPr/>
        </p:nvSpPr>
        <p:spPr>
          <a:xfrm rot="1487383" flipH="1">
            <a:off x="9908799" y="5648131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3" name="Oval 292">
            <a:extLst>
              <a:ext uri="{FF2B5EF4-FFF2-40B4-BE49-F238E27FC236}">
                <a16:creationId xmlns:a16="http://schemas.microsoft.com/office/drawing/2014/main" id="{58B23178-1EDA-41DF-A119-AED4493A8FCC}"/>
              </a:ext>
            </a:extLst>
          </p:cNvPr>
          <p:cNvSpPr/>
          <p:nvPr/>
        </p:nvSpPr>
        <p:spPr>
          <a:xfrm rot="1487383" flipH="1">
            <a:off x="9934982" y="5619396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4" name="Oval 293">
            <a:extLst>
              <a:ext uri="{FF2B5EF4-FFF2-40B4-BE49-F238E27FC236}">
                <a16:creationId xmlns:a16="http://schemas.microsoft.com/office/drawing/2014/main" id="{C97BF40B-B24C-4F39-94BA-98540601C5B0}"/>
              </a:ext>
            </a:extLst>
          </p:cNvPr>
          <p:cNvSpPr/>
          <p:nvPr/>
        </p:nvSpPr>
        <p:spPr>
          <a:xfrm rot="1487383" flipH="1">
            <a:off x="9961277" y="5654387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5" name="Oval 294">
            <a:extLst>
              <a:ext uri="{FF2B5EF4-FFF2-40B4-BE49-F238E27FC236}">
                <a16:creationId xmlns:a16="http://schemas.microsoft.com/office/drawing/2014/main" id="{E9A4DD4A-99F9-48FD-A324-34780D6C15CA}"/>
              </a:ext>
            </a:extLst>
          </p:cNvPr>
          <p:cNvSpPr/>
          <p:nvPr/>
        </p:nvSpPr>
        <p:spPr>
          <a:xfrm rot="1487383" flipH="1">
            <a:off x="9915159" y="5684707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" name="Oval 295">
            <a:extLst>
              <a:ext uri="{FF2B5EF4-FFF2-40B4-BE49-F238E27FC236}">
                <a16:creationId xmlns:a16="http://schemas.microsoft.com/office/drawing/2014/main" id="{9CF25AB4-46BC-47E0-910A-840C604EB9B6}"/>
              </a:ext>
            </a:extLst>
          </p:cNvPr>
          <p:cNvSpPr/>
          <p:nvPr/>
        </p:nvSpPr>
        <p:spPr>
          <a:xfrm rot="1487383" flipH="1">
            <a:off x="9949711" y="5689610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BC2321EF-CB6E-4E16-8D37-4259C8C76986}"/>
              </a:ext>
            </a:extLst>
          </p:cNvPr>
          <p:cNvGrpSpPr/>
          <p:nvPr/>
        </p:nvGrpSpPr>
        <p:grpSpPr>
          <a:xfrm rot="1487383" flipV="1">
            <a:off x="10282834" y="5916705"/>
            <a:ext cx="57780" cy="16840"/>
            <a:chOff x="3581271" y="4083050"/>
            <a:chExt cx="435901" cy="127046"/>
          </a:xfrm>
        </p:grpSpPr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92CD3CC9-5963-4ECE-A09A-10E8B81FDC3F}"/>
                </a:ext>
              </a:extLst>
            </p:cNvPr>
            <p:cNvSpPr/>
            <p:nvPr/>
          </p:nvSpPr>
          <p:spPr>
            <a:xfrm>
              <a:off x="3619500" y="4083050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116E5025-0173-4567-83EC-1D63D934A2FE}"/>
                </a:ext>
              </a:extLst>
            </p:cNvPr>
            <p:cNvSpPr/>
            <p:nvPr/>
          </p:nvSpPr>
          <p:spPr>
            <a:xfrm rot="19929913">
              <a:off x="3629822" y="4178346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707B20D-15BB-41B5-BCD8-CC1D6D4F2CEC}"/>
                </a:ext>
              </a:extLst>
            </p:cNvPr>
            <p:cNvSpPr/>
            <p:nvPr/>
          </p:nvSpPr>
          <p:spPr>
            <a:xfrm rot="19929913">
              <a:off x="3601711" y="4174516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D9655DD5-765A-4F89-AA1A-10E7DF97D35B}"/>
                </a:ext>
              </a:extLst>
            </p:cNvPr>
            <p:cNvSpPr/>
            <p:nvPr/>
          </p:nvSpPr>
          <p:spPr>
            <a:xfrm rot="21147420">
              <a:off x="3588644" y="4124019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7C1167D4-5A0A-47A4-8301-D41440F9F9C6}"/>
                </a:ext>
              </a:extLst>
            </p:cNvPr>
            <p:cNvSpPr/>
            <p:nvPr/>
          </p:nvSpPr>
          <p:spPr>
            <a:xfrm rot="20607331">
              <a:off x="3581271" y="4159181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1" name="Teardrop 16">
            <a:extLst>
              <a:ext uri="{FF2B5EF4-FFF2-40B4-BE49-F238E27FC236}">
                <a16:creationId xmlns:a16="http://schemas.microsoft.com/office/drawing/2014/main" id="{161A43C6-19CD-4F45-B11E-D40BD16A68F8}"/>
              </a:ext>
            </a:extLst>
          </p:cNvPr>
          <p:cNvSpPr/>
          <p:nvPr/>
        </p:nvSpPr>
        <p:spPr>
          <a:xfrm rot="1487383" flipV="1">
            <a:off x="10271818" y="5936452"/>
            <a:ext cx="180533" cy="130478"/>
          </a:xfrm>
          <a:custGeom>
            <a:avLst/>
            <a:gdLst>
              <a:gd name="connsiteX0" fmla="*/ 0 w 1358900"/>
              <a:gd name="connsiteY0" fmla="*/ 490538 h 981075"/>
              <a:gd name="connsiteX1" fmla="*/ 679450 w 1358900"/>
              <a:gd name="connsiteY1" fmla="*/ 0 h 981075"/>
              <a:gd name="connsiteX2" fmla="*/ 1358900 w 1358900"/>
              <a:gd name="connsiteY2" fmla="*/ 0 h 981075"/>
              <a:gd name="connsiteX3" fmla="*/ 1358900 w 1358900"/>
              <a:gd name="connsiteY3" fmla="*/ 490538 h 981075"/>
              <a:gd name="connsiteX4" fmla="*/ 679450 w 1358900"/>
              <a:gd name="connsiteY4" fmla="*/ 981076 h 981075"/>
              <a:gd name="connsiteX5" fmla="*/ 0 w 1358900"/>
              <a:gd name="connsiteY5" fmla="*/ 490538 h 981075"/>
              <a:gd name="connsiteX0" fmla="*/ 9735 w 1368635"/>
              <a:gd name="connsiteY0" fmla="*/ 490538 h 993013"/>
              <a:gd name="connsiteX1" fmla="*/ 689185 w 1368635"/>
              <a:gd name="connsiteY1" fmla="*/ 0 h 993013"/>
              <a:gd name="connsiteX2" fmla="*/ 1368635 w 1368635"/>
              <a:gd name="connsiteY2" fmla="*/ 0 h 993013"/>
              <a:gd name="connsiteX3" fmla="*/ 1368635 w 1368635"/>
              <a:gd name="connsiteY3" fmla="*/ 490538 h 993013"/>
              <a:gd name="connsiteX4" fmla="*/ 689185 w 1368635"/>
              <a:gd name="connsiteY4" fmla="*/ 981076 h 993013"/>
              <a:gd name="connsiteX5" fmla="*/ 314535 w 1368635"/>
              <a:gd name="connsiteY5" fmla="*/ 812800 h 993013"/>
              <a:gd name="connsiteX6" fmla="*/ 9735 w 1368635"/>
              <a:gd name="connsiteY6" fmla="*/ 490538 h 993013"/>
              <a:gd name="connsiteX0" fmla="*/ 3056 w 1361956"/>
              <a:gd name="connsiteY0" fmla="*/ 490538 h 993013"/>
              <a:gd name="connsiteX1" fmla="*/ 682506 w 1361956"/>
              <a:gd name="connsiteY1" fmla="*/ 0 h 993013"/>
              <a:gd name="connsiteX2" fmla="*/ 1361956 w 1361956"/>
              <a:gd name="connsiteY2" fmla="*/ 0 h 993013"/>
              <a:gd name="connsiteX3" fmla="*/ 1361956 w 1361956"/>
              <a:gd name="connsiteY3" fmla="*/ 490538 h 993013"/>
              <a:gd name="connsiteX4" fmla="*/ 682506 w 1361956"/>
              <a:gd name="connsiteY4" fmla="*/ 981076 h 993013"/>
              <a:gd name="connsiteX5" fmla="*/ 307856 w 1361956"/>
              <a:gd name="connsiteY5" fmla="*/ 812800 h 993013"/>
              <a:gd name="connsiteX6" fmla="*/ 3056 w 1361956"/>
              <a:gd name="connsiteY6" fmla="*/ 490538 h 993013"/>
              <a:gd name="connsiteX0" fmla="*/ 3056 w 1361956"/>
              <a:gd name="connsiteY0" fmla="*/ 490538 h 984342"/>
              <a:gd name="connsiteX1" fmla="*/ 682506 w 1361956"/>
              <a:gd name="connsiteY1" fmla="*/ 0 h 984342"/>
              <a:gd name="connsiteX2" fmla="*/ 1361956 w 1361956"/>
              <a:gd name="connsiteY2" fmla="*/ 0 h 984342"/>
              <a:gd name="connsiteX3" fmla="*/ 1361956 w 1361956"/>
              <a:gd name="connsiteY3" fmla="*/ 490538 h 984342"/>
              <a:gd name="connsiteX4" fmla="*/ 682506 w 1361956"/>
              <a:gd name="connsiteY4" fmla="*/ 981076 h 984342"/>
              <a:gd name="connsiteX5" fmla="*/ 307856 w 1361956"/>
              <a:gd name="connsiteY5" fmla="*/ 812800 h 984342"/>
              <a:gd name="connsiteX6" fmla="*/ 3056 w 1361956"/>
              <a:gd name="connsiteY6" fmla="*/ 490538 h 984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61956" h="984342">
                <a:moveTo>
                  <a:pt x="3056" y="490538"/>
                </a:moveTo>
                <a:cubicBezTo>
                  <a:pt x="-36102" y="253471"/>
                  <a:pt x="307256" y="0"/>
                  <a:pt x="682506" y="0"/>
                </a:cubicBezTo>
                <a:lnTo>
                  <a:pt x="1361956" y="0"/>
                </a:lnTo>
                <a:lnTo>
                  <a:pt x="1361956" y="490538"/>
                </a:lnTo>
                <a:cubicBezTo>
                  <a:pt x="1361956" y="761455"/>
                  <a:pt x="870889" y="1016266"/>
                  <a:pt x="682506" y="981076"/>
                </a:cubicBezTo>
                <a:cubicBezTo>
                  <a:pt x="494123" y="945886"/>
                  <a:pt x="421098" y="894556"/>
                  <a:pt x="307856" y="812800"/>
                </a:cubicBezTo>
                <a:cubicBezTo>
                  <a:pt x="194614" y="731044"/>
                  <a:pt x="42214" y="727605"/>
                  <a:pt x="3056" y="49053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2" name="Oval 271">
            <a:extLst>
              <a:ext uri="{FF2B5EF4-FFF2-40B4-BE49-F238E27FC236}">
                <a16:creationId xmlns:a16="http://schemas.microsoft.com/office/drawing/2014/main" id="{41A8FDB1-0133-491C-BCD9-8DDE8F926F2A}"/>
              </a:ext>
            </a:extLst>
          </p:cNvPr>
          <p:cNvSpPr/>
          <p:nvPr/>
        </p:nvSpPr>
        <p:spPr>
          <a:xfrm rot="1487383" flipH="1">
            <a:off x="10362173" y="5949860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3" name="Oval 272">
            <a:extLst>
              <a:ext uri="{FF2B5EF4-FFF2-40B4-BE49-F238E27FC236}">
                <a16:creationId xmlns:a16="http://schemas.microsoft.com/office/drawing/2014/main" id="{9E7E8EE1-4360-4F57-8886-D23B4B93998E}"/>
              </a:ext>
            </a:extLst>
          </p:cNvPr>
          <p:cNvSpPr/>
          <p:nvPr/>
        </p:nvSpPr>
        <p:spPr>
          <a:xfrm rot="1487383" flipH="1">
            <a:off x="10335137" y="5980758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4" name="Oval 273">
            <a:extLst>
              <a:ext uri="{FF2B5EF4-FFF2-40B4-BE49-F238E27FC236}">
                <a16:creationId xmlns:a16="http://schemas.microsoft.com/office/drawing/2014/main" id="{7B32D23D-1EC9-46D2-8373-9E8D0D66443E}"/>
              </a:ext>
            </a:extLst>
          </p:cNvPr>
          <p:cNvSpPr/>
          <p:nvPr/>
        </p:nvSpPr>
        <p:spPr>
          <a:xfrm rot="1487383" flipH="1">
            <a:off x="10297621" y="5975047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5" name="Oval 274">
            <a:extLst>
              <a:ext uri="{FF2B5EF4-FFF2-40B4-BE49-F238E27FC236}">
                <a16:creationId xmlns:a16="http://schemas.microsoft.com/office/drawing/2014/main" id="{03675F68-66CB-42CB-922B-AE781BC56437}"/>
              </a:ext>
            </a:extLst>
          </p:cNvPr>
          <p:cNvSpPr/>
          <p:nvPr/>
        </p:nvSpPr>
        <p:spPr>
          <a:xfrm rot="1487383" flipH="1">
            <a:off x="10318179" y="6016482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" name="Oval 275">
            <a:extLst>
              <a:ext uri="{FF2B5EF4-FFF2-40B4-BE49-F238E27FC236}">
                <a16:creationId xmlns:a16="http://schemas.microsoft.com/office/drawing/2014/main" id="{D0BA2FF7-3ABF-44EF-89A0-38EE29F0EBD2}"/>
              </a:ext>
            </a:extLst>
          </p:cNvPr>
          <p:cNvSpPr/>
          <p:nvPr/>
        </p:nvSpPr>
        <p:spPr>
          <a:xfrm rot="1487383" flipH="1">
            <a:off x="10361986" y="6007535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7" name="Oval 276">
            <a:extLst>
              <a:ext uri="{FF2B5EF4-FFF2-40B4-BE49-F238E27FC236}">
                <a16:creationId xmlns:a16="http://schemas.microsoft.com/office/drawing/2014/main" id="{95203244-764C-41D8-B097-FDDEFE7F5731}"/>
              </a:ext>
            </a:extLst>
          </p:cNvPr>
          <p:cNvSpPr/>
          <p:nvPr/>
        </p:nvSpPr>
        <p:spPr>
          <a:xfrm rot="1487383" flipH="1">
            <a:off x="10388169" y="5978800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8" name="Oval 277">
            <a:extLst>
              <a:ext uri="{FF2B5EF4-FFF2-40B4-BE49-F238E27FC236}">
                <a16:creationId xmlns:a16="http://schemas.microsoft.com/office/drawing/2014/main" id="{BFBA0571-55B9-49F3-9651-F79DA58F9D9F}"/>
              </a:ext>
            </a:extLst>
          </p:cNvPr>
          <p:cNvSpPr/>
          <p:nvPr/>
        </p:nvSpPr>
        <p:spPr>
          <a:xfrm rot="1487383" flipH="1">
            <a:off x="10414464" y="6013791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9" name="Oval 278">
            <a:extLst>
              <a:ext uri="{FF2B5EF4-FFF2-40B4-BE49-F238E27FC236}">
                <a16:creationId xmlns:a16="http://schemas.microsoft.com/office/drawing/2014/main" id="{5278AD0B-C953-4314-9468-5C68165E532A}"/>
              </a:ext>
            </a:extLst>
          </p:cNvPr>
          <p:cNvSpPr/>
          <p:nvPr/>
        </p:nvSpPr>
        <p:spPr>
          <a:xfrm rot="1487383" flipH="1">
            <a:off x="10368346" y="6044111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0" name="Oval 279">
            <a:extLst>
              <a:ext uri="{FF2B5EF4-FFF2-40B4-BE49-F238E27FC236}">
                <a16:creationId xmlns:a16="http://schemas.microsoft.com/office/drawing/2014/main" id="{3A5E304F-5CA8-47A9-B957-E140A2265EF4}"/>
              </a:ext>
            </a:extLst>
          </p:cNvPr>
          <p:cNvSpPr/>
          <p:nvPr/>
        </p:nvSpPr>
        <p:spPr>
          <a:xfrm rot="1487383" flipH="1">
            <a:off x="10402898" y="6049014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26B5861D-97EC-4E05-8FDF-04A65E65F38C}"/>
              </a:ext>
            </a:extLst>
          </p:cNvPr>
          <p:cNvGrpSpPr/>
          <p:nvPr/>
        </p:nvGrpSpPr>
        <p:grpSpPr>
          <a:xfrm rot="1487383" flipV="1">
            <a:off x="7594620" y="5523903"/>
            <a:ext cx="57780" cy="16840"/>
            <a:chOff x="3581271" y="4083050"/>
            <a:chExt cx="435901" cy="127046"/>
          </a:xfrm>
        </p:grpSpPr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137ACD27-97A6-4046-A490-FD891A1FA3D0}"/>
                </a:ext>
              </a:extLst>
            </p:cNvPr>
            <p:cNvSpPr/>
            <p:nvPr/>
          </p:nvSpPr>
          <p:spPr>
            <a:xfrm>
              <a:off x="3619500" y="4083050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9CF6B9FF-8B9D-4B42-A414-360DAF261D53}"/>
                </a:ext>
              </a:extLst>
            </p:cNvPr>
            <p:cNvSpPr/>
            <p:nvPr/>
          </p:nvSpPr>
          <p:spPr>
            <a:xfrm rot="19929913">
              <a:off x="3629822" y="4178346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2D6CB032-88D2-42DB-AB7F-735F7D7D7E97}"/>
                </a:ext>
              </a:extLst>
            </p:cNvPr>
            <p:cNvSpPr/>
            <p:nvPr/>
          </p:nvSpPr>
          <p:spPr>
            <a:xfrm rot="19929913">
              <a:off x="3601711" y="4174516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A5D256A-159B-4399-8AEB-FAD55FEE2B06}"/>
                </a:ext>
              </a:extLst>
            </p:cNvPr>
            <p:cNvSpPr/>
            <p:nvPr/>
          </p:nvSpPr>
          <p:spPr>
            <a:xfrm rot="21147420">
              <a:off x="3588644" y="4124019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A3FC6EA7-6C7A-4D80-8244-D91CBC71C828}"/>
                </a:ext>
              </a:extLst>
            </p:cNvPr>
            <p:cNvSpPr/>
            <p:nvPr/>
          </p:nvSpPr>
          <p:spPr>
            <a:xfrm rot="20607331">
              <a:off x="3581271" y="4159181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5" name="Teardrop 16">
            <a:extLst>
              <a:ext uri="{FF2B5EF4-FFF2-40B4-BE49-F238E27FC236}">
                <a16:creationId xmlns:a16="http://schemas.microsoft.com/office/drawing/2014/main" id="{D3D38E15-B585-4C6F-8105-EBF4A731FE2B}"/>
              </a:ext>
            </a:extLst>
          </p:cNvPr>
          <p:cNvSpPr/>
          <p:nvPr/>
        </p:nvSpPr>
        <p:spPr>
          <a:xfrm rot="1487383" flipV="1">
            <a:off x="7583604" y="5543650"/>
            <a:ext cx="180533" cy="130478"/>
          </a:xfrm>
          <a:custGeom>
            <a:avLst/>
            <a:gdLst>
              <a:gd name="connsiteX0" fmla="*/ 0 w 1358900"/>
              <a:gd name="connsiteY0" fmla="*/ 490538 h 981075"/>
              <a:gd name="connsiteX1" fmla="*/ 679450 w 1358900"/>
              <a:gd name="connsiteY1" fmla="*/ 0 h 981075"/>
              <a:gd name="connsiteX2" fmla="*/ 1358900 w 1358900"/>
              <a:gd name="connsiteY2" fmla="*/ 0 h 981075"/>
              <a:gd name="connsiteX3" fmla="*/ 1358900 w 1358900"/>
              <a:gd name="connsiteY3" fmla="*/ 490538 h 981075"/>
              <a:gd name="connsiteX4" fmla="*/ 679450 w 1358900"/>
              <a:gd name="connsiteY4" fmla="*/ 981076 h 981075"/>
              <a:gd name="connsiteX5" fmla="*/ 0 w 1358900"/>
              <a:gd name="connsiteY5" fmla="*/ 490538 h 981075"/>
              <a:gd name="connsiteX0" fmla="*/ 9735 w 1368635"/>
              <a:gd name="connsiteY0" fmla="*/ 490538 h 993013"/>
              <a:gd name="connsiteX1" fmla="*/ 689185 w 1368635"/>
              <a:gd name="connsiteY1" fmla="*/ 0 h 993013"/>
              <a:gd name="connsiteX2" fmla="*/ 1368635 w 1368635"/>
              <a:gd name="connsiteY2" fmla="*/ 0 h 993013"/>
              <a:gd name="connsiteX3" fmla="*/ 1368635 w 1368635"/>
              <a:gd name="connsiteY3" fmla="*/ 490538 h 993013"/>
              <a:gd name="connsiteX4" fmla="*/ 689185 w 1368635"/>
              <a:gd name="connsiteY4" fmla="*/ 981076 h 993013"/>
              <a:gd name="connsiteX5" fmla="*/ 314535 w 1368635"/>
              <a:gd name="connsiteY5" fmla="*/ 812800 h 993013"/>
              <a:gd name="connsiteX6" fmla="*/ 9735 w 1368635"/>
              <a:gd name="connsiteY6" fmla="*/ 490538 h 993013"/>
              <a:gd name="connsiteX0" fmla="*/ 3056 w 1361956"/>
              <a:gd name="connsiteY0" fmla="*/ 490538 h 993013"/>
              <a:gd name="connsiteX1" fmla="*/ 682506 w 1361956"/>
              <a:gd name="connsiteY1" fmla="*/ 0 h 993013"/>
              <a:gd name="connsiteX2" fmla="*/ 1361956 w 1361956"/>
              <a:gd name="connsiteY2" fmla="*/ 0 h 993013"/>
              <a:gd name="connsiteX3" fmla="*/ 1361956 w 1361956"/>
              <a:gd name="connsiteY3" fmla="*/ 490538 h 993013"/>
              <a:gd name="connsiteX4" fmla="*/ 682506 w 1361956"/>
              <a:gd name="connsiteY4" fmla="*/ 981076 h 993013"/>
              <a:gd name="connsiteX5" fmla="*/ 307856 w 1361956"/>
              <a:gd name="connsiteY5" fmla="*/ 812800 h 993013"/>
              <a:gd name="connsiteX6" fmla="*/ 3056 w 1361956"/>
              <a:gd name="connsiteY6" fmla="*/ 490538 h 993013"/>
              <a:gd name="connsiteX0" fmla="*/ 3056 w 1361956"/>
              <a:gd name="connsiteY0" fmla="*/ 490538 h 984342"/>
              <a:gd name="connsiteX1" fmla="*/ 682506 w 1361956"/>
              <a:gd name="connsiteY1" fmla="*/ 0 h 984342"/>
              <a:gd name="connsiteX2" fmla="*/ 1361956 w 1361956"/>
              <a:gd name="connsiteY2" fmla="*/ 0 h 984342"/>
              <a:gd name="connsiteX3" fmla="*/ 1361956 w 1361956"/>
              <a:gd name="connsiteY3" fmla="*/ 490538 h 984342"/>
              <a:gd name="connsiteX4" fmla="*/ 682506 w 1361956"/>
              <a:gd name="connsiteY4" fmla="*/ 981076 h 984342"/>
              <a:gd name="connsiteX5" fmla="*/ 307856 w 1361956"/>
              <a:gd name="connsiteY5" fmla="*/ 812800 h 984342"/>
              <a:gd name="connsiteX6" fmla="*/ 3056 w 1361956"/>
              <a:gd name="connsiteY6" fmla="*/ 490538 h 984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61956" h="984342">
                <a:moveTo>
                  <a:pt x="3056" y="490538"/>
                </a:moveTo>
                <a:cubicBezTo>
                  <a:pt x="-36102" y="253471"/>
                  <a:pt x="307256" y="0"/>
                  <a:pt x="682506" y="0"/>
                </a:cubicBezTo>
                <a:lnTo>
                  <a:pt x="1361956" y="0"/>
                </a:lnTo>
                <a:lnTo>
                  <a:pt x="1361956" y="490538"/>
                </a:lnTo>
                <a:cubicBezTo>
                  <a:pt x="1361956" y="761455"/>
                  <a:pt x="870889" y="1016266"/>
                  <a:pt x="682506" y="981076"/>
                </a:cubicBezTo>
                <a:cubicBezTo>
                  <a:pt x="494123" y="945886"/>
                  <a:pt x="421098" y="894556"/>
                  <a:pt x="307856" y="812800"/>
                </a:cubicBezTo>
                <a:cubicBezTo>
                  <a:pt x="194614" y="731044"/>
                  <a:pt x="42214" y="727605"/>
                  <a:pt x="3056" y="49053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6" name="Oval 255">
            <a:extLst>
              <a:ext uri="{FF2B5EF4-FFF2-40B4-BE49-F238E27FC236}">
                <a16:creationId xmlns:a16="http://schemas.microsoft.com/office/drawing/2014/main" id="{F163EEF9-6BE3-4BBB-8E40-5B5F816DD049}"/>
              </a:ext>
            </a:extLst>
          </p:cNvPr>
          <p:cNvSpPr/>
          <p:nvPr/>
        </p:nvSpPr>
        <p:spPr>
          <a:xfrm rot="1487383" flipH="1">
            <a:off x="7673959" y="5557058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7" name="Oval 256">
            <a:extLst>
              <a:ext uri="{FF2B5EF4-FFF2-40B4-BE49-F238E27FC236}">
                <a16:creationId xmlns:a16="http://schemas.microsoft.com/office/drawing/2014/main" id="{9A23E4BC-1211-4826-BFFF-7218D1E8382B}"/>
              </a:ext>
            </a:extLst>
          </p:cNvPr>
          <p:cNvSpPr/>
          <p:nvPr/>
        </p:nvSpPr>
        <p:spPr>
          <a:xfrm rot="1487383" flipH="1">
            <a:off x="7646923" y="5587956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8" name="Oval 257">
            <a:extLst>
              <a:ext uri="{FF2B5EF4-FFF2-40B4-BE49-F238E27FC236}">
                <a16:creationId xmlns:a16="http://schemas.microsoft.com/office/drawing/2014/main" id="{7C0DAFC8-C7E1-453E-8448-B35F33F22073}"/>
              </a:ext>
            </a:extLst>
          </p:cNvPr>
          <p:cNvSpPr/>
          <p:nvPr/>
        </p:nvSpPr>
        <p:spPr>
          <a:xfrm rot="1487383" flipH="1">
            <a:off x="7609407" y="5582245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9" name="Oval 258">
            <a:extLst>
              <a:ext uri="{FF2B5EF4-FFF2-40B4-BE49-F238E27FC236}">
                <a16:creationId xmlns:a16="http://schemas.microsoft.com/office/drawing/2014/main" id="{6B80B779-A24E-4647-AD4E-0217120D9DDF}"/>
              </a:ext>
            </a:extLst>
          </p:cNvPr>
          <p:cNvSpPr/>
          <p:nvPr/>
        </p:nvSpPr>
        <p:spPr>
          <a:xfrm rot="1487383" flipH="1">
            <a:off x="7629965" y="5623680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2F91D498-F729-4129-A5D8-1B57C848E2C5}"/>
              </a:ext>
            </a:extLst>
          </p:cNvPr>
          <p:cNvSpPr/>
          <p:nvPr/>
        </p:nvSpPr>
        <p:spPr>
          <a:xfrm rot="1487383" flipH="1">
            <a:off x="7673772" y="5614733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1" name="Oval 260">
            <a:extLst>
              <a:ext uri="{FF2B5EF4-FFF2-40B4-BE49-F238E27FC236}">
                <a16:creationId xmlns:a16="http://schemas.microsoft.com/office/drawing/2014/main" id="{2D47F793-3BBE-4DDA-B4D8-0F9851D85687}"/>
              </a:ext>
            </a:extLst>
          </p:cNvPr>
          <p:cNvSpPr/>
          <p:nvPr/>
        </p:nvSpPr>
        <p:spPr>
          <a:xfrm rot="1487383" flipH="1">
            <a:off x="7699955" y="5585998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Oval 261">
            <a:extLst>
              <a:ext uri="{FF2B5EF4-FFF2-40B4-BE49-F238E27FC236}">
                <a16:creationId xmlns:a16="http://schemas.microsoft.com/office/drawing/2014/main" id="{5A879005-ED1D-4F21-8645-3D4DEF93ABDF}"/>
              </a:ext>
            </a:extLst>
          </p:cNvPr>
          <p:cNvSpPr/>
          <p:nvPr/>
        </p:nvSpPr>
        <p:spPr>
          <a:xfrm rot="1487383" flipH="1">
            <a:off x="7726250" y="5620989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3" name="Oval 262">
            <a:extLst>
              <a:ext uri="{FF2B5EF4-FFF2-40B4-BE49-F238E27FC236}">
                <a16:creationId xmlns:a16="http://schemas.microsoft.com/office/drawing/2014/main" id="{4FE9E21B-A8DD-4F74-B832-A391AC8E7CB4}"/>
              </a:ext>
            </a:extLst>
          </p:cNvPr>
          <p:cNvSpPr/>
          <p:nvPr/>
        </p:nvSpPr>
        <p:spPr>
          <a:xfrm rot="1487383" flipH="1">
            <a:off x="7680132" y="5651309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4" name="Oval 263">
            <a:extLst>
              <a:ext uri="{FF2B5EF4-FFF2-40B4-BE49-F238E27FC236}">
                <a16:creationId xmlns:a16="http://schemas.microsoft.com/office/drawing/2014/main" id="{726F59C6-D32F-4920-BF93-C734A52803E0}"/>
              </a:ext>
            </a:extLst>
          </p:cNvPr>
          <p:cNvSpPr/>
          <p:nvPr/>
        </p:nvSpPr>
        <p:spPr>
          <a:xfrm rot="1487383" flipH="1">
            <a:off x="7714684" y="5656212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C3EB3C56-354F-4D94-90CE-B744C459DD69}"/>
              </a:ext>
            </a:extLst>
          </p:cNvPr>
          <p:cNvGrpSpPr/>
          <p:nvPr/>
        </p:nvGrpSpPr>
        <p:grpSpPr>
          <a:xfrm rot="1487383" flipV="1">
            <a:off x="7223370" y="5893335"/>
            <a:ext cx="57780" cy="16840"/>
            <a:chOff x="3581271" y="4083050"/>
            <a:chExt cx="435901" cy="127046"/>
          </a:xfrm>
        </p:grpSpPr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608E33A2-38CD-41B9-8907-D224E9437588}"/>
                </a:ext>
              </a:extLst>
            </p:cNvPr>
            <p:cNvSpPr/>
            <p:nvPr/>
          </p:nvSpPr>
          <p:spPr>
            <a:xfrm>
              <a:off x="3619500" y="4083050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D45DBA98-E5DC-45EF-B64A-4FA85E6F2A0E}"/>
                </a:ext>
              </a:extLst>
            </p:cNvPr>
            <p:cNvSpPr/>
            <p:nvPr/>
          </p:nvSpPr>
          <p:spPr>
            <a:xfrm rot="19929913">
              <a:off x="3629822" y="4178346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AC0FA62F-CCB2-4127-B8CA-8690B47AE4C4}"/>
                </a:ext>
              </a:extLst>
            </p:cNvPr>
            <p:cNvSpPr/>
            <p:nvPr/>
          </p:nvSpPr>
          <p:spPr>
            <a:xfrm rot="19929913">
              <a:off x="3601711" y="4174516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977CCA9A-2D68-4254-BE16-3262F883F110}"/>
                </a:ext>
              </a:extLst>
            </p:cNvPr>
            <p:cNvSpPr/>
            <p:nvPr/>
          </p:nvSpPr>
          <p:spPr>
            <a:xfrm rot="21147420">
              <a:off x="3588644" y="4124019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C7EBCD0A-A845-463E-A492-92B7EBC15F00}"/>
                </a:ext>
              </a:extLst>
            </p:cNvPr>
            <p:cNvSpPr/>
            <p:nvPr/>
          </p:nvSpPr>
          <p:spPr>
            <a:xfrm rot="20607331">
              <a:off x="3581271" y="4159181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9" name="Teardrop 16">
            <a:extLst>
              <a:ext uri="{FF2B5EF4-FFF2-40B4-BE49-F238E27FC236}">
                <a16:creationId xmlns:a16="http://schemas.microsoft.com/office/drawing/2014/main" id="{C389BD09-A498-41B4-8084-5750FA0183BA}"/>
              </a:ext>
            </a:extLst>
          </p:cNvPr>
          <p:cNvSpPr/>
          <p:nvPr/>
        </p:nvSpPr>
        <p:spPr>
          <a:xfrm rot="1487383" flipV="1">
            <a:off x="7212354" y="5913082"/>
            <a:ext cx="180533" cy="130478"/>
          </a:xfrm>
          <a:custGeom>
            <a:avLst/>
            <a:gdLst>
              <a:gd name="connsiteX0" fmla="*/ 0 w 1358900"/>
              <a:gd name="connsiteY0" fmla="*/ 490538 h 981075"/>
              <a:gd name="connsiteX1" fmla="*/ 679450 w 1358900"/>
              <a:gd name="connsiteY1" fmla="*/ 0 h 981075"/>
              <a:gd name="connsiteX2" fmla="*/ 1358900 w 1358900"/>
              <a:gd name="connsiteY2" fmla="*/ 0 h 981075"/>
              <a:gd name="connsiteX3" fmla="*/ 1358900 w 1358900"/>
              <a:gd name="connsiteY3" fmla="*/ 490538 h 981075"/>
              <a:gd name="connsiteX4" fmla="*/ 679450 w 1358900"/>
              <a:gd name="connsiteY4" fmla="*/ 981076 h 981075"/>
              <a:gd name="connsiteX5" fmla="*/ 0 w 1358900"/>
              <a:gd name="connsiteY5" fmla="*/ 490538 h 981075"/>
              <a:gd name="connsiteX0" fmla="*/ 9735 w 1368635"/>
              <a:gd name="connsiteY0" fmla="*/ 490538 h 993013"/>
              <a:gd name="connsiteX1" fmla="*/ 689185 w 1368635"/>
              <a:gd name="connsiteY1" fmla="*/ 0 h 993013"/>
              <a:gd name="connsiteX2" fmla="*/ 1368635 w 1368635"/>
              <a:gd name="connsiteY2" fmla="*/ 0 h 993013"/>
              <a:gd name="connsiteX3" fmla="*/ 1368635 w 1368635"/>
              <a:gd name="connsiteY3" fmla="*/ 490538 h 993013"/>
              <a:gd name="connsiteX4" fmla="*/ 689185 w 1368635"/>
              <a:gd name="connsiteY4" fmla="*/ 981076 h 993013"/>
              <a:gd name="connsiteX5" fmla="*/ 314535 w 1368635"/>
              <a:gd name="connsiteY5" fmla="*/ 812800 h 993013"/>
              <a:gd name="connsiteX6" fmla="*/ 9735 w 1368635"/>
              <a:gd name="connsiteY6" fmla="*/ 490538 h 993013"/>
              <a:gd name="connsiteX0" fmla="*/ 3056 w 1361956"/>
              <a:gd name="connsiteY0" fmla="*/ 490538 h 993013"/>
              <a:gd name="connsiteX1" fmla="*/ 682506 w 1361956"/>
              <a:gd name="connsiteY1" fmla="*/ 0 h 993013"/>
              <a:gd name="connsiteX2" fmla="*/ 1361956 w 1361956"/>
              <a:gd name="connsiteY2" fmla="*/ 0 h 993013"/>
              <a:gd name="connsiteX3" fmla="*/ 1361956 w 1361956"/>
              <a:gd name="connsiteY3" fmla="*/ 490538 h 993013"/>
              <a:gd name="connsiteX4" fmla="*/ 682506 w 1361956"/>
              <a:gd name="connsiteY4" fmla="*/ 981076 h 993013"/>
              <a:gd name="connsiteX5" fmla="*/ 307856 w 1361956"/>
              <a:gd name="connsiteY5" fmla="*/ 812800 h 993013"/>
              <a:gd name="connsiteX6" fmla="*/ 3056 w 1361956"/>
              <a:gd name="connsiteY6" fmla="*/ 490538 h 993013"/>
              <a:gd name="connsiteX0" fmla="*/ 3056 w 1361956"/>
              <a:gd name="connsiteY0" fmla="*/ 490538 h 984342"/>
              <a:gd name="connsiteX1" fmla="*/ 682506 w 1361956"/>
              <a:gd name="connsiteY1" fmla="*/ 0 h 984342"/>
              <a:gd name="connsiteX2" fmla="*/ 1361956 w 1361956"/>
              <a:gd name="connsiteY2" fmla="*/ 0 h 984342"/>
              <a:gd name="connsiteX3" fmla="*/ 1361956 w 1361956"/>
              <a:gd name="connsiteY3" fmla="*/ 490538 h 984342"/>
              <a:gd name="connsiteX4" fmla="*/ 682506 w 1361956"/>
              <a:gd name="connsiteY4" fmla="*/ 981076 h 984342"/>
              <a:gd name="connsiteX5" fmla="*/ 307856 w 1361956"/>
              <a:gd name="connsiteY5" fmla="*/ 812800 h 984342"/>
              <a:gd name="connsiteX6" fmla="*/ 3056 w 1361956"/>
              <a:gd name="connsiteY6" fmla="*/ 490538 h 984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61956" h="984342">
                <a:moveTo>
                  <a:pt x="3056" y="490538"/>
                </a:moveTo>
                <a:cubicBezTo>
                  <a:pt x="-36102" y="253471"/>
                  <a:pt x="307256" y="0"/>
                  <a:pt x="682506" y="0"/>
                </a:cubicBezTo>
                <a:lnTo>
                  <a:pt x="1361956" y="0"/>
                </a:lnTo>
                <a:lnTo>
                  <a:pt x="1361956" y="490538"/>
                </a:lnTo>
                <a:cubicBezTo>
                  <a:pt x="1361956" y="761455"/>
                  <a:pt x="870889" y="1016266"/>
                  <a:pt x="682506" y="981076"/>
                </a:cubicBezTo>
                <a:cubicBezTo>
                  <a:pt x="494123" y="945886"/>
                  <a:pt x="421098" y="894556"/>
                  <a:pt x="307856" y="812800"/>
                </a:cubicBezTo>
                <a:cubicBezTo>
                  <a:pt x="194614" y="731044"/>
                  <a:pt x="42214" y="727605"/>
                  <a:pt x="3056" y="49053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0" name="Oval 239">
            <a:extLst>
              <a:ext uri="{FF2B5EF4-FFF2-40B4-BE49-F238E27FC236}">
                <a16:creationId xmlns:a16="http://schemas.microsoft.com/office/drawing/2014/main" id="{DB9A96B5-6F7E-4C6E-95BF-F4F0A3169518}"/>
              </a:ext>
            </a:extLst>
          </p:cNvPr>
          <p:cNvSpPr/>
          <p:nvPr/>
        </p:nvSpPr>
        <p:spPr>
          <a:xfrm rot="1487383" flipH="1">
            <a:off x="7302709" y="5926490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" name="Oval 240">
            <a:extLst>
              <a:ext uri="{FF2B5EF4-FFF2-40B4-BE49-F238E27FC236}">
                <a16:creationId xmlns:a16="http://schemas.microsoft.com/office/drawing/2014/main" id="{CD2CF0CA-D1E8-4EFE-A50C-F4156FB75425}"/>
              </a:ext>
            </a:extLst>
          </p:cNvPr>
          <p:cNvSpPr/>
          <p:nvPr/>
        </p:nvSpPr>
        <p:spPr>
          <a:xfrm rot="1487383" flipH="1">
            <a:off x="7275673" y="5957388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2" name="Oval 241">
            <a:extLst>
              <a:ext uri="{FF2B5EF4-FFF2-40B4-BE49-F238E27FC236}">
                <a16:creationId xmlns:a16="http://schemas.microsoft.com/office/drawing/2014/main" id="{5EB64EDC-701C-43A8-A4CF-04BCAAE3360B}"/>
              </a:ext>
            </a:extLst>
          </p:cNvPr>
          <p:cNvSpPr/>
          <p:nvPr/>
        </p:nvSpPr>
        <p:spPr>
          <a:xfrm rot="1487383" flipH="1">
            <a:off x="7238157" y="5951677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3" name="Oval 242">
            <a:extLst>
              <a:ext uri="{FF2B5EF4-FFF2-40B4-BE49-F238E27FC236}">
                <a16:creationId xmlns:a16="http://schemas.microsoft.com/office/drawing/2014/main" id="{DF0D8C47-F40B-4450-B1CD-B16FD6B1B76B}"/>
              </a:ext>
            </a:extLst>
          </p:cNvPr>
          <p:cNvSpPr/>
          <p:nvPr/>
        </p:nvSpPr>
        <p:spPr>
          <a:xfrm rot="1487383" flipH="1">
            <a:off x="7258715" y="5993112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4" name="Oval 243">
            <a:extLst>
              <a:ext uri="{FF2B5EF4-FFF2-40B4-BE49-F238E27FC236}">
                <a16:creationId xmlns:a16="http://schemas.microsoft.com/office/drawing/2014/main" id="{801E52D5-DFBC-41DB-A5CB-E359A04FA759}"/>
              </a:ext>
            </a:extLst>
          </p:cNvPr>
          <p:cNvSpPr/>
          <p:nvPr/>
        </p:nvSpPr>
        <p:spPr>
          <a:xfrm rot="1487383" flipH="1">
            <a:off x="7302522" y="5984165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5" name="Oval 244">
            <a:extLst>
              <a:ext uri="{FF2B5EF4-FFF2-40B4-BE49-F238E27FC236}">
                <a16:creationId xmlns:a16="http://schemas.microsoft.com/office/drawing/2014/main" id="{AB74597B-1305-45B8-8E66-CAB814CB70B3}"/>
              </a:ext>
            </a:extLst>
          </p:cNvPr>
          <p:cNvSpPr/>
          <p:nvPr/>
        </p:nvSpPr>
        <p:spPr>
          <a:xfrm rot="1487383" flipH="1">
            <a:off x="7328705" y="5955430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6" name="Oval 245">
            <a:extLst>
              <a:ext uri="{FF2B5EF4-FFF2-40B4-BE49-F238E27FC236}">
                <a16:creationId xmlns:a16="http://schemas.microsoft.com/office/drawing/2014/main" id="{775D3822-BFA4-4807-AFE5-09B128E514B5}"/>
              </a:ext>
            </a:extLst>
          </p:cNvPr>
          <p:cNvSpPr/>
          <p:nvPr/>
        </p:nvSpPr>
        <p:spPr>
          <a:xfrm rot="1487383" flipH="1">
            <a:off x="7355000" y="5990421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" name="Oval 246">
            <a:extLst>
              <a:ext uri="{FF2B5EF4-FFF2-40B4-BE49-F238E27FC236}">
                <a16:creationId xmlns:a16="http://schemas.microsoft.com/office/drawing/2014/main" id="{1DB3EDB3-B92C-4F3D-96E3-7D84732CD266}"/>
              </a:ext>
            </a:extLst>
          </p:cNvPr>
          <p:cNvSpPr/>
          <p:nvPr/>
        </p:nvSpPr>
        <p:spPr>
          <a:xfrm rot="1487383" flipH="1">
            <a:off x="7308882" y="6020741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8" name="Oval 247">
            <a:extLst>
              <a:ext uri="{FF2B5EF4-FFF2-40B4-BE49-F238E27FC236}">
                <a16:creationId xmlns:a16="http://schemas.microsoft.com/office/drawing/2014/main" id="{261F6AC7-A85F-4BB8-8769-53F7EAAF3D8C}"/>
              </a:ext>
            </a:extLst>
          </p:cNvPr>
          <p:cNvSpPr/>
          <p:nvPr/>
        </p:nvSpPr>
        <p:spPr>
          <a:xfrm rot="1487383" flipH="1">
            <a:off x="7343434" y="6025644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9EFB1E66-FFD9-4861-8934-7A887A788F05}"/>
              </a:ext>
            </a:extLst>
          </p:cNvPr>
          <p:cNvGrpSpPr/>
          <p:nvPr/>
        </p:nvGrpSpPr>
        <p:grpSpPr>
          <a:xfrm rot="1487383" flipV="1">
            <a:off x="10708547" y="5610721"/>
            <a:ext cx="57780" cy="16840"/>
            <a:chOff x="3581271" y="4083050"/>
            <a:chExt cx="435901" cy="127046"/>
          </a:xfrm>
        </p:grpSpPr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8B94633A-BE74-45E8-8E23-C65FA6BBF254}"/>
                </a:ext>
              </a:extLst>
            </p:cNvPr>
            <p:cNvSpPr/>
            <p:nvPr/>
          </p:nvSpPr>
          <p:spPr>
            <a:xfrm>
              <a:off x="3619500" y="4083050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76618272-406C-4BC5-A46A-7EE0A70BD804}"/>
                </a:ext>
              </a:extLst>
            </p:cNvPr>
            <p:cNvSpPr/>
            <p:nvPr/>
          </p:nvSpPr>
          <p:spPr>
            <a:xfrm rot="19929913">
              <a:off x="3629822" y="4178346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61081C07-8E12-44B3-B1B3-86CAB20E9EF7}"/>
                </a:ext>
              </a:extLst>
            </p:cNvPr>
            <p:cNvSpPr/>
            <p:nvPr/>
          </p:nvSpPr>
          <p:spPr>
            <a:xfrm rot="19929913">
              <a:off x="3601711" y="4174516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F5C3406C-4020-47E4-9CA8-F6C3B804FE78}"/>
                </a:ext>
              </a:extLst>
            </p:cNvPr>
            <p:cNvSpPr/>
            <p:nvPr/>
          </p:nvSpPr>
          <p:spPr>
            <a:xfrm rot="21147420">
              <a:off x="3588644" y="4124019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467768D7-5BC5-4EE3-98B7-99CF96FA00D5}"/>
                </a:ext>
              </a:extLst>
            </p:cNvPr>
            <p:cNvSpPr/>
            <p:nvPr/>
          </p:nvSpPr>
          <p:spPr>
            <a:xfrm rot="20607331">
              <a:off x="3581271" y="4159181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3" name="Teardrop 16">
            <a:extLst>
              <a:ext uri="{FF2B5EF4-FFF2-40B4-BE49-F238E27FC236}">
                <a16:creationId xmlns:a16="http://schemas.microsoft.com/office/drawing/2014/main" id="{34E4DCC7-C772-44C9-9FAB-856028B2DFAD}"/>
              </a:ext>
            </a:extLst>
          </p:cNvPr>
          <p:cNvSpPr/>
          <p:nvPr/>
        </p:nvSpPr>
        <p:spPr>
          <a:xfrm rot="1487383" flipV="1">
            <a:off x="10697531" y="5630468"/>
            <a:ext cx="180533" cy="130478"/>
          </a:xfrm>
          <a:custGeom>
            <a:avLst/>
            <a:gdLst>
              <a:gd name="connsiteX0" fmla="*/ 0 w 1358900"/>
              <a:gd name="connsiteY0" fmla="*/ 490538 h 981075"/>
              <a:gd name="connsiteX1" fmla="*/ 679450 w 1358900"/>
              <a:gd name="connsiteY1" fmla="*/ 0 h 981075"/>
              <a:gd name="connsiteX2" fmla="*/ 1358900 w 1358900"/>
              <a:gd name="connsiteY2" fmla="*/ 0 h 981075"/>
              <a:gd name="connsiteX3" fmla="*/ 1358900 w 1358900"/>
              <a:gd name="connsiteY3" fmla="*/ 490538 h 981075"/>
              <a:gd name="connsiteX4" fmla="*/ 679450 w 1358900"/>
              <a:gd name="connsiteY4" fmla="*/ 981076 h 981075"/>
              <a:gd name="connsiteX5" fmla="*/ 0 w 1358900"/>
              <a:gd name="connsiteY5" fmla="*/ 490538 h 981075"/>
              <a:gd name="connsiteX0" fmla="*/ 9735 w 1368635"/>
              <a:gd name="connsiteY0" fmla="*/ 490538 h 993013"/>
              <a:gd name="connsiteX1" fmla="*/ 689185 w 1368635"/>
              <a:gd name="connsiteY1" fmla="*/ 0 h 993013"/>
              <a:gd name="connsiteX2" fmla="*/ 1368635 w 1368635"/>
              <a:gd name="connsiteY2" fmla="*/ 0 h 993013"/>
              <a:gd name="connsiteX3" fmla="*/ 1368635 w 1368635"/>
              <a:gd name="connsiteY3" fmla="*/ 490538 h 993013"/>
              <a:gd name="connsiteX4" fmla="*/ 689185 w 1368635"/>
              <a:gd name="connsiteY4" fmla="*/ 981076 h 993013"/>
              <a:gd name="connsiteX5" fmla="*/ 314535 w 1368635"/>
              <a:gd name="connsiteY5" fmla="*/ 812800 h 993013"/>
              <a:gd name="connsiteX6" fmla="*/ 9735 w 1368635"/>
              <a:gd name="connsiteY6" fmla="*/ 490538 h 993013"/>
              <a:gd name="connsiteX0" fmla="*/ 3056 w 1361956"/>
              <a:gd name="connsiteY0" fmla="*/ 490538 h 993013"/>
              <a:gd name="connsiteX1" fmla="*/ 682506 w 1361956"/>
              <a:gd name="connsiteY1" fmla="*/ 0 h 993013"/>
              <a:gd name="connsiteX2" fmla="*/ 1361956 w 1361956"/>
              <a:gd name="connsiteY2" fmla="*/ 0 h 993013"/>
              <a:gd name="connsiteX3" fmla="*/ 1361956 w 1361956"/>
              <a:gd name="connsiteY3" fmla="*/ 490538 h 993013"/>
              <a:gd name="connsiteX4" fmla="*/ 682506 w 1361956"/>
              <a:gd name="connsiteY4" fmla="*/ 981076 h 993013"/>
              <a:gd name="connsiteX5" fmla="*/ 307856 w 1361956"/>
              <a:gd name="connsiteY5" fmla="*/ 812800 h 993013"/>
              <a:gd name="connsiteX6" fmla="*/ 3056 w 1361956"/>
              <a:gd name="connsiteY6" fmla="*/ 490538 h 993013"/>
              <a:gd name="connsiteX0" fmla="*/ 3056 w 1361956"/>
              <a:gd name="connsiteY0" fmla="*/ 490538 h 984342"/>
              <a:gd name="connsiteX1" fmla="*/ 682506 w 1361956"/>
              <a:gd name="connsiteY1" fmla="*/ 0 h 984342"/>
              <a:gd name="connsiteX2" fmla="*/ 1361956 w 1361956"/>
              <a:gd name="connsiteY2" fmla="*/ 0 h 984342"/>
              <a:gd name="connsiteX3" fmla="*/ 1361956 w 1361956"/>
              <a:gd name="connsiteY3" fmla="*/ 490538 h 984342"/>
              <a:gd name="connsiteX4" fmla="*/ 682506 w 1361956"/>
              <a:gd name="connsiteY4" fmla="*/ 981076 h 984342"/>
              <a:gd name="connsiteX5" fmla="*/ 307856 w 1361956"/>
              <a:gd name="connsiteY5" fmla="*/ 812800 h 984342"/>
              <a:gd name="connsiteX6" fmla="*/ 3056 w 1361956"/>
              <a:gd name="connsiteY6" fmla="*/ 490538 h 984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61956" h="984342">
                <a:moveTo>
                  <a:pt x="3056" y="490538"/>
                </a:moveTo>
                <a:cubicBezTo>
                  <a:pt x="-36102" y="253471"/>
                  <a:pt x="307256" y="0"/>
                  <a:pt x="682506" y="0"/>
                </a:cubicBezTo>
                <a:lnTo>
                  <a:pt x="1361956" y="0"/>
                </a:lnTo>
                <a:lnTo>
                  <a:pt x="1361956" y="490538"/>
                </a:lnTo>
                <a:cubicBezTo>
                  <a:pt x="1361956" y="761455"/>
                  <a:pt x="870889" y="1016266"/>
                  <a:pt x="682506" y="981076"/>
                </a:cubicBezTo>
                <a:cubicBezTo>
                  <a:pt x="494123" y="945886"/>
                  <a:pt x="421098" y="894556"/>
                  <a:pt x="307856" y="812800"/>
                </a:cubicBezTo>
                <a:cubicBezTo>
                  <a:pt x="194614" y="731044"/>
                  <a:pt x="42214" y="727605"/>
                  <a:pt x="3056" y="49053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1B246EB4-9DE4-4352-BB69-8A4AB40182BC}"/>
              </a:ext>
            </a:extLst>
          </p:cNvPr>
          <p:cNvSpPr/>
          <p:nvPr/>
        </p:nvSpPr>
        <p:spPr>
          <a:xfrm rot="1487383" flipH="1">
            <a:off x="10787886" y="5643876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" name="Oval 224">
            <a:extLst>
              <a:ext uri="{FF2B5EF4-FFF2-40B4-BE49-F238E27FC236}">
                <a16:creationId xmlns:a16="http://schemas.microsoft.com/office/drawing/2014/main" id="{F2DEBF20-AE24-4660-A4A8-3EFF93656EED}"/>
              </a:ext>
            </a:extLst>
          </p:cNvPr>
          <p:cNvSpPr/>
          <p:nvPr/>
        </p:nvSpPr>
        <p:spPr>
          <a:xfrm rot="1487383" flipH="1">
            <a:off x="10760850" y="5674774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6" name="Oval 225">
            <a:extLst>
              <a:ext uri="{FF2B5EF4-FFF2-40B4-BE49-F238E27FC236}">
                <a16:creationId xmlns:a16="http://schemas.microsoft.com/office/drawing/2014/main" id="{67A47D15-9A8F-44A3-B941-092C01CE1E7F}"/>
              </a:ext>
            </a:extLst>
          </p:cNvPr>
          <p:cNvSpPr/>
          <p:nvPr/>
        </p:nvSpPr>
        <p:spPr>
          <a:xfrm rot="1487383" flipH="1">
            <a:off x="10723334" y="5669063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" name="Oval 226">
            <a:extLst>
              <a:ext uri="{FF2B5EF4-FFF2-40B4-BE49-F238E27FC236}">
                <a16:creationId xmlns:a16="http://schemas.microsoft.com/office/drawing/2014/main" id="{2CEA6A3A-F7CC-4B9A-848D-6052BDDFC6F9}"/>
              </a:ext>
            </a:extLst>
          </p:cNvPr>
          <p:cNvSpPr/>
          <p:nvPr/>
        </p:nvSpPr>
        <p:spPr>
          <a:xfrm rot="1487383" flipH="1">
            <a:off x="10743892" y="5710498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" name="Oval 227">
            <a:extLst>
              <a:ext uri="{FF2B5EF4-FFF2-40B4-BE49-F238E27FC236}">
                <a16:creationId xmlns:a16="http://schemas.microsoft.com/office/drawing/2014/main" id="{39945E4C-69DC-4D04-9F4E-2E371CA149DB}"/>
              </a:ext>
            </a:extLst>
          </p:cNvPr>
          <p:cNvSpPr/>
          <p:nvPr/>
        </p:nvSpPr>
        <p:spPr>
          <a:xfrm rot="1487383" flipH="1">
            <a:off x="10787699" y="5701551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" name="Oval 228">
            <a:extLst>
              <a:ext uri="{FF2B5EF4-FFF2-40B4-BE49-F238E27FC236}">
                <a16:creationId xmlns:a16="http://schemas.microsoft.com/office/drawing/2014/main" id="{EC2E0320-8831-4F91-B073-8510A6E072CF}"/>
              </a:ext>
            </a:extLst>
          </p:cNvPr>
          <p:cNvSpPr/>
          <p:nvPr/>
        </p:nvSpPr>
        <p:spPr>
          <a:xfrm rot="1487383" flipH="1">
            <a:off x="10813882" y="5672816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0" name="Oval 229">
            <a:extLst>
              <a:ext uri="{FF2B5EF4-FFF2-40B4-BE49-F238E27FC236}">
                <a16:creationId xmlns:a16="http://schemas.microsoft.com/office/drawing/2014/main" id="{3D26A13C-A1BB-4B63-9D88-28EA9105C509}"/>
              </a:ext>
            </a:extLst>
          </p:cNvPr>
          <p:cNvSpPr/>
          <p:nvPr/>
        </p:nvSpPr>
        <p:spPr>
          <a:xfrm rot="1487383" flipH="1">
            <a:off x="10840177" y="5707807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1" name="Oval 230">
            <a:extLst>
              <a:ext uri="{FF2B5EF4-FFF2-40B4-BE49-F238E27FC236}">
                <a16:creationId xmlns:a16="http://schemas.microsoft.com/office/drawing/2014/main" id="{A34E23CF-5725-424E-8A97-367AB6DD28E3}"/>
              </a:ext>
            </a:extLst>
          </p:cNvPr>
          <p:cNvSpPr/>
          <p:nvPr/>
        </p:nvSpPr>
        <p:spPr>
          <a:xfrm rot="1487383" flipH="1">
            <a:off x="10794059" y="5738127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2" name="Oval 231">
            <a:extLst>
              <a:ext uri="{FF2B5EF4-FFF2-40B4-BE49-F238E27FC236}">
                <a16:creationId xmlns:a16="http://schemas.microsoft.com/office/drawing/2014/main" id="{76CFB830-5C99-4F64-BAAD-DB3321867387}"/>
              </a:ext>
            </a:extLst>
          </p:cNvPr>
          <p:cNvSpPr/>
          <p:nvPr/>
        </p:nvSpPr>
        <p:spPr>
          <a:xfrm rot="1487383" flipH="1">
            <a:off x="10828611" y="5743030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9576DDE4-99FA-4229-A66C-1CDC2AD407ED}"/>
              </a:ext>
            </a:extLst>
          </p:cNvPr>
          <p:cNvGrpSpPr/>
          <p:nvPr/>
        </p:nvGrpSpPr>
        <p:grpSpPr>
          <a:xfrm rot="1487383" flipV="1">
            <a:off x="11129853" y="5969895"/>
            <a:ext cx="57780" cy="16840"/>
            <a:chOff x="3581271" y="4083050"/>
            <a:chExt cx="435901" cy="127046"/>
          </a:xfrm>
        </p:grpSpPr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94898B5-CAF1-4A04-94F3-DDE28926ABFA}"/>
                </a:ext>
              </a:extLst>
            </p:cNvPr>
            <p:cNvSpPr/>
            <p:nvPr/>
          </p:nvSpPr>
          <p:spPr>
            <a:xfrm>
              <a:off x="3619500" y="4083050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71C3AF85-3A8D-4C10-89FB-AE2723EE3561}"/>
                </a:ext>
              </a:extLst>
            </p:cNvPr>
            <p:cNvSpPr/>
            <p:nvPr/>
          </p:nvSpPr>
          <p:spPr>
            <a:xfrm rot="19929913">
              <a:off x="3629822" y="4178346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BDD5DD90-A633-4DF5-9A68-D84652DAD330}"/>
                </a:ext>
              </a:extLst>
            </p:cNvPr>
            <p:cNvSpPr/>
            <p:nvPr/>
          </p:nvSpPr>
          <p:spPr>
            <a:xfrm rot="19929913">
              <a:off x="3601711" y="4174516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6D54795-EF38-48BA-B212-4D9DCA7E70D4}"/>
                </a:ext>
              </a:extLst>
            </p:cNvPr>
            <p:cNvSpPr/>
            <p:nvPr/>
          </p:nvSpPr>
          <p:spPr>
            <a:xfrm rot="21147420">
              <a:off x="3588644" y="4124019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DC01F85C-DEBA-4060-921A-24A3501D0856}"/>
                </a:ext>
              </a:extLst>
            </p:cNvPr>
            <p:cNvSpPr/>
            <p:nvPr/>
          </p:nvSpPr>
          <p:spPr>
            <a:xfrm rot="20607331">
              <a:off x="3581271" y="4159181"/>
              <a:ext cx="387350" cy="31750"/>
            </a:xfrm>
            <a:custGeom>
              <a:avLst/>
              <a:gdLst>
                <a:gd name="connsiteX0" fmla="*/ 387350 w 387350"/>
                <a:gd name="connsiteY0" fmla="*/ 0 h 31750"/>
                <a:gd name="connsiteX1" fmla="*/ 311150 w 387350"/>
                <a:gd name="connsiteY1" fmla="*/ 12700 h 31750"/>
                <a:gd name="connsiteX2" fmla="*/ 82550 w 387350"/>
                <a:gd name="connsiteY2" fmla="*/ 25400 h 31750"/>
                <a:gd name="connsiteX3" fmla="*/ 0 w 387350"/>
                <a:gd name="connsiteY3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350" h="31750">
                  <a:moveTo>
                    <a:pt x="387350" y="0"/>
                  </a:moveTo>
                  <a:cubicBezTo>
                    <a:pt x="358995" y="5671"/>
                    <a:pt x="341223" y="9836"/>
                    <a:pt x="311150" y="12700"/>
                  </a:cubicBezTo>
                  <a:cubicBezTo>
                    <a:pt x="227256" y="20690"/>
                    <a:pt x="171119" y="20339"/>
                    <a:pt x="82550" y="25400"/>
                  </a:cubicBezTo>
                  <a:cubicBezTo>
                    <a:pt x="54997" y="26974"/>
                    <a:pt x="0" y="31750"/>
                    <a:pt x="0" y="31750"/>
                  </a:cubicBezTo>
                </a:path>
              </a:pathLst>
            </a:custGeom>
            <a:solidFill>
              <a:schemeClr val="accent6"/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7" name="Teardrop 16">
            <a:extLst>
              <a:ext uri="{FF2B5EF4-FFF2-40B4-BE49-F238E27FC236}">
                <a16:creationId xmlns:a16="http://schemas.microsoft.com/office/drawing/2014/main" id="{874195EC-BA86-4E04-B536-39F0CB5F7DC5}"/>
              </a:ext>
            </a:extLst>
          </p:cNvPr>
          <p:cNvSpPr/>
          <p:nvPr/>
        </p:nvSpPr>
        <p:spPr>
          <a:xfrm rot="1487383" flipV="1">
            <a:off x="11118837" y="5989642"/>
            <a:ext cx="180533" cy="130478"/>
          </a:xfrm>
          <a:custGeom>
            <a:avLst/>
            <a:gdLst>
              <a:gd name="connsiteX0" fmla="*/ 0 w 1358900"/>
              <a:gd name="connsiteY0" fmla="*/ 490538 h 981075"/>
              <a:gd name="connsiteX1" fmla="*/ 679450 w 1358900"/>
              <a:gd name="connsiteY1" fmla="*/ 0 h 981075"/>
              <a:gd name="connsiteX2" fmla="*/ 1358900 w 1358900"/>
              <a:gd name="connsiteY2" fmla="*/ 0 h 981075"/>
              <a:gd name="connsiteX3" fmla="*/ 1358900 w 1358900"/>
              <a:gd name="connsiteY3" fmla="*/ 490538 h 981075"/>
              <a:gd name="connsiteX4" fmla="*/ 679450 w 1358900"/>
              <a:gd name="connsiteY4" fmla="*/ 981076 h 981075"/>
              <a:gd name="connsiteX5" fmla="*/ 0 w 1358900"/>
              <a:gd name="connsiteY5" fmla="*/ 490538 h 981075"/>
              <a:gd name="connsiteX0" fmla="*/ 9735 w 1368635"/>
              <a:gd name="connsiteY0" fmla="*/ 490538 h 993013"/>
              <a:gd name="connsiteX1" fmla="*/ 689185 w 1368635"/>
              <a:gd name="connsiteY1" fmla="*/ 0 h 993013"/>
              <a:gd name="connsiteX2" fmla="*/ 1368635 w 1368635"/>
              <a:gd name="connsiteY2" fmla="*/ 0 h 993013"/>
              <a:gd name="connsiteX3" fmla="*/ 1368635 w 1368635"/>
              <a:gd name="connsiteY3" fmla="*/ 490538 h 993013"/>
              <a:gd name="connsiteX4" fmla="*/ 689185 w 1368635"/>
              <a:gd name="connsiteY4" fmla="*/ 981076 h 993013"/>
              <a:gd name="connsiteX5" fmla="*/ 314535 w 1368635"/>
              <a:gd name="connsiteY5" fmla="*/ 812800 h 993013"/>
              <a:gd name="connsiteX6" fmla="*/ 9735 w 1368635"/>
              <a:gd name="connsiteY6" fmla="*/ 490538 h 993013"/>
              <a:gd name="connsiteX0" fmla="*/ 3056 w 1361956"/>
              <a:gd name="connsiteY0" fmla="*/ 490538 h 993013"/>
              <a:gd name="connsiteX1" fmla="*/ 682506 w 1361956"/>
              <a:gd name="connsiteY1" fmla="*/ 0 h 993013"/>
              <a:gd name="connsiteX2" fmla="*/ 1361956 w 1361956"/>
              <a:gd name="connsiteY2" fmla="*/ 0 h 993013"/>
              <a:gd name="connsiteX3" fmla="*/ 1361956 w 1361956"/>
              <a:gd name="connsiteY3" fmla="*/ 490538 h 993013"/>
              <a:gd name="connsiteX4" fmla="*/ 682506 w 1361956"/>
              <a:gd name="connsiteY4" fmla="*/ 981076 h 993013"/>
              <a:gd name="connsiteX5" fmla="*/ 307856 w 1361956"/>
              <a:gd name="connsiteY5" fmla="*/ 812800 h 993013"/>
              <a:gd name="connsiteX6" fmla="*/ 3056 w 1361956"/>
              <a:gd name="connsiteY6" fmla="*/ 490538 h 993013"/>
              <a:gd name="connsiteX0" fmla="*/ 3056 w 1361956"/>
              <a:gd name="connsiteY0" fmla="*/ 490538 h 984342"/>
              <a:gd name="connsiteX1" fmla="*/ 682506 w 1361956"/>
              <a:gd name="connsiteY1" fmla="*/ 0 h 984342"/>
              <a:gd name="connsiteX2" fmla="*/ 1361956 w 1361956"/>
              <a:gd name="connsiteY2" fmla="*/ 0 h 984342"/>
              <a:gd name="connsiteX3" fmla="*/ 1361956 w 1361956"/>
              <a:gd name="connsiteY3" fmla="*/ 490538 h 984342"/>
              <a:gd name="connsiteX4" fmla="*/ 682506 w 1361956"/>
              <a:gd name="connsiteY4" fmla="*/ 981076 h 984342"/>
              <a:gd name="connsiteX5" fmla="*/ 307856 w 1361956"/>
              <a:gd name="connsiteY5" fmla="*/ 812800 h 984342"/>
              <a:gd name="connsiteX6" fmla="*/ 3056 w 1361956"/>
              <a:gd name="connsiteY6" fmla="*/ 490538 h 984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61956" h="984342">
                <a:moveTo>
                  <a:pt x="3056" y="490538"/>
                </a:moveTo>
                <a:cubicBezTo>
                  <a:pt x="-36102" y="253471"/>
                  <a:pt x="307256" y="0"/>
                  <a:pt x="682506" y="0"/>
                </a:cubicBezTo>
                <a:lnTo>
                  <a:pt x="1361956" y="0"/>
                </a:lnTo>
                <a:lnTo>
                  <a:pt x="1361956" y="490538"/>
                </a:lnTo>
                <a:cubicBezTo>
                  <a:pt x="1361956" y="761455"/>
                  <a:pt x="870889" y="1016266"/>
                  <a:pt x="682506" y="981076"/>
                </a:cubicBezTo>
                <a:cubicBezTo>
                  <a:pt x="494123" y="945886"/>
                  <a:pt x="421098" y="894556"/>
                  <a:pt x="307856" y="812800"/>
                </a:cubicBezTo>
                <a:cubicBezTo>
                  <a:pt x="194614" y="731044"/>
                  <a:pt x="42214" y="727605"/>
                  <a:pt x="3056" y="49053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19081E47-B92B-4CDC-971B-6B57E7A9F78D}"/>
              </a:ext>
            </a:extLst>
          </p:cNvPr>
          <p:cNvSpPr/>
          <p:nvPr/>
        </p:nvSpPr>
        <p:spPr>
          <a:xfrm rot="1487383" flipH="1">
            <a:off x="11209192" y="6003050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A6FF0683-2E49-45D0-A2F1-034AD32AAB1F}"/>
              </a:ext>
            </a:extLst>
          </p:cNvPr>
          <p:cNvSpPr/>
          <p:nvPr/>
        </p:nvSpPr>
        <p:spPr>
          <a:xfrm rot="1487383" flipH="1">
            <a:off x="11182156" y="6033948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9A4912CE-DD20-4A90-A393-ACAEFB857303}"/>
              </a:ext>
            </a:extLst>
          </p:cNvPr>
          <p:cNvSpPr/>
          <p:nvPr/>
        </p:nvSpPr>
        <p:spPr>
          <a:xfrm rot="1487383" flipH="1">
            <a:off x="11144640" y="6028237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B6446A0F-A71F-462F-9F43-10B344CF68B5}"/>
              </a:ext>
            </a:extLst>
          </p:cNvPr>
          <p:cNvSpPr/>
          <p:nvPr/>
        </p:nvSpPr>
        <p:spPr>
          <a:xfrm rot="1487383" flipH="1">
            <a:off x="11165198" y="6069672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2CC22281-CA47-415A-B3E2-EB8117FBB76A}"/>
              </a:ext>
            </a:extLst>
          </p:cNvPr>
          <p:cNvSpPr/>
          <p:nvPr/>
        </p:nvSpPr>
        <p:spPr>
          <a:xfrm rot="1487383" flipH="1">
            <a:off x="11209005" y="6060725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" name="Oval 212">
            <a:extLst>
              <a:ext uri="{FF2B5EF4-FFF2-40B4-BE49-F238E27FC236}">
                <a16:creationId xmlns:a16="http://schemas.microsoft.com/office/drawing/2014/main" id="{2FBEF3BB-1D40-414A-8F6E-176C1B3C244A}"/>
              </a:ext>
            </a:extLst>
          </p:cNvPr>
          <p:cNvSpPr/>
          <p:nvPr/>
        </p:nvSpPr>
        <p:spPr>
          <a:xfrm rot="1487383" flipH="1">
            <a:off x="11235188" y="6031990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043EDF15-F6BD-49EF-90A5-674E75E4F7EA}"/>
              </a:ext>
            </a:extLst>
          </p:cNvPr>
          <p:cNvSpPr/>
          <p:nvPr/>
        </p:nvSpPr>
        <p:spPr>
          <a:xfrm rot="1487383" flipH="1">
            <a:off x="11261483" y="6066981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0373AC25-3F69-4F35-858B-4DCAF740F26F}"/>
              </a:ext>
            </a:extLst>
          </p:cNvPr>
          <p:cNvSpPr/>
          <p:nvPr/>
        </p:nvSpPr>
        <p:spPr>
          <a:xfrm rot="1487383" flipH="1">
            <a:off x="11215365" y="6097301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8A4E7BD7-2442-4470-B098-391019BA1C1D}"/>
              </a:ext>
            </a:extLst>
          </p:cNvPr>
          <p:cNvSpPr/>
          <p:nvPr/>
        </p:nvSpPr>
        <p:spPr>
          <a:xfrm rot="1487383" flipH="1">
            <a:off x="11249917" y="6102204"/>
            <a:ext cx="24013" cy="240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CBFCC99-2816-4BCE-9454-A6E599A14346}"/>
              </a:ext>
            </a:extLst>
          </p:cNvPr>
          <p:cNvGrpSpPr/>
          <p:nvPr/>
        </p:nvGrpSpPr>
        <p:grpSpPr>
          <a:xfrm rot="1487383" flipV="1">
            <a:off x="8633255" y="5935131"/>
            <a:ext cx="196979" cy="130478"/>
            <a:chOff x="3581271" y="3289300"/>
            <a:chExt cx="1486029" cy="984342"/>
          </a:xfrm>
        </p:grpSpPr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88E6ED31-9896-404A-9F0C-279DFEEB402E}"/>
                </a:ext>
              </a:extLst>
            </p:cNvPr>
            <p:cNvGrpSpPr/>
            <p:nvPr/>
          </p:nvGrpSpPr>
          <p:grpSpPr>
            <a:xfrm>
              <a:off x="3581271" y="4083050"/>
              <a:ext cx="435901" cy="127046"/>
              <a:chOff x="3581271" y="4083050"/>
              <a:chExt cx="435901" cy="127046"/>
            </a:xfrm>
          </p:grpSpPr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3EB07145-2071-41DE-8DBD-8B8975301BB0}"/>
                  </a:ext>
                </a:extLst>
              </p:cNvPr>
              <p:cNvSpPr/>
              <p:nvPr/>
            </p:nvSpPr>
            <p:spPr>
              <a:xfrm>
                <a:off x="3619500" y="4083050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B1085540-CB82-42B9-8463-607F08CF097D}"/>
                  </a:ext>
                </a:extLst>
              </p:cNvPr>
              <p:cNvSpPr/>
              <p:nvPr/>
            </p:nvSpPr>
            <p:spPr>
              <a:xfrm rot="19929913">
                <a:off x="3629822" y="4178346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EA0C8521-729E-4525-A4A2-DBDFD4590010}"/>
                  </a:ext>
                </a:extLst>
              </p:cNvPr>
              <p:cNvSpPr/>
              <p:nvPr/>
            </p:nvSpPr>
            <p:spPr>
              <a:xfrm rot="19929913">
                <a:off x="3601711" y="4174516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30804A9E-1C4F-481F-83D5-62D72F74A04C}"/>
                  </a:ext>
                </a:extLst>
              </p:cNvPr>
              <p:cNvSpPr/>
              <p:nvPr/>
            </p:nvSpPr>
            <p:spPr>
              <a:xfrm rot="21147420">
                <a:off x="3588644" y="4124019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2A719C38-A438-4BE2-902C-D18B14F17EBE}"/>
                  </a:ext>
                </a:extLst>
              </p:cNvPr>
              <p:cNvSpPr/>
              <p:nvPr/>
            </p:nvSpPr>
            <p:spPr>
              <a:xfrm rot="20607331">
                <a:off x="3581271" y="4159181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1" name="Teardrop 16">
              <a:extLst>
                <a:ext uri="{FF2B5EF4-FFF2-40B4-BE49-F238E27FC236}">
                  <a16:creationId xmlns:a16="http://schemas.microsoft.com/office/drawing/2014/main" id="{A3BFF67E-2A8C-4F1B-8C59-86D0F635392F}"/>
                </a:ext>
              </a:extLst>
            </p:cNvPr>
            <p:cNvSpPr/>
            <p:nvPr/>
          </p:nvSpPr>
          <p:spPr>
            <a:xfrm>
              <a:off x="3705344" y="3289300"/>
              <a:ext cx="1361956" cy="984342"/>
            </a:xfrm>
            <a:custGeom>
              <a:avLst/>
              <a:gdLst>
                <a:gd name="connsiteX0" fmla="*/ 0 w 1358900"/>
                <a:gd name="connsiteY0" fmla="*/ 490538 h 981075"/>
                <a:gd name="connsiteX1" fmla="*/ 679450 w 1358900"/>
                <a:gd name="connsiteY1" fmla="*/ 0 h 981075"/>
                <a:gd name="connsiteX2" fmla="*/ 1358900 w 1358900"/>
                <a:gd name="connsiteY2" fmla="*/ 0 h 981075"/>
                <a:gd name="connsiteX3" fmla="*/ 1358900 w 1358900"/>
                <a:gd name="connsiteY3" fmla="*/ 490538 h 981075"/>
                <a:gd name="connsiteX4" fmla="*/ 679450 w 1358900"/>
                <a:gd name="connsiteY4" fmla="*/ 981076 h 981075"/>
                <a:gd name="connsiteX5" fmla="*/ 0 w 1358900"/>
                <a:gd name="connsiteY5" fmla="*/ 490538 h 981075"/>
                <a:gd name="connsiteX0" fmla="*/ 9735 w 1368635"/>
                <a:gd name="connsiteY0" fmla="*/ 490538 h 993013"/>
                <a:gd name="connsiteX1" fmla="*/ 689185 w 1368635"/>
                <a:gd name="connsiteY1" fmla="*/ 0 h 993013"/>
                <a:gd name="connsiteX2" fmla="*/ 1368635 w 1368635"/>
                <a:gd name="connsiteY2" fmla="*/ 0 h 993013"/>
                <a:gd name="connsiteX3" fmla="*/ 1368635 w 1368635"/>
                <a:gd name="connsiteY3" fmla="*/ 490538 h 993013"/>
                <a:gd name="connsiteX4" fmla="*/ 689185 w 1368635"/>
                <a:gd name="connsiteY4" fmla="*/ 981076 h 993013"/>
                <a:gd name="connsiteX5" fmla="*/ 314535 w 1368635"/>
                <a:gd name="connsiteY5" fmla="*/ 812800 h 993013"/>
                <a:gd name="connsiteX6" fmla="*/ 9735 w 1368635"/>
                <a:gd name="connsiteY6" fmla="*/ 490538 h 993013"/>
                <a:gd name="connsiteX0" fmla="*/ 3056 w 1361956"/>
                <a:gd name="connsiteY0" fmla="*/ 490538 h 993013"/>
                <a:gd name="connsiteX1" fmla="*/ 682506 w 1361956"/>
                <a:gd name="connsiteY1" fmla="*/ 0 h 993013"/>
                <a:gd name="connsiteX2" fmla="*/ 1361956 w 1361956"/>
                <a:gd name="connsiteY2" fmla="*/ 0 h 993013"/>
                <a:gd name="connsiteX3" fmla="*/ 1361956 w 1361956"/>
                <a:gd name="connsiteY3" fmla="*/ 490538 h 993013"/>
                <a:gd name="connsiteX4" fmla="*/ 682506 w 1361956"/>
                <a:gd name="connsiteY4" fmla="*/ 981076 h 993013"/>
                <a:gd name="connsiteX5" fmla="*/ 307856 w 1361956"/>
                <a:gd name="connsiteY5" fmla="*/ 812800 h 993013"/>
                <a:gd name="connsiteX6" fmla="*/ 3056 w 1361956"/>
                <a:gd name="connsiteY6" fmla="*/ 490538 h 993013"/>
                <a:gd name="connsiteX0" fmla="*/ 3056 w 1361956"/>
                <a:gd name="connsiteY0" fmla="*/ 490538 h 984342"/>
                <a:gd name="connsiteX1" fmla="*/ 682506 w 1361956"/>
                <a:gd name="connsiteY1" fmla="*/ 0 h 984342"/>
                <a:gd name="connsiteX2" fmla="*/ 1361956 w 1361956"/>
                <a:gd name="connsiteY2" fmla="*/ 0 h 984342"/>
                <a:gd name="connsiteX3" fmla="*/ 1361956 w 1361956"/>
                <a:gd name="connsiteY3" fmla="*/ 490538 h 984342"/>
                <a:gd name="connsiteX4" fmla="*/ 682506 w 1361956"/>
                <a:gd name="connsiteY4" fmla="*/ 981076 h 984342"/>
                <a:gd name="connsiteX5" fmla="*/ 307856 w 1361956"/>
                <a:gd name="connsiteY5" fmla="*/ 812800 h 984342"/>
                <a:gd name="connsiteX6" fmla="*/ 3056 w 1361956"/>
                <a:gd name="connsiteY6" fmla="*/ 490538 h 98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1956" h="984342">
                  <a:moveTo>
                    <a:pt x="3056" y="490538"/>
                  </a:moveTo>
                  <a:cubicBezTo>
                    <a:pt x="-36102" y="253471"/>
                    <a:pt x="307256" y="0"/>
                    <a:pt x="682506" y="0"/>
                  </a:cubicBezTo>
                  <a:lnTo>
                    <a:pt x="1361956" y="0"/>
                  </a:lnTo>
                  <a:lnTo>
                    <a:pt x="1361956" y="490538"/>
                  </a:lnTo>
                  <a:cubicBezTo>
                    <a:pt x="1361956" y="761455"/>
                    <a:pt x="870889" y="1016266"/>
                    <a:pt x="682506" y="981076"/>
                  </a:cubicBezTo>
                  <a:cubicBezTo>
                    <a:pt x="494123" y="945886"/>
                    <a:pt x="421098" y="894556"/>
                    <a:pt x="307856" y="812800"/>
                  </a:cubicBezTo>
                  <a:cubicBezTo>
                    <a:pt x="194614" y="731044"/>
                    <a:pt x="42214" y="727605"/>
                    <a:pt x="3056" y="49053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5E384B9E-3008-4331-A85F-52A166FE7AC4}"/>
                </a:ext>
              </a:extLst>
            </p:cNvPr>
            <p:cNvSpPr/>
            <p:nvPr/>
          </p:nvSpPr>
          <p:spPr>
            <a:xfrm flipH="1" flipV="1">
              <a:off x="4252615" y="4001909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E97D727A-8686-40B5-999E-4183F4E2966B}"/>
                </a:ext>
              </a:extLst>
            </p:cNvPr>
            <p:cNvSpPr/>
            <p:nvPr/>
          </p:nvSpPr>
          <p:spPr>
            <a:xfrm flipH="1" flipV="1">
              <a:off x="4165183" y="3704776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AB794D4E-D77B-45DC-A3DF-4908E4E1B439}"/>
                </a:ext>
              </a:extLst>
            </p:cNvPr>
            <p:cNvSpPr/>
            <p:nvPr/>
          </p:nvSpPr>
          <p:spPr>
            <a:xfrm flipH="1" flipV="1">
              <a:off x="3890172" y="3625220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E154918E-99A0-4563-B05E-11C3B842DED9}"/>
                </a:ext>
              </a:extLst>
            </p:cNvPr>
            <p:cNvSpPr/>
            <p:nvPr/>
          </p:nvSpPr>
          <p:spPr>
            <a:xfrm flipH="1" flipV="1">
              <a:off x="4162038" y="3406461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A4D03734-986B-4F78-AC7F-89F7EE3A027B}"/>
                </a:ext>
              </a:extLst>
            </p:cNvPr>
            <p:cNvSpPr/>
            <p:nvPr/>
          </p:nvSpPr>
          <p:spPr>
            <a:xfrm flipH="1" flipV="1">
              <a:off x="4433769" y="3606305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04BB568B-2B14-4AAE-87A0-FDD8191D1FA7}"/>
                </a:ext>
              </a:extLst>
            </p:cNvPr>
            <p:cNvSpPr/>
            <p:nvPr/>
          </p:nvSpPr>
          <p:spPr>
            <a:xfrm flipH="1" flipV="1">
              <a:off x="4522200" y="3885930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8E1E0B58-ECDF-4559-80ED-F21C260A6576}"/>
                </a:ext>
              </a:extLst>
            </p:cNvPr>
            <p:cNvSpPr/>
            <p:nvPr/>
          </p:nvSpPr>
          <p:spPr>
            <a:xfrm flipH="1" flipV="1">
              <a:off x="4812976" y="3729452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9652DE90-12F3-4257-8AC5-E7D8D676C93F}"/>
                </a:ext>
              </a:extLst>
            </p:cNvPr>
            <p:cNvSpPr/>
            <p:nvPr/>
          </p:nvSpPr>
          <p:spPr>
            <a:xfrm flipH="1" flipV="1">
              <a:off x="4593026" y="3375916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36FD2561-1A3B-465C-AAD0-F01BE56F7456}"/>
                </a:ext>
              </a:extLst>
            </p:cNvPr>
            <p:cNvSpPr/>
            <p:nvPr/>
          </p:nvSpPr>
          <p:spPr>
            <a:xfrm flipH="1" flipV="1">
              <a:off x="4845175" y="3451628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EDF618F-A131-4B50-84DE-38540CCD4297}"/>
              </a:ext>
            </a:extLst>
          </p:cNvPr>
          <p:cNvGrpSpPr/>
          <p:nvPr/>
        </p:nvGrpSpPr>
        <p:grpSpPr>
          <a:xfrm rot="1487383" flipV="1">
            <a:off x="7978213" y="5870985"/>
            <a:ext cx="196979" cy="130478"/>
            <a:chOff x="3581271" y="3289300"/>
            <a:chExt cx="1486029" cy="984342"/>
          </a:xfrm>
        </p:grpSpPr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5CFA84A4-BDC8-46C6-93DF-7200D74403FC}"/>
                </a:ext>
              </a:extLst>
            </p:cNvPr>
            <p:cNvGrpSpPr/>
            <p:nvPr/>
          </p:nvGrpSpPr>
          <p:grpSpPr>
            <a:xfrm>
              <a:off x="3581271" y="4083050"/>
              <a:ext cx="435901" cy="127046"/>
              <a:chOff x="3581271" y="4083050"/>
              <a:chExt cx="435901" cy="127046"/>
            </a:xfrm>
          </p:grpSpPr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3A6A35B8-DFD9-4AAB-A615-9AD6DD32693E}"/>
                  </a:ext>
                </a:extLst>
              </p:cNvPr>
              <p:cNvSpPr/>
              <p:nvPr/>
            </p:nvSpPr>
            <p:spPr>
              <a:xfrm>
                <a:off x="3619500" y="4083050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E40A8977-DC17-44CE-80AF-ECA232BAC13F}"/>
                  </a:ext>
                </a:extLst>
              </p:cNvPr>
              <p:cNvSpPr/>
              <p:nvPr/>
            </p:nvSpPr>
            <p:spPr>
              <a:xfrm rot="19929913">
                <a:off x="3629822" y="4178346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375915DD-FAE5-4498-B0AE-E93FEC28CC54}"/>
                  </a:ext>
                </a:extLst>
              </p:cNvPr>
              <p:cNvSpPr/>
              <p:nvPr/>
            </p:nvSpPr>
            <p:spPr>
              <a:xfrm rot="19929913">
                <a:off x="3601711" y="4174516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60C4931D-B59F-4385-9D8C-8EC51042324C}"/>
                  </a:ext>
                </a:extLst>
              </p:cNvPr>
              <p:cNvSpPr/>
              <p:nvPr/>
            </p:nvSpPr>
            <p:spPr>
              <a:xfrm rot="21147420">
                <a:off x="3588644" y="4124019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27A08743-8C8E-4488-9E4C-13A424092919}"/>
                  </a:ext>
                </a:extLst>
              </p:cNvPr>
              <p:cNvSpPr/>
              <p:nvPr/>
            </p:nvSpPr>
            <p:spPr>
              <a:xfrm rot="20607331">
                <a:off x="3581271" y="4159181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5" name="Teardrop 16">
              <a:extLst>
                <a:ext uri="{FF2B5EF4-FFF2-40B4-BE49-F238E27FC236}">
                  <a16:creationId xmlns:a16="http://schemas.microsoft.com/office/drawing/2014/main" id="{BC6875A5-1264-48F2-9371-2BAFB117A2D8}"/>
                </a:ext>
              </a:extLst>
            </p:cNvPr>
            <p:cNvSpPr/>
            <p:nvPr/>
          </p:nvSpPr>
          <p:spPr>
            <a:xfrm>
              <a:off x="3705344" y="3289300"/>
              <a:ext cx="1361956" cy="984342"/>
            </a:xfrm>
            <a:custGeom>
              <a:avLst/>
              <a:gdLst>
                <a:gd name="connsiteX0" fmla="*/ 0 w 1358900"/>
                <a:gd name="connsiteY0" fmla="*/ 490538 h 981075"/>
                <a:gd name="connsiteX1" fmla="*/ 679450 w 1358900"/>
                <a:gd name="connsiteY1" fmla="*/ 0 h 981075"/>
                <a:gd name="connsiteX2" fmla="*/ 1358900 w 1358900"/>
                <a:gd name="connsiteY2" fmla="*/ 0 h 981075"/>
                <a:gd name="connsiteX3" fmla="*/ 1358900 w 1358900"/>
                <a:gd name="connsiteY3" fmla="*/ 490538 h 981075"/>
                <a:gd name="connsiteX4" fmla="*/ 679450 w 1358900"/>
                <a:gd name="connsiteY4" fmla="*/ 981076 h 981075"/>
                <a:gd name="connsiteX5" fmla="*/ 0 w 1358900"/>
                <a:gd name="connsiteY5" fmla="*/ 490538 h 981075"/>
                <a:gd name="connsiteX0" fmla="*/ 9735 w 1368635"/>
                <a:gd name="connsiteY0" fmla="*/ 490538 h 993013"/>
                <a:gd name="connsiteX1" fmla="*/ 689185 w 1368635"/>
                <a:gd name="connsiteY1" fmla="*/ 0 h 993013"/>
                <a:gd name="connsiteX2" fmla="*/ 1368635 w 1368635"/>
                <a:gd name="connsiteY2" fmla="*/ 0 h 993013"/>
                <a:gd name="connsiteX3" fmla="*/ 1368635 w 1368635"/>
                <a:gd name="connsiteY3" fmla="*/ 490538 h 993013"/>
                <a:gd name="connsiteX4" fmla="*/ 689185 w 1368635"/>
                <a:gd name="connsiteY4" fmla="*/ 981076 h 993013"/>
                <a:gd name="connsiteX5" fmla="*/ 314535 w 1368635"/>
                <a:gd name="connsiteY5" fmla="*/ 812800 h 993013"/>
                <a:gd name="connsiteX6" fmla="*/ 9735 w 1368635"/>
                <a:gd name="connsiteY6" fmla="*/ 490538 h 993013"/>
                <a:gd name="connsiteX0" fmla="*/ 3056 w 1361956"/>
                <a:gd name="connsiteY0" fmla="*/ 490538 h 993013"/>
                <a:gd name="connsiteX1" fmla="*/ 682506 w 1361956"/>
                <a:gd name="connsiteY1" fmla="*/ 0 h 993013"/>
                <a:gd name="connsiteX2" fmla="*/ 1361956 w 1361956"/>
                <a:gd name="connsiteY2" fmla="*/ 0 h 993013"/>
                <a:gd name="connsiteX3" fmla="*/ 1361956 w 1361956"/>
                <a:gd name="connsiteY3" fmla="*/ 490538 h 993013"/>
                <a:gd name="connsiteX4" fmla="*/ 682506 w 1361956"/>
                <a:gd name="connsiteY4" fmla="*/ 981076 h 993013"/>
                <a:gd name="connsiteX5" fmla="*/ 307856 w 1361956"/>
                <a:gd name="connsiteY5" fmla="*/ 812800 h 993013"/>
                <a:gd name="connsiteX6" fmla="*/ 3056 w 1361956"/>
                <a:gd name="connsiteY6" fmla="*/ 490538 h 993013"/>
                <a:gd name="connsiteX0" fmla="*/ 3056 w 1361956"/>
                <a:gd name="connsiteY0" fmla="*/ 490538 h 984342"/>
                <a:gd name="connsiteX1" fmla="*/ 682506 w 1361956"/>
                <a:gd name="connsiteY1" fmla="*/ 0 h 984342"/>
                <a:gd name="connsiteX2" fmla="*/ 1361956 w 1361956"/>
                <a:gd name="connsiteY2" fmla="*/ 0 h 984342"/>
                <a:gd name="connsiteX3" fmla="*/ 1361956 w 1361956"/>
                <a:gd name="connsiteY3" fmla="*/ 490538 h 984342"/>
                <a:gd name="connsiteX4" fmla="*/ 682506 w 1361956"/>
                <a:gd name="connsiteY4" fmla="*/ 981076 h 984342"/>
                <a:gd name="connsiteX5" fmla="*/ 307856 w 1361956"/>
                <a:gd name="connsiteY5" fmla="*/ 812800 h 984342"/>
                <a:gd name="connsiteX6" fmla="*/ 3056 w 1361956"/>
                <a:gd name="connsiteY6" fmla="*/ 490538 h 98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1956" h="984342">
                  <a:moveTo>
                    <a:pt x="3056" y="490538"/>
                  </a:moveTo>
                  <a:cubicBezTo>
                    <a:pt x="-36102" y="253471"/>
                    <a:pt x="307256" y="0"/>
                    <a:pt x="682506" y="0"/>
                  </a:cubicBezTo>
                  <a:lnTo>
                    <a:pt x="1361956" y="0"/>
                  </a:lnTo>
                  <a:lnTo>
                    <a:pt x="1361956" y="490538"/>
                  </a:lnTo>
                  <a:cubicBezTo>
                    <a:pt x="1361956" y="761455"/>
                    <a:pt x="870889" y="1016266"/>
                    <a:pt x="682506" y="981076"/>
                  </a:cubicBezTo>
                  <a:cubicBezTo>
                    <a:pt x="494123" y="945886"/>
                    <a:pt x="421098" y="894556"/>
                    <a:pt x="307856" y="812800"/>
                  </a:cubicBezTo>
                  <a:cubicBezTo>
                    <a:pt x="194614" y="731044"/>
                    <a:pt x="42214" y="727605"/>
                    <a:pt x="3056" y="49053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7F4E2872-40B2-4528-8983-B8431B3478CE}"/>
                </a:ext>
              </a:extLst>
            </p:cNvPr>
            <p:cNvSpPr/>
            <p:nvPr/>
          </p:nvSpPr>
          <p:spPr>
            <a:xfrm flipH="1" flipV="1">
              <a:off x="4252615" y="4001909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CE553A3D-2FE0-453E-A5F8-09A0645CB93D}"/>
                </a:ext>
              </a:extLst>
            </p:cNvPr>
            <p:cNvSpPr/>
            <p:nvPr/>
          </p:nvSpPr>
          <p:spPr>
            <a:xfrm flipH="1" flipV="1">
              <a:off x="4165183" y="3704776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07697D57-D4C5-4D13-A649-044472224441}"/>
                </a:ext>
              </a:extLst>
            </p:cNvPr>
            <p:cNvSpPr/>
            <p:nvPr/>
          </p:nvSpPr>
          <p:spPr>
            <a:xfrm flipH="1" flipV="1">
              <a:off x="3890172" y="3625220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6D6011F6-0F13-4EC1-8DCD-ECDA5329AFE8}"/>
                </a:ext>
              </a:extLst>
            </p:cNvPr>
            <p:cNvSpPr/>
            <p:nvPr/>
          </p:nvSpPr>
          <p:spPr>
            <a:xfrm flipH="1" flipV="1">
              <a:off x="4162038" y="3406461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3AAAEDD3-BC2C-4015-A971-65A6E3111DEF}"/>
                </a:ext>
              </a:extLst>
            </p:cNvPr>
            <p:cNvSpPr/>
            <p:nvPr/>
          </p:nvSpPr>
          <p:spPr>
            <a:xfrm flipH="1" flipV="1">
              <a:off x="4433769" y="3606305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B03AF6CD-6986-44CA-BD13-18B634CE8EAE}"/>
                </a:ext>
              </a:extLst>
            </p:cNvPr>
            <p:cNvSpPr/>
            <p:nvPr/>
          </p:nvSpPr>
          <p:spPr>
            <a:xfrm flipH="1" flipV="1">
              <a:off x="4522200" y="3885930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Oval 181">
              <a:extLst>
                <a:ext uri="{FF2B5EF4-FFF2-40B4-BE49-F238E27FC236}">
                  <a16:creationId xmlns:a16="http://schemas.microsoft.com/office/drawing/2014/main" id="{B6A8A8EB-A43D-4278-8F75-F5C54939B5F8}"/>
                </a:ext>
              </a:extLst>
            </p:cNvPr>
            <p:cNvSpPr/>
            <p:nvPr/>
          </p:nvSpPr>
          <p:spPr>
            <a:xfrm flipH="1" flipV="1">
              <a:off x="4812976" y="3729452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906C659B-6985-479E-84FB-3EF9A3ABF6E4}"/>
                </a:ext>
              </a:extLst>
            </p:cNvPr>
            <p:cNvSpPr/>
            <p:nvPr/>
          </p:nvSpPr>
          <p:spPr>
            <a:xfrm flipH="1" flipV="1">
              <a:off x="4593026" y="3375916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A2003179-A006-4445-964A-4E0A77B12D5A}"/>
                </a:ext>
              </a:extLst>
            </p:cNvPr>
            <p:cNvSpPr/>
            <p:nvPr/>
          </p:nvSpPr>
          <p:spPr>
            <a:xfrm flipH="1" flipV="1">
              <a:off x="4845175" y="3451628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603F17D-3C5F-4D5F-8660-4DBDB78FF023}"/>
              </a:ext>
            </a:extLst>
          </p:cNvPr>
          <p:cNvGrpSpPr/>
          <p:nvPr/>
        </p:nvGrpSpPr>
        <p:grpSpPr>
          <a:xfrm rot="1487383" flipV="1">
            <a:off x="8257613" y="5532878"/>
            <a:ext cx="196979" cy="130478"/>
            <a:chOff x="3581271" y="3289300"/>
            <a:chExt cx="1486029" cy="984342"/>
          </a:xfrm>
        </p:grpSpPr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2FC364F3-3C6A-432F-A6C4-E776600DE408}"/>
                </a:ext>
              </a:extLst>
            </p:cNvPr>
            <p:cNvGrpSpPr/>
            <p:nvPr/>
          </p:nvGrpSpPr>
          <p:grpSpPr>
            <a:xfrm>
              <a:off x="3581271" y="4083050"/>
              <a:ext cx="435901" cy="127046"/>
              <a:chOff x="3581271" y="4083050"/>
              <a:chExt cx="435901" cy="127046"/>
            </a:xfrm>
          </p:grpSpPr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76D8BF98-5C79-4E4B-AA33-50D9D765121E}"/>
                  </a:ext>
                </a:extLst>
              </p:cNvPr>
              <p:cNvSpPr/>
              <p:nvPr/>
            </p:nvSpPr>
            <p:spPr>
              <a:xfrm>
                <a:off x="3619500" y="4083050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239B4DC1-FD61-4961-8D3D-A52EE156CBDC}"/>
                  </a:ext>
                </a:extLst>
              </p:cNvPr>
              <p:cNvSpPr/>
              <p:nvPr/>
            </p:nvSpPr>
            <p:spPr>
              <a:xfrm rot="19929913">
                <a:off x="3629822" y="4178346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9E46F7B-E77F-4400-9896-0164D6B929F9}"/>
                  </a:ext>
                </a:extLst>
              </p:cNvPr>
              <p:cNvSpPr/>
              <p:nvPr/>
            </p:nvSpPr>
            <p:spPr>
              <a:xfrm rot="19929913">
                <a:off x="3601711" y="4174516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7F364E76-1F91-4A90-8400-3BF03F6F0AA0}"/>
                  </a:ext>
                </a:extLst>
              </p:cNvPr>
              <p:cNvSpPr/>
              <p:nvPr/>
            </p:nvSpPr>
            <p:spPr>
              <a:xfrm rot="21147420">
                <a:off x="3588644" y="4124019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3116A838-AB95-4961-99EC-E25CF60A3AA7}"/>
                  </a:ext>
                </a:extLst>
              </p:cNvPr>
              <p:cNvSpPr/>
              <p:nvPr/>
            </p:nvSpPr>
            <p:spPr>
              <a:xfrm rot="20607331">
                <a:off x="3581271" y="4159181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9" name="Teardrop 16">
              <a:extLst>
                <a:ext uri="{FF2B5EF4-FFF2-40B4-BE49-F238E27FC236}">
                  <a16:creationId xmlns:a16="http://schemas.microsoft.com/office/drawing/2014/main" id="{4A87F338-FF92-4B29-B293-336DB40884A4}"/>
                </a:ext>
              </a:extLst>
            </p:cNvPr>
            <p:cNvSpPr/>
            <p:nvPr/>
          </p:nvSpPr>
          <p:spPr>
            <a:xfrm>
              <a:off x="3705344" y="3289300"/>
              <a:ext cx="1361956" cy="984342"/>
            </a:xfrm>
            <a:custGeom>
              <a:avLst/>
              <a:gdLst>
                <a:gd name="connsiteX0" fmla="*/ 0 w 1358900"/>
                <a:gd name="connsiteY0" fmla="*/ 490538 h 981075"/>
                <a:gd name="connsiteX1" fmla="*/ 679450 w 1358900"/>
                <a:gd name="connsiteY1" fmla="*/ 0 h 981075"/>
                <a:gd name="connsiteX2" fmla="*/ 1358900 w 1358900"/>
                <a:gd name="connsiteY2" fmla="*/ 0 h 981075"/>
                <a:gd name="connsiteX3" fmla="*/ 1358900 w 1358900"/>
                <a:gd name="connsiteY3" fmla="*/ 490538 h 981075"/>
                <a:gd name="connsiteX4" fmla="*/ 679450 w 1358900"/>
                <a:gd name="connsiteY4" fmla="*/ 981076 h 981075"/>
                <a:gd name="connsiteX5" fmla="*/ 0 w 1358900"/>
                <a:gd name="connsiteY5" fmla="*/ 490538 h 981075"/>
                <a:gd name="connsiteX0" fmla="*/ 9735 w 1368635"/>
                <a:gd name="connsiteY0" fmla="*/ 490538 h 993013"/>
                <a:gd name="connsiteX1" fmla="*/ 689185 w 1368635"/>
                <a:gd name="connsiteY1" fmla="*/ 0 h 993013"/>
                <a:gd name="connsiteX2" fmla="*/ 1368635 w 1368635"/>
                <a:gd name="connsiteY2" fmla="*/ 0 h 993013"/>
                <a:gd name="connsiteX3" fmla="*/ 1368635 w 1368635"/>
                <a:gd name="connsiteY3" fmla="*/ 490538 h 993013"/>
                <a:gd name="connsiteX4" fmla="*/ 689185 w 1368635"/>
                <a:gd name="connsiteY4" fmla="*/ 981076 h 993013"/>
                <a:gd name="connsiteX5" fmla="*/ 314535 w 1368635"/>
                <a:gd name="connsiteY5" fmla="*/ 812800 h 993013"/>
                <a:gd name="connsiteX6" fmla="*/ 9735 w 1368635"/>
                <a:gd name="connsiteY6" fmla="*/ 490538 h 993013"/>
                <a:gd name="connsiteX0" fmla="*/ 3056 w 1361956"/>
                <a:gd name="connsiteY0" fmla="*/ 490538 h 993013"/>
                <a:gd name="connsiteX1" fmla="*/ 682506 w 1361956"/>
                <a:gd name="connsiteY1" fmla="*/ 0 h 993013"/>
                <a:gd name="connsiteX2" fmla="*/ 1361956 w 1361956"/>
                <a:gd name="connsiteY2" fmla="*/ 0 h 993013"/>
                <a:gd name="connsiteX3" fmla="*/ 1361956 w 1361956"/>
                <a:gd name="connsiteY3" fmla="*/ 490538 h 993013"/>
                <a:gd name="connsiteX4" fmla="*/ 682506 w 1361956"/>
                <a:gd name="connsiteY4" fmla="*/ 981076 h 993013"/>
                <a:gd name="connsiteX5" fmla="*/ 307856 w 1361956"/>
                <a:gd name="connsiteY5" fmla="*/ 812800 h 993013"/>
                <a:gd name="connsiteX6" fmla="*/ 3056 w 1361956"/>
                <a:gd name="connsiteY6" fmla="*/ 490538 h 993013"/>
                <a:gd name="connsiteX0" fmla="*/ 3056 w 1361956"/>
                <a:gd name="connsiteY0" fmla="*/ 490538 h 984342"/>
                <a:gd name="connsiteX1" fmla="*/ 682506 w 1361956"/>
                <a:gd name="connsiteY1" fmla="*/ 0 h 984342"/>
                <a:gd name="connsiteX2" fmla="*/ 1361956 w 1361956"/>
                <a:gd name="connsiteY2" fmla="*/ 0 h 984342"/>
                <a:gd name="connsiteX3" fmla="*/ 1361956 w 1361956"/>
                <a:gd name="connsiteY3" fmla="*/ 490538 h 984342"/>
                <a:gd name="connsiteX4" fmla="*/ 682506 w 1361956"/>
                <a:gd name="connsiteY4" fmla="*/ 981076 h 984342"/>
                <a:gd name="connsiteX5" fmla="*/ 307856 w 1361956"/>
                <a:gd name="connsiteY5" fmla="*/ 812800 h 984342"/>
                <a:gd name="connsiteX6" fmla="*/ 3056 w 1361956"/>
                <a:gd name="connsiteY6" fmla="*/ 490538 h 98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1956" h="984342">
                  <a:moveTo>
                    <a:pt x="3056" y="490538"/>
                  </a:moveTo>
                  <a:cubicBezTo>
                    <a:pt x="-36102" y="253471"/>
                    <a:pt x="307256" y="0"/>
                    <a:pt x="682506" y="0"/>
                  </a:cubicBezTo>
                  <a:lnTo>
                    <a:pt x="1361956" y="0"/>
                  </a:lnTo>
                  <a:lnTo>
                    <a:pt x="1361956" y="490538"/>
                  </a:lnTo>
                  <a:cubicBezTo>
                    <a:pt x="1361956" y="761455"/>
                    <a:pt x="870889" y="1016266"/>
                    <a:pt x="682506" y="981076"/>
                  </a:cubicBezTo>
                  <a:cubicBezTo>
                    <a:pt x="494123" y="945886"/>
                    <a:pt x="421098" y="894556"/>
                    <a:pt x="307856" y="812800"/>
                  </a:cubicBezTo>
                  <a:cubicBezTo>
                    <a:pt x="194614" y="731044"/>
                    <a:pt x="42214" y="727605"/>
                    <a:pt x="3056" y="49053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B4900FA3-571C-4EC3-B785-3A861B422A5B}"/>
                </a:ext>
              </a:extLst>
            </p:cNvPr>
            <p:cNvSpPr/>
            <p:nvPr/>
          </p:nvSpPr>
          <p:spPr>
            <a:xfrm flipH="1" flipV="1">
              <a:off x="4252615" y="4001909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8BF87893-9D0E-4F3C-8602-50ED47A215EA}"/>
                </a:ext>
              </a:extLst>
            </p:cNvPr>
            <p:cNvSpPr/>
            <p:nvPr/>
          </p:nvSpPr>
          <p:spPr>
            <a:xfrm flipH="1" flipV="1">
              <a:off x="4165183" y="3704776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A63CAE72-5611-421F-92E5-E2AE527E6239}"/>
                </a:ext>
              </a:extLst>
            </p:cNvPr>
            <p:cNvSpPr/>
            <p:nvPr/>
          </p:nvSpPr>
          <p:spPr>
            <a:xfrm flipH="1" flipV="1">
              <a:off x="3890172" y="3625220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5C723732-21B1-4E8A-B553-A1B936C71267}"/>
                </a:ext>
              </a:extLst>
            </p:cNvPr>
            <p:cNvSpPr/>
            <p:nvPr/>
          </p:nvSpPr>
          <p:spPr>
            <a:xfrm flipH="1" flipV="1">
              <a:off x="4162038" y="3406461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B3451B48-3A3D-4D9C-B9A2-050857434788}"/>
                </a:ext>
              </a:extLst>
            </p:cNvPr>
            <p:cNvSpPr/>
            <p:nvPr/>
          </p:nvSpPr>
          <p:spPr>
            <a:xfrm flipH="1" flipV="1">
              <a:off x="4433769" y="3606305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7005DBB4-7930-44D2-AC86-1556CC860E6D}"/>
                </a:ext>
              </a:extLst>
            </p:cNvPr>
            <p:cNvSpPr/>
            <p:nvPr/>
          </p:nvSpPr>
          <p:spPr>
            <a:xfrm flipH="1" flipV="1">
              <a:off x="4522200" y="3885930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D4BEEE74-D73A-4814-9661-A3AEA34FFFB3}"/>
                </a:ext>
              </a:extLst>
            </p:cNvPr>
            <p:cNvSpPr/>
            <p:nvPr/>
          </p:nvSpPr>
          <p:spPr>
            <a:xfrm flipH="1" flipV="1">
              <a:off x="4812976" y="3729452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84F0C0D6-1391-4683-AE17-8F67076A9F05}"/>
                </a:ext>
              </a:extLst>
            </p:cNvPr>
            <p:cNvSpPr/>
            <p:nvPr/>
          </p:nvSpPr>
          <p:spPr>
            <a:xfrm flipH="1" flipV="1">
              <a:off x="4593026" y="3375916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54B920DF-EF6A-4BC2-A0C3-42BD5DAD6FCB}"/>
                </a:ext>
              </a:extLst>
            </p:cNvPr>
            <p:cNvSpPr/>
            <p:nvPr/>
          </p:nvSpPr>
          <p:spPr>
            <a:xfrm flipH="1" flipV="1">
              <a:off x="4845175" y="3451628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C692738-3523-4EBF-8613-72EF14C3C2EE}"/>
              </a:ext>
            </a:extLst>
          </p:cNvPr>
          <p:cNvGrpSpPr/>
          <p:nvPr/>
        </p:nvGrpSpPr>
        <p:grpSpPr>
          <a:xfrm rot="1487383" flipV="1">
            <a:off x="9005780" y="5622211"/>
            <a:ext cx="196979" cy="130478"/>
            <a:chOff x="3581271" y="3289300"/>
            <a:chExt cx="1486029" cy="984342"/>
          </a:xfrm>
        </p:grpSpPr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1515C920-5F78-40A2-913C-0A290CDD68F6}"/>
                </a:ext>
              </a:extLst>
            </p:cNvPr>
            <p:cNvGrpSpPr/>
            <p:nvPr/>
          </p:nvGrpSpPr>
          <p:grpSpPr>
            <a:xfrm>
              <a:off x="3581271" y="4083050"/>
              <a:ext cx="435901" cy="127046"/>
              <a:chOff x="3581271" y="4083050"/>
              <a:chExt cx="435901" cy="127046"/>
            </a:xfrm>
          </p:grpSpPr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852491DC-07A4-450E-8554-52700D8F5CAD}"/>
                  </a:ext>
                </a:extLst>
              </p:cNvPr>
              <p:cNvSpPr/>
              <p:nvPr/>
            </p:nvSpPr>
            <p:spPr>
              <a:xfrm>
                <a:off x="3619500" y="4083050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E108E7BF-5661-4112-9F30-76A4FCE8FDDF}"/>
                  </a:ext>
                </a:extLst>
              </p:cNvPr>
              <p:cNvSpPr/>
              <p:nvPr/>
            </p:nvSpPr>
            <p:spPr>
              <a:xfrm rot="19929913">
                <a:off x="3629822" y="4178346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5B5408BB-0AA8-4F91-9B54-8D2B06574214}"/>
                  </a:ext>
                </a:extLst>
              </p:cNvPr>
              <p:cNvSpPr/>
              <p:nvPr/>
            </p:nvSpPr>
            <p:spPr>
              <a:xfrm rot="19929913">
                <a:off x="3601711" y="4174516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FA964EBA-08C2-49D6-BD0B-429A393A1CE1}"/>
                  </a:ext>
                </a:extLst>
              </p:cNvPr>
              <p:cNvSpPr/>
              <p:nvPr/>
            </p:nvSpPr>
            <p:spPr>
              <a:xfrm rot="21147420">
                <a:off x="3588644" y="4124019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6CE8DDDC-1301-499E-AA67-8AA7F714FE1B}"/>
                  </a:ext>
                </a:extLst>
              </p:cNvPr>
              <p:cNvSpPr/>
              <p:nvPr/>
            </p:nvSpPr>
            <p:spPr>
              <a:xfrm rot="20607331">
                <a:off x="3581271" y="4159181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3" name="Teardrop 16">
              <a:extLst>
                <a:ext uri="{FF2B5EF4-FFF2-40B4-BE49-F238E27FC236}">
                  <a16:creationId xmlns:a16="http://schemas.microsoft.com/office/drawing/2014/main" id="{779A7FFC-7B1E-4BBD-9CF5-CAFC15DC1D12}"/>
                </a:ext>
              </a:extLst>
            </p:cNvPr>
            <p:cNvSpPr/>
            <p:nvPr/>
          </p:nvSpPr>
          <p:spPr>
            <a:xfrm>
              <a:off x="3705344" y="3289300"/>
              <a:ext cx="1361956" cy="984342"/>
            </a:xfrm>
            <a:custGeom>
              <a:avLst/>
              <a:gdLst>
                <a:gd name="connsiteX0" fmla="*/ 0 w 1358900"/>
                <a:gd name="connsiteY0" fmla="*/ 490538 h 981075"/>
                <a:gd name="connsiteX1" fmla="*/ 679450 w 1358900"/>
                <a:gd name="connsiteY1" fmla="*/ 0 h 981075"/>
                <a:gd name="connsiteX2" fmla="*/ 1358900 w 1358900"/>
                <a:gd name="connsiteY2" fmla="*/ 0 h 981075"/>
                <a:gd name="connsiteX3" fmla="*/ 1358900 w 1358900"/>
                <a:gd name="connsiteY3" fmla="*/ 490538 h 981075"/>
                <a:gd name="connsiteX4" fmla="*/ 679450 w 1358900"/>
                <a:gd name="connsiteY4" fmla="*/ 981076 h 981075"/>
                <a:gd name="connsiteX5" fmla="*/ 0 w 1358900"/>
                <a:gd name="connsiteY5" fmla="*/ 490538 h 981075"/>
                <a:gd name="connsiteX0" fmla="*/ 9735 w 1368635"/>
                <a:gd name="connsiteY0" fmla="*/ 490538 h 993013"/>
                <a:gd name="connsiteX1" fmla="*/ 689185 w 1368635"/>
                <a:gd name="connsiteY1" fmla="*/ 0 h 993013"/>
                <a:gd name="connsiteX2" fmla="*/ 1368635 w 1368635"/>
                <a:gd name="connsiteY2" fmla="*/ 0 h 993013"/>
                <a:gd name="connsiteX3" fmla="*/ 1368635 w 1368635"/>
                <a:gd name="connsiteY3" fmla="*/ 490538 h 993013"/>
                <a:gd name="connsiteX4" fmla="*/ 689185 w 1368635"/>
                <a:gd name="connsiteY4" fmla="*/ 981076 h 993013"/>
                <a:gd name="connsiteX5" fmla="*/ 314535 w 1368635"/>
                <a:gd name="connsiteY5" fmla="*/ 812800 h 993013"/>
                <a:gd name="connsiteX6" fmla="*/ 9735 w 1368635"/>
                <a:gd name="connsiteY6" fmla="*/ 490538 h 993013"/>
                <a:gd name="connsiteX0" fmla="*/ 3056 w 1361956"/>
                <a:gd name="connsiteY0" fmla="*/ 490538 h 993013"/>
                <a:gd name="connsiteX1" fmla="*/ 682506 w 1361956"/>
                <a:gd name="connsiteY1" fmla="*/ 0 h 993013"/>
                <a:gd name="connsiteX2" fmla="*/ 1361956 w 1361956"/>
                <a:gd name="connsiteY2" fmla="*/ 0 h 993013"/>
                <a:gd name="connsiteX3" fmla="*/ 1361956 w 1361956"/>
                <a:gd name="connsiteY3" fmla="*/ 490538 h 993013"/>
                <a:gd name="connsiteX4" fmla="*/ 682506 w 1361956"/>
                <a:gd name="connsiteY4" fmla="*/ 981076 h 993013"/>
                <a:gd name="connsiteX5" fmla="*/ 307856 w 1361956"/>
                <a:gd name="connsiteY5" fmla="*/ 812800 h 993013"/>
                <a:gd name="connsiteX6" fmla="*/ 3056 w 1361956"/>
                <a:gd name="connsiteY6" fmla="*/ 490538 h 993013"/>
                <a:gd name="connsiteX0" fmla="*/ 3056 w 1361956"/>
                <a:gd name="connsiteY0" fmla="*/ 490538 h 984342"/>
                <a:gd name="connsiteX1" fmla="*/ 682506 w 1361956"/>
                <a:gd name="connsiteY1" fmla="*/ 0 h 984342"/>
                <a:gd name="connsiteX2" fmla="*/ 1361956 w 1361956"/>
                <a:gd name="connsiteY2" fmla="*/ 0 h 984342"/>
                <a:gd name="connsiteX3" fmla="*/ 1361956 w 1361956"/>
                <a:gd name="connsiteY3" fmla="*/ 490538 h 984342"/>
                <a:gd name="connsiteX4" fmla="*/ 682506 w 1361956"/>
                <a:gd name="connsiteY4" fmla="*/ 981076 h 984342"/>
                <a:gd name="connsiteX5" fmla="*/ 307856 w 1361956"/>
                <a:gd name="connsiteY5" fmla="*/ 812800 h 984342"/>
                <a:gd name="connsiteX6" fmla="*/ 3056 w 1361956"/>
                <a:gd name="connsiteY6" fmla="*/ 490538 h 98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1956" h="984342">
                  <a:moveTo>
                    <a:pt x="3056" y="490538"/>
                  </a:moveTo>
                  <a:cubicBezTo>
                    <a:pt x="-36102" y="253471"/>
                    <a:pt x="307256" y="0"/>
                    <a:pt x="682506" y="0"/>
                  </a:cubicBezTo>
                  <a:lnTo>
                    <a:pt x="1361956" y="0"/>
                  </a:lnTo>
                  <a:lnTo>
                    <a:pt x="1361956" y="490538"/>
                  </a:lnTo>
                  <a:cubicBezTo>
                    <a:pt x="1361956" y="761455"/>
                    <a:pt x="870889" y="1016266"/>
                    <a:pt x="682506" y="981076"/>
                  </a:cubicBezTo>
                  <a:cubicBezTo>
                    <a:pt x="494123" y="945886"/>
                    <a:pt x="421098" y="894556"/>
                    <a:pt x="307856" y="812800"/>
                  </a:cubicBezTo>
                  <a:cubicBezTo>
                    <a:pt x="194614" y="731044"/>
                    <a:pt x="42214" y="727605"/>
                    <a:pt x="3056" y="49053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2DB92CB5-CE55-4197-BD34-6DA4CF147D15}"/>
                </a:ext>
              </a:extLst>
            </p:cNvPr>
            <p:cNvSpPr/>
            <p:nvPr/>
          </p:nvSpPr>
          <p:spPr>
            <a:xfrm flipH="1" flipV="1">
              <a:off x="4252615" y="4001909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0545B5D1-99FD-45DA-9420-783800524657}"/>
                </a:ext>
              </a:extLst>
            </p:cNvPr>
            <p:cNvSpPr/>
            <p:nvPr/>
          </p:nvSpPr>
          <p:spPr>
            <a:xfrm flipH="1" flipV="1">
              <a:off x="4165183" y="3704776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4E9DD026-6F61-4EA2-A767-B75B6ABE3104}"/>
                </a:ext>
              </a:extLst>
            </p:cNvPr>
            <p:cNvSpPr/>
            <p:nvPr/>
          </p:nvSpPr>
          <p:spPr>
            <a:xfrm flipH="1" flipV="1">
              <a:off x="3890172" y="3625220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0B1F1959-51AC-4CDB-BF79-F63874C5E8D8}"/>
                </a:ext>
              </a:extLst>
            </p:cNvPr>
            <p:cNvSpPr/>
            <p:nvPr/>
          </p:nvSpPr>
          <p:spPr>
            <a:xfrm flipH="1" flipV="1">
              <a:off x="4162038" y="3406461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D1F03109-5647-40C9-BFC3-EE7168D6163B}"/>
                </a:ext>
              </a:extLst>
            </p:cNvPr>
            <p:cNvSpPr/>
            <p:nvPr/>
          </p:nvSpPr>
          <p:spPr>
            <a:xfrm flipH="1" flipV="1">
              <a:off x="4433769" y="3606305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D915F96F-DFB7-45AF-865B-702D313F2448}"/>
                </a:ext>
              </a:extLst>
            </p:cNvPr>
            <p:cNvSpPr/>
            <p:nvPr/>
          </p:nvSpPr>
          <p:spPr>
            <a:xfrm flipH="1" flipV="1">
              <a:off x="4522200" y="3885930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7997A321-2F42-4A9D-828C-23331E0B284E}"/>
                </a:ext>
              </a:extLst>
            </p:cNvPr>
            <p:cNvSpPr/>
            <p:nvPr/>
          </p:nvSpPr>
          <p:spPr>
            <a:xfrm flipH="1" flipV="1">
              <a:off x="4812976" y="3729452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AE4C9C52-BD9B-4B03-816D-F59EA795EB74}"/>
                </a:ext>
              </a:extLst>
            </p:cNvPr>
            <p:cNvSpPr/>
            <p:nvPr/>
          </p:nvSpPr>
          <p:spPr>
            <a:xfrm flipH="1" flipV="1">
              <a:off x="4593026" y="3375916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835F2A4B-10A4-49AC-873B-7D9781538B2E}"/>
                </a:ext>
              </a:extLst>
            </p:cNvPr>
            <p:cNvSpPr/>
            <p:nvPr/>
          </p:nvSpPr>
          <p:spPr>
            <a:xfrm flipH="1" flipV="1">
              <a:off x="4845175" y="3451628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76626CF-A89E-4C6D-A209-BBDCA9D789BE}"/>
              </a:ext>
            </a:extLst>
          </p:cNvPr>
          <p:cNvGrpSpPr/>
          <p:nvPr/>
        </p:nvGrpSpPr>
        <p:grpSpPr>
          <a:xfrm rot="1487383" flipV="1">
            <a:off x="9396188" y="5947272"/>
            <a:ext cx="196979" cy="130478"/>
            <a:chOff x="3581271" y="3289300"/>
            <a:chExt cx="1486029" cy="984342"/>
          </a:xfrm>
        </p:grpSpPr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AFC70370-E52B-4498-BB57-D7F5D40C0FCE}"/>
                </a:ext>
              </a:extLst>
            </p:cNvPr>
            <p:cNvGrpSpPr/>
            <p:nvPr/>
          </p:nvGrpSpPr>
          <p:grpSpPr>
            <a:xfrm>
              <a:off x="3581271" y="4083050"/>
              <a:ext cx="435901" cy="127046"/>
              <a:chOff x="3581271" y="4083050"/>
              <a:chExt cx="435901" cy="127046"/>
            </a:xfrm>
          </p:grpSpPr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3CA46AC7-B718-41E6-8193-97A395AFE836}"/>
                  </a:ext>
                </a:extLst>
              </p:cNvPr>
              <p:cNvSpPr/>
              <p:nvPr/>
            </p:nvSpPr>
            <p:spPr>
              <a:xfrm>
                <a:off x="3619500" y="4083050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4CAA8A97-978A-4482-BBFF-AF742DE83BE0}"/>
                  </a:ext>
                </a:extLst>
              </p:cNvPr>
              <p:cNvSpPr/>
              <p:nvPr/>
            </p:nvSpPr>
            <p:spPr>
              <a:xfrm rot="19929913">
                <a:off x="3629822" y="4178346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3F22618A-9C1E-4B88-821A-B9B053C86EFB}"/>
                  </a:ext>
                </a:extLst>
              </p:cNvPr>
              <p:cNvSpPr/>
              <p:nvPr/>
            </p:nvSpPr>
            <p:spPr>
              <a:xfrm rot="19929913">
                <a:off x="3601711" y="4174516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885F7C45-65B0-4953-8B04-59892D70954C}"/>
                  </a:ext>
                </a:extLst>
              </p:cNvPr>
              <p:cNvSpPr/>
              <p:nvPr/>
            </p:nvSpPr>
            <p:spPr>
              <a:xfrm rot="21147420">
                <a:off x="3588644" y="4124019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CB56F319-43A0-474B-8EC0-544ED0553222}"/>
                  </a:ext>
                </a:extLst>
              </p:cNvPr>
              <p:cNvSpPr/>
              <p:nvPr/>
            </p:nvSpPr>
            <p:spPr>
              <a:xfrm rot="20607331">
                <a:off x="3581271" y="4159181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27" name="Teardrop 16">
              <a:extLst>
                <a:ext uri="{FF2B5EF4-FFF2-40B4-BE49-F238E27FC236}">
                  <a16:creationId xmlns:a16="http://schemas.microsoft.com/office/drawing/2014/main" id="{37308935-97A6-4B30-BE03-D0AE8298F34A}"/>
                </a:ext>
              </a:extLst>
            </p:cNvPr>
            <p:cNvSpPr/>
            <p:nvPr/>
          </p:nvSpPr>
          <p:spPr>
            <a:xfrm>
              <a:off x="3705344" y="3289300"/>
              <a:ext cx="1361956" cy="984342"/>
            </a:xfrm>
            <a:custGeom>
              <a:avLst/>
              <a:gdLst>
                <a:gd name="connsiteX0" fmla="*/ 0 w 1358900"/>
                <a:gd name="connsiteY0" fmla="*/ 490538 h 981075"/>
                <a:gd name="connsiteX1" fmla="*/ 679450 w 1358900"/>
                <a:gd name="connsiteY1" fmla="*/ 0 h 981075"/>
                <a:gd name="connsiteX2" fmla="*/ 1358900 w 1358900"/>
                <a:gd name="connsiteY2" fmla="*/ 0 h 981075"/>
                <a:gd name="connsiteX3" fmla="*/ 1358900 w 1358900"/>
                <a:gd name="connsiteY3" fmla="*/ 490538 h 981075"/>
                <a:gd name="connsiteX4" fmla="*/ 679450 w 1358900"/>
                <a:gd name="connsiteY4" fmla="*/ 981076 h 981075"/>
                <a:gd name="connsiteX5" fmla="*/ 0 w 1358900"/>
                <a:gd name="connsiteY5" fmla="*/ 490538 h 981075"/>
                <a:gd name="connsiteX0" fmla="*/ 9735 w 1368635"/>
                <a:gd name="connsiteY0" fmla="*/ 490538 h 993013"/>
                <a:gd name="connsiteX1" fmla="*/ 689185 w 1368635"/>
                <a:gd name="connsiteY1" fmla="*/ 0 h 993013"/>
                <a:gd name="connsiteX2" fmla="*/ 1368635 w 1368635"/>
                <a:gd name="connsiteY2" fmla="*/ 0 h 993013"/>
                <a:gd name="connsiteX3" fmla="*/ 1368635 w 1368635"/>
                <a:gd name="connsiteY3" fmla="*/ 490538 h 993013"/>
                <a:gd name="connsiteX4" fmla="*/ 689185 w 1368635"/>
                <a:gd name="connsiteY4" fmla="*/ 981076 h 993013"/>
                <a:gd name="connsiteX5" fmla="*/ 314535 w 1368635"/>
                <a:gd name="connsiteY5" fmla="*/ 812800 h 993013"/>
                <a:gd name="connsiteX6" fmla="*/ 9735 w 1368635"/>
                <a:gd name="connsiteY6" fmla="*/ 490538 h 993013"/>
                <a:gd name="connsiteX0" fmla="*/ 3056 w 1361956"/>
                <a:gd name="connsiteY0" fmla="*/ 490538 h 993013"/>
                <a:gd name="connsiteX1" fmla="*/ 682506 w 1361956"/>
                <a:gd name="connsiteY1" fmla="*/ 0 h 993013"/>
                <a:gd name="connsiteX2" fmla="*/ 1361956 w 1361956"/>
                <a:gd name="connsiteY2" fmla="*/ 0 h 993013"/>
                <a:gd name="connsiteX3" fmla="*/ 1361956 w 1361956"/>
                <a:gd name="connsiteY3" fmla="*/ 490538 h 993013"/>
                <a:gd name="connsiteX4" fmla="*/ 682506 w 1361956"/>
                <a:gd name="connsiteY4" fmla="*/ 981076 h 993013"/>
                <a:gd name="connsiteX5" fmla="*/ 307856 w 1361956"/>
                <a:gd name="connsiteY5" fmla="*/ 812800 h 993013"/>
                <a:gd name="connsiteX6" fmla="*/ 3056 w 1361956"/>
                <a:gd name="connsiteY6" fmla="*/ 490538 h 993013"/>
                <a:gd name="connsiteX0" fmla="*/ 3056 w 1361956"/>
                <a:gd name="connsiteY0" fmla="*/ 490538 h 984342"/>
                <a:gd name="connsiteX1" fmla="*/ 682506 w 1361956"/>
                <a:gd name="connsiteY1" fmla="*/ 0 h 984342"/>
                <a:gd name="connsiteX2" fmla="*/ 1361956 w 1361956"/>
                <a:gd name="connsiteY2" fmla="*/ 0 h 984342"/>
                <a:gd name="connsiteX3" fmla="*/ 1361956 w 1361956"/>
                <a:gd name="connsiteY3" fmla="*/ 490538 h 984342"/>
                <a:gd name="connsiteX4" fmla="*/ 682506 w 1361956"/>
                <a:gd name="connsiteY4" fmla="*/ 981076 h 984342"/>
                <a:gd name="connsiteX5" fmla="*/ 307856 w 1361956"/>
                <a:gd name="connsiteY5" fmla="*/ 812800 h 984342"/>
                <a:gd name="connsiteX6" fmla="*/ 3056 w 1361956"/>
                <a:gd name="connsiteY6" fmla="*/ 490538 h 98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1956" h="984342">
                  <a:moveTo>
                    <a:pt x="3056" y="490538"/>
                  </a:moveTo>
                  <a:cubicBezTo>
                    <a:pt x="-36102" y="253471"/>
                    <a:pt x="307256" y="0"/>
                    <a:pt x="682506" y="0"/>
                  </a:cubicBezTo>
                  <a:lnTo>
                    <a:pt x="1361956" y="0"/>
                  </a:lnTo>
                  <a:lnTo>
                    <a:pt x="1361956" y="490538"/>
                  </a:lnTo>
                  <a:cubicBezTo>
                    <a:pt x="1361956" y="761455"/>
                    <a:pt x="870889" y="1016266"/>
                    <a:pt x="682506" y="981076"/>
                  </a:cubicBezTo>
                  <a:cubicBezTo>
                    <a:pt x="494123" y="945886"/>
                    <a:pt x="421098" y="894556"/>
                    <a:pt x="307856" y="812800"/>
                  </a:cubicBezTo>
                  <a:cubicBezTo>
                    <a:pt x="194614" y="731044"/>
                    <a:pt x="42214" y="727605"/>
                    <a:pt x="3056" y="49053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15AF71C7-088D-43D0-B56D-54E49D0B75AC}"/>
                </a:ext>
              </a:extLst>
            </p:cNvPr>
            <p:cNvSpPr/>
            <p:nvPr/>
          </p:nvSpPr>
          <p:spPr>
            <a:xfrm flipH="1" flipV="1">
              <a:off x="4252615" y="4001909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77C24DD2-55D9-4EEC-9623-BEFA76E7AAA9}"/>
                </a:ext>
              </a:extLst>
            </p:cNvPr>
            <p:cNvSpPr/>
            <p:nvPr/>
          </p:nvSpPr>
          <p:spPr>
            <a:xfrm flipH="1" flipV="1">
              <a:off x="4165183" y="3704776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F24137F4-BDC3-456C-B5B6-D6333DD2BC4F}"/>
                </a:ext>
              </a:extLst>
            </p:cNvPr>
            <p:cNvSpPr/>
            <p:nvPr/>
          </p:nvSpPr>
          <p:spPr>
            <a:xfrm flipH="1" flipV="1">
              <a:off x="3890172" y="3625220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676FD1CE-A5BE-4D56-9E3B-065ECA536640}"/>
                </a:ext>
              </a:extLst>
            </p:cNvPr>
            <p:cNvSpPr/>
            <p:nvPr/>
          </p:nvSpPr>
          <p:spPr>
            <a:xfrm flipH="1" flipV="1">
              <a:off x="4162038" y="3406461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9C6CB4E8-15B1-4A47-8839-5A99419E77F2}"/>
                </a:ext>
              </a:extLst>
            </p:cNvPr>
            <p:cNvSpPr/>
            <p:nvPr/>
          </p:nvSpPr>
          <p:spPr>
            <a:xfrm flipH="1" flipV="1">
              <a:off x="4433769" y="3606305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3405D8B9-A430-4C4B-B2DC-7FD2590741B0}"/>
                </a:ext>
              </a:extLst>
            </p:cNvPr>
            <p:cNvSpPr/>
            <p:nvPr/>
          </p:nvSpPr>
          <p:spPr>
            <a:xfrm flipH="1" flipV="1">
              <a:off x="4522200" y="3885930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878185F0-C062-4033-9A10-3828EC3690C2}"/>
                </a:ext>
              </a:extLst>
            </p:cNvPr>
            <p:cNvSpPr/>
            <p:nvPr/>
          </p:nvSpPr>
          <p:spPr>
            <a:xfrm flipH="1" flipV="1">
              <a:off x="4812976" y="3729452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72E4ACF2-2155-496F-93B8-BBB1970CF1D7}"/>
                </a:ext>
              </a:extLst>
            </p:cNvPr>
            <p:cNvSpPr/>
            <p:nvPr/>
          </p:nvSpPr>
          <p:spPr>
            <a:xfrm flipH="1" flipV="1">
              <a:off x="4593026" y="3375916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935AEB25-46CA-4C1A-B800-9374731E021D}"/>
                </a:ext>
              </a:extLst>
            </p:cNvPr>
            <p:cNvSpPr/>
            <p:nvPr/>
          </p:nvSpPr>
          <p:spPr>
            <a:xfrm flipH="1" flipV="1">
              <a:off x="4845175" y="3451628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A2DE148-7B38-4448-95BB-BCA39511EE67}"/>
              </a:ext>
            </a:extLst>
          </p:cNvPr>
          <p:cNvGrpSpPr/>
          <p:nvPr/>
        </p:nvGrpSpPr>
        <p:grpSpPr>
          <a:xfrm rot="1487383" flipV="1">
            <a:off x="9775089" y="5612960"/>
            <a:ext cx="196979" cy="130478"/>
            <a:chOff x="3581271" y="3289300"/>
            <a:chExt cx="1486029" cy="984342"/>
          </a:xfrm>
        </p:grpSpPr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44A9F0DC-1CDE-4BF0-BFCB-1483EE082CFF}"/>
                </a:ext>
              </a:extLst>
            </p:cNvPr>
            <p:cNvGrpSpPr/>
            <p:nvPr/>
          </p:nvGrpSpPr>
          <p:grpSpPr>
            <a:xfrm>
              <a:off x="3581271" y="4083050"/>
              <a:ext cx="435901" cy="127046"/>
              <a:chOff x="3581271" y="4083050"/>
              <a:chExt cx="435901" cy="127046"/>
            </a:xfrm>
          </p:grpSpPr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F3B879F7-8D3E-457D-AE5F-BD97CDDCAF69}"/>
                  </a:ext>
                </a:extLst>
              </p:cNvPr>
              <p:cNvSpPr/>
              <p:nvPr/>
            </p:nvSpPr>
            <p:spPr>
              <a:xfrm>
                <a:off x="3619500" y="4083050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87474831-C858-4AA3-9AEE-AD52F9A1ADEF}"/>
                  </a:ext>
                </a:extLst>
              </p:cNvPr>
              <p:cNvSpPr/>
              <p:nvPr/>
            </p:nvSpPr>
            <p:spPr>
              <a:xfrm rot="19929913">
                <a:off x="3629822" y="4178346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C92A6CF0-8D05-483E-911F-8D52F3B106F5}"/>
                  </a:ext>
                </a:extLst>
              </p:cNvPr>
              <p:cNvSpPr/>
              <p:nvPr/>
            </p:nvSpPr>
            <p:spPr>
              <a:xfrm rot="19929913">
                <a:off x="3601711" y="4174516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A06210FC-9B0E-45A4-8446-0C649DC124CF}"/>
                  </a:ext>
                </a:extLst>
              </p:cNvPr>
              <p:cNvSpPr/>
              <p:nvPr/>
            </p:nvSpPr>
            <p:spPr>
              <a:xfrm rot="21147420">
                <a:off x="3588644" y="4124019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9EE50B22-AF51-4985-AE42-E374FA2A22E0}"/>
                  </a:ext>
                </a:extLst>
              </p:cNvPr>
              <p:cNvSpPr/>
              <p:nvPr/>
            </p:nvSpPr>
            <p:spPr>
              <a:xfrm rot="20607331">
                <a:off x="3581271" y="4159181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1" name="Teardrop 16">
              <a:extLst>
                <a:ext uri="{FF2B5EF4-FFF2-40B4-BE49-F238E27FC236}">
                  <a16:creationId xmlns:a16="http://schemas.microsoft.com/office/drawing/2014/main" id="{4022C269-01E4-4E6A-806E-318E21A93205}"/>
                </a:ext>
              </a:extLst>
            </p:cNvPr>
            <p:cNvSpPr/>
            <p:nvPr/>
          </p:nvSpPr>
          <p:spPr>
            <a:xfrm>
              <a:off x="3705344" y="3289300"/>
              <a:ext cx="1361956" cy="984342"/>
            </a:xfrm>
            <a:custGeom>
              <a:avLst/>
              <a:gdLst>
                <a:gd name="connsiteX0" fmla="*/ 0 w 1358900"/>
                <a:gd name="connsiteY0" fmla="*/ 490538 h 981075"/>
                <a:gd name="connsiteX1" fmla="*/ 679450 w 1358900"/>
                <a:gd name="connsiteY1" fmla="*/ 0 h 981075"/>
                <a:gd name="connsiteX2" fmla="*/ 1358900 w 1358900"/>
                <a:gd name="connsiteY2" fmla="*/ 0 h 981075"/>
                <a:gd name="connsiteX3" fmla="*/ 1358900 w 1358900"/>
                <a:gd name="connsiteY3" fmla="*/ 490538 h 981075"/>
                <a:gd name="connsiteX4" fmla="*/ 679450 w 1358900"/>
                <a:gd name="connsiteY4" fmla="*/ 981076 h 981075"/>
                <a:gd name="connsiteX5" fmla="*/ 0 w 1358900"/>
                <a:gd name="connsiteY5" fmla="*/ 490538 h 981075"/>
                <a:gd name="connsiteX0" fmla="*/ 9735 w 1368635"/>
                <a:gd name="connsiteY0" fmla="*/ 490538 h 993013"/>
                <a:gd name="connsiteX1" fmla="*/ 689185 w 1368635"/>
                <a:gd name="connsiteY1" fmla="*/ 0 h 993013"/>
                <a:gd name="connsiteX2" fmla="*/ 1368635 w 1368635"/>
                <a:gd name="connsiteY2" fmla="*/ 0 h 993013"/>
                <a:gd name="connsiteX3" fmla="*/ 1368635 w 1368635"/>
                <a:gd name="connsiteY3" fmla="*/ 490538 h 993013"/>
                <a:gd name="connsiteX4" fmla="*/ 689185 w 1368635"/>
                <a:gd name="connsiteY4" fmla="*/ 981076 h 993013"/>
                <a:gd name="connsiteX5" fmla="*/ 314535 w 1368635"/>
                <a:gd name="connsiteY5" fmla="*/ 812800 h 993013"/>
                <a:gd name="connsiteX6" fmla="*/ 9735 w 1368635"/>
                <a:gd name="connsiteY6" fmla="*/ 490538 h 993013"/>
                <a:gd name="connsiteX0" fmla="*/ 3056 w 1361956"/>
                <a:gd name="connsiteY0" fmla="*/ 490538 h 993013"/>
                <a:gd name="connsiteX1" fmla="*/ 682506 w 1361956"/>
                <a:gd name="connsiteY1" fmla="*/ 0 h 993013"/>
                <a:gd name="connsiteX2" fmla="*/ 1361956 w 1361956"/>
                <a:gd name="connsiteY2" fmla="*/ 0 h 993013"/>
                <a:gd name="connsiteX3" fmla="*/ 1361956 w 1361956"/>
                <a:gd name="connsiteY3" fmla="*/ 490538 h 993013"/>
                <a:gd name="connsiteX4" fmla="*/ 682506 w 1361956"/>
                <a:gd name="connsiteY4" fmla="*/ 981076 h 993013"/>
                <a:gd name="connsiteX5" fmla="*/ 307856 w 1361956"/>
                <a:gd name="connsiteY5" fmla="*/ 812800 h 993013"/>
                <a:gd name="connsiteX6" fmla="*/ 3056 w 1361956"/>
                <a:gd name="connsiteY6" fmla="*/ 490538 h 993013"/>
                <a:gd name="connsiteX0" fmla="*/ 3056 w 1361956"/>
                <a:gd name="connsiteY0" fmla="*/ 490538 h 984342"/>
                <a:gd name="connsiteX1" fmla="*/ 682506 w 1361956"/>
                <a:gd name="connsiteY1" fmla="*/ 0 h 984342"/>
                <a:gd name="connsiteX2" fmla="*/ 1361956 w 1361956"/>
                <a:gd name="connsiteY2" fmla="*/ 0 h 984342"/>
                <a:gd name="connsiteX3" fmla="*/ 1361956 w 1361956"/>
                <a:gd name="connsiteY3" fmla="*/ 490538 h 984342"/>
                <a:gd name="connsiteX4" fmla="*/ 682506 w 1361956"/>
                <a:gd name="connsiteY4" fmla="*/ 981076 h 984342"/>
                <a:gd name="connsiteX5" fmla="*/ 307856 w 1361956"/>
                <a:gd name="connsiteY5" fmla="*/ 812800 h 984342"/>
                <a:gd name="connsiteX6" fmla="*/ 3056 w 1361956"/>
                <a:gd name="connsiteY6" fmla="*/ 490538 h 98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1956" h="984342">
                  <a:moveTo>
                    <a:pt x="3056" y="490538"/>
                  </a:moveTo>
                  <a:cubicBezTo>
                    <a:pt x="-36102" y="253471"/>
                    <a:pt x="307256" y="0"/>
                    <a:pt x="682506" y="0"/>
                  </a:cubicBezTo>
                  <a:lnTo>
                    <a:pt x="1361956" y="0"/>
                  </a:lnTo>
                  <a:lnTo>
                    <a:pt x="1361956" y="490538"/>
                  </a:lnTo>
                  <a:cubicBezTo>
                    <a:pt x="1361956" y="761455"/>
                    <a:pt x="870889" y="1016266"/>
                    <a:pt x="682506" y="981076"/>
                  </a:cubicBezTo>
                  <a:cubicBezTo>
                    <a:pt x="494123" y="945886"/>
                    <a:pt x="421098" y="894556"/>
                    <a:pt x="307856" y="812800"/>
                  </a:cubicBezTo>
                  <a:cubicBezTo>
                    <a:pt x="194614" y="731044"/>
                    <a:pt x="42214" y="727605"/>
                    <a:pt x="3056" y="49053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142E7ADD-699F-4589-B034-2D7D936599E0}"/>
                </a:ext>
              </a:extLst>
            </p:cNvPr>
            <p:cNvSpPr/>
            <p:nvPr/>
          </p:nvSpPr>
          <p:spPr>
            <a:xfrm flipH="1" flipV="1">
              <a:off x="4252615" y="4001909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25A750CA-916A-4763-9D8B-241927177214}"/>
                </a:ext>
              </a:extLst>
            </p:cNvPr>
            <p:cNvSpPr/>
            <p:nvPr/>
          </p:nvSpPr>
          <p:spPr>
            <a:xfrm flipH="1" flipV="1">
              <a:off x="4165183" y="3704776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27CAFD78-D7D8-45C8-AB06-7F9473D82C00}"/>
                </a:ext>
              </a:extLst>
            </p:cNvPr>
            <p:cNvSpPr/>
            <p:nvPr/>
          </p:nvSpPr>
          <p:spPr>
            <a:xfrm flipH="1" flipV="1">
              <a:off x="3890172" y="3625220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C30C5A43-0234-4A3E-ACB4-2DE12A3A298E}"/>
                </a:ext>
              </a:extLst>
            </p:cNvPr>
            <p:cNvSpPr/>
            <p:nvPr/>
          </p:nvSpPr>
          <p:spPr>
            <a:xfrm flipH="1" flipV="1">
              <a:off x="4162038" y="3406461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EAF46726-C553-45CA-8B07-0D859606A2DF}"/>
                </a:ext>
              </a:extLst>
            </p:cNvPr>
            <p:cNvSpPr/>
            <p:nvPr/>
          </p:nvSpPr>
          <p:spPr>
            <a:xfrm flipH="1" flipV="1">
              <a:off x="4433769" y="3606305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0C812B6C-3C24-441D-B4F8-E7D10818393A}"/>
                </a:ext>
              </a:extLst>
            </p:cNvPr>
            <p:cNvSpPr/>
            <p:nvPr/>
          </p:nvSpPr>
          <p:spPr>
            <a:xfrm flipH="1" flipV="1">
              <a:off x="4522200" y="3885930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78D61A59-7553-4848-B1A3-D0641EDD5CD0}"/>
                </a:ext>
              </a:extLst>
            </p:cNvPr>
            <p:cNvSpPr/>
            <p:nvPr/>
          </p:nvSpPr>
          <p:spPr>
            <a:xfrm flipH="1" flipV="1">
              <a:off x="4812976" y="3729452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11BA55FB-9B2D-4733-A508-E02885AFAF13}"/>
                </a:ext>
              </a:extLst>
            </p:cNvPr>
            <p:cNvSpPr/>
            <p:nvPr/>
          </p:nvSpPr>
          <p:spPr>
            <a:xfrm flipH="1" flipV="1">
              <a:off x="4593026" y="3375916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6EBCD685-501A-4FC7-9E7B-33FB9C2FE84F}"/>
                </a:ext>
              </a:extLst>
            </p:cNvPr>
            <p:cNvSpPr/>
            <p:nvPr/>
          </p:nvSpPr>
          <p:spPr>
            <a:xfrm flipH="1" flipV="1">
              <a:off x="4845175" y="3451628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247FFC2-28E6-44CF-8DB3-4B856F447FE2}"/>
              </a:ext>
            </a:extLst>
          </p:cNvPr>
          <p:cNvGrpSpPr/>
          <p:nvPr/>
        </p:nvGrpSpPr>
        <p:grpSpPr>
          <a:xfrm rot="1487383" flipV="1">
            <a:off x="10228276" y="5972364"/>
            <a:ext cx="196979" cy="130478"/>
            <a:chOff x="3581271" y="3289300"/>
            <a:chExt cx="1486029" cy="984342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F62AD98D-650D-4E23-8A41-249174B5A59F}"/>
                </a:ext>
              </a:extLst>
            </p:cNvPr>
            <p:cNvGrpSpPr/>
            <p:nvPr/>
          </p:nvGrpSpPr>
          <p:grpSpPr>
            <a:xfrm>
              <a:off x="3581271" y="4083050"/>
              <a:ext cx="435901" cy="127046"/>
              <a:chOff x="3581271" y="4083050"/>
              <a:chExt cx="435901" cy="127046"/>
            </a:xfrm>
          </p:grpSpPr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F94CAF22-DFCB-4557-B164-AEDE5FBA70DB}"/>
                  </a:ext>
                </a:extLst>
              </p:cNvPr>
              <p:cNvSpPr/>
              <p:nvPr/>
            </p:nvSpPr>
            <p:spPr>
              <a:xfrm>
                <a:off x="3619500" y="4083050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89A9ECD7-2F22-4A54-BA8E-6D6A3D3A8543}"/>
                  </a:ext>
                </a:extLst>
              </p:cNvPr>
              <p:cNvSpPr/>
              <p:nvPr/>
            </p:nvSpPr>
            <p:spPr>
              <a:xfrm rot="19929913">
                <a:off x="3629822" y="4178346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10B3473A-85E1-4E81-B5DB-F24A3B170F30}"/>
                  </a:ext>
                </a:extLst>
              </p:cNvPr>
              <p:cNvSpPr/>
              <p:nvPr/>
            </p:nvSpPr>
            <p:spPr>
              <a:xfrm rot="19929913">
                <a:off x="3601711" y="4174516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FCCB7357-29E6-4B0B-9EB6-7B0EA26084CC}"/>
                  </a:ext>
                </a:extLst>
              </p:cNvPr>
              <p:cNvSpPr/>
              <p:nvPr/>
            </p:nvSpPr>
            <p:spPr>
              <a:xfrm rot="21147420">
                <a:off x="3588644" y="4124019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F2804BD5-5EE5-4AC5-90CA-F978EFB3B1B6}"/>
                  </a:ext>
                </a:extLst>
              </p:cNvPr>
              <p:cNvSpPr/>
              <p:nvPr/>
            </p:nvSpPr>
            <p:spPr>
              <a:xfrm rot="20607331">
                <a:off x="3581271" y="4159181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5" name="Teardrop 16">
              <a:extLst>
                <a:ext uri="{FF2B5EF4-FFF2-40B4-BE49-F238E27FC236}">
                  <a16:creationId xmlns:a16="http://schemas.microsoft.com/office/drawing/2014/main" id="{E573E6A9-4079-4038-B761-12FD8610172D}"/>
                </a:ext>
              </a:extLst>
            </p:cNvPr>
            <p:cNvSpPr/>
            <p:nvPr/>
          </p:nvSpPr>
          <p:spPr>
            <a:xfrm>
              <a:off x="3705344" y="3289300"/>
              <a:ext cx="1361956" cy="984342"/>
            </a:xfrm>
            <a:custGeom>
              <a:avLst/>
              <a:gdLst>
                <a:gd name="connsiteX0" fmla="*/ 0 w 1358900"/>
                <a:gd name="connsiteY0" fmla="*/ 490538 h 981075"/>
                <a:gd name="connsiteX1" fmla="*/ 679450 w 1358900"/>
                <a:gd name="connsiteY1" fmla="*/ 0 h 981075"/>
                <a:gd name="connsiteX2" fmla="*/ 1358900 w 1358900"/>
                <a:gd name="connsiteY2" fmla="*/ 0 h 981075"/>
                <a:gd name="connsiteX3" fmla="*/ 1358900 w 1358900"/>
                <a:gd name="connsiteY3" fmla="*/ 490538 h 981075"/>
                <a:gd name="connsiteX4" fmla="*/ 679450 w 1358900"/>
                <a:gd name="connsiteY4" fmla="*/ 981076 h 981075"/>
                <a:gd name="connsiteX5" fmla="*/ 0 w 1358900"/>
                <a:gd name="connsiteY5" fmla="*/ 490538 h 981075"/>
                <a:gd name="connsiteX0" fmla="*/ 9735 w 1368635"/>
                <a:gd name="connsiteY0" fmla="*/ 490538 h 993013"/>
                <a:gd name="connsiteX1" fmla="*/ 689185 w 1368635"/>
                <a:gd name="connsiteY1" fmla="*/ 0 h 993013"/>
                <a:gd name="connsiteX2" fmla="*/ 1368635 w 1368635"/>
                <a:gd name="connsiteY2" fmla="*/ 0 h 993013"/>
                <a:gd name="connsiteX3" fmla="*/ 1368635 w 1368635"/>
                <a:gd name="connsiteY3" fmla="*/ 490538 h 993013"/>
                <a:gd name="connsiteX4" fmla="*/ 689185 w 1368635"/>
                <a:gd name="connsiteY4" fmla="*/ 981076 h 993013"/>
                <a:gd name="connsiteX5" fmla="*/ 314535 w 1368635"/>
                <a:gd name="connsiteY5" fmla="*/ 812800 h 993013"/>
                <a:gd name="connsiteX6" fmla="*/ 9735 w 1368635"/>
                <a:gd name="connsiteY6" fmla="*/ 490538 h 993013"/>
                <a:gd name="connsiteX0" fmla="*/ 3056 w 1361956"/>
                <a:gd name="connsiteY0" fmla="*/ 490538 h 993013"/>
                <a:gd name="connsiteX1" fmla="*/ 682506 w 1361956"/>
                <a:gd name="connsiteY1" fmla="*/ 0 h 993013"/>
                <a:gd name="connsiteX2" fmla="*/ 1361956 w 1361956"/>
                <a:gd name="connsiteY2" fmla="*/ 0 h 993013"/>
                <a:gd name="connsiteX3" fmla="*/ 1361956 w 1361956"/>
                <a:gd name="connsiteY3" fmla="*/ 490538 h 993013"/>
                <a:gd name="connsiteX4" fmla="*/ 682506 w 1361956"/>
                <a:gd name="connsiteY4" fmla="*/ 981076 h 993013"/>
                <a:gd name="connsiteX5" fmla="*/ 307856 w 1361956"/>
                <a:gd name="connsiteY5" fmla="*/ 812800 h 993013"/>
                <a:gd name="connsiteX6" fmla="*/ 3056 w 1361956"/>
                <a:gd name="connsiteY6" fmla="*/ 490538 h 993013"/>
                <a:gd name="connsiteX0" fmla="*/ 3056 w 1361956"/>
                <a:gd name="connsiteY0" fmla="*/ 490538 h 984342"/>
                <a:gd name="connsiteX1" fmla="*/ 682506 w 1361956"/>
                <a:gd name="connsiteY1" fmla="*/ 0 h 984342"/>
                <a:gd name="connsiteX2" fmla="*/ 1361956 w 1361956"/>
                <a:gd name="connsiteY2" fmla="*/ 0 h 984342"/>
                <a:gd name="connsiteX3" fmla="*/ 1361956 w 1361956"/>
                <a:gd name="connsiteY3" fmla="*/ 490538 h 984342"/>
                <a:gd name="connsiteX4" fmla="*/ 682506 w 1361956"/>
                <a:gd name="connsiteY4" fmla="*/ 981076 h 984342"/>
                <a:gd name="connsiteX5" fmla="*/ 307856 w 1361956"/>
                <a:gd name="connsiteY5" fmla="*/ 812800 h 984342"/>
                <a:gd name="connsiteX6" fmla="*/ 3056 w 1361956"/>
                <a:gd name="connsiteY6" fmla="*/ 490538 h 98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1956" h="984342">
                  <a:moveTo>
                    <a:pt x="3056" y="490538"/>
                  </a:moveTo>
                  <a:cubicBezTo>
                    <a:pt x="-36102" y="253471"/>
                    <a:pt x="307256" y="0"/>
                    <a:pt x="682506" y="0"/>
                  </a:cubicBezTo>
                  <a:lnTo>
                    <a:pt x="1361956" y="0"/>
                  </a:lnTo>
                  <a:lnTo>
                    <a:pt x="1361956" y="490538"/>
                  </a:lnTo>
                  <a:cubicBezTo>
                    <a:pt x="1361956" y="761455"/>
                    <a:pt x="870889" y="1016266"/>
                    <a:pt x="682506" y="981076"/>
                  </a:cubicBezTo>
                  <a:cubicBezTo>
                    <a:pt x="494123" y="945886"/>
                    <a:pt x="421098" y="894556"/>
                    <a:pt x="307856" y="812800"/>
                  </a:cubicBezTo>
                  <a:cubicBezTo>
                    <a:pt x="194614" y="731044"/>
                    <a:pt x="42214" y="727605"/>
                    <a:pt x="3056" y="49053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CA9E3F2E-535D-4D6F-BB45-526F195CBEDA}"/>
                </a:ext>
              </a:extLst>
            </p:cNvPr>
            <p:cNvSpPr/>
            <p:nvPr/>
          </p:nvSpPr>
          <p:spPr>
            <a:xfrm flipH="1" flipV="1">
              <a:off x="4252615" y="4001909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02C7A314-AD7E-4032-8C9F-1CD5F85071DE}"/>
                </a:ext>
              </a:extLst>
            </p:cNvPr>
            <p:cNvSpPr/>
            <p:nvPr/>
          </p:nvSpPr>
          <p:spPr>
            <a:xfrm flipH="1" flipV="1">
              <a:off x="4165183" y="3704776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8A535D58-1C41-4592-8EBE-22B52FF07E94}"/>
                </a:ext>
              </a:extLst>
            </p:cNvPr>
            <p:cNvSpPr/>
            <p:nvPr/>
          </p:nvSpPr>
          <p:spPr>
            <a:xfrm flipH="1" flipV="1">
              <a:off x="3890172" y="3625220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C6D388B9-25F4-4C62-A4DC-2CD8F16156A3}"/>
                </a:ext>
              </a:extLst>
            </p:cNvPr>
            <p:cNvSpPr/>
            <p:nvPr/>
          </p:nvSpPr>
          <p:spPr>
            <a:xfrm flipH="1" flipV="1">
              <a:off x="4162038" y="3406461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4D60FFB8-5AFD-4FE3-A139-9C8814571B5B}"/>
                </a:ext>
              </a:extLst>
            </p:cNvPr>
            <p:cNvSpPr/>
            <p:nvPr/>
          </p:nvSpPr>
          <p:spPr>
            <a:xfrm flipH="1" flipV="1">
              <a:off x="4433769" y="3606305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D3671AED-EC44-47B4-A5F4-82735FA4EC3E}"/>
                </a:ext>
              </a:extLst>
            </p:cNvPr>
            <p:cNvSpPr/>
            <p:nvPr/>
          </p:nvSpPr>
          <p:spPr>
            <a:xfrm flipH="1" flipV="1">
              <a:off x="4522200" y="3885930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9222483F-1C21-404C-A6B6-715B7D81AD1A}"/>
                </a:ext>
              </a:extLst>
            </p:cNvPr>
            <p:cNvSpPr/>
            <p:nvPr/>
          </p:nvSpPr>
          <p:spPr>
            <a:xfrm flipH="1" flipV="1">
              <a:off x="4812976" y="3729452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57AAC185-545C-4531-968C-405DB3BBB69A}"/>
                </a:ext>
              </a:extLst>
            </p:cNvPr>
            <p:cNvSpPr/>
            <p:nvPr/>
          </p:nvSpPr>
          <p:spPr>
            <a:xfrm flipH="1" flipV="1">
              <a:off x="4593026" y="3375916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821FB6DB-7D48-4E51-8FDE-90FFC020E047}"/>
                </a:ext>
              </a:extLst>
            </p:cNvPr>
            <p:cNvSpPr/>
            <p:nvPr/>
          </p:nvSpPr>
          <p:spPr>
            <a:xfrm flipH="1" flipV="1">
              <a:off x="4845175" y="3451628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AEC278E-0073-4243-9116-D378B5A36ADA}"/>
              </a:ext>
            </a:extLst>
          </p:cNvPr>
          <p:cNvGrpSpPr/>
          <p:nvPr/>
        </p:nvGrpSpPr>
        <p:grpSpPr>
          <a:xfrm rot="1487383" flipV="1">
            <a:off x="7540062" y="5579562"/>
            <a:ext cx="196979" cy="130478"/>
            <a:chOff x="3581271" y="3289300"/>
            <a:chExt cx="1486029" cy="984342"/>
          </a:xfrm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69725F6B-9B9E-48EF-BB69-93F6EFE1477B}"/>
                </a:ext>
              </a:extLst>
            </p:cNvPr>
            <p:cNvGrpSpPr/>
            <p:nvPr/>
          </p:nvGrpSpPr>
          <p:grpSpPr>
            <a:xfrm>
              <a:off x="3581271" y="4083050"/>
              <a:ext cx="435901" cy="127046"/>
              <a:chOff x="3581271" y="4083050"/>
              <a:chExt cx="435901" cy="127046"/>
            </a:xfrm>
          </p:grpSpPr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E2F1BBEE-FAC7-43A1-8C14-A80E467A1F55}"/>
                  </a:ext>
                </a:extLst>
              </p:cNvPr>
              <p:cNvSpPr/>
              <p:nvPr/>
            </p:nvSpPr>
            <p:spPr>
              <a:xfrm>
                <a:off x="3619500" y="4083050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DF686A5C-BF9A-4D5A-B073-CCF29CB6ED8A}"/>
                  </a:ext>
                </a:extLst>
              </p:cNvPr>
              <p:cNvSpPr/>
              <p:nvPr/>
            </p:nvSpPr>
            <p:spPr>
              <a:xfrm rot="19929913">
                <a:off x="3629822" y="4178346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CC056C3A-C647-4592-901F-59912DB69A8F}"/>
                  </a:ext>
                </a:extLst>
              </p:cNvPr>
              <p:cNvSpPr/>
              <p:nvPr/>
            </p:nvSpPr>
            <p:spPr>
              <a:xfrm rot="19929913">
                <a:off x="3601711" y="4174516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2924D8FE-0C45-43EB-9B42-F96C8D53A158}"/>
                  </a:ext>
                </a:extLst>
              </p:cNvPr>
              <p:cNvSpPr/>
              <p:nvPr/>
            </p:nvSpPr>
            <p:spPr>
              <a:xfrm rot="21147420">
                <a:off x="3588644" y="4124019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A89F2DD3-CB31-4D47-8CED-620DE62BB838}"/>
                  </a:ext>
                </a:extLst>
              </p:cNvPr>
              <p:cNvSpPr/>
              <p:nvPr/>
            </p:nvSpPr>
            <p:spPr>
              <a:xfrm rot="20607331">
                <a:off x="3581271" y="4159181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9" name="Teardrop 16">
              <a:extLst>
                <a:ext uri="{FF2B5EF4-FFF2-40B4-BE49-F238E27FC236}">
                  <a16:creationId xmlns:a16="http://schemas.microsoft.com/office/drawing/2014/main" id="{5828895A-2025-431A-AB5D-FF96362DF733}"/>
                </a:ext>
              </a:extLst>
            </p:cNvPr>
            <p:cNvSpPr/>
            <p:nvPr/>
          </p:nvSpPr>
          <p:spPr>
            <a:xfrm>
              <a:off x="3705344" y="3289300"/>
              <a:ext cx="1361956" cy="984342"/>
            </a:xfrm>
            <a:custGeom>
              <a:avLst/>
              <a:gdLst>
                <a:gd name="connsiteX0" fmla="*/ 0 w 1358900"/>
                <a:gd name="connsiteY0" fmla="*/ 490538 h 981075"/>
                <a:gd name="connsiteX1" fmla="*/ 679450 w 1358900"/>
                <a:gd name="connsiteY1" fmla="*/ 0 h 981075"/>
                <a:gd name="connsiteX2" fmla="*/ 1358900 w 1358900"/>
                <a:gd name="connsiteY2" fmla="*/ 0 h 981075"/>
                <a:gd name="connsiteX3" fmla="*/ 1358900 w 1358900"/>
                <a:gd name="connsiteY3" fmla="*/ 490538 h 981075"/>
                <a:gd name="connsiteX4" fmla="*/ 679450 w 1358900"/>
                <a:gd name="connsiteY4" fmla="*/ 981076 h 981075"/>
                <a:gd name="connsiteX5" fmla="*/ 0 w 1358900"/>
                <a:gd name="connsiteY5" fmla="*/ 490538 h 981075"/>
                <a:gd name="connsiteX0" fmla="*/ 9735 w 1368635"/>
                <a:gd name="connsiteY0" fmla="*/ 490538 h 993013"/>
                <a:gd name="connsiteX1" fmla="*/ 689185 w 1368635"/>
                <a:gd name="connsiteY1" fmla="*/ 0 h 993013"/>
                <a:gd name="connsiteX2" fmla="*/ 1368635 w 1368635"/>
                <a:gd name="connsiteY2" fmla="*/ 0 h 993013"/>
                <a:gd name="connsiteX3" fmla="*/ 1368635 w 1368635"/>
                <a:gd name="connsiteY3" fmla="*/ 490538 h 993013"/>
                <a:gd name="connsiteX4" fmla="*/ 689185 w 1368635"/>
                <a:gd name="connsiteY4" fmla="*/ 981076 h 993013"/>
                <a:gd name="connsiteX5" fmla="*/ 314535 w 1368635"/>
                <a:gd name="connsiteY5" fmla="*/ 812800 h 993013"/>
                <a:gd name="connsiteX6" fmla="*/ 9735 w 1368635"/>
                <a:gd name="connsiteY6" fmla="*/ 490538 h 993013"/>
                <a:gd name="connsiteX0" fmla="*/ 3056 w 1361956"/>
                <a:gd name="connsiteY0" fmla="*/ 490538 h 993013"/>
                <a:gd name="connsiteX1" fmla="*/ 682506 w 1361956"/>
                <a:gd name="connsiteY1" fmla="*/ 0 h 993013"/>
                <a:gd name="connsiteX2" fmla="*/ 1361956 w 1361956"/>
                <a:gd name="connsiteY2" fmla="*/ 0 h 993013"/>
                <a:gd name="connsiteX3" fmla="*/ 1361956 w 1361956"/>
                <a:gd name="connsiteY3" fmla="*/ 490538 h 993013"/>
                <a:gd name="connsiteX4" fmla="*/ 682506 w 1361956"/>
                <a:gd name="connsiteY4" fmla="*/ 981076 h 993013"/>
                <a:gd name="connsiteX5" fmla="*/ 307856 w 1361956"/>
                <a:gd name="connsiteY5" fmla="*/ 812800 h 993013"/>
                <a:gd name="connsiteX6" fmla="*/ 3056 w 1361956"/>
                <a:gd name="connsiteY6" fmla="*/ 490538 h 993013"/>
                <a:gd name="connsiteX0" fmla="*/ 3056 w 1361956"/>
                <a:gd name="connsiteY0" fmla="*/ 490538 h 984342"/>
                <a:gd name="connsiteX1" fmla="*/ 682506 w 1361956"/>
                <a:gd name="connsiteY1" fmla="*/ 0 h 984342"/>
                <a:gd name="connsiteX2" fmla="*/ 1361956 w 1361956"/>
                <a:gd name="connsiteY2" fmla="*/ 0 h 984342"/>
                <a:gd name="connsiteX3" fmla="*/ 1361956 w 1361956"/>
                <a:gd name="connsiteY3" fmla="*/ 490538 h 984342"/>
                <a:gd name="connsiteX4" fmla="*/ 682506 w 1361956"/>
                <a:gd name="connsiteY4" fmla="*/ 981076 h 984342"/>
                <a:gd name="connsiteX5" fmla="*/ 307856 w 1361956"/>
                <a:gd name="connsiteY5" fmla="*/ 812800 h 984342"/>
                <a:gd name="connsiteX6" fmla="*/ 3056 w 1361956"/>
                <a:gd name="connsiteY6" fmla="*/ 490538 h 98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1956" h="984342">
                  <a:moveTo>
                    <a:pt x="3056" y="490538"/>
                  </a:moveTo>
                  <a:cubicBezTo>
                    <a:pt x="-36102" y="253471"/>
                    <a:pt x="307256" y="0"/>
                    <a:pt x="682506" y="0"/>
                  </a:cubicBezTo>
                  <a:lnTo>
                    <a:pt x="1361956" y="0"/>
                  </a:lnTo>
                  <a:lnTo>
                    <a:pt x="1361956" y="490538"/>
                  </a:lnTo>
                  <a:cubicBezTo>
                    <a:pt x="1361956" y="761455"/>
                    <a:pt x="870889" y="1016266"/>
                    <a:pt x="682506" y="981076"/>
                  </a:cubicBezTo>
                  <a:cubicBezTo>
                    <a:pt x="494123" y="945886"/>
                    <a:pt x="421098" y="894556"/>
                    <a:pt x="307856" y="812800"/>
                  </a:cubicBezTo>
                  <a:cubicBezTo>
                    <a:pt x="194614" y="731044"/>
                    <a:pt x="42214" y="727605"/>
                    <a:pt x="3056" y="49053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9B9B62D1-B8D2-4DE9-A0C2-8773BC7DD467}"/>
                </a:ext>
              </a:extLst>
            </p:cNvPr>
            <p:cNvSpPr/>
            <p:nvPr/>
          </p:nvSpPr>
          <p:spPr>
            <a:xfrm flipH="1" flipV="1">
              <a:off x="4252615" y="4001909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2B206278-A2B0-4741-966D-005AFCCE474B}"/>
                </a:ext>
              </a:extLst>
            </p:cNvPr>
            <p:cNvSpPr/>
            <p:nvPr/>
          </p:nvSpPr>
          <p:spPr>
            <a:xfrm flipH="1" flipV="1">
              <a:off x="4165183" y="3704776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04DD7679-FBB4-4B38-B6BC-2D4A9C1051B5}"/>
                </a:ext>
              </a:extLst>
            </p:cNvPr>
            <p:cNvSpPr/>
            <p:nvPr/>
          </p:nvSpPr>
          <p:spPr>
            <a:xfrm flipH="1" flipV="1">
              <a:off x="3890172" y="3625220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92BF6C26-EC12-4EFD-85AE-09B5398C6740}"/>
                </a:ext>
              </a:extLst>
            </p:cNvPr>
            <p:cNvSpPr/>
            <p:nvPr/>
          </p:nvSpPr>
          <p:spPr>
            <a:xfrm flipH="1" flipV="1">
              <a:off x="4162038" y="3406461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10BDD259-F1AF-4A0B-9512-0FFE420984C6}"/>
                </a:ext>
              </a:extLst>
            </p:cNvPr>
            <p:cNvSpPr/>
            <p:nvPr/>
          </p:nvSpPr>
          <p:spPr>
            <a:xfrm flipH="1" flipV="1">
              <a:off x="4433769" y="3606305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5847FADB-4B0D-412D-B5CC-67DAA95B5AEC}"/>
                </a:ext>
              </a:extLst>
            </p:cNvPr>
            <p:cNvSpPr/>
            <p:nvPr/>
          </p:nvSpPr>
          <p:spPr>
            <a:xfrm flipH="1" flipV="1">
              <a:off x="4522200" y="3885930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66A26F59-7159-4D56-824B-148DFAE1EFC3}"/>
                </a:ext>
              </a:extLst>
            </p:cNvPr>
            <p:cNvSpPr/>
            <p:nvPr/>
          </p:nvSpPr>
          <p:spPr>
            <a:xfrm flipH="1" flipV="1">
              <a:off x="4812976" y="3729452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3CEE36B0-3246-4C91-8E6A-4A17584B9F78}"/>
                </a:ext>
              </a:extLst>
            </p:cNvPr>
            <p:cNvSpPr/>
            <p:nvPr/>
          </p:nvSpPr>
          <p:spPr>
            <a:xfrm flipH="1" flipV="1">
              <a:off x="4593026" y="3375916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DFE3C3B4-FC98-4C0C-8F4D-81BE47184685}"/>
                </a:ext>
              </a:extLst>
            </p:cNvPr>
            <p:cNvSpPr/>
            <p:nvPr/>
          </p:nvSpPr>
          <p:spPr>
            <a:xfrm flipH="1" flipV="1">
              <a:off x="4845175" y="3451628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EDB621B-6BD3-4522-A7D0-1B35DF4990AC}"/>
              </a:ext>
            </a:extLst>
          </p:cNvPr>
          <p:cNvGrpSpPr/>
          <p:nvPr/>
        </p:nvGrpSpPr>
        <p:grpSpPr>
          <a:xfrm rot="1487383" flipV="1">
            <a:off x="7168812" y="5948994"/>
            <a:ext cx="196979" cy="130478"/>
            <a:chOff x="3581271" y="3289300"/>
            <a:chExt cx="1486029" cy="984342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0ED1FBC7-91DD-41D8-820E-E247D8E2AB45}"/>
                </a:ext>
              </a:extLst>
            </p:cNvPr>
            <p:cNvGrpSpPr/>
            <p:nvPr/>
          </p:nvGrpSpPr>
          <p:grpSpPr>
            <a:xfrm>
              <a:off x="3581271" y="4083050"/>
              <a:ext cx="435901" cy="127046"/>
              <a:chOff x="3581271" y="4083050"/>
              <a:chExt cx="435901" cy="127046"/>
            </a:xfrm>
          </p:grpSpPr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AB64D097-21E8-4643-9299-953A303817BC}"/>
                  </a:ext>
                </a:extLst>
              </p:cNvPr>
              <p:cNvSpPr/>
              <p:nvPr/>
            </p:nvSpPr>
            <p:spPr>
              <a:xfrm>
                <a:off x="3619500" y="4083050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4ADFACC9-F2D1-4D2E-951F-A317E9379D88}"/>
                  </a:ext>
                </a:extLst>
              </p:cNvPr>
              <p:cNvSpPr/>
              <p:nvPr/>
            </p:nvSpPr>
            <p:spPr>
              <a:xfrm rot="19929913">
                <a:off x="3629822" y="4178346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1E9B915D-117A-4210-A664-C28BE39F77C5}"/>
                  </a:ext>
                </a:extLst>
              </p:cNvPr>
              <p:cNvSpPr/>
              <p:nvPr/>
            </p:nvSpPr>
            <p:spPr>
              <a:xfrm rot="19929913">
                <a:off x="3601711" y="4174516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8933CA4C-49D3-47F2-B0CF-7408F165806B}"/>
                  </a:ext>
                </a:extLst>
              </p:cNvPr>
              <p:cNvSpPr/>
              <p:nvPr/>
            </p:nvSpPr>
            <p:spPr>
              <a:xfrm rot="21147420">
                <a:off x="3588644" y="4124019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6F0A33B2-15EC-44F6-BF8A-F37613EE72F3}"/>
                  </a:ext>
                </a:extLst>
              </p:cNvPr>
              <p:cNvSpPr/>
              <p:nvPr/>
            </p:nvSpPr>
            <p:spPr>
              <a:xfrm rot="20607331">
                <a:off x="3581271" y="4159181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3" name="Teardrop 16">
              <a:extLst>
                <a:ext uri="{FF2B5EF4-FFF2-40B4-BE49-F238E27FC236}">
                  <a16:creationId xmlns:a16="http://schemas.microsoft.com/office/drawing/2014/main" id="{656FEA86-F6A0-4D92-AFAD-7118BC53D096}"/>
                </a:ext>
              </a:extLst>
            </p:cNvPr>
            <p:cNvSpPr/>
            <p:nvPr/>
          </p:nvSpPr>
          <p:spPr>
            <a:xfrm>
              <a:off x="3705344" y="3289300"/>
              <a:ext cx="1361956" cy="984342"/>
            </a:xfrm>
            <a:custGeom>
              <a:avLst/>
              <a:gdLst>
                <a:gd name="connsiteX0" fmla="*/ 0 w 1358900"/>
                <a:gd name="connsiteY0" fmla="*/ 490538 h 981075"/>
                <a:gd name="connsiteX1" fmla="*/ 679450 w 1358900"/>
                <a:gd name="connsiteY1" fmla="*/ 0 h 981075"/>
                <a:gd name="connsiteX2" fmla="*/ 1358900 w 1358900"/>
                <a:gd name="connsiteY2" fmla="*/ 0 h 981075"/>
                <a:gd name="connsiteX3" fmla="*/ 1358900 w 1358900"/>
                <a:gd name="connsiteY3" fmla="*/ 490538 h 981075"/>
                <a:gd name="connsiteX4" fmla="*/ 679450 w 1358900"/>
                <a:gd name="connsiteY4" fmla="*/ 981076 h 981075"/>
                <a:gd name="connsiteX5" fmla="*/ 0 w 1358900"/>
                <a:gd name="connsiteY5" fmla="*/ 490538 h 981075"/>
                <a:gd name="connsiteX0" fmla="*/ 9735 w 1368635"/>
                <a:gd name="connsiteY0" fmla="*/ 490538 h 993013"/>
                <a:gd name="connsiteX1" fmla="*/ 689185 w 1368635"/>
                <a:gd name="connsiteY1" fmla="*/ 0 h 993013"/>
                <a:gd name="connsiteX2" fmla="*/ 1368635 w 1368635"/>
                <a:gd name="connsiteY2" fmla="*/ 0 h 993013"/>
                <a:gd name="connsiteX3" fmla="*/ 1368635 w 1368635"/>
                <a:gd name="connsiteY3" fmla="*/ 490538 h 993013"/>
                <a:gd name="connsiteX4" fmla="*/ 689185 w 1368635"/>
                <a:gd name="connsiteY4" fmla="*/ 981076 h 993013"/>
                <a:gd name="connsiteX5" fmla="*/ 314535 w 1368635"/>
                <a:gd name="connsiteY5" fmla="*/ 812800 h 993013"/>
                <a:gd name="connsiteX6" fmla="*/ 9735 w 1368635"/>
                <a:gd name="connsiteY6" fmla="*/ 490538 h 993013"/>
                <a:gd name="connsiteX0" fmla="*/ 3056 w 1361956"/>
                <a:gd name="connsiteY0" fmla="*/ 490538 h 993013"/>
                <a:gd name="connsiteX1" fmla="*/ 682506 w 1361956"/>
                <a:gd name="connsiteY1" fmla="*/ 0 h 993013"/>
                <a:gd name="connsiteX2" fmla="*/ 1361956 w 1361956"/>
                <a:gd name="connsiteY2" fmla="*/ 0 h 993013"/>
                <a:gd name="connsiteX3" fmla="*/ 1361956 w 1361956"/>
                <a:gd name="connsiteY3" fmla="*/ 490538 h 993013"/>
                <a:gd name="connsiteX4" fmla="*/ 682506 w 1361956"/>
                <a:gd name="connsiteY4" fmla="*/ 981076 h 993013"/>
                <a:gd name="connsiteX5" fmla="*/ 307856 w 1361956"/>
                <a:gd name="connsiteY5" fmla="*/ 812800 h 993013"/>
                <a:gd name="connsiteX6" fmla="*/ 3056 w 1361956"/>
                <a:gd name="connsiteY6" fmla="*/ 490538 h 993013"/>
                <a:gd name="connsiteX0" fmla="*/ 3056 w 1361956"/>
                <a:gd name="connsiteY0" fmla="*/ 490538 h 984342"/>
                <a:gd name="connsiteX1" fmla="*/ 682506 w 1361956"/>
                <a:gd name="connsiteY1" fmla="*/ 0 h 984342"/>
                <a:gd name="connsiteX2" fmla="*/ 1361956 w 1361956"/>
                <a:gd name="connsiteY2" fmla="*/ 0 h 984342"/>
                <a:gd name="connsiteX3" fmla="*/ 1361956 w 1361956"/>
                <a:gd name="connsiteY3" fmla="*/ 490538 h 984342"/>
                <a:gd name="connsiteX4" fmla="*/ 682506 w 1361956"/>
                <a:gd name="connsiteY4" fmla="*/ 981076 h 984342"/>
                <a:gd name="connsiteX5" fmla="*/ 307856 w 1361956"/>
                <a:gd name="connsiteY5" fmla="*/ 812800 h 984342"/>
                <a:gd name="connsiteX6" fmla="*/ 3056 w 1361956"/>
                <a:gd name="connsiteY6" fmla="*/ 490538 h 98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1956" h="984342">
                  <a:moveTo>
                    <a:pt x="3056" y="490538"/>
                  </a:moveTo>
                  <a:cubicBezTo>
                    <a:pt x="-36102" y="253471"/>
                    <a:pt x="307256" y="0"/>
                    <a:pt x="682506" y="0"/>
                  </a:cubicBezTo>
                  <a:lnTo>
                    <a:pt x="1361956" y="0"/>
                  </a:lnTo>
                  <a:lnTo>
                    <a:pt x="1361956" y="490538"/>
                  </a:lnTo>
                  <a:cubicBezTo>
                    <a:pt x="1361956" y="761455"/>
                    <a:pt x="870889" y="1016266"/>
                    <a:pt x="682506" y="981076"/>
                  </a:cubicBezTo>
                  <a:cubicBezTo>
                    <a:pt x="494123" y="945886"/>
                    <a:pt x="421098" y="894556"/>
                    <a:pt x="307856" y="812800"/>
                  </a:cubicBezTo>
                  <a:cubicBezTo>
                    <a:pt x="194614" y="731044"/>
                    <a:pt x="42214" y="727605"/>
                    <a:pt x="3056" y="49053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89FFD275-1627-4AE8-BC0A-30149D176DE0}"/>
                </a:ext>
              </a:extLst>
            </p:cNvPr>
            <p:cNvSpPr/>
            <p:nvPr/>
          </p:nvSpPr>
          <p:spPr>
            <a:xfrm flipH="1" flipV="1">
              <a:off x="4252615" y="4001909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05BF52B2-5EB1-4DC4-8FB1-79CC050C7E1E}"/>
                </a:ext>
              </a:extLst>
            </p:cNvPr>
            <p:cNvSpPr/>
            <p:nvPr/>
          </p:nvSpPr>
          <p:spPr>
            <a:xfrm flipH="1" flipV="1">
              <a:off x="4165183" y="3704776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0077CBE0-2EBD-4465-9CB8-44AA6F5EC6DD}"/>
                </a:ext>
              </a:extLst>
            </p:cNvPr>
            <p:cNvSpPr/>
            <p:nvPr/>
          </p:nvSpPr>
          <p:spPr>
            <a:xfrm flipH="1" flipV="1">
              <a:off x="3890172" y="3625220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01A2B16A-49DE-4395-B29C-68112271DAA2}"/>
                </a:ext>
              </a:extLst>
            </p:cNvPr>
            <p:cNvSpPr/>
            <p:nvPr/>
          </p:nvSpPr>
          <p:spPr>
            <a:xfrm flipH="1" flipV="1">
              <a:off x="4162038" y="3406461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6730BD36-9DDF-481E-9098-4E8CC3BAA65B}"/>
                </a:ext>
              </a:extLst>
            </p:cNvPr>
            <p:cNvSpPr/>
            <p:nvPr/>
          </p:nvSpPr>
          <p:spPr>
            <a:xfrm flipH="1" flipV="1">
              <a:off x="4433769" y="3606305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BCDE7E6C-7E7A-4562-97A1-B0499FED71A6}"/>
                </a:ext>
              </a:extLst>
            </p:cNvPr>
            <p:cNvSpPr/>
            <p:nvPr/>
          </p:nvSpPr>
          <p:spPr>
            <a:xfrm flipH="1" flipV="1">
              <a:off x="4522200" y="3885930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C385B7AA-1634-464D-9AC4-B7016239B806}"/>
                </a:ext>
              </a:extLst>
            </p:cNvPr>
            <p:cNvSpPr/>
            <p:nvPr/>
          </p:nvSpPr>
          <p:spPr>
            <a:xfrm flipH="1" flipV="1">
              <a:off x="4812976" y="3729452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BB6DC2B0-B6A7-4058-A392-7F2AF09D26DE}"/>
                </a:ext>
              </a:extLst>
            </p:cNvPr>
            <p:cNvSpPr/>
            <p:nvPr/>
          </p:nvSpPr>
          <p:spPr>
            <a:xfrm flipH="1" flipV="1">
              <a:off x="4593026" y="3375916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A4A00ABF-3703-4A30-888F-C9C3FD174165}"/>
                </a:ext>
              </a:extLst>
            </p:cNvPr>
            <p:cNvSpPr/>
            <p:nvPr/>
          </p:nvSpPr>
          <p:spPr>
            <a:xfrm flipH="1" flipV="1">
              <a:off x="4845175" y="3451628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3A46FF6-6787-481A-B1D2-96000D637625}"/>
              </a:ext>
            </a:extLst>
          </p:cNvPr>
          <p:cNvGrpSpPr/>
          <p:nvPr/>
        </p:nvGrpSpPr>
        <p:grpSpPr>
          <a:xfrm rot="1487383" flipV="1">
            <a:off x="10653989" y="5666380"/>
            <a:ext cx="196979" cy="130478"/>
            <a:chOff x="3581271" y="3289300"/>
            <a:chExt cx="1486029" cy="984342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142DFEFA-D106-46CB-96E5-2E231117693C}"/>
                </a:ext>
              </a:extLst>
            </p:cNvPr>
            <p:cNvGrpSpPr/>
            <p:nvPr/>
          </p:nvGrpSpPr>
          <p:grpSpPr>
            <a:xfrm>
              <a:off x="3581271" y="4083050"/>
              <a:ext cx="435901" cy="127046"/>
              <a:chOff x="3581271" y="4083050"/>
              <a:chExt cx="435901" cy="127046"/>
            </a:xfrm>
          </p:grpSpPr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6F7D86C3-4044-4D87-BF34-2B33E1A96392}"/>
                  </a:ext>
                </a:extLst>
              </p:cNvPr>
              <p:cNvSpPr/>
              <p:nvPr/>
            </p:nvSpPr>
            <p:spPr>
              <a:xfrm>
                <a:off x="3619500" y="4083050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FA294D11-9ADF-4E19-BD50-8E46409041FE}"/>
                  </a:ext>
                </a:extLst>
              </p:cNvPr>
              <p:cNvSpPr/>
              <p:nvPr/>
            </p:nvSpPr>
            <p:spPr>
              <a:xfrm rot="19929913">
                <a:off x="3629822" y="4178346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0933B362-C22B-4514-A4AD-B50BDA54C603}"/>
                  </a:ext>
                </a:extLst>
              </p:cNvPr>
              <p:cNvSpPr/>
              <p:nvPr/>
            </p:nvSpPr>
            <p:spPr>
              <a:xfrm rot="19929913">
                <a:off x="3601711" y="4174516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F1784FC1-B21C-4424-9FD5-126E0E7E8BE9}"/>
                  </a:ext>
                </a:extLst>
              </p:cNvPr>
              <p:cNvSpPr/>
              <p:nvPr/>
            </p:nvSpPr>
            <p:spPr>
              <a:xfrm rot="21147420">
                <a:off x="3588644" y="4124019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2693D1FD-98F6-4D8C-B834-5659D7833A7C}"/>
                  </a:ext>
                </a:extLst>
              </p:cNvPr>
              <p:cNvSpPr/>
              <p:nvPr/>
            </p:nvSpPr>
            <p:spPr>
              <a:xfrm rot="20607331">
                <a:off x="3581271" y="4159181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Teardrop 16">
              <a:extLst>
                <a:ext uri="{FF2B5EF4-FFF2-40B4-BE49-F238E27FC236}">
                  <a16:creationId xmlns:a16="http://schemas.microsoft.com/office/drawing/2014/main" id="{5E4E3336-A99D-4381-A869-7498CA836E4D}"/>
                </a:ext>
              </a:extLst>
            </p:cNvPr>
            <p:cNvSpPr/>
            <p:nvPr/>
          </p:nvSpPr>
          <p:spPr>
            <a:xfrm>
              <a:off x="3705344" y="3289300"/>
              <a:ext cx="1361956" cy="984342"/>
            </a:xfrm>
            <a:custGeom>
              <a:avLst/>
              <a:gdLst>
                <a:gd name="connsiteX0" fmla="*/ 0 w 1358900"/>
                <a:gd name="connsiteY0" fmla="*/ 490538 h 981075"/>
                <a:gd name="connsiteX1" fmla="*/ 679450 w 1358900"/>
                <a:gd name="connsiteY1" fmla="*/ 0 h 981075"/>
                <a:gd name="connsiteX2" fmla="*/ 1358900 w 1358900"/>
                <a:gd name="connsiteY2" fmla="*/ 0 h 981075"/>
                <a:gd name="connsiteX3" fmla="*/ 1358900 w 1358900"/>
                <a:gd name="connsiteY3" fmla="*/ 490538 h 981075"/>
                <a:gd name="connsiteX4" fmla="*/ 679450 w 1358900"/>
                <a:gd name="connsiteY4" fmla="*/ 981076 h 981075"/>
                <a:gd name="connsiteX5" fmla="*/ 0 w 1358900"/>
                <a:gd name="connsiteY5" fmla="*/ 490538 h 981075"/>
                <a:gd name="connsiteX0" fmla="*/ 9735 w 1368635"/>
                <a:gd name="connsiteY0" fmla="*/ 490538 h 993013"/>
                <a:gd name="connsiteX1" fmla="*/ 689185 w 1368635"/>
                <a:gd name="connsiteY1" fmla="*/ 0 h 993013"/>
                <a:gd name="connsiteX2" fmla="*/ 1368635 w 1368635"/>
                <a:gd name="connsiteY2" fmla="*/ 0 h 993013"/>
                <a:gd name="connsiteX3" fmla="*/ 1368635 w 1368635"/>
                <a:gd name="connsiteY3" fmla="*/ 490538 h 993013"/>
                <a:gd name="connsiteX4" fmla="*/ 689185 w 1368635"/>
                <a:gd name="connsiteY4" fmla="*/ 981076 h 993013"/>
                <a:gd name="connsiteX5" fmla="*/ 314535 w 1368635"/>
                <a:gd name="connsiteY5" fmla="*/ 812800 h 993013"/>
                <a:gd name="connsiteX6" fmla="*/ 9735 w 1368635"/>
                <a:gd name="connsiteY6" fmla="*/ 490538 h 993013"/>
                <a:gd name="connsiteX0" fmla="*/ 3056 w 1361956"/>
                <a:gd name="connsiteY0" fmla="*/ 490538 h 993013"/>
                <a:gd name="connsiteX1" fmla="*/ 682506 w 1361956"/>
                <a:gd name="connsiteY1" fmla="*/ 0 h 993013"/>
                <a:gd name="connsiteX2" fmla="*/ 1361956 w 1361956"/>
                <a:gd name="connsiteY2" fmla="*/ 0 h 993013"/>
                <a:gd name="connsiteX3" fmla="*/ 1361956 w 1361956"/>
                <a:gd name="connsiteY3" fmla="*/ 490538 h 993013"/>
                <a:gd name="connsiteX4" fmla="*/ 682506 w 1361956"/>
                <a:gd name="connsiteY4" fmla="*/ 981076 h 993013"/>
                <a:gd name="connsiteX5" fmla="*/ 307856 w 1361956"/>
                <a:gd name="connsiteY5" fmla="*/ 812800 h 993013"/>
                <a:gd name="connsiteX6" fmla="*/ 3056 w 1361956"/>
                <a:gd name="connsiteY6" fmla="*/ 490538 h 993013"/>
                <a:gd name="connsiteX0" fmla="*/ 3056 w 1361956"/>
                <a:gd name="connsiteY0" fmla="*/ 490538 h 984342"/>
                <a:gd name="connsiteX1" fmla="*/ 682506 w 1361956"/>
                <a:gd name="connsiteY1" fmla="*/ 0 h 984342"/>
                <a:gd name="connsiteX2" fmla="*/ 1361956 w 1361956"/>
                <a:gd name="connsiteY2" fmla="*/ 0 h 984342"/>
                <a:gd name="connsiteX3" fmla="*/ 1361956 w 1361956"/>
                <a:gd name="connsiteY3" fmla="*/ 490538 h 984342"/>
                <a:gd name="connsiteX4" fmla="*/ 682506 w 1361956"/>
                <a:gd name="connsiteY4" fmla="*/ 981076 h 984342"/>
                <a:gd name="connsiteX5" fmla="*/ 307856 w 1361956"/>
                <a:gd name="connsiteY5" fmla="*/ 812800 h 984342"/>
                <a:gd name="connsiteX6" fmla="*/ 3056 w 1361956"/>
                <a:gd name="connsiteY6" fmla="*/ 490538 h 98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1956" h="984342">
                  <a:moveTo>
                    <a:pt x="3056" y="490538"/>
                  </a:moveTo>
                  <a:cubicBezTo>
                    <a:pt x="-36102" y="253471"/>
                    <a:pt x="307256" y="0"/>
                    <a:pt x="682506" y="0"/>
                  </a:cubicBezTo>
                  <a:lnTo>
                    <a:pt x="1361956" y="0"/>
                  </a:lnTo>
                  <a:lnTo>
                    <a:pt x="1361956" y="490538"/>
                  </a:lnTo>
                  <a:cubicBezTo>
                    <a:pt x="1361956" y="761455"/>
                    <a:pt x="870889" y="1016266"/>
                    <a:pt x="682506" y="981076"/>
                  </a:cubicBezTo>
                  <a:cubicBezTo>
                    <a:pt x="494123" y="945886"/>
                    <a:pt x="421098" y="894556"/>
                    <a:pt x="307856" y="812800"/>
                  </a:cubicBezTo>
                  <a:cubicBezTo>
                    <a:pt x="194614" y="731044"/>
                    <a:pt x="42214" y="727605"/>
                    <a:pt x="3056" y="49053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A60EAEC7-E621-4A5D-ADBF-2BACA9D35FC7}"/>
                </a:ext>
              </a:extLst>
            </p:cNvPr>
            <p:cNvSpPr/>
            <p:nvPr/>
          </p:nvSpPr>
          <p:spPr>
            <a:xfrm flipH="1" flipV="1">
              <a:off x="4252615" y="4001909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BCAFFDA-A503-4D43-9A65-5B616C3E1061}"/>
                </a:ext>
              </a:extLst>
            </p:cNvPr>
            <p:cNvSpPr/>
            <p:nvPr/>
          </p:nvSpPr>
          <p:spPr>
            <a:xfrm flipH="1" flipV="1">
              <a:off x="4165183" y="3704776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6055FF4E-622F-4D01-9B00-5836A66D3467}"/>
                </a:ext>
              </a:extLst>
            </p:cNvPr>
            <p:cNvSpPr/>
            <p:nvPr/>
          </p:nvSpPr>
          <p:spPr>
            <a:xfrm flipH="1" flipV="1">
              <a:off x="3890172" y="3625220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8FB1C9DE-13EB-46BD-95C5-538ACDFE917F}"/>
                </a:ext>
              </a:extLst>
            </p:cNvPr>
            <p:cNvSpPr/>
            <p:nvPr/>
          </p:nvSpPr>
          <p:spPr>
            <a:xfrm flipH="1" flipV="1">
              <a:off x="4162038" y="3406461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F92A004A-42BD-4426-B9AD-FAE8B8D1F969}"/>
                </a:ext>
              </a:extLst>
            </p:cNvPr>
            <p:cNvSpPr/>
            <p:nvPr/>
          </p:nvSpPr>
          <p:spPr>
            <a:xfrm flipH="1" flipV="1">
              <a:off x="4433769" y="3606305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EF52AC4-1E2F-4A9F-AD42-566F55AE6CE1}"/>
                </a:ext>
              </a:extLst>
            </p:cNvPr>
            <p:cNvSpPr/>
            <p:nvPr/>
          </p:nvSpPr>
          <p:spPr>
            <a:xfrm flipH="1" flipV="1">
              <a:off x="4522200" y="3885930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AB35C806-1A66-4BEA-928C-809EF227D642}"/>
                </a:ext>
              </a:extLst>
            </p:cNvPr>
            <p:cNvSpPr/>
            <p:nvPr/>
          </p:nvSpPr>
          <p:spPr>
            <a:xfrm flipH="1" flipV="1">
              <a:off x="4812976" y="3729452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D2C21A7F-8DF1-4B81-B5C0-8531B23278EF}"/>
                </a:ext>
              </a:extLst>
            </p:cNvPr>
            <p:cNvSpPr/>
            <p:nvPr/>
          </p:nvSpPr>
          <p:spPr>
            <a:xfrm flipH="1" flipV="1">
              <a:off x="4593026" y="3375916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155376A6-031A-4571-BCB0-85D3C4989E9F}"/>
                </a:ext>
              </a:extLst>
            </p:cNvPr>
            <p:cNvSpPr/>
            <p:nvPr/>
          </p:nvSpPr>
          <p:spPr>
            <a:xfrm flipH="1" flipV="1">
              <a:off x="4845175" y="3451628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EC48C4B-C3F1-428D-AAD0-050403F02C9E}"/>
              </a:ext>
            </a:extLst>
          </p:cNvPr>
          <p:cNvGrpSpPr/>
          <p:nvPr/>
        </p:nvGrpSpPr>
        <p:grpSpPr>
          <a:xfrm rot="1487383" flipV="1">
            <a:off x="11075295" y="6025554"/>
            <a:ext cx="196979" cy="130478"/>
            <a:chOff x="3581271" y="3289300"/>
            <a:chExt cx="1486029" cy="98434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613E070-2DA3-4E85-B25B-34352C6B5733}"/>
                </a:ext>
              </a:extLst>
            </p:cNvPr>
            <p:cNvGrpSpPr/>
            <p:nvPr/>
          </p:nvGrpSpPr>
          <p:grpSpPr>
            <a:xfrm>
              <a:off x="3581271" y="4083050"/>
              <a:ext cx="435901" cy="127046"/>
              <a:chOff x="3581271" y="4083050"/>
              <a:chExt cx="435901" cy="127046"/>
            </a:xfrm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F18E5B87-0132-44C2-8720-E83A91B2D9D6}"/>
                  </a:ext>
                </a:extLst>
              </p:cNvPr>
              <p:cNvSpPr/>
              <p:nvPr/>
            </p:nvSpPr>
            <p:spPr>
              <a:xfrm>
                <a:off x="3619500" y="4083050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D916B7FC-EEEA-4113-8414-3AAEBE106FCA}"/>
                  </a:ext>
                </a:extLst>
              </p:cNvPr>
              <p:cNvSpPr/>
              <p:nvPr/>
            </p:nvSpPr>
            <p:spPr>
              <a:xfrm rot="19929913">
                <a:off x="3629822" y="4178346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50A32EFD-1C50-4E98-BEBB-0BF1705C85C4}"/>
                  </a:ext>
                </a:extLst>
              </p:cNvPr>
              <p:cNvSpPr/>
              <p:nvPr/>
            </p:nvSpPr>
            <p:spPr>
              <a:xfrm rot="19929913">
                <a:off x="3601711" y="4174516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AC2C5302-20AE-4444-9E44-CD7D06531DC7}"/>
                  </a:ext>
                </a:extLst>
              </p:cNvPr>
              <p:cNvSpPr/>
              <p:nvPr/>
            </p:nvSpPr>
            <p:spPr>
              <a:xfrm rot="21147420">
                <a:off x="3588644" y="4124019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53DFEACB-073C-426F-97A1-91C79D69B111}"/>
                  </a:ext>
                </a:extLst>
              </p:cNvPr>
              <p:cNvSpPr/>
              <p:nvPr/>
            </p:nvSpPr>
            <p:spPr>
              <a:xfrm rot="20607331">
                <a:off x="3581271" y="4159181"/>
                <a:ext cx="387350" cy="31750"/>
              </a:xfrm>
              <a:custGeom>
                <a:avLst/>
                <a:gdLst>
                  <a:gd name="connsiteX0" fmla="*/ 387350 w 387350"/>
                  <a:gd name="connsiteY0" fmla="*/ 0 h 31750"/>
                  <a:gd name="connsiteX1" fmla="*/ 311150 w 387350"/>
                  <a:gd name="connsiteY1" fmla="*/ 12700 h 31750"/>
                  <a:gd name="connsiteX2" fmla="*/ 82550 w 387350"/>
                  <a:gd name="connsiteY2" fmla="*/ 25400 h 31750"/>
                  <a:gd name="connsiteX3" fmla="*/ 0 w 387350"/>
                  <a:gd name="connsiteY3" fmla="*/ 31750 h 31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7350" h="31750">
                    <a:moveTo>
                      <a:pt x="387350" y="0"/>
                    </a:moveTo>
                    <a:cubicBezTo>
                      <a:pt x="358995" y="5671"/>
                      <a:pt x="341223" y="9836"/>
                      <a:pt x="311150" y="12700"/>
                    </a:cubicBezTo>
                    <a:cubicBezTo>
                      <a:pt x="227256" y="20690"/>
                      <a:pt x="171119" y="20339"/>
                      <a:pt x="82550" y="25400"/>
                    </a:cubicBezTo>
                    <a:cubicBezTo>
                      <a:pt x="54997" y="26974"/>
                      <a:pt x="0" y="31750"/>
                      <a:pt x="0" y="31750"/>
                    </a:cubicBezTo>
                  </a:path>
                </a:pathLst>
              </a:custGeom>
              <a:solidFill>
                <a:schemeClr val="accent6"/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1" name="Teardrop 16">
              <a:extLst>
                <a:ext uri="{FF2B5EF4-FFF2-40B4-BE49-F238E27FC236}">
                  <a16:creationId xmlns:a16="http://schemas.microsoft.com/office/drawing/2014/main" id="{24C7555B-A5B4-41E5-AD86-DB15CD4E6FB8}"/>
                </a:ext>
              </a:extLst>
            </p:cNvPr>
            <p:cNvSpPr/>
            <p:nvPr/>
          </p:nvSpPr>
          <p:spPr>
            <a:xfrm>
              <a:off x="3705344" y="3289300"/>
              <a:ext cx="1361956" cy="984342"/>
            </a:xfrm>
            <a:custGeom>
              <a:avLst/>
              <a:gdLst>
                <a:gd name="connsiteX0" fmla="*/ 0 w 1358900"/>
                <a:gd name="connsiteY0" fmla="*/ 490538 h 981075"/>
                <a:gd name="connsiteX1" fmla="*/ 679450 w 1358900"/>
                <a:gd name="connsiteY1" fmla="*/ 0 h 981075"/>
                <a:gd name="connsiteX2" fmla="*/ 1358900 w 1358900"/>
                <a:gd name="connsiteY2" fmla="*/ 0 h 981075"/>
                <a:gd name="connsiteX3" fmla="*/ 1358900 w 1358900"/>
                <a:gd name="connsiteY3" fmla="*/ 490538 h 981075"/>
                <a:gd name="connsiteX4" fmla="*/ 679450 w 1358900"/>
                <a:gd name="connsiteY4" fmla="*/ 981076 h 981075"/>
                <a:gd name="connsiteX5" fmla="*/ 0 w 1358900"/>
                <a:gd name="connsiteY5" fmla="*/ 490538 h 981075"/>
                <a:gd name="connsiteX0" fmla="*/ 9735 w 1368635"/>
                <a:gd name="connsiteY0" fmla="*/ 490538 h 993013"/>
                <a:gd name="connsiteX1" fmla="*/ 689185 w 1368635"/>
                <a:gd name="connsiteY1" fmla="*/ 0 h 993013"/>
                <a:gd name="connsiteX2" fmla="*/ 1368635 w 1368635"/>
                <a:gd name="connsiteY2" fmla="*/ 0 h 993013"/>
                <a:gd name="connsiteX3" fmla="*/ 1368635 w 1368635"/>
                <a:gd name="connsiteY3" fmla="*/ 490538 h 993013"/>
                <a:gd name="connsiteX4" fmla="*/ 689185 w 1368635"/>
                <a:gd name="connsiteY4" fmla="*/ 981076 h 993013"/>
                <a:gd name="connsiteX5" fmla="*/ 314535 w 1368635"/>
                <a:gd name="connsiteY5" fmla="*/ 812800 h 993013"/>
                <a:gd name="connsiteX6" fmla="*/ 9735 w 1368635"/>
                <a:gd name="connsiteY6" fmla="*/ 490538 h 993013"/>
                <a:gd name="connsiteX0" fmla="*/ 3056 w 1361956"/>
                <a:gd name="connsiteY0" fmla="*/ 490538 h 993013"/>
                <a:gd name="connsiteX1" fmla="*/ 682506 w 1361956"/>
                <a:gd name="connsiteY1" fmla="*/ 0 h 993013"/>
                <a:gd name="connsiteX2" fmla="*/ 1361956 w 1361956"/>
                <a:gd name="connsiteY2" fmla="*/ 0 h 993013"/>
                <a:gd name="connsiteX3" fmla="*/ 1361956 w 1361956"/>
                <a:gd name="connsiteY3" fmla="*/ 490538 h 993013"/>
                <a:gd name="connsiteX4" fmla="*/ 682506 w 1361956"/>
                <a:gd name="connsiteY4" fmla="*/ 981076 h 993013"/>
                <a:gd name="connsiteX5" fmla="*/ 307856 w 1361956"/>
                <a:gd name="connsiteY5" fmla="*/ 812800 h 993013"/>
                <a:gd name="connsiteX6" fmla="*/ 3056 w 1361956"/>
                <a:gd name="connsiteY6" fmla="*/ 490538 h 993013"/>
                <a:gd name="connsiteX0" fmla="*/ 3056 w 1361956"/>
                <a:gd name="connsiteY0" fmla="*/ 490538 h 984342"/>
                <a:gd name="connsiteX1" fmla="*/ 682506 w 1361956"/>
                <a:gd name="connsiteY1" fmla="*/ 0 h 984342"/>
                <a:gd name="connsiteX2" fmla="*/ 1361956 w 1361956"/>
                <a:gd name="connsiteY2" fmla="*/ 0 h 984342"/>
                <a:gd name="connsiteX3" fmla="*/ 1361956 w 1361956"/>
                <a:gd name="connsiteY3" fmla="*/ 490538 h 984342"/>
                <a:gd name="connsiteX4" fmla="*/ 682506 w 1361956"/>
                <a:gd name="connsiteY4" fmla="*/ 981076 h 984342"/>
                <a:gd name="connsiteX5" fmla="*/ 307856 w 1361956"/>
                <a:gd name="connsiteY5" fmla="*/ 812800 h 984342"/>
                <a:gd name="connsiteX6" fmla="*/ 3056 w 1361956"/>
                <a:gd name="connsiteY6" fmla="*/ 490538 h 98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1956" h="984342">
                  <a:moveTo>
                    <a:pt x="3056" y="490538"/>
                  </a:moveTo>
                  <a:cubicBezTo>
                    <a:pt x="-36102" y="253471"/>
                    <a:pt x="307256" y="0"/>
                    <a:pt x="682506" y="0"/>
                  </a:cubicBezTo>
                  <a:lnTo>
                    <a:pt x="1361956" y="0"/>
                  </a:lnTo>
                  <a:lnTo>
                    <a:pt x="1361956" y="490538"/>
                  </a:lnTo>
                  <a:cubicBezTo>
                    <a:pt x="1361956" y="761455"/>
                    <a:pt x="870889" y="1016266"/>
                    <a:pt x="682506" y="981076"/>
                  </a:cubicBezTo>
                  <a:cubicBezTo>
                    <a:pt x="494123" y="945886"/>
                    <a:pt x="421098" y="894556"/>
                    <a:pt x="307856" y="812800"/>
                  </a:cubicBezTo>
                  <a:cubicBezTo>
                    <a:pt x="194614" y="731044"/>
                    <a:pt x="42214" y="727605"/>
                    <a:pt x="3056" y="490538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61B2045-6CC2-4C7F-876A-3E2E01BE1C11}"/>
                </a:ext>
              </a:extLst>
            </p:cNvPr>
            <p:cNvSpPr/>
            <p:nvPr/>
          </p:nvSpPr>
          <p:spPr>
            <a:xfrm flipH="1" flipV="1">
              <a:off x="4252615" y="4001909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34C77459-DB71-44AC-96AE-799098A4B0D0}"/>
                </a:ext>
              </a:extLst>
            </p:cNvPr>
            <p:cNvSpPr/>
            <p:nvPr/>
          </p:nvSpPr>
          <p:spPr>
            <a:xfrm flipH="1" flipV="1">
              <a:off x="4165183" y="3704776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05292BCC-F9FF-4F95-B4AD-F453DD1543BA}"/>
                </a:ext>
              </a:extLst>
            </p:cNvPr>
            <p:cNvSpPr/>
            <p:nvPr/>
          </p:nvSpPr>
          <p:spPr>
            <a:xfrm flipH="1" flipV="1">
              <a:off x="3890172" y="3625220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3063A7AE-2ACD-4391-AB38-B2C77B741634}"/>
                </a:ext>
              </a:extLst>
            </p:cNvPr>
            <p:cNvSpPr/>
            <p:nvPr/>
          </p:nvSpPr>
          <p:spPr>
            <a:xfrm flipH="1" flipV="1">
              <a:off x="4162038" y="3406461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B371A45D-18FF-45CB-A78C-52C870D5BAC8}"/>
                </a:ext>
              </a:extLst>
            </p:cNvPr>
            <p:cNvSpPr/>
            <p:nvPr/>
          </p:nvSpPr>
          <p:spPr>
            <a:xfrm flipH="1" flipV="1">
              <a:off x="4433769" y="3606305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79DC104-FF14-42E4-9277-A9353E3D9087}"/>
                </a:ext>
              </a:extLst>
            </p:cNvPr>
            <p:cNvSpPr/>
            <p:nvPr/>
          </p:nvSpPr>
          <p:spPr>
            <a:xfrm flipH="1" flipV="1">
              <a:off x="4522200" y="3885930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2E03D901-D134-4FE0-AE91-0067E34833DA}"/>
                </a:ext>
              </a:extLst>
            </p:cNvPr>
            <p:cNvSpPr/>
            <p:nvPr/>
          </p:nvSpPr>
          <p:spPr>
            <a:xfrm flipH="1" flipV="1">
              <a:off x="4812976" y="3729452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22B6D981-998F-4AF8-B299-1BD6D8D3CFC8}"/>
                </a:ext>
              </a:extLst>
            </p:cNvPr>
            <p:cNvSpPr/>
            <p:nvPr/>
          </p:nvSpPr>
          <p:spPr>
            <a:xfrm flipH="1" flipV="1">
              <a:off x="4593026" y="3375916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34AB15A-36CF-4C43-9EC9-86732E7CC6F5}"/>
                </a:ext>
              </a:extLst>
            </p:cNvPr>
            <p:cNvSpPr/>
            <p:nvPr/>
          </p:nvSpPr>
          <p:spPr>
            <a:xfrm flipH="1" flipV="1">
              <a:off x="4845175" y="3451628"/>
              <a:ext cx="181154" cy="18115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07" name="Rectangle: Rounded Corners 506">
            <a:extLst>
              <a:ext uri="{FF2B5EF4-FFF2-40B4-BE49-F238E27FC236}">
                <a16:creationId xmlns:a16="http://schemas.microsoft.com/office/drawing/2014/main" id="{F1EA6ECC-FA2B-4B3E-90B2-383E568446FB}"/>
              </a:ext>
            </a:extLst>
          </p:cNvPr>
          <p:cNvSpPr/>
          <p:nvPr/>
        </p:nvSpPr>
        <p:spPr>
          <a:xfrm>
            <a:off x="3570670" y="1875060"/>
            <a:ext cx="3507159" cy="162079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C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</a:rPr>
              <a:t>a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k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</a:rPr>
              <a:t>e</a:t>
            </a:r>
          </a:p>
        </p:txBody>
      </p:sp>
      <p:sp>
        <p:nvSpPr>
          <p:cNvPr id="508" name="Rectangle: Rounded Corners 507">
            <a:extLst>
              <a:ext uri="{FF2B5EF4-FFF2-40B4-BE49-F238E27FC236}">
                <a16:creationId xmlns:a16="http://schemas.microsoft.com/office/drawing/2014/main" id="{F270F2AD-E03A-4158-AE6E-64AFBCC703D9}"/>
              </a:ext>
            </a:extLst>
          </p:cNvPr>
          <p:cNvSpPr/>
          <p:nvPr/>
        </p:nvSpPr>
        <p:spPr>
          <a:xfrm>
            <a:off x="636751" y="1872817"/>
            <a:ext cx="2420821" cy="162079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</a:rPr>
              <a:t>a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-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</a:rPr>
              <a:t>e</a:t>
            </a:r>
          </a:p>
        </p:txBody>
      </p:sp>
      <p:pic>
        <p:nvPicPr>
          <p:cNvPr id="510" name="ttsMP3.com_VoiceText_2025-4-22_18-17-12">
            <a:hlinkClick r:id="" action="ppaction://media"/>
            <a:extLst>
              <a:ext uri="{FF2B5EF4-FFF2-40B4-BE49-F238E27FC236}">
                <a16:creationId xmlns:a16="http://schemas.microsoft.com/office/drawing/2014/main" id="{7CC2E916-FECA-4EA2-ACEC-7998F4B5FEB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81050" y="316815"/>
            <a:ext cx="609600" cy="609600"/>
          </a:xfrm>
          <a:prstGeom prst="rect">
            <a:avLst/>
          </a:prstGeom>
        </p:spPr>
      </p:pic>
      <p:pic>
        <p:nvPicPr>
          <p:cNvPr id="511" name="1sec">
            <a:hlinkClick r:id="" action="ppaction://media"/>
            <a:extLst>
              <a:ext uri="{FF2B5EF4-FFF2-40B4-BE49-F238E27FC236}">
                <a16:creationId xmlns:a16="http://schemas.microsoft.com/office/drawing/2014/main" id="{89AAE5AE-04D0-4B8E-B54F-F3CF08A4DC87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542361" y="299406"/>
            <a:ext cx="609600" cy="609600"/>
          </a:xfrm>
          <a:prstGeom prst="rect">
            <a:avLst/>
          </a:prstGeom>
        </p:spPr>
      </p:pic>
      <p:pic>
        <p:nvPicPr>
          <p:cNvPr id="512" name="ttsMP3.com_VoiceText_2025-4-22_18-17-1">
            <a:hlinkClick r:id="" action="ppaction://media"/>
            <a:extLst>
              <a:ext uri="{FF2B5EF4-FFF2-40B4-BE49-F238E27FC236}">
                <a16:creationId xmlns:a16="http://schemas.microsoft.com/office/drawing/2014/main" id="{197B3102-3316-4142-AE3C-7F1138D514EA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447972" y="391372"/>
            <a:ext cx="609600" cy="609600"/>
          </a:xfrm>
          <a:prstGeom prst="rect">
            <a:avLst/>
          </a:prstGeom>
        </p:spPr>
      </p:pic>
      <p:pic>
        <p:nvPicPr>
          <p:cNvPr id="513" name="1sec">
            <a:hlinkClick r:id="" action="ppaction://media"/>
            <a:extLst>
              <a:ext uri="{FF2B5EF4-FFF2-40B4-BE49-F238E27FC236}">
                <a16:creationId xmlns:a16="http://schemas.microsoft.com/office/drawing/2014/main" id="{BF2D2E3F-BCB1-45A1-82FA-39FA6B85EDE0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353583" y="259128"/>
            <a:ext cx="609600" cy="609600"/>
          </a:xfrm>
          <a:prstGeom prst="rect">
            <a:avLst/>
          </a:prstGeom>
        </p:spPr>
      </p:pic>
      <p:pic>
        <p:nvPicPr>
          <p:cNvPr id="514" name="1sec">
            <a:hlinkClick r:id="" action="ppaction://media"/>
            <a:extLst>
              <a:ext uri="{FF2B5EF4-FFF2-40B4-BE49-F238E27FC236}">
                <a16:creationId xmlns:a16="http://schemas.microsoft.com/office/drawing/2014/main" id="{B4871436-8636-4C80-BFEF-C0C2118EAEBD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136028" y="45749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8555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4" fill="hold"/>
                                        <p:tgtEl>
                                          <p:spTgt spid="5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4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56" fill="hold"/>
                                        <p:tgtEl>
                                          <p:spTgt spid="5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60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704" fill="hold"/>
                                        <p:tgtEl>
                                          <p:spTgt spid="5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264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56" fill="hold"/>
                                        <p:tgtEl>
                                          <p:spTgt spid="5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320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56" fill="hold"/>
                                        <p:tgtEl>
                                          <p:spTgt spid="5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10"/>
                </p:tgtEl>
              </p:cMediaNode>
            </p:audio>
            <p:audio>
              <p:cMediaNode vol="80000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11"/>
                </p:tgtEl>
              </p:cMediaNode>
            </p:audio>
            <p:audio>
              <p:cMediaNode vol="80000" showWhenStopped="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12"/>
                </p:tgtEl>
              </p:cMediaNode>
            </p:audio>
            <p:audio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13"/>
                </p:tgtEl>
              </p:cMediaNode>
            </p:audio>
            <p:audio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1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D07C501-9F63-4F00-95B2-91E8D39A3B60}"/>
              </a:ext>
            </a:extLst>
          </p:cNvPr>
          <p:cNvGrpSpPr/>
          <p:nvPr/>
        </p:nvGrpSpPr>
        <p:grpSpPr>
          <a:xfrm flipH="1">
            <a:off x="4770782" y="1783482"/>
            <a:ext cx="7237552" cy="4822067"/>
            <a:chOff x="2265331" y="1360859"/>
            <a:chExt cx="7475326" cy="4980486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AD5CFB92-AAEE-4FEC-BFD7-41A0C8416EB2}"/>
                </a:ext>
              </a:extLst>
            </p:cNvPr>
            <p:cNvCxnSpPr/>
            <p:nvPr/>
          </p:nvCxnSpPr>
          <p:spPr>
            <a:xfrm>
              <a:off x="7725163" y="1664115"/>
              <a:ext cx="125809" cy="5232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B7E454FE-6DE3-464F-8D06-107C836906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79001" y="1760424"/>
              <a:ext cx="289466" cy="56241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3D28EA2-4DEE-437A-85C5-A029CA2F127B}"/>
                </a:ext>
              </a:extLst>
            </p:cNvPr>
            <p:cNvSpPr/>
            <p:nvPr/>
          </p:nvSpPr>
          <p:spPr>
            <a:xfrm>
              <a:off x="9340937" y="1497987"/>
              <a:ext cx="332256" cy="332256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31000">
                  <a:srgbClr val="AC4D1B"/>
                </a:gs>
              </a:gsLst>
              <a:lin ang="11400000" scaled="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ECA92B7-C1FF-4C5D-BF9C-EA03F1FEB48A}"/>
                </a:ext>
              </a:extLst>
            </p:cNvPr>
            <p:cNvSpPr/>
            <p:nvPr/>
          </p:nvSpPr>
          <p:spPr>
            <a:xfrm>
              <a:off x="7559035" y="1360859"/>
              <a:ext cx="332256" cy="332256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31000">
                  <a:srgbClr val="AC4D1B"/>
                </a:gs>
              </a:gsLst>
              <a:lin ang="11400000" scaled="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2">
              <a:extLst>
                <a:ext uri="{FF2B5EF4-FFF2-40B4-BE49-F238E27FC236}">
                  <a16:creationId xmlns:a16="http://schemas.microsoft.com/office/drawing/2014/main" id="{48843769-8465-464E-B66E-21159019E14D}"/>
                </a:ext>
              </a:extLst>
            </p:cNvPr>
            <p:cNvSpPr/>
            <p:nvPr/>
          </p:nvSpPr>
          <p:spPr>
            <a:xfrm>
              <a:off x="2265331" y="2092680"/>
              <a:ext cx="7475326" cy="4248665"/>
            </a:xfrm>
            <a:custGeom>
              <a:avLst/>
              <a:gdLst>
                <a:gd name="connsiteX0" fmla="*/ 0 w 2584174"/>
                <a:gd name="connsiteY0" fmla="*/ 1292087 h 2584174"/>
                <a:gd name="connsiteX1" fmla="*/ 1292087 w 2584174"/>
                <a:gd name="connsiteY1" fmla="*/ 0 h 2584174"/>
                <a:gd name="connsiteX2" fmla="*/ 2584174 w 2584174"/>
                <a:gd name="connsiteY2" fmla="*/ 1292087 h 2584174"/>
                <a:gd name="connsiteX3" fmla="*/ 1292087 w 2584174"/>
                <a:gd name="connsiteY3" fmla="*/ 2584174 h 2584174"/>
                <a:gd name="connsiteX4" fmla="*/ 0 w 2584174"/>
                <a:gd name="connsiteY4" fmla="*/ 1292087 h 2584174"/>
                <a:gd name="connsiteX0" fmla="*/ 4945632 w 7529806"/>
                <a:gd name="connsiteY0" fmla="*/ 1292087 h 3193774"/>
                <a:gd name="connsiteX1" fmla="*/ 6237719 w 7529806"/>
                <a:gd name="connsiteY1" fmla="*/ 0 h 3193774"/>
                <a:gd name="connsiteX2" fmla="*/ 7529806 w 7529806"/>
                <a:gd name="connsiteY2" fmla="*/ 1292087 h 3193774"/>
                <a:gd name="connsiteX3" fmla="*/ 75458 w 7529806"/>
                <a:gd name="connsiteY3" fmla="*/ 3193774 h 3193774"/>
                <a:gd name="connsiteX4" fmla="*/ 4945632 w 7529806"/>
                <a:gd name="connsiteY4" fmla="*/ 1292087 h 3193774"/>
                <a:gd name="connsiteX0" fmla="*/ 4913437 w 7484359"/>
                <a:gd name="connsiteY0" fmla="*/ 1775705 h 3204908"/>
                <a:gd name="connsiteX1" fmla="*/ 6192272 w 7484359"/>
                <a:gd name="connsiteY1" fmla="*/ 6540 h 3204908"/>
                <a:gd name="connsiteX2" fmla="*/ 7484359 w 7484359"/>
                <a:gd name="connsiteY2" fmla="*/ 1298627 h 3204908"/>
                <a:gd name="connsiteX3" fmla="*/ 30011 w 7484359"/>
                <a:gd name="connsiteY3" fmla="*/ 3200314 h 3204908"/>
                <a:gd name="connsiteX4" fmla="*/ 4913437 w 7484359"/>
                <a:gd name="connsiteY4" fmla="*/ 1775705 h 3204908"/>
                <a:gd name="connsiteX0" fmla="*/ 4926319 w 7483989"/>
                <a:gd name="connsiteY0" fmla="*/ 1966406 h 3215617"/>
                <a:gd name="connsiteX1" fmla="*/ 6191902 w 7483989"/>
                <a:gd name="connsiteY1" fmla="*/ 11711 h 3215617"/>
                <a:gd name="connsiteX2" fmla="*/ 7483989 w 7483989"/>
                <a:gd name="connsiteY2" fmla="*/ 1303798 h 3215617"/>
                <a:gd name="connsiteX3" fmla="*/ 29641 w 7483989"/>
                <a:gd name="connsiteY3" fmla="*/ 3205485 h 3215617"/>
                <a:gd name="connsiteX4" fmla="*/ 4926319 w 7483989"/>
                <a:gd name="connsiteY4" fmla="*/ 1966406 h 3215617"/>
                <a:gd name="connsiteX0" fmla="*/ 4926319 w 7483989"/>
                <a:gd name="connsiteY0" fmla="*/ 2075855 h 3223751"/>
                <a:gd name="connsiteX1" fmla="*/ 6191902 w 7483989"/>
                <a:gd name="connsiteY1" fmla="*/ 15142 h 3223751"/>
                <a:gd name="connsiteX2" fmla="*/ 7483989 w 7483989"/>
                <a:gd name="connsiteY2" fmla="*/ 1307229 h 3223751"/>
                <a:gd name="connsiteX3" fmla="*/ 29641 w 7483989"/>
                <a:gd name="connsiteY3" fmla="*/ 3208916 h 3223751"/>
                <a:gd name="connsiteX4" fmla="*/ 4926319 w 7483989"/>
                <a:gd name="connsiteY4" fmla="*/ 2075855 h 3223751"/>
                <a:gd name="connsiteX0" fmla="*/ 4939206 w 7483623"/>
                <a:gd name="connsiteY0" fmla="*/ 1980072 h 3216547"/>
                <a:gd name="connsiteX1" fmla="*/ 6191536 w 7483623"/>
                <a:gd name="connsiteY1" fmla="*/ 12124 h 3216547"/>
                <a:gd name="connsiteX2" fmla="*/ 7483623 w 7483623"/>
                <a:gd name="connsiteY2" fmla="*/ 1304211 h 3216547"/>
                <a:gd name="connsiteX3" fmla="*/ 29275 w 7483623"/>
                <a:gd name="connsiteY3" fmla="*/ 3205898 h 3216547"/>
                <a:gd name="connsiteX4" fmla="*/ 4939206 w 7483623"/>
                <a:gd name="connsiteY4" fmla="*/ 1980072 h 3216547"/>
                <a:gd name="connsiteX0" fmla="*/ 4916363 w 6231337"/>
                <a:gd name="connsiteY0" fmla="*/ 1973363 h 3257271"/>
                <a:gd name="connsiteX1" fmla="*/ 6168693 w 6231337"/>
                <a:gd name="connsiteY1" fmla="*/ 5415 h 3257271"/>
                <a:gd name="connsiteX2" fmla="*/ 6056049 w 6231337"/>
                <a:gd name="connsiteY2" fmla="*/ 2622719 h 3257271"/>
                <a:gd name="connsiteX3" fmla="*/ 6432 w 6231337"/>
                <a:gd name="connsiteY3" fmla="*/ 3199189 h 3257271"/>
                <a:gd name="connsiteX4" fmla="*/ 4916363 w 6231337"/>
                <a:gd name="connsiteY4" fmla="*/ 1973363 h 3257271"/>
                <a:gd name="connsiteX0" fmla="*/ 4916363 w 6365943"/>
                <a:gd name="connsiteY0" fmla="*/ 11324 h 1252825"/>
                <a:gd name="connsiteX1" fmla="*/ 6056049 w 6365943"/>
                <a:gd name="connsiteY1" fmla="*/ 660680 h 1252825"/>
                <a:gd name="connsiteX2" fmla="*/ 6432 w 6365943"/>
                <a:gd name="connsiteY2" fmla="*/ 1237150 h 1252825"/>
                <a:gd name="connsiteX3" fmla="*/ 4916363 w 6365943"/>
                <a:gd name="connsiteY3" fmla="*/ 11324 h 1252825"/>
                <a:gd name="connsiteX0" fmla="*/ 4915611 w 6295981"/>
                <a:gd name="connsiteY0" fmla="*/ 1829931 h 4121103"/>
                <a:gd name="connsiteX1" fmla="*/ 6055297 w 6295981"/>
                <a:gd name="connsiteY1" fmla="*/ 2479287 h 4121103"/>
                <a:gd name="connsiteX2" fmla="*/ 5680 w 6295981"/>
                <a:gd name="connsiteY2" fmla="*/ 3055757 h 4121103"/>
                <a:gd name="connsiteX3" fmla="*/ 4915611 w 6295981"/>
                <a:gd name="connsiteY3" fmla="*/ 1829931 h 4121103"/>
                <a:gd name="connsiteX0" fmla="*/ 4915611 w 7480254"/>
                <a:gd name="connsiteY0" fmla="*/ 1975323 h 4266495"/>
                <a:gd name="connsiteX1" fmla="*/ 6055297 w 7480254"/>
                <a:gd name="connsiteY1" fmla="*/ 2624679 h 4266495"/>
                <a:gd name="connsiteX2" fmla="*/ 5680 w 7480254"/>
                <a:gd name="connsiteY2" fmla="*/ 3201149 h 4266495"/>
                <a:gd name="connsiteX3" fmla="*/ 4915611 w 7480254"/>
                <a:gd name="connsiteY3" fmla="*/ 1975323 h 4266495"/>
                <a:gd name="connsiteX0" fmla="*/ 4914623 w 7314151"/>
                <a:gd name="connsiteY0" fmla="*/ 1899125 h 4116631"/>
                <a:gd name="connsiteX1" fmla="*/ 6054309 w 7314151"/>
                <a:gd name="connsiteY1" fmla="*/ 2548481 h 4116631"/>
                <a:gd name="connsiteX2" fmla="*/ 4692 w 7314151"/>
                <a:gd name="connsiteY2" fmla="*/ 3124951 h 4116631"/>
                <a:gd name="connsiteX3" fmla="*/ 4914623 w 7314151"/>
                <a:gd name="connsiteY3" fmla="*/ 1899125 h 4116631"/>
                <a:gd name="connsiteX0" fmla="*/ 4914623 w 7493279"/>
                <a:gd name="connsiteY0" fmla="*/ 2075631 h 4293137"/>
                <a:gd name="connsiteX1" fmla="*/ 6054309 w 7493279"/>
                <a:gd name="connsiteY1" fmla="*/ 2724987 h 4293137"/>
                <a:gd name="connsiteX2" fmla="*/ 4692 w 7493279"/>
                <a:gd name="connsiteY2" fmla="*/ 3301457 h 4293137"/>
                <a:gd name="connsiteX3" fmla="*/ 4914623 w 7493279"/>
                <a:gd name="connsiteY3" fmla="*/ 2075631 h 4293137"/>
                <a:gd name="connsiteX0" fmla="*/ 4912395 w 7491051"/>
                <a:gd name="connsiteY0" fmla="*/ 2075631 h 4445643"/>
                <a:gd name="connsiteX1" fmla="*/ 6052081 w 7491051"/>
                <a:gd name="connsiteY1" fmla="*/ 2724987 h 4445643"/>
                <a:gd name="connsiteX2" fmla="*/ 2464 w 7491051"/>
                <a:gd name="connsiteY2" fmla="*/ 3301457 h 4445643"/>
                <a:gd name="connsiteX3" fmla="*/ 4912395 w 7491051"/>
                <a:gd name="connsiteY3" fmla="*/ 2075631 h 4445643"/>
                <a:gd name="connsiteX0" fmla="*/ 4910123 w 7488779"/>
                <a:gd name="connsiteY0" fmla="*/ 2075631 h 4184114"/>
                <a:gd name="connsiteX1" fmla="*/ 6049809 w 7488779"/>
                <a:gd name="connsiteY1" fmla="*/ 2724987 h 4184114"/>
                <a:gd name="connsiteX2" fmla="*/ 192 w 7488779"/>
                <a:gd name="connsiteY2" fmla="*/ 3301457 h 4184114"/>
                <a:gd name="connsiteX3" fmla="*/ 4910123 w 7488779"/>
                <a:gd name="connsiteY3" fmla="*/ 2075631 h 4184114"/>
                <a:gd name="connsiteX0" fmla="*/ 4912527 w 8753344"/>
                <a:gd name="connsiteY0" fmla="*/ 526291 h 1900325"/>
                <a:gd name="connsiteX1" fmla="*/ 6052213 w 8753344"/>
                <a:gd name="connsiteY1" fmla="*/ 1175647 h 1900325"/>
                <a:gd name="connsiteX2" fmla="*/ 2596 w 8753344"/>
                <a:gd name="connsiteY2" fmla="*/ 1752117 h 1900325"/>
                <a:gd name="connsiteX3" fmla="*/ 4912527 w 8753344"/>
                <a:gd name="connsiteY3" fmla="*/ 526291 h 1900325"/>
                <a:gd name="connsiteX0" fmla="*/ 4912527 w 7975501"/>
                <a:gd name="connsiteY0" fmla="*/ 425651 h 1799685"/>
                <a:gd name="connsiteX1" fmla="*/ 6052213 w 7975501"/>
                <a:gd name="connsiteY1" fmla="*/ 1075007 h 1799685"/>
                <a:gd name="connsiteX2" fmla="*/ 2596 w 7975501"/>
                <a:gd name="connsiteY2" fmla="*/ 1651477 h 1799685"/>
                <a:gd name="connsiteX3" fmla="*/ 4912527 w 7975501"/>
                <a:gd name="connsiteY3" fmla="*/ 425651 h 1799685"/>
                <a:gd name="connsiteX0" fmla="*/ 4910156 w 6754535"/>
                <a:gd name="connsiteY0" fmla="*/ 172897 h 1546931"/>
                <a:gd name="connsiteX1" fmla="*/ 6049842 w 6754535"/>
                <a:gd name="connsiteY1" fmla="*/ 822253 h 1546931"/>
                <a:gd name="connsiteX2" fmla="*/ 225 w 6754535"/>
                <a:gd name="connsiteY2" fmla="*/ 1398723 h 1546931"/>
                <a:gd name="connsiteX3" fmla="*/ 4910156 w 6754535"/>
                <a:gd name="connsiteY3" fmla="*/ 172897 h 1546931"/>
                <a:gd name="connsiteX0" fmla="*/ 4910156 w 6324209"/>
                <a:gd name="connsiteY0" fmla="*/ 1706582 h 3080616"/>
                <a:gd name="connsiteX1" fmla="*/ 6049842 w 6324209"/>
                <a:gd name="connsiteY1" fmla="*/ 2355938 h 3080616"/>
                <a:gd name="connsiteX2" fmla="*/ 225 w 6324209"/>
                <a:gd name="connsiteY2" fmla="*/ 2932408 h 3080616"/>
                <a:gd name="connsiteX3" fmla="*/ 4910156 w 6324209"/>
                <a:gd name="connsiteY3" fmla="*/ 1706582 h 3080616"/>
                <a:gd name="connsiteX0" fmla="*/ 4910205 w 6865444"/>
                <a:gd name="connsiteY0" fmla="*/ 1900684 h 3274718"/>
                <a:gd name="connsiteX1" fmla="*/ 6719124 w 6865444"/>
                <a:gd name="connsiteY1" fmla="*/ 5624 h 3274718"/>
                <a:gd name="connsiteX2" fmla="*/ 6049891 w 6865444"/>
                <a:gd name="connsiteY2" fmla="*/ 2550040 h 3274718"/>
                <a:gd name="connsiteX3" fmla="*/ 274 w 6865444"/>
                <a:gd name="connsiteY3" fmla="*/ 3126510 h 3274718"/>
                <a:gd name="connsiteX4" fmla="*/ 4910205 w 6865444"/>
                <a:gd name="connsiteY4" fmla="*/ 1900684 h 3274718"/>
                <a:gd name="connsiteX0" fmla="*/ 4910205 w 7404243"/>
                <a:gd name="connsiteY0" fmla="*/ 1900684 h 3274718"/>
                <a:gd name="connsiteX1" fmla="*/ 6719124 w 7404243"/>
                <a:gd name="connsiteY1" fmla="*/ 5624 h 3274718"/>
                <a:gd name="connsiteX2" fmla="*/ 6049891 w 7404243"/>
                <a:gd name="connsiteY2" fmla="*/ 2550040 h 3274718"/>
                <a:gd name="connsiteX3" fmla="*/ 274 w 7404243"/>
                <a:gd name="connsiteY3" fmla="*/ 3126510 h 3274718"/>
                <a:gd name="connsiteX4" fmla="*/ 4910205 w 7404243"/>
                <a:gd name="connsiteY4" fmla="*/ 1900684 h 3274718"/>
                <a:gd name="connsiteX0" fmla="*/ 4910205 w 7404243"/>
                <a:gd name="connsiteY0" fmla="*/ 1981267 h 3355301"/>
                <a:gd name="connsiteX1" fmla="*/ 6719124 w 7404243"/>
                <a:gd name="connsiteY1" fmla="*/ 86207 h 3355301"/>
                <a:gd name="connsiteX2" fmla="*/ 6049891 w 7404243"/>
                <a:gd name="connsiteY2" fmla="*/ 2630623 h 3355301"/>
                <a:gd name="connsiteX3" fmla="*/ 274 w 7404243"/>
                <a:gd name="connsiteY3" fmla="*/ 3207093 h 3355301"/>
                <a:gd name="connsiteX4" fmla="*/ 4910205 w 7404243"/>
                <a:gd name="connsiteY4" fmla="*/ 1981267 h 3355301"/>
                <a:gd name="connsiteX0" fmla="*/ 4910146 w 7404184"/>
                <a:gd name="connsiteY0" fmla="*/ 1971408 h 3345442"/>
                <a:gd name="connsiteX1" fmla="*/ 6719065 w 7404184"/>
                <a:gd name="connsiteY1" fmla="*/ 76348 h 3345442"/>
                <a:gd name="connsiteX2" fmla="*/ 6049832 w 7404184"/>
                <a:gd name="connsiteY2" fmla="*/ 2620764 h 3345442"/>
                <a:gd name="connsiteX3" fmla="*/ 215 w 7404184"/>
                <a:gd name="connsiteY3" fmla="*/ 3197234 h 3345442"/>
                <a:gd name="connsiteX4" fmla="*/ 4910146 w 7404184"/>
                <a:gd name="connsiteY4" fmla="*/ 1971408 h 3345442"/>
                <a:gd name="connsiteX0" fmla="*/ 4910146 w 7451322"/>
                <a:gd name="connsiteY0" fmla="*/ 1971408 h 3345442"/>
                <a:gd name="connsiteX1" fmla="*/ 6719065 w 7451322"/>
                <a:gd name="connsiteY1" fmla="*/ 76348 h 3345442"/>
                <a:gd name="connsiteX2" fmla="*/ 6049832 w 7451322"/>
                <a:gd name="connsiteY2" fmla="*/ 2620764 h 3345442"/>
                <a:gd name="connsiteX3" fmla="*/ 215 w 7451322"/>
                <a:gd name="connsiteY3" fmla="*/ 3197234 h 3345442"/>
                <a:gd name="connsiteX4" fmla="*/ 4910146 w 7451322"/>
                <a:gd name="connsiteY4" fmla="*/ 1971408 h 3345442"/>
                <a:gd name="connsiteX0" fmla="*/ 4917351 w 7458527"/>
                <a:gd name="connsiteY0" fmla="*/ 1971408 h 3551774"/>
                <a:gd name="connsiteX1" fmla="*/ 6726270 w 7458527"/>
                <a:gd name="connsiteY1" fmla="*/ 76348 h 3551774"/>
                <a:gd name="connsiteX2" fmla="*/ 6057037 w 7458527"/>
                <a:gd name="connsiteY2" fmla="*/ 2620764 h 3551774"/>
                <a:gd name="connsiteX3" fmla="*/ 7420 w 7458527"/>
                <a:gd name="connsiteY3" fmla="*/ 3197234 h 3551774"/>
                <a:gd name="connsiteX4" fmla="*/ 4917351 w 7458527"/>
                <a:gd name="connsiteY4" fmla="*/ 1971408 h 3551774"/>
                <a:gd name="connsiteX0" fmla="*/ 4917351 w 7458527"/>
                <a:gd name="connsiteY0" fmla="*/ 1971408 h 4207893"/>
                <a:gd name="connsiteX1" fmla="*/ 6726270 w 7458527"/>
                <a:gd name="connsiteY1" fmla="*/ 76348 h 4207893"/>
                <a:gd name="connsiteX2" fmla="*/ 6057037 w 7458527"/>
                <a:gd name="connsiteY2" fmla="*/ 2620764 h 4207893"/>
                <a:gd name="connsiteX3" fmla="*/ 7420 w 7458527"/>
                <a:gd name="connsiteY3" fmla="*/ 3197234 h 4207893"/>
                <a:gd name="connsiteX4" fmla="*/ 4917351 w 7458527"/>
                <a:gd name="connsiteY4" fmla="*/ 1971408 h 4207893"/>
                <a:gd name="connsiteX0" fmla="*/ 4917351 w 7458527"/>
                <a:gd name="connsiteY0" fmla="*/ 2015798 h 4252283"/>
                <a:gd name="connsiteX1" fmla="*/ 6726270 w 7458527"/>
                <a:gd name="connsiteY1" fmla="*/ 120738 h 4252283"/>
                <a:gd name="connsiteX2" fmla="*/ 6057037 w 7458527"/>
                <a:gd name="connsiteY2" fmla="*/ 2665154 h 4252283"/>
                <a:gd name="connsiteX3" fmla="*/ 7420 w 7458527"/>
                <a:gd name="connsiteY3" fmla="*/ 3241624 h 4252283"/>
                <a:gd name="connsiteX4" fmla="*/ 4917351 w 7458527"/>
                <a:gd name="connsiteY4" fmla="*/ 2015798 h 4252283"/>
                <a:gd name="connsiteX0" fmla="*/ 4917351 w 7458527"/>
                <a:gd name="connsiteY0" fmla="*/ 2012180 h 4248665"/>
                <a:gd name="connsiteX1" fmla="*/ 6726270 w 7458527"/>
                <a:gd name="connsiteY1" fmla="*/ 117120 h 4248665"/>
                <a:gd name="connsiteX2" fmla="*/ 6057037 w 7458527"/>
                <a:gd name="connsiteY2" fmla="*/ 2661536 h 4248665"/>
                <a:gd name="connsiteX3" fmla="*/ 7420 w 7458527"/>
                <a:gd name="connsiteY3" fmla="*/ 3238006 h 4248665"/>
                <a:gd name="connsiteX4" fmla="*/ 4917351 w 7458527"/>
                <a:gd name="connsiteY4" fmla="*/ 2012180 h 4248665"/>
                <a:gd name="connsiteX0" fmla="*/ 4917351 w 7475326"/>
                <a:gd name="connsiteY0" fmla="*/ 2012180 h 4248665"/>
                <a:gd name="connsiteX1" fmla="*/ 6726270 w 7475326"/>
                <a:gd name="connsiteY1" fmla="*/ 117120 h 4248665"/>
                <a:gd name="connsiteX2" fmla="*/ 6057037 w 7475326"/>
                <a:gd name="connsiteY2" fmla="*/ 2661536 h 4248665"/>
                <a:gd name="connsiteX3" fmla="*/ 7420 w 7475326"/>
                <a:gd name="connsiteY3" fmla="*/ 3238006 h 4248665"/>
                <a:gd name="connsiteX4" fmla="*/ 4917351 w 7475326"/>
                <a:gd name="connsiteY4" fmla="*/ 2012180 h 4248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75326" h="4248665">
                  <a:moveTo>
                    <a:pt x="4917351" y="2012180"/>
                  </a:moveTo>
                  <a:cubicBezTo>
                    <a:pt x="4951309" y="1796832"/>
                    <a:pt x="4517022" y="-543556"/>
                    <a:pt x="6726270" y="117120"/>
                  </a:cubicBezTo>
                  <a:cubicBezTo>
                    <a:pt x="8173518" y="941626"/>
                    <a:pt x="7287970" y="2611288"/>
                    <a:pt x="6057037" y="2661536"/>
                  </a:cubicBezTo>
                  <a:cubicBezTo>
                    <a:pt x="6705565" y="5132790"/>
                    <a:pt x="235468" y="4222532"/>
                    <a:pt x="7420" y="3238006"/>
                  </a:cubicBezTo>
                  <a:cubicBezTo>
                    <a:pt x="-220628" y="2253480"/>
                    <a:pt x="4883393" y="2227528"/>
                    <a:pt x="4917351" y="201218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1000">
                  <a:schemeClr val="accent2">
                    <a:lumMod val="60000"/>
                    <a:lumOff val="40000"/>
                  </a:schemeClr>
                </a:gs>
              </a:gsLst>
              <a:lin ang="11400000" scaled="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A73E9186-E7B8-4CAC-9889-A7225A8CD759}"/>
                </a:ext>
              </a:extLst>
            </p:cNvPr>
            <p:cNvSpPr/>
            <p:nvPr/>
          </p:nvSpPr>
          <p:spPr>
            <a:xfrm>
              <a:off x="2475354" y="2107884"/>
              <a:ext cx="4652334" cy="3645233"/>
            </a:xfrm>
            <a:custGeom>
              <a:avLst/>
              <a:gdLst>
                <a:gd name="connsiteX0" fmla="*/ 0 w 1714500"/>
                <a:gd name="connsiteY0" fmla="*/ 0 h 228600"/>
                <a:gd name="connsiteX1" fmla="*/ 1714500 w 1714500"/>
                <a:gd name="connsiteY1" fmla="*/ 0 h 228600"/>
                <a:gd name="connsiteX2" fmla="*/ 1714500 w 1714500"/>
                <a:gd name="connsiteY2" fmla="*/ 228600 h 228600"/>
                <a:gd name="connsiteX3" fmla="*/ 0 w 1714500"/>
                <a:gd name="connsiteY3" fmla="*/ 228600 h 228600"/>
                <a:gd name="connsiteX4" fmla="*/ 0 w 1714500"/>
                <a:gd name="connsiteY4" fmla="*/ 0 h 228600"/>
                <a:gd name="connsiteX0" fmla="*/ 0 w 1816100"/>
                <a:gd name="connsiteY0" fmla="*/ 0 h 2832100"/>
                <a:gd name="connsiteX1" fmla="*/ 1816100 w 1816100"/>
                <a:gd name="connsiteY1" fmla="*/ 2603500 h 2832100"/>
                <a:gd name="connsiteX2" fmla="*/ 1816100 w 1816100"/>
                <a:gd name="connsiteY2" fmla="*/ 2832100 h 2832100"/>
                <a:gd name="connsiteX3" fmla="*/ 101600 w 1816100"/>
                <a:gd name="connsiteY3" fmla="*/ 2832100 h 2832100"/>
                <a:gd name="connsiteX4" fmla="*/ 0 w 1816100"/>
                <a:gd name="connsiteY4" fmla="*/ 0 h 2832100"/>
                <a:gd name="connsiteX0" fmla="*/ 0 w 1816100"/>
                <a:gd name="connsiteY0" fmla="*/ 0 h 2832100"/>
                <a:gd name="connsiteX1" fmla="*/ 1397000 w 1816100"/>
                <a:gd name="connsiteY1" fmla="*/ 88900 h 2832100"/>
                <a:gd name="connsiteX2" fmla="*/ 1816100 w 1816100"/>
                <a:gd name="connsiteY2" fmla="*/ 2832100 h 2832100"/>
                <a:gd name="connsiteX3" fmla="*/ 101600 w 1816100"/>
                <a:gd name="connsiteY3" fmla="*/ 2832100 h 2832100"/>
                <a:gd name="connsiteX4" fmla="*/ 0 w 1816100"/>
                <a:gd name="connsiteY4" fmla="*/ 0 h 2832100"/>
                <a:gd name="connsiteX0" fmla="*/ 0 w 2019300"/>
                <a:gd name="connsiteY0" fmla="*/ 596900 h 2743200"/>
                <a:gd name="connsiteX1" fmla="*/ 1600200 w 2019300"/>
                <a:gd name="connsiteY1" fmla="*/ 0 h 2743200"/>
                <a:gd name="connsiteX2" fmla="*/ 2019300 w 2019300"/>
                <a:gd name="connsiteY2" fmla="*/ 2743200 h 2743200"/>
                <a:gd name="connsiteX3" fmla="*/ 304800 w 2019300"/>
                <a:gd name="connsiteY3" fmla="*/ 2743200 h 2743200"/>
                <a:gd name="connsiteX4" fmla="*/ 0 w 2019300"/>
                <a:gd name="connsiteY4" fmla="*/ 596900 h 2743200"/>
                <a:gd name="connsiteX0" fmla="*/ 0 w 2019300"/>
                <a:gd name="connsiteY0" fmla="*/ 596900 h 2844800"/>
                <a:gd name="connsiteX1" fmla="*/ 1600200 w 2019300"/>
                <a:gd name="connsiteY1" fmla="*/ 0 h 2844800"/>
                <a:gd name="connsiteX2" fmla="*/ 2019300 w 2019300"/>
                <a:gd name="connsiteY2" fmla="*/ 2743200 h 2844800"/>
                <a:gd name="connsiteX3" fmla="*/ 304800 w 2019300"/>
                <a:gd name="connsiteY3" fmla="*/ 2743200 h 2844800"/>
                <a:gd name="connsiteX4" fmla="*/ 0 w 2019300"/>
                <a:gd name="connsiteY4" fmla="*/ 596900 h 2844800"/>
                <a:gd name="connsiteX0" fmla="*/ 0 w 2019300"/>
                <a:gd name="connsiteY0" fmla="*/ 596900 h 2875182"/>
                <a:gd name="connsiteX1" fmla="*/ 1600200 w 2019300"/>
                <a:gd name="connsiteY1" fmla="*/ 0 h 2875182"/>
                <a:gd name="connsiteX2" fmla="*/ 2019300 w 2019300"/>
                <a:gd name="connsiteY2" fmla="*/ 2743200 h 2875182"/>
                <a:gd name="connsiteX3" fmla="*/ 304800 w 2019300"/>
                <a:gd name="connsiteY3" fmla="*/ 2743200 h 2875182"/>
                <a:gd name="connsiteX4" fmla="*/ 0 w 2019300"/>
                <a:gd name="connsiteY4" fmla="*/ 596900 h 2875182"/>
                <a:gd name="connsiteX0" fmla="*/ 0 w 2279202"/>
                <a:gd name="connsiteY0" fmla="*/ 596900 h 2875182"/>
                <a:gd name="connsiteX1" fmla="*/ 1600200 w 2279202"/>
                <a:gd name="connsiteY1" fmla="*/ 0 h 2875182"/>
                <a:gd name="connsiteX2" fmla="*/ 2019300 w 2279202"/>
                <a:gd name="connsiteY2" fmla="*/ 2743200 h 2875182"/>
                <a:gd name="connsiteX3" fmla="*/ 304800 w 2279202"/>
                <a:gd name="connsiteY3" fmla="*/ 2743200 h 2875182"/>
                <a:gd name="connsiteX4" fmla="*/ 0 w 2279202"/>
                <a:gd name="connsiteY4" fmla="*/ 596900 h 2875182"/>
                <a:gd name="connsiteX0" fmla="*/ 0 w 2301689"/>
                <a:gd name="connsiteY0" fmla="*/ 596900 h 2875182"/>
                <a:gd name="connsiteX1" fmla="*/ 1600200 w 2301689"/>
                <a:gd name="connsiteY1" fmla="*/ 0 h 2875182"/>
                <a:gd name="connsiteX2" fmla="*/ 2019300 w 2301689"/>
                <a:gd name="connsiteY2" fmla="*/ 2743200 h 2875182"/>
                <a:gd name="connsiteX3" fmla="*/ 304800 w 2301689"/>
                <a:gd name="connsiteY3" fmla="*/ 2743200 h 2875182"/>
                <a:gd name="connsiteX4" fmla="*/ 0 w 2301689"/>
                <a:gd name="connsiteY4" fmla="*/ 596900 h 2875182"/>
                <a:gd name="connsiteX0" fmla="*/ 1300593 w 3602282"/>
                <a:gd name="connsiteY0" fmla="*/ 990600 h 3268882"/>
                <a:gd name="connsiteX1" fmla="*/ 30593 w 3602282"/>
                <a:gd name="connsiteY1" fmla="*/ 0 h 3268882"/>
                <a:gd name="connsiteX2" fmla="*/ 2900793 w 3602282"/>
                <a:gd name="connsiteY2" fmla="*/ 393700 h 3268882"/>
                <a:gd name="connsiteX3" fmla="*/ 3319893 w 3602282"/>
                <a:gd name="connsiteY3" fmla="*/ 3136900 h 3268882"/>
                <a:gd name="connsiteX4" fmla="*/ 1605393 w 3602282"/>
                <a:gd name="connsiteY4" fmla="*/ 3136900 h 3268882"/>
                <a:gd name="connsiteX5" fmla="*/ 1300593 w 3602282"/>
                <a:gd name="connsiteY5" fmla="*/ 990600 h 3268882"/>
                <a:gd name="connsiteX0" fmla="*/ 1636356 w 3938045"/>
                <a:gd name="connsiteY0" fmla="*/ 990600 h 3268882"/>
                <a:gd name="connsiteX1" fmla="*/ 112356 w 3938045"/>
                <a:gd name="connsiteY1" fmla="*/ 1524000 h 3268882"/>
                <a:gd name="connsiteX2" fmla="*/ 366356 w 3938045"/>
                <a:gd name="connsiteY2" fmla="*/ 0 h 3268882"/>
                <a:gd name="connsiteX3" fmla="*/ 3236556 w 3938045"/>
                <a:gd name="connsiteY3" fmla="*/ 393700 h 3268882"/>
                <a:gd name="connsiteX4" fmla="*/ 3655656 w 3938045"/>
                <a:gd name="connsiteY4" fmla="*/ 3136900 h 3268882"/>
                <a:gd name="connsiteX5" fmla="*/ 1941156 w 3938045"/>
                <a:gd name="connsiteY5" fmla="*/ 3136900 h 3268882"/>
                <a:gd name="connsiteX6" fmla="*/ 1636356 w 3938045"/>
                <a:gd name="connsiteY6" fmla="*/ 990600 h 3268882"/>
                <a:gd name="connsiteX0" fmla="*/ 1636356 w 3938045"/>
                <a:gd name="connsiteY0" fmla="*/ 1149884 h 3428166"/>
                <a:gd name="connsiteX1" fmla="*/ 112356 w 3938045"/>
                <a:gd name="connsiteY1" fmla="*/ 1683284 h 3428166"/>
                <a:gd name="connsiteX2" fmla="*/ 366356 w 3938045"/>
                <a:gd name="connsiteY2" fmla="*/ 159284 h 3428166"/>
                <a:gd name="connsiteX3" fmla="*/ 3236556 w 3938045"/>
                <a:gd name="connsiteY3" fmla="*/ 552984 h 3428166"/>
                <a:gd name="connsiteX4" fmla="*/ 3655656 w 3938045"/>
                <a:gd name="connsiteY4" fmla="*/ 3296184 h 3428166"/>
                <a:gd name="connsiteX5" fmla="*/ 1941156 w 3938045"/>
                <a:gd name="connsiteY5" fmla="*/ 3296184 h 3428166"/>
                <a:gd name="connsiteX6" fmla="*/ 1636356 w 3938045"/>
                <a:gd name="connsiteY6" fmla="*/ 1149884 h 3428166"/>
                <a:gd name="connsiteX0" fmla="*/ 1636356 w 3938045"/>
                <a:gd name="connsiteY0" fmla="*/ 1308416 h 3586698"/>
                <a:gd name="connsiteX1" fmla="*/ 112356 w 3938045"/>
                <a:gd name="connsiteY1" fmla="*/ 1841816 h 3586698"/>
                <a:gd name="connsiteX2" fmla="*/ 366356 w 3938045"/>
                <a:gd name="connsiteY2" fmla="*/ 317816 h 3586698"/>
                <a:gd name="connsiteX3" fmla="*/ 3236556 w 3938045"/>
                <a:gd name="connsiteY3" fmla="*/ 711516 h 3586698"/>
                <a:gd name="connsiteX4" fmla="*/ 3655656 w 3938045"/>
                <a:gd name="connsiteY4" fmla="*/ 3454716 h 3586698"/>
                <a:gd name="connsiteX5" fmla="*/ 1941156 w 3938045"/>
                <a:gd name="connsiteY5" fmla="*/ 3454716 h 3586698"/>
                <a:gd name="connsiteX6" fmla="*/ 1636356 w 3938045"/>
                <a:gd name="connsiteY6" fmla="*/ 1308416 h 3586698"/>
                <a:gd name="connsiteX0" fmla="*/ 1636356 w 3938045"/>
                <a:gd name="connsiteY0" fmla="*/ 1308416 h 3586698"/>
                <a:gd name="connsiteX1" fmla="*/ 112356 w 3938045"/>
                <a:gd name="connsiteY1" fmla="*/ 1841816 h 3586698"/>
                <a:gd name="connsiteX2" fmla="*/ 366356 w 3938045"/>
                <a:gd name="connsiteY2" fmla="*/ 317816 h 3586698"/>
                <a:gd name="connsiteX3" fmla="*/ 3236556 w 3938045"/>
                <a:gd name="connsiteY3" fmla="*/ 711516 h 3586698"/>
                <a:gd name="connsiteX4" fmla="*/ 3655656 w 3938045"/>
                <a:gd name="connsiteY4" fmla="*/ 3454716 h 3586698"/>
                <a:gd name="connsiteX5" fmla="*/ 1941156 w 3938045"/>
                <a:gd name="connsiteY5" fmla="*/ 3454716 h 3586698"/>
                <a:gd name="connsiteX6" fmla="*/ 1636356 w 3938045"/>
                <a:gd name="connsiteY6" fmla="*/ 1308416 h 3586698"/>
                <a:gd name="connsiteX0" fmla="*/ 1636356 w 3938045"/>
                <a:gd name="connsiteY0" fmla="*/ 1308416 h 3586698"/>
                <a:gd name="connsiteX1" fmla="*/ 112356 w 3938045"/>
                <a:gd name="connsiteY1" fmla="*/ 1841816 h 3586698"/>
                <a:gd name="connsiteX2" fmla="*/ 366356 w 3938045"/>
                <a:gd name="connsiteY2" fmla="*/ 317816 h 3586698"/>
                <a:gd name="connsiteX3" fmla="*/ 3236556 w 3938045"/>
                <a:gd name="connsiteY3" fmla="*/ 711516 h 3586698"/>
                <a:gd name="connsiteX4" fmla="*/ 3655656 w 3938045"/>
                <a:gd name="connsiteY4" fmla="*/ 3454716 h 3586698"/>
                <a:gd name="connsiteX5" fmla="*/ 1941156 w 3938045"/>
                <a:gd name="connsiteY5" fmla="*/ 3454716 h 3586698"/>
                <a:gd name="connsiteX6" fmla="*/ 1636356 w 3938045"/>
                <a:gd name="connsiteY6" fmla="*/ 1308416 h 3586698"/>
                <a:gd name="connsiteX0" fmla="*/ 1636356 w 3938045"/>
                <a:gd name="connsiteY0" fmla="*/ 1308416 h 3586698"/>
                <a:gd name="connsiteX1" fmla="*/ 112356 w 3938045"/>
                <a:gd name="connsiteY1" fmla="*/ 1841816 h 3586698"/>
                <a:gd name="connsiteX2" fmla="*/ 366356 w 3938045"/>
                <a:gd name="connsiteY2" fmla="*/ 317816 h 3586698"/>
                <a:gd name="connsiteX3" fmla="*/ 3236556 w 3938045"/>
                <a:gd name="connsiteY3" fmla="*/ 711516 h 3586698"/>
                <a:gd name="connsiteX4" fmla="*/ 3655656 w 3938045"/>
                <a:gd name="connsiteY4" fmla="*/ 3454716 h 3586698"/>
                <a:gd name="connsiteX5" fmla="*/ 1941156 w 3938045"/>
                <a:gd name="connsiteY5" fmla="*/ 3454716 h 3586698"/>
                <a:gd name="connsiteX6" fmla="*/ 1636356 w 3938045"/>
                <a:gd name="connsiteY6" fmla="*/ 1308416 h 3586698"/>
                <a:gd name="connsiteX0" fmla="*/ 1636356 w 3938045"/>
                <a:gd name="connsiteY0" fmla="*/ 1308416 h 3586698"/>
                <a:gd name="connsiteX1" fmla="*/ 112356 w 3938045"/>
                <a:gd name="connsiteY1" fmla="*/ 1841816 h 3586698"/>
                <a:gd name="connsiteX2" fmla="*/ 366356 w 3938045"/>
                <a:gd name="connsiteY2" fmla="*/ 317816 h 3586698"/>
                <a:gd name="connsiteX3" fmla="*/ 3236556 w 3938045"/>
                <a:gd name="connsiteY3" fmla="*/ 711516 h 3586698"/>
                <a:gd name="connsiteX4" fmla="*/ 3655656 w 3938045"/>
                <a:gd name="connsiteY4" fmla="*/ 3454716 h 3586698"/>
                <a:gd name="connsiteX5" fmla="*/ 1941156 w 3938045"/>
                <a:gd name="connsiteY5" fmla="*/ 3454716 h 3586698"/>
                <a:gd name="connsiteX6" fmla="*/ 1636356 w 3938045"/>
                <a:gd name="connsiteY6" fmla="*/ 1308416 h 3586698"/>
                <a:gd name="connsiteX0" fmla="*/ 1636356 w 3938045"/>
                <a:gd name="connsiteY0" fmla="*/ 1308416 h 3586698"/>
                <a:gd name="connsiteX1" fmla="*/ 112356 w 3938045"/>
                <a:gd name="connsiteY1" fmla="*/ 1841816 h 3586698"/>
                <a:gd name="connsiteX2" fmla="*/ 366356 w 3938045"/>
                <a:gd name="connsiteY2" fmla="*/ 317816 h 3586698"/>
                <a:gd name="connsiteX3" fmla="*/ 3236556 w 3938045"/>
                <a:gd name="connsiteY3" fmla="*/ 711516 h 3586698"/>
                <a:gd name="connsiteX4" fmla="*/ 3655656 w 3938045"/>
                <a:gd name="connsiteY4" fmla="*/ 3454716 h 3586698"/>
                <a:gd name="connsiteX5" fmla="*/ 1941156 w 3938045"/>
                <a:gd name="connsiteY5" fmla="*/ 3454716 h 3586698"/>
                <a:gd name="connsiteX6" fmla="*/ 1636356 w 3938045"/>
                <a:gd name="connsiteY6" fmla="*/ 1308416 h 3586698"/>
                <a:gd name="connsiteX0" fmla="*/ 1636356 w 3938045"/>
                <a:gd name="connsiteY0" fmla="*/ 1308416 h 3586698"/>
                <a:gd name="connsiteX1" fmla="*/ 112356 w 3938045"/>
                <a:gd name="connsiteY1" fmla="*/ 1841816 h 3586698"/>
                <a:gd name="connsiteX2" fmla="*/ 366356 w 3938045"/>
                <a:gd name="connsiteY2" fmla="*/ 317816 h 3586698"/>
                <a:gd name="connsiteX3" fmla="*/ 3236556 w 3938045"/>
                <a:gd name="connsiteY3" fmla="*/ 711516 h 3586698"/>
                <a:gd name="connsiteX4" fmla="*/ 3655656 w 3938045"/>
                <a:gd name="connsiteY4" fmla="*/ 3454716 h 3586698"/>
                <a:gd name="connsiteX5" fmla="*/ 1941156 w 3938045"/>
                <a:gd name="connsiteY5" fmla="*/ 3454716 h 3586698"/>
                <a:gd name="connsiteX6" fmla="*/ 1636356 w 3938045"/>
                <a:gd name="connsiteY6" fmla="*/ 1308416 h 3586698"/>
                <a:gd name="connsiteX0" fmla="*/ 1636356 w 3938045"/>
                <a:gd name="connsiteY0" fmla="*/ 1308416 h 3586698"/>
                <a:gd name="connsiteX1" fmla="*/ 112356 w 3938045"/>
                <a:gd name="connsiteY1" fmla="*/ 1841816 h 3586698"/>
                <a:gd name="connsiteX2" fmla="*/ 366356 w 3938045"/>
                <a:gd name="connsiteY2" fmla="*/ 317816 h 3586698"/>
                <a:gd name="connsiteX3" fmla="*/ 3236556 w 3938045"/>
                <a:gd name="connsiteY3" fmla="*/ 711516 h 3586698"/>
                <a:gd name="connsiteX4" fmla="*/ 3655656 w 3938045"/>
                <a:gd name="connsiteY4" fmla="*/ 3454716 h 3586698"/>
                <a:gd name="connsiteX5" fmla="*/ 1941156 w 3938045"/>
                <a:gd name="connsiteY5" fmla="*/ 3454716 h 3586698"/>
                <a:gd name="connsiteX6" fmla="*/ 1636356 w 3938045"/>
                <a:gd name="connsiteY6" fmla="*/ 1308416 h 3586698"/>
                <a:gd name="connsiteX0" fmla="*/ 1636356 w 3938045"/>
                <a:gd name="connsiteY0" fmla="*/ 1308416 h 3586698"/>
                <a:gd name="connsiteX1" fmla="*/ 112356 w 3938045"/>
                <a:gd name="connsiteY1" fmla="*/ 1841816 h 3586698"/>
                <a:gd name="connsiteX2" fmla="*/ 366356 w 3938045"/>
                <a:gd name="connsiteY2" fmla="*/ 317816 h 3586698"/>
                <a:gd name="connsiteX3" fmla="*/ 3236556 w 3938045"/>
                <a:gd name="connsiteY3" fmla="*/ 711516 h 3586698"/>
                <a:gd name="connsiteX4" fmla="*/ 3655656 w 3938045"/>
                <a:gd name="connsiteY4" fmla="*/ 3454716 h 3586698"/>
                <a:gd name="connsiteX5" fmla="*/ 1941156 w 3938045"/>
                <a:gd name="connsiteY5" fmla="*/ 3454716 h 3586698"/>
                <a:gd name="connsiteX6" fmla="*/ 1636356 w 3938045"/>
                <a:gd name="connsiteY6" fmla="*/ 1308416 h 3586698"/>
                <a:gd name="connsiteX0" fmla="*/ 1636356 w 3938045"/>
                <a:gd name="connsiteY0" fmla="*/ 1308416 h 3586698"/>
                <a:gd name="connsiteX1" fmla="*/ 112356 w 3938045"/>
                <a:gd name="connsiteY1" fmla="*/ 1841816 h 3586698"/>
                <a:gd name="connsiteX2" fmla="*/ 366356 w 3938045"/>
                <a:gd name="connsiteY2" fmla="*/ 317816 h 3586698"/>
                <a:gd name="connsiteX3" fmla="*/ 3236556 w 3938045"/>
                <a:gd name="connsiteY3" fmla="*/ 711516 h 3586698"/>
                <a:gd name="connsiteX4" fmla="*/ 3655656 w 3938045"/>
                <a:gd name="connsiteY4" fmla="*/ 3454716 h 3586698"/>
                <a:gd name="connsiteX5" fmla="*/ 1941156 w 3938045"/>
                <a:gd name="connsiteY5" fmla="*/ 3454716 h 3586698"/>
                <a:gd name="connsiteX6" fmla="*/ 1636356 w 3938045"/>
                <a:gd name="connsiteY6" fmla="*/ 1308416 h 3586698"/>
                <a:gd name="connsiteX0" fmla="*/ 1636356 w 3938045"/>
                <a:gd name="connsiteY0" fmla="*/ 1308416 h 3586698"/>
                <a:gd name="connsiteX1" fmla="*/ 112356 w 3938045"/>
                <a:gd name="connsiteY1" fmla="*/ 1841816 h 3586698"/>
                <a:gd name="connsiteX2" fmla="*/ 366356 w 3938045"/>
                <a:gd name="connsiteY2" fmla="*/ 317816 h 3586698"/>
                <a:gd name="connsiteX3" fmla="*/ 3236556 w 3938045"/>
                <a:gd name="connsiteY3" fmla="*/ 711516 h 3586698"/>
                <a:gd name="connsiteX4" fmla="*/ 3655656 w 3938045"/>
                <a:gd name="connsiteY4" fmla="*/ 3454716 h 3586698"/>
                <a:gd name="connsiteX5" fmla="*/ 1941156 w 3938045"/>
                <a:gd name="connsiteY5" fmla="*/ 3454716 h 3586698"/>
                <a:gd name="connsiteX6" fmla="*/ 1636356 w 3938045"/>
                <a:gd name="connsiteY6" fmla="*/ 1308416 h 3586698"/>
                <a:gd name="connsiteX0" fmla="*/ 1636356 w 3938045"/>
                <a:gd name="connsiteY0" fmla="*/ 1308416 h 3586698"/>
                <a:gd name="connsiteX1" fmla="*/ 112356 w 3938045"/>
                <a:gd name="connsiteY1" fmla="*/ 1841816 h 3586698"/>
                <a:gd name="connsiteX2" fmla="*/ 366356 w 3938045"/>
                <a:gd name="connsiteY2" fmla="*/ 317816 h 3586698"/>
                <a:gd name="connsiteX3" fmla="*/ 3236556 w 3938045"/>
                <a:gd name="connsiteY3" fmla="*/ 711516 h 3586698"/>
                <a:gd name="connsiteX4" fmla="*/ 3655656 w 3938045"/>
                <a:gd name="connsiteY4" fmla="*/ 3454716 h 3586698"/>
                <a:gd name="connsiteX5" fmla="*/ 1941156 w 3938045"/>
                <a:gd name="connsiteY5" fmla="*/ 3454716 h 3586698"/>
                <a:gd name="connsiteX6" fmla="*/ 1636356 w 3938045"/>
                <a:gd name="connsiteY6" fmla="*/ 1308416 h 3586698"/>
                <a:gd name="connsiteX0" fmla="*/ 1636356 w 3938045"/>
                <a:gd name="connsiteY0" fmla="*/ 1308416 h 3586698"/>
                <a:gd name="connsiteX1" fmla="*/ 112356 w 3938045"/>
                <a:gd name="connsiteY1" fmla="*/ 1841816 h 3586698"/>
                <a:gd name="connsiteX2" fmla="*/ 366356 w 3938045"/>
                <a:gd name="connsiteY2" fmla="*/ 317816 h 3586698"/>
                <a:gd name="connsiteX3" fmla="*/ 3236556 w 3938045"/>
                <a:gd name="connsiteY3" fmla="*/ 711516 h 3586698"/>
                <a:gd name="connsiteX4" fmla="*/ 3655656 w 3938045"/>
                <a:gd name="connsiteY4" fmla="*/ 3454716 h 3586698"/>
                <a:gd name="connsiteX5" fmla="*/ 1941156 w 3938045"/>
                <a:gd name="connsiteY5" fmla="*/ 3454716 h 3586698"/>
                <a:gd name="connsiteX6" fmla="*/ 1636356 w 3938045"/>
                <a:gd name="connsiteY6" fmla="*/ 1308416 h 3586698"/>
                <a:gd name="connsiteX0" fmla="*/ 1636356 w 3938045"/>
                <a:gd name="connsiteY0" fmla="*/ 1308416 h 3586698"/>
                <a:gd name="connsiteX1" fmla="*/ 112356 w 3938045"/>
                <a:gd name="connsiteY1" fmla="*/ 1841816 h 3586698"/>
                <a:gd name="connsiteX2" fmla="*/ 366356 w 3938045"/>
                <a:gd name="connsiteY2" fmla="*/ 317816 h 3586698"/>
                <a:gd name="connsiteX3" fmla="*/ 3236556 w 3938045"/>
                <a:gd name="connsiteY3" fmla="*/ 711516 h 3586698"/>
                <a:gd name="connsiteX4" fmla="*/ 3655656 w 3938045"/>
                <a:gd name="connsiteY4" fmla="*/ 3454716 h 3586698"/>
                <a:gd name="connsiteX5" fmla="*/ 1941156 w 3938045"/>
                <a:gd name="connsiteY5" fmla="*/ 3454716 h 3586698"/>
                <a:gd name="connsiteX6" fmla="*/ 1636356 w 3938045"/>
                <a:gd name="connsiteY6" fmla="*/ 1308416 h 3586698"/>
                <a:gd name="connsiteX0" fmla="*/ 1636356 w 3938045"/>
                <a:gd name="connsiteY0" fmla="*/ 1308416 h 3586698"/>
                <a:gd name="connsiteX1" fmla="*/ 112356 w 3938045"/>
                <a:gd name="connsiteY1" fmla="*/ 1841816 h 3586698"/>
                <a:gd name="connsiteX2" fmla="*/ 366356 w 3938045"/>
                <a:gd name="connsiteY2" fmla="*/ 317816 h 3586698"/>
                <a:gd name="connsiteX3" fmla="*/ 3236556 w 3938045"/>
                <a:gd name="connsiteY3" fmla="*/ 711516 h 3586698"/>
                <a:gd name="connsiteX4" fmla="*/ 3655656 w 3938045"/>
                <a:gd name="connsiteY4" fmla="*/ 3454716 h 3586698"/>
                <a:gd name="connsiteX5" fmla="*/ 1941156 w 3938045"/>
                <a:gd name="connsiteY5" fmla="*/ 3454716 h 3586698"/>
                <a:gd name="connsiteX6" fmla="*/ 1636356 w 3938045"/>
                <a:gd name="connsiteY6" fmla="*/ 1308416 h 3586698"/>
                <a:gd name="connsiteX0" fmla="*/ 1636356 w 3938045"/>
                <a:gd name="connsiteY0" fmla="*/ 1308416 h 3586698"/>
                <a:gd name="connsiteX1" fmla="*/ 112356 w 3938045"/>
                <a:gd name="connsiteY1" fmla="*/ 1841816 h 3586698"/>
                <a:gd name="connsiteX2" fmla="*/ 366356 w 3938045"/>
                <a:gd name="connsiteY2" fmla="*/ 317816 h 3586698"/>
                <a:gd name="connsiteX3" fmla="*/ 3236556 w 3938045"/>
                <a:gd name="connsiteY3" fmla="*/ 711516 h 3586698"/>
                <a:gd name="connsiteX4" fmla="*/ 3655656 w 3938045"/>
                <a:gd name="connsiteY4" fmla="*/ 3454716 h 3586698"/>
                <a:gd name="connsiteX5" fmla="*/ 1941156 w 3938045"/>
                <a:gd name="connsiteY5" fmla="*/ 3454716 h 3586698"/>
                <a:gd name="connsiteX6" fmla="*/ 1636356 w 3938045"/>
                <a:gd name="connsiteY6" fmla="*/ 1308416 h 3586698"/>
                <a:gd name="connsiteX0" fmla="*/ 1610040 w 3911729"/>
                <a:gd name="connsiteY0" fmla="*/ 1308416 h 3586698"/>
                <a:gd name="connsiteX1" fmla="*/ 124140 w 3911729"/>
                <a:gd name="connsiteY1" fmla="*/ 1879916 h 3586698"/>
                <a:gd name="connsiteX2" fmla="*/ 340040 w 3911729"/>
                <a:gd name="connsiteY2" fmla="*/ 317816 h 3586698"/>
                <a:gd name="connsiteX3" fmla="*/ 3210240 w 3911729"/>
                <a:gd name="connsiteY3" fmla="*/ 711516 h 3586698"/>
                <a:gd name="connsiteX4" fmla="*/ 3629340 w 3911729"/>
                <a:gd name="connsiteY4" fmla="*/ 3454716 h 3586698"/>
                <a:gd name="connsiteX5" fmla="*/ 1914840 w 3911729"/>
                <a:gd name="connsiteY5" fmla="*/ 3454716 h 3586698"/>
                <a:gd name="connsiteX6" fmla="*/ 1610040 w 3911729"/>
                <a:gd name="connsiteY6" fmla="*/ 1308416 h 3586698"/>
                <a:gd name="connsiteX0" fmla="*/ 2186368 w 4488057"/>
                <a:gd name="connsiteY0" fmla="*/ 1308416 h 3586698"/>
                <a:gd name="connsiteX1" fmla="*/ 700468 w 4488057"/>
                <a:gd name="connsiteY1" fmla="*/ 1879916 h 3586698"/>
                <a:gd name="connsiteX2" fmla="*/ 1969 w 4488057"/>
                <a:gd name="connsiteY2" fmla="*/ 2972116 h 3586698"/>
                <a:gd name="connsiteX3" fmla="*/ 916368 w 4488057"/>
                <a:gd name="connsiteY3" fmla="*/ 317816 h 3586698"/>
                <a:gd name="connsiteX4" fmla="*/ 3786568 w 4488057"/>
                <a:gd name="connsiteY4" fmla="*/ 711516 h 3586698"/>
                <a:gd name="connsiteX5" fmla="*/ 4205668 w 4488057"/>
                <a:gd name="connsiteY5" fmla="*/ 3454716 h 3586698"/>
                <a:gd name="connsiteX6" fmla="*/ 2491168 w 4488057"/>
                <a:gd name="connsiteY6" fmla="*/ 3454716 h 3586698"/>
                <a:gd name="connsiteX7" fmla="*/ 2186368 w 4488057"/>
                <a:gd name="connsiteY7" fmla="*/ 1308416 h 3586698"/>
                <a:gd name="connsiteX0" fmla="*/ 2351963 w 4653652"/>
                <a:gd name="connsiteY0" fmla="*/ 1308416 h 3586698"/>
                <a:gd name="connsiteX1" fmla="*/ 866063 w 4653652"/>
                <a:gd name="connsiteY1" fmla="*/ 1879916 h 3586698"/>
                <a:gd name="connsiteX2" fmla="*/ 167564 w 4653652"/>
                <a:gd name="connsiteY2" fmla="*/ 2972116 h 3586698"/>
                <a:gd name="connsiteX3" fmla="*/ 1081963 w 4653652"/>
                <a:gd name="connsiteY3" fmla="*/ 317816 h 3586698"/>
                <a:gd name="connsiteX4" fmla="*/ 3952163 w 4653652"/>
                <a:gd name="connsiteY4" fmla="*/ 711516 h 3586698"/>
                <a:gd name="connsiteX5" fmla="*/ 4371263 w 4653652"/>
                <a:gd name="connsiteY5" fmla="*/ 3454716 h 3586698"/>
                <a:gd name="connsiteX6" fmla="*/ 2656763 w 4653652"/>
                <a:gd name="connsiteY6" fmla="*/ 3454716 h 3586698"/>
                <a:gd name="connsiteX7" fmla="*/ 2351963 w 4653652"/>
                <a:gd name="connsiteY7" fmla="*/ 1308416 h 3586698"/>
                <a:gd name="connsiteX0" fmla="*/ 2351963 w 4653652"/>
                <a:gd name="connsiteY0" fmla="*/ 1308416 h 3586698"/>
                <a:gd name="connsiteX1" fmla="*/ 866063 w 4653652"/>
                <a:gd name="connsiteY1" fmla="*/ 1879916 h 3586698"/>
                <a:gd name="connsiteX2" fmla="*/ 1132764 w 4653652"/>
                <a:gd name="connsiteY2" fmla="*/ 2781616 h 3586698"/>
                <a:gd name="connsiteX3" fmla="*/ 167564 w 4653652"/>
                <a:gd name="connsiteY3" fmla="*/ 2972116 h 3586698"/>
                <a:gd name="connsiteX4" fmla="*/ 1081963 w 4653652"/>
                <a:gd name="connsiteY4" fmla="*/ 317816 h 3586698"/>
                <a:gd name="connsiteX5" fmla="*/ 3952163 w 4653652"/>
                <a:gd name="connsiteY5" fmla="*/ 711516 h 3586698"/>
                <a:gd name="connsiteX6" fmla="*/ 4371263 w 4653652"/>
                <a:gd name="connsiteY6" fmla="*/ 3454716 h 3586698"/>
                <a:gd name="connsiteX7" fmla="*/ 2656763 w 4653652"/>
                <a:gd name="connsiteY7" fmla="*/ 3454716 h 3586698"/>
                <a:gd name="connsiteX8" fmla="*/ 2351963 w 4653652"/>
                <a:gd name="connsiteY8" fmla="*/ 1308416 h 3586698"/>
                <a:gd name="connsiteX0" fmla="*/ 2351963 w 4653652"/>
                <a:gd name="connsiteY0" fmla="*/ 1308416 h 3586698"/>
                <a:gd name="connsiteX1" fmla="*/ 866063 w 4653652"/>
                <a:gd name="connsiteY1" fmla="*/ 1879916 h 3586698"/>
                <a:gd name="connsiteX2" fmla="*/ 1132764 w 4653652"/>
                <a:gd name="connsiteY2" fmla="*/ 2781616 h 3586698"/>
                <a:gd name="connsiteX3" fmla="*/ 167564 w 4653652"/>
                <a:gd name="connsiteY3" fmla="*/ 2972116 h 3586698"/>
                <a:gd name="connsiteX4" fmla="*/ 1081963 w 4653652"/>
                <a:gd name="connsiteY4" fmla="*/ 317816 h 3586698"/>
                <a:gd name="connsiteX5" fmla="*/ 3952163 w 4653652"/>
                <a:gd name="connsiteY5" fmla="*/ 711516 h 3586698"/>
                <a:gd name="connsiteX6" fmla="*/ 4371263 w 4653652"/>
                <a:gd name="connsiteY6" fmla="*/ 3454716 h 3586698"/>
                <a:gd name="connsiteX7" fmla="*/ 2656763 w 4653652"/>
                <a:gd name="connsiteY7" fmla="*/ 3454716 h 3586698"/>
                <a:gd name="connsiteX8" fmla="*/ 2351963 w 4653652"/>
                <a:gd name="connsiteY8" fmla="*/ 1308416 h 3586698"/>
                <a:gd name="connsiteX0" fmla="*/ 2351963 w 4653652"/>
                <a:gd name="connsiteY0" fmla="*/ 1308416 h 3586698"/>
                <a:gd name="connsiteX1" fmla="*/ 866063 w 4653652"/>
                <a:gd name="connsiteY1" fmla="*/ 1879916 h 3586698"/>
                <a:gd name="connsiteX2" fmla="*/ 1132764 w 4653652"/>
                <a:gd name="connsiteY2" fmla="*/ 2781616 h 3586698"/>
                <a:gd name="connsiteX3" fmla="*/ 167564 w 4653652"/>
                <a:gd name="connsiteY3" fmla="*/ 2972116 h 3586698"/>
                <a:gd name="connsiteX4" fmla="*/ 1081963 w 4653652"/>
                <a:gd name="connsiteY4" fmla="*/ 317816 h 3586698"/>
                <a:gd name="connsiteX5" fmla="*/ 3952163 w 4653652"/>
                <a:gd name="connsiteY5" fmla="*/ 711516 h 3586698"/>
                <a:gd name="connsiteX6" fmla="*/ 4371263 w 4653652"/>
                <a:gd name="connsiteY6" fmla="*/ 3454716 h 3586698"/>
                <a:gd name="connsiteX7" fmla="*/ 2656763 w 4653652"/>
                <a:gd name="connsiteY7" fmla="*/ 3454716 h 3586698"/>
                <a:gd name="connsiteX8" fmla="*/ 2351963 w 4653652"/>
                <a:gd name="connsiteY8" fmla="*/ 1308416 h 3586698"/>
                <a:gd name="connsiteX0" fmla="*/ 2351963 w 4653652"/>
                <a:gd name="connsiteY0" fmla="*/ 1308416 h 3586698"/>
                <a:gd name="connsiteX1" fmla="*/ 866063 w 4653652"/>
                <a:gd name="connsiteY1" fmla="*/ 1879916 h 3586698"/>
                <a:gd name="connsiteX2" fmla="*/ 1196264 w 4653652"/>
                <a:gd name="connsiteY2" fmla="*/ 2768916 h 3586698"/>
                <a:gd name="connsiteX3" fmla="*/ 167564 w 4653652"/>
                <a:gd name="connsiteY3" fmla="*/ 2972116 h 3586698"/>
                <a:gd name="connsiteX4" fmla="*/ 1081963 w 4653652"/>
                <a:gd name="connsiteY4" fmla="*/ 317816 h 3586698"/>
                <a:gd name="connsiteX5" fmla="*/ 3952163 w 4653652"/>
                <a:gd name="connsiteY5" fmla="*/ 711516 h 3586698"/>
                <a:gd name="connsiteX6" fmla="*/ 4371263 w 4653652"/>
                <a:gd name="connsiteY6" fmla="*/ 3454716 h 3586698"/>
                <a:gd name="connsiteX7" fmla="*/ 2656763 w 4653652"/>
                <a:gd name="connsiteY7" fmla="*/ 3454716 h 3586698"/>
                <a:gd name="connsiteX8" fmla="*/ 2351963 w 4653652"/>
                <a:gd name="connsiteY8" fmla="*/ 1308416 h 3586698"/>
                <a:gd name="connsiteX0" fmla="*/ 2351963 w 4653652"/>
                <a:gd name="connsiteY0" fmla="*/ 1308416 h 3586698"/>
                <a:gd name="connsiteX1" fmla="*/ 866063 w 4653652"/>
                <a:gd name="connsiteY1" fmla="*/ 1879916 h 3586698"/>
                <a:gd name="connsiteX2" fmla="*/ 1196264 w 4653652"/>
                <a:gd name="connsiteY2" fmla="*/ 2768916 h 3586698"/>
                <a:gd name="connsiteX3" fmla="*/ 167564 w 4653652"/>
                <a:gd name="connsiteY3" fmla="*/ 2972116 h 3586698"/>
                <a:gd name="connsiteX4" fmla="*/ 1081963 w 4653652"/>
                <a:gd name="connsiteY4" fmla="*/ 317816 h 3586698"/>
                <a:gd name="connsiteX5" fmla="*/ 3952163 w 4653652"/>
                <a:gd name="connsiteY5" fmla="*/ 711516 h 3586698"/>
                <a:gd name="connsiteX6" fmla="*/ 4371263 w 4653652"/>
                <a:gd name="connsiteY6" fmla="*/ 3454716 h 3586698"/>
                <a:gd name="connsiteX7" fmla="*/ 2656763 w 4653652"/>
                <a:gd name="connsiteY7" fmla="*/ 3454716 h 3586698"/>
                <a:gd name="connsiteX8" fmla="*/ 2351963 w 4653652"/>
                <a:gd name="connsiteY8" fmla="*/ 1308416 h 3586698"/>
                <a:gd name="connsiteX0" fmla="*/ 2351963 w 4653652"/>
                <a:gd name="connsiteY0" fmla="*/ 1308416 h 3635680"/>
                <a:gd name="connsiteX1" fmla="*/ 866063 w 4653652"/>
                <a:gd name="connsiteY1" fmla="*/ 1879916 h 3635680"/>
                <a:gd name="connsiteX2" fmla="*/ 1196264 w 4653652"/>
                <a:gd name="connsiteY2" fmla="*/ 2768916 h 3635680"/>
                <a:gd name="connsiteX3" fmla="*/ 1996364 w 4653652"/>
                <a:gd name="connsiteY3" fmla="*/ 3632516 h 3635680"/>
                <a:gd name="connsiteX4" fmla="*/ 167564 w 4653652"/>
                <a:gd name="connsiteY4" fmla="*/ 2972116 h 3635680"/>
                <a:gd name="connsiteX5" fmla="*/ 1081963 w 4653652"/>
                <a:gd name="connsiteY5" fmla="*/ 317816 h 3635680"/>
                <a:gd name="connsiteX6" fmla="*/ 3952163 w 4653652"/>
                <a:gd name="connsiteY6" fmla="*/ 711516 h 3635680"/>
                <a:gd name="connsiteX7" fmla="*/ 4371263 w 4653652"/>
                <a:gd name="connsiteY7" fmla="*/ 3454716 h 3635680"/>
                <a:gd name="connsiteX8" fmla="*/ 2656763 w 4653652"/>
                <a:gd name="connsiteY8" fmla="*/ 3454716 h 3635680"/>
                <a:gd name="connsiteX9" fmla="*/ 2351963 w 4653652"/>
                <a:gd name="connsiteY9" fmla="*/ 1308416 h 3635680"/>
                <a:gd name="connsiteX0" fmla="*/ 2351963 w 4653652"/>
                <a:gd name="connsiteY0" fmla="*/ 1308416 h 3670629"/>
                <a:gd name="connsiteX1" fmla="*/ 866063 w 4653652"/>
                <a:gd name="connsiteY1" fmla="*/ 1879916 h 3670629"/>
                <a:gd name="connsiteX2" fmla="*/ 1196264 w 4653652"/>
                <a:gd name="connsiteY2" fmla="*/ 2768916 h 3670629"/>
                <a:gd name="connsiteX3" fmla="*/ 1996364 w 4653652"/>
                <a:gd name="connsiteY3" fmla="*/ 3632516 h 3670629"/>
                <a:gd name="connsiteX4" fmla="*/ 167564 w 4653652"/>
                <a:gd name="connsiteY4" fmla="*/ 2972116 h 3670629"/>
                <a:gd name="connsiteX5" fmla="*/ 1081963 w 4653652"/>
                <a:gd name="connsiteY5" fmla="*/ 317816 h 3670629"/>
                <a:gd name="connsiteX6" fmla="*/ 3952163 w 4653652"/>
                <a:gd name="connsiteY6" fmla="*/ 711516 h 3670629"/>
                <a:gd name="connsiteX7" fmla="*/ 4371263 w 4653652"/>
                <a:gd name="connsiteY7" fmla="*/ 3454716 h 3670629"/>
                <a:gd name="connsiteX8" fmla="*/ 2656763 w 4653652"/>
                <a:gd name="connsiteY8" fmla="*/ 3454716 h 3670629"/>
                <a:gd name="connsiteX9" fmla="*/ 2351963 w 4653652"/>
                <a:gd name="connsiteY9" fmla="*/ 1308416 h 3670629"/>
                <a:gd name="connsiteX0" fmla="*/ 2351963 w 4653652"/>
                <a:gd name="connsiteY0" fmla="*/ 1308416 h 3634887"/>
                <a:gd name="connsiteX1" fmla="*/ 866063 w 4653652"/>
                <a:gd name="connsiteY1" fmla="*/ 1879916 h 3634887"/>
                <a:gd name="connsiteX2" fmla="*/ 1196264 w 4653652"/>
                <a:gd name="connsiteY2" fmla="*/ 2768916 h 3634887"/>
                <a:gd name="connsiteX3" fmla="*/ 2313864 w 4653652"/>
                <a:gd name="connsiteY3" fmla="*/ 2616516 h 3634887"/>
                <a:gd name="connsiteX4" fmla="*/ 1996364 w 4653652"/>
                <a:gd name="connsiteY4" fmla="*/ 3632516 h 3634887"/>
                <a:gd name="connsiteX5" fmla="*/ 167564 w 4653652"/>
                <a:gd name="connsiteY5" fmla="*/ 2972116 h 3634887"/>
                <a:gd name="connsiteX6" fmla="*/ 1081963 w 4653652"/>
                <a:gd name="connsiteY6" fmla="*/ 317816 h 3634887"/>
                <a:gd name="connsiteX7" fmla="*/ 3952163 w 4653652"/>
                <a:gd name="connsiteY7" fmla="*/ 711516 h 3634887"/>
                <a:gd name="connsiteX8" fmla="*/ 4371263 w 4653652"/>
                <a:gd name="connsiteY8" fmla="*/ 3454716 h 3634887"/>
                <a:gd name="connsiteX9" fmla="*/ 2656763 w 4653652"/>
                <a:gd name="connsiteY9" fmla="*/ 3454716 h 3634887"/>
                <a:gd name="connsiteX10" fmla="*/ 2351963 w 4653652"/>
                <a:gd name="connsiteY10" fmla="*/ 1308416 h 3634887"/>
                <a:gd name="connsiteX0" fmla="*/ 2351963 w 4653652"/>
                <a:gd name="connsiteY0" fmla="*/ 1308416 h 3634887"/>
                <a:gd name="connsiteX1" fmla="*/ 866063 w 4653652"/>
                <a:gd name="connsiteY1" fmla="*/ 1879916 h 3634887"/>
                <a:gd name="connsiteX2" fmla="*/ 1196264 w 4653652"/>
                <a:gd name="connsiteY2" fmla="*/ 2768916 h 3634887"/>
                <a:gd name="connsiteX3" fmla="*/ 2313864 w 4653652"/>
                <a:gd name="connsiteY3" fmla="*/ 2616516 h 3634887"/>
                <a:gd name="connsiteX4" fmla="*/ 1996364 w 4653652"/>
                <a:gd name="connsiteY4" fmla="*/ 3632516 h 3634887"/>
                <a:gd name="connsiteX5" fmla="*/ 167564 w 4653652"/>
                <a:gd name="connsiteY5" fmla="*/ 2972116 h 3634887"/>
                <a:gd name="connsiteX6" fmla="*/ 1081963 w 4653652"/>
                <a:gd name="connsiteY6" fmla="*/ 317816 h 3634887"/>
                <a:gd name="connsiteX7" fmla="*/ 3952163 w 4653652"/>
                <a:gd name="connsiteY7" fmla="*/ 711516 h 3634887"/>
                <a:gd name="connsiteX8" fmla="*/ 4371263 w 4653652"/>
                <a:gd name="connsiteY8" fmla="*/ 3454716 h 3634887"/>
                <a:gd name="connsiteX9" fmla="*/ 2656763 w 4653652"/>
                <a:gd name="connsiteY9" fmla="*/ 3454716 h 3634887"/>
                <a:gd name="connsiteX10" fmla="*/ 2351963 w 4653652"/>
                <a:gd name="connsiteY10" fmla="*/ 1308416 h 3634887"/>
                <a:gd name="connsiteX0" fmla="*/ 2351963 w 4653652"/>
                <a:gd name="connsiteY0" fmla="*/ 1308416 h 3634887"/>
                <a:gd name="connsiteX1" fmla="*/ 866063 w 4653652"/>
                <a:gd name="connsiteY1" fmla="*/ 1879916 h 3634887"/>
                <a:gd name="connsiteX2" fmla="*/ 1196264 w 4653652"/>
                <a:gd name="connsiteY2" fmla="*/ 2768916 h 3634887"/>
                <a:gd name="connsiteX3" fmla="*/ 2313864 w 4653652"/>
                <a:gd name="connsiteY3" fmla="*/ 2616516 h 3634887"/>
                <a:gd name="connsiteX4" fmla="*/ 1996364 w 4653652"/>
                <a:gd name="connsiteY4" fmla="*/ 3632516 h 3634887"/>
                <a:gd name="connsiteX5" fmla="*/ 167564 w 4653652"/>
                <a:gd name="connsiteY5" fmla="*/ 2972116 h 3634887"/>
                <a:gd name="connsiteX6" fmla="*/ 1081963 w 4653652"/>
                <a:gd name="connsiteY6" fmla="*/ 317816 h 3634887"/>
                <a:gd name="connsiteX7" fmla="*/ 3952163 w 4653652"/>
                <a:gd name="connsiteY7" fmla="*/ 711516 h 3634887"/>
                <a:gd name="connsiteX8" fmla="*/ 4371263 w 4653652"/>
                <a:gd name="connsiteY8" fmla="*/ 3454716 h 3634887"/>
                <a:gd name="connsiteX9" fmla="*/ 2656763 w 4653652"/>
                <a:gd name="connsiteY9" fmla="*/ 3454716 h 3634887"/>
                <a:gd name="connsiteX10" fmla="*/ 2351963 w 4653652"/>
                <a:gd name="connsiteY10" fmla="*/ 1308416 h 3634887"/>
                <a:gd name="connsiteX0" fmla="*/ 2351963 w 4653652"/>
                <a:gd name="connsiteY0" fmla="*/ 1308416 h 3634887"/>
                <a:gd name="connsiteX1" fmla="*/ 866063 w 4653652"/>
                <a:gd name="connsiteY1" fmla="*/ 1879916 h 3634887"/>
                <a:gd name="connsiteX2" fmla="*/ 1196264 w 4653652"/>
                <a:gd name="connsiteY2" fmla="*/ 2768916 h 3634887"/>
                <a:gd name="connsiteX3" fmla="*/ 2313864 w 4653652"/>
                <a:gd name="connsiteY3" fmla="*/ 2616516 h 3634887"/>
                <a:gd name="connsiteX4" fmla="*/ 1996364 w 4653652"/>
                <a:gd name="connsiteY4" fmla="*/ 3632516 h 3634887"/>
                <a:gd name="connsiteX5" fmla="*/ 167564 w 4653652"/>
                <a:gd name="connsiteY5" fmla="*/ 2972116 h 3634887"/>
                <a:gd name="connsiteX6" fmla="*/ 1081963 w 4653652"/>
                <a:gd name="connsiteY6" fmla="*/ 317816 h 3634887"/>
                <a:gd name="connsiteX7" fmla="*/ 3952163 w 4653652"/>
                <a:gd name="connsiteY7" fmla="*/ 711516 h 3634887"/>
                <a:gd name="connsiteX8" fmla="*/ 4371263 w 4653652"/>
                <a:gd name="connsiteY8" fmla="*/ 3454716 h 3634887"/>
                <a:gd name="connsiteX9" fmla="*/ 2656763 w 4653652"/>
                <a:gd name="connsiteY9" fmla="*/ 3454716 h 3634887"/>
                <a:gd name="connsiteX10" fmla="*/ 2351963 w 4653652"/>
                <a:gd name="connsiteY10" fmla="*/ 1308416 h 3634887"/>
                <a:gd name="connsiteX0" fmla="*/ 2351963 w 4653652"/>
                <a:gd name="connsiteY0" fmla="*/ 1308416 h 3634887"/>
                <a:gd name="connsiteX1" fmla="*/ 866063 w 4653652"/>
                <a:gd name="connsiteY1" fmla="*/ 1879916 h 3634887"/>
                <a:gd name="connsiteX2" fmla="*/ 1196264 w 4653652"/>
                <a:gd name="connsiteY2" fmla="*/ 2768916 h 3634887"/>
                <a:gd name="connsiteX3" fmla="*/ 2313864 w 4653652"/>
                <a:gd name="connsiteY3" fmla="*/ 2616516 h 3634887"/>
                <a:gd name="connsiteX4" fmla="*/ 1996364 w 4653652"/>
                <a:gd name="connsiteY4" fmla="*/ 3632516 h 3634887"/>
                <a:gd name="connsiteX5" fmla="*/ 167564 w 4653652"/>
                <a:gd name="connsiteY5" fmla="*/ 2972116 h 3634887"/>
                <a:gd name="connsiteX6" fmla="*/ 1081963 w 4653652"/>
                <a:gd name="connsiteY6" fmla="*/ 317816 h 3634887"/>
                <a:gd name="connsiteX7" fmla="*/ 3952163 w 4653652"/>
                <a:gd name="connsiteY7" fmla="*/ 711516 h 3634887"/>
                <a:gd name="connsiteX8" fmla="*/ 4371263 w 4653652"/>
                <a:gd name="connsiteY8" fmla="*/ 3454716 h 3634887"/>
                <a:gd name="connsiteX9" fmla="*/ 2656763 w 4653652"/>
                <a:gd name="connsiteY9" fmla="*/ 3454716 h 3634887"/>
                <a:gd name="connsiteX10" fmla="*/ 2351963 w 4653652"/>
                <a:gd name="connsiteY10" fmla="*/ 1308416 h 3634887"/>
                <a:gd name="connsiteX0" fmla="*/ 2351963 w 4653652"/>
                <a:gd name="connsiteY0" fmla="*/ 1308416 h 3634887"/>
                <a:gd name="connsiteX1" fmla="*/ 866063 w 4653652"/>
                <a:gd name="connsiteY1" fmla="*/ 1879916 h 3634887"/>
                <a:gd name="connsiteX2" fmla="*/ 1196264 w 4653652"/>
                <a:gd name="connsiteY2" fmla="*/ 2768916 h 3634887"/>
                <a:gd name="connsiteX3" fmla="*/ 2313864 w 4653652"/>
                <a:gd name="connsiteY3" fmla="*/ 2616516 h 3634887"/>
                <a:gd name="connsiteX4" fmla="*/ 1996364 w 4653652"/>
                <a:gd name="connsiteY4" fmla="*/ 3632516 h 3634887"/>
                <a:gd name="connsiteX5" fmla="*/ 167564 w 4653652"/>
                <a:gd name="connsiteY5" fmla="*/ 2972116 h 3634887"/>
                <a:gd name="connsiteX6" fmla="*/ 1081963 w 4653652"/>
                <a:gd name="connsiteY6" fmla="*/ 317816 h 3634887"/>
                <a:gd name="connsiteX7" fmla="*/ 3952163 w 4653652"/>
                <a:gd name="connsiteY7" fmla="*/ 711516 h 3634887"/>
                <a:gd name="connsiteX8" fmla="*/ 4371263 w 4653652"/>
                <a:gd name="connsiteY8" fmla="*/ 3454716 h 3634887"/>
                <a:gd name="connsiteX9" fmla="*/ 2656763 w 4653652"/>
                <a:gd name="connsiteY9" fmla="*/ 3454716 h 3634887"/>
                <a:gd name="connsiteX10" fmla="*/ 2351963 w 4653652"/>
                <a:gd name="connsiteY10" fmla="*/ 1308416 h 3634887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13864 w 4653652"/>
                <a:gd name="connsiteY3" fmla="*/ 2616516 h 3645233"/>
                <a:gd name="connsiteX4" fmla="*/ 2872664 w 4653652"/>
                <a:gd name="connsiteY4" fmla="*/ 2464116 h 3645233"/>
                <a:gd name="connsiteX5" fmla="*/ 1996364 w 4653652"/>
                <a:gd name="connsiteY5" fmla="*/ 3632516 h 3645233"/>
                <a:gd name="connsiteX6" fmla="*/ 167564 w 4653652"/>
                <a:gd name="connsiteY6" fmla="*/ 2972116 h 3645233"/>
                <a:gd name="connsiteX7" fmla="*/ 1081963 w 4653652"/>
                <a:gd name="connsiteY7" fmla="*/ 317816 h 3645233"/>
                <a:gd name="connsiteX8" fmla="*/ 3952163 w 4653652"/>
                <a:gd name="connsiteY8" fmla="*/ 711516 h 3645233"/>
                <a:gd name="connsiteX9" fmla="*/ 4371263 w 4653652"/>
                <a:gd name="connsiteY9" fmla="*/ 3454716 h 3645233"/>
                <a:gd name="connsiteX10" fmla="*/ 2656763 w 4653652"/>
                <a:gd name="connsiteY10" fmla="*/ 3454716 h 3645233"/>
                <a:gd name="connsiteX11" fmla="*/ 2351963 w 4653652"/>
                <a:gd name="connsiteY11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13864 w 4653652"/>
                <a:gd name="connsiteY3" fmla="*/ 2616516 h 3645233"/>
                <a:gd name="connsiteX4" fmla="*/ 2872664 w 4653652"/>
                <a:gd name="connsiteY4" fmla="*/ 2464116 h 3645233"/>
                <a:gd name="connsiteX5" fmla="*/ 1996364 w 4653652"/>
                <a:gd name="connsiteY5" fmla="*/ 3632516 h 3645233"/>
                <a:gd name="connsiteX6" fmla="*/ 167564 w 4653652"/>
                <a:gd name="connsiteY6" fmla="*/ 2972116 h 3645233"/>
                <a:gd name="connsiteX7" fmla="*/ 1081963 w 4653652"/>
                <a:gd name="connsiteY7" fmla="*/ 317816 h 3645233"/>
                <a:gd name="connsiteX8" fmla="*/ 3952163 w 4653652"/>
                <a:gd name="connsiteY8" fmla="*/ 711516 h 3645233"/>
                <a:gd name="connsiteX9" fmla="*/ 4371263 w 4653652"/>
                <a:gd name="connsiteY9" fmla="*/ 3454716 h 3645233"/>
                <a:gd name="connsiteX10" fmla="*/ 2656763 w 4653652"/>
                <a:gd name="connsiteY10" fmla="*/ 3454716 h 3645233"/>
                <a:gd name="connsiteX11" fmla="*/ 2351963 w 4653652"/>
                <a:gd name="connsiteY11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13864 w 4653652"/>
                <a:gd name="connsiteY3" fmla="*/ 2616516 h 3645233"/>
                <a:gd name="connsiteX4" fmla="*/ 2212264 w 4653652"/>
                <a:gd name="connsiteY4" fmla="*/ 1651316 h 3645233"/>
                <a:gd name="connsiteX5" fmla="*/ 2872664 w 4653652"/>
                <a:gd name="connsiteY5" fmla="*/ 2464116 h 3645233"/>
                <a:gd name="connsiteX6" fmla="*/ 1996364 w 4653652"/>
                <a:gd name="connsiteY6" fmla="*/ 3632516 h 3645233"/>
                <a:gd name="connsiteX7" fmla="*/ 167564 w 4653652"/>
                <a:gd name="connsiteY7" fmla="*/ 2972116 h 3645233"/>
                <a:gd name="connsiteX8" fmla="*/ 1081963 w 4653652"/>
                <a:gd name="connsiteY8" fmla="*/ 317816 h 3645233"/>
                <a:gd name="connsiteX9" fmla="*/ 3952163 w 4653652"/>
                <a:gd name="connsiteY9" fmla="*/ 711516 h 3645233"/>
                <a:gd name="connsiteX10" fmla="*/ 4371263 w 4653652"/>
                <a:gd name="connsiteY10" fmla="*/ 3454716 h 3645233"/>
                <a:gd name="connsiteX11" fmla="*/ 2656763 w 4653652"/>
                <a:gd name="connsiteY11" fmla="*/ 3454716 h 3645233"/>
                <a:gd name="connsiteX12" fmla="*/ 2351963 w 4653652"/>
                <a:gd name="connsiteY12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13864 w 4653652"/>
                <a:gd name="connsiteY3" fmla="*/ 2616516 h 3645233"/>
                <a:gd name="connsiteX4" fmla="*/ 2212264 w 4653652"/>
                <a:gd name="connsiteY4" fmla="*/ 1651316 h 3645233"/>
                <a:gd name="connsiteX5" fmla="*/ 2872664 w 4653652"/>
                <a:gd name="connsiteY5" fmla="*/ 2464116 h 3645233"/>
                <a:gd name="connsiteX6" fmla="*/ 1996364 w 4653652"/>
                <a:gd name="connsiteY6" fmla="*/ 3632516 h 3645233"/>
                <a:gd name="connsiteX7" fmla="*/ 167564 w 4653652"/>
                <a:gd name="connsiteY7" fmla="*/ 2972116 h 3645233"/>
                <a:gd name="connsiteX8" fmla="*/ 1081963 w 4653652"/>
                <a:gd name="connsiteY8" fmla="*/ 317816 h 3645233"/>
                <a:gd name="connsiteX9" fmla="*/ 3952163 w 4653652"/>
                <a:gd name="connsiteY9" fmla="*/ 711516 h 3645233"/>
                <a:gd name="connsiteX10" fmla="*/ 4371263 w 4653652"/>
                <a:gd name="connsiteY10" fmla="*/ 3454716 h 3645233"/>
                <a:gd name="connsiteX11" fmla="*/ 2656763 w 4653652"/>
                <a:gd name="connsiteY11" fmla="*/ 3454716 h 3645233"/>
                <a:gd name="connsiteX12" fmla="*/ 2351963 w 4653652"/>
                <a:gd name="connsiteY12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13864 w 4653652"/>
                <a:gd name="connsiteY3" fmla="*/ 2616516 h 3645233"/>
                <a:gd name="connsiteX4" fmla="*/ 2212264 w 4653652"/>
                <a:gd name="connsiteY4" fmla="*/ 1651316 h 3645233"/>
                <a:gd name="connsiteX5" fmla="*/ 2872664 w 4653652"/>
                <a:gd name="connsiteY5" fmla="*/ 2464116 h 3645233"/>
                <a:gd name="connsiteX6" fmla="*/ 1996364 w 4653652"/>
                <a:gd name="connsiteY6" fmla="*/ 3632516 h 3645233"/>
                <a:gd name="connsiteX7" fmla="*/ 167564 w 4653652"/>
                <a:gd name="connsiteY7" fmla="*/ 2972116 h 3645233"/>
                <a:gd name="connsiteX8" fmla="*/ 1081963 w 4653652"/>
                <a:gd name="connsiteY8" fmla="*/ 317816 h 3645233"/>
                <a:gd name="connsiteX9" fmla="*/ 3952163 w 4653652"/>
                <a:gd name="connsiteY9" fmla="*/ 711516 h 3645233"/>
                <a:gd name="connsiteX10" fmla="*/ 4371263 w 4653652"/>
                <a:gd name="connsiteY10" fmla="*/ 3454716 h 3645233"/>
                <a:gd name="connsiteX11" fmla="*/ 2656763 w 4653652"/>
                <a:gd name="connsiteY11" fmla="*/ 3454716 h 3645233"/>
                <a:gd name="connsiteX12" fmla="*/ 2351963 w 4653652"/>
                <a:gd name="connsiteY12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13864 w 4653652"/>
                <a:gd name="connsiteY3" fmla="*/ 2616516 h 3645233"/>
                <a:gd name="connsiteX4" fmla="*/ 2212264 w 4653652"/>
                <a:gd name="connsiteY4" fmla="*/ 1651316 h 3645233"/>
                <a:gd name="connsiteX5" fmla="*/ 2872664 w 4653652"/>
                <a:gd name="connsiteY5" fmla="*/ 2464116 h 3645233"/>
                <a:gd name="connsiteX6" fmla="*/ 1996364 w 4653652"/>
                <a:gd name="connsiteY6" fmla="*/ 3632516 h 3645233"/>
                <a:gd name="connsiteX7" fmla="*/ 167564 w 4653652"/>
                <a:gd name="connsiteY7" fmla="*/ 2972116 h 3645233"/>
                <a:gd name="connsiteX8" fmla="*/ 1081963 w 4653652"/>
                <a:gd name="connsiteY8" fmla="*/ 317816 h 3645233"/>
                <a:gd name="connsiteX9" fmla="*/ 3952163 w 4653652"/>
                <a:gd name="connsiteY9" fmla="*/ 711516 h 3645233"/>
                <a:gd name="connsiteX10" fmla="*/ 4371263 w 4653652"/>
                <a:gd name="connsiteY10" fmla="*/ 3454716 h 3645233"/>
                <a:gd name="connsiteX11" fmla="*/ 2656763 w 4653652"/>
                <a:gd name="connsiteY11" fmla="*/ 3454716 h 3645233"/>
                <a:gd name="connsiteX12" fmla="*/ 2351963 w 4653652"/>
                <a:gd name="connsiteY12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13864 w 4653652"/>
                <a:gd name="connsiteY3" fmla="*/ 2616516 h 3645233"/>
                <a:gd name="connsiteX4" fmla="*/ 2212264 w 4653652"/>
                <a:gd name="connsiteY4" fmla="*/ 1651316 h 3645233"/>
                <a:gd name="connsiteX5" fmla="*/ 1551864 w 4653652"/>
                <a:gd name="connsiteY5" fmla="*/ 1333816 h 3645233"/>
                <a:gd name="connsiteX6" fmla="*/ 2872664 w 4653652"/>
                <a:gd name="connsiteY6" fmla="*/ 2464116 h 3645233"/>
                <a:gd name="connsiteX7" fmla="*/ 1996364 w 4653652"/>
                <a:gd name="connsiteY7" fmla="*/ 3632516 h 3645233"/>
                <a:gd name="connsiteX8" fmla="*/ 167564 w 4653652"/>
                <a:gd name="connsiteY8" fmla="*/ 2972116 h 3645233"/>
                <a:gd name="connsiteX9" fmla="*/ 1081963 w 4653652"/>
                <a:gd name="connsiteY9" fmla="*/ 317816 h 3645233"/>
                <a:gd name="connsiteX10" fmla="*/ 3952163 w 4653652"/>
                <a:gd name="connsiteY10" fmla="*/ 711516 h 3645233"/>
                <a:gd name="connsiteX11" fmla="*/ 4371263 w 4653652"/>
                <a:gd name="connsiteY11" fmla="*/ 3454716 h 3645233"/>
                <a:gd name="connsiteX12" fmla="*/ 2656763 w 4653652"/>
                <a:gd name="connsiteY12" fmla="*/ 3454716 h 3645233"/>
                <a:gd name="connsiteX13" fmla="*/ 2351963 w 4653652"/>
                <a:gd name="connsiteY13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13864 w 4653652"/>
                <a:gd name="connsiteY3" fmla="*/ 2616516 h 3645233"/>
                <a:gd name="connsiteX4" fmla="*/ 2212264 w 4653652"/>
                <a:gd name="connsiteY4" fmla="*/ 1651316 h 3645233"/>
                <a:gd name="connsiteX5" fmla="*/ 1551864 w 4653652"/>
                <a:gd name="connsiteY5" fmla="*/ 1333816 h 3645233"/>
                <a:gd name="connsiteX6" fmla="*/ 2872664 w 4653652"/>
                <a:gd name="connsiteY6" fmla="*/ 2464116 h 3645233"/>
                <a:gd name="connsiteX7" fmla="*/ 1996364 w 4653652"/>
                <a:gd name="connsiteY7" fmla="*/ 3632516 h 3645233"/>
                <a:gd name="connsiteX8" fmla="*/ 167564 w 4653652"/>
                <a:gd name="connsiteY8" fmla="*/ 2972116 h 3645233"/>
                <a:gd name="connsiteX9" fmla="*/ 1081963 w 4653652"/>
                <a:gd name="connsiteY9" fmla="*/ 317816 h 3645233"/>
                <a:gd name="connsiteX10" fmla="*/ 3952163 w 4653652"/>
                <a:gd name="connsiteY10" fmla="*/ 711516 h 3645233"/>
                <a:gd name="connsiteX11" fmla="*/ 4371263 w 4653652"/>
                <a:gd name="connsiteY11" fmla="*/ 3454716 h 3645233"/>
                <a:gd name="connsiteX12" fmla="*/ 2656763 w 4653652"/>
                <a:gd name="connsiteY12" fmla="*/ 3454716 h 3645233"/>
                <a:gd name="connsiteX13" fmla="*/ 2351963 w 4653652"/>
                <a:gd name="connsiteY13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13864 w 4653652"/>
                <a:gd name="connsiteY3" fmla="*/ 2616516 h 3645233"/>
                <a:gd name="connsiteX4" fmla="*/ 2212264 w 4653652"/>
                <a:gd name="connsiteY4" fmla="*/ 1651316 h 3645233"/>
                <a:gd name="connsiteX5" fmla="*/ 1526464 w 4653652"/>
                <a:gd name="connsiteY5" fmla="*/ 1321116 h 3645233"/>
                <a:gd name="connsiteX6" fmla="*/ 2872664 w 4653652"/>
                <a:gd name="connsiteY6" fmla="*/ 2464116 h 3645233"/>
                <a:gd name="connsiteX7" fmla="*/ 1996364 w 4653652"/>
                <a:gd name="connsiteY7" fmla="*/ 3632516 h 3645233"/>
                <a:gd name="connsiteX8" fmla="*/ 167564 w 4653652"/>
                <a:gd name="connsiteY8" fmla="*/ 2972116 h 3645233"/>
                <a:gd name="connsiteX9" fmla="*/ 1081963 w 4653652"/>
                <a:gd name="connsiteY9" fmla="*/ 317816 h 3645233"/>
                <a:gd name="connsiteX10" fmla="*/ 3952163 w 4653652"/>
                <a:gd name="connsiteY10" fmla="*/ 711516 h 3645233"/>
                <a:gd name="connsiteX11" fmla="*/ 4371263 w 4653652"/>
                <a:gd name="connsiteY11" fmla="*/ 3454716 h 3645233"/>
                <a:gd name="connsiteX12" fmla="*/ 2656763 w 4653652"/>
                <a:gd name="connsiteY12" fmla="*/ 3454716 h 3645233"/>
                <a:gd name="connsiteX13" fmla="*/ 2351963 w 4653652"/>
                <a:gd name="connsiteY13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13864 w 4653652"/>
                <a:gd name="connsiteY3" fmla="*/ 2616516 h 3645233"/>
                <a:gd name="connsiteX4" fmla="*/ 2212264 w 4653652"/>
                <a:gd name="connsiteY4" fmla="*/ 1651316 h 3645233"/>
                <a:gd name="connsiteX5" fmla="*/ 1412164 w 4653652"/>
                <a:gd name="connsiteY5" fmla="*/ 2083116 h 3645233"/>
                <a:gd name="connsiteX6" fmla="*/ 1526464 w 4653652"/>
                <a:gd name="connsiteY6" fmla="*/ 1321116 h 3645233"/>
                <a:gd name="connsiteX7" fmla="*/ 2872664 w 4653652"/>
                <a:gd name="connsiteY7" fmla="*/ 2464116 h 3645233"/>
                <a:gd name="connsiteX8" fmla="*/ 1996364 w 4653652"/>
                <a:gd name="connsiteY8" fmla="*/ 3632516 h 3645233"/>
                <a:gd name="connsiteX9" fmla="*/ 167564 w 4653652"/>
                <a:gd name="connsiteY9" fmla="*/ 2972116 h 3645233"/>
                <a:gd name="connsiteX10" fmla="*/ 1081963 w 4653652"/>
                <a:gd name="connsiteY10" fmla="*/ 317816 h 3645233"/>
                <a:gd name="connsiteX11" fmla="*/ 3952163 w 4653652"/>
                <a:gd name="connsiteY11" fmla="*/ 711516 h 3645233"/>
                <a:gd name="connsiteX12" fmla="*/ 4371263 w 4653652"/>
                <a:gd name="connsiteY12" fmla="*/ 3454716 h 3645233"/>
                <a:gd name="connsiteX13" fmla="*/ 2656763 w 4653652"/>
                <a:gd name="connsiteY13" fmla="*/ 3454716 h 3645233"/>
                <a:gd name="connsiteX14" fmla="*/ 2351963 w 4653652"/>
                <a:gd name="connsiteY14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13864 w 4653652"/>
                <a:gd name="connsiteY3" fmla="*/ 2616516 h 3645233"/>
                <a:gd name="connsiteX4" fmla="*/ 2212264 w 4653652"/>
                <a:gd name="connsiteY4" fmla="*/ 1651316 h 3645233"/>
                <a:gd name="connsiteX5" fmla="*/ 1412164 w 4653652"/>
                <a:gd name="connsiteY5" fmla="*/ 2083116 h 3645233"/>
                <a:gd name="connsiteX6" fmla="*/ 1450264 w 4653652"/>
                <a:gd name="connsiteY6" fmla="*/ 1321116 h 3645233"/>
                <a:gd name="connsiteX7" fmla="*/ 2872664 w 4653652"/>
                <a:gd name="connsiteY7" fmla="*/ 2464116 h 3645233"/>
                <a:gd name="connsiteX8" fmla="*/ 1996364 w 4653652"/>
                <a:gd name="connsiteY8" fmla="*/ 3632516 h 3645233"/>
                <a:gd name="connsiteX9" fmla="*/ 167564 w 4653652"/>
                <a:gd name="connsiteY9" fmla="*/ 2972116 h 3645233"/>
                <a:gd name="connsiteX10" fmla="*/ 1081963 w 4653652"/>
                <a:gd name="connsiteY10" fmla="*/ 317816 h 3645233"/>
                <a:gd name="connsiteX11" fmla="*/ 3952163 w 4653652"/>
                <a:gd name="connsiteY11" fmla="*/ 711516 h 3645233"/>
                <a:gd name="connsiteX12" fmla="*/ 4371263 w 4653652"/>
                <a:gd name="connsiteY12" fmla="*/ 3454716 h 3645233"/>
                <a:gd name="connsiteX13" fmla="*/ 2656763 w 4653652"/>
                <a:gd name="connsiteY13" fmla="*/ 3454716 h 3645233"/>
                <a:gd name="connsiteX14" fmla="*/ 2351963 w 4653652"/>
                <a:gd name="connsiteY14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13864 w 4653652"/>
                <a:gd name="connsiteY3" fmla="*/ 2616516 h 3645233"/>
                <a:gd name="connsiteX4" fmla="*/ 2212264 w 4653652"/>
                <a:gd name="connsiteY4" fmla="*/ 1651316 h 3645233"/>
                <a:gd name="connsiteX5" fmla="*/ 1412164 w 4653652"/>
                <a:gd name="connsiteY5" fmla="*/ 2083116 h 3645233"/>
                <a:gd name="connsiteX6" fmla="*/ 1450264 w 4653652"/>
                <a:gd name="connsiteY6" fmla="*/ 1321116 h 3645233"/>
                <a:gd name="connsiteX7" fmla="*/ 2872664 w 4653652"/>
                <a:gd name="connsiteY7" fmla="*/ 2464116 h 3645233"/>
                <a:gd name="connsiteX8" fmla="*/ 1996364 w 4653652"/>
                <a:gd name="connsiteY8" fmla="*/ 3632516 h 3645233"/>
                <a:gd name="connsiteX9" fmla="*/ 167564 w 4653652"/>
                <a:gd name="connsiteY9" fmla="*/ 2972116 h 3645233"/>
                <a:gd name="connsiteX10" fmla="*/ 1081963 w 4653652"/>
                <a:gd name="connsiteY10" fmla="*/ 317816 h 3645233"/>
                <a:gd name="connsiteX11" fmla="*/ 3952163 w 4653652"/>
                <a:gd name="connsiteY11" fmla="*/ 711516 h 3645233"/>
                <a:gd name="connsiteX12" fmla="*/ 4371263 w 4653652"/>
                <a:gd name="connsiteY12" fmla="*/ 3454716 h 3645233"/>
                <a:gd name="connsiteX13" fmla="*/ 2656763 w 4653652"/>
                <a:gd name="connsiteY13" fmla="*/ 3454716 h 3645233"/>
                <a:gd name="connsiteX14" fmla="*/ 2351963 w 4653652"/>
                <a:gd name="connsiteY14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13864 w 4653652"/>
                <a:gd name="connsiteY3" fmla="*/ 2616516 h 3645233"/>
                <a:gd name="connsiteX4" fmla="*/ 2212264 w 4653652"/>
                <a:gd name="connsiteY4" fmla="*/ 1651316 h 3645233"/>
                <a:gd name="connsiteX5" fmla="*/ 1412164 w 4653652"/>
                <a:gd name="connsiteY5" fmla="*/ 2083116 h 3645233"/>
                <a:gd name="connsiteX6" fmla="*/ 1450264 w 4653652"/>
                <a:gd name="connsiteY6" fmla="*/ 1321116 h 3645233"/>
                <a:gd name="connsiteX7" fmla="*/ 2872664 w 4653652"/>
                <a:gd name="connsiteY7" fmla="*/ 2464116 h 3645233"/>
                <a:gd name="connsiteX8" fmla="*/ 1996364 w 4653652"/>
                <a:gd name="connsiteY8" fmla="*/ 3632516 h 3645233"/>
                <a:gd name="connsiteX9" fmla="*/ 167564 w 4653652"/>
                <a:gd name="connsiteY9" fmla="*/ 2972116 h 3645233"/>
                <a:gd name="connsiteX10" fmla="*/ 1081963 w 4653652"/>
                <a:gd name="connsiteY10" fmla="*/ 317816 h 3645233"/>
                <a:gd name="connsiteX11" fmla="*/ 3952163 w 4653652"/>
                <a:gd name="connsiteY11" fmla="*/ 711516 h 3645233"/>
                <a:gd name="connsiteX12" fmla="*/ 4371263 w 4653652"/>
                <a:gd name="connsiteY12" fmla="*/ 3454716 h 3645233"/>
                <a:gd name="connsiteX13" fmla="*/ 2656763 w 4653652"/>
                <a:gd name="connsiteY13" fmla="*/ 3454716 h 3645233"/>
                <a:gd name="connsiteX14" fmla="*/ 2351963 w 4653652"/>
                <a:gd name="connsiteY14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13864 w 4653652"/>
                <a:gd name="connsiteY3" fmla="*/ 26165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450264 w 4653652"/>
                <a:gd name="connsiteY6" fmla="*/ 1321116 h 3645233"/>
                <a:gd name="connsiteX7" fmla="*/ 2872664 w 4653652"/>
                <a:gd name="connsiteY7" fmla="*/ 2464116 h 3645233"/>
                <a:gd name="connsiteX8" fmla="*/ 1996364 w 4653652"/>
                <a:gd name="connsiteY8" fmla="*/ 3632516 h 3645233"/>
                <a:gd name="connsiteX9" fmla="*/ 167564 w 4653652"/>
                <a:gd name="connsiteY9" fmla="*/ 2972116 h 3645233"/>
                <a:gd name="connsiteX10" fmla="*/ 1081963 w 4653652"/>
                <a:gd name="connsiteY10" fmla="*/ 317816 h 3645233"/>
                <a:gd name="connsiteX11" fmla="*/ 3952163 w 4653652"/>
                <a:gd name="connsiteY11" fmla="*/ 711516 h 3645233"/>
                <a:gd name="connsiteX12" fmla="*/ 4371263 w 4653652"/>
                <a:gd name="connsiteY12" fmla="*/ 3454716 h 3645233"/>
                <a:gd name="connsiteX13" fmla="*/ 2656763 w 4653652"/>
                <a:gd name="connsiteY13" fmla="*/ 3454716 h 3645233"/>
                <a:gd name="connsiteX14" fmla="*/ 2351963 w 4653652"/>
                <a:gd name="connsiteY14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13864 w 4653652"/>
                <a:gd name="connsiteY3" fmla="*/ 26165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450264 w 4653652"/>
                <a:gd name="connsiteY6" fmla="*/ 1321116 h 3645233"/>
                <a:gd name="connsiteX7" fmla="*/ 2872664 w 4653652"/>
                <a:gd name="connsiteY7" fmla="*/ 2464116 h 3645233"/>
                <a:gd name="connsiteX8" fmla="*/ 1996364 w 4653652"/>
                <a:gd name="connsiteY8" fmla="*/ 3632516 h 3645233"/>
                <a:gd name="connsiteX9" fmla="*/ 167564 w 4653652"/>
                <a:gd name="connsiteY9" fmla="*/ 2972116 h 3645233"/>
                <a:gd name="connsiteX10" fmla="*/ 1081963 w 4653652"/>
                <a:gd name="connsiteY10" fmla="*/ 317816 h 3645233"/>
                <a:gd name="connsiteX11" fmla="*/ 3952163 w 4653652"/>
                <a:gd name="connsiteY11" fmla="*/ 711516 h 3645233"/>
                <a:gd name="connsiteX12" fmla="*/ 4371263 w 4653652"/>
                <a:gd name="connsiteY12" fmla="*/ 3454716 h 3645233"/>
                <a:gd name="connsiteX13" fmla="*/ 2656763 w 4653652"/>
                <a:gd name="connsiteY13" fmla="*/ 3454716 h 3645233"/>
                <a:gd name="connsiteX14" fmla="*/ 2351963 w 4653652"/>
                <a:gd name="connsiteY14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13864 w 4653652"/>
                <a:gd name="connsiteY3" fmla="*/ 26165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450264 w 4653652"/>
                <a:gd name="connsiteY6" fmla="*/ 1321116 h 3645233"/>
                <a:gd name="connsiteX7" fmla="*/ 2872664 w 4653652"/>
                <a:gd name="connsiteY7" fmla="*/ 2464116 h 3645233"/>
                <a:gd name="connsiteX8" fmla="*/ 1996364 w 4653652"/>
                <a:gd name="connsiteY8" fmla="*/ 3632516 h 3645233"/>
                <a:gd name="connsiteX9" fmla="*/ 167564 w 4653652"/>
                <a:gd name="connsiteY9" fmla="*/ 2972116 h 3645233"/>
                <a:gd name="connsiteX10" fmla="*/ 1081963 w 4653652"/>
                <a:gd name="connsiteY10" fmla="*/ 317816 h 3645233"/>
                <a:gd name="connsiteX11" fmla="*/ 3952163 w 4653652"/>
                <a:gd name="connsiteY11" fmla="*/ 711516 h 3645233"/>
                <a:gd name="connsiteX12" fmla="*/ 4371263 w 4653652"/>
                <a:gd name="connsiteY12" fmla="*/ 3454716 h 3645233"/>
                <a:gd name="connsiteX13" fmla="*/ 2656763 w 4653652"/>
                <a:gd name="connsiteY13" fmla="*/ 3454716 h 3645233"/>
                <a:gd name="connsiteX14" fmla="*/ 2351963 w 4653652"/>
                <a:gd name="connsiteY14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13864 w 4653652"/>
                <a:gd name="connsiteY3" fmla="*/ 26165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450264 w 4653652"/>
                <a:gd name="connsiteY6" fmla="*/ 1321116 h 3645233"/>
                <a:gd name="connsiteX7" fmla="*/ 2872664 w 4653652"/>
                <a:gd name="connsiteY7" fmla="*/ 2464116 h 3645233"/>
                <a:gd name="connsiteX8" fmla="*/ 1996364 w 4653652"/>
                <a:gd name="connsiteY8" fmla="*/ 3632516 h 3645233"/>
                <a:gd name="connsiteX9" fmla="*/ 167564 w 4653652"/>
                <a:gd name="connsiteY9" fmla="*/ 2972116 h 3645233"/>
                <a:gd name="connsiteX10" fmla="*/ 1081963 w 4653652"/>
                <a:gd name="connsiteY10" fmla="*/ 317816 h 3645233"/>
                <a:gd name="connsiteX11" fmla="*/ 3952163 w 4653652"/>
                <a:gd name="connsiteY11" fmla="*/ 711516 h 3645233"/>
                <a:gd name="connsiteX12" fmla="*/ 4371263 w 4653652"/>
                <a:gd name="connsiteY12" fmla="*/ 3454716 h 3645233"/>
                <a:gd name="connsiteX13" fmla="*/ 2656763 w 4653652"/>
                <a:gd name="connsiteY13" fmla="*/ 3454716 h 3645233"/>
                <a:gd name="connsiteX14" fmla="*/ 2351963 w 4653652"/>
                <a:gd name="connsiteY14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13864 w 4653652"/>
                <a:gd name="connsiteY3" fmla="*/ 26165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450264 w 4653652"/>
                <a:gd name="connsiteY6" fmla="*/ 1321116 h 3645233"/>
                <a:gd name="connsiteX7" fmla="*/ 2872664 w 4653652"/>
                <a:gd name="connsiteY7" fmla="*/ 2464116 h 3645233"/>
                <a:gd name="connsiteX8" fmla="*/ 1996364 w 4653652"/>
                <a:gd name="connsiteY8" fmla="*/ 3632516 h 3645233"/>
                <a:gd name="connsiteX9" fmla="*/ 167564 w 4653652"/>
                <a:gd name="connsiteY9" fmla="*/ 2972116 h 3645233"/>
                <a:gd name="connsiteX10" fmla="*/ 1081963 w 4653652"/>
                <a:gd name="connsiteY10" fmla="*/ 317816 h 3645233"/>
                <a:gd name="connsiteX11" fmla="*/ 3952163 w 4653652"/>
                <a:gd name="connsiteY11" fmla="*/ 711516 h 3645233"/>
                <a:gd name="connsiteX12" fmla="*/ 4371263 w 4653652"/>
                <a:gd name="connsiteY12" fmla="*/ 3454716 h 3645233"/>
                <a:gd name="connsiteX13" fmla="*/ 2656763 w 4653652"/>
                <a:gd name="connsiteY13" fmla="*/ 3454716 h 3645233"/>
                <a:gd name="connsiteX14" fmla="*/ 2351963 w 4653652"/>
                <a:gd name="connsiteY14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13864 w 4653652"/>
                <a:gd name="connsiteY3" fmla="*/ 26165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450264 w 4653652"/>
                <a:gd name="connsiteY6" fmla="*/ 1321116 h 3645233"/>
                <a:gd name="connsiteX7" fmla="*/ 2872664 w 4653652"/>
                <a:gd name="connsiteY7" fmla="*/ 2464116 h 3645233"/>
                <a:gd name="connsiteX8" fmla="*/ 1996364 w 4653652"/>
                <a:gd name="connsiteY8" fmla="*/ 3632516 h 3645233"/>
                <a:gd name="connsiteX9" fmla="*/ 167564 w 4653652"/>
                <a:gd name="connsiteY9" fmla="*/ 2972116 h 3645233"/>
                <a:gd name="connsiteX10" fmla="*/ 1081963 w 4653652"/>
                <a:gd name="connsiteY10" fmla="*/ 317816 h 3645233"/>
                <a:gd name="connsiteX11" fmla="*/ 3952163 w 4653652"/>
                <a:gd name="connsiteY11" fmla="*/ 711516 h 3645233"/>
                <a:gd name="connsiteX12" fmla="*/ 4371263 w 4653652"/>
                <a:gd name="connsiteY12" fmla="*/ 3454716 h 3645233"/>
                <a:gd name="connsiteX13" fmla="*/ 2656763 w 4653652"/>
                <a:gd name="connsiteY13" fmla="*/ 3454716 h 3645233"/>
                <a:gd name="connsiteX14" fmla="*/ 2351963 w 4653652"/>
                <a:gd name="connsiteY14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13864 w 4653652"/>
                <a:gd name="connsiteY3" fmla="*/ 26165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450264 w 4653652"/>
                <a:gd name="connsiteY6" fmla="*/ 1321116 h 3645233"/>
                <a:gd name="connsiteX7" fmla="*/ 2872664 w 4653652"/>
                <a:gd name="connsiteY7" fmla="*/ 2464116 h 3645233"/>
                <a:gd name="connsiteX8" fmla="*/ 1996364 w 4653652"/>
                <a:gd name="connsiteY8" fmla="*/ 3632516 h 3645233"/>
                <a:gd name="connsiteX9" fmla="*/ 167564 w 4653652"/>
                <a:gd name="connsiteY9" fmla="*/ 2972116 h 3645233"/>
                <a:gd name="connsiteX10" fmla="*/ 1081963 w 4653652"/>
                <a:gd name="connsiteY10" fmla="*/ 317816 h 3645233"/>
                <a:gd name="connsiteX11" fmla="*/ 3952163 w 4653652"/>
                <a:gd name="connsiteY11" fmla="*/ 711516 h 3645233"/>
                <a:gd name="connsiteX12" fmla="*/ 4371263 w 4653652"/>
                <a:gd name="connsiteY12" fmla="*/ 3454716 h 3645233"/>
                <a:gd name="connsiteX13" fmla="*/ 2656763 w 4653652"/>
                <a:gd name="connsiteY13" fmla="*/ 3454716 h 3645233"/>
                <a:gd name="connsiteX14" fmla="*/ 2351963 w 4653652"/>
                <a:gd name="connsiteY14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13864 w 4653652"/>
                <a:gd name="connsiteY3" fmla="*/ 26165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450264 w 4653652"/>
                <a:gd name="connsiteY6" fmla="*/ 1321116 h 3645233"/>
                <a:gd name="connsiteX7" fmla="*/ 2872664 w 4653652"/>
                <a:gd name="connsiteY7" fmla="*/ 2464116 h 3645233"/>
                <a:gd name="connsiteX8" fmla="*/ 1996364 w 4653652"/>
                <a:gd name="connsiteY8" fmla="*/ 3632516 h 3645233"/>
                <a:gd name="connsiteX9" fmla="*/ 167564 w 4653652"/>
                <a:gd name="connsiteY9" fmla="*/ 2972116 h 3645233"/>
                <a:gd name="connsiteX10" fmla="*/ 1081963 w 4653652"/>
                <a:gd name="connsiteY10" fmla="*/ 317816 h 3645233"/>
                <a:gd name="connsiteX11" fmla="*/ 3952163 w 4653652"/>
                <a:gd name="connsiteY11" fmla="*/ 711516 h 3645233"/>
                <a:gd name="connsiteX12" fmla="*/ 4371263 w 4653652"/>
                <a:gd name="connsiteY12" fmla="*/ 3454716 h 3645233"/>
                <a:gd name="connsiteX13" fmla="*/ 2656763 w 4653652"/>
                <a:gd name="connsiteY13" fmla="*/ 3454716 h 3645233"/>
                <a:gd name="connsiteX14" fmla="*/ 2351963 w 4653652"/>
                <a:gd name="connsiteY14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13864 w 4653652"/>
                <a:gd name="connsiteY3" fmla="*/ 26165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450264 w 4653652"/>
                <a:gd name="connsiteY6" fmla="*/ 1321116 h 3645233"/>
                <a:gd name="connsiteX7" fmla="*/ 2872664 w 4653652"/>
                <a:gd name="connsiteY7" fmla="*/ 2464116 h 3645233"/>
                <a:gd name="connsiteX8" fmla="*/ 1996364 w 4653652"/>
                <a:gd name="connsiteY8" fmla="*/ 3632516 h 3645233"/>
                <a:gd name="connsiteX9" fmla="*/ 167564 w 4653652"/>
                <a:gd name="connsiteY9" fmla="*/ 2972116 h 3645233"/>
                <a:gd name="connsiteX10" fmla="*/ 1081963 w 4653652"/>
                <a:gd name="connsiteY10" fmla="*/ 317816 h 3645233"/>
                <a:gd name="connsiteX11" fmla="*/ 3952163 w 4653652"/>
                <a:gd name="connsiteY11" fmla="*/ 711516 h 3645233"/>
                <a:gd name="connsiteX12" fmla="*/ 4371263 w 4653652"/>
                <a:gd name="connsiteY12" fmla="*/ 3454716 h 3645233"/>
                <a:gd name="connsiteX13" fmla="*/ 2656763 w 4653652"/>
                <a:gd name="connsiteY13" fmla="*/ 3454716 h 3645233"/>
                <a:gd name="connsiteX14" fmla="*/ 2351963 w 4653652"/>
                <a:gd name="connsiteY14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13864 w 4653652"/>
                <a:gd name="connsiteY3" fmla="*/ 26165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488364 w 4653652"/>
                <a:gd name="connsiteY6" fmla="*/ 2768916 h 3645233"/>
                <a:gd name="connsiteX7" fmla="*/ 1450264 w 4653652"/>
                <a:gd name="connsiteY7" fmla="*/ 1321116 h 3645233"/>
                <a:gd name="connsiteX8" fmla="*/ 2872664 w 4653652"/>
                <a:gd name="connsiteY8" fmla="*/ 2464116 h 3645233"/>
                <a:gd name="connsiteX9" fmla="*/ 1996364 w 4653652"/>
                <a:gd name="connsiteY9" fmla="*/ 3632516 h 3645233"/>
                <a:gd name="connsiteX10" fmla="*/ 167564 w 4653652"/>
                <a:gd name="connsiteY10" fmla="*/ 2972116 h 3645233"/>
                <a:gd name="connsiteX11" fmla="*/ 1081963 w 4653652"/>
                <a:gd name="connsiteY11" fmla="*/ 317816 h 3645233"/>
                <a:gd name="connsiteX12" fmla="*/ 3952163 w 4653652"/>
                <a:gd name="connsiteY12" fmla="*/ 711516 h 3645233"/>
                <a:gd name="connsiteX13" fmla="*/ 4371263 w 4653652"/>
                <a:gd name="connsiteY13" fmla="*/ 3454716 h 3645233"/>
                <a:gd name="connsiteX14" fmla="*/ 2656763 w 4653652"/>
                <a:gd name="connsiteY14" fmla="*/ 3454716 h 3645233"/>
                <a:gd name="connsiteX15" fmla="*/ 2351963 w 4653652"/>
                <a:gd name="connsiteY15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13864 w 4653652"/>
                <a:gd name="connsiteY3" fmla="*/ 26165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488364 w 4653652"/>
                <a:gd name="connsiteY6" fmla="*/ 2768916 h 3645233"/>
                <a:gd name="connsiteX7" fmla="*/ 1450264 w 4653652"/>
                <a:gd name="connsiteY7" fmla="*/ 1321116 h 3645233"/>
                <a:gd name="connsiteX8" fmla="*/ 2872664 w 4653652"/>
                <a:gd name="connsiteY8" fmla="*/ 2464116 h 3645233"/>
                <a:gd name="connsiteX9" fmla="*/ 1996364 w 4653652"/>
                <a:gd name="connsiteY9" fmla="*/ 3632516 h 3645233"/>
                <a:gd name="connsiteX10" fmla="*/ 167564 w 4653652"/>
                <a:gd name="connsiteY10" fmla="*/ 2972116 h 3645233"/>
                <a:gd name="connsiteX11" fmla="*/ 1081963 w 4653652"/>
                <a:gd name="connsiteY11" fmla="*/ 317816 h 3645233"/>
                <a:gd name="connsiteX12" fmla="*/ 3952163 w 4653652"/>
                <a:gd name="connsiteY12" fmla="*/ 711516 h 3645233"/>
                <a:gd name="connsiteX13" fmla="*/ 4371263 w 4653652"/>
                <a:gd name="connsiteY13" fmla="*/ 3454716 h 3645233"/>
                <a:gd name="connsiteX14" fmla="*/ 2656763 w 4653652"/>
                <a:gd name="connsiteY14" fmla="*/ 3454716 h 3645233"/>
                <a:gd name="connsiteX15" fmla="*/ 2351963 w 4653652"/>
                <a:gd name="connsiteY15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13864 w 4653652"/>
                <a:gd name="connsiteY3" fmla="*/ 26165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488364 w 4653652"/>
                <a:gd name="connsiteY6" fmla="*/ 2768916 h 3645233"/>
                <a:gd name="connsiteX7" fmla="*/ 1450264 w 4653652"/>
                <a:gd name="connsiteY7" fmla="*/ 1321116 h 3645233"/>
                <a:gd name="connsiteX8" fmla="*/ 2872664 w 4653652"/>
                <a:gd name="connsiteY8" fmla="*/ 2464116 h 3645233"/>
                <a:gd name="connsiteX9" fmla="*/ 1996364 w 4653652"/>
                <a:gd name="connsiteY9" fmla="*/ 3632516 h 3645233"/>
                <a:gd name="connsiteX10" fmla="*/ 167564 w 4653652"/>
                <a:gd name="connsiteY10" fmla="*/ 2972116 h 3645233"/>
                <a:gd name="connsiteX11" fmla="*/ 1081963 w 4653652"/>
                <a:gd name="connsiteY11" fmla="*/ 317816 h 3645233"/>
                <a:gd name="connsiteX12" fmla="*/ 3952163 w 4653652"/>
                <a:gd name="connsiteY12" fmla="*/ 711516 h 3645233"/>
                <a:gd name="connsiteX13" fmla="*/ 4371263 w 4653652"/>
                <a:gd name="connsiteY13" fmla="*/ 3454716 h 3645233"/>
                <a:gd name="connsiteX14" fmla="*/ 2656763 w 4653652"/>
                <a:gd name="connsiteY14" fmla="*/ 3454716 h 3645233"/>
                <a:gd name="connsiteX15" fmla="*/ 2351963 w 4653652"/>
                <a:gd name="connsiteY15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13864 w 4653652"/>
                <a:gd name="connsiteY3" fmla="*/ 26165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475664 w 4653652"/>
                <a:gd name="connsiteY6" fmla="*/ 2807016 h 3645233"/>
                <a:gd name="connsiteX7" fmla="*/ 1450264 w 4653652"/>
                <a:gd name="connsiteY7" fmla="*/ 1321116 h 3645233"/>
                <a:gd name="connsiteX8" fmla="*/ 2872664 w 4653652"/>
                <a:gd name="connsiteY8" fmla="*/ 2464116 h 3645233"/>
                <a:gd name="connsiteX9" fmla="*/ 1996364 w 4653652"/>
                <a:gd name="connsiteY9" fmla="*/ 3632516 h 3645233"/>
                <a:gd name="connsiteX10" fmla="*/ 167564 w 4653652"/>
                <a:gd name="connsiteY10" fmla="*/ 2972116 h 3645233"/>
                <a:gd name="connsiteX11" fmla="*/ 1081963 w 4653652"/>
                <a:gd name="connsiteY11" fmla="*/ 317816 h 3645233"/>
                <a:gd name="connsiteX12" fmla="*/ 3952163 w 4653652"/>
                <a:gd name="connsiteY12" fmla="*/ 711516 h 3645233"/>
                <a:gd name="connsiteX13" fmla="*/ 4371263 w 4653652"/>
                <a:gd name="connsiteY13" fmla="*/ 3454716 h 3645233"/>
                <a:gd name="connsiteX14" fmla="*/ 2656763 w 4653652"/>
                <a:gd name="connsiteY14" fmla="*/ 3454716 h 3645233"/>
                <a:gd name="connsiteX15" fmla="*/ 2351963 w 4653652"/>
                <a:gd name="connsiteY15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13864 w 4653652"/>
                <a:gd name="connsiteY3" fmla="*/ 26165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475664 w 4653652"/>
                <a:gd name="connsiteY6" fmla="*/ 2807016 h 3645233"/>
                <a:gd name="connsiteX7" fmla="*/ 1450264 w 4653652"/>
                <a:gd name="connsiteY7" fmla="*/ 1321116 h 3645233"/>
                <a:gd name="connsiteX8" fmla="*/ 2872664 w 4653652"/>
                <a:gd name="connsiteY8" fmla="*/ 2464116 h 3645233"/>
                <a:gd name="connsiteX9" fmla="*/ 1996364 w 4653652"/>
                <a:gd name="connsiteY9" fmla="*/ 3632516 h 3645233"/>
                <a:gd name="connsiteX10" fmla="*/ 167564 w 4653652"/>
                <a:gd name="connsiteY10" fmla="*/ 2972116 h 3645233"/>
                <a:gd name="connsiteX11" fmla="*/ 1081963 w 4653652"/>
                <a:gd name="connsiteY11" fmla="*/ 317816 h 3645233"/>
                <a:gd name="connsiteX12" fmla="*/ 3952163 w 4653652"/>
                <a:gd name="connsiteY12" fmla="*/ 711516 h 3645233"/>
                <a:gd name="connsiteX13" fmla="*/ 4371263 w 4653652"/>
                <a:gd name="connsiteY13" fmla="*/ 3454716 h 3645233"/>
                <a:gd name="connsiteX14" fmla="*/ 2656763 w 4653652"/>
                <a:gd name="connsiteY14" fmla="*/ 3454716 h 3645233"/>
                <a:gd name="connsiteX15" fmla="*/ 2351963 w 4653652"/>
                <a:gd name="connsiteY15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13864 w 4653652"/>
                <a:gd name="connsiteY3" fmla="*/ 26165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475664 w 4653652"/>
                <a:gd name="connsiteY6" fmla="*/ 2807016 h 3645233"/>
                <a:gd name="connsiteX7" fmla="*/ 1450264 w 4653652"/>
                <a:gd name="connsiteY7" fmla="*/ 1321116 h 3645233"/>
                <a:gd name="connsiteX8" fmla="*/ 2872664 w 4653652"/>
                <a:gd name="connsiteY8" fmla="*/ 2464116 h 3645233"/>
                <a:gd name="connsiteX9" fmla="*/ 1996364 w 4653652"/>
                <a:gd name="connsiteY9" fmla="*/ 3632516 h 3645233"/>
                <a:gd name="connsiteX10" fmla="*/ 167564 w 4653652"/>
                <a:gd name="connsiteY10" fmla="*/ 2972116 h 3645233"/>
                <a:gd name="connsiteX11" fmla="*/ 1081963 w 4653652"/>
                <a:gd name="connsiteY11" fmla="*/ 317816 h 3645233"/>
                <a:gd name="connsiteX12" fmla="*/ 3952163 w 4653652"/>
                <a:gd name="connsiteY12" fmla="*/ 711516 h 3645233"/>
                <a:gd name="connsiteX13" fmla="*/ 4371263 w 4653652"/>
                <a:gd name="connsiteY13" fmla="*/ 3454716 h 3645233"/>
                <a:gd name="connsiteX14" fmla="*/ 2656763 w 4653652"/>
                <a:gd name="connsiteY14" fmla="*/ 3454716 h 3645233"/>
                <a:gd name="connsiteX15" fmla="*/ 2351963 w 4653652"/>
                <a:gd name="connsiteY15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13864 w 4653652"/>
                <a:gd name="connsiteY3" fmla="*/ 26165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475664 w 4653652"/>
                <a:gd name="connsiteY6" fmla="*/ 2807016 h 3645233"/>
                <a:gd name="connsiteX7" fmla="*/ 1450264 w 4653652"/>
                <a:gd name="connsiteY7" fmla="*/ 1321116 h 3645233"/>
                <a:gd name="connsiteX8" fmla="*/ 2872664 w 4653652"/>
                <a:gd name="connsiteY8" fmla="*/ 2464116 h 3645233"/>
                <a:gd name="connsiteX9" fmla="*/ 1996364 w 4653652"/>
                <a:gd name="connsiteY9" fmla="*/ 3632516 h 3645233"/>
                <a:gd name="connsiteX10" fmla="*/ 167564 w 4653652"/>
                <a:gd name="connsiteY10" fmla="*/ 2972116 h 3645233"/>
                <a:gd name="connsiteX11" fmla="*/ 1081963 w 4653652"/>
                <a:gd name="connsiteY11" fmla="*/ 317816 h 3645233"/>
                <a:gd name="connsiteX12" fmla="*/ 3952163 w 4653652"/>
                <a:gd name="connsiteY12" fmla="*/ 711516 h 3645233"/>
                <a:gd name="connsiteX13" fmla="*/ 4371263 w 4653652"/>
                <a:gd name="connsiteY13" fmla="*/ 3454716 h 3645233"/>
                <a:gd name="connsiteX14" fmla="*/ 2656763 w 4653652"/>
                <a:gd name="connsiteY14" fmla="*/ 3454716 h 3645233"/>
                <a:gd name="connsiteX15" fmla="*/ 2351963 w 4653652"/>
                <a:gd name="connsiteY15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13864 w 4653652"/>
                <a:gd name="connsiteY3" fmla="*/ 26165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475664 w 4653652"/>
                <a:gd name="connsiteY6" fmla="*/ 2819716 h 3645233"/>
                <a:gd name="connsiteX7" fmla="*/ 1450264 w 4653652"/>
                <a:gd name="connsiteY7" fmla="*/ 1321116 h 3645233"/>
                <a:gd name="connsiteX8" fmla="*/ 2872664 w 4653652"/>
                <a:gd name="connsiteY8" fmla="*/ 2464116 h 3645233"/>
                <a:gd name="connsiteX9" fmla="*/ 1996364 w 4653652"/>
                <a:gd name="connsiteY9" fmla="*/ 3632516 h 3645233"/>
                <a:gd name="connsiteX10" fmla="*/ 167564 w 4653652"/>
                <a:gd name="connsiteY10" fmla="*/ 2972116 h 3645233"/>
                <a:gd name="connsiteX11" fmla="*/ 1081963 w 4653652"/>
                <a:gd name="connsiteY11" fmla="*/ 317816 h 3645233"/>
                <a:gd name="connsiteX12" fmla="*/ 3952163 w 4653652"/>
                <a:gd name="connsiteY12" fmla="*/ 711516 h 3645233"/>
                <a:gd name="connsiteX13" fmla="*/ 4371263 w 4653652"/>
                <a:gd name="connsiteY13" fmla="*/ 3454716 h 3645233"/>
                <a:gd name="connsiteX14" fmla="*/ 2656763 w 4653652"/>
                <a:gd name="connsiteY14" fmla="*/ 3454716 h 3645233"/>
                <a:gd name="connsiteX15" fmla="*/ 2351963 w 4653652"/>
                <a:gd name="connsiteY15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13864 w 4653652"/>
                <a:gd name="connsiteY3" fmla="*/ 26165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920164 w 4653652"/>
                <a:gd name="connsiteY6" fmla="*/ 2184716 h 3645233"/>
                <a:gd name="connsiteX7" fmla="*/ 1475664 w 4653652"/>
                <a:gd name="connsiteY7" fmla="*/ 2819716 h 3645233"/>
                <a:gd name="connsiteX8" fmla="*/ 1450264 w 4653652"/>
                <a:gd name="connsiteY8" fmla="*/ 1321116 h 3645233"/>
                <a:gd name="connsiteX9" fmla="*/ 2872664 w 4653652"/>
                <a:gd name="connsiteY9" fmla="*/ 2464116 h 3645233"/>
                <a:gd name="connsiteX10" fmla="*/ 1996364 w 4653652"/>
                <a:gd name="connsiteY10" fmla="*/ 3632516 h 3645233"/>
                <a:gd name="connsiteX11" fmla="*/ 167564 w 4653652"/>
                <a:gd name="connsiteY11" fmla="*/ 2972116 h 3645233"/>
                <a:gd name="connsiteX12" fmla="*/ 1081963 w 4653652"/>
                <a:gd name="connsiteY12" fmla="*/ 317816 h 3645233"/>
                <a:gd name="connsiteX13" fmla="*/ 3952163 w 4653652"/>
                <a:gd name="connsiteY13" fmla="*/ 711516 h 3645233"/>
                <a:gd name="connsiteX14" fmla="*/ 4371263 w 4653652"/>
                <a:gd name="connsiteY14" fmla="*/ 3454716 h 3645233"/>
                <a:gd name="connsiteX15" fmla="*/ 2656763 w 4653652"/>
                <a:gd name="connsiteY15" fmla="*/ 3454716 h 3645233"/>
                <a:gd name="connsiteX16" fmla="*/ 2351963 w 4653652"/>
                <a:gd name="connsiteY16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13864 w 4653652"/>
                <a:gd name="connsiteY3" fmla="*/ 26165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920164 w 4653652"/>
                <a:gd name="connsiteY6" fmla="*/ 2184716 h 3645233"/>
                <a:gd name="connsiteX7" fmla="*/ 1475664 w 4653652"/>
                <a:gd name="connsiteY7" fmla="*/ 2819716 h 3645233"/>
                <a:gd name="connsiteX8" fmla="*/ 1450264 w 4653652"/>
                <a:gd name="connsiteY8" fmla="*/ 1321116 h 3645233"/>
                <a:gd name="connsiteX9" fmla="*/ 2872664 w 4653652"/>
                <a:gd name="connsiteY9" fmla="*/ 2464116 h 3645233"/>
                <a:gd name="connsiteX10" fmla="*/ 1996364 w 4653652"/>
                <a:gd name="connsiteY10" fmla="*/ 3632516 h 3645233"/>
                <a:gd name="connsiteX11" fmla="*/ 167564 w 4653652"/>
                <a:gd name="connsiteY11" fmla="*/ 2972116 h 3645233"/>
                <a:gd name="connsiteX12" fmla="*/ 1081963 w 4653652"/>
                <a:gd name="connsiteY12" fmla="*/ 317816 h 3645233"/>
                <a:gd name="connsiteX13" fmla="*/ 3952163 w 4653652"/>
                <a:gd name="connsiteY13" fmla="*/ 711516 h 3645233"/>
                <a:gd name="connsiteX14" fmla="*/ 4371263 w 4653652"/>
                <a:gd name="connsiteY14" fmla="*/ 3454716 h 3645233"/>
                <a:gd name="connsiteX15" fmla="*/ 2656763 w 4653652"/>
                <a:gd name="connsiteY15" fmla="*/ 3454716 h 3645233"/>
                <a:gd name="connsiteX16" fmla="*/ 2351963 w 4653652"/>
                <a:gd name="connsiteY16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13864 w 4653652"/>
                <a:gd name="connsiteY3" fmla="*/ 26165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920164 w 4653652"/>
                <a:gd name="connsiteY6" fmla="*/ 2184716 h 3645233"/>
                <a:gd name="connsiteX7" fmla="*/ 1475664 w 4653652"/>
                <a:gd name="connsiteY7" fmla="*/ 2819716 h 3645233"/>
                <a:gd name="connsiteX8" fmla="*/ 1450264 w 4653652"/>
                <a:gd name="connsiteY8" fmla="*/ 1321116 h 3645233"/>
                <a:gd name="connsiteX9" fmla="*/ 2872664 w 4653652"/>
                <a:gd name="connsiteY9" fmla="*/ 2464116 h 3645233"/>
                <a:gd name="connsiteX10" fmla="*/ 1996364 w 4653652"/>
                <a:gd name="connsiteY10" fmla="*/ 3632516 h 3645233"/>
                <a:gd name="connsiteX11" fmla="*/ 167564 w 4653652"/>
                <a:gd name="connsiteY11" fmla="*/ 2972116 h 3645233"/>
                <a:gd name="connsiteX12" fmla="*/ 1081963 w 4653652"/>
                <a:gd name="connsiteY12" fmla="*/ 317816 h 3645233"/>
                <a:gd name="connsiteX13" fmla="*/ 3952163 w 4653652"/>
                <a:gd name="connsiteY13" fmla="*/ 711516 h 3645233"/>
                <a:gd name="connsiteX14" fmla="*/ 4371263 w 4653652"/>
                <a:gd name="connsiteY14" fmla="*/ 3454716 h 3645233"/>
                <a:gd name="connsiteX15" fmla="*/ 2656763 w 4653652"/>
                <a:gd name="connsiteY15" fmla="*/ 3454716 h 3645233"/>
                <a:gd name="connsiteX16" fmla="*/ 2351963 w 4653652"/>
                <a:gd name="connsiteY16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13864 w 4653652"/>
                <a:gd name="connsiteY3" fmla="*/ 26165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920164 w 4653652"/>
                <a:gd name="connsiteY6" fmla="*/ 2184716 h 3645233"/>
                <a:gd name="connsiteX7" fmla="*/ 1475664 w 4653652"/>
                <a:gd name="connsiteY7" fmla="*/ 2819716 h 3645233"/>
                <a:gd name="connsiteX8" fmla="*/ 1450264 w 4653652"/>
                <a:gd name="connsiteY8" fmla="*/ 1321116 h 3645233"/>
                <a:gd name="connsiteX9" fmla="*/ 2872664 w 4653652"/>
                <a:gd name="connsiteY9" fmla="*/ 2464116 h 3645233"/>
                <a:gd name="connsiteX10" fmla="*/ 1996364 w 4653652"/>
                <a:gd name="connsiteY10" fmla="*/ 3632516 h 3645233"/>
                <a:gd name="connsiteX11" fmla="*/ 167564 w 4653652"/>
                <a:gd name="connsiteY11" fmla="*/ 2972116 h 3645233"/>
                <a:gd name="connsiteX12" fmla="*/ 1081963 w 4653652"/>
                <a:gd name="connsiteY12" fmla="*/ 317816 h 3645233"/>
                <a:gd name="connsiteX13" fmla="*/ 3952163 w 4653652"/>
                <a:gd name="connsiteY13" fmla="*/ 711516 h 3645233"/>
                <a:gd name="connsiteX14" fmla="*/ 4371263 w 4653652"/>
                <a:gd name="connsiteY14" fmla="*/ 3454716 h 3645233"/>
                <a:gd name="connsiteX15" fmla="*/ 2656763 w 4653652"/>
                <a:gd name="connsiteY15" fmla="*/ 3454716 h 3645233"/>
                <a:gd name="connsiteX16" fmla="*/ 2351963 w 4653652"/>
                <a:gd name="connsiteY16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13864 w 4653652"/>
                <a:gd name="connsiteY3" fmla="*/ 26165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920164 w 4653652"/>
                <a:gd name="connsiteY6" fmla="*/ 2184716 h 3645233"/>
                <a:gd name="connsiteX7" fmla="*/ 2301164 w 4653652"/>
                <a:gd name="connsiteY7" fmla="*/ 2159316 h 3645233"/>
                <a:gd name="connsiteX8" fmla="*/ 1475664 w 4653652"/>
                <a:gd name="connsiteY8" fmla="*/ 2819716 h 3645233"/>
                <a:gd name="connsiteX9" fmla="*/ 1450264 w 4653652"/>
                <a:gd name="connsiteY9" fmla="*/ 1321116 h 3645233"/>
                <a:gd name="connsiteX10" fmla="*/ 2872664 w 4653652"/>
                <a:gd name="connsiteY10" fmla="*/ 2464116 h 3645233"/>
                <a:gd name="connsiteX11" fmla="*/ 1996364 w 4653652"/>
                <a:gd name="connsiteY11" fmla="*/ 3632516 h 3645233"/>
                <a:gd name="connsiteX12" fmla="*/ 167564 w 4653652"/>
                <a:gd name="connsiteY12" fmla="*/ 2972116 h 3645233"/>
                <a:gd name="connsiteX13" fmla="*/ 1081963 w 4653652"/>
                <a:gd name="connsiteY13" fmla="*/ 317816 h 3645233"/>
                <a:gd name="connsiteX14" fmla="*/ 3952163 w 4653652"/>
                <a:gd name="connsiteY14" fmla="*/ 711516 h 3645233"/>
                <a:gd name="connsiteX15" fmla="*/ 4371263 w 4653652"/>
                <a:gd name="connsiteY15" fmla="*/ 3454716 h 3645233"/>
                <a:gd name="connsiteX16" fmla="*/ 2656763 w 4653652"/>
                <a:gd name="connsiteY16" fmla="*/ 3454716 h 3645233"/>
                <a:gd name="connsiteX17" fmla="*/ 2351963 w 4653652"/>
                <a:gd name="connsiteY17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13864 w 4653652"/>
                <a:gd name="connsiteY3" fmla="*/ 26165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920164 w 4653652"/>
                <a:gd name="connsiteY6" fmla="*/ 2184716 h 3645233"/>
                <a:gd name="connsiteX7" fmla="*/ 2301164 w 4653652"/>
                <a:gd name="connsiteY7" fmla="*/ 2159316 h 3645233"/>
                <a:gd name="connsiteX8" fmla="*/ 1475664 w 4653652"/>
                <a:gd name="connsiteY8" fmla="*/ 2819716 h 3645233"/>
                <a:gd name="connsiteX9" fmla="*/ 1450264 w 4653652"/>
                <a:gd name="connsiteY9" fmla="*/ 1321116 h 3645233"/>
                <a:gd name="connsiteX10" fmla="*/ 2872664 w 4653652"/>
                <a:gd name="connsiteY10" fmla="*/ 2464116 h 3645233"/>
                <a:gd name="connsiteX11" fmla="*/ 1996364 w 4653652"/>
                <a:gd name="connsiteY11" fmla="*/ 3632516 h 3645233"/>
                <a:gd name="connsiteX12" fmla="*/ 167564 w 4653652"/>
                <a:gd name="connsiteY12" fmla="*/ 2972116 h 3645233"/>
                <a:gd name="connsiteX13" fmla="*/ 1081963 w 4653652"/>
                <a:gd name="connsiteY13" fmla="*/ 317816 h 3645233"/>
                <a:gd name="connsiteX14" fmla="*/ 3952163 w 4653652"/>
                <a:gd name="connsiteY14" fmla="*/ 711516 h 3645233"/>
                <a:gd name="connsiteX15" fmla="*/ 4371263 w 4653652"/>
                <a:gd name="connsiteY15" fmla="*/ 3454716 h 3645233"/>
                <a:gd name="connsiteX16" fmla="*/ 2656763 w 4653652"/>
                <a:gd name="connsiteY16" fmla="*/ 3454716 h 3645233"/>
                <a:gd name="connsiteX17" fmla="*/ 2351963 w 4653652"/>
                <a:gd name="connsiteY17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13864 w 4653652"/>
                <a:gd name="connsiteY3" fmla="*/ 26165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920164 w 4653652"/>
                <a:gd name="connsiteY6" fmla="*/ 2184716 h 3645233"/>
                <a:gd name="connsiteX7" fmla="*/ 2301164 w 4653652"/>
                <a:gd name="connsiteY7" fmla="*/ 2159316 h 3645233"/>
                <a:gd name="connsiteX8" fmla="*/ 1475664 w 4653652"/>
                <a:gd name="connsiteY8" fmla="*/ 2819716 h 3645233"/>
                <a:gd name="connsiteX9" fmla="*/ 1450264 w 4653652"/>
                <a:gd name="connsiteY9" fmla="*/ 1321116 h 3645233"/>
                <a:gd name="connsiteX10" fmla="*/ 2872664 w 4653652"/>
                <a:gd name="connsiteY10" fmla="*/ 2464116 h 3645233"/>
                <a:gd name="connsiteX11" fmla="*/ 1996364 w 4653652"/>
                <a:gd name="connsiteY11" fmla="*/ 3632516 h 3645233"/>
                <a:gd name="connsiteX12" fmla="*/ 167564 w 4653652"/>
                <a:gd name="connsiteY12" fmla="*/ 2972116 h 3645233"/>
                <a:gd name="connsiteX13" fmla="*/ 1081963 w 4653652"/>
                <a:gd name="connsiteY13" fmla="*/ 317816 h 3645233"/>
                <a:gd name="connsiteX14" fmla="*/ 3952163 w 4653652"/>
                <a:gd name="connsiteY14" fmla="*/ 711516 h 3645233"/>
                <a:gd name="connsiteX15" fmla="*/ 4371263 w 4653652"/>
                <a:gd name="connsiteY15" fmla="*/ 3454716 h 3645233"/>
                <a:gd name="connsiteX16" fmla="*/ 2656763 w 4653652"/>
                <a:gd name="connsiteY16" fmla="*/ 3454716 h 3645233"/>
                <a:gd name="connsiteX17" fmla="*/ 2351963 w 4653652"/>
                <a:gd name="connsiteY17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01164 w 4653652"/>
                <a:gd name="connsiteY3" fmla="*/ 26038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920164 w 4653652"/>
                <a:gd name="connsiteY6" fmla="*/ 2184716 h 3645233"/>
                <a:gd name="connsiteX7" fmla="*/ 2301164 w 4653652"/>
                <a:gd name="connsiteY7" fmla="*/ 2159316 h 3645233"/>
                <a:gd name="connsiteX8" fmla="*/ 1475664 w 4653652"/>
                <a:gd name="connsiteY8" fmla="*/ 2819716 h 3645233"/>
                <a:gd name="connsiteX9" fmla="*/ 1450264 w 4653652"/>
                <a:gd name="connsiteY9" fmla="*/ 1321116 h 3645233"/>
                <a:gd name="connsiteX10" fmla="*/ 2872664 w 4653652"/>
                <a:gd name="connsiteY10" fmla="*/ 2464116 h 3645233"/>
                <a:gd name="connsiteX11" fmla="*/ 1996364 w 4653652"/>
                <a:gd name="connsiteY11" fmla="*/ 3632516 h 3645233"/>
                <a:gd name="connsiteX12" fmla="*/ 167564 w 4653652"/>
                <a:gd name="connsiteY12" fmla="*/ 2972116 h 3645233"/>
                <a:gd name="connsiteX13" fmla="*/ 1081963 w 4653652"/>
                <a:gd name="connsiteY13" fmla="*/ 317816 h 3645233"/>
                <a:gd name="connsiteX14" fmla="*/ 3952163 w 4653652"/>
                <a:gd name="connsiteY14" fmla="*/ 711516 h 3645233"/>
                <a:gd name="connsiteX15" fmla="*/ 4371263 w 4653652"/>
                <a:gd name="connsiteY15" fmla="*/ 3454716 h 3645233"/>
                <a:gd name="connsiteX16" fmla="*/ 2656763 w 4653652"/>
                <a:gd name="connsiteY16" fmla="*/ 3454716 h 3645233"/>
                <a:gd name="connsiteX17" fmla="*/ 2351963 w 4653652"/>
                <a:gd name="connsiteY17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01164 w 4653652"/>
                <a:gd name="connsiteY3" fmla="*/ 26038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2301164 w 4653652"/>
                <a:gd name="connsiteY7" fmla="*/ 2159316 h 3645233"/>
                <a:gd name="connsiteX8" fmla="*/ 1475664 w 4653652"/>
                <a:gd name="connsiteY8" fmla="*/ 2819716 h 3645233"/>
                <a:gd name="connsiteX9" fmla="*/ 1450264 w 4653652"/>
                <a:gd name="connsiteY9" fmla="*/ 1321116 h 3645233"/>
                <a:gd name="connsiteX10" fmla="*/ 2872664 w 4653652"/>
                <a:gd name="connsiteY10" fmla="*/ 2464116 h 3645233"/>
                <a:gd name="connsiteX11" fmla="*/ 1996364 w 4653652"/>
                <a:gd name="connsiteY11" fmla="*/ 3632516 h 3645233"/>
                <a:gd name="connsiteX12" fmla="*/ 167564 w 4653652"/>
                <a:gd name="connsiteY12" fmla="*/ 2972116 h 3645233"/>
                <a:gd name="connsiteX13" fmla="*/ 1081963 w 4653652"/>
                <a:gd name="connsiteY13" fmla="*/ 317816 h 3645233"/>
                <a:gd name="connsiteX14" fmla="*/ 3952163 w 4653652"/>
                <a:gd name="connsiteY14" fmla="*/ 711516 h 3645233"/>
                <a:gd name="connsiteX15" fmla="*/ 4371263 w 4653652"/>
                <a:gd name="connsiteY15" fmla="*/ 3454716 h 3645233"/>
                <a:gd name="connsiteX16" fmla="*/ 2656763 w 4653652"/>
                <a:gd name="connsiteY16" fmla="*/ 3454716 h 3645233"/>
                <a:gd name="connsiteX17" fmla="*/ 2351963 w 4653652"/>
                <a:gd name="connsiteY17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01164 w 4653652"/>
                <a:gd name="connsiteY3" fmla="*/ 26038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2301164 w 4653652"/>
                <a:gd name="connsiteY7" fmla="*/ 2159316 h 3645233"/>
                <a:gd name="connsiteX8" fmla="*/ 1475664 w 4653652"/>
                <a:gd name="connsiteY8" fmla="*/ 2819716 h 3645233"/>
                <a:gd name="connsiteX9" fmla="*/ 1450264 w 4653652"/>
                <a:gd name="connsiteY9" fmla="*/ 1321116 h 3645233"/>
                <a:gd name="connsiteX10" fmla="*/ 2872664 w 4653652"/>
                <a:gd name="connsiteY10" fmla="*/ 2464116 h 3645233"/>
                <a:gd name="connsiteX11" fmla="*/ 1996364 w 4653652"/>
                <a:gd name="connsiteY11" fmla="*/ 3632516 h 3645233"/>
                <a:gd name="connsiteX12" fmla="*/ 167564 w 4653652"/>
                <a:gd name="connsiteY12" fmla="*/ 2972116 h 3645233"/>
                <a:gd name="connsiteX13" fmla="*/ 1081963 w 4653652"/>
                <a:gd name="connsiteY13" fmla="*/ 317816 h 3645233"/>
                <a:gd name="connsiteX14" fmla="*/ 3952163 w 4653652"/>
                <a:gd name="connsiteY14" fmla="*/ 711516 h 3645233"/>
                <a:gd name="connsiteX15" fmla="*/ 4371263 w 4653652"/>
                <a:gd name="connsiteY15" fmla="*/ 3454716 h 3645233"/>
                <a:gd name="connsiteX16" fmla="*/ 2656763 w 4653652"/>
                <a:gd name="connsiteY16" fmla="*/ 3454716 h 3645233"/>
                <a:gd name="connsiteX17" fmla="*/ 2351963 w 4653652"/>
                <a:gd name="connsiteY17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01164 w 4653652"/>
                <a:gd name="connsiteY3" fmla="*/ 26038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2301164 w 4653652"/>
                <a:gd name="connsiteY7" fmla="*/ 2159316 h 3645233"/>
                <a:gd name="connsiteX8" fmla="*/ 1475664 w 4653652"/>
                <a:gd name="connsiteY8" fmla="*/ 2819716 h 3645233"/>
                <a:gd name="connsiteX9" fmla="*/ 1450264 w 4653652"/>
                <a:gd name="connsiteY9" fmla="*/ 1321116 h 3645233"/>
                <a:gd name="connsiteX10" fmla="*/ 2872664 w 4653652"/>
                <a:gd name="connsiteY10" fmla="*/ 2464116 h 3645233"/>
                <a:gd name="connsiteX11" fmla="*/ 1996364 w 4653652"/>
                <a:gd name="connsiteY11" fmla="*/ 3632516 h 3645233"/>
                <a:gd name="connsiteX12" fmla="*/ 167564 w 4653652"/>
                <a:gd name="connsiteY12" fmla="*/ 2972116 h 3645233"/>
                <a:gd name="connsiteX13" fmla="*/ 1081963 w 4653652"/>
                <a:gd name="connsiteY13" fmla="*/ 317816 h 3645233"/>
                <a:gd name="connsiteX14" fmla="*/ 3952163 w 4653652"/>
                <a:gd name="connsiteY14" fmla="*/ 711516 h 3645233"/>
                <a:gd name="connsiteX15" fmla="*/ 4371263 w 4653652"/>
                <a:gd name="connsiteY15" fmla="*/ 3454716 h 3645233"/>
                <a:gd name="connsiteX16" fmla="*/ 2656763 w 4653652"/>
                <a:gd name="connsiteY16" fmla="*/ 3454716 h 3645233"/>
                <a:gd name="connsiteX17" fmla="*/ 2351963 w 4653652"/>
                <a:gd name="connsiteY17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01164 w 4653652"/>
                <a:gd name="connsiteY3" fmla="*/ 26038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843964 w 4653652"/>
                <a:gd name="connsiteY7" fmla="*/ 1689416 h 3645233"/>
                <a:gd name="connsiteX8" fmla="*/ 2301164 w 4653652"/>
                <a:gd name="connsiteY8" fmla="*/ 2159316 h 3645233"/>
                <a:gd name="connsiteX9" fmla="*/ 1475664 w 4653652"/>
                <a:gd name="connsiteY9" fmla="*/ 2819716 h 3645233"/>
                <a:gd name="connsiteX10" fmla="*/ 1450264 w 4653652"/>
                <a:gd name="connsiteY10" fmla="*/ 1321116 h 3645233"/>
                <a:gd name="connsiteX11" fmla="*/ 2872664 w 4653652"/>
                <a:gd name="connsiteY11" fmla="*/ 2464116 h 3645233"/>
                <a:gd name="connsiteX12" fmla="*/ 1996364 w 4653652"/>
                <a:gd name="connsiteY12" fmla="*/ 3632516 h 3645233"/>
                <a:gd name="connsiteX13" fmla="*/ 167564 w 4653652"/>
                <a:gd name="connsiteY13" fmla="*/ 2972116 h 3645233"/>
                <a:gd name="connsiteX14" fmla="*/ 1081963 w 4653652"/>
                <a:gd name="connsiteY14" fmla="*/ 317816 h 3645233"/>
                <a:gd name="connsiteX15" fmla="*/ 3952163 w 4653652"/>
                <a:gd name="connsiteY15" fmla="*/ 711516 h 3645233"/>
                <a:gd name="connsiteX16" fmla="*/ 4371263 w 4653652"/>
                <a:gd name="connsiteY16" fmla="*/ 3454716 h 3645233"/>
                <a:gd name="connsiteX17" fmla="*/ 2656763 w 4653652"/>
                <a:gd name="connsiteY17" fmla="*/ 3454716 h 3645233"/>
                <a:gd name="connsiteX18" fmla="*/ 2351963 w 4653652"/>
                <a:gd name="connsiteY18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01164 w 4653652"/>
                <a:gd name="connsiteY3" fmla="*/ 26038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843964 w 4653652"/>
                <a:gd name="connsiteY7" fmla="*/ 1689416 h 3645233"/>
                <a:gd name="connsiteX8" fmla="*/ 2301164 w 4653652"/>
                <a:gd name="connsiteY8" fmla="*/ 2159316 h 3645233"/>
                <a:gd name="connsiteX9" fmla="*/ 1475664 w 4653652"/>
                <a:gd name="connsiteY9" fmla="*/ 2819716 h 3645233"/>
                <a:gd name="connsiteX10" fmla="*/ 1450264 w 4653652"/>
                <a:gd name="connsiteY10" fmla="*/ 1321116 h 3645233"/>
                <a:gd name="connsiteX11" fmla="*/ 2872664 w 4653652"/>
                <a:gd name="connsiteY11" fmla="*/ 2464116 h 3645233"/>
                <a:gd name="connsiteX12" fmla="*/ 1996364 w 4653652"/>
                <a:gd name="connsiteY12" fmla="*/ 3632516 h 3645233"/>
                <a:gd name="connsiteX13" fmla="*/ 167564 w 4653652"/>
                <a:gd name="connsiteY13" fmla="*/ 2972116 h 3645233"/>
                <a:gd name="connsiteX14" fmla="*/ 1081963 w 4653652"/>
                <a:gd name="connsiteY14" fmla="*/ 317816 h 3645233"/>
                <a:gd name="connsiteX15" fmla="*/ 3952163 w 4653652"/>
                <a:gd name="connsiteY15" fmla="*/ 711516 h 3645233"/>
                <a:gd name="connsiteX16" fmla="*/ 4371263 w 4653652"/>
                <a:gd name="connsiteY16" fmla="*/ 3454716 h 3645233"/>
                <a:gd name="connsiteX17" fmla="*/ 2656763 w 4653652"/>
                <a:gd name="connsiteY17" fmla="*/ 3454716 h 3645233"/>
                <a:gd name="connsiteX18" fmla="*/ 2351963 w 4653652"/>
                <a:gd name="connsiteY18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01164 w 4653652"/>
                <a:gd name="connsiteY3" fmla="*/ 26038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75664 w 4653652"/>
                <a:gd name="connsiteY7" fmla="*/ 1867216 h 3645233"/>
                <a:gd name="connsiteX8" fmla="*/ 1843964 w 4653652"/>
                <a:gd name="connsiteY8" fmla="*/ 1689416 h 3645233"/>
                <a:gd name="connsiteX9" fmla="*/ 2301164 w 4653652"/>
                <a:gd name="connsiteY9" fmla="*/ 2159316 h 3645233"/>
                <a:gd name="connsiteX10" fmla="*/ 1475664 w 4653652"/>
                <a:gd name="connsiteY10" fmla="*/ 2819716 h 3645233"/>
                <a:gd name="connsiteX11" fmla="*/ 1450264 w 4653652"/>
                <a:gd name="connsiteY11" fmla="*/ 1321116 h 3645233"/>
                <a:gd name="connsiteX12" fmla="*/ 2872664 w 4653652"/>
                <a:gd name="connsiteY12" fmla="*/ 2464116 h 3645233"/>
                <a:gd name="connsiteX13" fmla="*/ 1996364 w 4653652"/>
                <a:gd name="connsiteY13" fmla="*/ 3632516 h 3645233"/>
                <a:gd name="connsiteX14" fmla="*/ 167564 w 4653652"/>
                <a:gd name="connsiteY14" fmla="*/ 2972116 h 3645233"/>
                <a:gd name="connsiteX15" fmla="*/ 1081963 w 4653652"/>
                <a:gd name="connsiteY15" fmla="*/ 317816 h 3645233"/>
                <a:gd name="connsiteX16" fmla="*/ 3952163 w 4653652"/>
                <a:gd name="connsiteY16" fmla="*/ 711516 h 3645233"/>
                <a:gd name="connsiteX17" fmla="*/ 4371263 w 4653652"/>
                <a:gd name="connsiteY17" fmla="*/ 3454716 h 3645233"/>
                <a:gd name="connsiteX18" fmla="*/ 2656763 w 4653652"/>
                <a:gd name="connsiteY18" fmla="*/ 3454716 h 3645233"/>
                <a:gd name="connsiteX19" fmla="*/ 2351963 w 4653652"/>
                <a:gd name="connsiteY19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01164 w 4653652"/>
                <a:gd name="connsiteY3" fmla="*/ 26038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1803716 h 3645233"/>
                <a:gd name="connsiteX8" fmla="*/ 1843964 w 4653652"/>
                <a:gd name="connsiteY8" fmla="*/ 1689416 h 3645233"/>
                <a:gd name="connsiteX9" fmla="*/ 2301164 w 4653652"/>
                <a:gd name="connsiteY9" fmla="*/ 2159316 h 3645233"/>
                <a:gd name="connsiteX10" fmla="*/ 1475664 w 4653652"/>
                <a:gd name="connsiteY10" fmla="*/ 2819716 h 3645233"/>
                <a:gd name="connsiteX11" fmla="*/ 1450264 w 4653652"/>
                <a:gd name="connsiteY11" fmla="*/ 1321116 h 3645233"/>
                <a:gd name="connsiteX12" fmla="*/ 2872664 w 4653652"/>
                <a:gd name="connsiteY12" fmla="*/ 2464116 h 3645233"/>
                <a:gd name="connsiteX13" fmla="*/ 1996364 w 4653652"/>
                <a:gd name="connsiteY13" fmla="*/ 3632516 h 3645233"/>
                <a:gd name="connsiteX14" fmla="*/ 167564 w 4653652"/>
                <a:gd name="connsiteY14" fmla="*/ 2972116 h 3645233"/>
                <a:gd name="connsiteX15" fmla="*/ 1081963 w 4653652"/>
                <a:gd name="connsiteY15" fmla="*/ 317816 h 3645233"/>
                <a:gd name="connsiteX16" fmla="*/ 3952163 w 4653652"/>
                <a:gd name="connsiteY16" fmla="*/ 711516 h 3645233"/>
                <a:gd name="connsiteX17" fmla="*/ 4371263 w 4653652"/>
                <a:gd name="connsiteY17" fmla="*/ 3454716 h 3645233"/>
                <a:gd name="connsiteX18" fmla="*/ 2656763 w 4653652"/>
                <a:gd name="connsiteY18" fmla="*/ 3454716 h 3645233"/>
                <a:gd name="connsiteX19" fmla="*/ 2351963 w 4653652"/>
                <a:gd name="connsiteY19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01164 w 4653652"/>
                <a:gd name="connsiteY3" fmla="*/ 26038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526464 w 4653652"/>
                <a:gd name="connsiteY7" fmla="*/ 2172016 h 3645233"/>
                <a:gd name="connsiteX8" fmla="*/ 1462964 w 4653652"/>
                <a:gd name="connsiteY8" fmla="*/ 1803716 h 3645233"/>
                <a:gd name="connsiteX9" fmla="*/ 1843964 w 4653652"/>
                <a:gd name="connsiteY9" fmla="*/ 1689416 h 3645233"/>
                <a:gd name="connsiteX10" fmla="*/ 2301164 w 4653652"/>
                <a:gd name="connsiteY10" fmla="*/ 2159316 h 3645233"/>
                <a:gd name="connsiteX11" fmla="*/ 1475664 w 4653652"/>
                <a:gd name="connsiteY11" fmla="*/ 2819716 h 3645233"/>
                <a:gd name="connsiteX12" fmla="*/ 1450264 w 4653652"/>
                <a:gd name="connsiteY12" fmla="*/ 132111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01164 w 4653652"/>
                <a:gd name="connsiteY3" fmla="*/ 26038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88364 w 4653652"/>
                <a:gd name="connsiteY7" fmla="*/ 2210116 h 3645233"/>
                <a:gd name="connsiteX8" fmla="*/ 1462964 w 4653652"/>
                <a:gd name="connsiteY8" fmla="*/ 1803716 h 3645233"/>
                <a:gd name="connsiteX9" fmla="*/ 1843964 w 4653652"/>
                <a:gd name="connsiteY9" fmla="*/ 1689416 h 3645233"/>
                <a:gd name="connsiteX10" fmla="*/ 2301164 w 4653652"/>
                <a:gd name="connsiteY10" fmla="*/ 2159316 h 3645233"/>
                <a:gd name="connsiteX11" fmla="*/ 1475664 w 4653652"/>
                <a:gd name="connsiteY11" fmla="*/ 2819716 h 3645233"/>
                <a:gd name="connsiteX12" fmla="*/ 1450264 w 4653652"/>
                <a:gd name="connsiteY12" fmla="*/ 132111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01164 w 4653652"/>
                <a:gd name="connsiteY3" fmla="*/ 26038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88364 w 4653652"/>
                <a:gd name="connsiteY7" fmla="*/ 2210116 h 3645233"/>
                <a:gd name="connsiteX8" fmla="*/ 1462964 w 4653652"/>
                <a:gd name="connsiteY8" fmla="*/ 1803716 h 3645233"/>
                <a:gd name="connsiteX9" fmla="*/ 1843964 w 4653652"/>
                <a:gd name="connsiteY9" fmla="*/ 1689416 h 3645233"/>
                <a:gd name="connsiteX10" fmla="*/ 2301164 w 4653652"/>
                <a:gd name="connsiteY10" fmla="*/ 2159316 h 3645233"/>
                <a:gd name="connsiteX11" fmla="*/ 1475664 w 4653652"/>
                <a:gd name="connsiteY11" fmla="*/ 2819716 h 3645233"/>
                <a:gd name="connsiteX12" fmla="*/ 1450264 w 4653652"/>
                <a:gd name="connsiteY12" fmla="*/ 132111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01164 w 4653652"/>
                <a:gd name="connsiteY3" fmla="*/ 26038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43964 w 4653652"/>
                <a:gd name="connsiteY9" fmla="*/ 1689416 h 3645233"/>
                <a:gd name="connsiteX10" fmla="*/ 2301164 w 4653652"/>
                <a:gd name="connsiteY10" fmla="*/ 2159316 h 3645233"/>
                <a:gd name="connsiteX11" fmla="*/ 1475664 w 4653652"/>
                <a:gd name="connsiteY11" fmla="*/ 2819716 h 3645233"/>
                <a:gd name="connsiteX12" fmla="*/ 1450264 w 4653652"/>
                <a:gd name="connsiteY12" fmla="*/ 132111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01164 w 4653652"/>
                <a:gd name="connsiteY3" fmla="*/ 26038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43964 w 4653652"/>
                <a:gd name="connsiteY9" fmla="*/ 1689416 h 3645233"/>
                <a:gd name="connsiteX10" fmla="*/ 2301164 w 4653652"/>
                <a:gd name="connsiteY10" fmla="*/ 2159316 h 3645233"/>
                <a:gd name="connsiteX11" fmla="*/ 1475664 w 4653652"/>
                <a:gd name="connsiteY11" fmla="*/ 2819716 h 3645233"/>
                <a:gd name="connsiteX12" fmla="*/ 1450264 w 4653652"/>
                <a:gd name="connsiteY12" fmla="*/ 132111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01164 w 4653652"/>
                <a:gd name="connsiteY3" fmla="*/ 26038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43964 w 4653652"/>
                <a:gd name="connsiteY9" fmla="*/ 1689416 h 3645233"/>
                <a:gd name="connsiteX10" fmla="*/ 2301164 w 4653652"/>
                <a:gd name="connsiteY10" fmla="*/ 2159316 h 3645233"/>
                <a:gd name="connsiteX11" fmla="*/ 1475664 w 4653652"/>
                <a:gd name="connsiteY11" fmla="*/ 2819716 h 3645233"/>
                <a:gd name="connsiteX12" fmla="*/ 1450264 w 4653652"/>
                <a:gd name="connsiteY12" fmla="*/ 132111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01164 w 4653652"/>
                <a:gd name="connsiteY3" fmla="*/ 26038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43964 w 4653652"/>
                <a:gd name="connsiteY9" fmla="*/ 1689416 h 3645233"/>
                <a:gd name="connsiteX10" fmla="*/ 2301164 w 4653652"/>
                <a:gd name="connsiteY10" fmla="*/ 2159316 h 3645233"/>
                <a:gd name="connsiteX11" fmla="*/ 1475664 w 4653652"/>
                <a:gd name="connsiteY11" fmla="*/ 2819716 h 3645233"/>
                <a:gd name="connsiteX12" fmla="*/ 1450264 w 4653652"/>
                <a:gd name="connsiteY12" fmla="*/ 132111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01164 w 4653652"/>
                <a:gd name="connsiteY3" fmla="*/ 26038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43964 w 4653652"/>
                <a:gd name="connsiteY9" fmla="*/ 1689416 h 3645233"/>
                <a:gd name="connsiteX10" fmla="*/ 2301164 w 4653652"/>
                <a:gd name="connsiteY10" fmla="*/ 2159316 h 3645233"/>
                <a:gd name="connsiteX11" fmla="*/ 1475664 w 4653652"/>
                <a:gd name="connsiteY11" fmla="*/ 2819716 h 3645233"/>
                <a:gd name="connsiteX12" fmla="*/ 1450264 w 4653652"/>
                <a:gd name="connsiteY12" fmla="*/ 132111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01164 w 4653652"/>
                <a:gd name="connsiteY3" fmla="*/ 26038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53489 w 4653652"/>
                <a:gd name="connsiteY9" fmla="*/ 1667191 h 3645233"/>
                <a:gd name="connsiteX10" fmla="*/ 2301164 w 4653652"/>
                <a:gd name="connsiteY10" fmla="*/ 2159316 h 3645233"/>
                <a:gd name="connsiteX11" fmla="*/ 1475664 w 4653652"/>
                <a:gd name="connsiteY11" fmla="*/ 2819716 h 3645233"/>
                <a:gd name="connsiteX12" fmla="*/ 1450264 w 4653652"/>
                <a:gd name="connsiteY12" fmla="*/ 132111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01164 w 4653652"/>
                <a:gd name="connsiteY3" fmla="*/ 26038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53489 w 4653652"/>
                <a:gd name="connsiteY9" fmla="*/ 1667191 h 3645233"/>
                <a:gd name="connsiteX10" fmla="*/ 2301164 w 4653652"/>
                <a:gd name="connsiteY10" fmla="*/ 2159316 h 3645233"/>
                <a:gd name="connsiteX11" fmla="*/ 1475664 w 4653652"/>
                <a:gd name="connsiteY11" fmla="*/ 2819716 h 3645233"/>
                <a:gd name="connsiteX12" fmla="*/ 1450264 w 4653652"/>
                <a:gd name="connsiteY12" fmla="*/ 132111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01164 w 4653652"/>
                <a:gd name="connsiteY3" fmla="*/ 26038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53489 w 4653652"/>
                <a:gd name="connsiteY9" fmla="*/ 1667191 h 3645233"/>
                <a:gd name="connsiteX10" fmla="*/ 2326564 w 4653652"/>
                <a:gd name="connsiteY10" fmla="*/ 2165666 h 3645233"/>
                <a:gd name="connsiteX11" fmla="*/ 1475664 w 4653652"/>
                <a:gd name="connsiteY11" fmla="*/ 2819716 h 3645233"/>
                <a:gd name="connsiteX12" fmla="*/ 1450264 w 4653652"/>
                <a:gd name="connsiteY12" fmla="*/ 132111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01164 w 4653652"/>
                <a:gd name="connsiteY3" fmla="*/ 26038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53489 w 4653652"/>
                <a:gd name="connsiteY9" fmla="*/ 1667191 h 3645233"/>
                <a:gd name="connsiteX10" fmla="*/ 2326564 w 4653652"/>
                <a:gd name="connsiteY10" fmla="*/ 2165666 h 3645233"/>
                <a:gd name="connsiteX11" fmla="*/ 1475664 w 4653652"/>
                <a:gd name="connsiteY11" fmla="*/ 2819716 h 3645233"/>
                <a:gd name="connsiteX12" fmla="*/ 1450264 w 4653652"/>
                <a:gd name="connsiteY12" fmla="*/ 132111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01164 w 4653652"/>
                <a:gd name="connsiteY3" fmla="*/ 26038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53489 w 4653652"/>
                <a:gd name="connsiteY9" fmla="*/ 1667191 h 3645233"/>
                <a:gd name="connsiteX10" fmla="*/ 2326564 w 4653652"/>
                <a:gd name="connsiteY10" fmla="*/ 2165666 h 3645233"/>
                <a:gd name="connsiteX11" fmla="*/ 1475664 w 4653652"/>
                <a:gd name="connsiteY11" fmla="*/ 2819716 h 3645233"/>
                <a:gd name="connsiteX12" fmla="*/ 1450264 w 4653652"/>
                <a:gd name="connsiteY12" fmla="*/ 132111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01164 w 4653652"/>
                <a:gd name="connsiteY3" fmla="*/ 26038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53489 w 4653652"/>
                <a:gd name="connsiteY9" fmla="*/ 1667191 h 3645233"/>
                <a:gd name="connsiteX10" fmla="*/ 2326564 w 4653652"/>
                <a:gd name="connsiteY10" fmla="*/ 2165666 h 3645233"/>
                <a:gd name="connsiteX11" fmla="*/ 1475664 w 4653652"/>
                <a:gd name="connsiteY11" fmla="*/ 2819716 h 3645233"/>
                <a:gd name="connsiteX12" fmla="*/ 1450264 w 4653652"/>
                <a:gd name="connsiteY12" fmla="*/ 132111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01164 w 4653652"/>
                <a:gd name="connsiteY3" fmla="*/ 26038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53489 w 4653652"/>
                <a:gd name="connsiteY9" fmla="*/ 1667191 h 3645233"/>
                <a:gd name="connsiteX10" fmla="*/ 2326564 w 4653652"/>
                <a:gd name="connsiteY10" fmla="*/ 2165666 h 3645233"/>
                <a:gd name="connsiteX11" fmla="*/ 1475664 w 4653652"/>
                <a:gd name="connsiteY11" fmla="*/ 2819716 h 3645233"/>
                <a:gd name="connsiteX12" fmla="*/ 1450264 w 4653652"/>
                <a:gd name="connsiteY12" fmla="*/ 132111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01164 w 4653652"/>
                <a:gd name="connsiteY3" fmla="*/ 26038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53489 w 4653652"/>
                <a:gd name="connsiteY9" fmla="*/ 1667191 h 3645233"/>
                <a:gd name="connsiteX10" fmla="*/ 2326564 w 4653652"/>
                <a:gd name="connsiteY10" fmla="*/ 2165666 h 3645233"/>
                <a:gd name="connsiteX11" fmla="*/ 1475664 w 4653652"/>
                <a:gd name="connsiteY11" fmla="*/ 2819716 h 3645233"/>
                <a:gd name="connsiteX12" fmla="*/ 1450264 w 4653652"/>
                <a:gd name="connsiteY12" fmla="*/ 132111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01164 w 4653652"/>
                <a:gd name="connsiteY3" fmla="*/ 26038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53489 w 4653652"/>
                <a:gd name="connsiteY9" fmla="*/ 1667191 h 3645233"/>
                <a:gd name="connsiteX10" fmla="*/ 2326564 w 4653652"/>
                <a:gd name="connsiteY10" fmla="*/ 2165666 h 3645233"/>
                <a:gd name="connsiteX11" fmla="*/ 1475664 w 4653652"/>
                <a:gd name="connsiteY11" fmla="*/ 2819716 h 3645233"/>
                <a:gd name="connsiteX12" fmla="*/ 1459789 w 4653652"/>
                <a:gd name="connsiteY12" fmla="*/ 128936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01164 w 4653652"/>
                <a:gd name="connsiteY3" fmla="*/ 26038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53489 w 4653652"/>
                <a:gd name="connsiteY9" fmla="*/ 1667191 h 3645233"/>
                <a:gd name="connsiteX10" fmla="*/ 2326564 w 4653652"/>
                <a:gd name="connsiteY10" fmla="*/ 2165666 h 3645233"/>
                <a:gd name="connsiteX11" fmla="*/ 1475664 w 4653652"/>
                <a:gd name="connsiteY11" fmla="*/ 2819716 h 3645233"/>
                <a:gd name="connsiteX12" fmla="*/ 1459789 w 4653652"/>
                <a:gd name="connsiteY12" fmla="*/ 128936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01164 w 4653652"/>
                <a:gd name="connsiteY3" fmla="*/ 26038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53489 w 4653652"/>
                <a:gd name="connsiteY9" fmla="*/ 1667191 h 3645233"/>
                <a:gd name="connsiteX10" fmla="*/ 2326564 w 4653652"/>
                <a:gd name="connsiteY10" fmla="*/ 2165666 h 3645233"/>
                <a:gd name="connsiteX11" fmla="*/ 1475664 w 4653652"/>
                <a:gd name="connsiteY11" fmla="*/ 2819716 h 3645233"/>
                <a:gd name="connsiteX12" fmla="*/ 1459789 w 4653652"/>
                <a:gd name="connsiteY12" fmla="*/ 128936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01164 w 4653652"/>
                <a:gd name="connsiteY3" fmla="*/ 26038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53489 w 4653652"/>
                <a:gd name="connsiteY9" fmla="*/ 1667191 h 3645233"/>
                <a:gd name="connsiteX10" fmla="*/ 2326564 w 4653652"/>
                <a:gd name="connsiteY10" fmla="*/ 2165666 h 3645233"/>
                <a:gd name="connsiteX11" fmla="*/ 1475664 w 4653652"/>
                <a:gd name="connsiteY11" fmla="*/ 2819716 h 3645233"/>
                <a:gd name="connsiteX12" fmla="*/ 1459789 w 4653652"/>
                <a:gd name="connsiteY12" fmla="*/ 128936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66063 w 4653652"/>
                <a:gd name="connsiteY1" fmla="*/ 1879916 h 3645233"/>
                <a:gd name="connsiteX2" fmla="*/ 1196264 w 4653652"/>
                <a:gd name="connsiteY2" fmla="*/ 2768916 h 3645233"/>
                <a:gd name="connsiteX3" fmla="*/ 2301164 w 4653652"/>
                <a:gd name="connsiteY3" fmla="*/ 26038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53489 w 4653652"/>
                <a:gd name="connsiteY9" fmla="*/ 1667191 h 3645233"/>
                <a:gd name="connsiteX10" fmla="*/ 2326564 w 4653652"/>
                <a:gd name="connsiteY10" fmla="*/ 2165666 h 3645233"/>
                <a:gd name="connsiteX11" fmla="*/ 1475664 w 4653652"/>
                <a:gd name="connsiteY11" fmla="*/ 2819716 h 3645233"/>
                <a:gd name="connsiteX12" fmla="*/ 1459789 w 4653652"/>
                <a:gd name="connsiteY12" fmla="*/ 128936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97813 w 4653652"/>
                <a:gd name="connsiteY1" fmla="*/ 1905316 h 3645233"/>
                <a:gd name="connsiteX2" fmla="*/ 1196264 w 4653652"/>
                <a:gd name="connsiteY2" fmla="*/ 2768916 h 3645233"/>
                <a:gd name="connsiteX3" fmla="*/ 2301164 w 4653652"/>
                <a:gd name="connsiteY3" fmla="*/ 26038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53489 w 4653652"/>
                <a:gd name="connsiteY9" fmla="*/ 1667191 h 3645233"/>
                <a:gd name="connsiteX10" fmla="*/ 2326564 w 4653652"/>
                <a:gd name="connsiteY10" fmla="*/ 2165666 h 3645233"/>
                <a:gd name="connsiteX11" fmla="*/ 1475664 w 4653652"/>
                <a:gd name="connsiteY11" fmla="*/ 2819716 h 3645233"/>
                <a:gd name="connsiteX12" fmla="*/ 1459789 w 4653652"/>
                <a:gd name="connsiteY12" fmla="*/ 128936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97813 w 4653652"/>
                <a:gd name="connsiteY1" fmla="*/ 1905316 h 3645233"/>
                <a:gd name="connsiteX2" fmla="*/ 1196264 w 4653652"/>
                <a:gd name="connsiteY2" fmla="*/ 2768916 h 3645233"/>
                <a:gd name="connsiteX3" fmla="*/ 2301164 w 4653652"/>
                <a:gd name="connsiteY3" fmla="*/ 26038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53489 w 4653652"/>
                <a:gd name="connsiteY9" fmla="*/ 1667191 h 3645233"/>
                <a:gd name="connsiteX10" fmla="*/ 2326564 w 4653652"/>
                <a:gd name="connsiteY10" fmla="*/ 2165666 h 3645233"/>
                <a:gd name="connsiteX11" fmla="*/ 1475664 w 4653652"/>
                <a:gd name="connsiteY11" fmla="*/ 2819716 h 3645233"/>
                <a:gd name="connsiteX12" fmla="*/ 1459789 w 4653652"/>
                <a:gd name="connsiteY12" fmla="*/ 128936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59713 w 4653652"/>
                <a:gd name="connsiteY1" fmla="*/ 1860866 h 3645233"/>
                <a:gd name="connsiteX2" fmla="*/ 1196264 w 4653652"/>
                <a:gd name="connsiteY2" fmla="*/ 2768916 h 3645233"/>
                <a:gd name="connsiteX3" fmla="*/ 2301164 w 4653652"/>
                <a:gd name="connsiteY3" fmla="*/ 26038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53489 w 4653652"/>
                <a:gd name="connsiteY9" fmla="*/ 1667191 h 3645233"/>
                <a:gd name="connsiteX10" fmla="*/ 2326564 w 4653652"/>
                <a:gd name="connsiteY10" fmla="*/ 2165666 h 3645233"/>
                <a:gd name="connsiteX11" fmla="*/ 1475664 w 4653652"/>
                <a:gd name="connsiteY11" fmla="*/ 2819716 h 3645233"/>
                <a:gd name="connsiteX12" fmla="*/ 1459789 w 4653652"/>
                <a:gd name="connsiteY12" fmla="*/ 128936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59713 w 4653652"/>
                <a:gd name="connsiteY1" fmla="*/ 1860866 h 3645233"/>
                <a:gd name="connsiteX2" fmla="*/ 1196264 w 4653652"/>
                <a:gd name="connsiteY2" fmla="*/ 2768916 h 3645233"/>
                <a:gd name="connsiteX3" fmla="*/ 2301164 w 4653652"/>
                <a:gd name="connsiteY3" fmla="*/ 26038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53489 w 4653652"/>
                <a:gd name="connsiteY9" fmla="*/ 1667191 h 3645233"/>
                <a:gd name="connsiteX10" fmla="*/ 2326564 w 4653652"/>
                <a:gd name="connsiteY10" fmla="*/ 2165666 h 3645233"/>
                <a:gd name="connsiteX11" fmla="*/ 1475664 w 4653652"/>
                <a:gd name="connsiteY11" fmla="*/ 2819716 h 3645233"/>
                <a:gd name="connsiteX12" fmla="*/ 1459789 w 4653652"/>
                <a:gd name="connsiteY12" fmla="*/ 128936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59713 w 4653652"/>
                <a:gd name="connsiteY1" fmla="*/ 1860866 h 3645233"/>
                <a:gd name="connsiteX2" fmla="*/ 1196264 w 4653652"/>
                <a:gd name="connsiteY2" fmla="*/ 2768916 h 3645233"/>
                <a:gd name="connsiteX3" fmla="*/ 2301164 w 4653652"/>
                <a:gd name="connsiteY3" fmla="*/ 26038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53489 w 4653652"/>
                <a:gd name="connsiteY9" fmla="*/ 1667191 h 3645233"/>
                <a:gd name="connsiteX10" fmla="*/ 2326564 w 4653652"/>
                <a:gd name="connsiteY10" fmla="*/ 2165666 h 3645233"/>
                <a:gd name="connsiteX11" fmla="*/ 1361364 w 4653652"/>
                <a:gd name="connsiteY11" fmla="*/ 2781616 h 3645233"/>
                <a:gd name="connsiteX12" fmla="*/ 1459789 w 4653652"/>
                <a:gd name="connsiteY12" fmla="*/ 128936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59713 w 4653652"/>
                <a:gd name="connsiteY1" fmla="*/ 1860866 h 3645233"/>
                <a:gd name="connsiteX2" fmla="*/ 1196264 w 4653652"/>
                <a:gd name="connsiteY2" fmla="*/ 2768916 h 3645233"/>
                <a:gd name="connsiteX3" fmla="*/ 2301164 w 4653652"/>
                <a:gd name="connsiteY3" fmla="*/ 26038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53489 w 4653652"/>
                <a:gd name="connsiteY9" fmla="*/ 1667191 h 3645233"/>
                <a:gd name="connsiteX10" fmla="*/ 2326564 w 4653652"/>
                <a:gd name="connsiteY10" fmla="*/ 2165666 h 3645233"/>
                <a:gd name="connsiteX11" fmla="*/ 1361364 w 4653652"/>
                <a:gd name="connsiteY11" fmla="*/ 2781616 h 3645233"/>
                <a:gd name="connsiteX12" fmla="*/ 1459789 w 4653652"/>
                <a:gd name="connsiteY12" fmla="*/ 128936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59713 w 4653652"/>
                <a:gd name="connsiteY1" fmla="*/ 1860866 h 3645233"/>
                <a:gd name="connsiteX2" fmla="*/ 1196264 w 4653652"/>
                <a:gd name="connsiteY2" fmla="*/ 2768916 h 3645233"/>
                <a:gd name="connsiteX3" fmla="*/ 2301164 w 4653652"/>
                <a:gd name="connsiteY3" fmla="*/ 26038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53489 w 4653652"/>
                <a:gd name="connsiteY9" fmla="*/ 1667191 h 3645233"/>
                <a:gd name="connsiteX10" fmla="*/ 2326564 w 4653652"/>
                <a:gd name="connsiteY10" fmla="*/ 2165666 h 3645233"/>
                <a:gd name="connsiteX11" fmla="*/ 1361364 w 4653652"/>
                <a:gd name="connsiteY11" fmla="*/ 2781616 h 3645233"/>
                <a:gd name="connsiteX12" fmla="*/ 1459789 w 4653652"/>
                <a:gd name="connsiteY12" fmla="*/ 128936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59713 w 4653652"/>
                <a:gd name="connsiteY1" fmla="*/ 1860866 h 3645233"/>
                <a:gd name="connsiteX2" fmla="*/ 1196264 w 4653652"/>
                <a:gd name="connsiteY2" fmla="*/ 2768916 h 3645233"/>
                <a:gd name="connsiteX3" fmla="*/ 2301164 w 4653652"/>
                <a:gd name="connsiteY3" fmla="*/ 26038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53489 w 4653652"/>
                <a:gd name="connsiteY9" fmla="*/ 1667191 h 3645233"/>
                <a:gd name="connsiteX10" fmla="*/ 2326564 w 4653652"/>
                <a:gd name="connsiteY10" fmla="*/ 2165666 h 3645233"/>
                <a:gd name="connsiteX11" fmla="*/ 1361364 w 4653652"/>
                <a:gd name="connsiteY11" fmla="*/ 2781616 h 3645233"/>
                <a:gd name="connsiteX12" fmla="*/ 1459789 w 4653652"/>
                <a:gd name="connsiteY12" fmla="*/ 128936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59713 w 4653652"/>
                <a:gd name="connsiteY1" fmla="*/ 1860866 h 3645233"/>
                <a:gd name="connsiteX2" fmla="*/ 1196264 w 4653652"/>
                <a:gd name="connsiteY2" fmla="*/ 2768916 h 3645233"/>
                <a:gd name="connsiteX3" fmla="*/ 2301164 w 4653652"/>
                <a:gd name="connsiteY3" fmla="*/ 26038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53489 w 4653652"/>
                <a:gd name="connsiteY9" fmla="*/ 1667191 h 3645233"/>
                <a:gd name="connsiteX10" fmla="*/ 2326564 w 4653652"/>
                <a:gd name="connsiteY10" fmla="*/ 2165666 h 3645233"/>
                <a:gd name="connsiteX11" fmla="*/ 1361364 w 4653652"/>
                <a:gd name="connsiteY11" fmla="*/ 2781616 h 3645233"/>
                <a:gd name="connsiteX12" fmla="*/ 1459789 w 4653652"/>
                <a:gd name="connsiteY12" fmla="*/ 128936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59713 w 4653652"/>
                <a:gd name="connsiteY1" fmla="*/ 1860866 h 3645233"/>
                <a:gd name="connsiteX2" fmla="*/ 1228014 w 4653652"/>
                <a:gd name="connsiteY2" fmla="*/ 2743516 h 3645233"/>
                <a:gd name="connsiteX3" fmla="*/ 2301164 w 4653652"/>
                <a:gd name="connsiteY3" fmla="*/ 26038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53489 w 4653652"/>
                <a:gd name="connsiteY9" fmla="*/ 1667191 h 3645233"/>
                <a:gd name="connsiteX10" fmla="*/ 2326564 w 4653652"/>
                <a:gd name="connsiteY10" fmla="*/ 2165666 h 3645233"/>
                <a:gd name="connsiteX11" fmla="*/ 1361364 w 4653652"/>
                <a:gd name="connsiteY11" fmla="*/ 2781616 h 3645233"/>
                <a:gd name="connsiteX12" fmla="*/ 1459789 w 4653652"/>
                <a:gd name="connsiteY12" fmla="*/ 128936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59713 w 4653652"/>
                <a:gd name="connsiteY1" fmla="*/ 1860866 h 3645233"/>
                <a:gd name="connsiteX2" fmla="*/ 1228014 w 4653652"/>
                <a:gd name="connsiteY2" fmla="*/ 2743516 h 3645233"/>
                <a:gd name="connsiteX3" fmla="*/ 2301164 w 4653652"/>
                <a:gd name="connsiteY3" fmla="*/ 26038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53489 w 4653652"/>
                <a:gd name="connsiteY9" fmla="*/ 1667191 h 3645233"/>
                <a:gd name="connsiteX10" fmla="*/ 2326564 w 4653652"/>
                <a:gd name="connsiteY10" fmla="*/ 2165666 h 3645233"/>
                <a:gd name="connsiteX11" fmla="*/ 1329614 w 4653652"/>
                <a:gd name="connsiteY11" fmla="*/ 2775266 h 3645233"/>
                <a:gd name="connsiteX12" fmla="*/ 1459789 w 4653652"/>
                <a:gd name="connsiteY12" fmla="*/ 128936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59713 w 4653652"/>
                <a:gd name="connsiteY1" fmla="*/ 1860866 h 3645233"/>
                <a:gd name="connsiteX2" fmla="*/ 1228014 w 4653652"/>
                <a:gd name="connsiteY2" fmla="*/ 2743516 h 3645233"/>
                <a:gd name="connsiteX3" fmla="*/ 2301164 w 4653652"/>
                <a:gd name="connsiteY3" fmla="*/ 26038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53489 w 4653652"/>
                <a:gd name="connsiteY9" fmla="*/ 1667191 h 3645233"/>
                <a:gd name="connsiteX10" fmla="*/ 2326564 w 4653652"/>
                <a:gd name="connsiteY10" fmla="*/ 2165666 h 3645233"/>
                <a:gd name="connsiteX11" fmla="*/ 1329614 w 4653652"/>
                <a:gd name="connsiteY11" fmla="*/ 2775266 h 3645233"/>
                <a:gd name="connsiteX12" fmla="*/ 1459789 w 4653652"/>
                <a:gd name="connsiteY12" fmla="*/ 128936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59713 w 4653652"/>
                <a:gd name="connsiteY1" fmla="*/ 1860866 h 3645233"/>
                <a:gd name="connsiteX2" fmla="*/ 1228014 w 4653652"/>
                <a:gd name="connsiteY2" fmla="*/ 2743516 h 3645233"/>
                <a:gd name="connsiteX3" fmla="*/ 2301164 w 4653652"/>
                <a:gd name="connsiteY3" fmla="*/ 26038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53489 w 4653652"/>
                <a:gd name="connsiteY9" fmla="*/ 1667191 h 3645233"/>
                <a:gd name="connsiteX10" fmla="*/ 2326564 w 4653652"/>
                <a:gd name="connsiteY10" fmla="*/ 2165666 h 3645233"/>
                <a:gd name="connsiteX11" fmla="*/ 1329614 w 4653652"/>
                <a:gd name="connsiteY11" fmla="*/ 2775266 h 3645233"/>
                <a:gd name="connsiteX12" fmla="*/ 1459789 w 4653652"/>
                <a:gd name="connsiteY12" fmla="*/ 128936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59713 w 4653652"/>
                <a:gd name="connsiteY1" fmla="*/ 1860866 h 3645233"/>
                <a:gd name="connsiteX2" fmla="*/ 1228014 w 4653652"/>
                <a:gd name="connsiteY2" fmla="*/ 2743516 h 3645233"/>
                <a:gd name="connsiteX3" fmla="*/ 2301164 w 4653652"/>
                <a:gd name="connsiteY3" fmla="*/ 26038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53489 w 4653652"/>
                <a:gd name="connsiteY9" fmla="*/ 1667191 h 3645233"/>
                <a:gd name="connsiteX10" fmla="*/ 2326564 w 4653652"/>
                <a:gd name="connsiteY10" fmla="*/ 2165666 h 3645233"/>
                <a:gd name="connsiteX11" fmla="*/ 1329614 w 4653652"/>
                <a:gd name="connsiteY11" fmla="*/ 2775266 h 3645233"/>
                <a:gd name="connsiteX12" fmla="*/ 1459789 w 4653652"/>
                <a:gd name="connsiteY12" fmla="*/ 128936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59713 w 4653652"/>
                <a:gd name="connsiteY1" fmla="*/ 1860866 h 3645233"/>
                <a:gd name="connsiteX2" fmla="*/ 1228014 w 4653652"/>
                <a:gd name="connsiteY2" fmla="*/ 2743516 h 3645233"/>
                <a:gd name="connsiteX3" fmla="*/ 2301164 w 4653652"/>
                <a:gd name="connsiteY3" fmla="*/ 26038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53489 w 4653652"/>
                <a:gd name="connsiteY9" fmla="*/ 1667191 h 3645233"/>
                <a:gd name="connsiteX10" fmla="*/ 2326564 w 4653652"/>
                <a:gd name="connsiteY10" fmla="*/ 2165666 h 3645233"/>
                <a:gd name="connsiteX11" fmla="*/ 1329614 w 4653652"/>
                <a:gd name="connsiteY11" fmla="*/ 2775266 h 3645233"/>
                <a:gd name="connsiteX12" fmla="*/ 1459789 w 4653652"/>
                <a:gd name="connsiteY12" fmla="*/ 128936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59713 w 4653652"/>
                <a:gd name="connsiteY1" fmla="*/ 1860866 h 3645233"/>
                <a:gd name="connsiteX2" fmla="*/ 1228014 w 4653652"/>
                <a:gd name="connsiteY2" fmla="*/ 2743516 h 3645233"/>
                <a:gd name="connsiteX3" fmla="*/ 2301164 w 4653652"/>
                <a:gd name="connsiteY3" fmla="*/ 26038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53489 w 4653652"/>
                <a:gd name="connsiteY9" fmla="*/ 1667191 h 3645233"/>
                <a:gd name="connsiteX10" fmla="*/ 2326564 w 4653652"/>
                <a:gd name="connsiteY10" fmla="*/ 2165666 h 3645233"/>
                <a:gd name="connsiteX11" fmla="*/ 1329614 w 4653652"/>
                <a:gd name="connsiteY11" fmla="*/ 2775266 h 3645233"/>
                <a:gd name="connsiteX12" fmla="*/ 1459789 w 4653652"/>
                <a:gd name="connsiteY12" fmla="*/ 128936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59713 w 4653652"/>
                <a:gd name="connsiteY1" fmla="*/ 1860866 h 3645233"/>
                <a:gd name="connsiteX2" fmla="*/ 1228014 w 4653652"/>
                <a:gd name="connsiteY2" fmla="*/ 2743516 h 3645233"/>
                <a:gd name="connsiteX3" fmla="*/ 2301164 w 4653652"/>
                <a:gd name="connsiteY3" fmla="*/ 26038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53489 w 4653652"/>
                <a:gd name="connsiteY9" fmla="*/ 1667191 h 3645233"/>
                <a:gd name="connsiteX10" fmla="*/ 2326564 w 4653652"/>
                <a:gd name="connsiteY10" fmla="*/ 2165666 h 3645233"/>
                <a:gd name="connsiteX11" fmla="*/ 1329614 w 4653652"/>
                <a:gd name="connsiteY11" fmla="*/ 2775266 h 3645233"/>
                <a:gd name="connsiteX12" fmla="*/ 1459789 w 4653652"/>
                <a:gd name="connsiteY12" fmla="*/ 128936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59713 w 4653652"/>
                <a:gd name="connsiteY1" fmla="*/ 1860866 h 3645233"/>
                <a:gd name="connsiteX2" fmla="*/ 1228014 w 4653652"/>
                <a:gd name="connsiteY2" fmla="*/ 2743516 h 3645233"/>
                <a:gd name="connsiteX3" fmla="*/ 2301164 w 4653652"/>
                <a:gd name="connsiteY3" fmla="*/ 26038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53489 w 4653652"/>
                <a:gd name="connsiteY9" fmla="*/ 1667191 h 3645233"/>
                <a:gd name="connsiteX10" fmla="*/ 2326564 w 4653652"/>
                <a:gd name="connsiteY10" fmla="*/ 2165666 h 3645233"/>
                <a:gd name="connsiteX11" fmla="*/ 1329614 w 4653652"/>
                <a:gd name="connsiteY11" fmla="*/ 2775266 h 3645233"/>
                <a:gd name="connsiteX12" fmla="*/ 1459789 w 4653652"/>
                <a:gd name="connsiteY12" fmla="*/ 128936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59713 w 4653652"/>
                <a:gd name="connsiteY1" fmla="*/ 1860866 h 3645233"/>
                <a:gd name="connsiteX2" fmla="*/ 1228014 w 4653652"/>
                <a:gd name="connsiteY2" fmla="*/ 2743516 h 3645233"/>
                <a:gd name="connsiteX3" fmla="*/ 2250364 w 4653652"/>
                <a:gd name="connsiteY3" fmla="*/ 25911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53489 w 4653652"/>
                <a:gd name="connsiteY9" fmla="*/ 1667191 h 3645233"/>
                <a:gd name="connsiteX10" fmla="*/ 2326564 w 4653652"/>
                <a:gd name="connsiteY10" fmla="*/ 2165666 h 3645233"/>
                <a:gd name="connsiteX11" fmla="*/ 1329614 w 4653652"/>
                <a:gd name="connsiteY11" fmla="*/ 2775266 h 3645233"/>
                <a:gd name="connsiteX12" fmla="*/ 1459789 w 4653652"/>
                <a:gd name="connsiteY12" fmla="*/ 128936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59713 w 4653652"/>
                <a:gd name="connsiteY1" fmla="*/ 1860866 h 3645233"/>
                <a:gd name="connsiteX2" fmla="*/ 1228014 w 4653652"/>
                <a:gd name="connsiteY2" fmla="*/ 2743516 h 3645233"/>
                <a:gd name="connsiteX3" fmla="*/ 2250364 w 4653652"/>
                <a:gd name="connsiteY3" fmla="*/ 259111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53489 w 4653652"/>
                <a:gd name="connsiteY9" fmla="*/ 1667191 h 3645233"/>
                <a:gd name="connsiteX10" fmla="*/ 2326564 w 4653652"/>
                <a:gd name="connsiteY10" fmla="*/ 2165666 h 3645233"/>
                <a:gd name="connsiteX11" fmla="*/ 1329614 w 4653652"/>
                <a:gd name="connsiteY11" fmla="*/ 2775266 h 3645233"/>
                <a:gd name="connsiteX12" fmla="*/ 1459789 w 4653652"/>
                <a:gd name="connsiteY12" fmla="*/ 128936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59713 w 4653652"/>
                <a:gd name="connsiteY1" fmla="*/ 1860866 h 3645233"/>
                <a:gd name="connsiteX2" fmla="*/ 1228014 w 4653652"/>
                <a:gd name="connsiteY2" fmla="*/ 2743516 h 3645233"/>
                <a:gd name="connsiteX3" fmla="*/ 2231314 w 4653652"/>
                <a:gd name="connsiteY3" fmla="*/ 258476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53489 w 4653652"/>
                <a:gd name="connsiteY9" fmla="*/ 1667191 h 3645233"/>
                <a:gd name="connsiteX10" fmla="*/ 2326564 w 4653652"/>
                <a:gd name="connsiteY10" fmla="*/ 2165666 h 3645233"/>
                <a:gd name="connsiteX11" fmla="*/ 1329614 w 4653652"/>
                <a:gd name="connsiteY11" fmla="*/ 2775266 h 3645233"/>
                <a:gd name="connsiteX12" fmla="*/ 1459789 w 4653652"/>
                <a:gd name="connsiteY12" fmla="*/ 128936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59713 w 4653652"/>
                <a:gd name="connsiteY1" fmla="*/ 1860866 h 3645233"/>
                <a:gd name="connsiteX2" fmla="*/ 1228014 w 4653652"/>
                <a:gd name="connsiteY2" fmla="*/ 2743516 h 3645233"/>
                <a:gd name="connsiteX3" fmla="*/ 2231314 w 4653652"/>
                <a:gd name="connsiteY3" fmla="*/ 258476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53489 w 4653652"/>
                <a:gd name="connsiteY9" fmla="*/ 1667191 h 3645233"/>
                <a:gd name="connsiteX10" fmla="*/ 2326564 w 4653652"/>
                <a:gd name="connsiteY10" fmla="*/ 2165666 h 3645233"/>
                <a:gd name="connsiteX11" fmla="*/ 1329614 w 4653652"/>
                <a:gd name="connsiteY11" fmla="*/ 2775266 h 3645233"/>
                <a:gd name="connsiteX12" fmla="*/ 1459789 w 4653652"/>
                <a:gd name="connsiteY12" fmla="*/ 128936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59713 w 4653652"/>
                <a:gd name="connsiteY1" fmla="*/ 1860866 h 3645233"/>
                <a:gd name="connsiteX2" fmla="*/ 1228014 w 4653652"/>
                <a:gd name="connsiteY2" fmla="*/ 2743516 h 3645233"/>
                <a:gd name="connsiteX3" fmla="*/ 2231314 w 4653652"/>
                <a:gd name="connsiteY3" fmla="*/ 258476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53489 w 4653652"/>
                <a:gd name="connsiteY9" fmla="*/ 1667191 h 3645233"/>
                <a:gd name="connsiteX10" fmla="*/ 2326564 w 4653652"/>
                <a:gd name="connsiteY10" fmla="*/ 2165666 h 3645233"/>
                <a:gd name="connsiteX11" fmla="*/ 1329614 w 4653652"/>
                <a:gd name="connsiteY11" fmla="*/ 2775266 h 3645233"/>
                <a:gd name="connsiteX12" fmla="*/ 1459789 w 4653652"/>
                <a:gd name="connsiteY12" fmla="*/ 128936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59713 w 4653652"/>
                <a:gd name="connsiteY1" fmla="*/ 1860866 h 3645233"/>
                <a:gd name="connsiteX2" fmla="*/ 1228014 w 4653652"/>
                <a:gd name="connsiteY2" fmla="*/ 2743516 h 3645233"/>
                <a:gd name="connsiteX3" fmla="*/ 2231314 w 4653652"/>
                <a:gd name="connsiteY3" fmla="*/ 258476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53489 w 4653652"/>
                <a:gd name="connsiteY9" fmla="*/ 1667191 h 3645233"/>
                <a:gd name="connsiteX10" fmla="*/ 2326564 w 4653652"/>
                <a:gd name="connsiteY10" fmla="*/ 2165666 h 3645233"/>
                <a:gd name="connsiteX11" fmla="*/ 1323264 w 4653652"/>
                <a:gd name="connsiteY11" fmla="*/ 2730816 h 3645233"/>
                <a:gd name="connsiteX12" fmla="*/ 1459789 w 4653652"/>
                <a:gd name="connsiteY12" fmla="*/ 128936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59713 w 4653652"/>
                <a:gd name="connsiteY1" fmla="*/ 1860866 h 3645233"/>
                <a:gd name="connsiteX2" fmla="*/ 1253414 w 4653652"/>
                <a:gd name="connsiteY2" fmla="*/ 2718116 h 3645233"/>
                <a:gd name="connsiteX3" fmla="*/ 2231314 w 4653652"/>
                <a:gd name="connsiteY3" fmla="*/ 258476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53489 w 4653652"/>
                <a:gd name="connsiteY9" fmla="*/ 1667191 h 3645233"/>
                <a:gd name="connsiteX10" fmla="*/ 2326564 w 4653652"/>
                <a:gd name="connsiteY10" fmla="*/ 2165666 h 3645233"/>
                <a:gd name="connsiteX11" fmla="*/ 1323264 w 4653652"/>
                <a:gd name="connsiteY11" fmla="*/ 2730816 h 3645233"/>
                <a:gd name="connsiteX12" fmla="*/ 1459789 w 4653652"/>
                <a:gd name="connsiteY12" fmla="*/ 128936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59713 w 4653652"/>
                <a:gd name="connsiteY1" fmla="*/ 1860866 h 3645233"/>
                <a:gd name="connsiteX2" fmla="*/ 1253414 w 4653652"/>
                <a:gd name="connsiteY2" fmla="*/ 2718116 h 3645233"/>
                <a:gd name="connsiteX3" fmla="*/ 2231314 w 4653652"/>
                <a:gd name="connsiteY3" fmla="*/ 258476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53489 w 4653652"/>
                <a:gd name="connsiteY9" fmla="*/ 1667191 h 3645233"/>
                <a:gd name="connsiteX10" fmla="*/ 2326564 w 4653652"/>
                <a:gd name="connsiteY10" fmla="*/ 2165666 h 3645233"/>
                <a:gd name="connsiteX11" fmla="*/ 1323264 w 4653652"/>
                <a:gd name="connsiteY11" fmla="*/ 2730816 h 3645233"/>
                <a:gd name="connsiteX12" fmla="*/ 1459789 w 4653652"/>
                <a:gd name="connsiteY12" fmla="*/ 128936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59713 w 4653652"/>
                <a:gd name="connsiteY1" fmla="*/ 1860866 h 3645233"/>
                <a:gd name="connsiteX2" fmla="*/ 1259764 w 4653652"/>
                <a:gd name="connsiteY2" fmla="*/ 2711766 h 3645233"/>
                <a:gd name="connsiteX3" fmla="*/ 2231314 w 4653652"/>
                <a:gd name="connsiteY3" fmla="*/ 258476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53489 w 4653652"/>
                <a:gd name="connsiteY9" fmla="*/ 1667191 h 3645233"/>
                <a:gd name="connsiteX10" fmla="*/ 2326564 w 4653652"/>
                <a:gd name="connsiteY10" fmla="*/ 2165666 h 3645233"/>
                <a:gd name="connsiteX11" fmla="*/ 1323264 w 4653652"/>
                <a:gd name="connsiteY11" fmla="*/ 2730816 h 3645233"/>
                <a:gd name="connsiteX12" fmla="*/ 1459789 w 4653652"/>
                <a:gd name="connsiteY12" fmla="*/ 128936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59713 w 4653652"/>
                <a:gd name="connsiteY1" fmla="*/ 1860866 h 3645233"/>
                <a:gd name="connsiteX2" fmla="*/ 1259764 w 4653652"/>
                <a:gd name="connsiteY2" fmla="*/ 2711766 h 3645233"/>
                <a:gd name="connsiteX3" fmla="*/ 2231314 w 4653652"/>
                <a:gd name="connsiteY3" fmla="*/ 258476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53489 w 4653652"/>
                <a:gd name="connsiteY9" fmla="*/ 1667191 h 3645233"/>
                <a:gd name="connsiteX10" fmla="*/ 2326564 w 4653652"/>
                <a:gd name="connsiteY10" fmla="*/ 2165666 h 3645233"/>
                <a:gd name="connsiteX11" fmla="*/ 1323264 w 4653652"/>
                <a:gd name="connsiteY11" fmla="*/ 2730816 h 3645233"/>
                <a:gd name="connsiteX12" fmla="*/ 1459789 w 4653652"/>
                <a:gd name="connsiteY12" fmla="*/ 128936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59713 w 4653652"/>
                <a:gd name="connsiteY1" fmla="*/ 1860866 h 3645233"/>
                <a:gd name="connsiteX2" fmla="*/ 1259764 w 4653652"/>
                <a:gd name="connsiteY2" fmla="*/ 2711766 h 3645233"/>
                <a:gd name="connsiteX3" fmla="*/ 2231314 w 4653652"/>
                <a:gd name="connsiteY3" fmla="*/ 258476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53489 w 4653652"/>
                <a:gd name="connsiteY9" fmla="*/ 1667191 h 3645233"/>
                <a:gd name="connsiteX10" fmla="*/ 2326564 w 4653652"/>
                <a:gd name="connsiteY10" fmla="*/ 2165666 h 3645233"/>
                <a:gd name="connsiteX11" fmla="*/ 1323264 w 4653652"/>
                <a:gd name="connsiteY11" fmla="*/ 2730816 h 3645233"/>
                <a:gd name="connsiteX12" fmla="*/ 1459789 w 4653652"/>
                <a:gd name="connsiteY12" fmla="*/ 128936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59713 w 4653652"/>
                <a:gd name="connsiteY1" fmla="*/ 1860866 h 3645233"/>
                <a:gd name="connsiteX2" fmla="*/ 1259764 w 4653652"/>
                <a:gd name="connsiteY2" fmla="*/ 2711766 h 3645233"/>
                <a:gd name="connsiteX3" fmla="*/ 2231314 w 4653652"/>
                <a:gd name="connsiteY3" fmla="*/ 258476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53489 w 4653652"/>
                <a:gd name="connsiteY9" fmla="*/ 1660047 h 3645233"/>
                <a:gd name="connsiteX10" fmla="*/ 2326564 w 4653652"/>
                <a:gd name="connsiteY10" fmla="*/ 2165666 h 3645233"/>
                <a:gd name="connsiteX11" fmla="*/ 1323264 w 4653652"/>
                <a:gd name="connsiteY11" fmla="*/ 2730816 h 3645233"/>
                <a:gd name="connsiteX12" fmla="*/ 1459789 w 4653652"/>
                <a:gd name="connsiteY12" fmla="*/ 128936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59713 w 4653652"/>
                <a:gd name="connsiteY1" fmla="*/ 1860866 h 3645233"/>
                <a:gd name="connsiteX2" fmla="*/ 1259764 w 4653652"/>
                <a:gd name="connsiteY2" fmla="*/ 2711766 h 3645233"/>
                <a:gd name="connsiteX3" fmla="*/ 2231314 w 4653652"/>
                <a:gd name="connsiteY3" fmla="*/ 258476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53489 w 4653652"/>
                <a:gd name="connsiteY9" fmla="*/ 1660047 h 3645233"/>
                <a:gd name="connsiteX10" fmla="*/ 2326564 w 4653652"/>
                <a:gd name="connsiteY10" fmla="*/ 2165666 h 3645233"/>
                <a:gd name="connsiteX11" fmla="*/ 1323264 w 4653652"/>
                <a:gd name="connsiteY11" fmla="*/ 2730816 h 3645233"/>
                <a:gd name="connsiteX12" fmla="*/ 1459789 w 4653652"/>
                <a:gd name="connsiteY12" fmla="*/ 128936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59713 w 4653652"/>
                <a:gd name="connsiteY1" fmla="*/ 1860866 h 3645233"/>
                <a:gd name="connsiteX2" fmla="*/ 1259764 w 4653652"/>
                <a:gd name="connsiteY2" fmla="*/ 2711766 h 3645233"/>
                <a:gd name="connsiteX3" fmla="*/ 2231314 w 4653652"/>
                <a:gd name="connsiteY3" fmla="*/ 2584766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53489 w 4653652"/>
                <a:gd name="connsiteY9" fmla="*/ 1660047 h 3645233"/>
                <a:gd name="connsiteX10" fmla="*/ 2326564 w 4653652"/>
                <a:gd name="connsiteY10" fmla="*/ 2165666 h 3645233"/>
                <a:gd name="connsiteX11" fmla="*/ 1323264 w 4653652"/>
                <a:gd name="connsiteY11" fmla="*/ 2730816 h 3645233"/>
                <a:gd name="connsiteX12" fmla="*/ 1459789 w 4653652"/>
                <a:gd name="connsiteY12" fmla="*/ 128936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59713 w 4653652"/>
                <a:gd name="connsiteY1" fmla="*/ 1860866 h 3645233"/>
                <a:gd name="connsiteX2" fmla="*/ 1259764 w 4653652"/>
                <a:gd name="connsiteY2" fmla="*/ 2711766 h 3645233"/>
                <a:gd name="connsiteX3" fmla="*/ 2219408 w 4653652"/>
                <a:gd name="connsiteY3" fmla="*/ 2580004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53489 w 4653652"/>
                <a:gd name="connsiteY9" fmla="*/ 1660047 h 3645233"/>
                <a:gd name="connsiteX10" fmla="*/ 2326564 w 4653652"/>
                <a:gd name="connsiteY10" fmla="*/ 2165666 h 3645233"/>
                <a:gd name="connsiteX11" fmla="*/ 1323264 w 4653652"/>
                <a:gd name="connsiteY11" fmla="*/ 2730816 h 3645233"/>
                <a:gd name="connsiteX12" fmla="*/ 1459789 w 4653652"/>
                <a:gd name="connsiteY12" fmla="*/ 128936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59713 w 4653652"/>
                <a:gd name="connsiteY1" fmla="*/ 1860866 h 3645233"/>
                <a:gd name="connsiteX2" fmla="*/ 1259764 w 4653652"/>
                <a:gd name="connsiteY2" fmla="*/ 2711766 h 3645233"/>
                <a:gd name="connsiteX3" fmla="*/ 2219408 w 4653652"/>
                <a:gd name="connsiteY3" fmla="*/ 2580004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53489 w 4653652"/>
                <a:gd name="connsiteY9" fmla="*/ 1660047 h 3645233"/>
                <a:gd name="connsiteX10" fmla="*/ 2326564 w 4653652"/>
                <a:gd name="connsiteY10" fmla="*/ 2165666 h 3645233"/>
                <a:gd name="connsiteX11" fmla="*/ 1323264 w 4653652"/>
                <a:gd name="connsiteY11" fmla="*/ 2730816 h 3645233"/>
                <a:gd name="connsiteX12" fmla="*/ 1459789 w 4653652"/>
                <a:gd name="connsiteY12" fmla="*/ 128936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59713 w 4653652"/>
                <a:gd name="connsiteY1" fmla="*/ 1860866 h 3645233"/>
                <a:gd name="connsiteX2" fmla="*/ 1290720 w 4653652"/>
                <a:gd name="connsiteY2" fmla="*/ 2718910 h 3645233"/>
                <a:gd name="connsiteX3" fmla="*/ 2219408 w 4653652"/>
                <a:gd name="connsiteY3" fmla="*/ 2580004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53489 w 4653652"/>
                <a:gd name="connsiteY9" fmla="*/ 1660047 h 3645233"/>
                <a:gd name="connsiteX10" fmla="*/ 2326564 w 4653652"/>
                <a:gd name="connsiteY10" fmla="*/ 2165666 h 3645233"/>
                <a:gd name="connsiteX11" fmla="*/ 1323264 w 4653652"/>
                <a:gd name="connsiteY11" fmla="*/ 2730816 h 3645233"/>
                <a:gd name="connsiteX12" fmla="*/ 1459789 w 4653652"/>
                <a:gd name="connsiteY12" fmla="*/ 128936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59713 w 4653652"/>
                <a:gd name="connsiteY1" fmla="*/ 1860866 h 3645233"/>
                <a:gd name="connsiteX2" fmla="*/ 1290720 w 4653652"/>
                <a:gd name="connsiteY2" fmla="*/ 2718910 h 3645233"/>
                <a:gd name="connsiteX3" fmla="*/ 2219408 w 4653652"/>
                <a:gd name="connsiteY3" fmla="*/ 2580004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53489 w 4653652"/>
                <a:gd name="connsiteY9" fmla="*/ 1660047 h 3645233"/>
                <a:gd name="connsiteX10" fmla="*/ 2326564 w 4653652"/>
                <a:gd name="connsiteY10" fmla="*/ 2165666 h 3645233"/>
                <a:gd name="connsiteX11" fmla="*/ 1323264 w 4653652"/>
                <a:gd name="connsiteY11" fmla="*/ 2730816 h 3645233"/>
                <a:gd name="connsiteX12" fmla="*/ 1459789 w 4653652"/>
                <a:gd name="connsiteY12" fmla="*/ 128936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59713 w 4653652"/>
                <a:gd name="connsiteY1" fmla="*/ 1860866 h 3645233"/>
                <a:gd name="connsiteX2" fmla="*/ 1290720 w 4653652"/>
                <a:gd name="connsiteY2" fmla="*/ 2718910 h 3645233"/>
                <a:gd name="connsiteX3" fmla="*/ 2219408 w 4653652"/>
                <a:gd name="connsiteY3" fmla="*/ 2580004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53489 w 4653652"/>
                <a:gd name="connsiteY9" fmla="*/ 1660047 h 3645233"/>
                <a:gd name="connsiteX10" fmla="*/ 2326564 w 4653652"/>
                <a:gd name="connsiteY10" fmla="*/ 2165666 h 3645233"/>
                <a:gd name="connsiteX11" fmla="*/ 1323264 w 4653652"/>
                <a:gd name="connsiteY11" fmla="*/ 2730816 h 3645233"/>
                <a:gd name="connsiteX12" fmla="*/ 1459789 w 4653652"/>
                <a:gd name="connsiteY12" fmla="*/ 128936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59713 w 4653652"/>
                <a:gd name="connsiteY1" fmla="*/ 1860866 h 3645233"/>
                <a:gd name="connsiteX2" fmla="*/ 1290720 w 4653652"/>
                <a:gd name="connsiteY2" fmla="*/ 2718910 h 3645233"/>
                <a:gd name="connsiteX3" fmla="*/ 2219408 w 4653652"/>
                <a:gd name="connsiteY3" fmla="*/ 2580004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53489 w 4653652"/>
                <a:gd name="connsiteY9" fmla="*/ 1660047 h 3645233"/>
                <a:gd name="connsiteX10" fmla="*/ 2326564 w 4653652"/>
                <a:gd name="connsiteY10" fmla="*/ 2165666 h 3645233"/>
                <a:gd name="connsiteX11" fmla="*/ 1323264 w 4653652"/>
                <a:gd name="connsiteY11" fmla="*/ 2730816 h 3645233"/>
                <a:gd name="connsiteX12" fmla="*/ 1459789 w 4653652"/>
                <a:gd name="connsiteY12" fmla="*/ 128936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59713 w 4653652"/>
                <a:gd name="connsiteY1" fmla="*/ 1860866 h 3645233"/>
                <a:gd name="connsiteX2" fmla="*/ 1290720 w 4653652"/>
                <a:gd name="connsiteY2" fmla="*/ 2718910 h 3645233"/>
                <a:gd name="connsiteX3" fmla="*/ 2219408 w 4653652"/>
                <a:gd name="connsiteY3" fmla="*/ 2580004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53489 w 4653652"/>
                <a:gd name="connsiteY9" fmla="*/ 1660047 h 3645233"/>
                <a:gd name="connsiteX10" fmla="*/ 2326564 w 4653652"/>
                <a:gd name="connsiteY10" fmla="*/ 2165666 h 3645233"/>
                <a:gd name="connsiteX11" fmla="*/ 1323264 w 4653652"/>
                <a:gd name="connsiteY11" fmla="*/ 2730816 h 3645233"/>
                <a:gd name="connsiteX12" fmla="*/ 1459789 w 4653652"/>
                <a:gd name="connsiteY12" fmla="*/ 128936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1963 w 4653652"/>
                <a:gd name="connsiteY0" fmla="*/ 1308416 h 3645233"/>
                <a:gd name="connsiteX1" fmla="*/ 859713 w 4653652"/>
                <a:gd name="connsiteY1" fmla="*/ 1860866 h 3645233"/>
                <a:gd name="connsiteX2" fmla="*/ 1290720 w 4653652"/>
                <a:gd name="connsiteY2" fmla="*/ 2718910 h 3645233"/>
                <a:gd name="connsiteX3" fmla="*/ 2219408 w 4653652"/>
                <a:gd name="connsiteY3" fmla="*/ 2580004 h 3645233"/>
                <a:gd name="connsiteX4" fmla="*/ 2148764 w 4653652"/>
                <a:gd name="connsiteY4" fmla="*/ 1727516 h 3645233"/>
                <a:gd name="connsiteX5" fmla="*/ 1412164 w 4653652"/>
                <a:gd name="connsiteY5" fmla="*/ 2083116 h 3645233"/>
                <a:gd name="connsiteX6" fmla="*/ 1831264 w 4653652"/>
                <a:gd name="connsiteY6" fmla="*/ 2159316 h 3645233"/>
                <a:gd name="connsiteX7" fmla="*/ 1462964 w 4653652"/>
                <a:gd name="connsiteY7" fmla="*/ 2197416 h 3645233"/>
                <a:gd name="connsiteX8" fmla="*/ 1462964 w 4653652"/>
                <a:gd name="connsiteY8" fmla="*/ 1803716 h 3645233"/>
                <a:gd name="connsiteX9" fmla="*/ 1853489 w 4653652"/>
                <a:gd name="connsiteY9" fmla="*/ 1660047 h 3645233"/>
                <a:gd name="connsiteX10" fmla="*/ 2326564 w 4653652"/>
                <a:gd name="connsiteY10" fmla="*/ 2165666 h 3645233"/>
                <a:gd name="connsiteX11" fmla="*/ 1323264 w 4653652"/>
                <a:gd name="connsiteY11" fmla="*/ 2730816 h 3645233"/>
                <a:gd name="connsiteX12" fmla="*/ 1459789 w 4653652"/>
                <a:gd name="connsiteY12" fmla="*/ 1289366 h 3645233"/>
                <a:gd name="connsiteX13" fmla="*/ 2872664 w 4653652"/>
                <a:gd name="connsiteY13" fmla="*/ 2464116 h 3645233"/>
                <a:gd name="connsiteX14" fmla="*/ 1996364 w 4653652"/>
                <a:gd name="connsiteY14" fmla="*/ 3632516 h 3645233"/>
                <a:gd name="connsiteX15" fmla="*/ 167564 w 4653652"/>
                <a:gd name="connsiteY15" fmla="*/ 2972116 h 3645233"/>
                <a:gd name="connsiteX16" fmla="*/ 1081963 w 4653652"/>
                <a:gd name="connsiteY16" fmla="*/ 317816 h 3645233"/>
                <a:gd name="connsiteX17" fmla="*/ 3952163 w 4653652"/>
                <a:gd name="connsiteY17" fmla="*/ 711516 h 3645233"/>
                <a:gd name="connsiteX18" fmla="*/ 4371263 w 4653652"/>
                <a:gd name="connsiteY18" fmla="*/ 3454716 h 3645233"/>
                <a:gd name="connsiteX19" fmla="*/ 2656763 w 4653652"/>
                <a:gd name="connsiteY19" fmla="*/ 3454716 h 3645233"/>
                <a:gd name="connsiteX20" fmla="*/ 2351963 w 4653652"/>
                <a:gd name="connsiteY20" fmla="*/ 1308416 h 3645233"/>
                <a:gd name="connsiteX0" fmla="*/ 2350645 w 4652334"/>
                <a:gd name="connsiteY0" fmla="*/ 1308416 h 3645233"/>
                <a:gd name="connsiteX1" fmla="*/ 858395 w 4652334"/>
                <a:gd name="connsiteY1" fmla="*/ 1860866 h 3645233"/>
                <a:gd name="connsiteX2" fmla="*/ 1289402 w 4652334"/>
                <a:gd name="connsiteY2" fmla="*/ 2718910 h 3645233"/>
                <a:gd name="connsiteX3" fmla="*/ 2218090 w 4652334"/>
                <a:gd name="connsiteY3" fmla="*/ 2580004 h 3645233"/>
                <a:gd name="connsiteX4" fmla="*/ 2147446 w 4652334"/>
                <a:gd name="connsiteY4" fmla="*/ 1727516 h 3645233"/>
                <a:gd name="connsiteX5" fmla="*/ 1410846 w 4652334"/>
                <a:gd name="connsiteY5" fmla="*/ 2083116 h 3645233"/>
                <a:gd name="connsiteX6" fmla="*/ 1829946 w 4652334"/>
                <a:gd name="connsiteY6" fmla="*/ 2159316 h 3645233"/>
                <a:gd name="connsiteX7" fmla="*/ 1461646 w 4652334"/>
                <a:gd name="connsiteY7" fmla="*/ 2197416 h 3645233"/>
                <a:gd name="connsiteX8" fmla="*/ 1461646 w 4652334"/>
                <a:gd name="connsiteY8" fmla="*/ 1803716 h 3645233"/>
                <a:gd name="connsiteX9" fmla="*/ 1852171 w 4652334"/>
                <a:gd name="connsiteY9" fmla="*/ 1660047 h 3645233"/>
                <a:gd name="connsiteX10" fmla="*/ 2325246 w 4652334"/>
                <a:gd name="connsiteY10" fmla="*/ 2165666 h 3645233"/>
                <a:gd name="connsiteX11" fmla="*/ 1321946 w 4652334"/>
                <a:gd name="connsiteY11" fmla="*/ 2730816 h 3645233"/>
                <a:gd name="connsiteX12" fmla="*/ 1458471 w 4652334"/>
                <a:gd name="connsiteY12" fmla="*/ 1289366 h 3645233"/>
                <a:gd name="connsiteX13" fmla="*/ 2871346 w 4652334"/>
                <a:gd name="connsiteY13" fmla="*/ 2464116 h 3645233"/>
                <a:gd name="connsiteX14" fmla="*/ 1995046 w 4652334"/>
                <a:gd name="connsiteY14" fmla="*/ 3632516 h 3645233"/>
                <a:gd name="connsiteX15" fmla="*/ 166246 w 4652334"/>
                <a:gd name="connsiteY15" fmla="*/ 2972116 h 3645233"/>
                <a:gd name="connsiteX16" fmla="*/ 1080645 w 4652334"/>
                <a:gd name="connsiteY16" fmla="*/ 317816 h 3645233"/>
                <a:gd name="connsiteX17" fmla="*/ 3950845 w 4652334"/>
                <a:gd name="connsiteY17" fmla="*/ 711516 h 3645233"/>
                <a:gd name="connsiteX18" fmla="*/ 4369945 w 4652334"/>
                <a:gd name="connsiteY18" fmla="*/ 3454716 h 3645233"/>
                <a:gd name="connsiteX19" fmla="*/ 2655445 w 4652334"/>
                <a:gd name="connsiteY19" fmla="*/ 3454716 h 3645233"/>
                <a:gd name="connsiteX20" fmla="*/ 2350645 w 4652334"/>
                <a:gd name="connsiteY20" fmla="*/ 1308416 h 3645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652334" h="3645233">
                  <a:moveTo>
                    <a:pt x="2350645" y="1308416"/>
                  </a:moveTo>
                  <a:cubicBezTo>
                    <a:pt x="1808778" y="1081933"/>
                    <a:pt x="1089112" y="1276666"/>
                    <a:pt x="858395" y="1860866"/>
                  </a:cubicBezTo>
                  <a:cubicBezTo>
                    <a:pt x="739862" y="2406966"/>
                    <a:pt x="1240718" y="2625777"/>
                    <a:pt x="1289402" y="2718910"/>
                  </a:cubicBezTo>
                  <a:cubicBezTo>
                    <a:pt x="1385976" y="2824479"/>
                    <a:pt x="1735490" y="2893271"/>
                    <a:pt x="2218090" y="2580004"/>
                  </a:cubicBezTo>
                  <a:cubicBezTo>
                    <a:pt x="2366257" y="2478404"/>
                    <a:pt x="2409913" y="1918016"/>
                    <a:pt x="2147446" y="1727516"/>
                  </a:cubicBezTo>
                  <a:cubicBezTo>
                    <a:pt x="2059604" y="1599458"/>
                    <a:pt x="1245746" y="1630149"/>
                    <a:pt x="1410846" y="2083116"/>
                  </a:cubicBezTo>
                  <a:cubicBezTo>
                    <a:pt x="1362163" y="2212233"/>
                    <a:pt x="1666963" y="2392149"/>
                    <a:pt x="1829946" y="2159316"/>
                  </a:cubicBezTo>
                  <a:cubicBezTo>
                    <a:pt x="1859579" y="2138149"/>
                    <a:pt x="1656379" y="2377333"/>
                    <a:pt x="1461646" y="2197416"/>
                  </a:cubicBezTo>
                  <a:cubicBezTo>
                    <a:pt x="1324063" y="2087349"/>
                    <a:pt x="1419313" y="1848166"/>
                    <a:pt x="1461646" y="1803716"/>
                  </a:cubicBezTo>
                  <a:cubicBezTo>
                    <a:pt x="1503979" y="1759266"/>
                    <a:pt x="1565627" y="1689945"/>
                    <a:pt x="1852171" y="1660047"/>
                  </a:cubicBezTo>
                  <a:cubicBezTo>
                    <a:pt x="2184488" y="1590197"/>
                    <a:pt x="2352763" y="1989983"/>
                    <a:pt x="2325246" y="2165666"/>
                  </a:cubicBezTo>
                  <a:cubicBezTo>
                    <a:pt x="2479763" y="2754099"/>
                    <a:pt x="1372746" y="2931899"/>
                    <a:pt x="1321946" y="2730816"/>
                  </a:cubicBezTo>
                  <a:cubicBezTo>
                    <a:pt x="286896" y="2013266"/>
                    <a:pt x="1138854" y="1388849"/>
                    <a:pt x="1458471" y="1289366"/>
                  </a:cubicBezTo>
                  <a:cubicBezTo>
                    <a:pt x="2743288" y="878733"/>
                    <a:pt x="2975063" y="2186833"/>
                    <a:pt x="2871346" y="2464116"/>
                  </a:cubicBezTo>
                  <a:cubicBezTo>
                    <a:pt x="2907329" y="3500224"/>
                    <a:pt x="2354879" y="3655799"/>
                    <a:pt x="1995046" y="3632516"/>
                  </a:cubicBezTo>
                  <a:cubicBezTo>
                    <a:pt x="1635213" y="3609233"/>
                    <a:pt x="551480" y="3846299"/>
                    <a:pt x="166246" y="2972116"/>
                  </a:cubicBezTo>
                  <a:cubicBezTo>
                    <a:pt x="-381971" y="1759266"/>
                    <a:pt x="557323" y="557879"/>
                    <a:pt x="1080645" y="317816"/>
                  </a:cubicBezTo>
                  <a:cubicBezTo>
                    <a:pt x="1719878" y="-8151"/>
                    <a:pt x="2981412" y="-334117"/>
                    <a:pt x="3950845" y="711516"/>
                  </a:cubicBezTo>
                  <a:cubicBezTo>
                    <a:pt x="4230245" y="1092516"/>
                    <a:pt x="5093845" y="1625916"/>
                    <a:pt x="4369945" y="3454716"/>
                  </a:cubicBezTo>
                  <a:cubicBezTo>
                    <a:pt x="3836545" y="3569016"/>
                    <a:pt x="3315845" y="3683316"/>
                    <a:pt x="2655445" y="3454716"/>
                  </a:cubicBezTo>
                  <a:cubicBezTo>
                    <a:pt x="3163445" y="2218583"/>
                    <a:pt x="2769745" y="1522199"/>
                    <a:pt x="2350645" y="1308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1000">
                  <a:srgbClr val="AC4D1B"/>
                </a:gs>
              </a:gsLst>
              <a:lin ang="11400000" scaled="0"/>
            </a:gra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26A2DAE-A9E0-4AE3-A136-3FF6A5CF05C2}"/>
                </a:ext>
              </a:extLst>
            </p:cNvPr>
            <p:cNvSpPr/>
            <p:nvPr/>
          </p:nvSpPr>
          <p:spPr>
            <a:xfrm>
              <a:off x="8771774" y="2890255"/>
              <a:ext cx="407227" cy="620393"/>
            </a:xfrm>
            <a:custGeom>
              <a:avLst/>
              <a:gdLst>
                <a:gd name="connsiteX0" fmla="*/ 208218 w 407227"/>
                <a:gd name="connsiteY0" fmla="*/ 1079 h 620393"/>
                <a:gd name="connsiteX1" fmla="*/ 245271 w 407227"/>
                <a:gd name="connsiteY1" fmla="*/ 1446 h 620393"/>
                <a:gd name="connsiteX2" fmla="*/ 402293 w 407227"/>
                <a:gd name="connsiteY2" fmla="*/ 422875 h 620393"/>
                <a:gd name="connsiteX3" fmla="*/ 382504 w 407227"/>
                <a:gd name="connsiteY3" fmla="*/ 606157 h 620393"/>
                <a:gd name="connsiteX4" fmla="*/ 352622 w 407227"/>
                <a:gd name="connsiteY4" fmla="*/ 599889 h 620393"/>
                <a:gd name="connsiteX5" fmla="*/ 228947 w 407227"/>
                <a:gd name="connsiteY5" fmla="*/ 591465 h 620393"/>
                <a:gd name="connsiteX6" fmla="*/ 105272 w 407227"/>
                <a:gd name="connsiteY6" fmla="*/ 599889 h 620393"/>
                <a:gd name="connsiteX7" fmla="*/ 7520 w 407227"/>
                <a:gd name="connsiteY7" fmla="*/ 620393 h 620393"/>
                <a:gd name="connsiteX8" fmla="*/ 6000 w 407227"/>
                <a:gd name="connsiteY8" fmla="*/ 611046 h 620393"/>
                <a:gd name="connsiteX9" fmla="*/ 208218 w 407227"/>
                <a:gd name="connsiteY9" fmla="*/ 1079 h 620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227" h="620393">
                  <a:moveTo>
                    <a:pt x="208218" y="1079"/>
                  </a:moveTo>
                  <a:cubicBezTo>
                    <a:pt x="220003" y="-449"/>
                    <a:pt x="232349" y="-380"/>
                    <a:pt x="245271" y="1446"/>
                  </a:cubicBezTo>
                  <a:cubicBezTo>
                    <a:pt x="400339" y="23353"/>
                    <a:pt x="418819" y="204497"/>
                    <a:pt x="402293" y="422875"/>
                  </a:cubicBezTo>
                  <a:lnTo>
                    <a:pt x="382504" y="606157"/>
                  </a:lnTo>
                  <a:lnTo>
                    <a:pt x="352622" y="599889"/>
                  </a:lnTo>
                  <a:cubicBezTo>
                    <a:pt x="312674" y="594366"/>
                    <a:pt x="271312" y="591465"/>
                    <a:pt x="228947" y="591465"/>
                  </a:cubicBezTo>
                  <a:cubicBezTo>
                    <a:pt x="186582" y="591465"/>
                    <a:pt x="145220" y="594366"/>
                    <a:pt x="105272" y="599889"/>
                  </a:cubicBezTo>
                  <a:lnTo>
                    <a:pt x="7520" y="620393"/>
                  </a:lnTo>
                  <a:lnTo>
                    <a:pt x="6000" y="611046"/>
                  </a:lnTo>
                  <a:cubicBezTo>
                    <a:pt x="-19003" y="406258"/>
                    <a:pt x="31451" y="23993"/>
                    <a:pt x="208218" y="1079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6D4B313-8692-42D4-BE6A-B6B0BE346DCF}"/>
                </a:ext>
              </a:extLst>
            </p:cNvPr>
            <p:cNvSpPr/>
            <p:nvPr/>
          </p:nvSpPr>
          <p:spPr>
            <a:xfrm>
              <a:off x="8668934" y="2732101"/>
              <a:ext cx="650501" cy="812376"/>
            </a:xfrm>
            <a:custGeom>
              <a:avLst/>
              <a:gdLst>
                <a:gd name="connsiteX0" fmla="*/ 366898 w 650501"/>
                <a:gd name="connsiteY0" fmla="*/ 408 h 812376"/>
                <a:gd name="connsiteX1" fmla="*/ 647788 w 650501"/>
                <a:gd name="connsiteY1" fmla="*/ 630671 h 812376"/>
                <a:gd name="connsiteX2" fmla="*/ 632842 w 650501"/>
                <a:gd name="connsiteY2" fmla="*/ 752791 h 812376"/>
                <a:gd name="connsiteX3" fmla="*/ 621510 w 650501"/>
                <a:gd name="connsiteY3" fmla="*/ 800856 h 812376"/>
                <a:gd name="connsiteX4" fmla="*/ 570652 w 650501"/>
                <a:gd name="connsiteY4" fmla="*/ 782204 h 812376"/>
                <a:gd name="connsiteX5" fmla="*/ 485344 w 650501"/>
                <a:gd name="connsiteY5" fmla="*/ 764311 h 812376"/>
                <a:gd name="connsiteX6" fmla="*/ 505133 w 650501"/>
                <a:gd name="connsiteY6" fmla="*/ 581029 h 812376"/>
                <a:gd name="connsiteX7" fmla="*/ 348111 w 650501"/>
                <a:gd name="connsiteY7" fmla="*/ 159600 h 812376"/>
                <a:gd name="connsiteX8" fmla="*/ 108840 w 650501"/>
                <a:gd name="connsiteY8" fmla="*/ 769200 h 812376"/>
                <a:gd name="connsiteX9" fmla="*/ 110360 w 650501"/>
                <a:gd name="connsiteY9" fmla="*/ 778547 h 812376"/>
                <a:gd name="connsiteX10" fmla="*/ 92922 w 650501"/>
                <a:gd name="connsiteY10" fmla="*/ 782204 h 812376"/>
                <a:gd name="connsiteX11" fmla="*/ 10653 w 650501"/>
                <a:gd name="connsiteY11" fmla="*/ 812376 h 812376"/>
                <a:gd name="connsiteX12" fmla="*/ 873 w 650501"/>
                <a:gd name="connsiteY12" fmla="*/ 709514 h 812376"/>
                <a:gd name="connsiteX13" fmla="*/ 2714 w 650501"/>
                <a:gd name="connsiteY13" fmla="*/ 586497 h 812376"/>
                <a:gd name="connsiteX14" fmla="*/ 366898 w 650501"/>
                <a:gd name="connsiteY14" fmla="*/ 408 h 812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50501" h="812376">
                  <a:moveTo>
                    <a:pt x="366898" y="408"/>
                  </a:moveTo>
                  <a:cubicBezTo>
                    <a:pt x="545030" y="12607"/>
                    <a:pt x="670789" y="294785"/>
                    <a:pt x="647788" y="630671"/>
                  </a:cubicBezTo>
                  <a:cubicBezTo>
                    <a:pt x="644913" y="672657"/>
                    <a:pt x="639849" y="713494"/>
                    <a:pt x="632842" y="752791"/>
                  </a:cubicBezTo>
                  <a:lnTo>
                    <a:pt x="621510" y="800856"/>
                  </a:lnTo>
                  <a:lnTo>
                    <a:pt x="570652" y="782204"/>
                  </a:lnTo>
                  <a:lnTo>
                    <a:pt x="485344" y="764311"/>
                  </a:lnTo>
                  <a:lnTo>
                    <a:pt x="505133" y="581029"/>
                  </a:lnTo>
                  <a:cubicBezTo>
                    <a:pt x="521659" y="362651"/>
                    <a:pt x="503179" y="181507"/>
                    <a:pt x="348111" y="159600"/>
                  </a:cubicBezTo>
                  <a:cubicBezTo>
                    <a:pt x="141354" y="130390"/>
                    <a:pt x="82170" y="550760"/>
                    <a:pt x="108840" y="769200"/>
                  </a:cubicBezTo>
                  <a:lnTo>
                    <a:pt x="110360" y="778547"/>
                  </a:lnTo>
                  <a:lnTo>
                    <a:pt x="92922" y="782204"/>
                  </a:lnTo>
                  <a:lnTo>
                    <a:pt x="10653" y="812376"/>
                  </a:lnTo>
                  <a:lnTo>
                    <a:pt x="873" y="709514"/>
                  </a:lnTo>
                  <a:cubicBezTo>
                    <a:pt x="-712" y="669629"/>
                    <a:pt x="-161" y="628483"/>
                    <a:pt x="2714" y="586497"/>
                  </a:cubicBezTo>
                  <a:cubicBezTo>
                    <a:pt x="25716" y="250611"/>
                    <a:pt x="188767" y="-11790"/>
                    <a:pt x="366898" y="408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7D011CE-FB3E-4D02-B7D1-64C02EB84CB1}"/>
                </a:ext>
              </a:extLst>
            </p:cNvPr>
            <p:cNvSpPr/>
            <p:nvPr/>
          </p:nvSpPr>
          <p:spPr>
            <a:xfrm rot="918924">
              <a:off x="7743924" y="2843785"/>
              <a:ext cx="425209" cy="606513"/>
            </a:xfrm>
            <a:custGeom>
              <a:avLst/>
              <a:gdLst>
                <a:gd name="connsiteX0" fmla="*/ 130137 w 425209"/>
                <a:gd name="connsiteY0" fmla="*/ 5390 h 606513"/>
                <a:gd name="connsiteX1" fmla="*/ 171579 w 425209"/>
                <a:gd name="connsiteY1" fmla="*/ 10 h 606513"/>
                <a:gd name="connsiteX2" fmla="*/ 422519 w 425209"/>
                <a:gd name="connsiteY2" fmla="*/ 589559 h 606513"/>
                <a:gd name="connsiteX3" fmla="*/ 425209 w 425209"/>
                <a:gd name="connsiteY3" fmla="*/ 606513 h 606513"/>
                <a:gd name="connsiteX4" fmla="*/ 393314 w 425209"/>
                <a:gd name="connsiteY4" fmla="*/ 594540 h 606513"/>
                <a:gd name="connsiteX5" fmla="*/ 186926 w 425209"/>
                <a:gd name="connsiteY5" fmla="*/ 565724 h 606513"/>
                <a:gd name="connsiteX6" fmla="*/ 80067 w 425209"/>
                <a:gd name="connsiteY6" fmla="*/ 573173 h 606513"/>
                <a:gd name="connsiteX7" fmla="*/ 27211 w 425209"/>
                <a:gd name="connsiteY7" fmla="*/ 584520 h 606513"/>
                <a:gd name="connsiteX8" fmla="*/ 23157 w 425209"/>
                <a:gd name="connsiteY8" fmla="*/ 559736 h 606513"/>
                <a:gd name="connsiteX9" fmla="*/ 130137 w 425209"/>
                <a:gd name="connsiteY9" fmla="*/ 5390 h 606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5209" h="606513">
                  <a:moveTo>
                    <a:pt x="130137" y="5390"/>
                  </a:moveTo>
                  <a:cubicBezTo>
                    <a:pt x="142792" y="1987"/>
                    <a:pt x="156578" y="138"/>
                    <a:pt x="171579" y="10"/>
                  </a:cubicBezTo>
                  <a:cubicBezTo>
                    <a:pt x="411596" y="-2043"/>
                    <a:pt x="409060" y="300465"/>
                    <a:pt x="422519" y="589559"/>
                  </a:cubicBezTo>
                  <a:lnTo>
                    <a:pt x="425209" y="606513"/>
                  </a:lnTo>
                  <a:lnTo>
                    <a:pt x="393314" y="594540"/>
                  </a:lnTo>
                  <a:cubicBezTo>
                    <a:pt x="329879" y="575985"/>
                    <a:pt x="260135" y="565724"/>
                    <a:pt x="186926" y="565724"/>
                  </a:cubicBezTo>
                  <a:cubicBezTo>
                    <a:pt x="150321" y="565724"/>
                    <a:pt x="114583" y="568289"/>
                    <a:pt x="80067" y="573173"/>
                  </a:cubicBezTo>
                  <a:lnTo>
                    <a:pt x="27211" y="584520"/>
                  </a:lnTo>
                  <a:lnTo>
                    <a:pt x="23157" y="559736"/>
                  </a:lnTo>
                  <a:cubicBezTo>
                    <a:pt x="-7810" y="356446"/>
                    <a:pt x="-34376" y="49624"/>
                    <a:pt x="130137" y="5390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142F044-92E8-42A7-B7DD-5E1071B487CA}"/>
                </a:ext>
              </a:extLst>
            </p:cNvPr>
            <p:cNvSpPr/>
            <p:nvPr/>
          </p:nvSpPr>
          <p:spPr>
            <a:xfrm rot="918924">
              <a:off x="7664469" y="2629834"/>
              <a:ext cx="649254" cy="870982"/>
            </a:xfrm>
            <a:custGeom>
              <a:avLst/>
              <a:gdLst>
                <a:gd name="connsiteX0" fmla="*/ 225936 w 649254"/>
                <a:gd name="connsiteY0" fmla="*/ 16312 h 870982"/>
                <a:gd name="connsiteX1" fmla="*/ 290289 w 649254"/>
                <a:gd name="connsiteY1" fmla="*/ 277 h 870982"/>
                <a:gd name="connsiteX2" fmla="*/ 647407 w 649254"/>
                <a:gd name="connsiteY2" fmla="*/ 590698 h 870982"/>
                <a:gd name="connsiteX3" fmla="*/ 635408 w 649254"/>
                <a:gd name="connsiteY3" fmla="*/ 829037 h 870982"/>
                <a:gd name="connsiteX4" fmla="*/ 625855 w 649254"/>
                <a:gd name="connsiteY4" fmla="*/ 870982 h 870982"/>
                <a:gd name="connsiteX5" fmla="*/ 585574 w 649254"/>
                <a:gd name="connsiteY5" fmla="*/ 847998 h 870982"/>
                <a:gd name="connsiteX6" fmla="*/ 527403 w 649254"/>
                <a:gd name="connsiteY6" fmla="*/ 826163 h 870982"/>
                <a:gd name="connsiteX7" fmla="*/ 524713 w 649254"/>
                <a:gd name="connsiteY7" fmla="*/ 809209 h 870982"/>
                <a:gd name="connsiteX8" fmla="*/ 273773 w 649254"/>
                <a:gd name="connsiteY8" fmla="*/ 219660 h 870982"/>
                <a:gd name="connsiteX9" fmla="*/ 125351 w 649254"/>
                <a:gd name="connsiteY9" fmla="*/ 779386 h 870982"/>
                <a:gd name="connsiteX10" fmla="*/ 129405 w 649254"/>
                <a:gd name="connsiteY10" fmla="*/ 804170 h 870982"/>
                <a:gd name="connsiteX11" fmla="*/ 82732 w 649254"/>
                <a:gd name="connsiteY11" fmla="*/ 814190 h 870982"/>
                <a:gd name="connsiteX12" fmla="*/ 33873 w 649254"/>
                <a:gd name="connsiteY12" fmla="*/ 832531 h 870982"/>
                <a:gd name="connsiteX13" fmla="*/ 15328 w 649254"/>
                <a:gd name="connsiteY13" fmla="*/ 749411 h 870982"/>
                <a:gd name="connsiteX14" fmla="*/ 1849 w 649254"/>
                <a:gd name="connsiteY14" fmla="*/ 627120 h 870982"/>
                <a:gd name="connsiteX15" fmla="*/ 225936 w 649254"/>
                <a:gd name="connsiteY15" fmla="*/ 16312 h 870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49254" h="870982">
                  <a:moveTo>
                    <a:pt x="225936" y="16312"/>
                  </a:moveTo>
                  <a:cubicBezTo>
                    <a:pt x="246491" y="7020"/>
                    <a:pt x="268006" y="1535"/>
                    <a:pt x="290289" y="277"/>
                  </a:cubicBezTo>
                  <a:cubicBezTo>
                    <a:pt x="468554" y="-9781"/>
                    <a:pt x="628441" y="254560"/>
                    <a:pt x="647407" y="590698"/>
                  </a:cubicBezTo>
                  <a:cubicBezTo>
                    <a:pt x="652147" y="674733"/>
                    <a:pt x="647632" y="755299"/>
                    <a:pt x="635408" y="829037"/>
                  </a:cubicBezTo>
                  <a:lnTo>
                    <a:pt x="625855" y="870982"/>
                  </a:lnTo>
                  <a:lnTo>
                    <a:pt x="585574" y="847998"/>
                  </a:lnTo>
                  <a:lnTo>
                    <a:pt x="527403" y="826163"/>
                  </a:lnTo>
                  <a:lnTo>
                    <a:pt x="524713" y="809209"/>
                  </a:lnTo>
                  <a:cubicBezTo>
                    <a:pt x="511254" y="520115"/>
                    <a:pt x="513790" y="217607"/>
                    <a:pt x="273773" y="219660"/>
                  </a:cubicBezTo>
                  <a:cubicBezTo>
                    <a:pt x="63757" y="221458"/>
                    <a:pt x="92002" y="560459"/>
                    <a:pt x="125351" y="779386"/>
                  </a:cubicBezTo>
                  <a:lnTo>
                    <a:pt x="129405" y="804170"/>
                  </a:lnTo>
                  <a:lnTo>
                    <a:pt x="82732" y="814190"/>
                  </a:lnTo>
                  <a:lnTo>
                    <a:pt x="33873" y="832531"/>
                  </a:lnTo>
                  <a:lnTo>
                    <a:pt x="15328" y="749411"/>
                  </a:lnTo>
                  <a:cubicBezTo>
                    <a:pt x="8792" y="710033"/>
                    <a:pt x="4219" y="669137"/>
                    <a:pt x="1849" y="627120"/>
                  </a:cubicBezTo>
                  <a:cubicBezTo>
                    <a:pt x="-14745" y="332999"/>
                    <a:pt x="82053" y="81364"/>
                    <a:pt x="225936" y="16312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DE26D7E-F4DC-4122-8483-DCC3F1DD87BE}"/>
                </a:ext>
              </a:extLst>
            </p:cNvPr>
            <p:cNvSpPr/>
            <p:nvPr/>
          </p:nvSpPr>
          <p:spPr>
            <a:xfrm>
              <a:off x="8322366" y="3591339"/>
              <a:ext cx="229109" cy="185531"/>
            </a:xfrm>
            <a:custGeom>
              <a:avLst/>
              <a:gdLst>
                <a:gd name="connsiteX0" fmla="*/ 66261 w 225319"/>
                <a:gd name="connsiteY0" fmla="*/ 0 h 216207"/>
                <a:gd name="connsiteX1" fmla="*/ 225287 w 225319"/>
                <a:gd name="connsiteY1" fmla="*/ 79513 h 216207"/>
                <a:gd name="connsiteX2" fmla="*/ 79513 w 225319"/>
                <a:gd name="connsiteY2" fmla="*/ 212035 h 216207"/>
                <a:gd name="connsiteX3" fmla="*/ 0 w 225319"/>
                <a:gd name="connsiteY3" fmla="*/ 185531 h 216207"/>
                <a:gd name="connsiteX4" fmla="*/ 0 w 225319"/>
                <a:gd name="connsiteY4" fmla="*/ 185531 h 216207"/>
                <a:gd name="connsiteX0" fmla="*/ 66261 w 226196"/>
                <a:gd name="connsiteY0" fmla="*/ 0 h 185531"/>
                <a:gd name="connsiteX1" fmla="*/ 225287 w 226196"/>
                <a:gd name="connsiteY1" fmla="*/ 79513 h 185531"/>
                <a:gd name="connsiteX2" fmla="*/ 0 w 226196"/>
                <a:gd name="connsiteY2" fmla="*/ 185531 h 185531"/>
                <a:gd name="connsiteX3" fmla="*/ 0 w 226196"/>
                <a:gd name="connsiteY3" fmla="*/ 185531 h 185531"/>
                <a:gd name="connsiteX0" fmla="*/ 66261 w 229109"/>
                <a:gd name="connsiteY0" fmla="*/ 0 h 185531"/>
                <a:gd name="connsiteX1" fmla="*/ 225287 w 229109"/>
                <a:gd name="connsiteY1" fmla="*/ 79513 h 185531"/>
                <a:gd name="connsiteX2" fmla="*/ 0 w 229109"/>
                <a:gd name="connsiteY2" fmla="*/ 185531 h 185531"/>
                <a:gd name="connsiteX3" fmla="*/ 0 w 229109"/>
                <a:gd name="connsiteY3" fmla="*/ 185531 h 185531"/>
                <a:gd name="connsiteX0" fmla="*/ 66261 w 229109"/>
                <a:gd name="connsiteY0" fmla="*/ 0 h 185531"/>
                <a:gd name="connsiteX1" fmla="*/ 225287 w 229109"/>
                <a:gd name="connsiteY1" fmla="*/ 79513 h 185531"/>
                <a:gd name="connsiteX2" fmla="*/ 0 w 229109"/>
                <a:gd name="connsiteY2" fmla="*/ 185531 h 185531"/>
                <a:gd name="connsiteX3" fmla="*/ 16669 w 229109"/>
                <a:gd name="connsiteY3" fmla="*/ 156956 h 185531"/>
                <a:gd name="connsiteX0" fmla="*/ 66261 w 229109"/>
                <a:gd name="connsiteY0" fmla="*/ 0 h 185531"/>
                <a:gd name="connsiteX1" fmla="*/ 225287 w 229109"/>
                <a:gd name="connsiteY1" fmla="*/ 79513 h 185531"/>
                <a:gd name="connsiteX2" fmla="*/ 0 w 229109"/>
                <a:gd name="connsiteY2" fmla="*/ 185531 h 185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9109" h="185531">
                  <a:moveTo>
                    <a:pt x="66261" y="0"/>
                  </a:moveTo>
                  <a:cubicBezTo>
                    <a:pt x="144669" y="22087"/>
                    <a:pt x="250618" y="-6178"/>
                    <a:pt x="225287" y="79513"/>
                  </a:cubicBezTo>
                  <a:cubicBezTo>
                    <a:pt x="199956" y="165204"/>
                    <a:pt x="37548" y="167861"/>
                    <a:pt x="0" y="185531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1A851BEC-4798-438D-9AA6-168F4B2921AB}"/>
                </a:ext>
              </a:extLst>
            </p:cNvPr>
            <p:cNvSpPr/>
            <p:nvPr/>
          </p:nvSpPr>
          <p:spPr>
            <a:xfrm rot="8784611">
              <a:off x="8248013" y="3826187"/>
              <a:ext cx="251163" cy="251163"/>
            </a:xfrm>
            <a:prstGeom prst="arc">
              <a:avLst>
                <a:gd name="adj1" fmla="val 13142050"/>
                <a:gd name="adj2" fmla="val 1854906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22A7595-BC39-4E74-99E4-5B90E4737E65}"/>
              </a:ext>
            </a:extLst>
          </p:cNvPr>
          <p:cNvSpPr/>
          <p:nvPr/>
        </p:nvSpPr>
        <p:spPr>
          <a:xfrm>
            <a:off x="2345339" y="179969"/>
            <a:ext cx="3491496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Sn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rgbClr val="F09050"/>
                </a:solidFill>
              </a:rPr>
              <a:t>ai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l</a:t>
            </a:r>
            <a:endParaRPr lang="en-US" sz="11500" b="1" dirty="0">
              <a:ln>
                <a:solidFill>
                  <a:sysClr val="windowText" lastClr="000000"/>
                </a:solidFill>
              </a:ln>
              <a:solidFill>
                <a:srgbClr val="F8CBAD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F592E20-DD88-4E13-A0FC-3D7E0D55CF05}"/>
              </a:ext>
            </a:extLst>
          </p:cNvPr>
          <p:cNvSpPr/>
          <p:nvPr/>
        </p:nvSpPr>
        <p:spPr>
          <a:xfrm>
            <a:off x="287129" y="179968"/>
            <a:ext cx="1695966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rgbClr val="F09050"/>
                </a:solidFill>
              </a:rPr>
              <a:t>ai</a:t>
            </a:r>
            <a:endParaRPr lang="en-US" sz="11500" b="1" dirty="0">
              <a:ln>
                <a:solidFill>
                  <a:sysClr val="windowText" lastClr="000000"/>
                </a:solidFill>
              </a:ln>
              <a:solidFill>
                <a:srgbClr val="F8CBAD"/>
              </a:solidFill>
            </a:endParaRPr>
          </a:p>
        </p:txBody>
      </p:sp>
      <p:pic>
        <p:nvPicPr>
          <p:cNvPr id="18" name="ttsMP3.com_VoiceText_2025-4-22_18-18-41">
            <a:hlinkClick r:id="" action="ppaction://media"/>
            <a:extLst>
              <a:ext uri="{FF2B5EF4-FFF2-40B4-BE49-F238E27FC236}">
                <a16:creationId xmlns:a16="http://schemas.microsoft.com/office/drawing/2014/main" id="{944F4F32-8C0B-45B0-B569-2F8080A0584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25512" y="2077092"/>
            <a:ext cx="609600" cy="609600"/>
          </a:xfrm>
          <a:prstGeom prst="rect">
            <a:avLst/>
          </a:prstGeom>
        </p:spPr>
      </p:pic>
      <p:pic>
        <p:nvPicPr>
          <p:cNvPr id="19" name="1sec">
            <a:hlinkClick r:id="" action="ppaction://media"/>
            <a:extLst>
              <a:ext uri="{FF2B5EF4-FFF2-40B4-BE49-F238E27FC236}">
                <a16:creationId xmlns:a16="http://schemas.microsoft.com/office/drawing/2014/main" id="{DF582306-3523-40B7-8717-B012FD1BE41B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201876" y="1355463"/>
            <a:ext cx="609600" cy="609600"/>
          </a:xfrm>
          <a:prstGeom prst="rect">
            <a:avLst/>
          </a:prstGeom>
        </p:spPr>
      </p:pic>
      <p:pic>
        <p:nvPicPr>
          <p:cNvPr id="20" name="ttsMP3.com_VoiceText_2025-4-22_18-19-30">
            <a:hlinkClick r:id="" action="ppaction://media"/>
            <a:extLst>
              <a:ext uri="{FF2B5EF4-FFF2-40B4-BE49-F238E27FC236}">
                <a16:creationId xmlns:a16="http://schemas.microsoft.com/office/drawing/2014/main" id="{CDCE5650-F4F2-4010-A6CE-4EA6C34F51D2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983095" y="2110941"/>
            <a:ext cx="609600" cy="609600"/>
          </a:xfrm>
          <a:prstGeom prst="rect">
            <a:avLst/>
          </a:prstGeom>
        </p:spPr>
      </p:pic>
      <p:pic>
        <p:nvPicPr>
          <p:cNvPr id="21" name="1sec">
            <a:hlinkClick r:id="" action="ppaction://media"/>
            <a:extLst>
              <a:ext uri="{FF2B5EF4-FFF2-40B4-BE49-F238E27FC236}">
                <a16:creationId xmlns:a16="http://schemas.microsoft.com/office/drawing/2014/main" id="{1C17218A-2A90-47D8-AFC3-C6DF4FCFCB9A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104797" y="1963701"/>
            <a:ext cx="609600" cy="609600"/>
          </a:xfrm>
          <a:prstGeom prst="rect">
            <a:avLst/>
          </a:prstGeom>
        </p:spPr>
      </p:pic>
      <p:pic>
        <p:nvPicPr>
          <p:cNvPr id="22" name="1sec">
            <a:hlinkClick r:id="" action="ppaction://media"/>
            <a:extLst>
              <a:ext uri="{FF2B5EF4-FFF2-40B4-BE49-F238E27FC236}">
                <a16:creationId xmlns:a16="http://schemas.microsoft.com/office/drawing/2014/main" id="{8585B382-34FC-4769-BBB0-7DE6DFBDCDBA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941580" y="224213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755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8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28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56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84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720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4304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56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360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56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  <p:audio>
              <p:cMediaNode vol="80000" showWhenStopped="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  <p:audio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0" name="Group 1029">
            <a:extLst>
              <a:ext uri="{FF2B5EF4-FFF2-40B4-BE49-F238E27FC236}">
                <a16:creationId xmlns:a16="http://schemas.microsoft.com/office/drawing/2014/main" id="{F5EAE011-FF74-4050-B502-E76C0D76ADA0}"/>
              </a:ext>
            </a:extLst>
          </p:cNvPr>
          <p:cNvGrpSpPr/>
          <p:nvPr/>
        </p:nvGrpSpPr>
        <p:grpSpPr>
          <a:xfrm>
            <a:off x="961260" y="2418837"/>
            <a:ext cx="9766221" cy="4188442"/>
            <a:chOff x="2917371" y="2148113"/>
            <a:chExt cx="6937829" cy="2975429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B0A544F-DA59-4590-85F4-BACFAE448301}"/>
                </a:ext>
              </a:extLst>
            </p:cNvPr>
            <p:cNvSpPr/>
            <p:nvPr/>
          </p:nvSpPr>
          <p:spPr>
            <a:xfrm>
              <a:off x="2917371" y="2148113"/>
              <a:ext cx="6937829" cy="297542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2">
              <a:extLst>
                <a:ext uri="{FF2B5EF4-FFF2-40B4-BE49-F238E27FC236}">
                  <a16:creationId xmlns:a16="http://schemas.microsoft.com/office/drawing/2014/main" id="{A616DBAC-E20A-4C12-BB1F-19F840BC2CCB}"/>
                </a:ext>
              </a:extLst>
            </p:cNvPr>
            <p:cNvSpPr/>
            <p:nvPr/>
          </p:nvSpPr>
          <p:spPr>
            <a:xfrm>
              <a:off x="4058171" y="2752692"/>
              <a:ext cx="4591360" cy="2001077"/>
            </a:xfrm>
            <a:custGeom>
              <a:avLst/>
              <a:gdLst>
                <a:gd name="connsiteX0" fmla="*/ 0 w 2757714"/>
                <a:gd name="connsiteY0" fmla="*/ 0 h 199571"/>
                <a:gd name="connsiteX1" fmla="*/ 2757714 w 2757714"/>
                <a:gd name="connsiteY1" fmla="*/ 0 h 199571"/>
                <a:gd name="connsiteX2" fmla="*/ 2757714 w 2757714"/>
                <a:gd name="connsiteY2" fmla="*/ 199571 h 199571"/>
                <a:gd name="connsiteX3" fmla="*/ 0 w 2757714"/>
                <a:gd name="connsiteY3" fmla="*/ 199571 h 199571"/>
                <a:gd name="connsiteX4" fmla="*/ 0 w 2757714"/>
                <a:gd name="connsiteY4" fmla="*/ 0 h 199571"/>
                <a:gd name="connsiteX0" fmla="*/ 1683657 w 2757714"/>
                <a:gd name="connsiteY0" fmla="*/ 0 h 1012371"/>
                <a:gd name="connsiteX1" fmla="*/ 2757714 w 2757714"/>
                <a:gd name="connsiteY1" fmla="*/ 812800 h 1012371"/>
                <a:gd name="connsiteX2" fmla="*/ 2757714 w 2757714"/>
                <a:gd name="connsiteY2" fmla="*/ 1012371 h 1012371"/>
                <a:gd name="connsiteX3" fmla="*/ 0 w 2757714"/>
                <a:gd name="connsiteY3" fmla="*/ 1012371 h 1012371"/>
                <a:gd name="connsiteX4" fmla="*/ 1683657 w 2757714"/>
                <a:gd name="connsiteY4" fmla="*/ 0 h 1012371"/>
                <a:gd name="connsiteX0" fmla="*/ 449943 w 1524000"/>
                <a:gd name="connsiteY0" fmla="*/ 0 h 1273628"/>
                <a:gd name="connsiteX1" fmla="*/ 1524000 w 1524000"/>
                <a:gd name="connsiteY1" fmla="*/ 812800 h 1273628"/>
                <a:gd name="connsiteX2" fmla="*/ 1524000 w 1524000"/>
                <a:gd name="connsiteY2" fmla="*/ 1012371 h 1273628"/>
                <a:gd name="connsiteX3" fmla="*/ 0 w 1524000"/>
                <a:gd name="connsiteY3" fmla="*/ 1273628 h 1273628"/>
                <a:gd name="connsiteX4" fmla="*/ 449943 w 1524000"/>
                <a:gd name="connsiteY4" fmla="*/ 0 h 1273628"/>
                <a:gd name="connsiteX0" fmla="*/ 2106709 w 3180766"/>
                <a:gd name="connsiteY0" fmla="*/ 0 h 1273628"/>
                <a:gd name="connsiteX1" fmla="*/ 3180766 w 3180766"/>
                <a:gd name="connsiteY1" fmla="*/ 812800 h 1273628"/>
                <a:gd name="connsiteX2" fmla="*/ 3180766 w 3180766"/>
                <a:gd name="connsiteY2" fmla="*/ 1012371 h 1273628"/>
                <a:gd name="connsiteX3" fmla="*/ 1656766 w 3180766"/>
                <a:gd name="connsiteY3" fmla="*/ 1273628 h 1273628"/>
                <a:gd name="connsiteX4" fmla="*/ 2137 w 3180766"/>
                <a:gd name="connsiteY4" fmla="*/ 388256 h 1273628"/>
                <a:gd name="connsiteX5" fmla="*/ 2106709 w 3180766"/>
                <a:gd name="connsiteY5" fmla="*/ 0 h 1273628"/>
                <a:gd name="connsiteX0" fmla="*/ 2106709 w 4443509"/>
                <a:gd name="connsiteY0" fmla="*/ 0 h 1273628"/>
                <a:gd name="connsiteX1" fmla="*/ 4443509 w 4443509"/>
                <a:gd name="connsiteY1" fmla="*/ 725714 h 1273628"/>
                <a:gd name="connsiteX2" fmla="*/ 3180766 w 4443509"/>
                <a:gd name="connsiteY2" fmla="*/ 1012371 h 1273628"/>
                <a:gd name="connsiteX3" fmla="*/ 1656766 w 4443509"/>
                <a:gd name="connsiteY3" fmla="*/ 1273628 h 1273628"/>
                <a:gd name="connsiteX4" fmla="*/ 2137 w 4443509"/>
                <a:gd name="connsiteY4" fmla="*/ 388256 h 1273628"/>
                <a:gd name="connsiteX5" fmla="*/ 2106709 w 4443509"/>
                <a:gd name="connsiteY5" fmla="*/ 0 h 1273628"/>
                <a:gd name="connsiteX0" fmla="*/ 2106709 w 4443509"/>
                <a:gd name="connsiteY0" fmla="*/ 0 h 1273628"/>
                <a:gd name="connsiteX1" fmla="*/ 4443509 w 4443509"/>
                <a:gd name="connsiteY1" fmla="*/ 725714 h 1273628"/>
                <a:gd name="connsiteX2" fmla="*/ 1656766 w 4443509"/>
                <a:gd name="connsiteY2" fmla="*/ 1273628 h 1273628"/>
                <a:gd name="connsiteX3" fmla="*/ 2137 w 4443509"/>
                <a:gd name="connsiteY3" fmla="*/ 388256 h 1273628"/>
                <a:gd name="connsiteX4" fmla="*/ 2106709 w 4443509"/>
                <a:gd name="connsiteY4" fmla="*/ 0 h 1273628"/>
                <a:gd name="connsiteX0" fmla="*/ 2106709 w 4443509"/>
                <a:gd name="connsiteY0" fmla="*/ 0 h 1627148"/>
                <a:gd name="connsiteX1" fmla="*/ 4443509 w 4443509"/>
                <a:gd name="connsiteY1" fmla="*/ 725714 h 1627148"/>
                <a:gd name="connsiteX2" fmla="*/ 1656766 w 4443509"/>
                <a:gd name="connsiteY2" fmla="*/ 1273628 h 1627148"/>
                <a:gd name="connsiteX3" fmla="*/ 2137 w 4443509"/>
                <a:gd name="connsiteY3" fmla="*/ 388256 h 1627148"/>
                <a:gd name="connsiteX4" fmla="*/ 2106709 w 4443509"/>
                <a:gd name="connsiteY4" fmla="*/ 0 h 1627148"/>
                <a:gd name="connsiteX0" fmla="*/ 2106709 w 4443509"/>
                <a:gd name="connsiteY0" fmla="*/ 0 h 1627148"/>
                <a:gd name="connsiteX1" fmla="*/ 4443509 w 4443509"/>
                <a:gd name="connsiteY1" fmla="*/ 725714 h 1627148"/>
                <a:gd name="connsiteX2" fmla="*/ 1656766 w 4443509"/>
                <a:gd name="connsiteY2" fmla="*/ 1273628 h 1627148"/>
                <a:gd name="connsiteX3" fmla="*/ 2137 w 4443509"/>
                <a:gd name="connsiteY3" fmla="*/ 388256 h 1627148"/>
                <a:gd name="connsiteX4" fmla="*/ 2106709 w 4443509"/>
                <a:gd name="connsiteY4" fmla="*/ 0 h 1627148"/>
                <a:gd name="connsiteX0" fmla="*/ 2106709 w 4443509"/>
                <a:gd name="connsiteY0" fmla="*/ 167191 h 1794339"/>
                <a:gd name="connsiteX1" fmla="*/ 4443509 w 4443509"/>
                <a:gd name="connsiteY1" fmla="*/ 892905 h 1794339"/>
                <a:gd name="connsiteX2" fmla="*/ 1656766 w 4443509"/>
                <a:gd name="connsiteY2" fmla="*/ 1440819 h 1794339"/>
                <a:gd name="connsiteX3" fmla="*/ 2137 w 4443509"/>
                <a:gd name="connsiteY3" fmla="*/ 555447 h 1794339"/>
                <a:gd name="connsiteX4" fmla="*/ 2106709 w 4443509"/>
                <a:gd name="connsiteY4" fmla="*/ 167191 h 1794339"/>
                <a:gd name="connsiteX0" fmla="*/ 2106709 w 4445838"/>
                <a:gd name="connsiteY0" fmla="*/ 178233 h 1805381"/>
                <a:gd name="connsiteX1" fmla="*/ 4443509 w 4445838"/>
                <a:gd name="connsiteY1" fmla="*/ 903947 h 1805381"/>
                <a:gd name="connsiteX2" fmla="*/ 1656766 w 4445838"/>
                <a:gd name="connsiteY2" fmla="*/ 1451861 h 1805381"/>
                <a:gd name="connsiteX3" fmla="*/ 2137 w 4445838"/>
                <a:gd name="connsiteY3" fmla="*/ 566489 h 1805381"/>
                <a:gd name="connsiteX4" fmla="*/ 2106709 w 4445838"/>
                <a:gd name="connsiteY4" fmla="*/ 178233 h 1805381"/>
                <a:gd name="connsiteX0" fmla="*/ 2106709 w 4445838"/>
                <a:gd name="connsiteY0" fmla="*/ 178233 h 1823805"/>
                <a:gd name="connsiteX1" fmla="*/ 4443509 w 4445838"/>
                <a:gd name="connsiteY1" fmla="*/ 903947 h 1823805"/>
                <a:gd name="connsiteX2" fmla="*/ 1656766 w 4445838"/>
                <a:gd name="connsiteY2" fmla="*/ 1451861 h 1823805"/>
                <a:gd name="connsiteX3" fmla="*/ 2137 w 4445838"/>
                <a:gd name="connsiteY3" fmla="*/ 566489 h 1823805"/>
                <a:gd name="connsiteX4" fmla="*/ 2106709 w 4445838"/>
                <a:gd name="connsiteY4" fmla="*/ 178233 h 1823805"/>
                <a:gd name="connsiteX0" fmla="*/ 2106709 w 4445838"/>
                <a:gd name="connsiteY0" fmla="*/ 178233 h 1823805"/>
                <a:gd name="connsiteX1" fmla="*/ 4443509 w 4445838"/>
                <a:gd name="connsiteY1" fmla="*/ 903947 h 1823805"/>
                <a:gd name="connsiteX2" fmla="*/ 1656766 w 4445838"/>
                <a:gd name="connsiteY2" fmla="*/ 1451861 h 1823805"/>
                <a:gd name="connsiteX3" fmla="*/ 2137 w 4445838"/>
                <a:gd name="connsiteY3" fmla="*/ 566489 h 1823805"/>
                <a:gd name="connsiteX4" fmla="*/ 2106709 w 4445838"/>
                <a:gd name="connsiteY4" fmla="*/ 178233 h 1823805"/>
                <a:gd name="connsiteX0" fmla="*/ 2165867 w 4504996"/>
                <a:gd name="connsiteY0" fmla="*/ 178233 h 1823805"/>
                <a:gd name="connsiteX1" fmla="*/ 4502667 w 4504996"/>
                <a:gd name="connsiteY1" fmla="*/ 903947 h 1823805"/>
                <a:gd name="connsiteX2" fmla="*/ 1715924 w 4504996"/>
                <a:gd name="connsiteY2" fmla="*/ 1451861 h 1823805"/>
                <a:gd name="connsiteX3" fmla="*/ 61295 w 4504996"/>
                <a:gd name="connsiteY3" fmla="*/ 566489 h 1823805"/>
                <a:gd name="connsiteX4" fmla="*/ 2165867 w 4504996"/>
                <a:gd name="connsiteY4" fmla="*/ 178233 h 1823805"/>
                <a:gd name="connsiteX0" fmla="*/ 2165867 w 4504996"/>
                <a:gd name="connsiteY0" fmla="*/ 178233 h 1823805"/>
                <a:gd name="connsiteX1" fmla="*/ 4502667 w 4504996"/>
                <a:gd name="connsiteY1" fmla="*/ 903947 h 1823805"/>
                <a:gd name="connsiteX2" fmla="*/ 1715924 w 4504996"/>
                <a:gd name="connsiteY2" fmla="*/ 1451861 h 1823805"/>
                <a:gd name="connsiteX3" fmla="*/ 61295 w 4504996"/>
                <a:gd name="connsiteY3" fmla="*/ 566489 h 1823805"/>
                <a:gd name="connsiteX4" fmla="*/ 2165867 w 4504996"/>
                <a:gd name="connsiteY4" fmla="*/ 178233 h 1823805"/>
                <a:gd name="connsiteX0" fmla="*/ 2174679 w 4513808"/>
                <a:gd name="connsiteY0" fmla="*/ 178233 h 1823805"/>
                <a:gd name="connsiteX1" fmla="*/ 4511479 w 4513808"/>
                <a:gd name="connsiteY1" fmla="*/ 903947 h 1823805"/>
                <a:gd name="connsiteX2" fmla="*/ 1724736 w 4513808"/>
                <a:gd name="connsiteY2" fmla="*/ 1451861 h 1823805"/>
                <a:gd name="connsiteX3" fmla="*/ 70107 w 4513808"/>
                <a:gd name="connsiteY3" fmla="*/ 566489 h 1823805"/>
                <a:gd name="connsiteX4" fmla="*/ 2174679 w 4513808"/>
                <a:gd name="connsiteY4" fmla="*/ 178233 h 1823805"/>
                <a:gd name="connsiteX0" fmla="*/ 2174679 w 4513808"/>
                <a:gd name="connsiteY0" fmla="*/ 178233 h 1823805"/>
                <a:gd name="connsiteX1" fmla="*/ 4511479 w 4513808"/>
                <a:gd name="connsiteY1" fmla="*/ 903947 h 1823805"/>
                <a:gd name="connsiteX2" fmla="*/ 1724736 w 4513808"/>
                <a:gd name="connsiteY2" fmla="*/ 1451861 h 1823805"/>
                <a:gd name="connsiteX3" fmla="*/ 70107 w 4513808"/>
                <a:gd name="connsiteY3" fmla="*/ 566489 h 1823805"/>
                <a:gd name="connsiteX4" fmla="*/ 2174679 w 4513808"/>
                <a:gd name="connsiteY4" fmla="*/ 178233 h 1823805"/>
                <a:gd name="connsiteX0" fmla="*/ 2174679 w 4513808"/>
                <a:gd name="connsiteY0" fmla="*/ 178233 h 1823805"/>
                <a:gd name="connsiteX1" fmla="*/ 4511479 w 4513808"/>
                <a:gd name="connsiteY1" fmla="*/ 903947 h 1823805"/>
                <a:gd name="connsiteX2" fmla="*/ 1724736 w 4513808"/>
                <a:gd name="connsiteY2" fmla="*/ 1451861 h 1823805"/>
                <a:gd name="connsiteX3" fmla="*/ 70107 w 4513808"/>
                <a:gd name="connsiteY3" fmla="*/ 566489 h 1823805"/>
                <a:gd name="connsiteX4" fmla="*/ 2174679 w 4513808"/>
                <a:gd name="connsiteY4" fmla="*/ 178233 h 1823805"/>
                <a:gd name="connsiteX0" fmla="*/ 2174679 w 4513808"/>
                <a:gd name="connsiteY0" fmla="*/ 178233 h 1823805"/>
                <a:gd name="connsiteX1" fmla="*/ 4511479 w 4513808"/>
                <a:gd name="connsiteY1" fmla="*/ 903947 h 1823805"/>
                <a:gd name="connsiteX2" fmla="*/ 1724736 w 4513808"/>
                <a:gd name="connsiteY2" fmla="*/ 1451861 h 1823805"/>
                <a:gd name="connsiteX3" fmla="*/ 70107 w 4513808"/>
                <a:gd name="connsiteY3" fmla="*/ 566489 h 1823805"/>
                <a:gd name="connsiteX4" fmla="*/ 2174679 w 4513808"/>
                <a:gd name="connsiteY4" fmla="*/ 178233 h 1823805"/>
                <a:gd name="connsiteX0" fmla="*/ 2174679 w 4513808"/>
                <a:gd name="connsiteY0" fmla="*/ 178233 h 1823805"/>
                <a:gd name="connsiteX1" fmla="*/ 4511479 w 4513808"/>
                <a:gd name="connsiteY1" fmla="*/ 903947 h 1823805"/>
                <a:gd name="connsiteX2" fmla="*/ 1724736 w 4513808"/>
                <a:gd name="connsiteY2" fmla="*/ 1451861 h 1823805"/>
                <a:gd name="connsiteX3" fmla="*/ 70107 w 4513808"/>
                <a:gd name="connsiteY3" fmla="*/ 566489 h 1823805"/>
                <a:gd name="connsiteX4" fmla="*/ 2174679 w 4513808"/>
                <a:gd name="connsiteY4" fmla="*/ 178233 h 1823805"/>
                <a:gd name="connsiteX0" fmla="*/ 2202347 w 4541476"/>
                <a:gd name="connsiteY0" fmla="*/ 218289 h 1863861"/>
                <a:gd name="connsiteX1" fmla="*/ 4539147 w 4541476"/>
                <a:gd name="connsiteY1" fmla="*/ 944003 h 1863861"/>
                <a:gd name="connsiteX2" fmla="*/ 1752404 w 4541476"/>
                <a:gd name="connsiteY2" fmla="*/ 1491917 h 1863861"/>
                <a:gd name="connsiteX3" fmla="*/ 69200 w 4541476"/>
                <a:gd name="connsiteY3" fmla="*/ 473195 h 1863861"/>
                <a:gd name="connsiteX4" fmla="*/ 2202347 w 4541476"/>
                <a:gd name="connsiteY4" fmla="*/ 218289 h 1863861"/>
                <a:gd name="connsiteX0" fmla="*/ 2202347 w 4541476"/>
                <a:gd name="connsiteY0" fmla="*/ 218289 h 1863861"/>
                <a:gd name="connsiteX1" fmla="*/ 4539147 w 4541476"/>
                <a:gd name="connsiteY1" fmla="*/ 944003 h 1863861"/>
                <a:gd name="connsiteX2" fmla="*/ 1752404 w 4541476"/>
                <a:gd name="connsiteY2" fmla="*/ 1491917 h 1863861"/>
                <a:gd name="connsiteX3" fmla="*/ 69200 w 4541476"/>
                <a:gd name="connsiteY3" fmla="*/ 473195 h 1863861"/>
                <a:gd name="connsiteX4" fmla="*/ 2202347 w 4541476"/>
                <a:gd name="connsiteY4" fmla="*/ 218289 h 1863861"/>
                <a:gd name="connsiteX0" fmla="*/ 2202347 w 4541476"/>
                <a:gd name="connsiteY0" fmla="*/ 218289 h 1863861"/>
                <a:gd name="connsiteX1" fmla="*/ 4539147 w 4541476"/>
                <a:gd name="connsiteY1" fmla="*/ 944003 h 1863861"/>
                <a:gd name="connsiteX2" fmla="*/ 1752404 w 4541476"/>
                <a:gd name="connsiteY2" fmla="*/ 1491917 h 1863861"/>
                <a:gd name="connsiteX3" fmla="*/ 69200 w 4541476"/>
                <a:gd name="connsiteY3" fmla="*/ 473195 h 1863861"/>
                <a:gd name="connsiteX4" fmla="*/ 2202347 w 4541476"/>
                <a:gd name="connsiteY4" fmla="*/ 218289 h 1863861"/>
                <a:gd name="connsiteX0" fmla="*/ 2202347 w 4588922"/>
                <a:gd name="connsiteY0" fmla="*/ 218289 h 1909412"/>
                <a:gd name="connsiteX1" fmla="*/ 4586772 w 4588922"/>
                <a:gd name="connsiteY1" fmla="*/ 1163078 h 1909412"/>
                <a:gd name="connsiteX2" fmla="*/ 1752404 w 4588922"/>
                <a:gd name="connsiteY2" fmla="*/ 1491917 h 1909412"/>
                <a:gd name="connsiteX3" fmla="*/ 69200 w 4588922"/>
                <a:gd name="connsiteY3" fmla="*/ 473195 h 1909412"/>
                <a:gd name="connsiteX4" fmla="*/ 2202347 w 4588922"/>
                <a:gd name="connsiteY4" fmla="*/ 218289 h 1909412"/>
                <a:gd name="connsiteX0" fmla="*/ 2202347 w 4591360"/>
                <a:gd name="connsiteY0" fmla="*/ 239083 h 1930206"/>
                <a:gd name="connsiteX1" fmla="*/ 4586772 w 4591360"/>
                <a:gd name="connsiteY1" fmla="*/ 1183872 h 1930206"/>
                <a:gd name="connsiteX2" fmla="*/ 1752404 w 4591360"/>
                <a:gd name="connsiteY2" fmla="*/ 1512711 h 1930206"/>
                <a:gd name="connsiteX3" fmla="*/ 69200 w 4591360"/>
                <a:gd name="connsiteY3" fmla="*/ 493989 h 1930206"/>
                <a:gd name="connsiteX4" fmla="*/ 2202347 w 4591360"/>
                <a:gd name="connsiteY4" fmla="*/ 239083 h 1930206"/>
                <a:gd name="connsiteX0" fmla="*/ 2202347 w 4591360"/>
                <a:gd name="connsiteY0" fmla="*/ 249447 h 1940570"/>
                <a:gd name="connsiteX1" fmla="*/ 4586772 w 4591360"/>
                <a:gd name="connsiteY1" fmla="*/ 1194236 h 1940570"/>
                <a:gd name="connsiteX2" fmla="*/ 1752404 w 4591360"/>
                <a:gd name="connsiteY2" fmla="*/ 1523075 h 1940570"/>
                <a:gd name="connsiteX3" fmla="*/ 69200 w 4591360"/>
                <a:gd name="connsiteY3" fmla="*/ 504353 h 1940570"/>
                <a:gd name="connsiteX4" fmla="*/ 2202347 w 4591360"/>
                <a:gd name="connsiteY4" fmla="*/ 249447 h 1940570"/>
                <a:gd name="connsiteX0" fmla="*/ 2202347 w 4591360"/>
                <a:gd name="connsiteY0" fmla="*/ 249447 h 1940570"/>
                <a:gd name="connsiteX1" fmla="*/ 4586772 w 4591360"/>
                <a:gd name="connsiteY1" fmla="*/ 1194236 h 1940570"/>
                <a:gd name="connsiteX2" fmla="*/ 1752404 w 4591360"/>
                <a:gd name="connsiteY2" fmla="*/ 1523075 h 1940570"/>
                <a:gd name="connsiteX3" fmla="*/ 69200 w 4591360"/>
                <a:gd name="connsiteY3" fmla="*/ 504353 h 1940570"/>
                <a:gd name="connsiteX4" fmla="*/ 2202347 w 4591360"/>
                <a:gd name="connsiteY4" fmla="*/ 249447 h 1940570"/>
                <a:gd name="connsiteX0" fmla="*/ 2202347 w 4591360"/>
                <a:gd name="connsiteY0" fmla="*/ 249447 h 1952317"/>
                <a:gd name="connsiteX1" fmla="*/ 4586772 w 4591360"/>
                <a:gd name="connsiteY1" fmla="*/ 1194236 h 1952317"/>
                <a:gd name="connsiteX2" fmla="*/ 1752404 w 4591360"/>
                <a:gd name="connsiteY2" fmla="*/ 1523075 h 1952317"/>
                <a:gd name="connsiteX3" fmla="*/ 69200 w 4591360"/>
                <a:gd name="connsiteY3" fmla="*/ 504353 h 1952317"/>
                <a:gd name="connsiteX4" fmla="*/ 2202347 w 4591360"/>
                <a:gd name="connsiteY4" fmla="*/ 249447 h 1952317"/>
                <a:gd name="connsiteX0" fmla="*/ 2202347 w 4591360"/>
                <a:gd name="connsiteY0" fmla="*/ 249447 h 1942494"/>
                <a:gd name="connsiteX1" fmla="*/ 4586772 w 4591360"/>
                <a:gd name="connsiteY1" fmla="*/ 1194236 h 1942494"/>
                <a:gd name="connsiteX2" fmla="*/ 1752404 w 4591360"/>
                <a:gd name="connsiteY2" fmla="*/ 1523075 h 1942494"/>
                <a:gd name="connsiteX3" fmla="*/ 69200 w 4591360"/>
                <a:gd name="connsiteY3" fmla="*/ 504353 h 1942494"/>
                <a:gd name="connsiteX4" fmla="*/ 2202347 w 4591360"/>
                <a:gd name="connsiteY4" fmla="*/ 249447 h 1942494"/>
                <a:gd name="connsiteX0" fmla="*/ 2202347 w 4591360"/>
                <a:gd name="connsiteY0" fmla="*/ 308030 h 2001077"/>
                <a:gd name="connsiteX1" fmla="*/ 4586772 w 4591360"/>
                <a:gd name="connsiteY1" fmla="*/ 1252819 h 2001077"/>
                <a:gd name="connsiteX2" fmla="*/ 1752404 w 4591360"/>
                <a:gd name="connsiteY2" fmla="*/ 1581658 h 2001077"/>
                <a:gd name="connsiteX3" fmla="*/ 69200 w 4591360"/>
                <a:gd name="connsiteY3" fmla="*/ 562936 h 2001077"/>
                <a:gd name="connsiteX4" fmla="*/ 2202347 w 4591360"/>
                <a:gd name="connsiteY4" fmla="*/ 308030 h 2001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91360" h="2001077">
                  <a:moveTo>
                    <a:pt x="2202347" y="308030"/>
                  </a:moveTo>
                  <a:cubicBezTo>
                    <a:pt x="4258537" y="-262865"/>
                    <a:pt x="4639689" y="-90811"/>
                    <a:pt x="4586772" y="1252819"/>
                  </a:cubicBezTo>
                  <a:cubicBezTo>
                    <a:pt x="4530529" y="1561096"/>
                    <a:pt x="3523146" y="2560163"/>
                    <a:pt x="1752404" y="1581658"/>
                  </a:cubicBezTo>
                  <a:cubicBezTo>
                    <a:pt x="1501125" y="1402195"/>
                    <a:pt x="-380742" y="1833692"/>
                    <a:pt x="69200" y="562936"/>
                  </a:cubicBezTo>
                  <a:cubicBezTo>
                    <a:pt x="588842" y="-208740"/>
                    <a:pt x="1415098" y="161224"/>
                    <a:pt x="2202347" y="308030"/>
                  </a:cubicBezTo>
                  <a:close/>
                </a:path>
              </a:pathLst>
            </a:custGeom>
            <a:solidFill>
              <a:srgbClr val="AA502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E8C0C5E-2A37-48ED-A9E7-3338F72E45A3}"/>
                </a:ext>
              </a:extLst>
            </p:cNvPr>
            <p:cNvSpPr/>
            <p:nvPr/>
          </p:nvSpPr>
          <p:spPr>
            <a:xfrm>
              <a:off x="4066465" y="2437967"/>
              <a:ext cx="4513808" cy="1823805"/>
            </a:xfrm>
            <a:custGeom>
              <a:avLst/>
              <a:gdLst>
                <a:gd name="connsiteX0" fmla="*/ 0 w 2757714"/>
                <a:gd name="connsiteY0" fmla="*/ 0 h 199571"/>
                <a:gd name="connsiteX1" fmla="*/ 2757714 w 2757714"/>
                <a:gd name="connsiteY1" fmla="*/ 0 h 199571"/>
                <a:gd name="connsiteX2" fmla="*/ 2757714 w 2757714"/>
                <a:gd name="connsiteY2" fmla="*/ 199571 h 199571"/>
                <a:gd name="connsiteX3" fmla="*/ 0 w 2757714"/>
                <a:gd name="connsiteY3" fmla="*/ 199571 h 199571"/>
                <a:gd name="connsiteX4" fmla="*/ 0 w 2757714"/>
                <a:gd name="connsiteY4" fmla="*/ 0 h 199571"/>
                <a:gd name="connsiteX0" fmla="*/ 1683657 w 2757714"/>
                <a:gd name="connsiteY0" fmla="*/ 0 h 1012371"/>
                <a:gd name="connsiteX1" fmla="*/ 2757714 w 2757714"/>
                <a:gd name="connsiteY1" fmla="*/ 812800 h 1012371"/>
                <a:gd name="connsiteX2" fmla="*/ 2757714 w 2757714"/>
                <a:gd name="connsiteY2" fmla="*/ 1012371 h 1012371"/>
                <a:gd name="connsiteX3" fmla="*/ 0 w 2757714"/>
                <a:gd name="connsiteY3" fmla="*/ 1012371 h 1012371"/>
                <a:gd name="connsiteX4" fmla="*/ 1683657 w 2757714"/>
                <a:gd name="connsiteY4" fmla="*/ 0 h 1012371"/>
                <a:gd name="connsiteX0" fmla="*/ 449943 w 1524000"/>
                <a:gd name="connsiteY0" fmla="*/ 0 h 1273628"/>
                <a:gd name="connsiteX1" fmla="*/ 1524000 w 1524000"/>
                <a:gd name="connsiteY1" fmla="*/ 812800 h 1273628"/>
                <a:gd name="connsiteX2" fmla="*/ 1524000 w 1524000"/>
                <a:gd name="connsiteY2" fmla="*/ 1012371 h 1273628"/>
                <a:gd name="connsiteX3" fmla="*/ 0 w 1524000"/>
                <a:gd name="connsiteY3" fmla="*/ 1273628 h 1273628"/>
                <a:gd name="connsiteX4" fmla="*/ 449943 w 1524000"/>
                <a:gd name="connsiteY4" fmla="*/ 0 h 1273628"/>
                <a:gd name="connsiteX0" fmla="*/ 2106709 w 3180766"/>
                <a:gd name="connsiteY0" fmla="*/ 0 h 1273628"/>
                <a:gd name="connsiteX1" fmla="*/ 3180766 w 3180766"/>
                <a:gd name="connsiteY1" fmla="*/ 812800 h 1273628"/>
                <a:gd name="connsiteX2" fmla="*/ 3180766 w 3180766"/>
                <a:gd name="connsiteY2" fmla="*/ 1012371 h 1273628"/>
                <a:gd name="connsiteX3" fmla="*/ 1656766 w 3180766"/>
                <a:gd name="connsiteY3" fmla="*/ 1273628 h 1273628"/>
                <a:gd name="connsiteX4" fmla="*/ 2137 w 3180766"/>
                <a:gd name="connsiteY4" fmla="*/ 388256 h 1273628"/>
                <a:gd name="connsiteX5" fmla="*/ 2106709 w 3180766"/>
                <a:gd name="connsiteY5" fmla="*/ 0 h 1273628"/>
                <a:gd name="connsiteX0" fmla="*/ 2106709 w 4443509"/>
                <a:gd name="connsiteY0" fmla="*/ 0 h 1273628"/>
                <a:gd name="connsiteX1" fmla="*/ 4443509 w 4443509"/>
                <a:gd name="connsiteY1" fmla="*/ 725714 h 1273628"/>
                <a:gd name="connsiteX2" fmla="*/ 3180766 w 4443509"/>
                <a:gd name="connsiteY2" fmla="*/ 1012371 h 1273628"/>
                <a:gd name="connsiteX3" fmla="*/ 1656766 w 4443509"/>
                <a:gd name="connsiteY3" fmla="*/ 1273628 h 1273628"/>
                <a:gd name="connsiteX4" fmla="*/ 2137 w 4443509"/>
                <a:gd name="connsiteY4" fmla="*/ 388256 h 1273628"/>
                <a:gd name="connsiteX5" fmla="*/ 2106709 w 4443509"/>
                <a:gd name="connsiteY5" fmla="*/ 0 h 1273628"/>
                <a:gd name="connsiteX0" fmla="*/ 2106709 w 4443509"/>
                <a:gd name="connsiteY0" fmla="*/ 0 h 1273628"/>
                <a:gd name="connsiteX1" fmla="*/ 4443509 w 4443509"/>
                <a:gd name="connsiteY1" fmla="*/ 725714 h 1273628"/>
                <a:gd name="connsiteX2" fmla="*/ 1656766 w 4443509"/>
                <a:gd name="connsiteY2" fmla="*/ 1273628 h 1273628"/>
                <a:gd name="connsiteX3" fmla="*/ 2137 w 4443509"/>
                <a:gd name="connsiteY3" fmla="*/ 388256 h 1273628"/>
                <a:gd name="connsiteX4" fmla="*/ 2106709 w 4443509"/>
                <a:gd name="connsiteY4" fmla="*/ 0 h 1273628"/>
                <a:gd name="connsiteX0" fmla="*/ 2106709 w 4443509"/>
                <a:gd name="connsiteY0" fmla="*/ 0 h 1627148"/>
                <a:gd name="connsiteX1" fmla="*/ 4443509 w 4443509"/>
                <a:gd name="connsiteY1" fmla="*/ 725714 h 1627148"/>
                <a:gd name="connsiteX2" fmla="*/ 1656766 w 4443509"/>
                <a:gd name="connsiteY2" fmla="*/ 1273628 h 1627148"/>
                <a:gd name="connsiteX3" fmla="*/ 2137 w 4443509"/>
                <a:gd name="connsiteY3" fmla="*/ 388256 h 1627148"/>
                <a:gd name="connsiteX4" fmla="*/ 2106709 w 4443509"/>
                <a:gd name="connsiteY4" fmla="*/ 0 h 1627148"/>
                <a:gd name="connsiteX0" fmla="*/ 2106709 w 4443509"/>
                <a:gd name="connsiteY0" fmla="*/ 0 h 1627148"/>
                <a:gd name="connsiteX1" fmla="*/ 4443509 w 4443509"/>
                <a:gd name="connsiteY1" fmla="*/ 725714 h 1627148"/>
                <a:gd name="connsiteX2" fmla="*/ 1656766 w 4443509"/>
                <a:gd name="connsiteY2" fmla="*/ 1273628 h 1627148"/>
                <a:gd name="connsiteX3" fmla="*/ 2137 w 4443509"/>
                <a:gd name="connsiteY3" fmla="*/ 388256 h 1627148"/>
                <a:gd name="connsiteX4" fmla="*/ 2106709 w 4443509"/>
                <a:gd name="connsiteY4" fmla="*/ 0 h 1627148"/>
                <a:gd name="connsiteX0" fmla="*/ 2106709 w 4443509"/>
                <a:gd name="connsiteY0" fmla="*/ 167191 h 1794339"/>
                <a:gd name="connsiteX1" fmla="*/ 4443509 w 4443509"/>
                <a:gd name="connsiteY1" fmla="*/ 892905 h 1794339"/>
                <a:gd name="connsiteX2" fmla="*/ 1656766 w 4443509"/>
                <a:gd name="connsiteY2" fmla="*/ 1440819 h 1794339"/>
                <a:gd name="connsiteX3" fmla="*/ 2137 w 4443509"/>
                <a:gd name="connsiteY3" fmla="*/ 555447 h 1794339"/>
                <a:gd name="connsiteX4" fmla="*/ 2106709 w 4443509"/>
                <a:gd name="connsiteY4" fmla="*/ 167191 h 1794339"/>
                <a:gd name="connsiteX0" fmla="*/ 2106709 w 4445838"/>
                <a:gd name="connsiteY0" fmla="*/ 178233 h 1805381"/>
                <a:gd name="connsiteX1" fmla="*/ 4443509 w 4445838"/>
                <a:gd name="connsiteY1" fmla="*/ 903947 h 1805381"/>
                <a:gd name="connsiteX2" fmla="*/ 1656766 w 4445838"/>
                <a:gd name="connsiteY2" fmla="*/ 1451861 h 1805381"/>
                <a:gd name="connsiteX3" fmla="*/ 2137 w 4445838"/>
                <a:gd name="connsiteY3" fmla="*/ 566489 h 1805381"/>
                <a:gd name="connsiteX4" fmla="*/ 2106709 w 4445838"/>
                <a:gd name="connsiteY4" fmla="*/ 178233 h 1805381"/>
                <a:gd name="connsiteX0" fmla="*/ 2106709 w 4445838"/>
                <a:gd name="connsiteY0" fmla="*/ 178233 h 1823805"/>
                <a:gd name="connsiteX1" fmla="*/ 4443509 w 4445838"/>
                <a:gd name="connsiteY1" fmla="*/ 903947 h 1823805"/>
                <a:gd name="connsiteX2" fmla="*/ 1656766 w 4445838"/>
                <a:gd name="connsiteY2" fmla="*/ 1451861 h 1823805"/>
                <a:gd name="connsiteX3" fmla="*/ 2137 w 4445838"/>
                <a:gd name="connsiteY3" fmla="*/ 566489 h 1823805"/>
                <a:gd name="connsiteX4" fmla="*/ 2106709 w 4445838"/>
                <a:gd name="connsiteY4" fmla="*/ 178233 h 1823805"/>
                <a:gd name="connsiteX0" fmla="*/ 2106709 w 4445838"/>
                <a:gd name="connsiteY0" fmla="*/ 178233 h 1823805"/>
                <a:gd name="connsiteX1" fmla="*/ 4443509 w 4445838"/>
                <a:gd name="connsiteY1" fmla="*/ 903947 h 1823805"/>
                <a:gd name="connsiteX2" fmla="*/ 1656766 w 4445838"/>
                <a:gd name="connsiteY2" fmla="*/ 1451861 h 1823805"/>
                <a:gd name="connsiteX3" fmla="*/ 2137 w 4445838"/>
                <a:gd name="connsiteY3" fmla="*/ 566489 h 1823805"/>
                <a:gd name="connsiteX4" fmla="*/ 2106709 w 4445838"/>
                <a:gd name="connsiteY4" fmla="*/ 178233 h 1823805"/>
                <a:gd name="connsiteX0" fmla="*/ 2165867 w 4504996"/>
                <a:gd name="connsiteY0" fmla="*/ 178233 h 1823805"/>
                <a:gd name="connsiteX1" fmla="*/ 4502667 w 4504996"/>
                <a:gd name="connsiteY1" fmla="*/ 903947 h 1823805"/>
                <a:gd name="connsiteX2" fmla="*/ 1715924 w 4504996"/>
                <a:gd name="connsiteY2" fmla="*/ 1451861 h 1823805"/>
                <a:gd name="connsiteX3" fmla="*/ 61295 w 4504996"/>
                <a:gd name="connsiteY3" fmla="*/ 566489 h 1823805"/>
                <a:gd name="connsiteX4" fmla="*/ 2165867 w 4504996"/>
                <a:gd name="connsiteY4" fmla="*/ 178233 h 1823805"/>
                <a:gd name="connsiteX0" fmla="*/ 2165867 w 4504996"/>
                <a:gd name="connsiteY0" fmla="*/ 178233 h 1823805"/>
                <a:gd name="connsiteX1" fmla="*/ 4502667 w 4504996"/>
                <a:gd name="connsiteY1" fmla="*/ 903947 h 1823805"/>
                <a:gd name="connsiteX2" fmla="*/ 1715924 w 4504996"/>
                <a:gd name="connsiteY2" fmla="*/ 1451861 h 1823805"/>
                <a:gd name="connsiteX3" fmla="*/ 61295 w 4504996"/>
                <a:gd name="connsiteY3" fmla="*/ 566489 h 1823805"/>
                <a:gd name="connsiteX4" fmla="*/ 2165867 w 4504996"/>
                <a:gd name="connsiteY4" fmla="*/ 178233 h 1823805"/>
                <a:gd name="connsiteX0" fmla="*/ 2174679 w 4513808"/>
                <a:gd name="connsiteY0" fmla="*/ 178233 h 1823805"/>
                <a:gd name="connsiteX1" fmla="*/ 4511479 w 4513808"/>
                <a:gd name="connsiteY1" fmla="*/ 903947 h 1823805"/>
                <a:gd name="connsiteX2" fmla="*/ 1724736 w 4513808"/>
                <a:gd name="connsiteY2" fmla="*/ 1451861 h 1823805"/>
                <a:gd name="connsiteX3" fmla="*/ 70107 w 4513808"/>
                <a:gd name="connsiteY3" fmla="*/ 566489 h 1823805"/>
                <a:gd name="connsiteX4" fmla="*/ 2174679 w 4513808"/>
                <a:gd name="connsiteY4" fmla="*/ 178233 h 1823805"/>
                <a:gd name="connsiteX0" fmla="*/ 2174679 w 4513808"/>
                <a:gd name="connsiteY0" fmla="*/ 178233 h 1823805"/>
                <a:gd name="connsiteX1" fmla="*/ 4511479 w 4513808"/>
                <a:gd name="connsiteY1" fmla="*/ 903947 h 1823805"/>
                <a:gd name="connsiteX2" fmla="*/ 1724736 w 4513808"/>
                <a:gd name="connsiteY2" fmla="*/ 1451861 h 1823805"/>
                <a:gd name="connsiteX3" fmla="*/ 70107 w 4513808"/>
                <a:gd name="connsiteY3" fmla="*/ 566489 h 1823805"/>
                <a:gd name="connsiteX4" fmla="*/ 2174679 w 4513808"/>
                <a:gd name="connsiteY4" fmla="*/ 178233 h 1823805"/>
                <a:gd name="connsiteX0" fmla="*/ 2174679 w 4513808"/>
                <a:gd name="connsiteY0" fmla="*/ 178233 h 1823805"/>
                <a:gd name="connsiteX1" fmla="*/ 4511479 w 4513808"/>
                <a:gd name="connsiteY1" fmla="*/ 903947 h 1823805"/>
                <a:gd name="connsiteX2" fmla="*/ 1724736 w 4513808"/>
                <a:gd name="connsiteY2" fmla="*/ 1451861 h 1823805"/>
                <a:gd name="connsiteX3" fmla="*/ 70107 w 4513808"/>
                <a:gd name="connsiteY3" fmla="*/ 566489 h 1823805"/>
                <a:gd name="connsiteX4" fmla="*/ 2174679 w 4513808"/>
                <a:gd name="connsiteY4" fmla="*/ 178233 h 1823805"/>
                <a:gd name="connsiteX0" fmla="*/ 2174679 w 4513808"/>
                <a:gd name="connsiteY0" fmla="*/ 178233 h 1823805"/>
                <a:gd name="connsiteX1" fmla="*/ 4511479 w 4513808"/>
                <a:gd name="connsiteY1" fmla="*/ 903947 h 1823805"/>
                <a:gd name="connsiteX2" fmla="*/ 1724736 w 4513808"/>
                <a:gd name="connsiteY2" fmla="*/ 1451861 h 1823805"/>
                <a:gd name="connsiteX3" fmla="*/ 70107 w 4513808"/>
                <a:gd name="connsiteY3" fmla="*/ 566489 h 1823805"/>
                <a:gd name="connsiteX4" fmla="*/ 2174679 w 4513808"/>
                <a:gd name="connsiteY4" fmla="*/ 178233 h 1823805"/>
                <a:gd name="connsiteX0" fmla="*/ 2174679 w 4513808"/>
                <a:gd name="connsiteY0" fmla="*/ 178233 h 1823805"/>
                <a:gd name="connsiteX1" fmla="*/ 4511479 w 4513808"/>
                <a:gd name="connsiteY1" fmla="*/ 903947 h 1823805"/>
                <a:gd name="connsiteX2" fmla="*/ 1724736 w 4513808"/>
                <a:gd name="connsiteY2" fmla="*/ 1451861 h 1823805"/>
                <a:gd name="connsiteX3" fmla="*/ 70107 w 4513808"/>
                <a:gd name="connsiteY3" fmla="*/ 566489 h 1823805"/>
                <a:gd name="connsiteX4" fmla="*/ 2174679 w 4513808"/>
                <a:gd name="connsiteY4" fmla="*/ 178233 h 1823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3808" h="1823805">
                  <a:moveTo>
                    <a:pt x="2174679" y="178233"/>
                  </a:moveTo>
                  <a:cubicBezTo>
                    <a:pt x="4230869" y="-392662"/>
                    <a:pt x="4545346" y="560442"/>
                    <a:pt x="4511479" y="903947"/>
                  </a:cubicBezTo>
                  <a:cubicBezTo>
                    <a:pt x="4569536" y="1202699"/>
                    <a:pt x="3495478" y="2430366"/>
                    <a:pt x="1724736" y="1451861"/>
                  </a:cubicBezTo>
                  <a:cubicBezTo>
                    <a:pt x="1473457" y="1272398"/>
                    <a:pt x="-379835" y="1627695"/>
                    <a:pt x="70107" y="566489"/>
                  </a:cubicBezTo>
                  <a:cubicBezTo>
                    <a:pt x="589749" y="-205187"/>
                    <a:pt x="1387430" y="31427"/>
                    <a:pt x="2174679" y="178233"/>
                  </a:cubicBezTo>
                  <a:close/>
                </a:path>
              </a:pathLst>
            </a:custGeom>
            <a:solidFill>
              <a:srgbClr val="BE5B3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5F09EB0-681F-43A7-9BA1-E097C99EF7D4}"/>
                </a:ext>
              </a:extLst>
            </p:cNvPr>
            <p:cNvCxnSpPr>
              <a:cxnSpLocks/>
            </p:cNvCxnSpPr>
            <p:nvPr/>
          </p:nvCxnSpPr>
          <p:spPr>
            <a:xfrm>
              <a:off x="4367213" y="2752692"/>
              <a:ext cx="4141787" cy="24551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02A6513-4E09-40CE-A6FB-0BD2BADE9051}"/>
                </a:ext>
              </a:extLst>
            </p:cNvPr>
            <p:cNvCxnSpPr>
              <a:cxnSpLocks/>
              <a:endCxn id="3" idx="1"/>
            </p:cNvCxnSpPr>
            <p:nvPr/>
          </p:nvCxnSpPr>
          <p:spPr>
            <a:xfrm>
              <a:off x="4100513" y="3130377"/>
              <a:ext cx="4477431" cy="21153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B0CD5-84D8-4236-B5FE-D3D91AE04DF5}"/>
                </a:ext>
              </a:extLst>
            </p:cNvPr>
            <p:cNvCxnSpPr>
              <a:cxnSpLocks/>
            </p:cNvCxnSpPr>
            <p:nvPr/>
          </p:nvCxnSpPr>
          <p:spPr>
            <a:xfrm>
              <a:off x="4124325" y="3508062"/>
              <a:ext cx="4206875" cy="2701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A49337E-1347-43D5-B480-55417E1167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18400" y="2474119"/>
              <a:ext cx="236894" cy="174228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6124F9E-A0DE-4050-B0B5-56B4EBA296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34200" y="2437967"/>
              <a:ext cx="286460" cy="182380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63FDFD8-F854-4680-8F04-4B42B0EAE7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50057" y="2505075"/>
              <a:ext cx="277560" cy="16668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0DA50EB-25EE-4227-97D8-E7810F13FE11}"/>
                </a:ext>
              </a:extLst>
            </p:cNvPr>
            <p:cNvCxnSpPr>
              <a:cxnSpLocks/>
              <a:stCxn id="3" idx="0"/>
            </p:cNvCxnSpPr>
            <p:nvPr/>
          </p:nvCxnSpPr>
          <p:spPr>
            <a:xfrm flipH="1">
              <a:off x="5976006" y="2616200"/>
              <a:ext cx="265138" cy="137001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02923EEB-5632-4127-82C4-70950FA459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26705" y="2531269"/>
              <a:ext cx="296096" cy="130131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8533D31C-71FF-48C7-BDF0-E6BFB84843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10213" y="2474119"/>
              <a:ext cx="313394" cy="13438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7C25420-B59D-4E4E-BCD5-03CDFA3CAF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39888" y="2474119"/>
              <a:ext cx="317120" cy="12943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1048AB5E-3904-4CE2-B527-B8A3F4ECA4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09114" y="2638425"/>
              <a:ext cx="197279" cy="137874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2061DBD1-9E7E-46EE-82DB-2DFD3E9E82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44019" y="2638425"/>
              <a:ext cx="262395" cy="99603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E10EC63E-2120-470F-83FF-41CA1A358F84}"/>
              </a:ext>
            </a:extLst>
          </p:cNvPr>
          <p:cNvSpPr/>
          <p:nvPr/>
        </p:nvSpPr>
        <p:spPr>
          <a:xfrm>
            <a:off x="5640059" y="507698"/>
            <a:ext cx="3905675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St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rgbClr val="BE5B33"/>
                </a:solidFill>
              </a:rPr>
              <a:t>ea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k</a:t>
            </a:r>
            <a:endParaRPr lang="en-US" sz="11500" b="1" dirty="0">
              <a:ln>
                <a:solidFill>
                  <a:sysClr val="windowText" lastClr="000000"/>
                </a:solidFill>
              </a:ln>
              <a:solidFill>
                <a:srgbClr val="F8CBAD"/>
              </a:solidFill>
            </a:endParaRP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F77E54C7-302C-4B11-A10C-C3E1D89DB04D}"/>
              </a:ext>
            </a:extLst>
          </p:cNvPr>
          <p:cNvSpPr/>
          <p:nvPr/>
        </p:nvSpPr>
        <p:spPr>
          <a:xfrm>
            <a:off x="2700895" y="507697"/>
            <a:ext cx="2380165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 err="1">
                <a:ln>
                  <a:solidFill>
                    <a:sysClr val="windowText" lastClr="000000"/>
                  </a:solidFill>
                </a:ln>
                <a:solidFill>
                  <a:srgbClr val="BE5B33"/>
                </a:solidFill>
              </a:rPr>
              <a:t>ea</a:t>
            </a:r>
            <a:endParaRPr lang="en-US" sz="11500" b="1" dirty="0">
              <a:ln>
                <a:solidFill>
                  <a:sysClr val="windowText" lastClr="000000"/>
                </a:solidFill>
              </a:ln>
              <a:solidFill>
                <a:srgbClr val="F8CBAD"/>
              </a:solidFill>
            </a:endParaRPr>
          </a:p>
        </p:txBody>
      </p:sp>
      <p:pic>
        <p:nvPicPr>
          <p:cNvPr id="1031" name="ttsMP3.com_VoiceText_2025-4-22_18-20-50">
            <a:hlinkClick r:id="" action="ppaction://media"/>
            <a:extLst>
              <a:ext uri="{FF2B5EF4-FFF2-40B4-BE49-F238E27FC236}">
                <a16:creationId xmlns:a16="http://schemas.microsoft.com/office/drawing/2014/main" id="{21F9C3C8-47D7-4777-B975-029FC9290E7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51660" y="696132"/>
            <a:ext cx="609600" cy="609600"/>
          </a:xfrm>
          <a:prstGeom prst="rect">
            <a:avLst/>
          </a:prstGeom>
        </p:spPr>
      </p:pic>
      <p:pic>
        <p:nvPicPr>
          <p:cNvPr id="75" name="1sec">
            <a:hlinkClick r:id="" action="ppaction://media"/>
            <a:extLst>
              <a:ext uri="{FF2B5EF4-FFF2-40B4-BE49-F238E27FC236}">
                <a16:creationId xmlns:a16="http://schemas.microsoft.com/office/drawing/2014/main" id="{961D51BE-C0BA-4334-9D9B-5A3EE4E3718D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215459" y="696132"/>
            <a:ext cx="609600" cy="609600"/>
          </a:xfrm>
          <a:prstGeom prst="rect">
            <a:avLst/>
          </a:prstGeom>
        </p:spPr>
      </p:pic>
      <p:pic>
        <p:nvPicPr>
          <p:cNvPr id="1032" name="ttsMP3.com_VoiceText_2025-4-22_18-23-47">
            <a:hlinkClick r:id="" action="ppaction://media"/>
            <a:extLst>
              <a:ext uri="{FF2B5EF4-FFF2-40B4-BE49-F238E27FC236}">
                <a16:creationId xmlns:a16="http://schemas.microsoft.com/office/drawing/2014/main" id="{B8BB5A79-9F6E-40A0-930B-B5561D94C630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094546" y="696132"/>
            <a:ext cx="609600" cy="609600"/>
          </a:xfrm>
          <a:prstGeom prst="rect">
            <a:avLst/>
          </a:prstGeom>
        </p:spPr>
      </p:pic>
      <p:pic>
        <p:nvPicPr>
          <p:cNvPr id="77" name="1sec">
            <a:hlinkClick r:id="" action="ppaction://media"/>
            <a:extLst>
              <a:ext uri="{FF2B5EF4-FFF2-40B4-BE49-F238E27FC236}">
                <a16:creationId xmlns:a16="http://schemas.microsoft.com/office/drawing/2014/main" id="{0B7DFF93-57F7-4B40-A5F5-1B939987082E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828752" y="696132"/>
            <a:ext cx="609600" cy="609600"/>
          </a:xfrm>
          <a:prstGeom prst="rect">
            <a:avLst/>
          </a:prstGeom>
        </p:spPr>
      </p:pic>
      <p:pic>
        <p:nvPicPr>
          <p:cNvPr id="78" name="1sec">
            <a:hlinkClick r:id="" action="ppaction://media"/>
            <a:extLst>
              <a:ext uri="{FF2B5EF4-FFF2-40B4-BE49-F238E27FC236}">
                <a16:creationId xmlns:a16="http://schemas.microsoft.com/office/drawing/2014/main" id="{20D69B33-194E-4443-B7EF-275A6C34B3CD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609208" y="734256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3377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4" fill="hold"/>
                                        <p:tgtEl>
                                          <p:spTgt spid="10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4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56" fill="hold"/>
                                        <p:tgtEl>
                                          <p:spTgt spid="7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60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952" fill="hold"/>
                                        <p:tgtEl>
                                          <p:spTgt spid="10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3512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56" fill="hold"/>
                                        <p:tgtEl>
                                          <p:spTgt spid="7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568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56" fill="hold"/>
                                        <p:tgtEl>
                                          <p:spTgt spid="7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31"/>
                </p:tgtEl>
              </p:cMediaNode>
            </p:audio>
            <p:audio>
              <p:cMediaNode vol="80000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5"/>
                </p:tgtEl>
              </p:cMediaNode>
            </p:audio>
            <p:audio>
              <p:cMediaNode vol="80000" showWhenStopped="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32"/>
                </p:tgtEl>
              </p:cMediaNode>
            </p:audio>
            <p:audio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7"/>
                </p:tgtEl>
              </p:cMediaNode>
            </p:audio>
            <p:audio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8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F04167-BA07-4D27-AD9E-0F934C0EEB8F}"/>
              </a:ext>
            </a:extLst>
          </p:cNvPr>
          <p:cNvSpPr txBox="1"/>
          <p:nvPr/>
        </p:nvSpPr>
        <p:spPr>
          <a:xfrm>
            <a:off x="6950449" y="-1002747"/>
            <a:ext cx="4731658" cy="9248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950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latin typeface="Arial Black" panose="020B0A04020102020204" pitchFamily="34" charset="0"/>
              </a:rPr>
              <a:t>8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CD7A9B7-4E1C-4FE0-96B6-D4D1E9BFDD18}"/>
              </a:ext>
            </a:extLst>
          </p:cNvPr>
          <p:cNvSpPr/>
          <p:nvPr/>
        </p:nvSpPr>
        <p:spPr>
          <a:xfrm>
            <a:off x="3755028" y="2243792"/>
            <a:ext cx="3546920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</a:rPr>
              <a:t>Eigh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t</a:t>
            </a:r>
            <a:endParaRPr lang="en-US" sz="11500" b="1" dirty="0">
              <a:ln>
                <a:solidFill>
                  <a:sysClr val="windowText" lastClr="000000"/>
                </a:solidFill>
              </a:ln>
              <a:solidFill>
                <a:srgbClr val="F8CBAD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08FBF6D-B3C3-4EFF-8E60-D6C6C0C107A6}"/>
              </a:ext>
            </a:extLst>
          </p:cNvPr>
          <p:cNvSpPr/>
          <p:nvPr/>
        </p:nvSpPr>
        <p:spPr>
          <a:xfrm>
            <a:off x="353248" y="2243792"/>
            <a:ext cx="3065813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 err="1">
                <a:ln>
                  <a:solidFill>
                    <a:sysClr val="windowText" lastClr="000000"/>
                  </a:solidFill>
                </a:ln>
                <a:solidFill>
                  <a:srgbClr val="00B050"/>
                </a:solidFill>
              </a:rPr>
              <a:t>Eigh</a:t>
            </a:r>
            <a:endParaRPr lang="en-US" sz="11500" b="1" dirty="0">
              <a:ln>
                <a:solidFill>
                  <a:sysClr val="windowText" lastClr="000000"/>
                </a:solidFill>
              </a:ln>
              <a:solidFill>
                <a:srgbClr val="F8CBAD"/>
              </a:solidFill>
            </a:endParaRPr>
          </a:p>
        </p:txBody>
      </p:sp>
      <p:pic>
        <p:nvPicPr>
          <p:cNvPr id="7" name="ttsMP3.com_VoiceText_2025-4-22_18-24-57">
            <a:hlinkClick r:id="" action="ppaction://media"/>
            <a:extLst>
              <a:ext uri="{FF2B5EF4-FFF2-40B4-BE49-F238E27FC236}">
                <a16:creationId xmlns:a16="http://schemas.microsoft.com/office/drawing/2014/main" id="{6D0A9C8C-969F-4CD0-9254-ACC7BF894B4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09893" y="685800"/>
            <a:ext cx="609600" cy="609600"/>
          </a:xfrm>
          <a:prstGeom prst="rect">
            <a:avLst/>
          </a:prstGeom>
        </p:spPr>
      </p:pic>
      <p:pic>
        <p:nvPicPr>
          <p:cNvPr id="8" name="1sec">
            <a:hlinkClick r:id="" action="ppaction://media"/>
            <a:extLst>
              <a:ext uri="{FF2B5EF4-FFF2-40B4-BE49-F238E27FC236}">
                <a16:creationId xmlns:a16="http://schemas.microsoft.com/office/drawing/2014/main" id="{2ADF598A-DC64-40A1-A853-F58E0A43E17A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201876" y="1355463"/>
            <a:ext cx="609600" cy="609600"/>
          </a:xfrm>
          <a:prstGeom prst="rect">
            <a:avLst/>
          </a:prstGeom>
        </p:spPr>
      </p:pic>
      <p:pic>
        <p:nvPicPr>
          <p:cNvPr id="9" name="ttsMP3.com_VoiceText_2025-4-22_18-25-55">
            <a:hlinkClick r:id="" action="ppaction://media"/>
            <a:extLst>
              <a:ext uri="{FF2B5EF4-FFF2-40B4-BE49-F238E27FC236}">
                <a16:creationId xmlns:a16="http://schemas.microsoft.com/office/drawing/2014/main" id="{1C8FEB66-B672-4454-8F75-BAB0FC697714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886154" y="576467"/>
            <a:ext cx="609600" cy="609600"/>
          </a:xfrm>
          <a:prstGeom prst="rect">
            <a:avLst/>
          </a:prstGeom>
        </p:spPr>
      </p:pic>
      <p:pic>
        <p:nvPicPr>
          <p:cNvPr id="10" name="1sec">
            <a:hlinkClick r:id="" action="ppaction://media"/>
            <a:extLst>
              <a:ext uri="{FF2B5EF4-FFF2-40B4-BE49-F238E27FC236}">
                <a16:creationId xmlns:a16="http://schemas.microsoft.com/office/drawing/2014/main" id="{CB971EDD-7B5C-43CF-989A-4649123C9028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957615" y="1190028"/>
            <a:ext cx="609600" cy="609600"/>
          </a:xfrm>
          <a:prstGeom prst="rect">
            <a:avLst/>
          </a:prstGeom>
        </p:spPr>
      </p:pic>
      <p:pic>
        <p:nvPicPr>
          <p:cNvPr id="11" name="1sec">
            <a:hlinkClick r:id="" action="ppaction://media"/>
            <a:extLst>
              <a:ext uri="{FF2B5EF4-FFF2-40B4-BE49-F238E27FC236}">
                <a16:creationId xmlns:a16="http://schemas.microsoft.com/office/drawing/2014/main" id="{FB8422DC-ABF6-4267-B308-DFC1A8F4A95B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740843" y="1070143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8302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4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4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5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60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224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784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56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840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56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audio>
              <p:cMediaNode vol="80000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audio>
              <p:cMediaNode vol="80000" showWhenStopped="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  <p:audio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  <p:audio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DE0433B1-D3A3-497C-BA16-28FF0C253FC4}"/>
              </a:ext>
            </a:extLst>
          </p:cNvPr>
          <p:cNvGrpSpPr/>
          <p:nvPr/>
        </p:nvGrpSpPr>
        <p:grpSpPr>
          <a:xfrm>
            <a:off x="3455688" y="453985"/>
            <a:ext cx="9080868" cy="5022377"/>
            <a:chOff x="2682754" y="859064"/>
            <a:chExt cx="9080868" cy="502237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F435D72-6165-42B3-8F6E-3C42F58DCE6C}"/>
                </a:ext>
              </a:extLst>
            </p:cNvPr>
            <p:cNvSpPr/>
            <p:nvPr/>
          </p:nvSpPr>
          <p:spPr>
            <a:xfrm>
              <a:off x="3309257" y="1364343"/>
              <a:ext cx="7518400" cy="4194629"/>
            </a:xfrm>
            <a:custGeom>
              <a:avLst/>
              <a:gdLst>
                <a:gd name="connsiteX0" fmla="*/ 0 w 1770743"/>
                <a:gd name="connsiteY0" fmla="*/ 0 h 827314"/>
                <a:gd name="connsiteX1" fmla="*/ 1770743 w 1770743"/>
                <a:gd name="connsiteY1" fmla="*/ 0 h 827314"/>
                <a:gd name="connsiteX2" fmla="*/ 1770743 w 1770743"/>
                <a:gd name="connsiteY2" fmla="*/ 827314 h 827314"/>
                <a:gd name="connsiteX3" fmla="*/ 0 w 1770743"/>
                <a:gd name="connsiteY3" fmla="*/ 827314 h 827314"/>
                <a:gd name="connsiteX4" fmla="*/ 0 w 1770743"/>
                <a:gd name="connsiteY4" fmla="*/ 0 h 827314"/>
                <a:gd name="connsiteX0" fmla="*/ 1494971 w 1770743"/>
                <a:gd name="connsiteY0" fmla="*/ 0 h 1132114"/>
                <a:gd name="connsiteX1" fmla="*/ 1770743 w 1770743"/>
                <a:gd name="connsiteY1" fmla="*/ 304800 h 1132114"/>
                <a:gd name="connsiteX2" fmla="*/ 1770743 w 1770743"/>
                <a:gd name="connsiteY2" fmla="*/ 1132114 h 1132114"/>
                <a:gd name="connsiteX3" fmla="*/ 0 w 1770743"/>
                <a:gd name="connsiteY3" fmla="*/ 1132114 h 1132114"/>
                <a:gd name="connsiteX4" fmla="*/ 1494971 w 1770743"/>
                <a:gd name="connsiteY4" fmla="*/ 0 h 1132114"/>
                <a:gd name="connsiteX0" fmla="*/ 2249714 w 2525486"/>
                <a:gd name="connsiteY0" fmla="*/ 0 h 1451428"/>
                <a:gd name="connsiteX1" fmla="*/ 2525486 w 2525486"/>
                <a:gd name="connsiteY1" fmla="*/ 304800 h 1451428"/>
                <a:gd name="connsiteX2" fmla="*/ 2525486 w 2525486"/>
                <a:gd name="connsiteY2" fmla="*/ 1132114 h 1451428"/>
                <a:gd name="connsiteX3" fmla="*/ 0 w 2525486"/>
                <a:gd name="connsiteY3" fmla="*/ 1451428 h 1451428"/>
                <a:gd name="connsiteX4" fmla="*/ 2249714 w 2525486"/>
                <a:gd name="connsiteY4" fmla="*/ 0 h 1451428"/>
                <a:gd name="connsiteX0" fmla="*/ 2249714 w 4949371"/>
                <a:gd name="connsiteY0" fmla="*/ 0 h 4049486"/>
                <a:gd name="connsiteX1" fmla="*/ 2525486 w 4949371"/>
                <a:gd name="connsiteY1" fmla="*/ 304800 h 4049486"/>
                <a:gd name="connsiteX2" fmla="*/ 4949371 w 4949371"/>
                <a:gd name="connsiteY2" fmla="*/ 4049486 h 4049486"/>
                <a:gd name="connsiteX3" fmla="*/ 0 w 4949371"/>
                <a:gd name="connsiteY3" fmla="*/ 1451428 h 4049486"/>
                <a:gd name="connsiteX4" fmla="*/ 2249714 w 4949371"/>
                <a:gd name="connsiteY4" fmla="*/ 0 h 4049486"/>
                <a:gd name="connsiteX0" fmla="*/ 2249714 w 7358743"/>
                <a:gd name="connsiteY0" fmla="*/ 0 h 4049486"/>
                <a:gd name="connsiteX1" fmla="*/ 7358743 w 7358743"/>
                <a:gd name="connsiteY1" fmla="*/ 1828800 h 4049486"/>
                <a:gd name="connsiteX2" fmla="*/ 4949371 w 7358743"/>
                <a:gd name="connsiteY2" fmla="*/ 4049486 h 4049486"/>
                <a:gd name="connsiteX3" fmla="*/ 0 w 7358743"/>
                <a:gd name="connsiteY3" fmla="*/ 1451428 h 4049486"/>
                <a:gd name="connsiteX4" fmla="*/ 2249714 w 7358743"/>
                <a:gd name="connsiteY4" fmla="*/ 0 h 4049486"/>
                <a:gd name="connsiteX0" fmla="*/ 2249714 w 7358743"/>
                <a:gd name="connsiteY0" fmla="*/ 0 h 4180115"/>
                <a:gd name="connsiteX1" fmla="*/ 7358743 w 7358743"/>
                <a:gd name="connsiteY1" fmla="*/ 1828800 h 4180115"/>
                <a:gd name="connsiteX2" fmla="*/ 5065485 w 7358743"/>
                <a:gd name="connsiteY2" fmla="*/ 4180115 h 4180115"/>
                <a:gd name="connsiteX3" fmla="*/ 0 w 7358743"/>
                <a:gd name="connsiteY3" fmla="*/ 1451428 h 4180115"/>
                <a:gd name="connsiteX4" fmla="*/ 2249714 w 7358743"/>
                <a:gd name="connsiteY4" fmla="*/ 0 h 4180115"/>
                <a:gd name="connsiteX0" fmla="*/ 2351314 w 7460343"/>
                <a:gd name="connsiteY0" fmla="*/ 0 h 4180115"/>
                <a:gd name="connsiteX1" fmla="*/ 7460343 w 7460343"/>
                <a:gd name="connsiteY1" fmla="*/ 1828800 h 4180115"/>
                <a:gd name="connsiteX2" fmla="*/ 5167085 w 7460343"/>
                <a:gd name="connsiteY2" fmla="*/ 4180115 h 4180115"/>
                <a:gd name="connsiteX3" fmla="*/ 0 w 7460343"/>
                <a:gd name="connsiteY3" fmla="*/ 1480457 h 4180115"/>
                <a:gd name="connsiteX4" fmla="*/ 2351314 w 7460343"/>
                <a:gd name="connsiteY4" fmla="*/ 0 h 4180115"/>
                <a:gd name="connsiteX0" fmla="*/ 2351314 w 7460343"/>
                <a:gd name="connsiteY0" fmla="*/ 0 h 4180115"/>
                <a:gd name="connsiteX1" fmla="*/ 7460343 w 7460343"/>
                <a:gd name="connsiteY1" fmla="*/ 1828800 h 4180115"/>
                <a:gd name="connsiteX2" fmla="*/ 5167085 w 7460343"/>
                <a:gd name="connsiteY2" fmla="*/ 4180115 h 4180115"/>
                <a:gd name="connsiteX3" fmla="*/ 0 w 7460343"/>
                <a:gd name="connsiteY3" fmla="*/ 1524000 h 4180115"/>
                <a:gd name="connsiteX4" fmla="*/ 2351314 w 7460343"/>
                <a:gd name="connsiteY4" fmla="*/ 0 h 4180115"/>
                <a:gd name="connsiteX0" fmla="*/ 2322285 w 7460343"/>
                <a:gd name="connsiteY0" fmla="*/ 0 h 4194629"/>
                <a:gd name="connsiteX1" fmla="*/ 7460343 w 7460343"/>
                <a:gd name="connsiteY1" fmla="*/ 1843314 h 4194629"/>
                <a:gd name="connsiteX2" fmla="*/ 5167085 w 7460343"/>
                <a:gd name="connsiteY2" fmla="*/ 4194629 h 4194629"/>
                <a:gd name="connsiteX3" fmla="*/ 0 w 7460343"/>
                <a:gd name="connsiteY3" fmla="*/ 1538514 h 4194629"/>
                <a:gd name="connsiteX4" fmla="*/ 2322285 w 7460343"/>
                <a:gd name="connsiteY4" fmla="*/ 0 h 4194629"/>
                <a:gd name="connsiteX0" fmla="*/ 2380342 w 7518400"/>
                <a:gd name="connsiteY0" fmla="*/ 0 h 4194629"/>
                <a:gd name="connsiteX1" fmla="*/ 7518400 w 7518400"/>
                <a:gd name="connsiteY1" fmla="*/ 1843314 h 4194629"/>
                <a:gd name="connsiteX2" fmla="*/ 5225142 w 7518400"/>
                <a:gd name="connsiteY2" fmla="*/ 4194629 h 4194629"/>
                <a:gd name="connsiteX3" fmla="*/ 0 w 7518400"/>
                <a:gd name="connsiteY3" fmla="*/ 1494971 h 4194629"/>
                <a:gd name="connsiteX4" fmla="*/ 2380342 w 7518400"/>
                <a:gd name="connsiteY4" fmla="*/ 0 h 4194629"/>
                <a:gd name="connsiteX0" fmla="*/ 2380342 w 7518400"/>
                <a:gd name="connsiteY0" fmla="*/ 0 h 4194629"/>
                <a:gd name="connsiteX1" fmla="*/ 7518400 w 7518400"/>
                <a:gd name="connsiteY1" fmla="*/ 1843314 h 4194629"/>
                <a:gd name="connsiteX2" fmla="*/ 5225142 w 7518400"/>
                <a:gd name="connsiteY2" fmla="*/ 4194629 h 4194629"/>
                <a:gd name="connsiteX3" fmla="*/ 0 w 7518400"/>
                <a:gd name="connsiteY3" fmla="*/ 1509486 h 4194629"/>
                <a:gd name="connsiteX4" fmla="*/ 2380342 w 7518400"/>
                <a:gd name="connsiteY4" fmla="*/ 0 h 4194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18400" h="4194629">
                  <a:moveTo>
                    <a:pt x="2380342" y="0"/>
                  </a:moveTo>
                  <a:lnTo>
                    <a:pt x="7518400" y="1843314"/>
                  </a:lnTo>
                  <a:lnTo>
                    <a:pt x="5225142" y="4194629"/>
                  </a:lnTo>
                  <a:lnTo>
                    <a:pt x="0" y="1509486"/>
                  </a:lnTo>
                  <a:lnTo>
                    <a:pt x="2380342" y="0"/>
                  </a:lnTo>
                  <a:close/>
                </a:path>
              </a:pathLst>
            </a:custGeom>
            <a:solidFill>
              <a:srgbClr val="FFFF3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097ED51-08FC-4BFC-A971-393EA1EFBACC}"/>
                </a:ext>
              </a:extLst>
            </p:cNvPr>
            <p:cNvSpPr/>
            <p:nvPr/>
          </p:nvSpPr>
          <p:spPr>
            <a:xfrm rot="19682552">
              <a:off x="2682754" y="1388825"/>
              <a:ext cx="3328845" cy="920543"/>
            </a:xfrm>
            <a:custGeom>
              <a:avLst/>
              <a:gdLst>
                <a:gd name="connsiteX0" fmla="*/ 3328845 w 3328845"/>
                <a:gd name="connsiteY0" fmla="*/ 328510 h 920543"/>
                <a:gd name="connsiteX1" fmla="*/ 3121538 w 3328845"/>
                <a:gd name="connsiteY1" fmla="*/ 797929 h 920543"/>
                <a:gd name="connsiteX2" fmla="*/ 0 w 3328845"/>
                <a:gd name="connsiteY2" fmla="*/ 920543 h 920543"/>
                <a:gd name="connsiteX3" fmla="*/ 7222 w 3328845"/>
                <a:gd name="connsiteY3" fmla="*/ 360519 h 920543"/>
                <a:gd name="connsiteX4" fmla="*/ 3328845 w 3328845"/>
                <a:gd name="connsiteY4" fmla="*/ 328510 h 920543"/>
                <a:gd name="connsiteX5" fmla="*/ 2027209 w 3328845"/>
                <a:gd name="connsiteY5" fmla="*/ 257838 h 920543"/>
                <a:gd name="connsiteX6" fmla="*/ 1980600 w 3328845"/>
                <a:gd name="connsiteY6" fmla="*/ 248428 h 920543"/>
                <a:gd name="connsiteX7" fmla="*/ 1540999 w 3328845"/>
                <a:gd name="connsiteY7" fmla="*/ 248428 h 920543"/>
                <a:gd name="connsiteX8" fmla="*/ 1421257 w 3328845"/>
                <a:gd name="connsiteY8" fmla="*/ 368170 h 920543"/>
                <a:gd name="connsiteX9" fmla="*/ 1540999 w 3328845"/>
                <a:gd name="connsiteY9" fmla="*/ 487912 h 920543"/>
                <a:gd name="connsiteX10" fmla="*/ 1980600 w 3328845"/>
                <a:gd name="connsiteY10" fmla="*/ 487912 h 920543"/>
                <a:gd name="connsiteX11" fmla="*/ 2100342 w 3328845"/>
                <a:gd name="connsiteY11" fmla="*/ 368171 h 920543"/>
                <a:gd name="connsiteX12" fmla="*/ 2027209 w 3328845"/>
                <a:gd name="connsiteY12" fmla="*/ 257838 h 920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28845" h="920543">
                  <a:moveTo>
                    <a:pt x="3328845" y="328510"/>
                  </a:moveTo>
                  <a:lnTo>
                    <a:pt x="3121538" y="797929"/>
                  </a:lnTo>
                  <a:lnTo>
                    <a:pt x="0" y="920543"/>
                  </a:lnTo>
                  <a:lnTo>
                    <a:pt x="7222" y="360519"/>
                  </a:lnTo>
                  <a:cubicBezTo>
                    <a:pt x="1241635" y="-237968"/>
                    <a:pt x="2316761" y="22167"/>
                    <a:pt x="3328845" y="328510"/>
                  </a:cubicBezTo>
                  <a:close/>
                  <a:moveTo>
                    <a:pt x="2027209" y="257838"/>
                  </a:moveTo>
                  <a:cubicBezTo>
                    <a:pt x="2012883" y="251779"/>
                    <a:pt x="1997133" y="248428"/>
                    <a:pt x="1980600" y="248428"/>
                  </a:cubicBezTo>
                  <a:lnTo>
                    <a:pt x="1540999" y="248428"/>
                  </a:lnTo>
                  <a:cubicBezTo>
                    <a:pt x="1474868" y="248428"/>
                    <a:pt x="1421257" y="302038"/>
                    <a:pt x="1421257" y="368170"/>
                  </a:cubicBezTo>
                  <a:cubicBezTo>
                    <a:pt x="1421258" y="434302"/>
                    <a:pt x="1474867" y="487912"/>
                    <a:pt x="1540999" y="487912"/>
                  </a:cubicBezTo>
                  <a:lnTo>
                    <a:pt x="1980600" y="487912"/>
                  </a:lnTo>
                  <a:cubicBezTo>
                    <a:pt x="2046732" y="487912"/>
                    <a:pt x="2100342" y="434303"/>
                    <a:pt x="2100342" y="368171"/>
                  </a:cubicBezTo>
                  <a:cubicBezTo>
                    <a:pt x="2100343" y="318572"/>
                    <a:pt x="2070186" y="276016"/>
                    <a:pt x="2027209" y="257838"/>
                  </a:cubicBezTo>
                  <a:close/>
                </a:path>
              </a:pathLst>
            </a:cu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50989B4-CCE6-48BC-95B0-E00DEC323B8A}"/>
                </a:ext>
              </a:extLst>
            </p:cNvPr>
            <p:cNvSpPr/>
            <p:nvPr/>
          </p:nvSpPr>
          <p:spPr>
            <a:xfrm>
              <a:off x="2890155" y="2672442"/>
              <a:ext cx="5604487" cy="3208999"/>
            </a:xfrm>
            <a:custGeom>
              <a:avLst/>
              <a:gdLst>
                <a:gd name="connsiteX0" fmla="*/ 0 w 1770744"/>
                <a:gd name="connsiteY0" fmla="*/ 0 h 1262743"/>
                <a:gd name="connsiteX1" fmla="*/ 1770744 w 1770744"/>
                <a:gd name="connsiteY1" fmla="*/ 0 h 1262743"/>
                <a:gd name="connsiteX2" fmla="*/ 1770744 w 1770744"/>
                <a:gd name="connsiteY2" fmla="*/ 1262743 h 1262743"/>
                <a:gd name="connsiteX3" fmla="*/ 0 w 1770744"/>
                <a:gd name="connsiteY3" fmla="*/ 1262743 h 1262743"/>
                <a:gd name="connsiteX4" fmla="*/ 0 w 1770744"/>
                <a:gd name="connsiteY4" fmla="*/ 0 h 1262743"/>
                <a:gd name="connsiteX0" fmla="*/ 14514 w 1770744"/>
                <a:gd name="connsiteY0" fmla="*/ 0 h 1393372"/>
                <a:gd name="connsiteX1" fmla="*/ 1770744 w 1770744"/>
                <a:gd name="connsiteY1" fmla="*/ 130629 h 1393372"/>
                <a:gd name="connsiteX2" fmla="*/ 1770744 w 1770744"/>
                <a:gd name="connsiteY2" fmla="*/ 1393372 h 1393372"/>
                <a:gd name="connsiteX3" fmla="*/ 0 w 1770744"/>
                <a:gd name="connsiteY3" fmla="*/ 1393372 h 1393372"/>
                <a:gd name="connsiteX4" fmla="*/ 14514 w 1770744"/>
                <a:gd name="connsiteY4" fmla="*/ 0 h 1393372"/>
                <a:gd name="connsiteX0" fmla="*/ 0 w 1756230"/>
                <a:gd name="connsiteY0" fmla="*/ 0 h 1393372"/>
                <a:gd name="connsiteX1" fmla="*/ 1756230 w 1756230"/>
                <a:gd name="connsiteY1" fmla="*/ 130629 h 1393372"/>
                <a:gd name="connsiteX2" fmla="*/ 1756230 w 1756230"/>
                <a:gd name="connsiteY2" fmla="*/ 1393372 h 1393372"/>
                <a:gd name="connsiteX3" fmla="*/ 188686 w 1756230"/>
                <a:gd name="connsiteY3" fmla="*/ 493486 h 1393372"/>
                <a:gd name="connsiteX4" fmla="*/ 0 w 1756230"/>
                <a:gd name="connsiteY4" fmla="*/ 0 h 1393372"/>
                <a:gd name="connsiteX0" fmla="*/ 0 w 5355772"/>
                <a:gd name="connsiteY0" fmla="*/ 0 h 3483429"/>
                <a:gd name="connsiteX1" fmla="*/ 1756230 w 5355772"/>
                <a:gd name="connsiteY1" fmla="*/ 130629 h 3483429"/>
                <a:gd name="connsiteX2" fmla="*/ 5355772 w 5355772"/>
                <a:gd name="connsiteY2" fmla="*/ 3483429 h 3483429"/>
                <a:gd name="connsiteX3" fmla="*/ 188686 w 5355772"/>
                <a:gd name="connsiteY3" fmla="*/ 493486 h 3483429"/>
                <a:gd name="connsiteX4" fmla="*/ 0 w 5355772"/>
                <a:gd name="connsiteY4" fmla="*/ 0 h 3483429"/>
                <a:gd name="connsiteX0" fmla="*/ 0 w 5515430"/>
                <a:gd name="connsiteY0" fmla="*/ 0 h 3483429"/>
                <a:gd name="connsiteX1" fmla="*/ 5515430 w 5515430"/>
                <a:gd name="connsiteY1" fmla="*/ 2859315 h 3483429"/>
                <a:gd name="connsiteX2" fmla="*/ 5355772 w 5515430"/>
                <a:gd name="connsiteY2" fmla="*/ 3483429 h 3483429"/>
                <a:gd name="connsiteX3" fmla="*/ 188686 w 5515430"/>
                <a:gd name="connsiteY3" fmla="*/ 493486 h 3483429"/>
                <a:gd name="connsiteX4" fmla="*/ 0 w 5515430"/>
                <a:gd name="connsiteY4" fmla="*/ 0 h 3483429"/>
                <a:gd name="connsiteX0" fmla="*/ 0 w 5515430"/>
                <a:gd name="connsiteY0" fmla="*/ 0 h 3483429"/>
                <a:gd name="connsiteX1" fmla="*/ 5515430 w 5515430"/>
                <a:gd name="connsiteY1" fmla="*/ 2859315 h 3483429"/>
                <a:gd name="connsiteX2" fmla="*/ 5326744 w 5515430"/>
                <a:gd name="connsiteY2" fmla="*/ 3483429 h 3483429"/>
                <a:gd name="connsiteX3" fmla="*/ 188686 w 5515430"/>
                <a:gd name="connsiteY3" fmla="*/ 493486 h 3483429"/>
                <a:gd name="connsiteX4" fmla="*/ 0 w 5515430"/>
                <a:gd name="connsiteY4" fmla="*/ 0 h 3483429"/>
                <a:gd name="connsiteX0" fmla="*/ 0 w 5528130"/>
                <a:gd name="connsiteY0" fmla="*/ 0 h 3394529"/>
                <a:gd name="connsiteX1" fmla="*/ 5528130 w 5528130"/>
                <a:gd name="connsiteY1" fmla="*/ 2770415 h 3394529"/>
                <a:gd name="connsiteX2" fmla="*/ 5339444 w 5528130"/>
                <a:gd name="connsiteY2" fmla="*/ 3394529 h 3394529"/>
                <a:gd name="connsiteX3" fmla="*/ 201386 w 5528130"/>
                <a:gd name="connsiteY3" fmla="*/ 404586 h 3394529"/>
                <a:gd name="connsiteX4" fmla="*/ 0 w 5528130"/>
                <a:gd name="connsiteY4" fmla="*/ 0 h 3394529"/>
                <a:gd name="connsiteX0" fmla="*/ 0 w 5422113"/>
                <a:gd name="connsiteY0" fmla="*/ 0 h 3394529"/>
                <a:gd name="connsiteX1" fmla="*/ 5422113 w 5422113"/>
                <a:gd name="connsiteY1" fmla="*/ 2783668 h 3394529"/>
                <a:gd name="connsiteX2" fmla="*/ 5339444 w 5422113"/>
                <a:gd name="connsiteY2" fmla="*/ 3394529 h 3394529"/>
                <a:gd name="connsiteX3" fmla="*/ 201386 w 5422113"/>
                <a:gd name="connsiteY3" fmla="*/ 404586 h 3394529"/>
                <a:gd name="connsiteX4" fmla="*/ 0 w 5422113"/>
                <a:gd name="connsiteY4" fmla="*/ 0 h 3394529"/>
                <a:gd name="connsiteX0" fmla="*/ 0 w 5368773"/>
                <a:gd name="connsiteY0" fmla="*/ 0 h 3394529"/>
                <a:gd name="connsiteX1" fmla="*/ 5368773 w 5368773"/>
                <a:gd name="connsiteY1" fmla="*/ 2890348 h 3394529"/>
                <a:gd name="connsiteX2" fmla="*/ 5339444 w 5368773"/>
                <a:gd name="connsiteY2" fmla="*/ 3394529 h 3394529"/>
                <a:gd name="connsiteX3" fmla="*/ 201386 w 5368773"/>
                <a:gd name="connsiteY3" fmla="*/ 404586 h 3394529"/>
                <a:gd name="connsiteX4" fmla="*/ 0 w 5368773"/>
                <a:gd name="connsiteY4" fmla="*/ 0 h 3394529"/>
                <a:gd name="connsiteX0" fmla="*/ 0 w 5399253"/>
                <a:gd name="connsiteY0" fmla="*/ 0 h 3394529"/>
                <a:gd name="connsiteX1" fmla="*/ 5399253 w 5399253"/>
                <a:gd name="connsiteY1" fmla="*/ 2737948 h 3394529"/>
                <a:gd name="connsiteX2" fmla="*/ 5339444 w 5399253"/>
                <a:gd name="connsiteY2" fmla="*/ 3394529 h 3394529"/>
                <a:gd name="connsiteX3" fmla="*/ 201386 w 5399253"/>
                <a:gd name="connsiteY3" fmla="*/ 404586 h 3394529"/>
                <a:gd name="connsiteX4" fmla="*/ 0 w 5399253"/>
                <a:gd name="connsiteY4" fmla="*/ 0 h 3394529"/>
                <a:gd name="connsiteX0" fmla="*/ 0 w 5604487"/>
                <a:gd name="connsiteY0" fmla="*/ 0 h 3208999"/>
                <a:gd name="connsiteX1" fmla="*/ 5399253 w 5604487"/>
                <a:gd name="connsiteY1" fmla="*/ 2737948 h 3208999"/>
                <a:gd name="connsiteX2" fmla="*/ 5604487 w 5604487"/>
                <a:gd name="connsiteY2" fmla="*/ 3208999 h 3208999"/>
                <a:gd name="connsiteX3" fmla="*/ 201386 w 5604487"/>
                <a:gd name="connsiteY3" fmla="*/ 404586 h 3208999"/>
                <a:gd name="connsiteX4" fmla="*/ 0 w 5604487"/>
                <a:gd name="connsiteY4" fmla="*/ 0 h 3208999"/>
                <a:gd name="connsiteX0" fmla="*/ 0 w 5604487"/>
                <a:gd name="connsiteY0" fmla="*/ 0 h 3208999"/>
                <a:gd name="connsiteX1" fmla="*/ 5452262 w 5604487"/>
                <a:gd name="connsiteY1" fmla="*/ 2751201 h 3208999"/>
                <a:gd name="connsiteX2" fmla="*/ 5604487 w 5604487"/>
                <a:gd name="connsiteY2" fmla="*/ 3208999 h 3208999"/>
                <a:gd name="connsiteX3" fmla="*/ 201386 w 5604487"/>
                <a:gd name="connsiteY3" fmla="*/ 404586 h 3208999"/>
                <a:gd name="connsiteX4" fmla="*/ 0 w 5604487"/>
                <a:gd name="connsiteY4" fmla="*/ 0 h 3208999"/>
                <a:gd name="connsiteX0" fmla="*/ 0 w 5604487"/>
                <a:gd name="connsiteY0" fmla="*/ 0 h 3208999"/>
                <a:gd name="connsiteX1" fmla="*/ 5478766 w 5604487"/>
                <a:gd name="connsiteY1" fmla="*/ 2711444 h 3208999"/>
                <a:gd name="connsiteX2" fmla="*/ 5604487 w 5604487"/>
                <a:gd name="connsiteY2" fmla="*/ 3208999 h 3208999"/>
                <a:gd name="connsiteX3" fmla="*/ 201386 w 5604487"/>
                <a:gd name="connsiteY3" fmla="*/ 404586 h 3208999"/>
                <a:gd name="connsiteX4" fmla="*/ 0 w 5604487"/>
                <a:gd name="connsiteY4" fmla="*/ 0 h 3208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04487" h="3208999">
                  <a:moveTo>
                    <a:pt x="0" y="0"/>
                  </a:moveTo>
                  <a:lnTo>
                    <a:pt x="5478766" y="2711444"/>
                  </a:lnTo>
                  <a:lnTo>
                    <a:pt x="5604487" y="3208999"/>
                  </a:lnTo>
                  <a:lnTo>
                    <a:pt x="201386" y="4045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563EC2EA-E574-4E14-9D46-74175E2C1324}"/>
                </a:ext>
              </a:extLst>
            </p:cNvPr>
            <p:cNvSpPr/>
            <p:nvPr/>
          </p:nvSpPr>
          <p:spPr>
            <a:xfrm>
              <a:off x="5694137" y="859064"/>
              <a:ext cx="5431063" cy="2542950"/>
            </a:xfrm>
            <a:custGeom>
              <a:avLst/>
              <a:gdLst>
                <a:gd name="connsiteX0" fmla="*/ 0 w 1770744"/>
                <a:gd name="connsiteY0" fmla="*/ 0 h 1262743"/>
                <a:gd name="connsiteX1" fmla="*/ 1770744 w 1770744"/>
                <a:gd name="connsiteY1" fmla="*/ 0 h 1262743"/>
                <a:gd name="connsiteX2" fmla="*/ 1770744 w 1770744"/>
                <a:gd name="connsiteY2" fmla="*/ 1262743 h 1262743"/>
                <a:gd name="connsiteX3" fmla="*/ 0 w 1770744"/>
                <a:gd name="connsiteY3" fmla="*/ 1262743 h 1262743"/>
                <a:gd name="connsiteX4" fmla="*/ 0 w 1770744"/>
                <a:gd name="connsiteY4" fmla="*/ 0 h 1262743"/>
                <a:gd name="connsiteX0" fmla="*/ 14514 w 1770744"/>
                <a:gd name="connsiteY0" fmla="*/ 0 h 1393372"/>
                <a:gd name="connsiteX1" fmla="*/ 1770744 w 1770744"/>
                <a:gd name="connsiteY1" fmla="*/ 130629 h 1393372"/>
                <a:gd name="connsiteX2" fmla="*/ 1770744 w 1770744"/>
                <a:gd name="connsiteY2" fmla="*/ 1393372 h 1393372"/>
                <a:gd name="connsiteX3" fmla="*/ 0 w 1770744"/>
                <a:gd name="connsiteY3" fmla="*/ 1393372 h 1393372"/>
                <a:gd name="connsiteX4" fmla="*/ 14514 w 1770744"/>
                <a:gd name="connsiteY4" fmla="*/ 0 h 1393372"/>
                <a:gd name="connsiteX0" fmla="*/ 0 w 1756230"/>
                <a:gd name="connsiteY0" fmla="*/ 0 h 1393372"/>
                <a:gd name="connsiteX1" fmla="*/ 1756230 w 1756230"/>
                <a:gd name="connsiteY1" fmla="*/ 130629 h 1393372"/>
                <a:gd name="connsiteX2" fmla="*/ 1756230 w 1756230"/>
                <a:gd name="connsiteY2" fmla="*/ 1393372 h 1393372"/>
                <a:gd name="connsiteX3" fmla="*/ 188686 w 1756230"/>
                <a:gd name="connsiteY3" fmla="*/ 493486 h 1393372"/>
                <a:gd name="connsiteX4" fmla="*/ 0 w 1756230"/>
                <a:gd name="connsiteY4" fmla="*/ 0 h 1393372"/>
                <a:gd name="connsiteX0" fmla="*/ 0 w 5355772"/>
                <a:gd name="connsiteY0" fmla="*/ 0 h 3483429"/>
                <a:gd name="connsiteX1" fmla="*/ 1756230 w 5355772"/>
                <a:gd name="connsiteY1" fmla="*/ 130629 h 3483429"/>
                <a:gd name="connsiteX2" fmla="*/ 5355772 w 5355772"/>
                <a:gd name="connsiteY2" fmla="*/ 3483429 h 3483429"/>
                <a:gd name="connsiteX3" fmla="*/ 188686 w 5355772"/>
                <a:gd name="connsiteY3" fmla="*/ 493486 h 3483429"/>
                <a:gd name="connsiteX4" fmla="*/ 0 w 5355772"/>
                <a:gd name="connsiteY4" fmla="*/ 0 h 3483429"/>
                <a:gd name="connsiteX0" fmla="*/ 0 w 5515430"/>
                <a:gd name="connsiteY0" fmla="*/ 0 h 3483429"/>
                <a:gd name="connsiteX1" fmla="*/ 5515430 w 5515430"/>
                <a:gd name="connsiteY1" fmla="*/ 2859315 h 3483429"/>
                <a:gd name="connsiteX2" fmla="*/ 5355772 w 5515430"/>
                <a:gd name="connsiteY2" fmla="*/ 3483429 h 3483429"/>
                <a:gd name="connsiteX3" fmla="*/ 188686 w 5515430"/>
                <a:gd name="connsiteY3" fmla="*/ 493486 h 3483429"/>
                <a:gd name="connsiteX4" fmla="*/ 0 w 5515430"/>
                <a:gd name="connsiteY4" fmla="*/ 0 h 3483429"/>
                <a:gd name="connsiteX0" fmla="*/ 0 w 5515430"/>
                <a:gd name="connsiteY0" fmla="*/ 0 h 3483429"/>
                <a:gd name="connsiteX1" fmla="*/ 5515430 w 5515430"/>
                <a:gd name="connsiteY1" fmla="*/ 2859315 h 3483429"/>
                <a:gd name="connsiteX2" fmla="*/ 5326744 w 5515430"/>
                <a:gd name="connsiteY2" fmla="*/ 3483429 h 3483429"/>
                <a:gd name="connsiteX3" fmla="*/ 188686 w 5515430"/>
                <a:gd name="connsiteY3" fmla="*/ 493486 h 3483429"/>
                <a:gd name="connsiteX4" fmla="*/ 0 w 5515430"/>
                <a:gd name="connsiteY4" fmla="*/ 0 h 3483429"/>
                <a:gd name="connsiteX0" fmla="*/ 0 w 5355773"/>
                <a:gd name="connsiteY0" fmla="*/ 0 h 3483429"/>
                <a:gd name="connsiteX1" fmla="*/ 5355773 w 5355773"/>
                <a:gd name="connsiteY1" fmla="*/ 2859315 h 3483429"/>
                <a:gd name="connsiteX2" fmla="*/ 5167087 w 5355773"/>
                <a:gd name="connsiteY2" fmla="*/ 3483429 h 3483429"/>
                <a:gd name="connsiteX3" fmla="*/ 29029 w 5355773"/>
                <a:gd name="connsiteY3" fmla="*/ 493486 h 3483429"/>
                <a:gd name="connsiteX4" fmla="*/ 0 w 5355773"/>
                <a:gd name="connsiteY4" fmla="*/ 0 h 3483429"/>
                <a:gd name="connsiteX0" fmla="*/ 0 w 5471887"/>
                <a:gd name="connsiteY0" fmla="*/ 0 h 3483429"/>
                <a:gd name="connsiteX1" fmla="*/ 5471887 w 5471887"/>
                <a:gd name="connsiteY1" fmla="*/ 1915886 h 3483429"/>
                <a:gd name="connsiteX2" fmla="*/ 5167087 w 5471887"/>
                <a:gd name="connsiteY2" fmla="*/ 3483429 h 3483429"/>
                <a:gd name="connsiteX3" fmla="*/ 29029 w 5471887"/>
                <a:gd name="connsiteY3" fmla="*/ 493486 h 3483429"/>
                <a:gd name="connsiteX4" fmla="*/ 0 w 5471887"/>
                <a:gd name="connsiteY4" fmla="*/ 0 h 3483429"/>
                <a:gd name="connsiteX0" fmla="*/ 0 w 5471887"/>
                <a:gd name="connsiteY0" fmla="*/ 0 h 2496457"/>
                <a:gd name="connsiteX1" fmla="*/ 5471887 w 5471887"/>
                <a:gd name="connsiteY1" fmla="*/ 1915886 h 2496457"/>
                <a:gd name="connsiteX2" fmla="*/ 5428344 w 5471887"/>
                <a:gd name="connsiteY2" fmla="*/ 2496457 h 2496457"/>
                <a:gd name="connsiteX3" fmla="*/ 29029 w 5471887"/>
                <a:gd name="connsiteY3" fmla="*/ 493486 h 2496457"/>
                <a:gd name="connsiteX4" fmla="*/ 0 w 5471887"/>
                <a:gd name="connsiteY4" fmla="*/ 0 h 2496457"/>
                <a:gd name="connsiteX0" fmla="*/ 0 w 5471887"/>
                <a:gd name="connsiteY0" fmla="*/ 0 h 2496457"/>
                <a:gd name="connsiteX1" fmla="*/ 5471887 w 5471887"/>
                <a:gd name="connsiteY1" fmla="*/ 1915886 h 2496457"/>
                <a:gd name="connsiteX2" fmla="*/ 5428344 w 5471887"/>
                <a:gd name="connsiteY2" fmla="*/ 2496457 h 2496457"/>
                <a:gd name="connsiteX3" fmla="*/ 29029 w 5471887"/>
                <a:gd name="connsiteY3" fmla="*/ 493486 h 2496457"/>
                <a:gd name="connsiteX4" fmla="*/ 0 w 5471887"/>
                <a:gd name="connsiteY4" fmla="*/ 0 h 2496457"/>
                <a:gd name="connsiteX0" fmla="*/ 0 w 5471887"/>
                <a:gd name="connsiteY0" fmla="*/ 0 h 2481943"/>
                <a:gd name="connsiteX1" fmla="*/ 5471887 w 5471887"/>
                <a:gd name="connsiteY1" fmla="*/ 1915886 h 2481943"/>
                <a:gd name="connsiteX2" fmla="*/ 5370287 w 5471887"/>
                <a:gd name="connsiteY2" fmla="*/ 2481943 h 2481943"/>
                <a:gd name="connsiteX3" fmla="*/ 29029 w 5471887"/>
                <a:gd name="connsiteY3" fmla="*/ 493486 h 2481943"/>
                <a:gd name="connsiteX4" fmla="*/ 0 w 5471887"/>
                <a:gd name="connsiteY4" fmla="*/ 0 h 2481943"/>
                <a:gd name="connsiteX0" fmla="*/ 0 w 5471887"/>
                <a:gd name="connsiteY0" fmla="*/ 0 h 2409372"/>
                <a:gd name="connsiteX1" fmla="*/ 5471887 w 5471887"/>
                <a:gd name="connsiteY1" fmla="*/ 1843315 h 2409372"/>
                <a:gd name="connsiteX2" fmla="*/ 5370287 w 5471887"/>
                <a:gd name="connsiteY2" fmla="*/ 2409372 h 2409372"/>
                <a:gd name="connsiteX3" fmla="*/ 29029 w 5471887"/>
                <a:gd name="connsiteY3" fmla="*/ 420915 h 2409372"/>
                <a:gd name="connsiteX4" fmla="*/ 0 w 5471887"/>
                <a:gd name="connsiteY4" fmla="*/ 0 h 2409372"/>
                <a:gd name="connsiteX0" fmla="*/ 0 w 5522687"/>
                <a:gd name="connsiteY0" fmla="*/ 0 h 2422072"/>
                <a:gd name="connsiteX1" fmla="*/ 5522687 w 5522687"/>
                <a:gd name="connsiteY1" fmla="*/ 1856015 h 2422072"/>
                <a:gd name="connsiteX2" fmla="*/ 5421087 w 5522687"/>
                <a:gd name="connsiteY2" fmla="*/ 2422072 h 2422072"/>
                <a:gd name="connsiteX3" fmla="*/ 79829 w 5522687"/>
                <a:gd name="connsiteY3" fmla="*/ 433615 h 2422072"/>
                <a:gd name="connsiteX4" fmla="*/ 0 w 5522687"/>
                <a:gd name="connsiteY4" fmla="*/ 0 h 2422072"/>
                <a:gd name="connsiteX0" fmla="*/ 0 w 5522687"/>
                <a:gd name="connsiteY0" fmla="*/ 0 h 2422072"/>
                <a:gd name="connsiteX1" fmla="*/ 5522687 w 5522687"/>
                <a:gd name="connsiteY1" fmla="*/ 1856015 h 2422072"/>
                <a:gd name="connsiteX2" fmla="*/ 5421087 w 5522687"/>
                <a:gd name="connsiteY2" fmla="*/ 2422072 h 2422072"/>
                <a:gd name="connsiteX3" fmla="*/ 29029 w 5522687"/>
                <a:gd name="connsiteY3" fmla="*/ 471715 h 2422072"/>
                <a:gd name="connsiteX4" fmla="*/ 0 w 5522687"/>
                <a:gd name="connsiteY4" fmla="*/ 0 h 2422072"/>
                <a:gd name="connsiteX0" fmla="*/ 0 w 5560787"/>
                <a:gd name="connsiteY0" fmla="*/ 0 h 2447472"/>
                <a:gd name="connsiteX1" fmla="*/ 5560787 w 5560787"/>
                <a:gd name="connsiteY1" fmla="*/ 1881415 h 2447472"/>
                <a:gd name="connsiteX2" fmla="*/ 5459187 w 5560787"/>
                <a:gd name="connsiteY2" fmla="*/ 2447472 h 2447472"/>
                <a:gd name="connsiteX3" fmla="*/ 67129 w 5560787"/>
                <a:gd name="connsiteY3" fmla="*/ 497115 h 2447472"/>
                <a:gd name="connsiteX4" fmla="*/ 0 w 5560787"/>
                <a:gd name="connsiteY4" fmla="*/ 0 h 2447472"/>
                <a:gd name="connsiteX0" fmla="*/ 0 w 5516337"/>
                <a:gd name="connsiteY0" fmla="*/ 0 h 2469697"/>
                <a:gd name="connsiteX1" fmla="*/ 5516337 w 5516337"/>
                <a:gd name="connsiteY1" fmla="*/ 1903640 h 2469697"/>
                <a:gd name="connsiteX2" fmla="*/ 5414737 w 5516337"/>
                <a:gd name="connsiteY2" fmla="*/ 2469697 h 2469697"/>
                <a:gd name="connsiteX3" fmla="*/ 22679 w 5516337"/>
                <a:gd name="connsiteY3" fmla="*/ 519340 h 2469697"/>
                <a:gd name="connsiteX4" fmla="*/ 0 w 5516337"/>
                <a:gd name="connsiteY4" fmla="*/ 0 h 2469697"/>
                <a:gd name="connsiteX0" fmla="*/ 0 w 5509987"/>
                <a:gd name="connsiteY0" fmla="*/ 0 h 2479222"/>
                <a:gd name="connsiteX1" fmla="*/ 5509987 w 5509987"/>
                <a:gd name="connsiteY1" fmla="*/ 1913165 h 2479222"/>
                <a:gd name="connsiteX2" fmla="*/ 5408387 w 5509987"/>
                <a:gd name="connsiteY2" fmla="*/ 2479222 h 2479222"/>
                <a:gd name="connsiteX3" fmla="*/ 16329 w 5509987"/>
                <a:gd name="connsiteY3" fmla="*/ 528865 h 2479222"/>
                <a:gd name="connsiteX4" fmla="*/ 0 w 5509987"/>
                <a:gd name="connsiteY4" fmla="*/ 0 h 2479222"/>
                <a:gd name="connsiteX0" fmla="*/ 0 w 5509987"/>
                <a:gd name="connsiteY0" fmla="*/ 0 h 2479222"/>
                <a:gd name="connsiteX1" fmla="*/ 5509987 w 5509987"/>
                <a:gd name="connsiteY1" fmla="*/ 1913165 h 2479222"/>
                <a:gd name="connsiteX2" fmla="*/ 5408387 w 5509987"/>
                <a:gd name="connsiteY2" fmla="*/ 2479222 h 2479222"/>
                <a:gd name="connsiteX3" fmla="*/ 29029 w 5509987"/>
                <a:gd name="connsiteY3" fmla="*/ 544740 h 2479222"/>
                <a:gd name="connsiteX4" fmla="*/ 0 w 5509987"/>
                <a:gd name="connsiteY4" fmla="*/ 0 h 2479222"/>
                <a:gd name="connsiteX0" fmla="*/ 0 w 5509987"/>
                <a:gd name="connsiteY0" fmla="*/ 0 h 2479222"/>
                <a:gd name="connsiteX1" fmla="*/ 5509987 w 5509987"/>
                <a:gd name="connsiteY1" fmla="*/ 1913165 h 2479222"/>
                <a:gd name="connsiteX2" fmla="*/ 5408387 w 5509987"/>
                <a:gd name="connsiteY2" fmla="*/ 2479222 h 2479222"/>
                <a:gd name="connsiteX3" fmla="*/ 29029 w 5509987"/>
                <a:gd name="connsiteY3" fmla="*/ 538390 h 2479222"/>
                <a:gd name="connsiteX4" fmla="*/ 0 w 5509987"/>
                <a:gd name="connsiteY4" fmla="*/ 0 h 2479222"/>
                <a:gd name="connsiteX0" fmla="*/ 0 w 5506812"/>
                <a:gd name="connsiteY0" fmla="*/ 0 h 2485572"/>
                <a:gd name="connsiteX1" fmla="*/ 5506812 w 5506812"/>
                <a:gd name="connsiteY1" fmla="*/ 1919515 h 2485572"/>
                <a:gd name="connsiteX2" fmla="*/ 5405212 w 5506812"/>
                <a:gd name="connsiteY2" fmla="*/ 2485572 h 2485572"/>
                <a:gd name="connsiteX3" fmla="*/ 25854 w 5506812"/>
                <a:gd name="connsiteY3" fmla="*/ 544740 h 2485572"/>
                <a:gd name="connsiteX4" fmla="*/ 0 w 5506812"/>
                <a:gd name="connsiteY4" fmla="*/ 0 h 2485572"/>
                <a:gd name="connsiteX0" fmla="*/ 0 w 5503637"/>
                <a:gd name="connsiteY0" fmla="*/ 0 h 2479222"/>
                <a:gd name="connsiteX1" fmla="*/ 5503637 w 5503637"/>
                <a:gd name="connsiteY1" fmla="*/ 1913165 h 2479222"/>
                <a:gd name="connsiteX2" fmla="*/ 5402037 w 5503637"/>
                <a:gd name="connsiteY2" fmla="*/ 2479222 h 2479222"/>
                <a:gd name="connsiteX3" fmla="*/ 22679 w 5503637"/>
                <a:gd name="connsiteY3" fmla="*/ 538390 h 2479222"/>
                <a:gd name="connsiteX4" fmla="*/ 0 w 5503637"/>
                <a:gd name="connsiteY4" fmla="*/ 0 h 2479222"/>
                <a:gd name="connsiteX0" fmla="*/ 0 w 5503637"/>
                <a:gd name="connsiteY0" fmla="*/ 0 h 2479222"/>
                <a:gd name="connsiteX1" fmla="*/ 5503637 w 5503637"/>
                <a:gd name="connsiteY1" fmla="*/ 1913165 h 2479222"/>
                <a:gd name="connsiteX2" fmla="*/ 5402037 w 5503637"/>
                <a:gd name="connsiteY2" fmla="*/ 2479222 h 2479222"/>
                <a:gd name="connsiteX3" fmla="*/ 41984 w 5503637"/>
                <a:gd name="connsiteY3" fmla="*/ 532199 h 2479222"/>
                <a:gd name="connsiteX4" fmla="*/ 0 w 5503637"/>
                <a:gd name="connsiteY4" fmla="*/ 0 h 2479222"/>
                <a:gd name="connsiteX0" fmla="*/ 0 w 5503637"/>
                <a:gd name="connsiteY0" fmla="*/ 0 h 2479222"/>
                <a:gd name="connsiteX1" fmla="*/ 5503637 w 5503637"/>
                <a:gd name="connsiteY1" fmla="*/ 1913165 h 2479222"/>
                <a:gd name="connsiteX2" fmla="*/ 5402037 w 5503637"/>
                <a:gd name="connsiteY2" fmla="*/ 2479222 h 2479222"/>
                <a:gd name="connsiteX3" fmla="*/ 41984 w 5503637"/>
                <a:gd name="connsiteY3" fmla="*/ 513626 h 2479222"/>
                <a:gd name="connsiteX4" fmla="*/ 0 w 5503637"/>
                <a:gd name="connsiteY4" fmla="*/ 0 h 247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03637" h="2479222">
                  <a:moveTo>
                    <a:pt x="0" y="0"/>
                  </a:moveTo>
                  <a:lnTo>
                    <a:pt x="5503637" y="1913165"/>
                  </a:lnTo>
                  <a:lnTo>
                    <a:pt x="5402037" y="2479222"/>
                  </a:lnTo>
                  <a:lnTo>
                    <a:pt x="41984" y="5136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967D8E9-BFCB-4F26-8B94-3A6A5027701A}"/>
                </a:ext>
              </a:extLst>
            </p:cNvPr>
            <p:cNvSpPr/>
            <p:nvPr/>
          </p:nvSpPr>
          <p:spPr>
            <a:xfrm rot="19682552">
              <a:off x="7810496" y="3547729"/>
              <a:ext cx="3953126" cy="1400803"/>
            </a:xfrm>
            <a:custGeom>
              <a:avLst/>
              <a:gdLst>
                <a:gd name="connsiteX0" fmla="*/ 4320657 w 4320657"/>
                <a:gd name="connsiteY0" fmla="*/ 181844 h 1403958"/>
                <a:gd name="connsiteX1" fmla="*/ 4010203 w 4320657"/>
                <a:gd name="connsiteY1" fmla="*/ 569808 h 1403958"/>
                <a:gd name="connsiteX2" fmla="*/ 0 w 4320657"/>
                <a:gd name="connsiteY2" fmla="*/ 1403958 h 1403958"/>
                <a:gd name="connsiteX3" fmla="*/ 518105 w 4320657"/>
                <a:gd name="connsiteY3" fmla="*/ 957356 h 1403958"/>
                <a:gd name="connsiteX4" fmla="*/ 4320657 w 4320657"/>
                <a:gd name="connsiteY4" fmla="*/ 181844 h 1403958"/>
                <a:gd name="connsiteX5" fmla="*/ 2900158 w 4320657"/>
                <a:gd name="connsiteY5" fmla="*/ 330760 h 1403958"/>
                <a:gd name="connsiteX6" fmla="*/ 2802973 w 4320657"/>
                <a:gd name="connsiteY6" fmla="*/ 301353 h 1403958"/>
                <a:gd name="connsiteX7" fmla="*/ 2091067 w 4320657"/>
                <a:gd name="connsiteY7" fmla="*/ 429765 h 1403958"/>
                <a:gd name="connsiteX8" fmla="*/ 1988289 w 4320657"/>
                <a:gd name="connsiteY8" fmla="*/ 551108 h 1403958"/>
                <a:gd name="connsiteX9" fmla="*/ 2116927 w 4320657"/>
                <a:gd name="connsiteY9" fmla="*/ 685382 h 1403958"/>
                <a:gd name="connsiteX10" fmla="*/ 2785239 w 4320657"/>
                <a:gd name="connsiteY10" fmla="*/ 583661 h 1403958"/>
                <a:gd name="connsiteX11" fmla="*/ 2947745 w 4320657"/>
                <a:gd name="connsiteY11" fmla="*/ 409767 h 1403958"/>
                <a:gd name="connsiteX12" fmla="*/ 2900158 w 4320657"/>
                <a:gd name="connsiteY12" fmla="*/ 330760 h 1403958"/>
                <a:gd name="connsiteX0" fmla="*/ 4320657 w 4320657"/>
                <a:gd name="connsiteY0" fmla="*/ 235606 h 1457720"/>
                <a:gd name="connsiteX1" fmla="*/ 4010203 w 4320657"/>
                <a:gd name="connsiteY1" fmla="*/ 623570 h 1457720"/>
                <a:gd name="connsiteX2" fmla="*/ 0 w 4320657"/>
                <a:gd name="connsiteY2" fmla="*/ 1457720 h 1457720"/>
                <a:gd name="connsiteX3" fmla="*/ 417717 w 4320657"/>
                <a:gd name="connsiteY3" fmla="*/ 896102 h 1457720"/>
                <a:gd name="connsiteX4" fmla="*/ 4320657 w 4320657"/>
                <a:gd name="connsiteY4" fmla="*/ 235606 h 1457720"/>
                <a:gd name="connsiteX5" fmla="*/ 2900158 w 4320657"/>
                <a:gd name="connsiteY5" fmla="*/ 384522 h 1457720"/>
                <a:gd name="connsiteX6" fmla="*/ 2802973 w 4320657"/>
                <a:gd name="connsiteY6" fmla="*/ 355115 h 1457720"/>
                <a:gd name="connsiteX7" fmla="*/ 2091067 w 4320657"/>
                <a:gd name="connsiteY7" fmla="*/ 483527 h 1457720"/>
                <a:gd name="connsiteX8" fmla="*/ 1988289 w 4320657"/>
                <a:gd name="connsiteY8" fmla="*/ 604870 h 1457720"/>
                <a:gd name="connsiteX9" fmla="*/ 2116927 w 4320657"/>
                <a:gd name="connsiteY9" fmla="*/ 739144 h 1457720"/>
                <a:gd name="connsiteX10" fmla="*/ 2785239 w 4320657"/>
                <a:gd name="connsiteY10" fmla="*/ 637423 h 1457720"/>
                <a:gd name="connsiteX11" fmla="*/ 2947745 w 4320657"/>
                <a:gd name="connsiteY11" fmla="*/ 463529 h 1457720"/>
                <a:gd name="connsiteX12" fmla="*/ 2900158 w 4320657"/>
                <a:gd name="connsiteY12" fmla="*/ 384522 h 1457720"/>
                <a:gd name="connsiteX0" fmla="*/ 4320657 w 4320657"/>
                <a:gd name="connsiteY0" fmla="*/ 235606 h 1457720"/>
                <a:gd name="connsiteX1" fmla="*/ 4010203 w 4320657"/>
                <a:gd name="connsiteY1" fmla="*/ 623570 h 1457720"/>
                <a:gd name="connsiteX2" fmla="*/ 0 w 4320657"/>
                <a:gd name="connsiteY2" fmla="*/ 1457720 h 1457720"/>
                <a:gd name="connsiteX3" fmla="*/ 417717 w 4320657"/>
                <a:gd name="connsiteY3" fmla="*/ 896102 h 1457720"/>
                <a:gd name="connsiteX4" fmla="*/ 4320657 w 4320657"/>
                <a:gd name="connsiteY4" fmla="*/ 235606 h 1457720"/>
                <a:gd name="connsiteX5" fmla="*/ 2900158 w 4320657"/>
                <a:gd name="connsiteY5" fmla="*/ 384522 h 1457720"/>
                <a:gd name="connsiteX6" fmla="*/ 2802973 w 4320657"/>
                <a:gd name="connsiteY6" fmla="*/ 355115 h 1457720"/>
                <a:gd name="connsiteX7" fmla="*/ 2091067 w 4320657"/>
                <a:gd name="connsiteY7" fmla="*/ 483527 h 1457720"/>
                <a:gd name="connsiteX8" fmla="*/ 1988289 w 4320657"/>
                <a:gd name="connsiteY8" fmla="*/ 604870 h 1457720"/>
                <a:gd name="connsiteX9" fmla="*/ 2116927 w 4320657"/>
                <a:gd name="connsiteY9" fmla="*/ 739144 h 1457720"/>
                <a:gd name="connsiteX10" fmla="*/ 2785239 w 4320657"/>
                <a:gd name="connsiteY10" fmla="*/ 637423 h 1457720"/>
                <a:gd name="connsiteX11" fmla="*/ 2947745 w 4320657"/>
                <a:gd name="connsiteY11" fmla="*/ 463529 h 1457720"/>
                <a:gd name="connsiteX12" fmla="*/ 2900158 w 4320657"/>
                <a:gd name="connsiteY12" fmla="*/ 384522 h 1457720"/>
                <a:gd name="connsiteX0" fmla="*/ 4320657 w 4320657"/>
                <a:gd name="connsiteY0" fmla="*/ 209028 h 1431142"/>
                <a:gd name="connsiteX1" fmla="*/ 4010203 w 4320657"/>
                <a:gd name="connsiteY1" fmla="*/ 596992 h 1431142"/>
                <a:gd name="connsiteX2" fmla="*/ 0 w 4320657"/>
                <a:gd name="connsiteY2" fmla="*/ 1431142 h 1431142"/>
                <a:gd name="connsiteX3" fmla="*/ 180364 w 4320657"/>
                <a:gd name="connsiteY3" fmla="*/ 924506 h 1431142"/>
                <a:gd name="connsiteX4" fmla="*/ 4320657 w 4320657"/>
                <a:gd name="connsiteY4" fmla="*/ 209028 h 1431142"/>
                <a:gd name="connsiteX5" fmla="*/ 2900158 w 4320657"/>
                <a:gd name="connsiteY5" fmla="*/ 357944 h 1431142"/>
                <a:gd name="connsiteX6" fmla="*/ 2802973 w 4320657"/>
                <a:gd name="connsiteY6" fmla="*/ 328537 h 1431142"/>
                <a:gd name="connsiteX7" fmla="*/ 2091067 w 4320657"/>
                <a:gd name="connsiteY7" fmla="*/ 456949 h 1431142"/>
                <a:gd name="connsiteX8" fmla="*/ 1988289 w 4320657"/>
                <a:gd name="connsiteY8" fmla="*/ 578292 h 1431142"/>
                <a:gd name="connsiteX9" fmla="*/ 2116927 w 4320657"/>
                <a:gd name="connsiteY9" fmla="*/ 712566 h 1431142"/>
                <a:gd name="connsiteX10" fmla="*/ 2785239 w 4320657"/>
                <a:gd name="connsiteY10" fmla="*/ 610845 h 1431142"/>
                <a:gd name="connsiteX11" fmla="*/ 2947745 w 4320657"/>
                <a:gd name="connsiteY11" fmla="*/ 436951 h 1431142"/>
                <a:gd name="connsiteX12" fmla="*/ 2900158 w 4320657"/>
                <a:gd name="connsiteY12" fmla="*/ 357944 h 1431142"/>
                <a:gd name="connsiteX0" fmla="*/ 4320657 w 4320657"/>
                <a:gd name="connsiteY0" fmla="*/ 211015 h 1433129"/>
                <a:gd name="connsiteX1" fmla="*/ 4010203 w 4320657"/>
                <a:gd name="connsiteY1" fmla="*/ 598979 h 1433129"/>
                <a:gd name="connsiteX2" fmla="*/ 0 w 4320657"/>
                <a:gd name="connsiteY2" fmla="*/ 1433129 h 1433129"/>
                <a:gd name="connsiteX3" fmla="*/ 198622 w 4320657"/>
                <a:gd name="connsiteY3" fmla="*/ 922264 h 1433129"/>
                <a:gd name="connsiteX4" fmla="*/ 4320657 w 4320657"/>
                <a:gd name="connsiteY4" fmla="*/ 211015 h 1433129"/>
                <a:gd name="connsiteX5" fmla="*/ 2900158 w 4320657"/>
                <a:gd name="connsiteY5" fmla="*/ 359931 h 1433129"/>
                <a:gd name="connsiteX6" fmla="*/ 2802973 w 4320657"/>
                <a:gd name="connsiteY6" fmla="*/ 330524 h 1433129"/>
                <a:gd name="connsiteX7" fmla="*/ 2091067 w 4320657"/>
                <a:gd name="connsiteY7" fmla="*/ 458936 h 1433129"/>
                <a:gd name="connsiteX8" fmla="*/ 1988289 w 4320657"/>
                <a:gd name="connsiteY8" fmla="*/ 580279 h 1433129"/>
                <a:gd name="connsiteX9" fmla="*/ 2116927 w 4320657"/>
                <a:gd name="connsiteY9" fmla="*/ 714553 h 1433129"/>
                <a:gd name="connsiteX10" fmla="*/ 2785239 w 4320657"/>
                <a:gd name="connsiteY10" fmla="*/ 612832 h 1433129"/>
                <a:gd name="connsiteX11" fmla="*/ 2947745 w 4320657"/>
                <a:gd name="connsiteY11" fmla="*/ 438938 h 1433129"/>
                <a:gd name="connsiteX12" fmla="*/ 2900158 w 4320657"/>
                <a:gd name="connsiteY12" fmla="*/ 359931 h 1433129"/>
                <a:gd name="connsiteX0" fmla="*/ 4320657 w 4320657"/>
                <a:gd name="connsiteY0" fmla="*/ 211015 h 1433129"/>
                <a:gd name="connsiteX1" fmla="*/ 4010203 w 4320657"/>
                <a:gd name="connsiteY1" fmla="*/ 598979 h 1433129"/>
                <a:gd name="connsiteX2" fmla="*/ 0 w 4320657"/>
                <a:gd name="connsiteY2" fmla="*/ 1433129 h 1433129"/>
                <a:gd name="connsiteX3" fmla="*/ 198622 w 4320657"/>
                <a:gd name="connsiteY3" fmla="*/ 922264 h 1433129"/>
                <a:gd name="connsiteX4" fmla="*/ 4320657 w 4320657"/>
                <a:gd name="connsiteY4" fmla="*/ 211015 h 1433129"/>
                <a:gd name="connsiteX5" fmla="*/ 2900158 w 4320657"/>
                <a:gd name="connsiteY5" fmla="*/ 359931 h 1433129"/>
                <a:gd name="connsiteX6" fmla="*/ 2802973 w 4320657"/>
                <a:gd name="connsiteY6" fmla="*/ 330524 h 1433129"/>
                <a:gd name="connsiteX7" fmla="*/ 2091067 w 4320657"/>
                <a:gd name="connsiteY7" fmla="*/ 458936 h 1433129"/>
                <a:gd name="connsiteX8" fmla="*/ 1988289 w 4320657"/>
                <a:gd name="connsiteY8" fmla="*/ 580279 h 1433129"/>
                <a:gd name="connsiteX9" fmla="*/ 2116927 w 4320657"/>
                <a:gd name="connsiteY9" fmla="*/ 714553 h 1433129"/>
                <a:gd name="connsiteX10" fmla="*/ 2785239 w 4320657"/>
                <a:gd name="connsiteY10" fmla="*/ 612832 h 1433129"/>
                <a:gd name="connsiteX11" fmla="*/ 2947745 w 4320657"/>
                <a:gd name="connsiteY11" fmla="*/ 438938 h 1433129"/>
                <a:gd name="connsiteX12" fmla="*/ 2900158 w 4320657"/>
                <a:gd name="connsiteY12" fmla="*/ 359931 h 1433129"/>
                <a:gd name="connsiteX0" fmla="*/ 4320657 w 4320657"/>
                <a:gd name="connsiteY0" fmla="*/ 211015 h 1433129"/>
                <a:gd name="connsiteX1" fmla="*/ 4010203 w 4320657"/>
                <a:gd name="connsiteY1" fmla="*/ 598979 h 1433129"/>
                <a:gd name="connsiteX2" fmla="*/ 0 w 4320657"/>
                <a:gd name="connsiteY2" fmla="*/ 1433129 h 1433129"/>
                <a:gd name="connsiteX3" fmla="*/ 198622 w 4320657"/>
                <a:gd name="connsiteY3" fmla="*/ 922264 h 1433129"/>
                <a:gd name="connsiteX4" fmla="*/ 4320657 w 4320657"/>
                <a:gd name="connsiteY4" fmla="*/ 211015 h 1433129"/>
                <a:gd name="connsiteX5" fmla="*/ 2900158 w 4320657"/>
                <a:gd name="connsiteY5" fmla="*/ 359931 h 1433129"/>
                <a:gd name="connsiteX6" fmla="*/ 2802973 w 4320657"/>
                <a:gd name="connsiteY6" fmla="*/ 330524 h 1433129"/>
                <a:gd name="connsiteX7" fmla="*/ 2091067 w 4320657"/>
                <a:gd name="connsiteY7" fmla="*/ 458936 h 1433129"/>
                <a:gd name="connsiteX8" fmla="*/ 1988289 w 4320657"/>
                <a:gd name="connsiteY8" fmla="*/ 580279 h 1433129"/>
                <a:gd name="connsiteX9" fmla="*/ 2116927 w 4320657"/>
                <a:gd name="connsiteY9" fmla="*/ 714553 h 1433129"/>
                <a:gd name="connsiteX10" fmla="*/ 2785239 w 4320657"/>
                <a:gd name="connsiteY10" fmla="*/ 612832 h 1433129"/>
                <a:gd name="connsiteX11" fmla="*/ 2947745 w 4320657"/>
                <a:gd name="connsiteY11" fmla="*/ 438938 h 1433129"/>
                <a:gd name="connsiteX12" fmla="*/ 2900158 w 4320657"/>
                <a:gd name="connsiteY12" fmla="*/ 359931 h 1433129"/>
                <a:gd name="connsiteX0" fmla="*/ 4320657 w 4320657"/>
                <a:gd name="connsiteY0" fmla="*/ 211015 h 1433129"/>
                <a:gd name="connsiteX1" fmla="*/ 4010203 w 4320657"/>
                <a:gd name="connsiteY1" fmla="*/ 598979 h 1433129"/>
                <a:gd name="connsiteX2" fmla="*/ 0 w 4320657"/>
                <a:gd name="connsiteY2" fmla="*/ 1433129 h 1433129"/>
                <a:gd name="connsiteX3" fmla="*/ 198622 w 4320657"/>
                <a:gd name="connsiteY3" fmla="*/ 922264 h 1433129"/>
                <a:gd name="connsiteX4" fmla="*/ 4320657 w 4320657"/>
                <a:gd name="connsiteY4" fmla="*/ 211015 h 1433129"/>
                <a:gd name="connsiteX5" fmla="*/ 2900158 w 4320657"/>
                <a:gd name="connsiteY5" fmla="*/ 359931 h 1433129"/>
                <a:gd name="connsiteX6" fmla="*/ 2802973 w 4320657"/>
                <a:gd name="connsiteY6" fmla="*/ 330524 h 1433129"/>
                <a:gd name="connsiteX7" fmla="*/ 2091067 w 4320657"/>
                <a:gd name="connsiteY7" fmla="*/ 458936 h 1433129"/>
                <a:gd name="connsiteX8" fmla="*/ 1988289 w 4320657"/>
                <a:gd name="connsiteY8" fmla="*/ 580279 h 1433129"/>
                <a:gd name="connsiteX9" fmla="*/ 2116927 w 4320657"/>
                <a:gd name="connsiteY9" fmla="*/ 714553 h 1433129"/>
                <a:gd name="connsiteX10" fmla="*/ 2785239 w 4320657"/>
                <a:gd name="connsiteY10" fmla="*/ 612832 h 1433129"/>
                <a:gd name="connsiteX11" fmla="*/ 2947745 w 4320657"/>
                <a:gd name="connsiteY11" fmla="*/ 438938 h 1433129"/>
                <a:gd name="connsiteX12" fmla="*/ 2900158 w 4320657"/>
                <a:gd name="connsiteY12" fmla="*/ 359931 h 1433129"/>
                <a:gd name="connsiteX0" fmla="*/ 4298729 w 4298729"/>
                <a:gd name="connsiteY0" fmla="*/ 211015 h 1400803"/>
                <a:gd name="connsiteX1" fmla="*/ 3988275 w 4298729"/>
                <a:gd name="connsiteY1" fmla="*/ 598979 h 1400803"/>
                <a:gd name="connsiteX2" fmla="*/ 0 w 4298729"/>
                <a:gd name="connsiteY2" fmla="*/ 1400803 h 1400803"/>
                <a:gd name="connsiteX3" fmla="*/ 176694 w 4298729"/>
                <a:gd name="connsiteY3" fmla="*/ 922264 h 1400803"/>
                <a:gd name="connsiteX4" fmla="*/ 4298729 w 4298729"/>
                <a:gd name="connsiteY4" fmla="*/ 211015 h 1400803"/>
                <a:gd name="connsiteX5" fmla="*/ 2878230 w 4298729"/>
                <a:gd name="connsiteY5" fmla="*/ 359931 h 1400803"/>
                <a:gd name="connsiteX6" fmla="*/ 2781045 w 4298729"/>
                <a:gd name="connsiteY6" fmla="*/ 330524 h 1400803"/>
                <a:gd name="connsiteX7" fmla="*/ 2069139 w 4298729"/>
                <a:gd name="connsiteY7" fmla="*/ 458936 h 1400803"/>
                <a:gd name="connsiteX8" fmla="*/ 1966361 w 4298729"/>
                <a:gd name="connsiteY8" fmla="*/ 580279 h 1400803"/>
                <a:gd name="connsiteX9" fmla="*/ 2094999 w 4298729"/>
                <a:gd name="connsiteY9" fmla="*/ 714553 h 1400803"/>
                <a:gd name="connsiteX10" fmla="*/ 2763311 w 4298729"/>
                <a:gd name="connsiteY10" fmla="*/ 612832 h 1400803"/>
                <a:gd name="connsiteX11" fmla="*/ 2925817 w 4298729"/>
                <a:gd name="connsiteY11" fmla="*/ 438938 h 1400803"/>
                <a:gd name="connsiteX12" fmla="*/ 2878230 w 4298729"/>
                <a:gd name="connsiteY12" fmla="*/ 359931 h 1400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298729" h="1400803">
                  <a:moveTo>
                    <a:pt x="4298729" y="211015"/>
                  </a:moveTo>
                  <a:lnTo>
                    <a:pt x="3988275" y="598979"/>
                  </a:lnTo>
                  <a:lnTo>
                    <a:pt x="0" y="1400803"/>
                  </a:lnTo>
                  <a:cubicBezTo>
                    <a:pt x="61252" y="1227798"/>
                    <a:pt x="154076" y="950665"/>
                    <a:pt x="176694" y="922264"/>
                  </a:cubicBezTo>
                  <a:cubicBezTo>
                    <a:pt x="2094039" y="-487589"/>
                    <a:pt x="3801707" y="111940"/>
                    <a:pt x="4298729" y="211015"/>
                  </a:cubicBezTo>
                  <a:close/>
                  <a:moveTo>
                    <a:pt x="2878230" y="359931"/>
                  </a:moveTo>
                  <a:cubicBezTo>
                    <a:pt x="2850304" y="341095"/>
                    <a:pt x="2814111" y="330525"/>
                    <a:pt x="2781045" y="330524"/>
                  </a:cubicBezTo>
                  <a:lnTo>
                    <a:pt x="2069139" y="458936"/>
                  </a:lnTo>
                  <a:cubicBezTo>
                    <a:pt x="2003007" y="458936"/>
                    <a:pt x="1962051" y="537676"/>
                    <a:pt x="1966361" y="580279"/>
                  </a:cubicBezTo>
                  <a:cubicBezTo>
                    <a:pt x="1970671" y="622882"/>
                    <a:pt x="2028867" y="714553"/>
                    <a:pt x="2094999" y="714553"/>
                  </a:cubicBezTo>
                  <a:lnTo>
                    <a:pt x="2763311" y="612832"/>
                  </a:lnTo>
                  <a:cubicBezTo>
                    <a:pt x="2905033" y="592875"/>
                    <a:pt x="2928931" y="500254"/>
                    <a:pt x="2925817" y="438938"/>
                  </a:cubicBezTo>
                  <a:cubicBezTo>
                    <a:pt x="2925817" y="405872"/>
                    <a:pt x="2906157" y="378768"/>
                    <a:pt x="2878230" y="359931"/>
                  </a:cubicBezTo>
                  <a:close/>
                </a:path>
              </a:pathLst>
            </a:cu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D6F2224-B766-4A59-B238-0050C0DF58CE}"/>
              </a:ext>
            </a:extLst>
          </p:cNvPr>
          <p:cNvSpPr/>
          <p:nvPr/>
        </p:nvSpPr>
        <p:spPr>
          <a:xfrm>
            <a:off x="2714526" y="4142508"/>
            <a:ext cx="3582710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Tr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rgbClr val="92D050"/>
                </a:solidFill>
              </a:rPr>
              <a:t>ay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7460342-6C16-4604-BB12-A8F7FD271A6C}"/>
              </a:ext>
            </a:extLst>
          </p:cNvPr>
          <p:cNvSpPr/>
          <p:nvPr/>
        </p:nvSpPr>
        <p:spPr>
          <a:xfrm>
            <a:off x="293884" y="4142507"/>
            <a:ext cx="2059805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rgbClr val="92D050"/>
                </a:solidFill>
              </a:rPr>
              <a:t>ay</a:t>
            </a:r>
          </a:p>
        </p:txBody>
      </p:sp>
      <p:pic>
        <p:nvPicPr>
          <p:cNvPr id="18" name="ttsMP3.com_VoiceText_2025-4-22_18-27-2">
            <a:hlinkClick r:id="" action="ppaction://media"/>
            <a:extLst>
              <a:ext uri="{FF2B5EF4-FFF2-40B4-BE49-F238E27FC236}">
                <a16:creationId xmlns:a16="http://schemas.microsoft.com/office/drawing/2014/main" id="{CCF71A23-5DB6-43AB-BBC6-6D488686923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93866" y="502380"/>
            <a:ext cx="609600" cy="609600"/>
          </a:xfrm>
          <a:prstGeom prst="rect">
            <a:avLst/>
          </a:prstGeom>
        </p:spPr>
      </p:pic>
      <p:pic>
        <p:nvPicPr>
          <p:cNvPr id="19" name="1sec">
            <a:hlinkClick r:id="" action="ppaction://media"/>
            <a:extLst>
              <a:ext uri="{FF2B5EF4-FFF2-40B4-BE49-F238E27FC236}">
                <a16:creationId xmlns:a16="http://schemas.microsoft.com/office/drawing/2014/main" id="{642C70D4-A174-49E9-8128-7BB109D0BFE5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02223" y="502380"/>
            <a:ext cx="609600" cy="609600"/>
          </a:xfrm>
          <a:prstGeom prst="rect">
            <a:avLst/>
          </a:prstGeom>
        </p:spPr>
      </p:pic>
      <p:pic>
        <p:nvPicPr>
          <p:cNvPr id="20" name="ttsMP3.com_VoiceText_2025-4-22_18-27-51">
            <a:hlinkClick r:id="" action="ppaction://media"/>
            <a:extLst>
              <a:ext uri="{FF2B5EF4-FFF2-40B4-BE49-F238E27FC236}">
                <a16:creationId xmlns:a16="http://schemas.microsoft.com/office/drawing/2014/main" id="{F51A150D-40CE-472F-B92E-BFC636A76149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024886" y="502380"/>
            <a:ext cx="609600" cy="609600"/>
          </a:xfrm>
          <a:prstGeom prst="rect">
            <a:avLst/>
          </a:prstGeom>
        </p:spPr>
      </p:pic>
      <p:pic>
        <p:nvPicPr>
          <p:cNvPr id="21" name="1sec">
            <a:hlinkClick r:id="" action="ppaction://media"/>
            <a:extLst>
              <a:ext uri="{FF2B5EF4-FFF2-40B4-BE49-F238E27FC236}">
                <a16:creationId xmlns:a16="http://schemas.microsoft.com/office/drawing/2014/main" id="{E092C0BA-E762-485F-82C3-C79CCC2792FE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737161" y="502380"/>
            <a:ext cx="609600" cy="609600"/>
          </a:xfrm>
          <a:prstGeom prst="rect">
            <a:avLst/>
          </a:prstGeom>
        </p:spPr>
      </p:pic>
      <p:pic>
        <p:nvPicPr>
          <p:cNvPr id="22" name="1sec">
            <a:hlinkClick r:id="" action="ppaction://media"/>
            <a:extLst>
              <a:ext uri="{FF2B5EF4-FFF2-40B4-BE49-F238E27FC236}">
                <a16:creationId xmlns:a16="http://schemas.microsoft.com/office/drawing/2014/main" id="{8161868D-D5D7-4DBD-8875-959B6808F779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546633" y="535548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4716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4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4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56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60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264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3824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56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880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56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  <p:audio>
              <p:cMediaNode vol="80000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  <p:audio>
              <p:cMediaNode vol="80000" showWhenStopped="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  <p:audio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  <p:audio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2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FB3C14A2-D347-485E-BBE5-4836F4C23D7D}"/>
              </a:ext>
            </a:extLst>
          </p:cNvPr>
          <p:cNvGrpSpPr/>
          <p:nvPr/>
        </p:nvGrpSpPr>
        <p:grpSpPr>
          <a:xfrm>
            <a:off x="6746179" y="1059937"/>
            <a:ext cx="5069178" cy="5069178"/>
            <a:chOff x="6281057" y="642257"/>
            <a:chExt cx="5573486" cy="5573486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5405496-0005-41C0-AF28-4A7428E60DC7}"/>
                </a:ext>
              </a:extLst>
            </p:cNvPr>
            <p:cNvGrpSpPr/>
            <p:nvPr/>
          </p:nvGrpSpPr>
          <p:grpSpPr>
            <a:xfrm>
              <a:off x="6281057" y="642257"/>
              <a:ext cx="5573486" cy="5573486"/>
              <a:chOff x="3309257" y="642257"/>
              <a:chExt cx="5573486" cy="5573486"/>
            </a:xfrm>
          </p:grpSpPr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10C1CA23-7298-43CC-BAAA-D7F9FEB43BBD}"/>
                  </a:ext>
                </a:extLst>
              </p:cNvPr>
              <p:cNvSpPr/>
              <p:nvPr/>
            </p:nvSpPr>
            <p:spPr>
              <a:xfrm>
                <a:off x="3831319" y="642257"/>
                <a:ext cx="2642054" cy="1944915"/>
              </a:xfrm>
              <a:custGeom>
                <a:avLst/>
                <a:gdLst>
                  <a:gd name="connsiteX0" fmla="*/ 2264681 w 2642054"/>
                  <a:gd name="connsiteY0" fmla="*/ 0 h 1944915"/>
                  <a:gd name="connsiteX1" fmla="*/ 2534177 w 2642054"/>
                  <a:gd name="connsiteY1" fmla="*/ 13609 h 1944915"/>
                  <a:gd name="connsiteX2" fmla="*/ 2579411 w 2642054"/>
                  <a:gd name="connsiteY2" fmla="*/ 137197 h 1944915"/>
                  <a:gd name="connsiteX3" fmla="*/ 2642054 w 2642054"/>
                  <a:gd name="connsiteY3" fmla="*/ 551543 h 1944915"/>
                  <a:gd name="connsiteX4" fmla="*/ 1248682 w 2642054"/>
                  <a:gd name="connsiteY4" fmla="*/ 1944915 h 1944915"/>
                  <a:gd name="connsiteX5" fmla="*/ 23482 w 2642054"/>
                  <a:gd name="connsiteY5" fmla="*/ 1215707 h 1944915"/>
                  <a:gd name="connsiteX6" fmla="*/ 0 w 2642054"/>
                  <a:gd name="connsiteY6" fmla="*/ 1166960 h 1944915"/>
                  <a:gd name="connsiteX7" fmla="*/ 114295 w 2642054"/>
                  <a:gd name="connsiteY7" fmla="*/ 1014116 h 1944915"/>
                  <a:gd name="connsiteX8" fmla="*/ 2264681 w 2642054"/>
                  <a:gd name="connsiteY8" fmla="*/ 0 h 1944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42054" h="1944915">
                    <a:moveTo>
                      <a:pt x="2264681" y="0"/>
                    </a:moveTo>
                    <a:lnTo>
                      <a:pt x="2534177" y="13609"/>
                    </a:lnTo>
                    <a:lnTo>
                      <a:pt x="2579411" y="137197"/>
                    </a:lnTo>
                    <a:cubicBezTo>
                      <a:pt x="2620123" y="268089"/>
                      <a:pt x="2642054" y="407255"/>
                      <a:pt x="2642054" y="551543"/>
                    </a:cubicBezTo>
                    <a:cubicBezTo>
                      <a:pt x="2642054" y="1321081"/>
                      <a:pt x="2018220" y="1944915"/>
                      <a:pt x="1248682" y="1944915"/>
                    </a:cubicBezTo>
                    <a:cubicBezTo>
                      <a:pt x="719625" y="1944915"/>
                      <a:pt x="259435" y="1650056"/>
                      <a:pt x="23482" y="1215707"/>
                    </a:cubicBezTo>
                    <a:lnTo>
                      <a:pt x="0" y="1166960"/>
                    </a:lnTo>
                    <a:lnTo>
                      <a:pt x="114295" y="1014116"/>
                    </a:lnTo>
                    <a:cubicBezTo>
                      <a:pt x="625424" y="394770"/>
                      <a:pt x="1398951" y="0"/>
                      <a:pt x="2264681" y="0"/>
                    </a:cubicBez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DF668E47-FF9D-42D8-9152-2BE2CEBBF8A3}"/>
                  </a:ext>
                </a:extLst>
              </p:cNvPr>
              <p:cNvSpPr/>
              <p:nvPr/>
            </p:nvSpPr>
            <p:spPr>
              <a:xfrm>
                <a:off x="6473372" y="715548"/>
                <a:ext cx="2278649" cy="2187310"/>
              </a:xfrm>
              <a:custGeom>
                <a:avLst/>
                <a:gdLst>
                  <a:gd name="connsiteX0" fmla="*/ 249102 w 2278649"/>
                  <a:gd name="connsiteY0" fmla="*/ 0 h 2187310"/>
                  <a:gd name="connsiteX1" fmla="*/ 451320 w 2278649"/>
                  <a:gd name="connsiteY1" fmla="*/ 51995 h 2187310"/>
                  <a:gd name="connsiteX2" fmla="*/ 2190375 w 2278649"/>
                  <a:gd name="connsiteY2" fmla="*/ 1628726 h 2187310"/>
                  <a:gd name="connsiteX3" fmla="*/ 2278649 w 2278649"/>
                  <a:gd name="connsiteY3" fmla="*/ 1869908 h 2187310"/>
                  <a:gd name="connsiteX4" fmla="*/ 2172419 w 2278649"/>
                  <a:gd name="connsiteY4" fmla="*/ 1949344 h 2187310"/>
                  <a:gd name="connsiteX5" fmla="*/ 1393372 w 2278649"/>
                  <a:gd name="connsiteY5" fmla="*/ 2187310 h 2187310"/>
                  <a:gd name="connsiteX6" fmla="*/ 0 w 2278649"/>
                  <a:gd name="connsiteY6" fmla="*/ 793938 h 2187310"/>
                  <a:gd name="connsiteX7" fmla="*/ 237966 w 2278649"/>
                  <a:gd name="connsiteY7" fmla="*/ 14891 h 2187310"/>
                  <a:gd name="connsiteX8" fmla="*/ 249102 w 2278649"/>
                  <a:gd name="connsiteY8" fmla="*/ 0 h 2187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78649" h="2187310">
                    <a:moveTo>
                      <a:pt x="249102" y="0"/>
                    </a:moveTo>
                    <a:lnTo>
                      <a:pt x="451320" y="51995"/>
                    </a:lnTo>
                    <a:cubicBezTo>
                      <a:pt x="1236671" y="296265"/>
                      <a:pt x="1873087" y="878573"/>
                      <a:pt x="2190375" y="1628726"/>
                    </a:cubicBezTo>
                    <a:lnTo>
                      <a:pt x="2278649" y="1869908"/>
                    </a:lnTo>
                    <a:lnTo>
                      <a:pt x="2172419" y="1949344"/>
                    </a:lnTo>
                    <a:cubicBezTo>
                      <a:pt x="1950036" y="2099583"/>
                      <a:pt x="1681949" y="2187310"/>
                      <a:pt x="1393372" y="2187310"/>
                    </a:cubicBezTo>
                    <a:cubicBezTo>
                      <a:pt x="623834" y="2187310"/>
                      <a:pt x="0" y="1563476"/>
                      <a:pt x="0" y="793938"/>
                    </a:cubicBezTo>
                    <a:cubicBezTo>
                      <a:pt x="0" y="505361"/>
                      <a:pt x="87727" y="237274"/>
                      <a:pt x="237966" y="14891"/>
                    </a:cubicBezTo>
                    <a:lnTo>
                      <a:pt x="249102" y="0"/>
                    </a:ln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E09E750D-C999-4600-B629-7EE2B6029476}"/>
                  </a:ext>
                </a:extLst>
              </p:cNvPr>
              <p:cNvSpPr/>
              <p:nvPr/>
            </p:nvSpPr>
            <p:spPr>
              <a:xfrm>
                <a:off x="3309257" y="2296885"/>
                <a:ext cx="1901373" cy="2784792"/>
              </a:xfrm>
              <a:custGeom>
                <a:avLst/>
                <a:gdLst>
                  <a:gd name="connsiteX0" fmla="*/ 508001 w 1901373"/>
                  <a:gd name="connsiteY0" fmla="*/ 0 h 2784792"/>
                  <a:gd name="connsiteX1" fmla="*/ 1901373 w 1901373"/>
                  <a:gd name="connsiteY1" fmla="*/ 1393372 h 2784792"/>
                  <a:gd name="connsiteX2" fmla="*/ 1583195 w 1901373"/>
                  <a:gd name="connsiteY2" fmla="*/ 2279686 h 2784792"/>
                  <a:gd name="connsiteX3" fmla="*/ 1503774 w 1901373"/>
                  <a:gd name="connsiteY3" fmla="*/ 2367071 h 2784792"/>
                  <a:gd name="connsiteX4" fmla="*/ 1487909 w 1901373"/>
                  <a:gd name="connsiteY4" fmla="*/ 2382052 h 2784792"/>
                  <a:gd name="connsiteX5" fmla="*/ 1481721 w 1901373"/>
                  <a:gd name="connsiteY5" fmla="*/ 2389127 h 2784792"/>
                  <a:gd name="connsiteX6" fmla="*/ 1394315 w 1901373"/>
                  <a:gd name="connsiteY6" fmla="*/ 2468566 h 2784792"/>
                  <a:gd name="connsiteX7" fmla="*/ 650465 w 1901373"/>
                  <a:gd name="connsiteY7" fmla="*/ 2779550 h 2784792"/>
                  <a:gd name="connsiteX8" fmla="*/ 546660 w 1901373"/>
                  <a:gd name="connsiteY8" fmla="*/ 2784792 h 2784792"/>
                  <a:gd name="connsiteX9" fmla="*/ 475932 w 1901373"/>
                  <a:gd name="connsiteY9" fmla="*/ 2690210 h 2784792"/>
                  <a:gd name="connsiteX10" fmla="*/ 0 w 1901373"/>
                  <a:gd name="connsiteY10" fmla="*/ 1132115 h 2784792"/>
                  <a:gd name="connsiteX11" fmla="*/ 218996 w 1901373"/>
                  <a:gd name="connsiteY11" fmla="*/ 47389 h 2784792"/>
                  <a:gd name="connsiteX12" fmla="*/ 228267 w 1901373"/>
                  <a:gd name="connsiteY12" fmla="*/ 28143 h 2784792"/>
                  <a:gd name="connsiteX13" fmla="*/ 365537 w 1901373"/>
                  <a:gd name="connsiteY13" fmla="*/ 7194 h 2784792"/>
                  <a:gd name="connsiteX14" fmla="*/ 508001 w 1901373"/>
                  <a:gd name="connsiteY14" fmla="*/ 0 h 2784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901373" h="2784792">
                    <a:moveTo>
                      <a:pt x="508001" y="0"/>
                    </a:moveTo>
                    <a:cubicBezTo>
                      <a:pt x="1277539" y="0"/>
                      <a:pt x="1901373" y="623834"/>
                      <a:pt x="1901373" y="1393372"/>
                    </a:cubicBezTo>
                    <a:cubicBezTo>
                      <a:pt x="1901373" y="1730045"/>
                      <a:pt x="1781968" y="2038829"/>
                      <a:pt x="1583195" y="2279686"/>
                    </a:cubicBezTo>
                    <a:lnTo>
                      <a:pt x="1503774" y="2367071"/>
                    </a:lnTo>
                    <a:lnTo>
                      <a:pt x="1487909" y="2382052"/>
                    </a:lnTo>
                    <a:lnTo>
                      <a:pt x="1481721" y="2389127"/>
                    </a:lnTo>
                    <a:lnTo>
                      <a:pt x="1394315" y="2468566"/>
                    </a:lnTo>
                    <a:cubicBezTo>
                      <a:pt x="1187866" y="2638942"/>
                      <a:pt x="931512" y="2751009"/>
                      <a:pt x="650465" y="2779550"/>
                    </a:cubicBezTo>
                    <a:lnTo>
                      <a:pt x="546660" y="2784792"/>
                    </a:lnTo>
                    <a:lnTo>
                      <a:pt x="475932" y="2690210"/>
                    </a:lnTo>
                    <a:cubicBezTo>
                      <a:pt x="175453" y="2245443"/>
                      <a:pt x="0" y="1709269"/>
                      <a:pt x="0" y="1132115"/>
                    </a:cubicBezTo>
                    <a:cubicBezTo>
                      <a:pt x="0" y="747346"/>
                      <a:pt x="77979" y="380790"/>
                      <a:pt x="218996" y="47389"/>
                    </a:cubicBezTo>
                    <a:lnTo>
                      <a:pt x="228267" y="28143"/>
                    </a:lnTo>
                    <a:lnTo>
                      <a:pt x="365537" y="7194"/>
                    </a:lnTo>
                    <a:cubicBezTo>
                      <a:pt x="412378" y="2437"/>
                      <a:pt x="459905" y="0"/>
                      <a:pt x="508001" y="0"/>
                    </a:cubicBez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0F5A5CE1-F593-4C0A-BE99-7DFED0D1DF00}"/>
                  </a:ext>
                </a:extLst>
              </p:cNvPr>
              <p:cNvSpPr/>
              <p:nvPr/>
            </p:nvSpPr>
            <p:spPr>
              <a:xfrm>
                <a:off x="6734629" y="2902857"/>
                <a:ext cx="2148114" cy="2741581"/>
              </a:xfrm>
              <a:custGeom>
                <a:avLst/>
                <a:gdLst>
                  <a:gd name="connsiteX0" fmla="*/ 1393372 w 2148114"/>
                  <a:gd name="connsiteY0" fmla="*/ 0 h 2741581"/>
                  <a:gd name="connsiteX1" fmla="*/ 2057536 w 2148114"/>
                  <a:gd name="connsiteY1" fmla="*/ 168172 h 2741581"/>
                  <a:gd name="connsiteX2" fmla="*/ 2129225 w 2148114"/>
                  <a:gd name="connsiteY2" fmla="*/ 211725 h 2741581"/>
                  <a:gd name="connsiteX3" fmla="*/ 2133726 w 2148114"/>
                  <a:gd name="connsiteY3" fmla="*/ 241215 h 2741581"/>
                  <a:gd name="connsiteX4" fmla="*/ 2148114 w 2148114"/>
                  <a:gd name="connsiteY4" fmla="*/ 526143 h 2741581"/>
                  <a:gd name="connsiteX5" fmla="*/ 1133998 w 2148114"/>
                  <a:gd name="connsiteY5" fmla="*/ 2676529 h 2741581"/>
                  <a:gd name="connsiteX6" fmla="*/ 1047007 w 2148114"/>
                  <a:gd name="connsiteY6" fmla="*/ 2741581 h 2741581"/>
                  <a:gd name="connsiteX7" fmla="*/ 979026 w 2148114"/>
                  <a:gd name="connsiteY7" fmla="*/ 2724101 h 2741581"/>
                  <a:gd name="connsiteX8" fmla="*/ 0 w 2148114"/>
                  <a:gd name="connsiteY8" fmla="*/ 1393372 h 2741581"/>
                  <a:gd name="connsiteX9" fmla="*/ 1393372 w 2148114"/>
                  <a:gd name="connsiteY9" fmla="*/ 0 h 2741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48114" h="2741581">
                    <a:moveTo>
                      <a:pt x="1393372" y="0"/>
                    </a:moveTo>
                    <a:cubicBezTo>
                      <a:pt x="1633853" y="0"/>
                      <a:pt x="1860104" y="60921"/>
                      <a:pt x="2057536" y="168172"/>
                    </a:cubicBezTo>
                    <a:lnTo>
                      <a:pt x="2129225" y="211725"/>
                    </a:lnTo>
                    <a:lnTo>
                      <a:pt x="2133726" y="241215"/>
                    </a:lnTo>
                    <a:cubicBezTo>
                      <a:pt x="2143240" y="334897"/>
                      <a:pt x="2148114" y="429951"/>
                      <a:pt x="2148114" y="526143"/>
                    </a:cubicBezTo>
                    <a:cubicBezTo>
                      <a:pt x="2148114" y="1391873"/>
                      <a:pt x="1753344" y="2165400"/>
                      <a:pt x="1133998" y="2676529"/>
                    </a:cubicBezTo>
                    <a:lnTo>
                      <a:pt x="1047007" y="2741581"/>
                    </a:lnTo>
                    <a:lnTo>
                      <a:pt x="979026" y="2724101"/>
                    </a:lnTo>
                    <a:cubicBezTo>
                      <a:pt x="411828" y="2547684"/>
                      <a:pt x="0" y="2018622"/>
                      <a:pt x="0" y="1393372"/>
                    </a:cubicBezTo>
                    <a:cubicBezTo>
                      <a:pt x="0" y="623834"/>
                      <a:pt x="623834" y="0"/>
                      <a:pt x="1393372" y="0"/>
                    </a:cubicBez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0705B6EC-6EE6-4AD4-A51C-EB708F7CA97C}"/>
                  </a:ext>
                </a:extLst>
              </p:cNvPr>
              <p:cNvSpPr/>
              <p:nvPr/>
            </p:nvSpPr>
            <p:spPr>
              <a:xfrm>
                <a:off x="4405499" y="4270828"/>
                <a:ext cx="2681102" cy="1944915"/>
              </a:xfrm>
              <a:custGeom>
                <a:avLst/>
                <a:gdLst>
                  <a:gd name="connsiteX0" fmla="*/ 1339982 w 2681102"/>
                  <a:gd name="connsiteY0" fmla="*/ 0 h 1944915"/>
                  <a:gd name="connsiteX1" fmla="*/ 2681102 w 2681102"/>
                  <a:gd name="connsiteY1" fmla="*/ 1393372 h 1944915"/>
                  <a:gd name="connsiteX2" fmla="*/ 2653855 w 2681102"/>
                  <a:gd name="connsiteY2" fmla="*/ 1674185 h 1944915"/>
                  <a:gd name="connsiteX3" fmla="*/ 2627688 w 2681102"/>
                  <a:gd name="connsiteY3" fmla="*/ 1779920 h 1944915"/>
                  <a:gd name="connsiteX4" fmla="*/ 2519193 w 2681102"/>
                  <a:gd name="connsiteY4" fmla="*/ 1819629 h 1944915"/>
                  <a:gd name="connsiteX5" fmla="*/ 1690501 w 2681102"/>
                  <a:gd name="connsiteY5" fmla="*/ 1944915 h 1944915"/>
                  <a:gd name="connsiteX6" fmla="*/ 132406 w 2681102"/>
                  <a:gd name="connsiteY6" fmla="*/ 1468983 h 1944915"/>
                  <a:gd name="connsiteX7" fmla="*/ 0 w 2681102"/>
                  <a:gd name="connsiteY7" fmla="*/ 1369971 h 1944915"/>
                  <a:gd name="connsiteX8" fmla="*/ 5786 w 2681102"/>
                  <a:gd name="connsiteY8" fmla="*/ 1250908 h 1944915"/>
                  <a:gd name="connsiteX9" fmla="*/ 305109 w 2681102"/>
                  <a:gd name="connsiteY9" fmla="*/ 507058 h 1944915"/>
                  <a:gd name="connsiteX10" fmla="*/ 385479 w 2681102"/>
                  <a:gd name="connsiteY10" fmla="*/ 415184 h 1944915"/>
                  <a:gd name="connsiteX11" fmla="*/ 397022 w 2681102"/>
                  <a:gd name="connsiteY11" fmla="*/ 404692 h 1944915"/>
                  <a:gd name="connsiteX12" fmla="*/ 407532 w 2681102"/>
                  <a:gd name="connsiteY12" fmla="*/ 393128 h 1944915"/>
                  <a:gd name="connsiteX13" fmla="*/ 486905 w 2681102"/>
                  <a:gd name="connsiteY13" fmla="*/ 318178 h 1944915"/>
                  <a:gd name="connsiteX14" fmla="*/ 1339982 w 2681102"/>
                  <a:gd name="connsiteY14" fmla="*/ 0 h 1944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681102" h="1944915">
                    <a:moveTo>
                      <a:pt x="1339982" y="0"/>
                    </a:moveTo>
                    <a:cubicBezTo>
                      <a:pt x="2080662" y="0"/>
                      <a:pt x="2681102" y="623834"/>
                      <a:pt x="2681102" y="1393372"/>
                    </a:cubicBezTo>
                    <a:cubicBezTo>
                      <a:pt x="2681102" y="1489564"/>
                      <a:pt x="2671720" y="1583480"/>
                      <a:pt x="2653855" y="1674185"/>
                    </a:cubicBezTo>
                    <a:lnTo>
                      <a:pt x="2627688" y="1779920"/>
                    </a:lnTo>
                    <a:lnTo>
                      <a:pt x="2519193" y="1819629"/>
                    </a:lnTo>
                    <a:cubicBezTo>
                      <a:pt x="2257410" y="1901052"/>
                      <a:pt x="1979078" y="1944915"/>
                      <a:pt x="1690501" y="1944915"/>
                    </a:cubicBezTo>
                    <a:cubicBezTo>
                      <a:pt x="1113348" y="1944915"/>
                      <a:pt x="577174" y="1769462"/>
                      <a:pt x="132406" y="1468983"/>
                    </a:cubicBezTo>
                    <a:lnTo>
                      <a:pt x="0" y="1369971"/>
                    </a:lnTo>
                    <a:lnTo>
                      <a:pt x="5786" y="1250908"/>
                    </a:lnTo>
                    <a:cubicBezTo>
                      <a:pt x="33258" y="969862"/>
                      <a:pt x="141121" y="713507"/>
                      <a:pt x="305109" y="507058"/>
                    </a:cubicBezTo>
                    <a:lnTo>
                      <a:pt x="385479" y="415184"/>
                    </a:lnTo>
                    <a:lnTo>
                      <a:pt x="397022" y="404692"/>
                    </a:lnTo>
                    <a:lnTo>
                      <a:pt x="407532" y="393128"/>
                    </a:lnTo>
                    <a:lnTo>
                      <a:pt x="486905" y="318178"/>
                    </a:lnTo>
                    <a:cubicBezTo>
                      <a:pt x="718730" y="119406"/>
                      <a:pt x="1015935" y="0"/>
                      <a:pt x="1339982" y="0"/>
                    </a:cubicBez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3352B2A7-7044-496E-B877-78956BFC5AC4}"/>
                  </a:ext>
                </a:extLst>
              </p:cNvPr>
              <p:cNvSpPr/>
              <p:nvPr/>
            </p:nvSpPr>
            <p:spPr>
              <a:xfrm>
                <a:off x="3537523" y="655865"/>
                <a:ext cx="5326330" cy="5394882"/>
              </a:xfrm>
              <a:custGeom>
                <a:avLst/>
                <a:gdLst>
                  <a:gd name="connsiteX0" fmla="*/ 2827972 w 5326330"/>
                  <a:gd name="connsiteY0" fmla="*/ 0 h 5394882"/>
                  <a:gd name="connsiteX1" fmla="*/ 2843404 w 5326330"/>
                  <a:gd name="connsiteY1" fmla="*/ 779 h 5394882"/>
                  <a:gd name="connsiteX2" fmla="*/ 3120102 w 5326330"/>
                  <a:gd name="connsiteY2" fmla="*/ 43008 h 5394882"/>
                  <a:gd name="connsiteX3" fmla="*/ 3184950 w 5326330"/>
                  <a:gd name="connsiteY3" fmla="*/ 59682 h 5394882"/>
                  <a:gd name="connsiteX4" fmla="*/ 3173814 w 5326330"/>
                  <a:gd name="connsiteY4" fmla="*/ 74573 h 5394882"/>
                  <a:gd name="connsiteX5" fmla="*/ 2935848 w 5326330"/>
                  <a:gd name="connsiteY5" fmla="*/ 853620 h 5394882"/>
                  <a:gd name="connsiteX6" fmla="*/ 4329220 w 5326330"/>
                  <a:gd name="connsiteY6" fmla="*/ 2246992 h 5394882"/>
                  <a:gd name="connsiteX7" fmla="*/ 5108267 w 5326330"/>
                  <a:gd name="connsiteY7" fmla="*/ 2009026 h 5394882"/>
                  <a:gd name="connsiteX8" fmla="*/ 5214497 w 5326330"/>
                  <a:gd name="connsiteY8" fmla="*/ 1929590 h 5394882"/>
                  <a:gd name="connsiteX9" fmla="*/ 5219933 w 5326330"/>
                  <a:gd name="connsiteY9" fmla="*/ 1944442 h 5394882"/>
                  <a:gd name="connsiteX10" fmla="*/ 5288602 w 5326330"/>
                  <a:gd name="connsiteY10" fmla="*/ 2211508 h 5394882"/>
                  <a:gd name="connsiteX11" fmla="*/ 5326330 w 5326330"/>
                  <a:gd name="connsiteY11" fmla="*/ 2458716 h 5394882"/>
                  <a:gd name="connsiteX12" fmla="*/ 5254641 w 5326330"/>
                  <a:gd name="connsiteY12" fmla="*/ 2415163 h 5394882"/>
                  <a:gd name="connsiteX13" fmla="*/ 4590477 w 5326330"/>
                  <a:gd name="connsiteY13" fmla="*/ 2246991 h 5394882"/>
                  <a:gd name="connsiteX14" fmla="*/ 3197105 w 5326330"/>
                  <a:gd name="connsiteY14" fmla="*/ 3640363 h 5394882"/>
                  <a:gd name="connsiteX15" fmla="*/ 4176131 w 5326330"/>
                  <a:gd name="connsiteY15" fmla="*/ 4971092 h 5394882"/>
                  <a:gd name="connsiteX16" fmla="*/ 4244112 w 5326330"/>
                  <a:gd name="connsiteY16" fmla="*/ 4988572 h 5394882"/>
                  <a:gd name="connsiteX17" fmla="*/ 4116571 w 5326330"/>
                  <a:gd name="connsiteY17" fmla="*/ 5083945 h 5394882"/>
                  <a:gd name="connsiteX18" fmla="*/ 3643202 w 5326330"/>
                  <a:gd name="connsiteY18" fmla="*/ 5340881 h 5394882"/>
                  <a:gd name="connsiteX19" fmla="*/ 3495663 w 5326330"/>
                  <a:gd name="connsiteY19" fmla="*/ 5394882 h 5394882"/>
                  <a:gd name="connsiteX20" fmla="*/ 3521830 w 5326330"/>
                  <a:gd name="connsiteY20" fmla="*/ 5289147 h 5394882"/>
                  <a:gd name="connsiteX21" fmla="*/ 3549077 w 5326330"/>
                  <a:gd name="connsiteY21" fmla="*/ 5008334 h 5394882"/>
                  <a:gd name="connsiteX22" fmla="*/ 2207957 w 5326330"/>
                  <a:gd name="connsiteY22" fmla="*/ 3614962 h 5394882"/>
                  <a:gd name="connsiteX23" fmla="*/ 1354880 w 5326330"/>
                  <a:gd name="connsiteY23" fmla="*/ 3933140 h 5394882"/>
                  <a:gd name="connsiteX24" fmla="*/ 1275507 w 5326330"/>
                  <a:gd name="connsiteY24" fmla="*/ 4008090 h 5394882"/>
                  <a:gd name="connsiteX25" fmla="*/ 1354928 w 5326330"/>
                  <a:gd name="connsiteY25" fmla="*/ 3920705 h 5394882"/>
                  <a:gd name="connsiteX26" fmla="*/ 1673106 w 5326330"/>
                  <a:gd name="connsiteY26" fmla="*/ 3034391 h 5394882"/>
                  <a:gd name="connsiteX27" fmla="*/ 279734 w 5326330"/>
                  <a:gd name="connsiteY27" fmla="*/ 1641019 h 5394882"/>
                  <a:gd name="connsiteX28" fmla="*/ 137270 w 5326330"/>
                  <a:gd name="connsiteY28" fmla="*/ 1648213 h 5394882"/>
                  <a:gd name="connsiteX29" fmla="*/ 0 w 5326330"/>
                  <a:gd name="connsiteY29" fmla="*/ 1669162 h 5394882"/>
                  <a:gd name="connsiteX30" fmla="*/ 108078 w 5326330"/>
                  <a:gd name="connsiteY30" fmla="*/ 1444807 h 5394882"/>
                  <a:gd name="connsiteX31" fmla="*/ 247665 w 5326330"/>
                  <a:gd name="connsiteY31" fmla="*/ 1215039 h 5394882"/>
                  <a:gd name="connsiteX32" fmla="*/ 293795 w 5326330"/>
                  <a:gd name="connsiteY32" fmla="*/ 1153351 h 5394882"/>
                  <a:gd name="connsiteX33" fmla="*/ 317277 w 5326330"/>
                  <a:gd name="connsiteY33" fmla="*/ 1202098 h 5394882"/>
                  <a:gd name="connsiteX34" fmla="*/ 1542477 w 5326330"/>
                  <a:gd name="connsiteY34" fmla="*/ 1931306 h 5394882"/>
                  <a:gd name="connsiteX35" fmla="*/ 2935849 w 5326330"/>
                  <a:gd name="connsiteY35" fmla="*/ 537934 h 5394882"/>
                  <a:gd name="connsiteX36" fmla="*/ 2873206 w 5326330"/>
                  <a:gd name="connsiteY36" fmla="*/ 123588 h 5394882"/>
                  <a:gd name="connsiteX37" fmla="*/ 2827972 w 5326330"/>
                  <a:gd name="connsiteY37" fmla="*/ 0 h 5394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5326330" h="5394882">
                    <a:moveTo>
                      <a:pt x="2827972" y="0"/>
                    </a:moveTo>
                    <a:lnTo>
                      <a:pt x="2843404" y="779"/>
                    </a:lnTo>
                    <a:cubicBezTo>
                      <a:pt x="2937087" y="10293"/>
                      <a:pt x="3029397" y="24447"/>
                      <a:pt x="3120102" y="43008"/>
                    </a:cubicBezTo>
                    <a:lnTo>
                      <a:pt x="3184950" y="59682"/>
                    </a:lnTo>
                    <a:lnTo>
                      <a:pt x="3173814" y="74573"/>
                    </a:lnTo>
                    <a:cubicBezTo>
                      <a:pt x="3023575" y="296956"/>
                      <a:pt x="2935848" y="565043"/>
                      <a:pt x="2935848" y="853620"/>
                    </a:cubicBezTo>
                    <a:cubicBezTo>
                      <a:pt x="2935848" y="1623158"/>
                      <a:pt x="3559682" y="2246992"/>
                      <a:pt x="4329220" y="2246992"/>
                    </a:cubicBezTo>
                    <a:cubicBezTo>
                      <a:pt x="4617797" y="2246992"/>
                      <a:pt x="4885884" y="2159265"/>
                      <a:pt x="5108267" y="2009026"/>
                    </a:cubicBezTo>
                    <a:lnTo>
                      <a:pt x="5214497" y="1929590"/>
                    </a:lnTo>
                    <a:lnTo>
                      <a:pt x="5219933" y="1944442"/>
                    </a:lnTo>
                    <a:cubicBezTo>
                      <a:pt x="5247074" y="2031703"/>
                      <a:pt x="5270041" y="2120803"/>
                      <a:pt x="5288602" y="2211508"/>
                    </a:cubicBezTo>
                    <a:lnTo>
                      <a:pt x="5326330" y="2458716"/>
                    </a:lnTo>
                    <a:lnTo>
                      <a:pt x="5254641" y="2415163"/>
                    </a:lnTo>
                    <a:cubicBezTo>
                      <a:pt x="5057209" y="2307912"/>
                      <a:pt x="4830958" y="2246991"/>
                      <a:pt x="4590477" y="2246991"/>
                    </a:cubicBezTo>
                    <a:cubicBezTo>
                      <a:pt x="3820939" y="2246991"/>
                      <a:pt x="3197105" y="2870825"/>
                      <a:pt x="3197105" y="3640363"/>
                    </a:cubicBezTo>
                    <a:cubicBezTo>
                      <a:pt x="3197105" y="4265613"/>
                      <a:pt x="3608933" y="4794675"/>
                      <a:pt x="4176131" y="4971092"/>
                    </a:cubicBezTo>
                    <a:lnTo>
                      <a:pt x="4244112" y="4988572"/>
                    </a:lnTo>
                    <a:lnTo>
                      <a:pt x="4116571" y="5083945"/>
                    </a:lnTo>
                    <a:cubicBezTo>
                      <a:pt x="3968315" y="5184105"/>
                      <a:pt x="3809903" y="5270373"/>
                      <a:pt x="3643202" y="5340881"/>
                    </a:cubicBezTo>
                    <a:lnTo>
                      <a:pt x="3495663" y="5394882"/>
                    </a:lnTo>
                    <a:lnTo>
                      <a:pt x="3521830" y="5289147"/>
                    </a:lnTo>
                    <a:cubicBezTo>
                      <a:pt x="3539695" y="5198442"/>
                      <a:pt x="3549077" y="5104526"/>
                      <a:pt x="3549077" y="5008334"/>
                    </a:cubicBezTo>
                    <a:cubicBezTo>
                      <a:pt x="3549077" y="4238796"/>
                      <a:pt x="2948637" y="3614962"/>
                      <a:pt x="2207957" y="3614962"/>
                    </a:cubicBezTo>
                    <a:cubicBezTo>
                      <a:pt x="1883910" y="3614962"/>
                      <a:pt x="1586705" y="3734368"/>
                      <a:pt x="1354880" y="3933140"/>
                    </a:cubicBezTo>
                    <a:lnTo>
                      <a:pt x="1275507" y="4008090"/>
                    </a:lnTo>
                    <a:lnTo>
                      <a:pt x="1354928" y="3920705"/>
                    </a:lnTo>
                    <a:cubicBezTo>
                      <a:pt x="1553701" y="3679848"/>
                      <a:pt x="1673106" y="3371064"/>
                      <a:pt x="1673106" y="3034391"/>
                    </a:cubicBezTo>
                    <a:cubicBezTo>
                      <a:pt x="1673106" y="2264853"/>
                      <a:pt x="1049272" y="1641019"/>
                      <a:pt x="279734" y="1641019"/>
                    </a:cubicBezTo>
                    <a:cubicBezTo>
                      <a:pt x="231638" y="1641019"/>
                      <a:pt x="184111" y="1643456"/>
                      <a:pt x="137270" y="1648213"/>
                    </a:cubicBezTo>
                    <a:lnTo>
                      <a:pt x="0" y="1669162"/>
                    </a:lnTo>
                    <a:lnTo>
                      <a:pt x="108078" y="1444807"/>
                    </a:lnTo>
                    <a:cubicBezTo>
                      <a:pt x="150978" y="1365834"/>
                      <a:pt x="197585" y="1289167"/>
                      <a:pt x="247665" y="1215039"/>
                    </a:cubicBezTo>
                    <a:lnTo>
                      <a:pt x="293795" y="1153351"/>
                    </a:lnTo>
                    <a:lnTo>
                      <a:pt x="317277" y="1202098"/>
                    </a:lnTo>
                    <a:cubicBezTo>
                      <a:pt x="553230" y="1636447"/>
                      <a:pt x="1013420" y="1931306"/>
                      <a:pt x="1542477" y="1931306"/>
                    </a:cubicBezTo>
                    <a:cubicBezTo>
                      <a:pt x="2312015" y="1931306"/>
                      <a:pt x="2935849" y="1307472"/>
                      <a:pt x="2935849" y="537934"/>
                    </a:cubicBezTo>
                    <a:cubicBezTo>
                      <a:pt x="2935849" y="393646"/>
                      <a:pt x="2913918" y="254480"/>
                      <a:pt x="2873206" y="123588"/>
                    </a:cubicBezTo>
                    <a:lnTo>
                      <a:pt x="2827972" y="0"/>
                    </a:lnTo>
                    <a:close/>
                  </a:path>
                </a:pathLst>
              </a:custGeom>
              <a:solidFill>
                <a:schemeClr val="bg2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3569961A-FE91-4060-92BB-487E9CE001BB}"/>
                  </a:ext>
                </a:extLst>
              </p:cNvPr>
              <p:cNvSpPr/>
              <p:nvPr/>
            </p:nvSpPr>
            <p:spPr>
              <a:xfrm>
                <a:off x="4790978" y="4663956"/>
                <a:ext cx="22053" cy="22056"/>
              </a:xfrm>
              <a:custGeom>
                <a:avLst/>
                <a:gdLst>
                  <a:gd name="connsiteX0" fmla="*/ 22053 w 22053"/>
                  <a:gd name="connsiteY0" fmla="*/ 0 h 22056"/>
                  <a:gd name="connsiteX1" fmla="*/ 11543 w 22053"/>
                  <a:gd name="connsiteY1" fmla="*/ 11564 h 22056"/>
                  <a:gd name="connsiteX2" fmla="*/ 0 w 22053"/>
                  <a:gd name="connsiteY2" fmla="*/ 22056 h 22056"/>
                  <a:gd name="connsiteX3" fmla="*/ 6188 w 22053"/>
                  <a:gd name="connsiteY3" fmla="*/ 14981 h 22056"/>
                  <a:gd name="connsiteX4" fmla="*/ 22053 w 22053"/>
                  <a:gd name="connsiteY4" fmla="*/ 0 h 220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053" h="22056">
                    <a:moveTo>
                      <a:pt x="22053" y="0"/>
                    </a:moveTo>
                    <a:lnTo>
                      <a:pt x="11543" y="11564"/>
                    </a:lnTo>
                    <a:lnTo>
                      <a:pt x="0" y="22056"/>
                    </a:lnTo>
                    <a:lnTo>
                      <a:pt x="6188" y="14981"/>
                    </a:lnTo>
                    <a:lnTo>
                      <a:pt x="22053" y="0"/>
                    </a:lnTo>
                    <a:close/>
                  </a:path>
                </a:pathLst>
              </a:cu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88C453DC-EAF8-4256-A702-D25F5391F86D}"/>
                  </a:ext>
                </a:extLst>
              </p:cNvPr>
              <p:cNvSpPr/>
              <p:nvPr/>
            </p:nvSpPr>
            <p:spPr>
              <a:xfrm>
                <a:off x="3855917" y="4686012"/>
                <a:ext cx="935061" cy="954787"/>
              </a:xfrm>
              <a:custGeom>
                <a:avLst/>
                <a:gdLst>
                  <a:gd name="connsiteX0" fmla="*/ 935061 w 935061"/>
                  <a:gd name="connsiteY0" fmla="*/ 0 h 954787"/>
                  <a:gd name="connsiteX1" fmla="*/ 854691 w 935061"/>
                  <a:gd name="connsiteY1" fmla="*/ 91874 h 954787"/>
                  <a:gd name="connsiteX2" fmla="*/ 555368 w 935061"/>
                  <a:gd name="connsiteY2" fmla="*/ 835724 h 954787"/>
                  <a:gd name="connsiteX3" fmla="*/ 549582 w 935061"/>
                  <a:gd name="connsiteY3" fmla="*/ 954787 h 954787"/>
                  <a:gd name="connsiteX4" fmla="*/ 467456 w 935061"/>
                  <a:gd name="connsiteY4" fmla="*/ 893374 h 954787"/>
                  <a:gd name="connsiteX5" fmla="*/ 89697 w 935061"/>
                  <a:gd name="connsiteY5" fmla="*/ 515615 h 954787"/>
                  <a:gd name="connsiteX6" fmla="*/ 0 w 935061"/>
                  <a:gd name="connsiteY6" fmla="*/ 395665 h 954787"/>
                  <a:gd name="connsiteX7" fmla="*/ 103805 w 935061"/>
                  <a:gd name="connsiteY7" fmla="*/ 390423 h 954787"/>
                  <a:gd name="connsiteX8" fmla="*/ 847655 w 935061"/>
                  <a:gd name="connsiteY8" fmla="*/ 79439 h 954787"/>
                  <a:gd name="connsiteX9" fmla="*/ 935061 w 935061"/>
                  <a:gd name="connsiteY9" fmla="*/ 0 h 9547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35061" h="954787">
                    <a:moveTo>
                      <a:pt x="935061" y="0"/>
                    </a:moveTo>
                    <a:lnTo>
                      <a:pt x="854691" y="91874"/>
                    </a:lnTo>
                    <a:cubicBezTo>
                      <a:pt x="690703" y="298323"/>
                      <a:pt x="582840" y="554678"/>
                      <a:pt x="555368" y="835724"/>
                    </a:cubicBezTo>
                    <a:lnTo>
                      <a:pt x="549582" y="954787"/>
                    </a:lnTo>
                    <a:lnTo>
                      <a:pt x="467456" y="893374"/>
                    </a:lnTo>
                    <a:cubicBezTo>
                      <a:pt x="329823" y="779790"/>
                      <a:pt x="203281" y="653248"/>
                      <a:pt x="89697" y="515615"/>
                    </a:cubicBezTo>
                    <a:lnTo>
                      <a:pt x="0" y="395665"/>
                    </a:lnTo>
                    <a:lnTo>
                      <a:pt x="103805" y="390423"/>
                    </a:lnTo>
                    <a:cubicBezTo>
                      <a:pt x="384852" y="361882"/>
                      <a:pt x="641206" y="249815"/>
                      <a:pt x="847655" y="79439"/>
                    </a:cubicBezTo>
                    <a:lnTo>
                      <a:pt x="935061" y="0"/>
                    </a:lnTo>
                    <a:close/>
                  </a:path>
                </a:pathLst>
              </a:custGeom>
              <a:solidFill>
                <a:schemeClr val="bg2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678E774-5CB2-4CC8-ABBC-7142814D0ED7}"/>
                </a:ext>
              </a:extLst>
            </p:cNvPr>
            <p:cNvSpPr/>
            <p:nvPr/>
          </p:nvSpPr>
          <p:spPr>
            <a:xfrm>
              <a:off x="8153400" y="2362200"/>
              <a:ext cx="1790700" cy="1805215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4A8CD72-237D-4272-BBCF-F28D303611FC}"/>
              </a:ext>
            </a:extLst>
          </p:cNvPr>
          <p:cNvSpPr/>
          <p:nvPr/>
        </p:nvSpPr>
        <p:spPr>
          <a:xfrm>
            <a:off x="2645795" y="2362200"/>
            <a:ext cx="3732605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Gr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bg2">
                    <a:lumMod val="75000"/>
                  </a:schemeClr>
                </a:solidFill>
              </a:rPr>
              <a:t>ey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2220860-6529-4B09-941C-033C72C18089}"/>
              </a:ext>
            </a:extLst>
          </p:cNvPr>
          <p:cNvSpPr/>
          <p:nvPr/>
        </p:nvSpPr>
        <p:spPr>
          <a:xfrm>
            <a:off x="376643" y="2362200"/>
            <a:ext cx="1901373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 err="1">
                <a:ln>
                  <a:solidFill>
                    <a:sysClr val="windowText" lastClr="000000"/>
                  </a:solidFill>
                </a:ln>
                <a:solidFill>
                  <a:schemeClr val="bg2">
                    <a:lumMod val="75000"/>
                  </a:schemeClr>
                </a:solidFill>
              </a:rPr>
              <a:t>ey</a:t>
            </a:r>
            <a:endParaRPr lang="en-US" sz="11500" b="1" dirty="0">
              <a:ln>
                <a:solidFill>
                  <a:sysClr val="windowText" lastClr="000000"/>
                </a:solidFill>
              </a:ln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29" name="ttsMP3.com_VoiceText_2025-4-22_18-29-34">
            <a:hlinkClick r:id="" action="ppaction://media"/>
            <a:extLst>
              <a:ext uri="{FF2B5EF4-FFF2-40B4-BE49-F238E27FC236}">
                <a16:creationId xmlns:a16="http://schemas.microsoft.com/office/drawing/2014/main" id="{E6401349-47A1-4AED-A177-119FA45BE7E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93823" y="462714"/>
            <a:ext cx="609600" cy="609600"/>
          </a:xfrm>
          <a:prstGeom prst="rect">
            <a:avLst/>
          </a:prstGeom>
        </p:spPr>
      </p:pic>
      <p:pic>
        <p:nvPicPr>
          <p:cNvPr id="30" name="1sec">
            <a:hlinkClick r:id="" action="ppaction://media"/>
            <a:extLst>
              <a:ext uri="{FF2B5EF4-FFF2-40B4-BE49-F238E27FC236}">
                <a16:creationId xmlns:a16="http://schemas.microsoft.com/office/drawing/2014/main" id="{8FD0D75F-035E-4C76-AEB1-034C882A95F1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25257" y="450337"/>
            <a:ext cx="609600" cy="609600"/>
          </a:xfrm>
          <a:prstGeom prst="rect">
            <a:avLst/>
          </a:prstGeom>
        </p:spPr>
      </p:pic>
      <p:pic>
        <p:nvPicPr>
          <p:cNvPr id="31" name="ttsMP3.com_VoiceText_2025-4-22_18-30-18">
            <a:hlinkClick r:id="" action="ppaction://media"/>
            <a:extLst>
              <a:ext uri="{FF2B5EF4-FFF2-40B4-BE49-F238E27FC236}">
                <a16:creationId xmlns:a16="http://schemas.microsoft.com/office/drawing/2014/main" id="{D9DC9F1F-2A41-498A-9F95-7CA2AF6B814D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036195" y="450337"/>
            <a:ext cx="609600" cy="609600"/>
          </a:xfrm>
          <a:prstGeom prst="rect">
            <a:avLst/>
          </a:prstGeom>
        </p:spPr>
      </p:pic>
      <p:pic>
        <p:nvPicPr>
          <p:cNvPr id="32" name="1sec">
            <a:hlinkClick r:id="" action="ppaction://media"/>
            <a:extLst>
              <a:ext uri="{FF2B5EF4-FFF2-40B4-BE49-F238E27FC236}">
                <a16:creationId xmlns:a16="http://schemas.microsoft.com/office/drawing/2014/main" id="{ECEF2842-B5DA-4F70-BFBA-00372091C62D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681427" y="170101"/>
            <a:ext cx="609600" cy="609600"/>
          </a:xfrm>
          <a:prstGeom prst="rect">
            <a:avLst/>
          </a:prstGeom>
        </p:spPr>
      </p:pic>
      <p:pic>
        <p:nvPicPr>
          <p:cNvPr id="33" name="1sec">
            <a:hlinkClick r:id="" action="ppaction://media"/>
            <a:extLst>
              <a:ext uri="{FF2B5EF4-FFF2-40B4-BE49-F238E27FC236}">
                <a16:creationId xmlns:a16="http://schemas.microsoft.com/office/drawing/2014/main" id="{6E6B460F-BC7C-4850-9841-BCCF50AC49A2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304460" y="170101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9810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0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8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56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36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200" fill="hold"/>
                                        <p:tgtEl>
                                          <p:spTgt spid="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736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56" fill="hold"/>
                                        <p:tgtEl>
                                          <p:spTgt spid="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792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56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9"/>
                </p:tgtEl>
              </p:cMediaNode>
            </p:audio>
            <p:audio>
              <p:cMediaNode vol="80000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0"/>
                </p:tgtEl>
              </p:cMediaNode>
            </p:audio>
            <p:audio>
              <p:cMediaNode vol="80000" showWhenStopped="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1"/>
                </p:tgtEl>
              </p:cMediaNode>
            </p:audio>
            <p:audio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2"/>
                </p:tgtEl>
              </p:cMediaNode>
            </p:audio>
            <p:audio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3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6C38C881-1D2E-4D91-B010-8C2BD6C6164A}"/>
              </a:ext>
            </a:extLst>
          </p:cNvPr>
          <p:cNvGrpSpPr/>
          <p:nvPr/>
        </p:nvGrpSpPr>
        <p:grpSpPr>
          <a:xfrm>
            <a:off x="2289240" y="2855317"/>
            <a:ext cx="9145615" cy="3305076"/>
            <a:chOff x="3458811" y="2784077"/>
            <a:chExt cx="6367814" cy="2301224"/>
          </a:xfrm>
        </p:grpSpPr>
        <p:sp>
          <p:nvSpPr>
            <p:cNvPr id="18" name="Rectangle 16">
              <a:extLst>
                <a:ext uri="{FF2B5EF4-FFF2-40B4-BE49-F238E27FC236}">
                  <a16:creationId xmlns:a16="http://schemas.microsoft.com/office/drawing/2014/main" id="{34CDF642-BF3F-44E7-B54C-C13CBC5DAFD7}"/>
                </a:ext>
              </a:extLst>
            </p:cNvPr>
            <p:cNvSpPr/>
            <p:nvPr/>
          </p:nvSpPr>
          <p:spPr>
            <a:xfrm>
              <a:off x="3911128" y="2784077"/>
              <a:ext cx="5375747" cy="1749182"/>
            </a:xfrm>
            <a:custGeom>
              <a:avLst/>
              <a:gdLst>
                <a:gd name="connsiteX0" fmla="*/ 0 w 1281804"/>
                <a:gd name="connsiteY0" fmla="*/ 0 h 361950"/>
                <a:gd name="connsiteX1" fmla="*/ 1281804 w 1281804"/>
                <a:gd name="connsiteY1" fmla="*/ 0 h 361950"/>
                <a:gd name="connsiteX2" fmla="*/ 1281804 w 1281804"/>
                <a:gd name="connsiteY2" fmla="*/ 361950 h 361950"/>
                <a:gd name="connsiteX3" fmla="*/ 0 w 1281804"/>
                <a:gd name="connsiteY3" fmla="*/ 361950 h 361950"/>
                <a:gd name="connsiteX4" fmla="*/ 0 w 1281804"/>
                <a:gd name="connsiteY4" fmla="*/ 0 h 361950"/>
                <a:gd name="connsiteX0" fmla="*/ 0 w 5958579"/>
                <a:gd name="connsiteY0" fmla="*/ 1266825 h 1628775"/>
                <a:gd name="connsiteX1" fmla="*/ 5958579 w 5958579"/>
                <a:gd name="connsiteY1" fmla="*/ 0 h 1628775"/>
                <a:gd name="connsiteX2" fmla="*/ 1281804 w 5958579"/>
                <a:gd name="connsiteY2" fmla="*/ 1628775 h 1628775"/>
                <a:gd name="connsiteX3" fmla="*/ 0 w 5958579"/>
                <a:gd name="connsiteY3" fmla="*/ 1628775 h 1628775"/>
                <a:gd name="connsiteX4" fmla="*/ 0 w 5958579"/>
                <a:gd name="connsiteY4" fmla="*/ 1266825 h 1628775"/>
                <a:gd name="connsiteX0" fmla="*/ 0 w 6015729"/>
                <a:gd name="connsiteY0" fmla="*/ 1266825 h 1628775"/>
                <a:gd name="connsiteX1" fmla="*/ 5958579 w 6015729"/>
                <a:gd name="connsiteY1" fmla="*/ 0 h 1628775"/>
                <a:gd name="connsiteX2" fmla="*/ 6015729 w 6015729"/>
                <a:gd name="connsiteY2" fmla="*/ 114300 h 1628775"/>
                <a:gd name="connsiteX3" fmla="*/ 0 w 6015729"/>
                <a:gd name="connsiteY3" fmla="*/ 1628775 h 1628775"/>
                <a:gd name="connsiteX4" fmla="*/ 0 w 6015729"/>
                <a:gd name="connsiteY4" fmla="*/ 1266825 h 1628775"/>
                <a:gd name="connsiteX0" fmla="*/ 85725 w 6015729"/>
                <a:gd name="connsiteY0" fmla="*/ 1219200 h 1628775"/>
                <a:gd name="connsiteX1" fmla="*/ 5958579 w 6015729"/>
                <a:gd name="connsiteY1" fmla="*/ 0 h 1628775"/>
                <a:gd name="connsiteX2" fmla="*/ 6015729 w 6015729"/>
                <a:gd name="connsiteY2" fmla="*/ 114300 h 1628775"/>
                <a:gd name="connsiteX3" fmla="*/ 0 w 6015729"/>
                <a:gd name="connsiteY3" fmla="*/ 1628775 h 1628775"/>
                <a:gd name="connsiteX4" fmla="*/ 85725 w 6015729"/>
                <a:gd name="connsiteY4" fmla="*/ 1219200 h 1628775"/>
                <a:gd name="connsiteX0" fmla="*/ 104775 w 6034779"/>
                <a:gd name="connsiteY0" fmla="*/ 1219200 h 1314450"/>
                <a:gd name="connsiteX1" fmla="*/ 5977629 w 6034779"/>
                <a:gd name="connsiteY1" fmla="*/ 0 h 1314450"/>
                <a:gd name="connsiteX2" fmla="*/ 6034779 w 6034779"/>
                <a:gd name="connsiteY2" fmla="*/ 114300 h 1314450"/>
                <a:gd name="connsiteX3" fmla="*/ 0 w 6034779"/>
                <a:gd name="connsiteY3" fmla="*/ 1314450 h 1314450"/>
                <a:gd name="connsiteX4" fmla="*/ 104775 w 6034779"/>
                <a:gd name="connsiteY4" fmla="*/ 1219200 h 1314450"/>
                <a:gd name="connsiteX0" fmla="*/ 104775 w 6034779"/>
                <a:gd name="connsiteY0" fmla="*/ 1219200 h 1938666"/>
                <a:gd name="connsiteX1" fmla="*/ 5977629 w 6034779"/>
                <a:gd name="connsiteY1" fmla="*/ 0 h 1938666"/>
                <a:gd name="connsiteX2" fmla="*/ 6034779 w 6034779"/>
                <a:gd name="connsiteY2" fmla="*/ 114300 h 1938666"/>
                <a:gd name="connsiteX3" fmla="*/ 0 w 6034779"/>
                <a:gd name="connsiteY3" fmla="*/ 1314450 h 1938666"/>
                <a:gd name="connsiteX4" fmla="*/ 104775 w 6034779"/>
                <a:gd name="connsiteY4" fmla="*/ 1219200 h 1938666"/>
                <a:gd name="connsiteX0" fmla="*/ 104775 w 6034779"/>
                <a:gd name="connsiteY0" fmla="*/ 1219200 h 1940026"/>
                <a:gd name="connsiteX1" fmla="*/ 5977629 w 6034779"/>
                <a:gd name="connsiteY1" fmla="*/ 0 h 1940026"/>
                <a:gd name="connsiteX2" fmla="*/ 6034779 w 6034779"/>
                <a:gd name="connsiteY2" fmla="*/ 114300 h 1940026"/>
                <a:gd name="connsiteX3" fmla="*/ 0 w 6034779"/>
                <a:gd name="connsiteY3" fmla="*/ 1314450 h 1940026"/>
                <a:gd name="connsiteX4" fmla="*/ 104775 w 6034779"/>
                <a:gd name="connsiteY4" fmla="*/ 1219200 h 1940026"/>
                <a:gd name="connsiteX0" fmla="*/ 104775 w 6034779"/>
                <a:gd name="connsiteY0" fmla="*/ 1238250 h 1959076"/>
                <a:gd name="connsiteX1" fmla="*/ 5968104 w 6034779"/>
                <a:gd name="connsiteY1" fmla="*/ 0 h 1959076"/>
                <a:gd name="connsiteX2" fmla="*/ 6034779 w 6034779"/>
                <a:gd name="connsiteY2" fmla="*/ 133350 h 1959076"/>
                <a:gd name="connsiteX3" fmla="*/ 0 w 6034779"/>
                <a:gd name="connsiteY3" fmla="*/ 1333500 h 1959076"/>
                <a:gd name="connsiteX4" fmla="*/ 104775 w 6034779"/>
                <a:gd name="connsiteY4" fmla="*/ 1238250 h 1959076"/>
                <a:gd name="connsiteX0" fmla="*/ 104775 w 6034779"/>
                <a:gd name="connsiteY0" fmla="*/ 1238250 h 1959076"/>
                <a:gd name="connsiteX1" fmla="*/ 5968104 w 6034779"/>
                <a:gd name="connsiteY1" fmla="*/ 0 h 1959076"/>
                <a:gd name="connsiteX2" fmla="*/ 6034779 w 6034779"/>
                <a:gd name="connsiteY2" fmla="*/ 133350 h 1959076"/>
                <a:gd name="connsiteX3" fmla="*/ 0 w 6034779"/>
                <a:gd name="connsiteY3" fmla="*/ 1333500 h 1959076"/>
                <a:gd name="connsiteX4" fmla="*/ 104775 w 6034779"/>
                <a:gd name="connsiteY4" fmla="*/ 1238250 h 1959076"/>
                <a:gd name="connsiteX0" fmla="*/ 104775 w 6034779"/>
                <a:gd name="connsiteY0" fmla="*/ 1238250 h 1959076"/>
                <a:gd name="connsiteX1" fmla="*/ 5968104 w 6034779"/>
                <a:gd name="connsiteY1" fmla="*/ 0 h 1959076"/>
                <a:gd name="connsiteX2" fmla="*/ 6034779 w 6034779"/>
                <a:gd name="connsiteY2" fmla="*/ 133350 h 1959076"/>
                <a:gd name="connsiteX3" fmla="*/ 0 w 6034779"/>
                <a:gd name="connsiteY3" fmla="*/ 1333500 h 1959076"/>
                <a:gd name="connsiteX4" fmla="*/ 104775 w 6034779"/>
                <a:gd name="connsiteY4" fmla="*/ 1238250 h 1959076"/>
                <a:gd name="connsiteX0" fmla="*/ 104775 w 6034779"/>
                <a:gd name="connsiteY0" fmla="*/ 1238250 h 1959076"/>
                <a:gd name="connsiteX1" fmla="*/ 5968104 w 6034779"/>
                <a:gd name="connsiteY1" fmla="*/ 0 h 1959076"/>
                <a:gd name="connsiteX2" fmla="*/ 6034779 w 6034779"/>
                <a:gd name="connsiteY2" fmla="*/ 133350 h 1959076"/>
                <a:gd name="connsiteX3" fmla="*/ 0 w 6034779"/>
                <a:gd name="connsiteY3" fmla="*/ 1333500 h 1959076"/>
                <a:gd name="connsiteX4" fmla="*/ 104775 w 6034779"/>
                <a:gd name="connsiteY4" fmla="*/ 1238250 h 1959076"/>
                <a:gd name="connsiteX0" fmla="*/ 104775 w 6034779"/>
                <a:gd name="connsiteY0" fmla="*/ 1238250 h 1959076"/>
                <a:gd name="connsiteX1" fmla="*/ 5968104 w 6034779"/>
                <a:gd name="connsiteY1" fmla="*/ 0 h 1959076"/>
                <a:gd name="connsiteX2" fmla="*/ 6034779 w 6034779"/>
                <a:gd name="connsiteY2" fmla="*/ 133350 h 1959076"/>
                <a:gd name="connsiteX3" fmla="*/ 0 w 6034779"/>
                <a:gd name="connsiteY3" fmla="*/ 1333500 h 1959076"/>
                <a:gd name="connsiteX4" fmla="*/ 104775 w 6034779"/>
                <a:gd name="connsiteY4" fmla="*/ 1238250 h 1959076"/>
                <a:gd name="connsiteX0" fmla="*/ 104775 w 6034779"/>
                <a:gd name="connsiteY0" fmla="*/ 1238250 h 1959076"/>
                <a:gd name="connsiteX1" fmla="*/ 5968104 w 6034779"/>
                <a:gd name="connsiteY1" fmla="*/ 0 h 1959076"/>
                <a:gd name="connsiteX2" fmla="*/ 6034779 w 6034779"/>
                <a:gd name="connsiteY2" fmla="*/ 133350 h 1959076"/>
                <a:gd name="connsiteX3" fmla="*/ 0 w 6034779"/>
                <a:gd name="connsiteY3" fmla="*/ 1333500 h 1959076"/>
                <a:gd name="connsiteX4" fmla="*/ 104775 w 6034779"/>
                <a:gd name="connsiteY4" fmla="*/ 1238250 h 1959076"/>
                <a:gd name="connsiteX0" fmla="*/ 104775 w 6034779"/>
                <a:gd name="connsiteY0" fmla="*/ 1238250 h 1959076"/>
                <a:gd name="connsiteX1" fmla="*/ 5968104 w 6034779"/>
                <a:gd name="connsiteY1" fmla="*/ 0 h 1959076"/>
                <a:gd name="connsiteX2" fmla="*/ 6034779 w 6034779"/>
                <a:gd name="connsiteY2" fmla="*/ 133350 h 1959076"/>
                <a:gd name="connsiteX3" fmla="*/ 0 w 6034779"/>
                <a:gd name="connsiteY3" fmla="*/ 1333500 h 1959076"/>
                <a:gd name="connsiteX4" fmla="*/ 104775 w 6034779"/>
                <a:gd name="connsiteY4" fmla="*/ 1238250 h 1959076"/>
                <a:gd name="connsiteX0" fmla="*/ 104775 w 6022079"/>
                <a:gd name="connsiteY0" fmla="*/ 1238250 h 1965194"/>
                <a:gd name="connsiteX1" fmla="*/ 5968104 w 6022079"/>
                <a:gd name="connsiteY1" fmla="*/ 0 h 1965194"/>
                <a:gd name="connsiteX2" fmla="*/ 6022079 w 6022079"/>
                <a:gd name="connsiteY2" fmla="*/ 171450 h 1965194"/>
                <a:gd name="connsiteX3" fmla="*/ 0 w 6022079"/>
                <a:gd name="connsiteY3" fmla="*/ 1333500 h 1965194"/>
                <a:gd name="connsiteX4" fmla="*/ 104775 w 6022079"/>
                <a:gd name="connsiteY4" fmla="*/ 1238250 h 1965194"/>
                <a:gd name="connsiteX0" fmla="*/ 104775 w 6022079"/>
                <a:gd name="connsiteY0" fmla="*/ 1238250 h 1961102"/>
                <a:gd name="connsiteX1" fmla="*/ 5968104 w 6022079"/>
                <a:gd name="connsiteY1" fmla="*/ 0 h 1961102"/>
                <a:gd name="connsiteX2" fmla="*/ 6022079 w 6022079"/>
                <a:gd name="connsiteY2" fmla="*/ 146050 h 1961102"/>
                <a:gd name="connsiteX3" fmla="*/ 0 w 6022079"/>
                <a:gd name="connsiteY3" fmla="*/ 1333500 h 1961102"/>
                <a:gd name="connsiteX4" fmla="*/ 104775 w 6022079"/>
                <a:gd name="connsiteY4" fmla="*/ 1238250 h 1961102"/>
                <a:gd name="connsiteX0" fmla="*/ 104775 w 6022079"/>
                <a:gd name="connsiteY0" fmla="*/ 1238250 h 1961102"/>
                <a:gd name="connsiteX1" fmla="*/ 5968104 w 6022079"/>
                <a:gd name="connsiteY1" fmla="*/ 0 h 1961102"/>
                <a:gd name="connsiteX2" fmla="*/ 6022079 w 6022079"/>
                <a:gd name="connsiteY2" fmla="*/ 146050 h 1961102"/>
                <a:gd name="connsiteX3" fmla="*/ 0 w 6022079"/>
                <a:gd name="connsiteY3" fmla="*/ 1333500 h 1961102"/>
                <a:gd name="connsiteX4" fmla="*/ 104775 w 6022079"/>
                <a:gd name="connsiteY4" fmla="*/ 1238250 h 1961102"/>
                <a:gd name="connsiteX0" fmla="*/ 60325 w 6022079"/>
                <a:gd name="connsiteY0" fmla="*/ 1206500 h 1961102"/>
                <a:gd name="connsiteX1" fmla="*/ 5968104 w 6022079"/>
                <a:gd name="connsiteY1" fmla="*/ 0 h 1961102"/>
                <a:gd name="connsiteX2" fmla="*/ 6022079 w 6022079"/>
                <a:gd name="connsiteY2" fmla="*/ 146050 h 1961102"/>
                <a:gd name="connsiteX3" fmla="*/ 0 w 6022079"/>
                <a:gd name="connsiteY3" fmla="*/ 1333500 h 1961102"/>
                <a:gd name="connsiteX4" fmla="*/ 60325 w 6022079"/>
                <a:gd name="connsiteY4" fmla="*/ 1206500 h 1961102"/>
                <a:gd name="connsiteX0" fmla="*/ 66675 w 6022079"/>
                <a:gd name="connsiteY0" fmla="*/ 1231900 h 1961102"/>
                <a:gd name="connsiteX1" fmla="*/ 5968104 w 6022079"/>
                <a:gd name="connsiteY1" fmla="*/ 0 h 1961102"/>
                <a:gd name="connsiteX2" fmla="*/ 6022079 w 6022079"/>
                <a:gd name="connsiteY2" fmla="*/ 146050 h 1961102"/>
                <a:gd name="connsiteX3" fmla="*/ 0 w 6022079"/>
                <a:gd name="connsiteY3" fmla="*/ 1333500 h 1961102"/>
                <a:gd name="connsiteX4" fmla="*/ 66675 w 6022079"/>
                <a:gd name="connsiteY4" fmla="*/ 1231900 h 1961102"/>
                <a:gd name="connsiteX0" fmla="*/ 66675 w 6022079"/>
                <a:gd name="connsiteY0" fmla="*/ 1231900 h 1961102"/>
                <a:gd name="connsiteX1" fmla="*/ 5968104 w 6022079"/>
                <a:gd name="connsiteY1" fmla="*/ 0 h 1961102"/>
                <a:gd name="connsiteX2" fmla="*/ 6022079 w 6022079"/>
                <a:gd name="connsiteY2" fmla="*/ 146050 h 1961102"/>
                <a:gd name="connsiteX3" fmla="*/ 0 w 6022079"/>
                <a:gd name="connsiteY3" fmla="*/ 1333500 h 1961102"/>
                <a:gd name="connsiteX4" fmla="*/ 66675 w 6022079"/>
                <a:gd name="connsiteY4" fmla="*/ 1231900 h 1961102"/>
                <a:gd name="connsiteX0" fmla="*/ 71635 w 6027039"/>
                <a:gd name="connsiteY0" fmla="*/ 1231900 h 1961102"/>
                <a:gd name="connsiteX1" fmla="*/ 5973064 w 6027039"/>
                <a:gd name="connsiteY1" fmla="*/ 0 h 1961102"/>
                <a:gd name="connsiteX2" fmla="*/ 6027039 w 6027039"/>
                <a:gd name="connsiteY2" fmla="*/ 146050 h 1961102"/>
                <a:gd name="connsiteX3" fmla="*/ 4960 w 6027039"/>
                <a:gd name="connsiteY3" fmla="*/ 1333500 h 1961102"/>
                <a:gd name="connsiteX4" fmla="*/ 71635 w 6027039"/>
                <a:gd name="connsiteY4" fmla="*/ 1231900 h 1961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27039" h="1961102">
                  <a:moveTo>
                    <a:pt x="71635" y="1231900"/>
                  </a:moveTo>
                  <a:cubicBezTo>
                    <a:pt x="3140503" y="2876550"/>
                    <a:pt x="4933021" y="412750"/>
                    <a:pt x="5973064" y="0"/>
                  </a:cubicBezTo>
                  <a:cubicBezTo>
                    <a:pt x="6046089" y="25400"/>
                    <a:pt x="6017514" y="88900"/>
                    <a:pt x="6027039" y="146050"/>
                  </a:cubicBezTo>
                  <a:cubicBezTo>
                    <a:pt x="4853646" y="555625"/>
                    <a:pt x="3378628" y="3124200"/>
                    <a:pt x="4960" y="1333500"/>
                  </a:cubicBezTo>
                  <a:cubicBezTo>
                    <a:pt x="-10915" y="1299633"/>
                    <a:pt x="11310" y="1253067"/>
                    <a:pt x="71635" y="1231900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0E1FF47-1C31-4FE8-BD7C-C5C1549A8EDA}"/>
                </a:ext>
              </a:extLst>
            </p:cNvPr>
            <p:cNvSpPr/>
            <p:nvPr/>
          </p:nvSpPr>
          <p:spPr>
            <a:xfrm rot="427923">
              <a:off x="3562736" y="3582154"/>
              <a:ext cx="467111" cy="506436"/>
            </a:xfrm>
            <a:custGeom>
              <a:avLst/>
              <a:gdLst>
                <a:gd name="connsiteX0" fmla="*/ 309613 w 601958"/>
                <a:gd name="connsiteY0" fmla="*/ 1298 h 652636"/>
                <a:gd name="connsiteX1" fmla="*/ 549166 w 601958"/>
                <a:gd name="connsiteY1" fmla="*/ 172748 h 652636"/>
                <a:gd name="connsiteX2" fmla="*/ 362953 w 601958"/>
                <a:gd name="connsiteY2" fmla="*/ 644151 h 652636"/>
                <a:gd name="connsiteX3" fmla="*/ 48628 w 601958"/>
                <a:gd name="connsiteY3" fmla="*/ 65591 h 652636"/>
                <a:gd name="connsiteX4" fmla="*/ 309613 w 601958"/>
                <a:gd name="connsiteY4" fmla="*/ 1298 h 652636"/>
                <a:gd name="connsiteX5" fmla="*/ 289816 w 601958"/>
                <a:gd name="connsiteY5" fmla="*/ 101861 h 652636"/>
                <a:gd name="connsiteX6" fmla="*/ 136289 w 601958"/>
                <a:gd name="connsiteY6" fmla="*/ 157625 h 652636"/>
                <a:gd name="connsiteX7" fmla="*/ 354192 w 601958"/>
                <a:gd name="connsiteY7" fmla="*/ 542725 h 652636"/>
                <a:gd name="connsiteX8" fmla="*/ 442328 w 601958"/>
                <a:gd name="connsiteY8" fmla="*/ 209566 h 652636"/>
                <a:gd name="connsiteX9" fmla="*/ 289816 w 601958"/>
                <a:gd name="connsiteY9" fmla="*/ 101861 h 652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01958" h="652636">
                  <a:moveTo>
                    <a:pt x="309613" y="1298"/>
                  </a:moveTo>
                  <a:cubicBezTo>
                    <a:pt x="417047" y="9434"/>
                    <a:pt x="520909" y="56861"/>
                    <a:pt x="549166" y="172748"/>
                  </a:cubicBezTo>
                  <a:cubicBezTo>
                    <a:pt x="687120" y="420369"/>
                    <a:pt x="529799" y="577505"/>
                    <a:pt x="362953" y="644151"/>
                  </a:cubicBezTo>
                  <a:cubicBezTo>
                    <a:pt x="155785" y="720379"/>
                    <a:pt x="-110916" y="263206"/>
                    <a:pt x="48628" y="65591"/>
                  </a:cubicBezTo>
                  <a:cubicBezTo>
                    <a:pt x="91173" y="24316"/>
                    <a:pt x="202179" y="-6839"/>
                    <a:pt x="309613" y="1298"/>
                  </a:cubicBezTo>
                  <a:close/>
                  <a:moveTo>
                    <a:pt x="289816" y="101861"/>
                  </a:moveTo>
                  <a:cubicBezTo>
                    <a:pt x="224876" y="100960"/>
                    <a:pt x="159768" y="127304"/>
                    <a:pt x="136289" y="157625"/>
                  </a:cubicBezTo>
                  <a:cubicBezTo>
                    <a:pt x="50399" y="300858"/>
                    <a:pt x="233590" y="604358"/>
                    <a:pt x="354192" y="542725"/>
                  </a:cubicBezTo>
                  <a:cubicBezTo>
                    <a:pt x="451056" y="489466"/>
                    <a:pt x="537646" y="374237"/>
                    <a:pt x="442328" y="209566"/>
                  </a:cubicBezTo>
                  <a:cubicBezTo>
                    <a:pt x="419526" y="130908"/>
                    <a:pt x="354756" y="102762"/>
                    <a:pt x="289816" y="101861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3E3E86D-B86F-45C5-93D3-34D86CDE8748}"/>
                </a:ext>
              </a:extLst>
            </p:cNvPr>
            <p:cNvSpPr/>
            <p:nvPr/>
          </p:nvSpPr>
          <p:spPr>
            <a:xfrm>
              <a:off x="3458811" y="3876938"/>
              <a:ext cx="601958" cy="652636"/>
            </a:xfrm>
            <a:custGeom>
              <a:avLst/>
              <a:gdLst>
                <a:gd name="connsiteX0" fmla="*/ 309613 w 601958"/>
                <a:gd name="connsiteY0" fmla="*/ 1298 h 652636"/>
                <a:gd name="connsiteX1" fmla="*/ 549166 w 601958"/>
                <a:gd name="connsiteY1" fmla="*/ 172748 h 652636"/>
                <a:gd name="connsiteX2" fmla="*/ 362953 w 601958"/>
                <a:gd name="connsiteY2" fmla="*/ 644151 h 652636"/>
                <a:gd name="connsiteX3" fmla="*/ 48628 w 601958"/>
                <a:gd name="connsiteY3" fmla="*/ 65591 h 652636"/>
                <a:gd name="connsiteX4" fmla="*/ 309613 w 601958"/>
                <a:gd name="connsiteY4" fmla="*/ 1298 h 652636"/>
                <a:gd name="connsiteX5" fmla="*/ 289816 w 601958"/>
                <a:gd name="connsiteY5" fmla="*/ 101861 h 652636"/>
                <a:gd name="connsiteX6" fmla="*/ 136289 w 601958"/>
                <a:gd name="connsiteY6" fmla="*/ 157625 h 652636"/>
                <a:gd name="connsiteX7" fmla="*/ 354192 w 601958"/>
                <a:gd name="connsiteY7" fmla="*/ 542725 h 652636"/>
                <a:gd name="connsiteX8" fmla="*/ 442328 w 601958"/>
                <a:gd name="connsiteY8" fmla="*/ 209566 h 652636"/>
                <a:gd name="connsiteX9" fmla="*/ 289816 w 601958"/>
                <a:gd name="connsiteY9" fmla="*/ 101861 h 652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01958" h="652636">
                  <a:moveTo>
                    <a:pt x="309613" y="1298"/>
                  </a:moveTo>
                  <a:cubicBezTo>
                    <a:pt x="417047" y="9434"/>
                    <a:pt x="520909" y="56861"/>
                    <a:pt x="549166" y="172748"/>
                  </a:cubicBezTo>
                  <a:cubicBezTo>
                    <a:pt x="687120" y="420369"/>
                    <a:pt x="529799" y="577505"/>
                    <a:pt x="362953" y="644151"/>
                  </a:cubicBezTo>
                  <a:cubicBezTo>
                    <a:pt x="155785" y="720379"/>
                    <a:pt x="-110916" y="263206"/>
                    <a:pt x="48628" y="65591"/>
                  </a:cubicBezTo>
                  <a:cubicBezTo>
                    <a:pt x="91173" y="24316"/>
                    <a:pt x="202179" y="-6839"/>
                    <a:pt x="309613" y="1298"/>
                  </a:cubicBezTo>
                  <a:close/>
                  <a:moveTo>
                    <a:pt x="289816" y="101861"/>
                  </a:moveTo>
                  <a:cubicBezTo>
                    <a:pt x="224876" y="100960"/>
                    <a:pt x="159768" y="127304"/>
                    <a:pt x="136289" y="157625"/>
                  </a:cubicBezTo>
                  <a:cubicBezTo>
                    <a:pt x="50399" y="300858"/>
                    <a:pt x="233590" y="604358"/>
                    <a:pt x="354192" y="542725"/>
                  </a:cubicBezTo>
                  <a:cubicBezTo>
                    <a:pt x="451056" y="489466"/>
                    <a:pt x="537646" y="374237"/>
                    <a:pt x="442328" y="209566"/>
                  </a:cubicBezTo>
                  <a:cubicBezTo>
                    <a:pt x="419526" y="130908"/>
                    <a:pt x="354756" y="102762"/>
                    <a:pt x="289816" y="101861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4CBC521-5ABF-4D87-8F7C-EBD2D5B0713F}"/>
                </a:ext>
              </a:extLst>
            </p:cNvPr>
            <p:cNvSpPr/>
            <p:nvPr/>
          </p:nvSpPr>
          <p:spPr>
            <a:xfrm>
              <a:off x="3799586" y="3124199"/>
              <a:ext cx="6027039" cy="1961102"/>
            </a:xfrm>
            <a:custGeom>
              <a:avLst/>
              <a:gdLst>
                <a:gd name="connsiteX0" fmla="*/ 0 w 1281804"/>
                <a:gd name="connsiteY0" fmla="*/ 0 h 361950"/>
                <a:gd name="connsiteX1" fmla="*/ 1281804 w 1281804"/>
                <a:gd name="connsiteY1" fmla="*/ 0 h 361950"/>
                <a:gd name="connsiteX2" fmla="*/ 1281804 w 1281804"/>
                <a:gd name="connsiteY2" fmla="*/ 361950 h 361950"/>
                <a:gd name="connsiteX3" fmla="*/ 0 w 1281804"/>
                <a:gd name="connsiteY3" fmla="*/ 361950 h 361950"/>
                <a:gd name="connsiteX4" fmla="*/ 0 w 1281804"/>
                <a:gd name="connsiteY4" fmla="*/ 0 h 361950"/>
                <a:gd name="connsiteX0" fmla="*/ 0 w 5958579"/>
                <a:gd name="connsiteY0" fmla="*/ 1266825 h 1628775"/>
                <a:gd name="connsiteX1" fmla="*/ 5958579 w 5958579"/>
                <a:gd name="connsiteY1" fmla="*/ 0 h 1628775"/>
                <a:gd name="connsiteX2" fmla="*/ 1281804 w 5958579"/>
                <a:gd name="connsiteY2" fmla="*/ 1628775 h 1628775"/>
                <a:gd name="connsiteX3" fmla="*/ 0 w 5958579"/>
                <a:gd name="connsiteY3" fmla="*/ 1628775 h 1628775"/>
                <a:gd name="connsiteX4" fmla="*/ 0 w 5958579"/>
                <a:gd name="connsiteY4" fmla="*/ 1266825 h 1628775"/>
                <a:gd name="connsiteX0" fmla="*/ 0 w 6015729"/>
                <a:gd name="connsiteY0" fmla="*/ 1266825 h 1628775"/>
                <a:gd name="connsiteX1" fmla="*/ 5958579 w 6015729"/>
                <a:gd name="connsiteY1" fmla="*/ 0 h 1628775"/>
                <a:gd name="connsiteX2" fmla="*/ 6015729 w 6015729"/>
                <a:gd name="connsiteY2" fmla="*/ 114300 h 1628775"/>
                <a:gd name="connsiteX3" fmla="*/ 0 w 6015729"/>
                <a:gd name="connsiteY3" fmla="*/ 1628775 h 1628775"/>
                <a:gd name="connsiteX4" fmla="*/ 0 w 6015729"/>
                <a:gd name="connsiteY4" fmla="*/ 1266825 h 1628775"/>
                <a:gd name="connsiteX0" fmla="*/ 85725 w 6015729"/>
                <a:gd name="connsiteY0" fmla="*/ 1219200 h 1628775"/>
                <a:gd name="connsiteX1" fmla="*/ 5958579 w 6015729"/>
                <a:gd name="connsiteY1" fmla="*/ 0 h 1628775"/>
                <a:gd name="connsiteX2" fmla="*/ 6015729 w 6015729"/>
                <a:gd name="connsiteY2" fmla="*/ 114300 h 1628775"/>
                <a:gd name="connsiteX3" fmla="*/ 0 w 6015729"/>
                <a:gd name="connsiteY3" fmla="*/ 1628775 h 1628775"/>
                <a:gd name="connsiteX4" fmla="*/ 85725 w 6015729"/>
                <a:gd name="connsiteY4" fmla="*/ 1219200 h 1628775"/>
                <a:gd name="connsiteX0" fmla="*/ 104775 w 6034779"/>
                <a:gd name="connsiteY0" fmla="*/ 1219200 h 1314450"/>
                <a:gd name="connsiteX1" fmla="*/ 5977629 w 6034779"/>
                <a:gd name="connsiteY1" fmla="*/ 0 h 1314450"/>
                <a:gd name="connsiteX2" fmla="*/ 6034779 w 6034779"/>
                <a:gd name="connsiteY2" fmla="*/ 114300 h 1314450"/>
                <a:gd name="connsiteX3" fmla="*/ 0 w 6034779"/>
                <a:gd name="connsiteY3" fmla="*/ 1314450 h 1314450"/>
                <a:gd name="connsiteX4" fmla="*/ 104775 w 6034779"/>
                <a:gd name="connsiteY4" fmla="*/ 1219200 h 1314450"/>
                <a:gd name="connsiteX0" fmla="*/ 104775 w 6034779"/>
                <a:gd name="connsiteY0" fmla="*/ 1219200 h 1938666"/>
                <a:gd name="connsiteX1" fmla="*/ 5977629 w 6034779"/>
                <a:gd name="connsiteY1" fmla="*/ 0 h 1938666"/>
                <a:gd name="connsiteX2" fmla="*/ 6034779 w 6034779"/>
                <a:gd name="connsiteY2" fmla="*/ 114300 h 1938666"/>
                <a:gd name="connsiteX3" fmla="*/ 0 w 6034779"/>
                <a:gd name="connsiteY3" fmla="*/ 1314450 h 1938666"/>
                <a:gd name="connsiteX4" fmla="*/ 104775 w 6034779"/>
                <a:gd name="connsiteY4" fmla="*/ 1219200 h 1938666"/>
                <a:gd name="connsiteX0" fmla="*/ 104775 w 6034779"/>
                <a:gd name="connsiteY0" fmla="*/ 1219200 h 1940026"/>
                <a:gd name="connsiteX1" fmla="*/ 5977629 w 6034779"/>
                <a:gd name="connsiteY1" fmla="*/ 0 h 1940026"/>
                <a:gd name="connsiteX2" fmla="*/ 6034779 w 6034779"/>
                <a:gd name="connsiteY2" fmla="*/ 114300 h 1940026"/>
                <a:gd name="connsiteX3" fmla="*/ 0 w 6034779"/>
                <a:gd name="connsiteY3" fmla="*/ 1314450 h 1940026"/>
                <a:gd name="connsiteX4" fmla="*/ 104775 w 6034779"/>
                <a:gd name="connsiteY4" fmla="*/ 1219200 h 1940026"/>
                <a:gd name="connsiteX0" fmla="*/ 104775 w 6034779"/>
                <a:gd name="connsiteY0" fmla="*/ 1238250 h 1959076"/>
                <a:gd name="connsiteX1" fmla="*/ 5968104 w 6034779"/>
                <a:gd name="connsiteY1" fmla="*/ 0 h 1959076"/>
                <a:gd name="connsiteX2" fmla="*/ 6034779 w 6034779"/>
                <a:gd name="connsiteY2" fmla="*/ 133350 h 1959076"/>
                <a:gd name="connsiteX3" fmla="*/ 0 w 6034779"/>
                <a:gd name="connsiteY3" fmla="*/ 1333500 h 1959076"/>
                <a:gd name="connsiteX4" fmla="*/ 104775 w 6034779"/>
                <a:gd name="connsiteY4" fmla="*/ 1238250 h 1959076"/>
                <a:gd name="connsiteX0" fmla="*/ 104775 w 6034779"/>
                <a:gd name="connsiteY0" fmla="*/ 1238250 h 1959076"/>
                <a:gd name="connsiteX1" fmla="*/ 5968104 w 6034779"/>
                <a:gd name="connsiteY1" fmla="*/ 0 h 1959076"/>
                <a:gd name="connsiteX2" fmla="*/ 6034779 w 6034779"/>
                <a:gd name="connsiteY2" fmla="*/ 133350 h 1959076"/>
                <a:gd name="connsiteX3" fmla="*/ 0 w 6034779"/>
                <a:gd name="connsiteY3" fmla="*/ 1333500 h 1959076"/>
                <a:gd name="connsiteX4" fmla="*/ 104775 w 6034779"/>
                <a:gd name="connsiteY4" fmla="*/ 1238250 h 1959076"/>
                <a:gd name="connsiteX0" fmla="*/ 104775 w 6034779"/>
                <a:gd name="connsiteY0" fmla="*/ 1238250 h 1959076"/>
                <a:gd name="connsiteX1" fmla="*/ 5968104 w 6034779"/>
                <a:gd name="connsiteY1" fmla="*/ 0 h 1959076"/>
                <a:gd name="connsiteX2" fmla="*/ 6034779 w 6034779"/>
                <a:gd name="connsiteY2" fmla="*/ 133350 h 1959076"/>
                <a:gd name="connsiteX3" fmla="*/ 0 w 6034779"/>
                <a:gd name="connsiteY3" fmla="*/ 1333500 h 1959076"/>
                <a:gd name="connsiteX4" fmla="*/ 104775 w 6034779"/>
                <a:gd name="connsiteY4" fmla="*/ 1238250 h 1959076"/>
                <a:gd name="connsiteX0" fmla="*/ 104775 w 6034779"/>
                <a:gd name="connsiteY0" fmla="*/ 1238250 h 1959076"/>
                <a:gd name="connsiteX1" fmla="*/ 5968104 w 6034779"/>
                <a:gd name="connsiteY1" fmla="*/ 0 h 1959076"/>
                <a:gd name="connsiteX2" fmla="*/ 6034779 w 6034779"/>
                <a:gd name="connsiteY2" fmla="*/ 133350 h 1959076"/>
                <a:gd name="connsiteX3" fmla="*/ 0 w 6034779"/>
                <a:gd name="connsiteY3" fmla="*/ 1333500 h 1959076"/>
                <a:gd name="connsiteX4" fmla="*/ 104775 w 6034779"/>
                <a:gd name="connsiteY4" fmla="*/ 1238250 h 1959076"/>
                <a:gd name="connsiteX0" fmla="*/ 104775 w 6034779"/>
                <a:gd name="connsiteY0" fmla="*/ 1238250 h 1959076"/>
                <a:gd name="connsiteX1" fmla="*/ 5968104 w 6034779"/>
                <a:gd name="connsiteY1" fmla="*/ 0 h 1959076"/>
                <a:gd name="connsiteX2" fmla="*/ 6034779 w 6034779"/>
                <a:gd name="connsiteY2" fmla="*/ 133350 h 1959076"/>
                <a:gd name="connsiteX3" fmla="*/ 0 w 6034779"/>
                <a:gd name="connsiteY3" fmla="*/ 1333500 h 1959076"/>
                <a:gd name="connsiteX4" fmla="*/ 104775 w 6034779"/>
                <a:gd name="connsiteY4" fmla="*/ 1238250 h 1959076"/>
                <a:gd name="connsiteX0" fmla="*/ 104775 w 6034779"/>
                <a:gd name="connsiteY0" fmla="*/ 1238250 h 1959076"/>
                <a:gd name="connsiteX1" fmla="*/ 5968104 w 6034779"/>
                <a:gd name="connsiteY1" fmla="*/ 0 h 1959076"/>
                <a:gd name="connsiteX2" fmla="*/ 6034779 w 6034779"/>
                <a:gd name="connsiteY2" fmla="*/ 133350 h 1959076"/>
                <a:gd name="connsiteX3" fmla="*/ 0 w 6034779"/>
                <a:gd name="connsiteY3" fmla="*/ 1333500 h 1959076"/>
                <a:gd name="connsiteX4" fmla="*/ 104775 w 6034779"/>
                <a:gd name="connsiteY4" fmla="*/ 1238250 h 1959076"/>
                <a:gd name="connsiteX0" fmla="*/ 104775 w 6034779"/>
                <a:gd name="connsiteY0" fmla="*/ 1238250 h 1959076"/>
                <a:gd name="connsiteX1" fmla="*/ 5968104 w 6034779"/>
                <a:gd name="connsiteY1" fmla="*/ 0 h 1959076"/>
                <a:gd name="connsiteX2" fmla="*/ 6034779 w 6034779"/>
                <a:gd name="connsiteY2" fmla="*/ 133350 h 1959076"/>
                <a:gd name="connsiteX3" fmla="*/ 0 w 6034779"/>
                <a:gd name="connsiteY3" fmla="*/ 1333500 h 1959076"/>
                <a:gd name="connsiteX4" fmla="*/ 104775 w 6034779"/>
                <a:gd name="connsiteY4" fmla="*/ 1238250 h 1959076"/>
                <a:gd name="connsiteX0" fmla="*/ 104775 w 6022079"/>
                <a:gd name="connsiteY0" fmla="*/ 1238250 h 1965194"/>
                <a:gd name="connsiteX1" fmla="*/ 5968104 w 6022079"/>
                <a:gd name="connsiteY1" fmla="*/ 0 h 1965194"/>
                <a:gd name="connsiteX2" fmla="*/ 6022079 w 6022079"/>
                <a:gd name="connsiteY2" fmla="*/ 171450 h 1965194"/>
                <a:gd name="connsiteX3" fmla="*/ 0 w 6022079"/>
                <a:gd name="connsiteY3" fmla="*/ 1333500 h 1965194"/>
                <a:gd name="connsiteX4" fmla="*/ 104775 w 6022079"/>
                <a:gd name="connsiteY4" fmla="*/ 1238250 h 1965194"/>
                <a:gd name="connsiteX0" fmla="*/ 104775 w 6022079"/>
                <a:gd name="connsiteY0" fmla="*/ 1238250 h 1961102"/>
                <a:gd name="connsiteX1" fmla="*/ 5968104 w 6022079"/>
                <a:gd name="connsiteY1" fmla="*/ 0 h 1961102"/>
                <a:gd name="connsiteX2" fmla="*/ 6022079 w 6022079"/>
                <a:gd name="connsiteY2" fmla="*/ 146050 h 1961102"/>
                <a:gd name="connsiteX3" fmla="*/ 0 w 6022079"/>
                <a:gd name="connsiteY3" fmla="*/ 1333500 h 1961102"/>
                <a:gd name="connsiteX4" fmla="*/ 104775 w 6022079"/>
                <a:gd name="connsiteY4" fmla="*/ 1238250 h 1961102"/>
                <a:gd name="connsiteX0" fmla="*/ 104775 w 6022079"/>
                <a:gd name="connsiteY0" fmla="*/ 1238250 h 1961102"/>
                <a:gd name="connsiteX1" fmla="*/ 5968104 w 6022079"/>
                <a:gd name="connsiteY1" fmla="*/ 0 h 1961102"/>
                <a:gd name="connsiteX2" fmla="*/ 6022079 w 6022079"/>
                <a:gd name="connsiteY2" fmla="*/ 146050 h 1961102"/>
                <a:gd name="connsiteX3" fmla="*/ 0 w 6022079"/>
                <a:gd name="connsiteY3" fmla="*/ 1333500 h 1961102"/>
                <a:gd name="connsiteX4" fmla="*/ 104775 w 6022079"/>
                <a:gd name="connsiteY4" fmla="*/ 1238250 h 1961102"/>
                <a:gd name="connsiteX0" fmla="*/ 60325 w 6022079"/>
                <a:gd name="connsiteY0" fmla="*/ 1206500 h 1961102"/>
                <a:gd name="connsiteX1" fmla="*/ 5968104 w 6022079"/>
                <a:gd name="connsiteY1" fmla="*/ 0 h 1961102"/>
                <a:gd name="connsiteX2" fmla="*/ 6022079 w 6022079"/>
                <a:gd name="connsiteY2" fmla="*/ 146050 h 1961102"/>
                <a:gd name="connsiteX3" fmla="*/ 0 w 6022079"/>
                <a:gd name="connsiteY3" fmla="*/ 1333500 h 1961102"/>
                <a:gd name="connsiteX4" fmla="*/ 60325 w 6022079"/>
                <a:gd name="connsiteY4" fmla="*/ 1206500 h 1961102"/>
                <a:gd name="connsiteX0" fmla="*/ 66675 w 6022079"/>
                <a:gd name="connsiteY0" fmla="*/ 1231900 h 1961102"/>
                <a:gd name="connsiteX1" fmla="*/ 5968104 w 6022079"/>
                <a:gd name="connsiteY1" fmla="*/ 0 h 1961102"/>
                <a:gd name="connsiteX2" fmla="*/ 6022079 w 6022079"/>
                <a:gd name="connsiteY2" fmla="*/ 146050 h 1961102"/>
                <a:gd name="connsiteX3" fmla="*/ 0 w 6022079"/>
                <a:gd name="connsiteY3" fmla="*/ 1333500 h 1961102"/>
                <a:gd name="connsiteX4" fmla="*/ 66675 w 6022079"/>
                <a:gd name="connsiteY4" fmla="*/ 1231900 h 1961102"/>
                <a:gd name="connsiteX0" fmla="*/ 66675 w 6022079"/>
                <a:gd name="connsiteY0" fmla="*/ 1231900 h 1961102"/>
                <a:gd name="connsiteX1" fmla="*/ 5968104 w 6022079"/>
                <a:gd name="connsiteY1" fmla="*/ 0 h 1961102"/>
                <a:gd name="connsiteX2" fmla="*/ 6022079 w 6022079"/>
                <a:gd name="connsiteY2" fmla="*/ 146050 h 1961102"/>
                <a:gd name="connsiteX3" fmla="*/ 0 w 6022079"/>
                <a:gd name="connsiteY3" fmla="*/ 1333500 h 1961102"/>
                <a:gd name="connsiteX4" fmla="*/ 66675 w 6022079"/>
                <a:gd name="connsiteY4" fmla="*/ 1231900 h 1961102"/>
                <a:gd name="connsiteX0" fmla="*/ 71635 w 6027039"/>
                <a:gd name="connsiteY0" fmla="*/ 1231900 h 1961102"/>
                <a:gd name="connsiteX1" fmla="*/ 5973064 w 6027039"/>
                <a:gd name="connsiteY1" fmla="*/ 0 h 1961102"/>
                <a:gd name="connsiteX2" fmla="*/ 6027039 w 6027039"/>
                <a:gd name="connsiteY2" fmla="*/ 146050 h 1961102"/>
                <a:gd name="connsiteX3" fmla="*/ 4960 w 6027039"/>
                <a:gd name="connsiteY3" fmla="*/ 1333500 h 1961102"/>
                <a:gd name="connsiteX4" fmla="*/ 71635 w 6027039"/>
                <a:gd name="connsiteY4" fmla="*/ 1231900 h 1961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27039" h="1961102">
                  <a:moveTo>
                    <a:pt x="71635" y="1231900"/>
                  </a:moveTo>
                  <a:cubicBezTo>
                    <a:pt x="3140503" y="2876550"/>
                    <a:pt x="4933021" y="412750"/>
                    <a:pt x="5973064" y="0"/>
                  </a:cubicBezTo>
                  <a:cubicBezTo>
                    <a:pt x="6046089" y="25400"/>
                    <a:pt x="6017514" y="88900"/>
                    <a:pt x="6027039" y="146050"/>
                  </a:cubicBezTo>
                  <a:cubicBezTo>
                    <a:pt x="4853646" y="555625"/>
                    <a:pt x="3378628" y="3124200"/>
                    <a:pt x="4960" y="1333500"/>
                  </a:cubicBezTo>
                  <a:cubicBezTo>
                    <a:pt x="-10915" y="1299633"/>
                    <a:pt x="11310" y="1253067"/>
                    <a:pt x="71635" y="1231900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E370226-8762-487F-A74C-D4073D5FF368}"/>
              </a:ext>
            </a:extLst>
          </p:cNvPr>
          <p:cNvSpPr/>
          <p:nvPr/>
        </p:nvSpPr>
        <p:spPr>
          <a:xfrm>
            <a:off x="5633524" y="1490464"/>
            <a:ext cx="3609153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R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accent2">
                    <a:lumMod val="50000"/>
                  </a:schemeClr>
                </a:solidFill>
              </a:rPr>
              <a:t>ei</a:t>
            </a:r>
            <a:r>
              <a:rPr lang="en-US" sz="115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rPr>
              <a:t>n</a:t>
            </a:r>
            <a:endParaRPr lang="en-US" sz="11500" b="1" dirty="0">
              <a:ln>
                <a:solidFill>
                  <a:sysClr val="windowText" lastClr="000000"/>
                </a:solidFill>
              </a:ln>
              <a:solidFill>
                <a:srgbClr val="F8CBAD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75046A0-37C1-45F6-B0AC-2E870EAA455F}"/>
              </a:ext>
            </a:extLst>
          </p:cNvPr>
          <p:cNvSpPr/>
          <p:nvPr/>
        </p:nvSpPr>
        <p:spPr>
          <a:xfrm>
            <a:off x="3151935" y="1490464"/>
            <a:ext cx="2082398" cy="160351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b="1" dirty="0" err="1">
                <a:ln>
                  <a:solidFill>
                    <a:sysClr val="windowText" lastClr="000000"/>
                  </a:solidFill>
                </a:ln>
                <a:solidFill>
                  <a:schemeClr val="accent2">
                    <a:lumMod val="50000"/>
                  </a:schemeClr>
                </a:solidFill>
              </a:rPr>
              <a:t>ei</a:t>
            </a:r>
            <a:endParaRPr lang="en-US" sz="11500" b="1" dirty="0">
              <a:ln>
                <a:solidFill>
                  <a:sysClr val="windowText" lastClr="000000"/>
                </a:solidFill>
              </a:ln>
              <a:solidFill>
                <a:srgbClr val="F8CBAD"/>
              </a:solidFill>
            </a:endParaRPr>
          </a:p>
        </p:txBody>
      </p:sp>
      <p:pic>
        <p:nvPicPr>
          <p:cNvPr id="24" name="ttsMP3.com_VoiceText_2025-4-22_18-33-26">
            <a:hlinkClick r:id="" action="ppaction://media"/>
            <a:extLst>
              <a:ext uri="{FF2B5EF4-FFF2-40B4-BE49-F238E27FC236}">
                <a16:creationId xmlns:a16="http://schemas.microsoft.com/office/drawing/2014/main" id="{161C2537-6D5C-43F9-A5CA-945E6AFC017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514350" y="304800"/>
            <a:ext cx="609600" cy="609600"/>
          </a:xfrm>
          <a:prstGeom prst="rect">
            <a:avLst/>
          </a:prstGeom>
        </p:spPr>
      </p:pic>
      <p:pic>
        <p:nvPicPr>
          <p:cNvPr id="25" name="1sec">
            <a:hlinkClick r:id="" action="ppaction://media"/>
            <a:extLst>
              <a:ext uri="{FF2B5EF4-FFF2-40B4-BE49-F238E27FC236}">
                <a16:creationId xmlns:a16="http://schemas.microsoft.com/office/drawing/2014/main" id="{46318F5C-B96D-486D-826D-5946B1C39ECA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278076" y="304800"/>
            <a:ext cx="609600" cy="609600"/>
          </a:xfrm>
          <a:prstGeom prst="rect">
            <a:avLst/>
          </a:prstGeom>
        </p:spPr>
      </p:pic>
      <p:pic>
        <p:nvPicPr>
          <p:cNvPr id="26" name="ttsMP3.com_VoiceText_2025-4-22_18-41-47">
            <a:hlinkClick r:id="" action="ppaction://media"/>
            <a:extLst>
              <a:ext uri="{FF2B5EF4-FFF2-40B4-BE49-F238E27FC236}">
                <a16:creationId xmlns:a16="http://schemas.microsoft.com/office/drawing/2014/main" id="{00786A7B-15C1-4EF9-AF56-0A091337A578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091142" y="304800"/>
            <a:ext cx="609600" cy="609600"/>
          </a:xfrm>
          <a:prstGeom prst="rect">
            <a:avLst/>
          </a:prstGeom>
        </p:spPr>
      </p:pic>
      <p:pic>
        <p:nvPicPr>
          <p:cNvPr id="27" name="1sec">
            <a:hlinkClick r:id="" action="ppaction://media"/>
            <a:extLst>
              <a:ext uri="{FF2B5EF4-FFF2-40B4-BE49-F238E27FC236}">
                <a16:creationId xmlns:a16="http://schemas.microsoft.com/office/drawing/2014/main" id="{32338356-57FC-4CB7-BCE5-1B5BDC31F924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2901189" y="266618"/>
            <a:ext cx="609600" cy="609600"/>
          </a:xfrm>
          <a:prstGeom prst="rect">
            <a:avLst/>
          </a:prstGeom>
        </p:spPr>
      </p:pic>
      <p:pic>
        <p:nvPicPr>
          <p:cNvPr id="28" name="1sec">
            <a:hlinkClick r:id="" action="ppaction://media"/>
            <a:extLst>
              <a:ext uri="{FF2B5EF4-FFF2-40B4-BE49-F238E27FC236}">
                <a16:creationId xmlns:a16="http://schemas.microsoft.com/office/drawing/2014/main" id="{F24646C0-5736-4BDE-8198-2CF114E728BF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664915" y="3048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8398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8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28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56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84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256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840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56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896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56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  <p:audio>
              <p:cMediaNode vol="80000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  <p:audio>
              <p:cMediaNode vol="80000" showWhenStopped="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  <p:audio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  <p:audio>
              <p:cMediaNode vol="80000" showWhenStopped="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8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E53A5D1-99FF-4808-AA90-103559D4C19B}"/>
              </a:ext>
            </a:extLst>
          </p:cNvPr>
          <p:cNvGrpSpPr/>
          <p:nvPr/>
        </p:nvGrpSpPr>
        <p:grpSpPr>
          <a:xfrm>
            <a:off x="476064" y="1038530"/>
            <a:ext cx="5207436" cy="5071456"/>
            <a:chOff x="2185160" y="470140"/>
            <a:chExt cx="6439186" cy="6271042"/>
          </a:xfrm>
        </p:grpSpPr>
        <p:sp>
          <p:nvSpPr>
            <p:cNvPr id="5" name="Rectangle 86">
              <a:extLst>
                <a:ext uri="{FF2B5EF4-FFF2-40B4-BE49-F238E27FC236}">
                  <a16:creationId xmlns:a16="http://schemas.microsoft.com/office/drawing/2014/main" id="{462C63CB-9BC9-4BF0-AAF9-CEBF7E6A738D}"/>
                </a:ext>
              </a:extLst>
            </p:cNvPr>
            <p:cNvSpPr/>
            <p:nvPr/>
          </p:nvSpPr>
          <p:spPr>
            <a:xfrm>
              <a:off x="2185160" y="3804102"/>
              <a:ext cx="3225128" cy="2592853"/>
            </a:xfrm>
            <a:custGeom>
              <a:avLst/>
              <a:gdLst>
                <a:gd name="connsiteX0" fmla="*/ 0 w 635000"/>
                <a:gd name="connsiteY0" fmla="*/ 0 h 1333500"/>
                <a:gd name="connsiteX1" fmla="*/ 635000 w 635000"/>
                <a:gd name="connsiteY1" fmla="*/ 0 h 1333500"/>
                <a:gd name="connsiteX2" fmla="*/ 635000 w 635000"/>
                <a:gd name="connsiteY2" fmla="*/ 1333500 h 1333500"/>
                <a:gd name="connsiteX3" fmla="*/ 0 w 635000"/>
                <a:gd name="connsiteY3" fmla="*/ 1333500 h 1333500"/>
                <a:gd name="connsiteX4" fmla="*/ 0 w 635000"/>
                <a:gd name="connsiteY4" fmla="*/ 0 h 1333500"/>
                <a:gd name="connsiteX0" fmla="*/ 0 w 1092200"/>
                <a:gd name="connsiteY0" fmla="*/ 0 h 1333500"/>
                <a:gd name="connsiteX1" fmla="*/ 1092200 w 1092200"/>
                <a:gd name="connsiteY1" fmla="*/ 393700 h 1333500"/>
                <a:gd name="connsiteX2" fmla="*/ 635000 w 1092200"/>
                <a:gd name="connsiteY2" fmla="*/ 1333500 h 1333500"/>
                <a:gd name="connsiteX3" fmla="*/ 0 w 1092200"/>
                <a:gd name="connsiteY3" fmla="*/ 1333500 h 1333500"/>
                <a:gd name="connsiteX4" fmla="*/ 0 w 1092200"/>
                <a:gd name="connsiteY4" fmla="*/ 0 h 1333500"/>
                <a:gd name="connsiteX0" fmla="*/ 0 w 1422400"/>
                <a:gd name="connsiteY0" fmla="*/ 0 h 1612900"/>
                <a:gd name="connsiteX1" fmla="*/ 1422400 w 1422400"/>
                <a:gd name="connsiteY1" fmla="*/ 673100 h 1612900"/>
                <a:gd name="connsiteX2" fmla="*/ 965200 w 1422400"/>
                <a:gd name="connsiteY2" fmla="*/ 1612900 h 1612900"/>
                <a:gd name="connsiteX3" fmla="*/ 330200 w 1422400"/>
                <a:gd name="connsiteY3" fmla="*/ 1612900 h 1612900"/>
                <a:gd name="connsiteX4" fmla="*/ 0 w 1422400"/>
                <a:gd name="connsiteY4" fmla="*/ 0 h 1612900"/>
                <a:gd name="connsiteX0" fmla="*/ 1435100 w 2857500"/>
                <a:gd name="connsiteY0" fmla="*/ 0 h 2616200"/>
                <a:gd name="connsiteX1" fmla="*/ 2857500 w 2857500"/>
                <a:gd name="connsiteY1" fmla="*/ 673100 h 2616200"/>
                <a:gd name="connsiteX2" fmla="*/ 2400300 w 2857500"/>
                <a:gd name="connsiteY2" fmla="*/ 1612900 h 2616200"/>
                <a:gd name="connsiteX3" fmla="*/ 0 w 2857500"/>
                <a:gd name="connsiteY3" fmla="*/ 2616200 h 2616200"/>
                <a:gd name="connsiteX4" fmla="*/ 1435100 w 2857500"/>
                <a:gd name="connsiteY4" fmla="*/ 0 h 2616200"/>
                <a:gd name="connsiteX0" fmla="*/ 1435100 w 2857500"/>
                <a:gd name="connsiteY0" fmla="*/ 0 h 2616200"/>
                <a:gd name="connsiteX1" fmla="*/ 2857500 w 2857500"/>
                <a:gd name="connsiteY1" fmla="*/ 673100 h 2616200"/>
                <a:gd name="connsiteX2" fmla="*/ 0 w 2857500"/>
                <a:gd name="connsiteY2" fmla="*/ 2616200 h 2616200"/>
                <a:gd name="connsiteX3" fmla="*/ 1435100 w 2857500"/>
                <a:gd name="connsiteY3" fmla="*/ 0 h 2616200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70"/>
                <a:gd name="connsiteX1" fmla="*/ 2857500 w 2857500"/>
                <a:gd name="connsiteY1" fmla="*/ 673100 h 2616970"/>
                <a:gd name="connsiteX2" fmla="*/ 0 w 2857500"/>
                <a:gd name="connsiteY2" fmla="*/ 2616200 h 2616970"/>
                <a:gd name="connsiteX3" fmla="*/ 1435100 w 2857500"/>
                <a:gd name="connsiteY3" fmla="*/ 0 h 2616970"/>
                <a:gd name="connsiteX0" fmla="*/ 1435100 w 2978617"/>
                <a:gd name="connsiteY0" fmla="*/ 138270 h 2755240"/>
                <a:gd name="connsiteX1" fmla="*/ 2857500 w 2978617"/>
                <a:gd name="connsiteY1" fmla="*/ 811370 h 2755240"/>
                <a:gd name="connsiteX2" fmla="*/ 0 w 2978617"/>
                <a:gd name="connsiteY2" fmla="*/ 2754470 h 2755240"/>
                <a:gd name="connsiteX3" fmla="*/ 1435100 w 2978617"/>
                <a:gd name="connsiteY3" fmla="*/ 138270 h 2755240"/>
                <a:gd name="connsiteX0" fmla="*/ 1435100 w 2935015"/>
                <a:gd name="connsiteY0" fmla="*/ 228667 h 2845637"/>
                <a:gd name="connsiteX1" fmla="*/ 2857500 w 2935015"/>
                <a:gd name="connsiteY1" fmla="*/ 901767 h 2845637"/>
                <a:gd name="connsiteX2" fmla="*/ 0 w 2935015"/>
                <a:gd name="connsiteY2" fmla="*/ 2844867 h 2845637"/>
                <a:gd name="connsiteX3" fmla="*/ 1435100 w 2935015"/>
                <a:gd name="connsiteY3" fmla="*/ 228667 h 2845637"/>
                <a:gd name="connsiteX0" fmla="*/ 1435100 w 2861117"/>
                <a:gd name="connsiteY0" fmla="*/ 250196 h 2867166"/>
                <a:gd name="connsiteX1" fmla="*/ 2857500 w 2861117"/>
                <a:gd name="connsiteY1" fmla="*/ 923296 h 2867166"/>
                <a:gd name="connsiteX2" fmla="*/ 0 w 2861117"/>
                <a:gd name="connsiteY2" fmla="*/ 2866396 h 2867166"/>
                <a:gd name="connsiteX3" fmla="*/ 1435100 w 2861117"/>
                <a:gd name="connsiteY3" fmla="*/ 250196 h 2867166"/>
                <a:gd name="connsiteX0" fmla="*/ 1435100 w 2860844"/>
                <a:gd name="connsiteY0" fmla="*/ 421200 h 3038170"/>
                <a:gd name="connsiteX1" fmla="*/ 2857500 w 2860844"/>
                <a:gd name="connsiteY1" fmla="*/ 1094300 h 3038170"/>
                <a:gd name="connsiteX2" fmla="*/ 0 w 2860844"/>
                <a:gd name="connsiteY2" fmla="*/ 3037400 h 3038170"/>
                <a:gd name="connsiteX3" fmla="*/ 1435100 w 2860844"/>
                <a:gd name="connsiteY3" fmla="*/ 421200 h 3038170"/>
                <a:gd name="connsiteX0" fmla="*/ 1435100 w 2924171"/>
                <a:gd name="connsiteY0" fmla="*/ 414635 h 3031612"/>
                <a:gd name="connsiteX1" fmla="*/ 2921000 w 2924171"/>
                <a:gd name="connsiteY1" fmla="*/ 1100435 h 3031612"/>
                <a:gd name="connsiteX2" fmla="*/ 0 w 2924171"/>
                <a:gd name="connsiteY2" fmla="*/ 3030835 h 3031612"/>
                <a:gd name="connsiteX3" fmla="*/ 1435100 w 2924171"/>
                <a:gd name="connsiteY3" fmla="*/ 414635 h 3031612"/>
                <a:gd name="connsiteX0" fmla="*/ 1435100 w 2943947"/>
                <a:gd name="connsiteY0" fmla="*/ 434155 h 3051132"/>
                <a:gd name="connsiteX1" fmla="*/ 2921000 w 2943947"/>
                <a:gd name="connsiteY1" fmla="*/ 1119955 h 3051132"/>
                <a:gd name="connsiteX2" fmla="*/ 0 w 2943947"/>
                <a:gd name="connsiteY2" fmla="*/ 3050355 h 3051132"/>
                <a:gd name="connsiteX3" fmla="*/ 1435100 w 2943947"/>
                <a:gd name="connsiteY3" fmla="*/ 434155 h 3051132"/>
                <a:gd name="connsiteX0" fmla="*/ 1625600 w 3134447"/>
                <a:gd name="connsiteY0" fmla="*/ 434155 h 3000362"/>
                <a:gd name="connsiteX1" fmla="*/ 3111500 w 3134447"/>
                <a:gd name="connsiteY1" fmla="*/ 1119955 h 3000362"/>
                <a:gd name="connsiteX2" fmla="*/ 0 w 3134447"/>
                <a:gd name="connsiteY2" fmla="*/ 2999555 h 3000362"/>
                <a:gd name="connsiteX3" fmla="*/ 1625600 w 3134447"/>
                <a:gd name="connsiteY3" fmla="*/ 434155 h 3000362"/>
                <a:gd name="connsiteX0" fmla="*/ 1625600 w 3121946"/>
                <a:gd name="connsiteY0" fmla="*/ 266917 h 2833425"/>
                <a:gd name="connsiteX1" fmla="*/ 3098800 w 3121946"/>
                <a:gd name="connsiteY1" fmla="*/ 1321017 h 2833425"/>
                <a:gd name="connsiteX2" fmla="*/ 0 w 3121946"/>
                <a:gd name="connsiteY2" fmla="*/ 2832317 h 2833425"/>
                <a:gd name="connsiteX3" fmla="*/ 1625600 w 3121946"/>
                <a:gd name="connsiteY3" fmla="*/ 266917 h 2833425"/>
                <a:gd name="connsiteX0" fmla="*/ 1625600 w 3121946"/>
                <a:gd name="connsiteY0" fmla="*/ 266917 h 3004534"/>
                <a:gd name="connsiteX1" fmla="*/ 3098800 w 3121946"/>
                <a:gd name="connsiteY1" fmla="*/ 1321017 h 3004534"/>
                <a:gd name="connsiteX2" fmla="*/ 0 w 3121946"/>
                <a:gd name="connsiteY2" fmla="*/ 2832317 h 3004534"/>
                <a:gd name="connsiteX3" fmla="*/ 1625600 w 3121946"/>
                <a:gd name="connsiteY3" fmla="*/ 266917 h 3004534"/>
                <a:gd name="connsiteX0" fmla="*/ 2565400 w 3161628"/>
                <a:gd name="connsiteY0" fmla="*/ 730527 h 2604544"/>
                <a:gd name="connsiteX1" fmla="*/ 3098800 w 3161628"/>
                <a:gd name="connsiteY1" fmla="*/ 921027 h 2604544"/>
                <a:gd name="connsiteX2" fmla="*/ 0 w 3161628"/>
                <a:gd name="connsiteY2" fmla="*/ 2432327 h 2604544"/>
                <a:gd name="connsiteX3" fmla="*/ 2565400 w 3161628"/>
                <a:gd name="connsiteY3" fmla="*/ 730527 h 2604544"/>
                <a:gd name="connsiteX0" fmla="*/ 2565400 w 3161628"/>
                <a:gd name="connsiteY0" fmla="*/ 730527 h 2604544"/>
                <a:gd name="connsiteX1" fmla="*/ 3098800 w 3161628"/>
                <a:gd name="connsiteY1" fmla="*/ 921027 h 2604544"/>
                <a:gd name="connsiteX2" fmla="*/ 0 w 3161628"/>
                <a:gd name="connsiteY2" fmla="*/ 2432327 h 2604544"/>
                <a:gd name="connsiteX3" fmla="*/ 2565400 w 3161628"/>
                <a:gd name="connsiteY3" fmla="*/ 730527 h 2604544"/>
                <a:gd name="connsiteX0" fmla="*/ 2628900 w 3225128"/>
                <a:gd name="connsiteY0" fmla="*/ 730527 h 2592853"/>
                <a:gd name="connsiteX1" fmla="*/ 3162300 w 3225128"/>
                <a:gd name="connsiteY1" fmla="*/ 921027 h 2592853"/>
                <a:gd name="connsiteX2" fmla="*/ 0 w 3225128"/>
                <a:gd name="connsiteY2" fmla="*/ 2419627 h 2592853"/>
                <a:gd name="connsiteX3" fmla="*/ 2628900 w 3225128"/>
                <a:gd name="connsiteY3" fmla="*/ 730527 h 2592853"/>
                <a:gd name="connsiteX0" fmla="*/ 2628900 w 3225128"/>
                <a:gd name="connsiteY0" fmla="*/ 730527 h 2592853"/>
                <a:gd name="connsiteX1" fmla="*/ 3162300 w 3225128"/>
                <a:gd name="connsiteY1" fmla="*/ 921027 h 2592853"/>
                <a:gd name="connsiteX2" fmla="*/ 0 w 3225128"/>
                <a:gd name="connsiteY2" fmla="*/ 2419627 h 2592853"/>
                <a:gd name="connsiteX3" fmla="*/ 2628900 w 3225128"/>
                <a:gd name="connsiteY3" fmla="*/ 730527 h 2592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25128" h="2592853">
                  <a:moveTo>
                    <a:pt x="2628900" y="730527"/>
                  </a:moveTo>
                  <a:cubicBezTo>
                    <a:pt x="3014133" y="446894"/>
                    <a:pt x="3373967" y="-865440"/>
                    <a:pt x="3162300" y="921027"/>
                  </a:cubicBezTo>
                  <a:cubicBezTo>
                    <a:pt x="3086100" y="1517927"/>
                    <a:pt x="1536700" y="3118127"/>
                    <a:pt x="0" y="2419627"/>
                  </a:cubicBezTo>
                  <a:cubicBezTo>
                    <a:pt x="960967" y="2030160"/>
                    <a:pt x="1693333" y="1551794"/>
                    <a:pt x="2628900" y="730527"/>
                  </a:cubicBezTo>
                  <a:close/>
                </a:path>
              </a:pathLst>
            </a:custGeom>
            <a:gradFill>
              <a:gsLst>
                <a:gs pos="56000">
                  <a:srgbClr val="5C8B9D"/>
                </a:gs>
                <a:gs pos="0">
                  <a:srgbClr val="DF7C27"/>
                </a:gs>
              </a:gsLst>
              <a:lin ang="13800000" scaled="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86">
              <a:extLst>
                <a:ext uri="{FF2B5EF4-FFF2-40B4-BE49-F238E27FC236}">
                  <a16:creationId xmlns:a16="http://schemas.microsoft.com/office/drawing/2014/main" id="{98177023-E3F1-411B-975E-9F0E4E300080}"/>
                </a:ext>
              </a:extLst>
            </p:cNvPr>
            <p:cNvSpPr/>
            <p:nvPr/>
          </p:nvSpPr>
          <p:spPr>
            <a:xfrm>
              <a:off x="2247438" y="3669446"/>
              <a:ext cx="3225128" cy="2592853"/>
            </a:xfrm>
            <a:custGeom>
              <a:avLst/>
              <a:gdLst>
                <a:gd name="connsiteX0" fmla="*/ 0 w 635000"/>
                <a:gd name="connsiteY0" fmla="*/ 0 h 1333500"/>
                <a:gd name="connsiteX1" fmla="*/ 635000 w 635000"/>
                <a:gd name="connsiteY1" fmla="*/ 0 h 1333500"/>
                <a:gd name="connsiteX2" fmla="*/ 635000 w 635000"/>
                <a:gd name="connsiteY2" fmla="*/ 1333500 h 1333500"/>
                <a:gd name="connsiteX3" fmla="*/ 0 w 635000"/>
                <a:gd name="connsiteY3" fmla="*/ 1333500 h 1333500"/>
                <a:gd name="connsiteX4" fmla="*/ 0 w 635000"/>
                <a:gd name="connsiteY4" fmla="*/ 0 h 1333500"/>
                <a:gd name="connsiteX0" fmla="*/ 0 w 1092200"/>
                <a:gd name="connsiteY0" fmla="*/ 0 h 1333500"/>
                <a:gd name="connsiteX1" fmla="*/ 1092200 w 1092200"/>
                <a:gd name="connsiteY1" fmla="*/ 393700 h 1333500"/>
                <a:gd name="connsiteX2" fmla="*/ 635000 w 1092200"/>
                <a:gd name="connsiteY2" fmla="*/ 1333500 h 1333500"/>
                <a:gd name="connsiteX3" fmla="*/ 0 w 1092200"/>
                <a:gd name="connsiteY3" fmla="*/ 1333500 h 1333500"/>
                <a:gd name="connsiteX4" fmla="*/ 0 w 1092200"/>
                <a:gd name="connsiteY4" fmla="*/ 0 h 1333500"/>
                <a:gd name="connsiteX0" fmla="*/ 0 w 1422400"/>
                <a:gd name="connsiteY0" fmla="*/ 0 h 1612900"/>
                <a:gd name="connsiteX1" fmla="*/ 1422400 w 1422400"/>
                <a:gd name="connsiteY1" fmla="*/ 673100 h 1612900"/>
                <a:gd name="connsiteX2" fmla="*/ 965200 w 1422400"/>
                <a:gd name="connsiteY2" fmla="*/ 1612900 h 1612900"/>
                <a:gd name="connsiteX3" fmla="*/ 330200 w 1422400"/>
                <a:gd name="connsiteY3" fmla="*/ 1612900 h 1612900"/>
                <a:gd name="connsiteX4" fmla="*/ 0 w 1422400"/>
                <a:gd name="connsiteY4" fmla="*/ 0 h 1612900"/>
                <a:gd name="connsiteX0" fmla="*/ 1435100 w 2857500"/>
                <a:gd name="connsiteY0" fmla="*/ 0 h 2616200"/>
                <a:gd name="connsiteX1" fmla="*/ 2857500 w 2857500"/>
                <a:gd name="connsiteY1" fmla="*/ 673100 h 2616200"/>
                <a:gd name="connsiteX2" fmla="*/ 2400300 w 2857500"/>
                <a:gd name="connsiteY2" fmla="*/ 1612900 h 2616200"/>
                <a:gd name="connsiteX3" fmla="*/ 0 w 2857500"/>
                <a:gd name="connsiteY3" fmla="*/ 2616200 h 2616200"/>
                <a:gd name="connsiteX4" fmla="*/ 1435100 w 2857500"/>
                <a:gd name="connsiteY4" fmla="*/ 0 h 2616200"/>
                <a:gd name="connsiteX0" fmla="*/ 1435100 w 2857500"/>
                <a:gd name="connsiteY0" fmla="*/ 0 h 2616200"/>
                <a:gd name="connsiteX1" fmla="*/ 2857500 w 2857500"/>
                <a:gd name="connsiteY1" fmla="*/ 673100 h 2616200"/>
                <a:gd name="connsiteX2" fmla="*/ 0 w 2857500"/>
                <a:gd name="connsiteY2" fmla="*/ 2616200 h 2616200"/>
                <a:gd name="connsiteX3" fmla="*/ 1435100 w 2857500"/>
                <a:gd name="connsiteY3" fmla="*/ 0 h 2616200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70"/>
                <a:gd name="connsiteX1" fmla="*/ 2857500 w 2857500"/>
                <a:gd name="connsiteY1" fmla="*/ 673100 h 2616970"/>
                <a:gd name="connsiteX2" fmla="*/ 0 w 2857500"/>
                <a:gd name="connsiteY2" fmla="*/ 2616200 h 2616970"/>
                <a:gd name="connsiteX3" fmla="*/ 1435100 w 2857500"/>
                <a:gd name="connsiteY3" fmla="*/ 0 h 2616970"/>
                <a:gd name="connsiteX0" fmla="*/ 1435100 w 2978617"/>
                <a:gd name="connsiteY0" fmla="*/ 138270 h 2755240"/>
                <a:gd name="connsiteX1" fmla="*/ 2857500 w 2978617"/>
                <a:gd name="connsiteY1" fmla="*/ 811370 h 2755240"/>
                <a:gd name="connsiteX2" fmla="*/ 0 w 2978617"/>
                <a:gd name="connsiteY2" fmla="*/ 2754470 h 2755240"/>
                <a:gd name="connsiteX3" fmla="*/ 1435100 w 2978617"/>
                <a:gd name="connsiteY3" fmla="*/ 138270 h 2755240"/>
                <a:gd name="connsiteX0" fmla="*/ 1435100 w 2935015"/>
                <a:gd name="connsiteY0" fmla="*/ 228667 h 2845637"/>
                <a:gd name="connsiteX1" fmla="*/ 2857500 w 2935015"/>
                <a:gd name="connsiteY1" fmla="*/ 901767 h 2845637"/>
                <a:gd name="connsiteX2" fmla="*/ 0 w 2935015"/>
                <a:gd name="connsiteY2" fmla="*/ 2844867 h 2845637"/>
                <a:gd name="connsiteX3" fmla="*/ 1435100 w 2935015"/>
                <a:gd name="connsiteY3" fmla="*/ 228667 h 2845637"/>
                <a:gd name="connsiteX0" fmla="*/ 1435100 w 2861117"/>
                <a:gd name="connsiteY0" fmla="*/ 250196 h 2867166"/>
                <a:gd name="connsiteX1" fmla="*/ 2857500 w 2861117"/>
                <a:gd name="connsiteY1" fmla="*/ 923296 h 2867166"/>
                <a:gd name="connsiteX2" fmla="*/ 0 w 2861117"/>
                <a:gd name="connsiteY2" fmla="*/ 2866396 h 2867166"/>
                <a:gd name="connsiteX3" fmla="*/ 1435100 w 2861117"/>
                <a:gd name="connsiteY3" fmla="*/ 250196 h 2867166"/>
                <a:gd name="connsiteX0" fmla="*/ 1435100 w 2860844"/>
                <a:gd name="connsiteY0" fmla="*/ 421200 h 3038170"/>
                <a:gd name="connsiteX1" fmla="*/ 2857500 w 2860844"/>
                <a:gd name="connsiteY1" fmla="*/ 1094300 h 3038170"/>
                <a:gd name="connsiteX2" fmla="*/ 0 w 2860844"/>
                <a:gd name="connsiteY2" fmla="*/ 3037400 h 3038170"/>
                <a:gd name="connsiteX3" fmla="*/ 1435100 w 2860844"/>
                <a:gd name="connsiteY3" fmla="*/ 421200 h 3038170"/>
                <a:gd name="connsiteX0" fmla="*/ 1435100 w 2924171"/>
                <a:gd name="connsiteY0" fmla="*/ 414635 h 3031612"/>
                <a:gd name="connsiteX1" fmla="*/ 2921000 w 2924171"/>
                <a:gd name="connsiteY1" fmla="*/ 1100435 h 3031612"/>
                <a:gd name="connsiteX2" fmla="*/ 0 w 2924171"/>
                <a:gd name="connsiteY2" fmla="*/ 3030835 h 3031612"/>
                <a:gd name="connsiteX3" fmla="*/ 1435100 w 2924171"/>
                <a:gd name="connsiteY3" fmla="*/ 414635 h 3031612"/>
                <a:gd name="connsiteX0" fmla="*/ 1435100 w 2943947"/>
                <a:gd name="connsiteY0" fmla="*/ 434155 h 3051132"/>
                <a:gd name="connsiteX1" fmla="*/ 2921000 w 2943947"/>
                <a:gd name="connsiteY1" fmla="*/ 1119955 h 3051132"/>
                <a:gd name="connsiteX2" fmla="*/ 0 w 2943947"/>
                <a:gd name="connsiteY2" fmla="*/ 3050355 h 3051132"/>
                <a:gd name="connsiteX3" fmla="*/ 1435100 w 2943947"/>
                <a:gd name="connsiteY3" fmla="*/ 434155 h 3051132"/>
                <a:gd name="connsiteX0" fmla="*/ 1625600 w 3134447"/>
                <a:gd name="connsiteY0" fmla="*/ 434155 h 3000362"/>
                <a:gd name="connsiteX1" fmla="*/ 3111500 w 3134447"/>
                <a:gd name="connsiteY1" fmla="*/ 1119955 h 3000362"/>
                <a:gd name="connsiteX2" fmla="*/ 0 w 3134447"/>
                <a:gd name="connsiteY2" fmla="*/ 2999555 h 3000362"/>
                <a:gd name="connsiteX3" fmla="*/ 1625600 w 3134447"/>
                <a:gd name="connsiteY3" fmla="*/ 434155 h 3000362"/>
                <a:gd name="connsiteX0" fmla="*/ 1625600 w 3121946"/>
                <a:gd name="connsiteY0" fmla="*/ 266917 h 2833425"/>
                <a:gd name="connsiteX1" fmla="*/ 3098800 w 3121946"/>
                <a:gd name="connsiteY1" fmla="*/ 1321017 h 2833425"/>
                <a:gd name="connsiteX2" fmla="*/ 0 w 3121946"/>
                <a:gd name="connsiteY2" fmla="*/ 2832317 h 2833425"/>
                <a:gd name="connsiteX3" fmla="*/ 1625600 w 3121946"/>
                <a:gd name="connsiteY3" fmla="*/ 266917 h 2833425"/>
                <a:gd name="connsiteX0" fmla="*/ 1625600 w 3121946"/>
                <a:gd name="connsiteY0" fmla="*/ 266917 h 3004534"/>
                <a:gd name="connsiteX1" fmla="*/ 3098800 w 3121946"/>
                <a:gd name="connsiteY1" fmla="*/ 1321017 h 3004534"/>
                <a:gd name="connsiteX2" fmla="*/ 0 w 3121946"/>
                <a:gd name="connsiteY2" fmla="*/ 2832317 h 3004534"/>
                <a:gd name="connsiteX3" fmla="*/ 1625600 w 3121946"/>
                <a:gd name="connsiteY3" fmla="*/ 266917 h 3004534"/>
                <a:gd name="connsiteX0" fmla="*/ 2565400 w 3161628"/>
                <a:gd name="connsiteY0" fmla="*/ 730527 h 2604544"/>
                <a:gd name="connsiteX1" fmla="*/ 3098800 w 3161628"/>
                <a:gd name="connsiteY1" fmla="*/ 921027 h 2604544"/>
                <a:gd name="connsiteX2" fmla="*/ 0 w 3161628"/>
                <a:gd name="connsiteY2" fmla="*/ 2432327 h 2604544"/>
                <a:gd name="connsiteX3" fmla="*/ 2565400 w 3161628"/>
                <a:gd name="connsiteY3" fmla="*/ 730527 h 2604544"/>
                <a:gd name="connsiteX0" fmla="*/ 2565400 w 3161628"/>
                <a:gd name="connsiteY0" fmla="*/ 730527 h 2604544"/>
                <a:gd name="connsiteX1" fmla="*/ 3098800 w 3161628"/>
                <a:gd name="connsiteY1" fmla="*/ 921027 h 2604544"/>
                <a:gd name="connsiteX2" fmla="*/ 0 w 3161628"/>
                <a:gd name="connsiteY2" fmla="*/ 2432327 h 2604544"/>
                <a:gd name="connsiteX3" fmla="*/ 2565400 w 3161628"/>
                <a:gd name="connsiteY3" fmla="*/ 730527 h 2604544"/>
                <a:gd name="connsiteX0" fmla="*/ 2628900 w 3225128"/>
                <a:gd name="connsiteY0" fmla="*/ 730527 h 2592853"/>
                <a:gd name="connsiteX1" fmla="*/ 3162300 w 3225128"/>
                <a:gd name="connsiteY1" fmla="*/ 921027 h 2592853"/>
                <a:gd name="connsiteX2" fmla="*/ 0 w 3225128"/>
                <a:gd name="connsiteY2" fmla="*/ 2419627 h 2592853"/>
                <a:gd name="connsiteX3" fmla="*/ 2628900 w 3225128"/>
                <a:gd name="connsiteY3" fmla="*/ 730527 h 2592853"/>
                <a:gd name="connsiteX0" fmla="*/ 2628900 w 3225128"/>
                <a:gd name="connsiteY0" fmla="*/ 730527 h 2592853"/>
                <a:gd name="connsiteX1" fmla="*/ 3162300 w 3225128"/>
                <a:gd name="connsiteY1" fmla="*/ 921027 h 2592853"/>
                <a:gd name="connsiteX2" fmla="*/ 0 w 3225128"/>
                <a:gd name="connsiteY2" fmla="*/ 2419627 h 2592853"/>
                <a:gd name="connsiteX3" fmla="*/ 2628900 w 3225128"/>
                <a:gd name="connsiteY3" fmla="*/ 730527 h 2592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25128" h="2592853">
                  <a:moveTo>
                    <a:pt x="2628900" y="730527"/>
                  </a:moveTo>
                  <a:cubicBezTo>
                    <a:pt x="3014133" y="446894"/>
                    <a:pt x="3373967" y="-865440"/>
                    <a:pt x="3162300" y="921027"/>
                  </a:cubicBezTo>
                  <a:cubicBezTo>
                    <a:pt x="3086100" y="1517927"/>
                    <a:pt x="1536700" y="3118127"/>
                    <a:pt x="0" y="2419627"/>
                  </a:cubicBezTo>
                  <a:cubicBezTo>
                    <a:pt x="960967" y="2030160"/>
                    <a:pt x="1693333" y="1551794"/>
                    <a:pt x="2628900" y="730527"/>
                  </a:cubicBezTo>
                  <a:close/>
                </a:path>
              </a:pathLst>
            </a:custGeom>
            <a:gradFill>
              <a:gsLst>
                <a:gs pos="0">
                  <a:srgbClr val="7E4C26"/>
                </a:gs>
                <a:gs pos="38000">
                  <a:srgbClr val="5C8B9D"/>
                </a:gs>
              </a:gsLst>
              <a:lin ang="13800000" scaled="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93">
              <a:extLst>
                <a:ext uri="{FF2B5EF4-FFF2-40B4-BE49-F238E27FC236}">
                  <a16:creationId xmlns:a16="http://schemas.microsoft.com/office/drawing/2014/main" id="{29C5CDB2-65E4-48FF-829A-0B619C02D01C}"/>
                </a:ext>
              </a:extLst>
            </p:cNvPr>
            <p:cNvSpPr/>
            <p:nvPr/>
          </p:nvSpPr>
          <p:spPr>
            <a:xfrm>
              <a:off x="5731620" y="6161364"/>
              <a:ext cx="1343088" cy="409583"/>
            </a:xfrm>
            <a:custGeom>
              <a:avLst/>
              <a:gdLst>
                <a:gd name="connsiteX0" fmla="*/ 0 w 495300"/>
                <a:gd name="connsiteY0" fmla="*/ 0 h 201162"/>
                <a:gd name="connsiteX1" fmla="*/ 495300 w 495300"/>
                <a:gd name="connsiteY1" fmla="*/ 0 h 201162"/>
                <a:gd name="connsiteX2" fmla="*/ 495300 w 495300"/>
                <a:gd name="connsiteY2" fmla="*/ 201162 h 201162"/>
                <a:gd name="connsiteX3" fmla="*/ 0 w 495300"/>
                <a:gd name="connsiteY3" fmla="*/ 201162 h 201162"/>
                <a:gd name="connsiteX4" fmla="*/ 0 w 495300"/>
                <a:gd name="connsiteY4" fmla="*/ 0 h 201162"/>
                <a:gd name="connsiteX0" fmla="*/ 0 w 514350"/>
                <a:gd name="connsiteY0" fmla="*/ 0 h 277362"/>
                <a:gd name="connsiteX1" fmla="*/ 514350 w 514350"/>
                <a:gd name="connsiteY1" fmla="*/ 76200 h 277362"/>
                <a:gd name="connsiteX2" fmla="*/ 514350 w 514350"/>
                <a:gd name="connsiteY2" fmla="*/ 277362 h 277362"/>
                <a:gd name="connsiteX3" fmla="*/ 19050 w 514350"/>
                <a:gd name="connsiteY3" fmla="*/ 277362 h 277362"/>
                <a:gd name="connsiteX4" fmla="*/ 0 w 514350"/>
                <a:gd name="connsiteY4" fmla="*/ 0 h 277362"/>
                <a:gd name="connsiteX0" fmla="*/ 633412 w 1147762"/>
                <a:gd name="connsiteY0" fmla="*/ 0 h 277362"/>
                <a:gd name="connsiteX1" fmla="*/ 1147762 w 1147762"/>
                <a:gd name="connsiteY1" fmla="*/ 76200 h 277362"/>
                <a:gd name="connsiteX2" fmla="*/ 1147762 w 1147762"/>
                <a:gd name="connsiteY2" fmla="*/ 277362 h 277362"/>
                <a:gd name="connsiteX3" fmla="*/ 0 w 1147762"/>
                <a:gd name="connsiteY3" fmla="*/ 234500 h 277362"/>
                <a:gd name="connsiteX4" fmla="*/ 633412 w 1147762"/>
                <a:gd name="connsiteY4" fmla="*/ 0 h 277362"/>
                <a:gd name="connsiteX0" fmla="*/ 633412 w 1185862"/>
                <a:gd name="connsiteY0" fmla="*/ 0 h 367849"/>
                <a:gd name="connsiteX1" fmla="*/ 1147762 w 1185862"/>
                <a:gd name="connsiteY1" fmla="*/ 76200 h 367849"/>
                <a:gd name="connsiteX2" fmla="*/ 1185862 w 1185862"/>
                <a:gd name="connsiteY2" fmla="*/ 367849 h 367849"/>
                <a:gd name="connsiteX3" fmla="*/ 0 w 1185862"/>
                <a:gd name="connsiteY3" fmla="*/ 234500 h 367849"/>
                <a:gd name="connsiteX4" fmla="*/ 633412 w 1185862"/>
                <a:gd name="connsiteY4" fmla="*/ 0 h 367849"/>
                <a:gd name="connsiteX0" fmla="*/ 633412 w 1185862"/>
                <a:gd name="connsiteY0" fmla="*/ 0 h 367849"/>
                <a:gd name="connsiteX1" fmla="*/ 1147762 w 1185862"/>
                <a:gd name="connsiteY1" fmla="*/ 76200 h 367849"/>
                <a:gd name="connsiteX2" fmla="*/ 1090612 w 1185862"/>
                <a:gd name="connsiteY2" fmla="*/ 176212 h 367849"/>
                <a:gd name="connsiteX3" fmla="*/ 1185862 w 1185862"/>
                <a:gd name="connsiteY3" fmla="*/ 367849 h 367849"/>
                <a:gd name="connsiteX4" fmla="*/ 0 w 1185862"/>
                <a:gd name="connsiteY4" fmla="*/ 234500 h 367849"/>
                <a:gd name="connsiteX5" fmla="*/ 633412 w 1185862"/>
                <a:gd name="connsiteY5" fmla="*/ 0 h 367849"/>
                <a:gd name="connsiteX0" fmla="*/ 633412 w 1343088"/>
                <a:gd name="connsiteY0" fmla="*/ 0 h 367849"/>
                <a:gd name="connsiteX1" fmla="*/ 1343024 w 1343088"/>
                <a:gd name="connsiteY1" fmla="*/ 319088 h 367849"/>
                <a:gd name="connsiteX2" fmla="*/ 1090612 w 1343088"/>
                <a:gd name="connsiteY2" fmla="*/ 176212 h 367849"/>
                <a:gd name="connsiteX3" fmla="*/ 1185862 w 1343088"/>
                <a:gd name="connsiteY3" fmla="*/ 367849 h 367849"/>
                <a:gd name="connsiteX4" fmla="*/ 0 w 1343088"/>
                <a:gd name="connsiteY4" fmla="*/ 234500 h 367849"/>
                <a:gd name="connsiteX5" fmla="*/ 633412 w 1343088"/>
                <a:gd name="connsiteY5" fmla="*/ 0 h 367849"/>
                <a:gd name="connsiteX0" fmla="*/ 633412 w 1343088"/>
                <a:gd name="connsiteY0" fmla="*/ 0 h 367849"/>
                <a:gd name="connsiteX1" fmla="*/ 1185862 w 1343088"/>
                <a:gd name="connsiteY1" fmla="*/ 33337 h 367849"/>
                <a:gd name="connsiteX2" fmla="*/ 1343024 w 1343088"/>
                <a:gd name="connsiteY2" fmla="*/ 319088 h 367849"/>
                <a:gd name="connsiteX3" fmla="*/ 1090612 w 1343088"/>
                <a:gd name="connsiteY3" fmla="*/ 176212 h 367849"/>
                <a:gd name="connsiteX4" fmla="*/ 1185862 w 1343088"/>
                <a:gd name="connsiteY4" fmla="*/ 367849 h 367849"/>
                <a:gd name="connsiteX5" fmla="*/ 0 w 1343088"/>
                <a:gd name="connsiteY5" fmla="*/ 234500 h 367849"/>
                <a:gd name="connsiteX6" fmla="*/ 633412 w 1343088"/>
                <a:gd name="connsiteY6" fmla="*/ 0 h 367849"/>
                <a:gd name="connsiteX0" fmla="*/ 633412 w 1343088"/>
                <a:gd name="connsiteY0" fmla="*/ 0 h 367849"/>
                <a:gd name="connsiteX1" fmla="*/ 1343024 w 1343088"/>
                <a:gd name="connsiteY1" fmla="*/ 319088 h 367849"/>
                <a:gd name="connsiteX2" fmla="*/ 1090612 w 1343088"/>
                <a:gd name="connsiteY2" fmla="*/ 176212 h 367849"/>
                <a:gd name="connsiteX3" fmla="*/ 1185862 w 1343088"/>
                <a:gd name="connsiteY3" fmla="*/ 367849 h 367849"/>
                <a:gd name="connsiteX4" fmla="*/ 0 w 1343088"/>
                <a:gd name="connsiteY4" fmla="*/ 234500 h 367849"/>
                <a:gd name="connsiteX5" fmla="*/ 633412 w 1343088"/>
                <a:gd name="connsiteY5" fmla="*/ 0 h 367849"/>
                <a:gd name="connsiteX0" fmla="*/ 633412 w 1343088"/>
                <a:gd name="connsiteY0" fmla="*/ 13935 h 381784"/>
                <a:gd name="connsiteX1" fmla="*/ 1343024 w 1343088"/>
                <a:gd name="connsiteY1" fmla="*/ 333023 h 381784"/>
                <a:gd name="connsiteX2" fmla="*/ 1090612 w 1343088"/>
                <a:gd name="connsiteY2" fmla="*/ 190147 h 381784"/>
                <a:gd name="connsiteX3" fmla="*/ 1185862 w 1343088"/>
                <a:gd name="connsiteY3" fmla="*/ 381784 h 381784"/>
                <a:gd name="connsiteX4" fmla="*/ 0 w 1343088"/>
                <a:gd name="connsiteY4" fmla="*/ 248435 h 381784"/>
                <a:gd name="connsiteX5" fmla="*/ 633412 w 1343088"/>
                <a:gd name="connsiteY5" fmla="*/ 13935 h 381784"/>
                <a:gd name="connsiteX0" fmla="*/ 633412 w 1343088"/>
                <a:gd name="connsiteY0" fmla="*/ 19073 h 386922"/>
                <a:gd name="connsiteX1" fmla="*/ 1343024 w 1343088"/>
                <a:gd name="connsiteY1" fmla="*/ 338161 h 386922"/>
                <a:gd name="connsiteX2" fmla="*/ 1090612 w 1343088"/>
                <a:gd name="connsiteY2" fmla="*/ 195285 h 386922"/>
                <a:gd name="connsiteX3" fmla="*/ 1185862 w 1343088"/>
                <a:gd name="connsiteY3" fmla="*/ 386922 h 386922"/>
                <a:gd name="connsiteX4" fmla="*/ 0 w 1343088"/>
                <a:gd name="connsiteY4" fmla="*/ 253573 h 386922"/>
                <a:gd name="connsiteX5" fmla="*/ 633412 w 1343088"/>
                <a:gd name="connsiteY5" fmla="*/ 19073 h 386922"/>
                <a:gd name="connsiteX0" fmla="*/ 633412 w 1343088"/>
                <a:gd name="connsiteY0" fmla="*/ 41734 h 409583"/>
                <a:gd name="connsiteX1" fmla="*/ 1343024 w 1343088"/>
                <a:gd name="connsiteY1" fmla="*/ 360822 h 409583"/>
                <a:gd name="connsiteX2" fmla="*/ 1090612 w 1343088"/>
                <a:gd name="connsiteY2" fmla="*/ 217946 h 409583"/>
                <a:gd name="connsiteX3" fmla="*/ 1185862 w 1343088"/>
                <a:gd name="connsiteY3" fmla="*/ 409583 h 409583"/>
                <a:gd name="connsiteX4" fmla="*/ 0 w 1343088"/>
                <a:gd name="connsiteY4" fmla="*/ 276234 h 409583"/>
                <a:gd name="connsiteX5" fmla="*/ 633412 w 1343088"/>
                <a:gd name="connsiteY5" fmla="*/ 41734 h 409583"/>
                <a:gd name="connsiteX0" fmla="*/ 633412 w 1343088"/>
                <a:gd name="connsiteY0" fmla="*/ 41734 h 409583"/>
                <a:gd name="connsiteX1" fmla="*/ 1343024 w 1343088"/>
                <a:gd name="connsiteY1" fmla="*/ 360822 h 409583"/>
                <a:gd name="connsiteX2" fmla="*/ 1090612 w 1343088"/>
                <a:gd name="connsiteY2" fmla="*/ 217946 h 409583"/>
                <a:gd name="connsiteX3" fmla="*/ 1185862 w 1343088"/>
                <a:gd name="connsiteY3" fmla="*/ 409583 h 409583"/>
                <a:gd name="connsiteX4" fmla="*/ 0 w 1343088"/>
                <a:gd name="connsiteY4" fmla="*/ 276234 h 409583"/>
                <a:gd name="connsiteX5" fmla="*/ 633412 w 1343088"/>
                <a:gd name="connsiteY5" fmla="*/ 41734 h 409583"/>
                <a:gd name="connsiteX0" fmla="*/ 633412 w 1343088"/>
                <a:gd name="connsiteY0" fmla="*/ 41734 h 409583"/>
                <a:gd name="connsiteX1" fmla="*/ 1343024 w 1343088"/>
                <a:gd name="connsiteY1" fmla="*/ 360822 h 409583"/>
                <a:gd name="connsiteX2" fmla="*/ 1090612 w 1343088"/>
                <a:gd name="connsiteY2" fmla="*/ 217946 h 409583"/>
                <a:gd name="connsiteX3" fmla="*/ 1185862 w 1343088"/>
                <a:gd name="connsiteY3" fmla="*/ 409583 h 409583"/>
                <a:gd name="connsiteX4" fmla="*/ 0 w 1343088"/>
                <a:gd name="connsiteY4" fmla="*/ 276234 h 409583"/>
                <a:gd name="connsiteX5" fmla="*/ 633412 w 1343088"/>
                <a:gd name="connsiteY5" fmla="*/ 41734 h 409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088" h="409583">
                  <a:moveTo>
                    <a:pt x="633412" y="41734"/>
                  </a:moveTo>
                  <a:cubicBezTo>
                    <a:pt x="1433511" y="-48943"/>
                    <a:pt x="1266824" y="331453"/>
                    <a:pt x="1343024" y="360822"/>
                  </a:cubicBezTo>
                  <a:cubicBezTo>
                    <a:pt x="1347786" y="392572"/>
                    <a:pt x="1085850" y="186196"/>
                    <a:pt x="1090612" y="217946"/>
                  </a:cubicBezTo>
                  <a:lnTo>
                    <a:pt x="1185862" y="409583"/>
                  </a:lnTo>
                  <a:cubicBezTo>
                    <a:pt x="985837" y="336558"/>
                    <a:pt x="623887" y="63509"/>
                    <a:pt x="0" y="276234"/>
                  </a:cubicBezTo>
                  <a:cubicBezTo>
                    <a:pt x="396875" y="-163883"/>
                    <a:pt x="617537" y="57988"/>
                    <a:pt x="633412" y="41734"/>
                  </a:cubicBezTo>
                  <a:close/>
                </a:path>
              </a:pathLst>
            </a:custGeom>
            <a:solidFill>
              <a:srgbClr val="C6A66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92">
              <a:extLst>
                <a:ext uri="{FF2B5EF4-FFF2-40B4-BE49-F238E27FC236}">
                  <a16:creationId xmlns:a16="http://schemas.microsoft.com/office/drawing/2014/main" id="{2AF75DF0-6BDE-4C2A-AB7F-3A71937FB1E1}"/>
                </a:ext>
              </a:extLst>
            </p:cNvPr>
            <p:cNvSpPr/>
            <p:nvPr/>
          </p:nvSpPr>
          <p:spPr>
            <a:xfrm>
              <a:off x="5938161" y="5505607"/>
              <a:ext cx="543202" cy="763429"/>
            </a:xfrm>
            <a:custGeom>
              <a:avLst/>
              <a:gdLst>
                <a:gd name="connsiteX0" fmla="*/ 0 w 362226"/>
                <a:gd name="connsiteY0" fmla="*/ 0 h 615791"/>
                <a:gd name="connsiteX1" fmla="*/ 362226 w 362226"/>
                <a:gd name="connsiteY1" fmla="*/ 0 h 615791"/>
                <a:gd name="connsiteX2" fmla="*/ 362226 w 362226"/>
                <a:gd name="connsiteY2" fmla="*/ 615791 h 615791"/>
                <a:gd name="connsiteX3" fmla="*/ 0 w 362226"/>
                <a:gd name="connsiteY3" fmla="*/ 615791 h 615791"/>
                <a:gd name="connsiteX4" fmla="*/ 0 w 362226"/>
                <a:gd name="connsiteY4" fmla="*/ 0 h 615791"/>
                <a:gd name="connsiteX0" fmla="*/ 0 w 500339"/>
                <a:gd name="connsiteY0" fmla="*/ 0 h 696754"/>
                <a:gd name="connsiteX1" fmla="*/ 500339 w 500339"/>
                <a:gd name="connsiteY1" fmla="*/ 80963 h 696754"/>
                <a:gd name="connsiteX2" fmla="*/ 500339 w 500339"/>
                <a:gd name="connsiteY2" fmla="*/ 696754 h 696754"/>
                <a:gd name="connsiteX3" fmla="*/ 138113 w 500339"/>
                <a:gd name="connsiteY3" fmla="*/ 696754 h 696754"/>
                <a:gd name="connsiteX4" fmla="*/ 0 w 500339"/>
                <a:gd name="connsiteY4" fmla="*/ 0 h 696754"/>
                <a:gd name="connsiteX0" fmla="*/ 0 w 500339"/>
                <a:gd name="connsiteY0" fmla="*/ 0 h 696754"/>
                <a:gd name="connsiteX1" fmla="*/ 276502 w 500339"/>
                <a:gd name="connsiteY1" fmla="*/ 9525 h 696754"/>
                <a:gd name="connsiteX2" fmla="*/ 500339 w 500339"/>
                <a:gd name="connsiteY2" fmla="*/ 696754 h 696754"/>
                <a:gd name="connsiteX3" fmla="*/ 138113 w 500339"/>
                <a:gd name="connsiteY3" fmla="*/ 696754 h 696754"/>
                <a:gd name="connsiteX4" fmla="*/ 0 w 500339"/>
                <a:gd name="connsiteY4" fmla="*/ 0 h 696754"/>
                <a:gd name="connsiteX0" fmla="*/ 0 w 500339"/>
                <a:gd name="connsiteY0" fmla="*/ 0 h 739617"/>
                <a:gd name="connsiteX1" fmla="*/ 276502 w 500339"/>
                <a:gd name="connsiteY1" fmla="*/ 9525 h 739617"/>
                <a:gd name="connsiteX2" fmla="*/ 500339 w 500339"/>
                <a:gd name="connsiteY2" fmla="*/ 696754 h 739617"/>
                <a:gd name="connsiteX3" fmla="*/ 357188 w 500339"/>
                <a:gd name="connsiteY3" fmla="*/ 739617 h 739617"/>
                <a:gd name="connsiteX4" fmla="*/ 0 w 500339"/>
                <a:gd name="connsiteY4" fmla="*/ 0 h 739617"/>
                <a:gd name="connsiteX0" fmla="*/ 0 w 538439"/>
                <a:gd name="connsiteY0" fmla="*/ 0 h 734854"/>
                <a:gd name="connsiteX1" fmla="*/ 314602 w 538439"/>
                <a:gd name="connsiteY1" fmla="*/ 4762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38439"/>
                <a:gd name="connsiteY0" fmla="*/ 0 h 734854"/>
                <a:gd name="connsiteX1" fmla="*/ 247927 w 538439"/>
                <a:gd name="connsiteY1" fmla="*/ 9525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38439"/>
                <a:gd name="connsiteY0" fmla="*/ 0 h 734854"/>
                <a:gd name="connsiteX1" fmla="*/ 205065 w 538439"/>
                <a:gd name="connsiteY1" fmla="*/ 33337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43202"/>
                <a:gd name="connsiteY0" fmla="*/ 0 h 734854"/>
                <a:gd name="connsiteX1" fmla="*/ 205065 w 543202"/>
                <a:gd name="connsiteY1" fmla="*/ 33337 h 734854"/>
                <a:gd name="connsiteX2" fmla="*/ 543202 w 543202"/>
                <a:gd name="connsiteY2" fmla="*/ 734854 h 734854"/>
                <a:gd name="connsiteX3" fmla="*/ 395288 w 543202"/>
                <a:gd name="connsiteY3" fmla="*/ 734854 h 734854"/>
                <a:gd name="connsiteX4" fmla="*/ 0 w 543202"/>
                <a:gd name="connsiteY4" fmla="*/ 0 h 734854"/>
                <a:gd name="connsiteX0" fmla="*/ 0 w 543202"/>
                <a:gd name="connsiteY0" fmla="*/ 0 h 763429"/>
                <a:gd name="connsiteX1" fmla="*/ 205065 w 543202"/>
                <a:gd name="connsiteY1" fmla="*/ 33337 h 763429"/>
                <a:gd name="connsiteX2" fmla="*/ 543202 w 543202"/>
                <a:gd name="connsiteY2" fmla="*/ 734854 h 763429"/>
                <a:gd name="connsiteX3" fmla="*/ 419101 w 543202"/>
                <a:gd name="connsiteY3" fmla="*/ 763429 h 763429"/>
                <a:gd name="connsiteX4" fmla="*/ 0 w 543202"/>
                <a:gd name="connsiteY4" fmla="*/ 0 h 763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202" h="763429">
                  <a:moveTo>
                    <a:pt x="0" y="0"/>
                  </a:moveTo>
                  <a:lnTo>
                    <a:pt x="205065" y="33337"/>
                  </a:lnTo>
                  <a:lnTo>
                    <a:pt x="543202" y="734854"/>
                  </a:lnTo>
                  <a:lnTo>
                    <a:pt x="419101" y="7634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6A66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92">
              <a:extLst>
                <a:ext uri="{FF2B5EF4-FFF2-40B4-BE49-F238E27FC236}">
                  <a16:creationId xmlns:a16="http://schemas.microsoft.com/office/drawing/2014/main" id="{BA140F71-4DF5-449C-854D-B65DE292EE83}"/>
                </a:ext>
              </a:extLst>
            </p:cNvPr>
            <p:cNvSpPr/>
            <p:nvPr/>
          </p:nvSpPr>
          <p:spPr>
            <a:xfrm rot="19264388">
              <a:off x="6240449" y="6178792"/>
              <a:ext cx="318398" cy="180488"/>
            </a:xfrm>
            <a:custGeom>
              <a:avLst/>
              <a:gdLst>
                <a:gd name="connsiteX0" fmla="*/ 0 w 362226"/>
                <a:gd name="connsiteY0" fmla="*/ 0 h 615791"/>
                <a:gd name="connsiteX1" fmla="*/ 362226 w 362226"/>
                <a:gd name="connsiteY1" fmla="*/ 0 h 615791"/>
                <a:gd name="connsiteX2" fmla="*/ 362226 w 362226"/>
                <a:gd name="connsiteY2" fmla="*/ 615791 h 615791"/>
                <a:gd name="connsiteX3" fmla="*/ 0 w 362226"/>
                <a:gd name="connsiteY3" fmla="*/ 615791 h 615791"/>
                <a:gd name="connsiteX4" fmla="*/ 0 w 362226"/>
                <a:gd name="connsiteY4" fmla="*/ 0 h 615791"/>
                <a:gd name="connsiteX0" fmla="*/ 0 w 500339"/>
                <a:gd name="connsiteY0" fmla="*/ 0 h 696754"/>
                <a:gd name="connsiteX1" fmla="*/ 500339 w 500339"/>
                <a:gd name="connsiteY1" fmla="*/ 80963 h 696754"/>
                <a:gd name="connsiteX2" fmla="*/ 500339 w 500339"/>
                <a:gd name="connsiteY2" fmla="*/ 696754 h 696754"/>
                <a:gd name="connsiteX3" fmla="*/ 138113 w 500339"/>
                <a:gd name="connsiteY3" fmla="*/ 696754 h 696754"/>
                <a:gd name="connsiteX4" fmla="*/ 0 w 500339"/>
                <a:gd name="connsiteY4" fmla="*/ 0 h 696754"/>
                <a:gd name="connsiteX0" fmla="*/ 0 w 500339"/>
                <a:gd name="connsiteY0" fmla="*/ 0 h 696754"/>
                <a:gd name="connsiteX1" fmla="*/ 276502 w 500339"/>
                <a:gd name="connsiteY1" fmla="*/ 9525 h 696754"/>
                <a:gd name="connsiteX2" fmla="*/ 500339 w 500339"/>
                <a:gd name="connsiteY2" fmla="*/ 696754 h 696754"/>
                <a:gd name="connsiteX3" fmla="*/ 138113 w 500339"/>
                <a:gd name="connsiteY3" fmla="*/ 696754 h 696754"/>
                <a:gd name="connsiteX4" fmla="*/ 0 w 500339"/>
                <a:gd name="connsiteY4" fmla="*/ 0 h 696754"/>
                <a:gd name="connsiteX0" fmla="*/ 0 w 500339"/>
                <a:gd name="connsiteY0" fmla="*/ 0 h 739617"/>
                <a:gd name="connsiteX1" fmla="*/ 276502 w 500339"/>
                <a:gd name="connsiteY1" fmla="*/ 9525 h 739617"/>
                <a:gd name="connsiteX2" fmla="*/ 500339 w 500339"/>
                <a:gd name="connsiteY2" fmla="*/ 696754 h 739617"/>
                <a:gd name="connsiteX3" fmla="*/ 357188 w 500339"/>
                <a:gd name="connsiteY3" fmla="*/ 739617 h 739617"/>
                <a:gd name="connsiteX4" fmla="*/ 0 w 500339"/>
                <a:gd name="connsiteY4" fmla="*/ 0 h 739617"/>
                <a:gd name="connsiteX0" fmla="*/ 0 w 538439"/>
                <a:gd name="connsiteY0" fmla="*/ 0 h 734854"/>
                <a:gd name="connsiteX1" fmla="*/ 314602 w 538439"/>
                <a:gd name="connsiteY1" fmla="*/ 4762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38439"/>
                <a:gd name="connsiteY0" fmla="*/ 0 h 734854"/>
                <a:gd name="connsiteX1" fmla="*/ 247927 w 538439"/>
                <a:gd name="connsiteY1" fmla="*/ 9525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38439"/>
                <a:gd name="connsiteY0" fmla="*/ 0 h 734854"/>
                <a:gd name="connsiteX1" fmla="*/ 205065 w 538439"/>
                <a:gd name="connsiteY1" fmla="*/ 33337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43202"/>
                <a:gd name="connsiteY0" fmla="*/ 0 h 734854"/>
                <a:gd name="connsiteX1" fmla="*/ 205065 w 543202"/>
                <a:gd name="connsiteY1" fmla="*/ 33337 h 734854"/>
                <a:gd name="connsiteX2" fmla="*/ 543202 w 543202"/>
                <a:gd name="connsiteY2" fmla="*/ 734854 h 734854"/>
                <a:gd name="connsiteX3" fmla="*/ 395288 w 543202"/>
                <a:gd name="connsiteY3" fmla="*/ 734854 h 734854"/>
                <a:gd name="connsiteX4" fmla="*/ 0 w 543202"/>
                <a:gd name="connsiteY4" fmla="*/ 0 h 734854"/>
                <a:gd name="connsiteX0" fmla="*/ 0 w 543202"/>
                <a:gd name="connsiteY0" fmla="*/ 0 h 763429"/>
                <a:gd name="connsiteX1" fmla="*/ 205065 w 543202"/>
                <a:gd name="connsiteY1" fmla="*/ 33337 h 763429"/>
                <a:gd name="connsiteX2" fmla="*/ 543202 w 543202"/>
                <a:gd name="connsiteY2" fmla="*/ 734854 h 763429"/>
                <a:gd name="connsiteX3" fmla="*/ 419101 w 543202"/>
                <a:gd name="connsiteY3" fmla="*/ 763429 h 763429"/>
                <a:gd name="connsiteX4" fmla="*/ 0 w 543202"/>
                <a:gd name="connsiteY4" fmla="*/ 0 h 763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202" h="763429">
                  <a:moveTo>
                    <a:pt x="0" y="0"/>
                  </a:moveTo>
                  <a:lnTo>
                    <a:pt x="205065" y="33337"/>
                  </a:lnTo>
                  <a:lnTo>
                    <a:pt x="543202" y="734854"/>
                  </a:lnTo>
                  <a:lnTo>
                    <a:pt x="419101" y="7634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6A6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3">
              <a:extLst>
                <a:ext uri="{FF2B5EF4-FFF2-40B4-BE49-F238E27FC236}">
                  <a16:creationId xmlns:a16="http://schemas.microsoft.com/office/drawing/2014/main" id="{97B34F7A-4309-49DC-A84D-C51CFD238930}"/>
                </a:ext>
              </a:extLst>
            </p:cNvPr>
            <p:cNvSpPr/>
            <p:nvPr/>
          </p:nvSpPr>
          <p:spPr>
            <a:xfrm>
              <a:off x="5044155" y="6331599"/>
              <a:ext cx="1343088" cy="409583"/>
            </a:xfrm>
            <a:custGeom>
              <a:avLst/>
              <a:gdLst>
                <a:gd name="connsiteX0" fmla="*/ 0 w 495300"/>
                <a:gd name="connsiteY0" fmla="*/ 0 h 201162"/>
                <a:gd name="connsiteX1" fmla="*/ 495300 w 495300"/>
                <a:gd name="connsiteY1" fmla="*/ 0 h 201162"/>
                <a:gd name="connsiteX2" fmla="*/ 495300 w 495300"/>
                <a:gd name="connsiteY2" fmla="*/ 201162 h 201162"/>
                <a:gd name="connsiteX3" fmla="*/ 0 w 495300"/>
                <a:gd name="connsiteY3" fmla="*/ 201162 h 201162"/>
                <a:gd name="connsiteX4" fmla="*/ 0 w 495300"/>
                <a:gd name="connsiteY4" fmla="*/ 0 h 201162"/>
                <a:gd name="connsiteX0" fmla="*/ 0 w 514350"/>
                <a:gd name="connsiteY0" fmla="*/ 0 h 277362"/>
                <a:gd name="connsiteX1" fmla="*/ 514350 w 514350"/>
                <a:gd name="connsiteY1" fmla="*/ 76200 h 277362"/>
                <a:gd name="connsiteX2" fmla="*/ 514350 w 514350"/>
                <a:gd name="connsiteY2" fmla="*/ 277362 h 277362"/>
                <a:gd name="connsiteX3" fmla="*/ 19050 w 514350"/>
                <a:gd name="connsiteY3" fmla="*/ 277362 h 277362"/>
                <a:gd name="connsiteX4" fmla="*/ 0 w 514350"/>
                <a:gd name="connsiteY4" fmla="*/ 0 h 277362"/>
                <a:gd name="connsiteX0" fmla="*/ 633412 w 1147762"/>
                <a:gd name="connsiteY0" fmla="*/ 0 h 277362"/>
                <a:gd name="connsiteX1" fmla="*/ 1147762 w 1147762"/>
                <a:gd name="connsiteY1" fmla="*/ 76200 h 277362"/>
                <a:gd name="connsiteX2" fmla="*/ 1147762 w 1147762"/>
                <a:gd name="connsiteY2" fmla="*/ 277362 h 277362"/>
                <a:gd name="connsiteX3" fmla="*/ 0 w 1147762"/>
                <a:gd name="connsiteY3" fmla="*/ 234500 h 277362"/>
                <a:gd name="connsiteX4" fmla="*/ 633412 w 1147762"/>
                <a:gd name="connsiteY4" fmla="*/ 0 h 277362"/>
                <a:gd name="connsiteX0" fmla="*/ 633412 w 1185862"/>
                <a:gd name="connsiteY0" fmla="*/ 0 h 367849"/>
                <a:gd name="connsiteX1" fmla="*/ 1147762 w 1185862"/>
                <a:gd name="connsiteY1" fmla="*/ 76200 h 367849"/>
                <a:gd name="connsiteX2" fmla="*/ 1185862 w 1185862"/>
                <a:gd name="connsiteY2" fmla="*/ 367849 h 367849"/>
                <a:gd name="connsiteX3" fmla="*/ 0 w 1185862"/>
                <a:gd name="connsiteY3" fmla="*/ 234500 h 367849"/>
                <a:gd name="connsiteX4" fmla="*/ 633412 w 1185862"/>
                <a:gd name="connsiteY4" fmla="*/ 0 h 367849"/>
                <a:gd name="connsiteX0" fmla="*/ 633412 w 1185862"/>
                <a:gd name="connsiteY0" fmla="*/ 0 h 367849"/>
                <a:gd name="connsiteX1" fmla="*/ 1147762 w 1185862"/>
                <a:gd name="connsiteY1" fmla="*/ 76200 h 367849"/>
                <a:gd name="connsiteX2" fmla="*/ 1090612 w 1185862"/>
                <a:gd name="connsiteY2" fmla="*/ 176212 h 367849"/>
                <a:gd name="connsiteX3" fmla="*/ 1185862 w 1185862"/>
                <a:gd name="connsiteY3" fmla="*/ 367849 h 367849"/>
                <a:gd name="connsiteX4" fmla="*/ 0 w 1185862"/>
                <a:gd name="connsiteY4" fmla="*/ 234500 h 367849"/>
                <a:gd name="connsiteX5" fmla="*/ 633412 w 1185862"/>
                <a:gd name="connsiteY5" fmla="*/ 0 h 367849"/>
                <a:gd name="connsiteX0" fmla="*/ 633412 w 1343088"/>
                <a:gd name="connsiteY0" fmla="*/ 0 h 367849"/>
                <a:gd name="connsiteX1" fmla="*/ 1343024 w 1343088"/>
                <a:gd name="connsiteY1" fmla="*/ 319088 h 367849"/>
                <a:gd name="connsiteX2" fmla="*/ 1090612 w 1343088"/>
                <a:gd name="connsiteY2" fmla="*/ 176212 h 367849"/>
                <a:gd name="connsiteX3" fmla="*/ 1185862 w 1343088"/>
                <a:gd name="connsiteY3" fmla="*/ 367849 h 367849"/>
                <a:gd name="connsiteX4" fmla="*/ 0 w 1343088"/>
                <a:gd name="connsiteY4" fmla="*/ 234500 h 367849"/>
                <a:gd name="connsiteX5" fmla="*/ 633412 w 1343088"/>
                <a:gd name="connsiteY5" fmla="*/ 0 h 367849"/>
                <a:gd name="connsiteX0" fmla="*/ 633412 w 1343088"/>
                <a:gd name="connsiteY0" fmla="*/ 0 h 367849"/>
                <a:gd name="connsiteX1" fmla="*/ 1185862 w 1343088"/>
                <a:gd name="connsiteY1" fmla="*/ 33337 h 367849"/>
                <a:gd name="connsiteX2" fmla="*/ 1343024 w 1343088"/>
                <a:gd name="connsiteY2" fmla="*/ 319088 h 367849"/>
                <a:gd name="connsiteX3" fmla="*/ 1090612 w 1343088"/>
                <a:gd name="connsiteY3" fmla="*/ 176212 h 367849"/>
                <a:gd name="connsiteX4" fmla="*/ 1185862 w 1343088"/>
                <a:gd name="connsiteY4" fmla="*/ 367849 h 367849"/>
                <a:gd name="connsiteX5" fmla="*/ 0 w 1343088"/>
                <a:gd name="connsiteY5" fmla="*/ 234500 h 367849"/>
                <a:gd name="connsiteX6" fmla="*/ 633412 w 1343088"/>
                <a:gd name="connsiteY6" fmla="*/ 0 h 367849"/>
                <a:gd name="connsiteX0" fmla="*/ 633412 w 1343088"/>
                <a:gd name="connsiteY0" fmla="*/ 0 h 367849"/>
                <a:gd name="connsiteX1" fmla="*/ 1343024 w 1343088"/>
                <a:gd name="connsiteY1" fmla="*/ 319088 h 367849"/>
                <a:gd name="connsiteX2" fmla="*/ 1090612 w 1343088"/>
                <a:gd name="connsiteY2" fmla="*/ 176212 h 367849"/>
                <a:gd name="connsiteX3" fmla="*/ 1185862 w 1343088"/>
                <a:gd name="connsiteY3" fmla="*/ 367849 h 367849"/>
                <a:gd name="connsiteX4" fmla="*/ 0 w 1343088"/>
                <a:gd name="connsiteY4" fmla="*/ 234500 h 367849"/>
                <a:gd name="connsiteX5" fmla="*/ 633412 w 1343088"/>
                <a:gd name="connsiteY5" fmla="*/ 0 h 367849"/>
                <a:gd name="connsiteX0" fmla="*/ 633412 w 1343088"/>
                <a:gd name="connsiteY0" fmla="*/ 13935 h 381784"/>
                <a:gd name="connsiteX1" fmla="*/ 1343024 w 1343088"/>
                <a:gd name="connsiteY1" fmla="*/ 333023 h 381784"/>
                <a:gd name="connsiteX2" fmla="*/ 1090612 w 1343088"/>
                <a:gd name="connsiteY2" fmla="*/ 190147 h 381784"/>
                <a:gd name="connsiteX3" fmla="*/ 1185862 w 1343088"/>
                <a:gd name="connsiteY3" fmla="*/ 381784 h 381784"/>
                <a:gd name="connsiteX4" fmla="*/ 0 w 1343088"/>
                <a:gd name="connsiteY4" fmla="*/ 248435 h 381784"/>
                <a:gd name="connsiteX5" fmla="*/ 633412 w 1343088"/>
                <a:gd name="connsiteY5" fmla="*/ 13935 h 381784"/>
                <a:gd name="connsiteX0" fmla="*/ 633412 w 1343088"/>
                <a:gd name="connsiteY0" fmla="*/ 19073 h 386922"/>
                <a:gd name="connsiteX1" fmla="*/ 1343024 w 1343088"/>
                <a:gd name="connsiteY1" fmla="*/ 338161 h 386922"/>
                <a:gd name="connsiteX2" fmla="*/ 1090612 w 1343088"/>
                <a:gd name="connsiteY2" fmla="*/ 195285 h 386922"/>
                <a:gd name="connsiteX3" fmla="*/ 1185862 w 1343088"/>
                <a:gd name="connsiteY3" fmla="*/ 386922 h 386922"/>
                <a:gd name="connsiteX4" fmla="*/ 0 w 1343088"/>
                <a:gd name="connsiteY4" fmla="*/ 253573 h 386922"/>
                <a:gd name="connsiteX5" fmla="*/ 633412 w 1343088"/>
                <a:gd name="connsiteY5" fmla="*/ 19073 h 386922"/>
                <a:gd name="connsiteX0" fmla="*/ 633412 w 1343088"/>
                <a:gd name="connsiteY0" fmla="*/ 41734 h 409583"/>
                <a:gd name="connsiteX1" fmla="*/ 1343024 w 1343088"/>
                <a:gd name="connsiteY1" fmla="*/ 360822 h 409583"/>
                <a:gd name="connsiteX2" fmla="*/ 1090612 w 1343088"/>
                <a:gd name="connsiteY2" fmla="*/ 217946 h 409583"/>
                <a:gd name="connsiteX3" fmla="*/ 1185862 w 1343088"/>
                <a:gd name="connsiteY3" fmla="*/ 409583 h 409583"/>
                <a:gd name="connsiteX4" fmla="*/ 0 w 1343088"/>
                <a:gd name="connsiteY4" fmla="*/ 276234 h 409583"/>
                <a:gd name="connsiteX5" fmla="*/ 633412 w 1343088"/>
                <a:gd name="connsiteY5" fmla="*/ 41734 h 409583"/>
                <a:gd name="connsiteX0" fmla="*/ 633412 w 1343088"/>
                <a:gd name="connsiteY0" fmla="*/ 41734 h 409583"/>
                <a:gd name="connsiteX1" fmla="*/ 1343024 w 1343088"/>
                <a:gd name="connsiteY1" fmla="*/ 360822 h 409583"/>
                <a:gd name="connsiteX2" fmla="*/ 1090612 w 1343088"/>
                <a:gd name="connsiteY2" fmla="*/ 217946 h 409583"/>
                <a:gd name="connsiteX3" fmla="*/ 1185862 w 1343088"/>
                <a:gd name="connsiteY3" fmla="*/ 409583 h 409583"/>
                <a:gd name="connsiteX4" fmla="*/ 0 w 1343088"/>
                <a:gd name="connsiteY4" fmla="*/ 276234 h 409583"/>
                <a:gd name="connsiteX5" fmla="*/ 633412 w 1343088"/>
                <a:gd name="connsiteY5" fmla="*/ 41734 h 409583"/>
                <a:gd name="connsiteX0" fmla="*/ 633412 w 1343088"/>
                <a:gd name="connsiteY0" fmla="*/ 41734 h 409583"/>
                <a:gd name="connsiteX1" fmla="*/ 1343024 w 1343088"/>
                <a:gd name="connsiteY1" fmla="*/ 360822 h 409583"/>
                <a:gd name="connsiteX2" fmla="*/ 1090612 w 1343088"/>
                <a:gd name="connsiteY2" fmla="*/ 217946 h 409583"/>
                <a:gd name="connsiteX3" fmla="*/ 1185862 w 1343088"/>
                <a:gd name="connsiteY3" fmla="*/ 409583 h 409583"/>
                <a:gd name="connsiteX4" fmla="*/ 0 w 1343088"/>
                <a:gd name="connsiteY4" fmla="*/ 276234 h 409583"/>
                <a:gd name="connsiteX5" fmla="*/ 633412 w 1343088"/>
                <a:gd name="connsiteY5" fmla="*/ 41734 h 409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43088" h="409583">
                  <a:moveTo>
                    <a:pt x="633412" y="41734"/>
                  </a:moveTo>
                  <a:cubicBezTo>
                    <a:pt x="1433511" y="-48943"/>
                    <a:pt x="1266824" y="331453"/>
                    <a:pt x="1343024" y="360822"/>
                  </a:cubicBezTo>
                  <a:cubicBezTo>
                    <a:pt x="1347786" y="392572"/>
                    <a:pt x="1085850" y="186196"/>
                    <a:pt x="1090612" y="217946"/>
                  </a:cubicBezTo>
                  <a:lnTo>
                    <a:pt x="1185862" y="409583"/>
                  </a:lnTo>
                  <a:cubicBezTo>
                    <a:pt x="985837" y="336558"/>
                    <a:pt x="623887" y="63509"/>
                    <a:pt x="0" y="276234"/>
                  </a:cubicBezTo>
                  <a:cubicBezTo>
                    <a:pt x="396875" y="-163883"/>
                    <a:pt x="617537" y="57988"/>
                    <a:pt x="633412" y="41734"/>
                  </a:cubicBezTo>
                  <a:close/>
                </a:path>
              </a:pathLst>
            </a:custGeom>
            <a:solidFill>
              <a:srgbClr val="C6A66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92">
              <a:extLst>
                <a:ext uri="{FF2B5EF4-FFF2-40B4-BE49-F238E27FC236}">
                  <a16:creationId xmlns:a16="http://schemas.microsoft.com/office/drawing/2014/main" id="{EBCADCFD-9690-4774-B21C-53DD6ADCCDAE}"/>
                </a:ext>
              </a:extLst>
            </p:cNvPr>
            <p:cNvSpPr/>
            <p:nvPr/>
          </p:nvSpPr>
          <p:spPr>
            <a:xfrm>
              <a:off x="5250696" y="5675842"/>
              <a:ext cx="543202" cy="763429"/>
            </a:xfrm>
            <a:custGeom>
              <a:avLst/>
              <a:gdLst>
                <a:gd name="connsiteX0" fmla="*/ 0 w 362226"/>
                <a:gd name="connsiteY0" fmla="*/ 0 h 615791"/>
                <a:gd name="connsiteX1" fmla="*/ 362226 w 362226"/>
                <a:gd name="connsiteY1" fmla="*/ 0 h 615791"/>
                <a:gd name="connsiteX2" fmla="*/ 362226 w 362226"/>
                <a:gd name="connsiteY2" fmla="*/ 615791 h 615791"/>
                <a:gd name="connsiteX3" fmla="*/ 0 w 362226"/>
                <a:gd name="connsiteY3" fmla="*/ 615791 h 615791"/>
                <a:gd name="connsiteX4" fmla="*/ 0 w 362226"/>
                <a:gd name="connsiteY4" fmla="*/ 0 h 615791"/>
                <a:gd name="connsiteX0" fmla="*/ 0 w 500339"/>
                <a:gd name="connsiteY0" fmla="*/ 0 h 696754"/>
                <a:gd name="connsiteX1" fmla="*/ 500339 w 500339"/>
                <a:gd name="connsiteY1" fmla="*/ 80963 h 696754"/>
                <a:gd name="connsiteX2" fmla="*/ 500339 w 500339"/>
                <a:gd name="connsiteY2" fmla="*/ 696754 h 696754"/>
                <a:gd name="connsiteX3" fmla="*/ 138113 w 500339"/>
                <a:gd name="connsiteY3" fmla="*/ 696754 h 696754"/>
                <a:gd name="connsiteX4" fmla="*/ 0 w 500339"/>
                <a:gd name="connsiteY4" fmla="*/ 0 h 696754"/>
                <a:gd name="connsiteX0" fmla="*/ 0 w 500339"/>
                <a:gd name="connsiteY0" fmla="*/ 0 h 696754"/>
                <a:gd name="connsiteX1" fmla="*/ 276502 w 500339"/>
                <a:gd name="connsiteY1" fmla="*/ 9525 h 696754"/>
                <a:gd name="connsiteX2" fmla="*/ 500339 w 500339"/>
                <a:gd name="connsiteY2" fmla="*/ 696754 h 696754"/>
                <a:gd name="connsiteX3" fmla="*/ 138113 w 500339"/>
                <a:gd name="connsiteY3" fmla="*/ 696754 h 696754"/>
                <a:gd name="connsiteX4" fmla="*/ 0 w 500339"/>
                <a:gd name="connsiteY4" fmla="*/ 0 h 696754"/>
                <a:gd name="connsiteX0" fmla="*/ 0 w 500339"/>
                <a:gd name="connsiteY0" fmla="*/ 0 h 739617"/>
                <a:gd name="connsiteX1" fmla="*/ 276502 w 500339"/>
                <a:gd name="connsiteY1" fmla="*/ 9525 h 739617"/>
                <a:gd name="connsiteX2" fmla="*/ 500339 w 500339"/>
                <a:gd name="connsiteY2" fmla="*/ 696754 h 739617"/>
                <a:gd name="connsiteX3" fmla="*/ 357188 w 500339"/>
                <a:gd name="connsiteY3" fmla="*/ 739617 h 739617"/>
                <a:gd name="connsiteX4" fmla="*/ 0 w 500339"/>
                <a:gd name="connsiteY4" fmla="*/ 0 h 739617"/>
                <a:gd name="connsiteX0" fmla="*/ 0 w 538439"/>
                <a:gd name="connsiteY0" fmla="*/ 0 h 734854"/>
                <a:gd name="connsiteX1" fmla="*/ 314602 w 538439"/>
                <a:gd name="connsiteY1" fmla="*/ 4762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38439"/>
                <a:gd name="connsiteY0" fmla="*/ 0 h 734854"/>
                <a:gd name="connsiteX1" fmla="*/ 247927 w 538439"/>
                <a:gd name="connsiteY1" fmla="*/ 9525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38439"/>
                <a:gd name="connsiteY0" fmla="*/ 0 h 734854"/>
                <a:gd name="connsiteX1" fmla="*/ 205065 w 538439"/>
                <a:gd name="connsiteY1" fmla="*/ 33337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43202"/>
                <a:gd name="connsiteY0" fmla="*/ 0 h 734854"/>
                <a:gd name="connsiteX1" fmla="*/ 205065 w 543202"/>
                <a:gd name="connsiteY1" fmla="*/ 33337 h 734854"/>
                <a:gd name="connsiteX2" fmla="*/ 543202 w 543202"/>
                <a:gd name="connsiteY2" fmla="*/ 734854 h 734854"/>
                <a:gd name="connsiteX3" fmla="*/ 395288 w 543202"/>
                <a:gd name="connsiteY3" fmla="*/ 734854 h 734854"/>
                <a:gd name="connsiteX4" fmla="*/ 0 w 543202"/>
                <a:gd name="connsiteY4" fmla="*/ 0 h 734854"/>
                <a:gd name="connsiteX0" fmla="*/ 0 w 543202"/>
                <a:gd name="connsiteY0" fmla="*/ 0 h 763429"/>
                <a:gd name="connsiteX1" fmla="*/ 205065 w 543202"/>
                <a:gd name="connsiteY1" fmla="*/ 33337 h 763429"/>
                <a:gd name="connsiteX2" fmla="*/ 543202 w 543202"/>
                <a:gd name="connsiteY2" fmla="*/ 734854 h 763429"/>
                <a:gd name="connsiteX3" fmla="*/ 419101 w 543202"/>
                <a:gd name="connsiteY3" fmla="*/ 763429 h 763429"/>
                <a:gd name="connsiteX4" fmla="*/ 0 w 543202"/>
                <a:gd name="connsiteY4" fmla="*/ 0 h 763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202" h="763429">
                  <a:moveTo>
                    <a:pt x="0" y="0"/>
                  </a:moveTo>
                  <a:lnTo>
                    <a:pt x="205065" y="33337"/>
                  </a:lnTo>
                  <a:lnTo>
                    <a:pt x="543202" y="734854"/>
                  </a:lnTo>
                  <a:lnTo>
                    <a:pt x="419101" y="7634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6A66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92">
              <a:extLst>
                <a:ext uri="{FF2B5EF4-FFF2-40B4-BE49-F238E27FC236}">
                  <a16:creationId xmlns:a16="http://schemas.microsoft.com/office/drawing/2014/main" id="{12C6D9E3-8E40-4429-AF8F-B6C7C77EA230}"/>
                </a:ext>
              </a:extLst>
            </p:cNvPr>
            <p:cNvSpPr/>
            <p:nvPr/>
          </p:nvSpPr>
          <p:spPr>
            <a:xfrm rot="19264388">
              <a:off x="5552984" y="6349027"/>
              <a:ext cx="318398" cy="180488"/>
            </a:xfrm>
            <a:custGeom>
              <a:avLst/>
              <a:gdLst>
                <a:gd name="connsiteX0" fmla="*/ 0 w 362226"/>
                <a:gd name="connsiteY0" fmla="*/ 0 h 615791"/>
                <a:gd name="connsiteX1" fmla="*/ 362226 w 362226"/>
                <a:gd name="connsiteY1" fmla="*/ 0 h 615791"/>
                <a:gd name="connsiteX2" fmla="*/ 362226 w 362226"/>
                <a:gd name="connsiteY2" fmla="*/ 615791 h 615791"/>
                <a:gd name="connsiteX3" fmla="*/ 0 w 362226"/>
                <a:gd name="connsiteY3" fmla="*/ 615791 h 615791"/>
                <a:gd name="connsiteX4" fmla="*/ 0 w 362226"/>
                <a:gd name="connsiteY4" fmla="*/ 0 h 615791"/>
                <a:gd name="connsiteX0" fmla="*/ 0 w 500339"/>
                <a:gd name="connsiteY0" fmla="*/ 0 h 696754"/>
                <a:gd name="connsiteX1" fmla="*/ 500339 w 500339"/>
                <a:gd name="connsiteY1" fmla="*/ 80963 h 696754"/>
                <a:gd name="connsiteX2" fmla="*/ 500339 w 500339"/>
                <a:gd name="connsiteY2" fmla="*/ 696754 h 696754"/>
                <a:gd name="connsiteX3" fmla="*/ 138113 w 500339"/>
                <a:gd name="connsiteY3" fmla="*/ 696754 h 696754"/>
                <a:gd name="connsiteX4" fmla="*/ 0 w 500339"/>
                <a:gd name="connsiteY4" fmla="*/ 0 h 696754"/>
                <a:gd name="connsiteX0" fmla="*/ 0 w 500339"/>
                <a:gd name="connsiteY0" fmla="*/ 0 h 696754"/>
                <a:gd name="connsiteX1" fmla="*/ 276502 w 500339"/>
                <a:gd name="connsiteY1" fmla="*/ 9525 h 696754"/>
                <a:gd name="connsiteX2" fmla="*/ 500339 w 500339"/>
                <a:gd name="connsiteY2" fmla="*/ 696754 h 696754"/>
                <a:gd name="connsiteX3" fmla="*/ 138113 w 500339"/>
                <a:gd name="connsiteY3" fmla="*/ 696754 h 696754"/>
                <a:gd name="connsiteX4" fmla="*/ 0 w 500339"/>
                <a:gd name="connsiteY4" fmla="*/ 0 h 696754"/>
                <a:gd name="connsiteX0" fmla="*/ 0 w 500339"/>
                <a:gd name="connsiteY0" fmla="*/ 0 h 739617"/>
                <a:gd name="connsiteX1" fmla="*/ 276502 w 500339"/>
                <a:gd name="connsiteY1" fmla="*/ 9525 h 739617"/>
                <a:gd name="connsiteX2" fmla="*/ 500339 w 500339"/>
                <a:gd name="connsiteY2" fmla="*/ 696754 h 739617"/>
                <a:gd name="connsiteX3" fmla="*/ 357188 w 500339"/>
                <a:gd name="connsiteY3" fmla="*/ 739617 h 739617"/>
                <a:gd name="connsiteX4" fmla="*/ 0 w 500339"/>
                <a:gd name="connsiteY4" fmla="*/ 0 h 739617"/>
                <a:gd name="connsiteX0" fmla="*/ 0 w 538439"/>
                <a:gd name="connsiteY0" fmla="*/ 0 h 734854"/>
                <a:gd name="connsiteX1" fmla="*/ 314602 w 538439"/>
                <a:gd name="connsiteY1" fmla="*/ 4762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38439"/>
                <a:gd name="connsiteY0" fmla="*/ 0 h 734854"/>
                <a:gd name="connsiteX1" fmla="*/ 247927 w 538439"/>
                <a:gd name="connsiteY1" fmla="*/ 9525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38439"/>
                <a:gd name="connsiteY0" fmla="*/ 0 h 734854"/>
                <a:gd name="connsiteX1" fmla="*/ 205065 w 538439"/>
                <a:gd name="connsiteY1" fmla="*/ 33337 h 734854"/>
                <a:gd name="connsiteX2" fmla="*/ 538439 w 538439"/>
                <a:gd name="connsiteY2" fmla="*/ 691991 h 734854"/>
                <a:gd name="connsiteX3" fmla="*/ 395288 w 538439"/>
                <a:gd name="connsiteY3" fmla="*/ 734854 h 734854"/>
                <a:gd name="connsiteX4" fmla="*/ 0 w 538439"/>
                <a:gd name="connsiteY4" fmla="*/ 0 h 734854"/>
                <a:gd name="connsiteX0" fmla="*/ 0 w 543202"/>
                <a:gd name="connsiteY0" fmla="*/ 0 h 734854"/>
                <a:gd name="connsiteX1" fmla="*/ 205065 w 543202"/>
                <a:gd name="connsiteY1" fmla="*/ 33337 h 734854"/>
                <a:gd name="connsiteX2" fmla="*/ 543202 w 543202"/>
                <a:gd name="connsiteY2" fmla="*/ 734854 h 734854"/>
                <a:gd name="connsiteX3" fmla="*/ 395288 w 543202"/>
                <a:gd name="connsiteY3" fmla="*/ 734854 h 734854"/>
                <a:gd name="connsiteX4" fmla="*/ 0 w 543202"/>
                <a:gd name="connsiteY4" fmla="*/ 0 h 734854"/>
                <a:gd name="connsiteX0" fmla="*/ 0 w 543202"/>
                <a:gd name="connsiteY0" fmla="*/ 0 h 763429"/>
                <a:gd name="connsiteX1" fmla="*/ 205065 w 543202"/>
                <a:gd name="connsiteY1" fmla="*/ 33337 h 763429"/>
                <a:gd name="connsiteX2" fmla="*/ 543202 w 543202"/>
                <a:gd name="connsiteY2" fmla="*/ 734854 h 763429"/>
                <a:gd name="connsiteX3" fmla="*/ 419101 w 543202"/>
                <a:gd name="connsiteY3" fmla="*/ 763429 h 763429"/>
                <a:gd name="connsiteX4" fmla="*/ 0 w 543202"/>
                <a:gd name="connsiteY4" fmla="*/ 0 h 763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3202" h="763429">
                  <a:moveTo>
                    <a:pt x="0" y="0"/>
                  </a:moveTo>
                  <a:lnTo>
                    <a:pt x="205065" y="33337"/>
                  </a:lnTo>
                  <a:lnTo>
                    <a:pt x="543202" y="734854"/>
                  </a:lnTo>
                  <a:lnTo>
                    <a:pt x="419101" y="7634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6A6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F8FB400-D9DE-4743-8D88-E5A96042EDAC}"/>
                </a:ext>
              </a:extLst>
            </p:cNvPr>
            <p:cNvSpPr/>
            <p:nvPr/>
          </p:nvSpPr>
          <p:spPr>
            <a:xfrm>
              <a:off x="5781810" y="4730828"/>
              <a:ext cx="724451" cy="954367"/>
            </a:xfrm>
            <a:prstGeom prst="ellipse">
              <a:avLst/>
            </a:prstGeom>
            <a:solidFill>
              <a:srgbClr val="C4AE9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6E5CFAE-6C1B-4EE8-9DA2-70E5E2B5F48D}"/>
                </a:ext>
              </a:extLst>
            </p:cNvPr>
            <p:cNvSpPr/>
            <p:nvPr/>
          </p:nvSpPr>
          <p:spPr>
            <a:xfrm>
              <a:off x="5083159" y="4883442"/>
              <a:ext cx="724451" cy="954367"/>
            </a:xfrm>
            <a:prstGeom prst="ellipse">
              <a:avLst/>
            </a:prstGeom>
            <a:solidFill>
              <a:srgbClr val="C4AE9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83">
              <a:extLst>
                <a:ext uri="{FF2B5EF4-FFF2-40B4-BE49-F238E27FC236}">
                  <a16:creationId xmlns:a16="http://schemas.microsoft.com/office/drawing/2014/main" id="{251A8D01-1C70-4273-B368-89633E92679E}"/>
                </a:ext>
              </a:extLst>
            </p:cNvPr>
            <p:cNvSpPr/>
            <p:nvPr/>
          </p:nvSpPr>
          <p:spPr>
            <a:xfrm>
              <a:off x="4134742" y="542437"/>
              <a:ext cx="3685741" cy="4959344"/>
            </a:xfrm>
            <a:custGeom>
              <a:avLst/>
              <a:gdLst>
                <a:gd name="connsiteX0" fmla="*/ 0 w 982639"/>
                <a:gd name="connsiteY0" fmla="*/ 0 h 2647666"/>
                <a:gd name="connsiteX1" fmla="*/ 982639 w 982639"/>
                <a:gd name="connsiteY1" fmla="*/ 0 h 2647666"/>
                <a:gd name="connsiteX2" fmla="*/ 982639 w 982639"/>
                <a:gd name="connsiteY2" fmla="*/ 2647666 h 2647666"/>
                <a:gd name="connsiteX3" fmla="*/ 0 w 982639"/>
                <a:gd name="connsiteY3" fmla="*/ 2647666 h 2647666"/>
                <a:gd name="connsiteX4" fmla="*/ 0 w 982639"/>
                <a:gd name="connsiteY4" fmla="*/ 0 h 2647666"/>
                <a:gd name="connsiteX0" fmla="*/ 0 w 1091821"/>
                <a:gd name="connsiteY0" fmla="*/ 0 h 3684896"/>
                <a:gd name="connsiteX1" fmla="*/ 1091821 w 1091821"/>
                <a:gd name="connsiteY1" fmla="*/ 1037230 h 3684896"/>
                <a:gd name="connsiteX2" fmla="*/ 1091821 w 1091821"/>
                <a:gd name="connsiteY2" fmla="*/ 3684896 h 3684896"/>
                <a:gd name="connsiteX3" fmla="*/ 109182 w 1091821"/>
                <a:gd name="connsiteY3" fmla="*/ 3684896 h 3684896"/>
                <a:gd name="connsiteX4" fmla="*/ 0 w 1091821"/>
                <a:gd name="connsiteY4" fmla="*/ 0 h 3684896"/>
                <a:gd name="connsiteX0" fmla="*/ 310597 w 1402418"/>
                <a:gd name="connsiteY0" fmla="*/ 0 h 3684896"/>
                <a:gd name="connsiteX1" fmla="*/ 1402418 w 1402418"/>
                <a:gd name="connsiteY1" fmla="*/ 1037230 h 3684896"/>
                <a:gd name="connsiteX2" fmla="*/ 1402418 w 1402418"/>
                <a:gd name="connsiteY2" fmla="*/ 3684896 h 3684896"/>
                <a:gd name="connsiteX3" fmla="*/ 419779 w 1402418"/>
                <a:gd name="connsiteY3" fmla="*/ 3684896 h 3684896"/>
                <a:gd name="connsiteX4" fmla="*/ 310597 w 1402418"/>
                <a:gd name="connsiteY4" fmla="*/ 0 h 3684896"/>
                <a:gd name="connsiteX0" fmla="*/ 1584234 w 2676055"/>
                <a:gd name="connsiteY0" fmla="*/ 0 h 4244454"/>
                <a:gd name="connsiteX1" fmla="*/ 2676055 w 2676055"/>
                <a:gd name="connsiteY1" fmla="*/ 1037230 h 4244454"/>
                <a:gd name="connsiteX2" fmla="*/ 2676055 w 2676055"/>
                <a:gd name="connsiteY2" fmla="*/ 3684896 h 4244454"/>
                <a:gd name="connsiteX3" fmla="*/ 1094 w 2676055"/>
                <a:gd name="connsiteY3" fmla="*/ 4244454 h 4244454"/>
                <a:gd name="connsiteX4" fmla="*/ 1584234 w 2676055"/>
                <a:gd name="connsiteY4" fmla="*/ 0 h 4244454"/>
                <a:gd name="connsiteX0" fmla="*/ 1583994 w 2675815"/>
                <a:gd name="connsiteY0" fmla="*/ 0 h 4244454"/>
                <a:gd name="connsiteX1" fmla="*/ 2675815 w 2675815"/>
                <a:gd name="connsiteY1" fmla="*/ 1037230 h 4244454"/>
                <a:gd name="connsiteX2" fmla="*/ 2675815 w 2675815"/>
                <a:gd name="connsiteY2" fmla="*/ 3684896 h 4244454"/>
                <a:gd name="connsiteX3" fmla="*/ 854 w 2675815"/>
                <a:gd name="connsiteY3" fmla="*/ 4244454 h 4244454"/>
                <a:gd name="connsiteX4" fmla="*/ 1583994 w 2675815"/>
                <a:gd name="connsiteY4" fmla="*/ 0 h 4244454"/>
                <a:gd name="connsiteX0" fmla="*/ 1583994 w 2675815"/>
                <a:gd name="connsiteY0" fmla="*/ 0 h 4176215"/>
                <a:gd name="connsiteX1" fmla="*/ 2675815 w 2675815"/>
                <a:gd name="connsiteY1" fmla="*/ 1037230 h 4176215"/>
                <a:gd name="connsiteX2" fmla="*/ 2675815 w 2675815"/>
                <a:gd name="connsiteY2" fmla="*/ 3684896 h 4176215"/>
                <a:gd name="connsiteX3" fmla="*/ 854 w 2675815"/>
                <a:gd name="connsiteY3" fmla="*/ 4176215 h 4176215"/>
                <a:gd name="connsiteX4" fmla="*/ 1583994 w 2675815"/>
                <a:gd name="connsiteY4" fmla="*/ 0 h 4176215"/>
                <a:gd name="connsiteX0" fmla="*/ 1502170 w 2675878"/>
                <a:gd name="connsiteY0" fmla="*/ 0 h 4176215"/>
                <a:gd name="connsiteX1" fmla="*/ 2675878 w 2675878"/>
                <a:gd name="connsiteY1" fmla="*/ 1037230 h 4176215"/>
                <a:gd name="connsiteX2" fmla="*/ 2675878 w 2675878"/>
                <a:gd name="connsiteY2" fmla="*/ 3684896 h 4176215"/>
                <a:gd name="connsiteX3" fmla="*/ 917 w 2675878"/>
                <a:gd name="connsiteY3" fmla="*/ 4176215 h 4176215"/>
                <a:gd name="connsiteX4" fmla="*/ 1502170 w 2675878"/>
                <a:gd name="connsiteY4" fmla="*/ 0 h 4176215"/>
                <a:gd name="connsiteX0" fmla="*/ 1502107 w 2675815"/>
                <a:gd name="connsiteY0" fmla="*/ 0 h 4176215"/>
                <a:gd name="connsiteX1" fmla="*/ 2675815 w 2675815"/>
                <a:gd name="connsiteY1" fmla="*/ 1037230 h 4176215"/>
                <a:gd name="connsiteX2" fmla="*/ 2675815 w 2675815"/>
                <a:gd name="connsiteY2" fmla="*/ 3684896 h 4176215"/>
                <a:gd name="connsiteX3" fmla="*/ 854 w 2675815"/>
                <a:gd name="connsiteY3" fmla="*/ 4176215 h 4176215"/>
                <a:gd name="connsiteX4" fmla="*/ 1502107 w 2675815"/>
                <a:gd name="connsiteY4" fmla="*/ 0 h 4176215"/>
                <a:gd name="connsiteX0" fmla="*/ 1502107 w 3044304"/>
                <a:gd name="connsiteY0" fmla="*/ 0 h 4176215"/>
                <a:gd name="connsiteX1" fmla="*/ 3044304 w 3044304"/>
                <a:gd name="connsiteY1" fmla="*/ 1337480 h 4176215"/>
                <a:gd name="connsiteX2" fmla="*/ 2675815 w 3044304"/>
                <a:gd name="connsiteY2" fmla="*/ 3684896 h 4176215"/>
                <a:gd name="connsiteX3" fmla="*/ 854 w 3044304"/>
                <a:gd name="connsiteY3" fmla="*/ 4176215 h 4176215"/>
                <a:gd name="connsiteX4" fmla="*/ 1502107 w 3044304"/>
                <a:gd name="connsiteY4" fmla="*/ 0 h 4176215"/>
                <a:gd name="connsiteX0" fmla="*/ 1502107 w 3044304"/>
                <a:gd name="connsiteY0" fmla="*/ 0 h 4176215"/>
                <a:gd name="connsiteX1" fmla="*/ 3044304 w 3044304"/>
                <a:gd name="connsiteY1" fmla="*/ 1337480 h 4176215"/>
                <a:gd name="connsiteX2" fmla="*/ 854 w 3044304"/>
                <a:gd name="connsiteY2" fmla="*/ 4176215 h 4176215"/>
                <a:gd name="connsiteX3" fmla="*/ 1502107 w 3044304"/>
                <a:gd name="connsiteY3" fmla="*/ 0 h 4176215"/>
                <a:gd name="connsiteX0" fmla="*/ 1502107 w 3044304"/>
                <a:gd name="connsiteY0" fmla="*/ 0 h 4420495"/>
                <a:gd name="connsiteX1" fmla="*/ 3044304 w 3044304"/>
                <a:gd name="connsiteY1" fmla="*/ 1337480 h 4420495"/>
                <a:gd name="connsiteX2" fmla="*/ 854 w 3044304"/>
                <a:gd name="connsiteY2" fmla="*/ 4176215 h 4420495"/>
                <a:gd name="connsiteX3" fmla="*/ 1502107 w 3044304"/>
                <a:gd name="connsiteY3" fmla="*/ 0 h 4420495"/>
                <a:gd name="connsiteX0" fmla="*/ 1761259 w 3303456"/>
                <a:gd name="connsiteY0" fmla="*/ 0 h 4433289"/>
                <a:gd name="connsiteX1" fmla="*/ 3303456 w 3303456"/>
                <a:gd name="connsiteY1" fmla="*/ 1337480 h 4433289"/>
                <a:gd name="connsiteX2" fmla="*/ 698 w 3303456"/>
                <a:gd name="connsiteY2" fmla="*/ 4189863 h 4433289"/>
                <a:gd name="connsiteX3" fmla="*/ 1761259 w 3303456"/>
                <a:gd name="connsiteY3" fmla="*/ 0 h 4433289"/>
                <a:gd name="connsiteX0" fmla="*/ 1761259 w 3303456"/>
                <a:gd name="connsiteY0" fmla="*/ 0 h 4419940"/>
                <a:gd name="connsiteX1" fmla="*/ 3303456 w 3303456"/>
                <a:gd name="connsiteY1" fmla="*/ 1337480 h 4419940"/>
                <a:gd name="connsiteX2" fmla="*/ 698 w 3303456"/>
                <a:gd name="connsiteY2" fmla="*/ 4189863 h 4419940"/>
                <a:gd name="connsiteX3" fmla="*/ 1761259 w 3303456"/>
                <a:gd name="connsiteY3" fmla="*/ 0 h 4419940"/>
                <a:gd name="connsiteX0" fmla="*/ 1761259 w 3492639"/>
                <a:gd name="connsiteY0" fmla="*/ 0 h 4391767"/>
                <a:gd name="connsiteX1" fmla="*/ 3303456 w 3492639"/>
                <a:gd name="connsiteY1" fmla="*/ 1337480 h 4391767"/>
                <a:gd name="connsiteX2" fmla="*/ 698 w 3492639"/>
                <a:gd name="connsiteY2" fmla="*/ 4189863 h 4391767"/>
                <a:gd name="connsiteX3" fmla="*/ 1761259 w 3492639"/>
                <a:gd name="connsiteY3" fmla="*/ 0 h 4391767"/>
                <a:gd name="connsiteX0" fmla="*/ 1761259 w 3393044"/>
                <a:gd name="connsiteY0" fmla="*/ 0 h 4454701"/>
                <a:gd name="connsiteX1" fmla="*/ 3303456 w 3393044"/>
                <a:gd name="connsiteY1" fmla="*/ 1337480 h 4454701"/>
                <a:gd name="connsiteX2" fmla="*/ 698 w 3393044"/>
                <a:gd name="connsiteY2" fmla="*/ 4189863 h 4454701"/>
                <a:gd name="connsiteX3" fmla="*/ 1761259 w 3393044"/>
                <a:gd name="connsiteY3" fmla="*/ 0 h 4454701"/>
                <a:gd name="connsiteX0" fmla="*/ 1761259 w 3496543"/>
                <a:gd name="connsiteY0" fmla="*/ 0 h 4460693"/>
                <a:gd name="connsiteX1" fmla="*/ 3303456 w 3496543"/>
                <a:gd name="connsiteY1" fmla="*/ 1337480 h 4460693"/>
                <a:gd name="connsiteX2" fmla="*/ 698 w 3496543"/>
                <a:gd name="connsiteY2" fmla="*/ 4189863 h 4460693"/>
                <a:gd name="connsiteX3" fmla="*/ 1761259 w 3496543"/>
                <a:gd name="connsiteY3" fmla="*/ 0 h 4460693"/>
                <a:gd name="connsiteX0" fmla="*/ 1761259 w 3526373"/>
                <a:gd name="connsiteY0" fmla="*/ 96558 h 4557251"/>
                <a:gd name="connsiteX1" fmla="*/ 3303456 w 3526373"/>
                <a:gd name="connsiteY1" fmla="*/ 1434038 h 4557251"/>
                <a:gd name="connsiteX2" fmla="*/ 698 w 3526373"/>
                <a:gd name="connsiteY2" fmla="*/ 4286421 h 4557251"/>
                <a:gd name="connsiteX3" fmla="*/ 1761259 w 3526373"/>
                <a:gd name="connsiteY3" fmla="*/ 96558 h 4557251"/>
                <a:gd name="connsiteX0" fmla="*/ 1761259 w 3500669"/>
                <a:gd name="connsiteY0" fmla="*/ 312674 h 4773367"/>
                <a:gd name="connsiteX1" fmla="*/ 3303456 w 3500669"/>
                <a:gd name="connsiteY1" fmla="*/ 1650154 h 4773367"/>
                <a:gd name="connsiteX2" fmla="*/ 698 w 3500669"/>
                <a:gd name="connsiteY2" fmla="*/ 4502537 h 4773367"/>
                <a:gd name="connsiteX3" fmla="*/ 1761259 w 3500669"/>
                <a:gd name="connsiteY3" fmla="*/ 312674 h 4773367"/>
                <a:gd name="connsiteX0" fmla="*/ 1761259 w 3500669"/>
                <a:gd name="connsiteY0" fmla="*/ 312674 h 4764736"/>
                <a:gd name="connsiteX1" fmla="*/ 3303456 w 3500669"/>
                <a:gd name="connsiteY1" fmla="*/ 1650154 h 4764736"/>
                <a:gd name="connsiteX2" fmla="*/ 698 w 3500669"/>
                <a:gd name="connsiteY2" fmla="*/ 4502537 h 4764736"/>
                <a:gd name="connsiteX3" fmla="*/ 1761259 w 3500669"/>
                <a:gd name="connsiteY3" fmla="*/ 312674 h 4764736"/>
                <a:gd name="connsiteX0" fmla="*/ 1761259 w 3500669"/>
                <a:gd name="connsiteY0" fmla="*/ 312674 h 4735035"/>
                <a:gd name="connsiteX1" fmla="*/ 3303456 w 3500669"/>
                <a:gd name="connsiteY1" fmla="*/ 1650154 h 4735035"/>
                <a:gd name="connsiteX2" fmla="*/ 698 w 3500669"/>
                <a:gd name="connsiteY2" fmla="*/ 4502537 h 4735035"/>
                <a:gd name="connsiteX3" fmla="*/ 1761259 w 3500669"/>
                <a:gd name="connsiteY3" fmla="*/ 312674 h 4735035"/>
                <a:gd name="connsiteX0" fmla="*/ 1761259 w 3500669"/>
                <a:gd name="connsiteY0" fmla="*/ 312674 h 4726718"/>
                <a:gd name="connsiteX1" fmla="*/ 3303456 w 3500669"/>
                <a:gd name="connsiteY1" fmla="*/ 1650154 h 4726718"/>
                <a:gd name="connsiteX2" fmla="*/ 698 w 3500669"/>
                <a:gd name="connsiteY2" fmla="*/ 4502537 h 4726718"/>
                <a:gd name="connsiteX3" fmla="*/ 1761259 w 3500669"/>
                <a:gd name="connsiteY3" fmla="*/ 312674 h 4726718"/>
                <a:gd name="connsiteX0" fmla="*/ 1829466 w 3568876"/>
                <a:gd name="connsiteY0" fmla="*/ 312674 h 4791604"/>
                <a:gd name="connsiteX1" fmla="*/ 3371663 w 3568876"/>
                <a:gd name="connsiteY1" fmla="*/ 1650154 h 4791604"/>
                <a:gd name="connsiteX2" fmla="*/ 666 w 3568876"/>
                <a:gd name="connsiteY2" fmla="*/ 4570775 h 4791604"/>
                <a:gd name="connsiteX3" fmla="*/ 1829466 w 3568876"/>
                <a:gd name="connsiteY3" fmla="*/ 312674 h 4791604"/>
                <a:gd name="connsiteX0" fmla="*/ 1829466 w 3568876"/>
                <a:gd name="connsiteY0" fmla="*/ 312674 h 4775391"/>
                <a:gd name="connsiteX1" fmla="*/ 3371663 w 3568876"/>
                <a:gd name="connsiteY1" fmla="*/ 1650154 h 4775391"/>
                <a:gd name="connsiteX2" fmla="*/ 666 w 3568876"/>
                <a:gd name="connsiteY2" fmla="*/ 4570775 h 4775391"/>
                <a:gd name="connsiteX3" fmla="*/ 1829466 w 3568876"/>
                <a:gd name="connsiteY3" fmla="*/ 312674 h 4775391"/>
                <a:gd name="connsiteX0" fmla="*/ 1829466 w 3568876"/>
                <a:gd name="connsiteY0" fmla="*/ 312674 h 4775391"/>
                <a:gd name="connsiteX1" fmla="*/ 3371663 w 3568876"/>
                <a:gd name="connsiteY1" fmla="*/ 1650154 h 4775391"/>
                <a:gd name="connsiteX2" fmla="*/ 666 w 3568876"/>
                <a:gd name="connsiteY2" fmla="*/ 4570775 h 4775391"/>
                <a:gd name="connsiteX3" fmla="*/ 1829466 w 3568876"/>
                <a:gd name="connsiteY3" fmla="*/ 312674 h 4775391"/>
                <a:gd name="connsiteX0" fmla="*/ 1829466 w 3577167"/>
                <a:gd name="connsiteY0" fmla="*/ 312674 h 4781659"/>
                <a:gd name="connsiteX1" fmla="*/ 3371663 w 3577167"/>
                <a:gd name="connsiteY1" fmla="*/ 1650154 h 4781659"/>
                <a:gd name="connsiteX2" fmla="*/ 666 w 3577167"/>
                <a:gd name="connsiteY2" fmla="*/ 4570775 h 4781659"/>
                <a:gd name="connsiteX3" fmla="*/ 1829466 w 3577167"/>
                <a:gd name="connsiteY3" fmla="*/ 312674 h 4781659"/>
                <a:gd name="connsiteX0" fmla="*/ 1829466 w 3567546"/>
                <a:gd name="connsiteY0" fmla="*/ 287437 h 4759231"/>
                <a:gd name="connsiteX1" fmla="*/ 3358963 w 3567546"/>
                <a:gd name="connsiteY1" fmla="*/ 1682067 h 4759231"/>
                <a:gd name="connsiteX2" fmla="*/ 666 w 3567546"/>
                <a:gd name="connsiteY2" fmla="*/ 4545538 h 4759231"/>
                <a:gd name="connsiteX3" fmla="*/ 1829466 w 3567546"/>
                <a:gd name="connsiteY3" fmla="*/ 287437 h 4759231"/>
                <a:gd name="connsiteX0" fmla="*/ 1829466 w 3587284"/>
                <a:gd name="connsiteY0" fmla="*/ 287437 h 4759231"/>
                <a:gd name="connsiteX1" fmla="*/ 3358963 w 3587284"/>
                <a:gd name="connsiteY1" fmla="*/ 1682067 h 4759231"/>
                <a:gd name="connsiteX2" fmla="*/ 666 w 3587284"/>
                <a:gd name="connsiteY2" fmla="*/ 4545538 h 4759231"/>
                <a:gd name="connsiteX3" fmla="*/ 1829466 w 3587284"/>
                <a:gd name="connsiteY3" fmla="*/ 287437 h 4759231"/>
                <a:gd name="connsiteX0" fmla="*/ 1829466 w 3594891"/>
                <a:gd name="connsiteY0" fmla="*/ 292062 h 4763856"/>
                <a:gd name="connsiteX1" fmla="*/ 3358963 w 3594891"/>
                <a:gd name="connsiteY1" fmla="*/ 1686692 h 4763856"/>
                <a:gd name="connsiteX2" fmla="*/ 666 w 3594891"/>
                <a:gd name="connsiteY2" fmla="*/ 4550163 h 4763856"/>
                <a:gd name="connsiteX3" fmla="*/ 1829466 w 3594891"/>
                <a:gd name="connsiteY3" fmla="*/ 292062 h 4763856"/>
                <a:gd name="connsiteX0" fmla="*/ 1829466 w 3587284"/>
                <a:gd name="connsiteY0" fmla="*/ 501830 h 4973624"/>
                <a:gd name="connsiteX1" fmla="*/ 3358963 w 3587284"/>
                <a:gd name="connsiteY1" fmla="*/ 1896460 h 4973624"/>
                <a:gd name="connsiteX2" fmla="*/ 666 w 3587284"/>
                <a:gd name="connsiteY2" fmla="*/ 4759931 h 4973624"/>
                <a:gd name="connsiteX3" fmla="*/ 1829466 w 3587284"/>
                <a:gd name="connsiteY3" fmla="*/ 501830 h 4973624"/>
                <a:gd name="connsiteX0" fmla="*/ 1829466 w 3617639"/>
                <a:gd name="connsiteY0" fmla="*/ 481142 h 4952936"/>
                <a:gd name="connsiteX1" fmla="*/ 3358963 w 3617639"/>
                <a:gd name="connsiteY1" fmla="*/ 1875772 h 4952936"/>
                <a:gd name="connsiteX2" fmla="*/ 666 w 3617639"/>
                <a:gd name="connsiteY2" fmla="*/ 4739243 h 4952936"/>
                <a:gd name="connsiteX3" fmla="*/ 1829466 w 3617639"/>
                <a:gd name="connsiteY3" fmla="*/ 481142 h 4952936"/>
                <a:gd name="connsiteX0" fmla="*/ 1897568 w 3685741"/>
                <a:gd name="connsiteY0" fmla="*/ 481142 h 4952936"/>
                <a:gd name="connsiteX1" fmla="*/ 3427065 w 3685741"/>
                <a:gd name="connsiteY1" fmla="*/ 1875772 h 4952936"/>
                <a:gd name="connsiteX2" fmla="*/ 68768 w 3685741"/>
                <a:gd name="connsiteY2" fmla="*/ 4739243 h 4952936"/>
                <a:gd name="connsiteX3" fmla="*/ 1283419 w 3685741"/>
                <a:gd name="connsiteY3" fmla="*/ 2105229 h 4952936"/>
                <a:gd name="connsiteX4" fmla="*/ 1897568 w 3685741"/>
                <a:gd name="connsiteY4" fmla="*/ 481142 h 4952936"/>
                <a:gd name="connsiteX0" fmla="*/ 1897568 w 3685741"/>
                <a:gd name="connsiteY0" fmla="*/ 481142 h 4952936"/>
                <a:gd name="connsiteX1" fmla="*/ 3427065 w 3685741"/>
                <a:gd name="connsiteY1" fmla="*/ 1875772 h 4952936"/>
                <a:gd name="connsiteX2" fmla="*/ 68768 w 3685741"/>
                <a:gd name="connsiteY2" fmla="*/ 4739243 h 4952936"/>
                <a:gd name="connsiteX3" fmla="*/ 1283419 w 3685741"/>
                <a:gd name="connsiteY3" fmla="*/ 2105229 h 4952936"/>
                <a:gd name="connsiteX4" fmla="*/ 1897568 w 3685741"/>
                <a:gd name="connsiteY4" fmla="*/ 481142 h 4952936"/>
                <a:gd name="connsiteX0" fmla="*/ 1897568 w 3685741"/>
                <a:gd name="connsiteY0" fmla="*/ 481142 h 4957084"/>
                <a:gd name="connsiteX1" fmla="*/ 3427065 w 3685741"/>
                <a:gd name="connsiteY1" fmla="*/ 1875772 h 4957084"/>
                <a:gd name="connsiteX2" fmla="*/ 68768 w 3685741"/>
                <a:gd name="connsiteY2" fmla="*/ 4739243 h 4957084"/>
                <a:gd name="connsiteX3" fmla="*/ 1283419 w 3685741"/>
                <a:gd name="connsiteY3" fmla="*/ 2105229 h 4957084"/>
                <a:gd name="connsiteX4" fmla="*/ 1897568 w 3685741"/>
                <a:gd name="connsiteY4" fmla="*/ 481142 h 4957084"/>
                <a:gd name="connsiteX0" fmla="*/ 1897568 w 3685741"/>
                <a:gd name="connsiteY0" fmla="*/ 481142 h 4944704"/>
                <a:gd name="connsiteX1" fmla="*/ 3427065 w 3685741"/>
                <a:gd name="connsiteY1" fmla="*/ 1875772 h 4944704"/>
                <a:gd name="connsiteX2" fmla="*/ 68768 w 3685741"/>
                <a:gd name="connsiteY2" fmla="*/ 4739243 h 4944704"/>
                <a:gd name="connsiteX3" fmla="*/ 1283419 w 3685741"/>
                <a:gd name="connsiteY3" fmla="*/ 2105229 h 4944704"/>
                <a:gd name="connsiteX4" fmla="*/ 1897568 w 3685741"/>
                <a:gd name="connsiteY4" fmla="*/ 481142 h 4944704"/>
                <a:gd name="connsiteX0" fmla="*/ 1897568 w 3685741"/>
                <a:gd name="connsiteY0" fmla="*/ 481142 h 4908762"/>
                <a:gd name="connsiteX1" fmla="*/ 3427065 w 3685741"/>
                <a:gd name="connsiteY1" fmla="*/ 1875772 h 4908762"/>
                <a:gd name="connsiteX2" fmla="*/ 68768 w 3685741"/>
                <a:gd name="connsiteY2" fmla="*/ 4739243 h 4908762"/>
                <a:gd name="connsiteX3" fmla="*/ 1283419 w 3685741"/>
                <a:gd name="connsiteY3" fmla="*/ 2105229 h 4908762"/>
                <a:gd name="connsiteX4" fmla="*/ 1897568 w 3685741"/>
                <a:gd name="connsiteY4" fmla="*/ 481142 h 4908762"/>
                <a:gd name="connsiteX0" fmla="*/ 1897568 w 3685741"/>
                <a:gd name="connsiteY0" fmla="*/ 481142 h 4965440"/>
                <a:gd name="connsiteX1" fmla="*/ 3427065 w 3685741"/>
                <a:gd name="connsiteY1" fmla="*/ 1875772 h 4965440"/>
                <a:gd name="connsiteX2" fmla="*/ 68768 w 3685741"/>
                <a:gd name="connsiteY2" fmla="*/ 4739243 h 4965440"/>
                <a:gd name="connsiteX3" fmla="*/ 1283419 w 3685741"/>
                <a:gd name="connsiteY3" fmla="*/ 2105229 h 4965440"/>
                <a:gd name="connsiteX4" fmla="*/ 1897568 w 3685741"/>
                <a:gd name="connsiteY4" fmla="*/ 481142 h 4965440"/>
                <a:gd name="connsiteX0" fmla="*/ 1897568 w 3685741"/>
                <a:gd name="connsiteY0" fmla="*/ 481142 h 4957868"/>
                <a:gd name="connsiteX1" fmla="*/ 3427065 w 3685741"/>
                <a:gd name="connsiteY1" fmla="*/ 1875772 h 4957868"/>
                <a:gd name="connsiteX2" fmla="*/ 68768 w 3685741"/>
                <a:gd name="connsiteY2" fmla="*/ 4739243 h 4957868"/>
                <a:gd name="connsiteX3" fmla="*/ 1283419 w 3685741"/>
                <a:gd name="connsiteY3" fmla="*/ 2105229 h 4957868"/>
                <a:gd name="connsiteX4" fmla="*/ 1897568 w 3685741"/>
                <a:gd name="connsiteY4" fmla="*/ 481142 h 4957868"/>
                <a:gd name="connsiteX0" fmla="*/ 1897568 w 3685741"/>
                <a:gd name="connsiteY0" fmla="*/ 481142 h 4959344"/>
                <a:gd name="connsiteX1" fmla="*/ 3427065 w 3685741"/>
                <a:gd name="connsiteY1" fmla="*/ 1875772 h 4959344"/>
                <a:gd name="connsiteX2" fmla="*/ 68768 w 3685741"/>
                <a:gd name="connsiteY2" fmla="*/ 4739243 h 4959344"/>
                <a:gd name="connsiteX3" fmla="*/ 1283419 w 3685741"/>
                <a:gd name="connsiteY3" fmla="*/ 2105229 h 4959344"/>
                <a:gd name="connsiteX4" fmla="*/ 1897568 w 3685741"/>
                <a:gd name="connsiteY4" fmla="*/ 481142 h 4959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5741" h="4959344">
                  <a:moveTo>
                    <a:pt x="1897568" y="481142"/>
                  </a:moveTo>
                  <a:cubicBezTo>
                    <a:pt x="1633713" y="-151204"/>
                    <a:pt x="4550729" y="-548981"/>
                    <a:pt x="3427065" y="1875772"/>
                  </a:cubicBezTo>
                  <a:cubicBezTo>
                    <a:pt x="3680497" y="2225590"/>
                    <a:pt x="4399655" y="5881107"/>
                    <a:pt x="68768" y="4739243"/>
                  </a:cubicBezTo>
                  <a:cubicBezTo>
                    <a:pt x="-308978" y="4770662"/>
                    <a:pt x="978619" y="2814912"/>
                    <a:pt x="1283419" y="2105229"/>
                  </a:cubicBezTo>
                  <a:cubicBezTo>
                    <a:pt x="1588219" y="1395546"/>
                    <a:pt x="1751834" y="812812"/>
                    <a:pt x="1897568" y="481142"/>
                  </a:cubicBezTo>
                  <a:close/>
                </a:path>
              </a:pathLst>
            </a:custGeom>
            <a:solidFill>
              <a:srgbClr val="E8562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85">
              <a:extLst>
                <a:ext uri="{FF2B5EF4-FFF2-40B4-BE49-F238E27FC236}">
                  <a16:creationId xmlns:a16="http://schemas.microsoft.com/office/drawing/2014/main" id="{2B40E00E-9746-4D15-BBDA-9E102CEF9927}"/>
                </a:ext>
              </a:extLst>
            </p:cNvPr>
            <p:cNvSpPr/>
            <p:nvPr/>
          </p:nvSpPr>
          <p:spPr>
            <a:xfrm>
              <a:off x="5954535" y="1746206"/>
              <a:ext cx="1688893" cy="1724145"/>
            </a:xfrm>
            <a:custGeom>
              <a:avLst/>
              <a:gdLst>
                <a:gd name="connsiteX0" fmla="*/ 0 w 1193800"/>
                <a:gd name="connsiteY0" fmla="*/ 0 h 1145692"/>
                <a:gd name="connsiteX1" fmla="*/ 1193800 w 1193800"/>
                <a:gd name="connsiteY1" fmla="*/ 0 h 1145692"/>
                <a:gd name="connsiteX2" fmla="*/ 1193800 w 1193800"/>
                <a:gd name="connsiteY2" fmla="*/ 1145692 h 1145692"/>
                <a:gd name="connsiteX3" fmla="*/ 0 w 1193800"/>
                <a:gd name="connsiteY3" fmla="*/ 1145692 h 1145692"/>
                <a:gd name="connsiteX4" fmla="*/ 0 w 1193800"/>
                <a:gd name="connsiteY4" fmla="*/ 0 h 1145692"/>
                <a:gd name="connsiteX0" fmla="*/ 0 w 1517650"/>
                <a:gd name="connsiteY0" fmla="*/ 0 h 1145692"/>
                <a:gd name="connsiteX1" fmla="*/ 1517650 w 1517650"/>
                <a:gd name="connsiteY1" fmla="*/ 768350 h 1145692"/>
                <a:gd name="connsiteX2" fmla="*/ 1193800 w 1517650"/>
                <a:gd name="connsiteY2" fmla="*/ 1145692 h 1145692"/>
                <a:gd name="connsiteX3" fmla="*/ 0 w 1517650"/>
                <a:gd name="connsiteY3" fmla="*/ 1145692 h 1145692"/>
                <a:gd name="connsiteX4" fmla="*/ 0 w 1517650"/>
                <a:gd name="connsiteY4" fmla="*/ 0 h 1145692"/>
                <a:gd name="connsiteX0" fmla="*/ 0 w 1517650"/>
                <a:gd name="connsiteY0" fmla="*/ 0 h 1145692"/>
                <a:gd name="connsiteX1" fmla="*/ 1517650 w 1517650"/>
                <a:gd name="connsiteY1" fmla="*/ 768350 h 1145692"/>
                <a:gd name="connsiteX2" fmla="*/ 1193800 w 1517650"/>
                <a:gd name="connsiteY2" fmla="*/ 1145692 h 1145692"/>
                <a:gd name="connsiteX3" fmla="*/ 0 w 1517650"/>
                <a:gd name="connsiteY3" fmla="*/ 1145692 h 1145692"/>
                <a:gd name="connsiteX4" fmla="*/ 0 w 1517650"/>
                <a:gd name="connsiteY4" fmla="*/ 0 h 1145692"/>
                <a:gd name="connsiteX0" fmla="*/ 0 w 1517650"/>
                <a:gd name="connsiteY0" fmla="*/ 0 h 1145692"/>
                <a:gd name="connsiteX1" fmla="*/ 1517650 w 1517650"/>
                <a:gd name="connsiteY1" fmla="*/ 768350 h 1145692"/>
                <a:gd name="connsiteX2" fmla="*/ 1193800 w 1517650"/>
                <a:gd name="connsiteY2" fmla="*/ 1145692 h 1145692"/>
                <a:gd name="connsiteX3" fmla="*/ 0 w 1517650"/>
                <a:gd name="connsiteY3" fmla="*/ 1145692 h 1145692"/>
                <a:gd name="connsiteX4" fmla="*/ 0 w 1517650"/>
                <a:gd name="connsiteY4" fmla="*/ 0 h 1145692"/>
                <a:gd name="connsiteX0" fmla="*/ 114300 w 1631950"/>
                <a:gd name="connsiteY0" fmla="*/ 110348 h 1256040"/>
                <a:gd name="connsiteX1" fmla="*/ 1631950 w 1631950"/>
                <a:gd name="connsiteY1" fmla="*/ 878698 h 1256040"/>
                <a:gd name="connsiteX2" fmla="*/ 1308100 w 1631950"/>
                <a:gd name="connsiteY2" fmla="*/ 1256040 h 1256040"/>
                <a:gd name="connsiteX3" fmla="*/ 114300 w 1631950"/>
                <a:gd name="connsiteY3" fmla="*/ 1256040 h 1256040"/>
                <a:gd name="connsiteX4" fmla="*/ 0 w 1631950"/>
                <a:gd name="connsiteY4" fmla="*/ 0 h 1256040"/>
                <a:gd name="connsiteX5" fmla="*/ 114300 w 1631950"/>
                <a:gd name="connsiteY5" fmla="*/ 110348 h 1256040"/>
                <a:gd name="connsiteX0" fmla="*/ 117133 w 1634783"/>
                <a:gd name="connsiteY0" fmla="*/ 122551 h 1268243"/>
                <a:gd name="connsiteX1" fmla="*/ 1634783 w 1634783"/>
                <a:gd name="connsiteY1" fmla="*/ 890901 h 1268243"/>
                <a:gd name="connsiteX2" fmla="*/ 1310933 w 1634783"/>
                <a:gd name="connsiteY2" fmla="*/ 1268243 h 1268243"/>
                <a:gd name="connsiteX3" fmla="*/ 117133 w 1634783"/>
                <a:gd name="connsiteY3" fmla="*/ 1268243 h 1268243"/>
                <a:gd name="connsiteX4" fmla="*/ 85383 w 1634783"/>
                <a:gd name="connsiteY4" fmla="*/ 151903 h 1268243"/>
                <a:gd name="connsiteX5" fmla="*/ 2833 w 1634783"/>
                <a:gd name="connsiteY5" fmla="*/ 12203 h 1268243"/>
                <a:gd name="connsiteX6" fmla="*/ 117133 w 1634783"/>
                <a:gd name="connsiteY6" fmla="*/ 122551 h 1268243"/>
                <a:gd name="connsiteX0" fmla="*/ 147375 w 1665025"/>
                <a:gd name="connsiteY0" fmla="*/ 110392 h 1256084"/>
                <a:gd name="connsiteX1" fmla="*/ 1665025 w 1665025"/>
                <a:gd name="connsiteY1" fmla="*/ 878742 h 1256084"/>
                <a:gd name="connsiteX2" fmla="*/ 1341175 w 1665025"/>
                <a:gd name="connsiteY2" fmla="*/ 1256084 h 1256084"/>
                <a:gd name="connsiteX3" fmla="*/ 147375 w 1665025"/>
                <a:gd name="connsiteY3" fmla="*/ 1256084 h 1256084"/>
                <a:gd name="connsiteX4" fmla="*/ 7676 w 1665025"/>
                <a:gd name="connsiteY4" fmla="*/ 152445 h 1256084"/>
                <a:gd name="connsiteX5" fmla="*/ 115625 w 1665025"/>
                <a:gd name="connsiteY5" fmla="*/ 139744 h 1256084"/>
                <a:gd name="connsiteX6" fmla="*/ 33075 w 1665025"/>
                <a:gd name="connsiteY6" fmla="*/ 44 h 1256084"/>
                <a:gd name="connsiteX7" fmla="*/ 147375 w 1665025"/>
                <a:gd name="connsiteY7" fmla="*/ 110392 h 1256084"/>
                <a:gd name="connsiteX0" fmla="*/ 141507 w 1659157"/>
                <a:gd name="connsiteY0" fmla="*/ 110392 h 1256084"/>
                <a:gd name="connsiteX1" fmla="*/ 1659157 w 1659157"/>
                <a:gd name="connsiteY1" fmla="*/ 878742 h 1256084"/>
                <a:gd name="connsiteX2" fmla="*/ 1335307 w 1659157"/>
                <a:gd name="connsiteY2" fmla="*/ 1256084 h 1256084"/>
                <a:gd name="connsiteX3" fmla="*/ 141507 w 1659157"/>
                <a:gd name="connsiteY3" fmla="*/ 1256084 h 1256084"/>
                <a:gd name="connsiteX4" fmla="*/ 128808 w 1659157"/>
                <a:gd name="connsiteY4" fmla="*/ 254044 h 1256084"/>
                <a:gd name="connsiteX5" fmla="*/ 1808 w 1659157"/>
                <a:gd name="connsiteY5" fmla="*/ 152445 h 1256084"/>
                <a:gd name="connsiteX6" fmla="*/ 109757 w 1659157"/>
                <a:gd name="connsiteY6" fmla="*/ 139744 h 1256084"/>
                <a:gd name="connsiteX7" fmla="*/ 27207 w 1659157"/>
                <a:gd name="connsiteY7" fmla="*/ 44 h 1256084"/>
                <a:gd name="connsiteX8" fmla="*/ 141507 w 1659157"/>
                <a:gd name="connsiteY8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141466 w 1659116"/>
                <a:gd name="connsiteY3" fmla="*/ 1256084 h 1256084"/>
                <a:gd name="connsiteX4" fmla="*/ 39867 w 1659116"/>
                <a:gd name="connsiteY4" fmla="*/ 266744 h 1256084"/>
                <a:gd name="connsiteX5" fmla="*/ 128767 w 1659116"/>
                <a:gd name="connsiteY5" fmla="*/ 254044 h 1256084"/>
                <a:gd name="connsiteX6" fmla="*/ 1767 w 1659116"/>
                <a:gd name="connsiteY6" fmla="*/ 152445 h 1256084"/>
                <a:gd name="connsiteX7" fmla="*/ 109716 w 1659116"/>
                <a:gd name="connsiteY7" fmla="*/ 139744 h 1256084"/>
                <a:gd name="connsiteX8" fmla="*/ 27166 w 1659116"/>
                <a:gd name="connsiteY8" fmla="*/ 44 h 1256084"/>
                <a:gd name="connsiteX9" fmla="*/ 141466 w 1659116"/>
                <a:gd name="connsiteY9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141466 w 1659116"/>
                <a:gd name="connsiteY3" fmla="*/ 1256084 h 1256084"/>
                <a:gd name="connsiteX4" fmla="*/ 198616 w 1659116"/>
                <a:gd name="connsiteY4" fmla="*/ 406444 h 1256084"/>
                <a:gd name="connsiteX5" fmla="*/ 39867 w 1659116"/>
                <a:gd name="connsiteY5" fmla="*/ 266744 h 1256084"/>
                <a:gd name="connsiteX6" fmla="*/ 128767 w 1659116"/>
                <a:gd name="connsiteY6" fmla="*/ 254044 h 1256084"/>
                <a:gd name="connsiteX7" fmla="*/ 1767 w 1659116"/>
                <a:gd name="connsiteY7" fmla="*/ 152445 h 1256084"/>
                <a:gd name="connsiteX8" fmla="*/ 109716 w 1659116"/>
                <a:gd name="connsiteY8" fmla="*/ 139744 h 1256084"/>
                <a:gd name="connsiteX9" fmla="*/ 27166 w 1659116"/>
                <a:gd name="connsiteY9" fmla="*/ 44 h 1256084"/>
                <a:gd name="connsiteX10" fmla="*/ 141466 w 1659116"/>
                <a:gd name="connsiteY10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141466 w 1659116"/>
                <a:gd name="connsiteY3" fmla="*/ 1256084 h 1256084"/>
                <a:gd name="connsiteX4" fmla="*/ 97016 w 1659116"/>
                <a:gd name="connsiteY4" fmla="*/ 431844 h 1256084"/>
                <a:gd name="connsiteX5" fmla="*/ 198616 w 1659116"/>
                <a:gd name="connsiteY5" fmla="*/ 406444 h 1256084"/>
                <a:gd name="connsiteX6" fmla="*/ 39867 w 1659116"/>
                <a:gd name="connsiteY6" fmla="*/ 266744 h 1256084"/>
                <a:gd name="connsiteX7" fmla="*/ 128767 w 1659116"/>
                <a:gd name="connsiteY7" fmla="*/ 254044 h 1256084"/>
                <a:gd name="connsiteX8" fmla="*/ 1767 w 1659116"/>
                <a:gd name="connsiteY8" fmla="*/ 152445 h 1256084"/>
                <a:gd name="connsiteX9" fmla="*/ 109716 w 1659116"/>
                <a:gd name="connsiteY9" fmla="*/ 139744 h 1256084"/>
                <a:gd name="connsiteX10" fmla="*/ 27166 w 1659116"/>
                <a:gd name="connsiteY10" fmla="*/ 44 h 1256084"/>
                <a:gd name="connsiteX11" fmla="*/ 141466 w 1659116"/>
                <a:gd name="connsiteY11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141466 w 1659116"/>
                <a:gd name="connsiteY3" fmla="*/ 1256084 h 1256084"/>
                <a:gd name="connsiteX4" fmla="*/ 255766 w 1659116"/>
                <a:gd name="connsiteY4" fmla="*/ 533444 h 1256084"/>
                <a:gd name="connsiteX5" fmla="*/ 97016 w 1659116"/>
                <a:gd name="connsiteY5" fmla="*/ 431844 h 1256084"/>
                <a:gd name="connsiteX6" fmla="*/ 198616 w 1659116"/>
                <a:gd name="connsiteY6" fmla="*/ 406444 h 1256084"/>
                <a:gd name="connsiteX7" fmla="*/ 39867 w 1659116"/>
                <a:gd name="connsiteY7" fmla="*/ 266744 h 1256084"/>
                <a:gd name="connsiteX8" fmla="*/ 128767 w 1659116"/>
                <a:gd name="connsiteY8" fmla="*/ 254044 h 1256084"/>
                <a:gd name="connsiteX9" fmla="*/ 1767 w 1659116"/>
                <a:gd name="connsiteY9" fmla="*/ 152445 h 1256084"/>
                <a:gd name="connsiteX10" fmla="*/ 109716 w 1659116"/>
                <a:gd name="connsiteY10" fmla="*/ 139744 h 1256084"/>
                <a:gd name="connsiteX11" fmla="*/ 27166 w 1659116"/>
                <a:gd name="connsiteY11" fmla="*/ 44 h 1256084"/>
                <a:gd name="connsiteX12" fmla="*/ 141466 w 1659116"/>
                <a:gd name="connsiteY12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141466 w 1659116"/>
                <a:gd name="connsiteY3" fmla="*/ 1256084 h 1256084"/>
                <a:gd name="connsiteX4" fmla="*/ 90666 w 1659116"/>
                <a:gd name="connsiteY4" fmla="*/ 565194 h 1256084"/>
                <a:gd name="connsiteX5" fmla="*/ 255766 w 1659116"/>
                <a:gd name="connsiteY5" fmla="*/ 533444 h 1256084"/>
                <a:gd name="connsiteX6" fmla="*/ 97016 w 1659116"/>
                <a:gd name="connsiteY6" fmla="*/ 431844 h 1256084"/>
                <a:gd name="connsiteX7" fmla="*/ 198616 w 1659116"/>
                <a:gd name="connsiteY7" fmla="*/ 406444 h 1256084"/>
                <a:gd name="connsiteX8" fmla="*/ 39867 w 1659116"/>
                <a:gd name="connsiteY8" fmla="*/ 266744 h 1256084"/>
                <a:gd name="connsiteX9" fmla="*/ 128767 w 1659116"/>
                <a:gd name="connsiteY9" fmla="*/ 254044 h 1256084"/>
                <a:gd name="connsiteX10" fmla="*/ 1767 w 1659116"/>
                <a:gd name="connsiteY10" fmla="*/ 152445 h 1256084"/>
                <a:gd name="connsiteX11" fmla="*/ 109716 w 1659116"/>
                <a:gd name="connsiteY11" fmla="*/ 139744 h 1256084"/>
                <a:gd name="connsiteX12" fmla="*/ 27166 w 1659116"/>
                <a:gd name="connsiteY12" fmla="*/ 44 h 1256084"/>
                <a:gd name="connsiteX13" fmla="*/ 141466 w 1659116"/>
                <a:gd name="connsiteY13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141466 w 1659116"/>
                <a:gd name="connsiteY3" fmla="*/ 1256084 h 1256084"/>
                <a:gd name="connsiteX4" fmla="*/ 338316 w 1659116"/>
                <a:gd name="connsiteY4" fmla="*/ 958894 h 1256084"/>
                <a:gd name="connsiteX5" fmla="*/ 90666 w 1659116"/>
                <a:gd name="connsiteY5" fmla="*/ 565194 h 1256084"/>
                <a:gd name="connsiteX6" fmla="*/ 255766 w 1659116"/>
                <a:gd name="connsiteY6" fmla="*/ 533444 h 1256084"/>
                <a:gd name="connsiteX7" fmla="*/ 97016 w 1659116"/>
                <a:gd name="connsiteY7" fmla="*/ 431844 h 1256084"/>
                <a:gd name="connsiteX8" fmla="*/ 198616 w 1659116"/>
                <a:gd name="connsiteY8" fmla="*/ 406444 h 1256084"/>
                <a:gd name="connsiteX9" fmla="*/ 39867 w 1659116"/>
                <a:gd name="connsiteY9" fmla="*/ 266744 h 1256084"/>
                <a:gd name="connsiteX10" fmla="*/ 128767 w 1659116"/>
                <a:gd name="connsiteY10" fmla="*/ 254044 h 1256084"/>
                <a:gd name="connsiteX11" fmla="*/ 1767 w 1659116"/>
                <a:gd name="connsiteY11" fmla="*/ 152445 h 1256084"/>
                <a:gd name="connsiteX12" fmla="*/ 109716 w 1659116"/>
                <a:gd name="connsiteY12" fmla="*/ 139744 h 1256084"/>
                <a:gd name="connsiteX13" fmla="*/ 27166 w 1659116"/>
                <a:gd name="connsiteY13" fmla="*/ 44 h 1256084"/>
                <a:gd name="connsiteX14" fmla="*/ 141466 w 1659116"/>
                <a:gd name="connsiteY14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630416 w 1659116"/>
                <a:gd name="connsiteY3" fmla="*/ 709984 h 1256084"/>
                <a:gd name="connsiteX4" fmla="*/ 338316 w 1659116"/>
                <a:gd name="connsiteY4" fmla="*/ 958894 h 1256084"/>
                <a:gd name="connsiteX5" fmla="*/ 90666 w 1659116"/>
                <a:gd name="connsiteY5" fmla="*/ 565194 h 1256084"/>
                <a:gd name="connsiteX6" fmla="*/ 255766 w 1659116"/>
                <a:gd name="connsiteY6" fmla="*/ 533444 h 1256084"/>
                <a:gd name="connsiteX7" fmla="*/ 97016 w 1659116"/>
                <a:gd name="connsiteY7" fmla="*/ 431844 h 1256084"/>
                <a:gd name="connsiteX8" fmla="*/ 198616 w 1659116"/>
                <a:gd name="connsiteY8" fmla="*/ 406444 h 1256084"/>
                <a:gd name="connsiteX9" fmla="*/ 39867 w 1659116"/>
                <a:gd name="connsiteY9" fmla="*/ 266744 h 1256084"/>
                <a:gd name="connsiteX10" fmla="*/ 128767 w 1659116"/>
                <a:gd name="connsiteY10" fmla="*/ 254044 h 1256084"/>
                <a:gd name="connsiteX11" fmla="*/ 1767 w 1659116"/>
                <a:gd name="connsiteY11" fmla="*/ 152445 h 1256084"/>
                <a:gd name="connsiteX12" fmla="*/ 109716 w 1659116"/>
                <a:gd name="connsiteY12" fmla="*/ 139744 h 1256084"/>
                <a:gd name="connsiteX13" fmla="*/ 27166 w 1659116"/>
                <a:gd name="connsiteY13" fmla="*/ 44 h 1256084"/>
                <a:gd name="connsiteX14" fmla="*/ 141466 w 1659116"/>
                <a:gd name="connsiteY14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630416 w 1659116"/>
                <a:gd name="connsiteY3" fmla="*/ 709984 h 1256084"/>
                <a:gd name="connsiteX4" fmla="*/ 706616 w 1659116"/>
                <a:gd name="connsiteY4" fmla="*/ 914444 h 1256084"/>
                <a:gd name="connsiteX5" fmla="*/ 90666 w 1659116"/>
                <a:gd name="connsiteY5" fmla="*/ 565194 h 1256084"/>
                <a:gd name="connsiteX6" fmla="*/ 255766 w 1659116"/>
                <a:gd name="connsiteY6" fmla="*/ 533444 h 1256084"/>
                <a:gd name="connsiteX7" fmla="*/ 97016 w 1659116"/>
                <a:gd name="connsiteY7" fmla="*/ 431844 h 1256084"/>
                <a:gd name="connsiteX8" fmla="*/ 198616 w 1659116"/>
                <a:gd name="connsiteY8" fmla="*/ 406444 h 1256084"/>
                <a:gd name="connsiteX9" fmla="*/ 39867 w 1659116"/>
                <a:gd name="connsiteY9" fmla="*/ 266744 h 1256084"/>
                <a:gd name="connsiteX10" fmla="*/ 128767 w 1659116"/>
                <a:gd name="connsiteY10" fmla="*/ 254044 h 1256084"/>
                <a:gd name="connsiteX11" fmla="*/ 1767 w 1659116"/>
                <a:gd name="connsiteY11" fmla="*/ 152445 h 1256084"/>
                <a:gd name="connsiteX12" fmla="*/ 109716 w 1659116"/>
                <a:gd name="connsiteY12" fmla="*/ 139744 h 1256084"/>
                <a:gd name="connsiteX13" fmla="*/ 27166 w 1659116"/>
                <a:gd name="connsiteY13" fmla="*/ 44 h 1256084"/>
                <a:gd name="connsiteX14" fmla="*/ 141466 w 1659116"/>
                <a:gd name="connsiteY14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630416 w 1659116"/>
                <a:gd name="connsiteY3" fmla="*/ 709984 h 1256084"/>
                <a:gd name="connsiteX4" fmla="*/ 706616 w 1659116"/>
                <a:gd name="connsiteY4" fmla="*/ 914444 h 1256084"/>
                <a:gd name="connsiteX5" fmla="*/ 90666 w 1659116"/>
                <a:gd name="connsiteY5" fmla="*/ 565194 h 1256084"/>
                <a:gd name="connsiteX6" fmla="*/ 255766 w 1659116"/>
                <a:gd name="connsiteY6" fmla="*/ 533444 h 1256084"/>
                <a:gd name="connsiteX7" fmla="*/ 97016 w 1659116"/>
                <a:gd name="connsiteY7" fmla="*/ 431844 h 1256084"/>
                <a:gd name="connsiteX8" fmla="*/ 198616 w 1659116"/>
                <a:gd name="connsiteY8" fmla="*/ 406444 h 1256084"/>
                <a:gd name="connsiteX9" fmla="*/ 39867 w 1659116"/>
                <a:gd name="connsiteY9" fmla="*/ 266744 h 1256084"/>
                <a:gd name="connsiteX10" fmla="*/ 128767 w 1659116"/>
                <a:gd name="connsiteY10" fmla="*/ 254044 h 1256084"/>
                <a:gd name="connsiteX11" fmla="*/ 1767 w 1659116"/>
                <a:gd name="connsiteY11" fmla="*/ 152445 h 1256084"/>
                <a:gd name="connsiteX12" fmla="*/ 109716 w 1659116"/>
                <a:gd name="connsiteY12" fmla="*/ 139744 h 1256084"/>
                <a:gd name="connsiteX13" fmla="*/ 27166 w 1659116"/>
                <a:gd name="connsiteY13" fmla="*/ 44 h 1256084"/>
                <a:gd name="connsiteX14" fmla="*/ 141466 w 1659116"/>
                <a:gd name="connsiteY14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630416 w 1659116"/>
                <a:gd name="connsiteY3" fmla="*/ 709984 h 1256084"/>
                <a:gd name="connsiteX4" fmla="*/ 706616 w 1659116"/>
                <a:gd name="connsiteY4" fmla="*/ 914444 h 1256084"/>
                <a:gd name="connsiteX5" fmla="*/ 90666 w 1659116"/>
                <a:gd name="connsiteY5" fmla="*/ 565194 h 1256084"/>
                <a:gd name="connsiteX6" fmla="*/ 255766 w 1659116"/>
                <a:gd name="connsiteY6" fmla="*/ 533444 h 1256084"/>
                <a:gd name="connsiteX7" fmla="*/ 97016 w 1659116"/>
                <a:gd name="connsiteY7" fmla="*/ 431844 h 1256084"/>
                <a:gd name="connsiteX8" fmla="*/ 198616 w 1659116"/>
                <a:gd name="connsiteY8" fmla="*/ 406444 h 1256084"/>
                <a:gd name="connsiteX9" fmla="*/ 39867 w 1659116"/>
                <a:gd name="connsiteY9" fmla="*/ 266744 h 1256084"/>
                <a:gd name="connsiteX10" fmla="*/ 128767 w 1659116"/>
                <a:gd name="connsiteY10" fmla="*/ 254044 h 1256084"/>
                <a:gd name="connsiteX11" fmla="*/ 1767 w 1659116"/>
                <a:gd name="connsiteY11" fmla="*/ 152445 h 1256084"/>
                <a:gd name="connsiteX12" fmla="*/ 109716 w 1659116"/>
                <a:gd name="connsiteY12" fmla="*/ 139744 h 1256084"/>
                <a:gd name="connsiteX13" fmla="*/ 27166 w 1659116"/>
                <a:gd name="connsiteY13" fmla="*/ 44 h 1256084"/>
                <a:gd name="connsiteX14" fmla="*/ 141466 w 1659116"/>
                <a:gd name="connsiteY14" fmla="*/ 110392 h 1256084"/>
                <a:gd name="connsiteX0" fmla="*/ 141466 w 1659116"/>
                <a:gd name="connsiteY0" fmla="*/ 110392 h 1256084"/>
                <a:gd name="connsiteX1" fmla="*/ 1659116 w 1659116"/>
                <a:gd name="connsiteY1" fmla="*/ 878742 h 1256084"/>
                <a:gd name="connsiteX2" fmla="*/ 1335266 w 1659116"/>
                <a:gd name="connsiteY2" fmla="*/ 1256084 h 1256084"/>
                <a:gd name="connsiteX3" fmla="*/ 928866 w 1659116"/>
                <a:gd name="connsiteY3" fmla="*/ 1174794 h 1256084"/>
                <a:gd name="connsiteX4" fmla="*/ 630416 w 1659116"/>
                <a:gd name="connsiteY4" fmla="*/ 709984 h 1256084"/>
                <a:gd name="connsiteX5" fmla="*/ 706616 w 1659116"/>
                <a:gd name="connsiteY5" fmla="*/ 914444 h 1256084"/>
                <a:gd name="connsiteX6" fmla="*/ 90666 w 1659116"/>
                <a:gd name="connsiteY6" fmla="*/ 565194 h 1256084"/>
                <a:gd name="connsiteX7" fmla="*/ 255766 w 1659116"/>
                <a:gd name="connsiteY7" fmla="*/ 533444 h 1256084"/>
                <a:gd name="connsiteX8" fmla="*/ 97016 w 1659116"/>
                <a:gd name="connsiteY8" fmla="*/ 431844 h 1256084"/>
                <a:gd name="connsiteX9" fmla="*/ 198616 w 1659116"/>
                <a:gd name="connsiteY9" fmla="*/ 406444 h 1256084"/>
                <a:gd name="connsiteX10" fmla="*/ 39867 w 1659116"/>
                <a:gd name="connsiteY10" fmla="*/ 266744 h 1256084"/>
                <a:gd name="connsiteX11" fmla="*/ 128767 w 1659116"/>
                <a:gd name="connsiteY11" fmla="*/ 254044 h 1256084"/>
                <a:gd name="connsiteX12" fmla="*/ 1767 w 1659116"/>
                <a:gd name="connsiteY12" fmla="*/ 152445 h 1256084"/>
                <a:gd name="connsiteX13" fmla="*/ 109716 w 1659116"/>
                <a:gd name="connsiteY13" fmla="*/ 139744 h 1256084"/>
                <a:gd name="connsiteX14" fmla="*/ 27166 w 1659116"/>
                <a:gd name="connsiteY14" fmla="*/ 44 h 1256084"/>
                <a:gd name="connsiteX15" fmla="*/ 141466 w 1659116"/>
                <a:gd name="connsiteY15" fmla="*/ 110392 h 1256084"/>
                <a:gd name="connsiteX0" fmla="*/ 141466 w 1659116"/>
                <a:gd name="connsiteY0" fmla="*/ 110392 h 1261468"/>
                <a:gd name="connsiteX1" fmla="*/ 1659116 w 1659116"/>
                <a:gd name="connsiteY1" fmla="*/ 878742 h 1261468"/>
                <a:gd name="connsiteX2" fmla="*/ 1335266 w 1659116"/>
                <a:gd name="connsiteY2" fmla="*/ 1256084 h 1261468"/>
                <a:gd name="connsiteX3" fmla="*/ 871716 w 1659116"/>
                <a:gd name="connsiteY3" fmla="*/ 889044 h 1261468"/>
                <a:gd name="connsiteX4" fmla="*/ 928866 w 1659116"/>
                <a:gd name="connsiteY4" fmla="*/ 1174794 h 1261468"/>
                <a:gd name="connsiteX5" fmla="*/ 630416 w 1659116"/>
                <a:gd name="connsiteY5" fmla="*/ 709984 h 1261468"/>
                <a:gd name="connsiteX6" fmla="*/ 706616 w 1659116"/>
                <a:gd name="connsiteY6" fmla="*/ 914444 h 1261468"/>
                <a:gd name="connsiteX7" fmla="*/ 90666 w 1659116"/>
                <a:gd name="connsiteY7" fmla="*/ 565194 h 1261468"/>
                <a:gd name="connsiteX8" fmla="*/ 255766 w 1659116"/>
                <a:gd name="connsiteY8" fmla="*/ 533444 h 1261468"/>
                <a:gd name="connsiteX9" fmla="*/ 97016 w 1659116"/>
                <a:gd name="connsiteY9" fmla="*/ 431844 h 1261468"/>
                <a:gd name="connsiteX10" fmla="*/ 198616 w 1659116"/>
                <a:gd name="connsiteY10" fmla="*/ 406444 h 1261468"/>
                <a:gd name="connsiteX11" fmla="*/ 39867 w 1659116"/>
                <a:gd name="connsiteY11" fmla="*/ 266744 h 1261468"/>
                <a:gd name="connsiteX12" fmla="*/ 128767 w 1659116"/>
                <a:gd name="connsiteY12" fmla="*/ 254044 h 1261468"/>
                <a:gd name="connsiteX13" fmla="*/ 1767 w 1659116"/>
                <a:gd name="connsiteY13" fmla="*/ 152445 h 1261468"/>
                <a:gd name="connsiteX14" fmla="*/ 109716 w 1659116"/>
                <a:gd name="connsiteY14" fmla="*/ 139744 h 1261468"/>
                <a:gd name="connsiteX15" fmla="*/ 27166 w 1659116"/>
                <a:gd name="connsiteY15" fmla="*/ 44 h 1261468"/>
                <a:gd name="connsiteX16" fmla="*/ 141466 w 1659116"/>
                <a:gd name="connsiteY16" fmla="*/ 110392 h 1261468"/>
                <a:gd name="connsiteX0" fmla="*/ 141466 w 1659116"/>
                <a:gd name="connsiteY0" fmla="*/ 110392 h 1375492"/>
                <a:gd name="connsiteX1" fmla="*/ 1659116 w 1659116"/>
                <a:gd name="connsiteY1" fmla="*/ 878742 h 1375492"/>
                <a:gd name="connsiteX2" fmla="*/ 1335266 w 1659116"/>
                <a:gd name="connsiteY2" fmla="*/ 1256084 h 1375492"/>
                <a:gd name="connsiteX3" fmla="*/ 1100316 w 1659116"/>
                <a:gd name="connsiteY3" fmla="*/ 1358944 h 1375492"/>
                <a:gd name="connsiteX4" fmla="*/ 871716 w 1659116"/>
                <a:gd name="connsiteY4" fmla="*/ 889044 h 1375492"/>
                <a:gd name="connsiteX5" fmla="*/ 928866 w 1659116"/>
                <a:gd name="connsiteY5" fmla="*/ 1174794 h 1375492"/>
                <a:gd name="connsiteX6" fmla="*/ 630416 w 1659116"/>
                <a:gd name="connsiteY6" fmla="*/ 709984 h 1375492"/>
                <a:gd name="connsiteX7" fmla="*/ 706616 w 1659116"/>
                <a:gd name="connsiteY7" fmla="*/ 914444 h 1375492"/>
                <a:gd name="connsiteX8" fmla="*/ 90666 w 1659116"/>
                <a:gd name="connsiteY8" fmla="*/ 565194 h 1375492"/>
                <a:gd name="connsiteX9" fmla="*/ 255766 w 1659116"/>
                <a:gd name="connsiteY9" fmla="*/ 533444 h 1375492"/>
                <a:gd name="connsiteX10" fmla="*/ 97016 w 1659116"/>
                <a:gd name="connsiteY10" fmla="*/ 431844 h 1375492"/>
                <a:gd name="connsiteX11" fmla="*/ 198616 w 1659116"/>
                <a:gd name="connsiteY11" fmla="*/ 406444 h 1375492"/>
                <a:gd name="connsiteX12" fmla="*/ 39867 w 1659116"/>
                <a:gd name="connsiteY12" fmla="*/ 266744 h 1375492"/>
                <a:gd name="connsiteX13" fmla="*/ 128767 w 1659116"/>
                <a:gd name="connsiteY13" fmla="*/ 254044 h 1375492"/>
                <a:gd name="connsiteX14" fmla="*/ 1767 w 1659116"/>
                <a:gd name="connsiteY14" fmla="*/ 152445 h 1375492"/>
                <a:gd name="connsiteX15" fmla="*/ 109716 w 1659116"/>
                <a:gd name="connsiteY15" fmla="*/ 139744 h 1375492"/>
                <a:gd name="connsiteX16" fmla="*/ 27166 w 1659116"/>
                <a:gd name="connsiteY16" fmla="*/ 44 h 1375492"/>
                <a:gd name="connsiteX17" fmla="*/ 141466 w 1659116"/>
                <a:gd name="connsiteY17" fmla="*/ 110392 h 1375492"/>
                <a:gd name="connsiteX0" fmla="*/ 141466 w 1659116"/>
                <a:gd name="connsiteY0" fmla="*/ 110392 h 1716422"/>
                <a:gd name="connsiteX1" fmla="*/ 1659116 w 1659116"/>
                <a:gd name="connsiteY1" fmla="*/ 878742 h 1716422"/>
                <a:gd name="connsiteX2" fmla="*/ 1373366 w 1659116"/>
                <a:gd name="connsiteY2" fmla="*/ 1713284 h 1716422"/>
                <a:gd name="connsiteX3" fmla="*/ 1100316 w 1659116"/>
                <a:gd name="connsiteY3" fmla="*/ 1358944 h 1716422"/>
                <a:gd name="connsiteX4" fmla="*/ 871716 w 1659116"/>
                <a:gd name="connsiteY4" fmla="*/ 889044 h 1716422"/>
                <a:gd name="connsiteX5" fmla="*/ 928866 w 1659116"/>
                <a:gd name="connsiteY5" fmla="*/ 1174794 h 1716422"/>
                <a:gd name="connsiteX6" fmla="*/ 630416 w 1659116"/>
                <a:gd name="connsiteY6" fmla="*/ 709984 h 1716422"/>
                <a:gd name="connsiteX7" fmla="*/ 706616 w 1659116"/>
                <a:gd name="connsiteY7" fmla="*/ 914444 h 1716422"/>
                <a:gd name="connsiteX8" fmla="*/ 90666 w 1659116"/>
                <a:gd name="connsiteY8" fmla="*/ 565194 h 1716422"/>
                <a:gd name="connsiteX9" fmla="*/ 255766 w 1659116"/>
                <a:gd name="connsiteY9" fmla="*/ 533444 h 1716422"/>
                <a:gd name="connsiteX10" fmla="*/ 97016 w 1659116"/>
                <a:gd name="connsiteY10" fmla="*/ 431844 h 1716422"/>
                <a:gd name="connsiteX11" fmla="*/ 198616 w 1659116"/>
                <a:gd name="connsiteY11" fmla="*/ 406444 h 1716422"/>
                <a:gd name="connsiteX12" fmla="*/ 39867 w 1659116"/>
                <a:gd name="connsiteY12" fmla="*/ 266744 h 1716422"/>
                <a:gd name="connsiteX13" fmla="*/ 128767 w 1659116"/>
                <a:gd name="connsiteY13" fmla="*/ 254044 h 1716422"/>
                <a:gd name="connsiteX14" fmla="*/ 1767 w 1659116"/>
                <a:gd name="connsiteY14" fmla="*/ 152445 h 1716422"/>
                <a:gd name="connsiteX15" fmla="*/ 109716 w 1659116"/>
                <a:gd name="connsiteY15" fmla="*/ 139744 h 1716422"/>
                <a:gd name="connsiteX16" fmla="*/ 27166 w 1659116"/>
                <a:gd name="connsiteY16" fmla="*/ 44 h 1716422"/>
                <a:gd name="connsiteX17" fmla="*/ 141466 w 1659116"/>
                <a:gd name="connsiteY17" fmla="*/ 110392 h 1716422"/>
                <a:gd name="connsiteX0" fmla="*/ 141466 w 1659116"/>
                <a:gd name="connsiteY0" fmla="*/ 110392 h 1724145"/>
                <a:gd name="connsiteX1" fmla="*/ 1659116 w 1659116"/>
                <a:gd name="connsiteY1" fmla="*/ 878742 h 1724145"/>
                <a:gd name="connsiteX2" fmla="*/ 1373366 w 1659116"/>
                <a:gd name="connsiteY2" fmla="*/ 1713284 h 1724145"/>
                <a:gd name="connsiteX3" fmla="*/ 1125716 w 1659116"/>
                <a:gd name="connsiteY3" fmla="*/ 1117644 h 1724145"/>
                <a:gd name="connsiteX4" fmla="*/ 1100316 w 1659116"/>
                <a:gd name="connsiteY4" fmla="*/ 1358944 h 1724145"/>
                <a:gd name="connsiteX5" fmla="*/ 871716 w 1659116"/>
                <a:gd name="connsiteY5" fmla="*/ 889044 h 1724145"/>
                <a:gd name="connsiteX6" fmla="*/ 928866 w 1659116"/>
                <a:gd name="connsiteY6" fmla="*/ 1174794 h 1724145"/>
                <a:gd name="connsiteX7" fmla="*/ 630416 w 1659116"/>
                <a:gd name="connsiteY7" fmla="*/ 709984 h 1724145"/>
                <a:gd name="connsiteX8" fmla="*/ 706616 w 1659116"/>
                <a:gd name="connsiteY8" fmla="*/ 914444 h 1724145"/>
                <a:gd name="connsiteX9" fmla="*/ 90666 w 1659116"/>
                <a:gd name="connsiteY9" fmla="*/ 565194 h 1724145"/>
                <a:gd name="connsiteX10" fmla="*/ 255766 w 1659116"/>
                <a:gd name="connsiteY10" fmla="*/ 533444 h 1724145"/>
                <a:gd name="connsiteX11" fmla="*/ 97016 w 1659116"/>
                <a:gd name="connsiteY11" fmla="*/ 431844 h 1724145"/>
                <a:gd name="connsiteX12" fmla="*/ 198616 w 1659116"/>
                <a:gd name="connsiteY12" fmla="*/ 406444 h 1724145"/>
                <a:gd name="connsiteX13" fmla="*/ 39867 w 1659116"/>
                <a:gd name="connsiteY13" fmla="*/ 266744 h 1724145"/>
                <a:gd name="connsiteX14" fmla="*/ 128767 w 1659116"/>
                <a:gd name="connsiteY14" fmla="*/ 254044 h 1724145"/>
                <a:gd name="connsiteX15" fmla="*/ 1767 w 1659116"/>
                <a:gd name="connsiteY15" fmla="*/ 152445 h 1724145"/>
                <a:gd name="connsiteX16" fmla="*/ 109716 w 1659116"/>
                <a:gd name="connsiteY16" fmla="*/ 139744 h 1724145"/>
                <a:gd name="connsiteX17" fmla="*/ 27166 w 1659116"/>
                <a:gd name="connsiteY17" fmla="*/ 44 h 1724145"/>
                <a:gd name="connsiteX18" fmla="*/ 141466 w 1659116"/>
                <a:gd name="connsiteY18" fmla="*/ 110392 h 1724145"/>
                <a:gd name="connsiteX0" fmla="*/ 141466 w 1659116"/>
                <a:gd name="connsiteY0" fmla="*/ 110392 h 1724145"/>
                <a:gd name="connsiteX1" fmla="*/ 1659116 w 1659116"/>
                <a:gd name="connsiteY1" fmla="*/ 878742 h 1724145"/>
                <a:gd name="connsiteX2" fmla="*/ 1367016 w 1659116"/>
                <a:gd name="connsiteY2" fmla="*/ 1162094 h 1724145"/>
                <a:gd name="connsiteX3" fmla="*/ 1373366 w 1659116"/>
                <a:gd name="connsiteY3" fmla="*/ 1713284 h 1724145"/>
                <a:gd name="connsiteX4" fmla="*/ 1125716 w 1659116"/>
                <a:gd name="connsiteY4" fmla="*/ 1117644 h 1724145"/>
                <a:gd name="connsiteX5" fmla="*/ 1100316 w 1659116"/>
                <a:gd name="connsiteY5" fmla="*/ 1358944 h 1724145"/>
                <a:gd name="connsiteX6" fmla="*/ 871716 w 1659116"/>
                <a:gd name="connsiteY6" fmla="*/ 889044 h 1724145"/>
                <a:gd name="connsiteX7" fmla="*/ 928866 w 1659116"/>
                <a:gd name="connsiteY7" fmla="*/ 1174794 h 1724145"/>
                <a:gd name="connsiteX8" fmla="*/ 630416 w 1659116"/>
                <a:gd name="connsiteY8" fmla="*/ 709984 h 1724145"/>
                <a:gd name="connsiteX9" fmla="*/ 706616 w 1659116"/>
                <a:gd name="connsiteY9" fmla="*/ 914444 h 1724145"/>
                <a:gd name="connsiteX10" fmla="*/ 90666 w 1659116"/>
                <a:gd name="connsiteY10" fmla="*/ 565194 h 1724145"/>
                <a:gd name="connsiteX11" fmla="*/ 255766 w 1659116"/>
                <a:gd name="connsiteY11" fmla="*/ 533444 h 1724145"/>
                <a:gd name="connsiteX12" fmla="*/ 97016 w 1659116"/>
                <a:gd name="connsiteY12" fmla="*/ 431844 h 1724145"/>
                <a:gd name="connsiteX13" fmla="*/ 198616 w 1659116"/>
                <a:gd name="connsiteY13" fmla="*/ 406444 h 1724145"/>
                <a:gd name="connsiteX14" fmla="*/ 39867 w 1659116"/>
                <a:gd name="connsiteY14" fmla="*/ 266744 h 1724145"/>
                <a:gd name="connsiteX15" fmla="*/ 128767 w 1659116"/>
                <a:gd name="connsiteY15" fmla="*/ 254044 h 1724145"/>
                <a:gd name="connsiteX16" fmla="*/ 1767 w 1659116"/>
                <a:gd name="connsiteY16" fmla="*/ 152445 h 1724145"/>
                <a:gd name="connsiteX17" fmla="*/ 109716 w 1659116"/>
                <a:gd name="connsiteY17" fmla="*/ 139744 h 1724145"/>
                <a:gd name="connsiteX18" fmla="*/ 27166 w 1659116"/>
                <a:gd name="connsiteY18" fmla="*/ 44 h 1724145"/>
                <a:gd name="connsiteX19" fmla="*/ 141466 w 1659116"/>
                <a:gd name="connsiteY19" fmla="*/ 110392 h 1724145"/>
                <a:gd name="connsiteX0" fmla="*/ 141466 w 1729951"/>
                <a:gd name="connsiteY0" fmla="*/ 110392 h 1724145"/>
                <a:gd name="connsiteX1" fmla="*/ 1659116 w 1729951"/>
                <a:gd name="connsiteY1" fmla="*/ 878742 h 1724145"/>
                <a:gd name="connsiteX2" fmla="*/ 1474966 w 1729951"/>
                <a:gd name="connsiteY2" fmla="*/ 1416094 h 1724145"/>
                <a:gd name="connsiteX3" fmla="*/ 1367016 w 1729951"/>
                <a:gd name="connsiteY3" fmla="*/ 1162094 h 1724145"/>
                <a:gd name="connsiteX4" fmla="*/ 1373366 w 1729951"/>
                <a:gd name="connsiteY4" fmla="*/ 1713284 h 1724145"/>
                <a:gd name="connsiteX5" fmla="*/ 1125716 w 1729951"/>
                <a:gd name="connsiteY5" fmla="*/ 1117644 h 1724145"/>
                <a:gd name="connsiteX6" fmla="*/ 1100316 w 1729951"/>
                <a:gd name="connsiteY6" fmla="*/ 1358944 h 1724145"/>
                <a:gd name="connsiteX7" fmla="*/ 871716 w 1729951"/>
                <a:gd name="connsiteY7" fmla="*/ 889044 h 1724145"/>
                <a:gd name="connsiteX8" fmla="*/ 928866 w 1729951"/>
                <a:gd name="connsiteY8" fmla="*/ 1174794 h 1724145"/>
                <a:gd name="connsiteX9" fmla="*/ 630416 w 1729951"/>
                <a:gd name="connsiteY9" fmla="*/ 709984 h 1724145"/>
                <a:gd name="connsiteX10" fmla="*/ 706616 w 1729951"/>
                <a:gd name="connsiteY10" fmla="*/ 914444 h 1724145"/>
                <a:gd name="connsiteX11" fmla="*/ 90666 w 1729951"/>
                <a:gd name="connsiteY11" fmla="*/ 565194 h 1724145"/>
                <a:gd name="connsiteX12" fmla="*/ 255766 w 1729951"/>
                <a:gd name="connsiteY12" fmla="*/ 533444 h 1724145"/>
                <a:gd name="connsiteX13" fmla="*/ 97016 w 1729951"/>
                <a:gd name="connsiteY13" fmla="*/ 431844 h 1724145"/>
                <a:gd name="connsiteX14" fmla="*/ 198616 w 1729951"/>
                <a:gd name="connsiteY14" fmla="*/ 406444 h 1724145"/>
                <a:gd name="connsiteX15" fmla="*/ 39867 w 1729951"/>
                <a:gd name="connsiteY15" fmla="*/ 266744 h 1724145"/>
                <a:gd name="connsiteX16" fmla="*/ 128767 w 1729951"/>
                <a:gd name="connsiteY16" fmla="*/ 254044 h 1724145"/>
                <a:gd name="connsiteX17" fmla="*/ 1767 w 1729951"/>
                <a:gd name="connsiteY17" fmla="*/ 152445 h 1724145"/>
                <a:gd name="connsiteX18" fmla="*/ 109716 w 1729951"/>
                <a:gd name="connsiteY18" fmla="*/ 139744 h 1724145"/>
                <a:gd name="connsiteX19" fmla="*/ 27166 w 1729951"/>
                <a:gd name="connsiteY19" fmla="*/ 44 h 1724145"/>
                <a:gd name="connsiteX20" fmla="*/ 141466 w 1729951"/>
                <a:gd name="connsiteY20" fmla="*/ 110392 h 1724145"/>
                <a:gd name="connsiteX0" fmla="*/ 141466 w 1732312"/>
                <a:gd name="connsiteY0" fmla="*/ 110392 h 1724145"/>
                <a:gd name="connsiteX1" fmla="*/ 1659116 w 1732312"/>
                <a:gd name="connsiteY1" fmla="*/ 878742 h 1724145"/>
                <a:gd name="connsiteX2" fmla="*/ 1443216 w 1732312"/>
                <a:gd name="connsiteY2" fmla="*/ 1066844 h 1724145"/>
                <a:gd name="connsiteX3" fmla="*/ 1474966 w 1732312"/>
                <a:gd name="connsiteY3" fmla="*/ 1416094 h 1724145"/>
                <a:gd name="connsiteX4" fmla="*/ 1367016 w 1732312"/>
                <a:gd name="connsiteY4" fmla="*/ 1162094 h 1724145"/>
                <a:gd name="connsiteX5" fmla="*/ 1373366 w 1732312"/>
                <a:gd name="connsiteY5" fmla="*/ 1713284 h 1724145"/>
                <a:gd name="connsiteX6" fmla="*/ 1125716 w 1732312"/>
                <a:gd name="connsiteY6" fmla="*/ 1117644 h 1724145"/>
                <a:gd name="connsiteX7" fmla="*/ 1100316 w 1732312"/>
                <a:gd name="connsiteY7" fmla="*/ 1358944 h 1724145"/>
                <a:gd name="connsiteX8" fmla="*/ 871716 w 1732312"/>
                <a:gd name="connsiteY8" fmla="*/ 889044 h 1724145"/>
                <a:gd name="connsiteX9" fmla="*/ 928866 w 1732312"/>
                <a:gd name="connsiteY9" fmla="*/ 1174794 h 1724145"/>
                <a:gd name="connsiteX10" fmla="*/ 630416 w 1732312"/>
                <a:gd name="connsiteY10" fmla="*/ 709984 h 1724145"/>
                <a:gd name="connsiteX11" fmla="*/ 706616 w 1732312"/>
                <a:gd name="connsiteY11" fmla="*/ 914444 h 1724145"/>
                <a:gd name="connsiteX12" fmla="*/ 90666 w 1732312"/>
                <a:gd name="connsiteY12" fmla="*/ 565194 h 1724145"/>
                <a:gd name="connsiteX13" fmla="*/ 255766 w 1732312"/>
                <a:gd name="connsiteY13" fmla="*/ 533444 h 1724145"/>
                <a:gd name="connsiteX14" fmla="*/ 97016 w 1732312"/>
                <a:gd name="connsiteY14" fmla="*/ 431844 h 1724145"/>
                <a:gd name="connsiteX15" fmla="*/ 198616 w 1732312"/>
                <a:gd name="connsiteY15" fmla="*/ 406444 h 1724145"/>
                <a:gd name="connsiteX16" fmla="*/ 39867 w 1732312"/>
                <a:gd name="connsiteY16" fmla="*/ 266744 h 1724145"/>
                <a:gd name="connsiteX17" fmla="*/ 128767 w 1732312"/>
                <a:gd name="connsiteY17" fmla="*/ 254044 h 1724145"/>
                <a:gd name="connsiteX18" fmla="*/ 1767 w 1732312"/>
                <a:gd name="connsiteY18" fmla="*/ 152445 h 1724145"/>
                <a:gd name="connsiteX19" fmla="*/ 109716 w 1732312"/>
                <a:gd name="connsiteY19" fmla="*/ 139744 h 1724145"/>
                <a:gd name="connsiteX20" fmla="*/ 27166 w 1732312"/>
                <a:gd name="connsiteY20" fmla="*/ 44 h 1724145"/>
                <a:gd name="connsiteX21" fmla="*/ 141466 w 1732312"/>
                <a:gd name="connsiteY21" fmla="*/ 110392 h 1724145"/>
                <a:gd name="connsiteX0" fmla="*/ 141466 w 1763139"/>
                <a:gd name="connsiteY0" fmla="*/ 110392 h 1724145"/>
                <a:gd name="connsiteX1" fmla="*/ 1659116 w 1763139"/>
                <a:gd name="connsiteY1" fmla="*/ 878742 h 1724145"/>
                <a:gd name="connsiteX2" fmla="*/ 1621015 w 1763139"/>
                <a:gd name="connsiteY2" fmla="*/ 1333544 h 1724145"/>
                <a:gd name="connsiteX3" fmla="*/ 1443216 w 1763139"/>
                <a:gd name="connsiteY3" fmla="*/ 1066844 h 1724145"/>
                <a:gd name="connsiteX4" fmla="*/ 1474966 w 1763139"/>
                <a:gd name="connsiteY4" fmla="*/ 1416094 h 1724145"/>
                <a:gd name="connsiteX5" fmla="*/ 1367016 w 1763139"/>
                <a:gd name="connsiteY5" fmla="*/ 1162094 h 1724145"/>
                <a:gd name="connsiteX6" fmla="*/ 1373366 w 1763139"/>
                <a:gd name="connsiteY6" fmla="*/ 1713284 h 1724145"/>
                <a:gd name="connsiteX7" fmla="*/ 1125716 w 1763139"/>
                <a:gd name="connsiteY7" fmla="*/ 1117644 h 1724145"/>
                <a:gd name="connsiteX8" fmla="*/ 1100316 w 1763139"/>
                <a:gd name="connsiteY8" fmla="*/ 1358944 h 1724145"/>
                <a:gd name="connsiteX9" fmla="*/ 871716 w 1763139"/>
                <a:gd name="connsiteY9" fmla="*/ 889044 h 1724145"/>
                <a:gd name="connsiteX10" fmla="*/ 928866 w 1763139"/>
                <a:gd name="connsiteY10" fmla="*/ 1174794 h 1724145"/>
                <a:gd name="connsiteX11" fmla="*/ 630416 w 1763139"/>
                <a:gd name="connsiteY11" fmla="*/ 709984 h 1724145"/>
                <a:gd name="connsiteX12" fmla="*/ 706616 w 1763139"/>
                <a:gd name="connsiteY12" fmla="*/ 914444 h 1724145"/>
                <a:gd name="connsiteX13" fmla="*/ 90666 w 1763139"/>
                <a:gd name="connsiteY13" fmla="*/ 565194 h 1724145"/>
                <a:gd name="connsiteX14" fmla="*/ 255766 w 1763139"/>
                <a:gd name="connsiteY14" fmla="*/ 533444 h 1724145"/>
                <a:gd name="connsiteX15" fmla="*/ 97016 w 1763139"/>
                <a:gd name="connsiteY15" fmla="*/ 431844 h 1724145"/>
                <a:gd name="connsiteX16" fmla="*/ 198616 w 1763139"/>
                <a:gd name="connsiteY16" fmla="*/ 406444 h 1724145"/>
                <a:gd name="connsiteX17" fmla="*/ 39867 w 1763139"/>
                <a:gd name="connsiteY17" fmla="*/ 266744 h 1724145"/>
                <a:gd name="connsiteX18" fmla="*/ 128767 w 1763139"/>
                <a:gd name="connsiteY18" fmla="*/ 254044 h 1724145"/>
                <a:gd name="connsiteX19" fmla="*/ 1767 w 1763139"/>
                <a:gd name="connsiteY19" fmla="*/ 152445 h 1724145"/>
                <a:gd name="connsiteX20" fmla="*/ 109716 w 1763139"/>
                <a:gd name="connsiteY20" fmla="*/ 139744 h 1724145"/>
                <a:gd name="connsiteX21" fmla="*/ 27166 w 1763139"/>
                <a:gd name="connsiteY21" fmla="*/ 44 h 1724145"/>
                <a:gd name="connsiteX22" fmla="*/ 141466 w 1763139"/>
                <a:gd name="connsiteY22" fmla="*/ 110392 h 1724145"/>
                <a:gd name="connsiteX0" fmla="*/ 141466 w 1751053"/>
                <a:gd name="connsiteY0" fmla="*/ 110392 h 1724145"/>
                <a:gd name="connsiteX1" fmla="*/ 1659116 w 1751053"/>
                <a:gd name="connsiteY1" fmla="*/ 878742 h 1724145"/>
                <a:gd name="connsiteX2" fmla="*/ 1538465 w 1751053"/>
                <a:gd name="connsiteY2" fmla="*/ 977944 h 1724145"/>
                <a:gd name="connsiteX3" fmla="*/ 1621015 w 1751053"/>
                <a:gd name="connsiteY3" fmla="*/ 1333544 h 1724145"/>
                <a:gd name="connsiteX4" fmla="*/ 1443216 w 1751053"/>
                <a:gd name="connsiteY4" fmla="*/ 1066844 h 1724145"/>
                <a:gd name="connsiteX5" fmla="*/ 1474966 w 1751053"/>
                <a:gd name="connsiteY5" fmla="*/ 1416094 h 1724145"/>
                <a:gd name="connsiteX6" fmla="*/ 1367016 w 1751053"/>
                <a:gd name="connsiteY6" fmla="*/ 1162094 h 1724145"/>
                <a:gd name="connsiteX7" fmla="*/ 1373366 w 1751053"/>
                <a:gd name="connsiteY7" fmla="*/ 1713284 h 1724145"/>
                <a:gd name="connsiteX8" fmla="*/ 1125716 w 1751053"/>
                <a:gd name="connsiteY8" fmla="*/ 1117644 h 1724145"/>
                <a:gd name="connsiteX9" fmla="*/ 1100316 w 1751053"/>
                <a:gd name="connsiteY9" fmla="*/ 1358944 h 1724145"/>
                <a:gd name="connsiteX10" fmla="*/ 871716 w 1751053"/>
                <a:gd name="connsiteY10" fmla="*/ 889044 h 1724145"/>
                <a:gd name="connsiteX11" fmla="*/ 928866 w 1751053"/>
                <a:gd name="connsiteY11" fmla="*/ 1174794 h 1724145"/>
                <a:gd name="connsiteX12" fmla="*/ 630416 w 1751053"/>
                <a:gd name="connsiteY12" fmla="*/ 709984 h 1724145"/>
                <a:gd name="connsiteX13" fmla="*/ 706616 w 1751053"/>
                <a:gd name="connsiteY13" fmla="*/ 914444 h 1724145"/>
                <a:gd name="connsiteX14" fmla="*/ 90666 w 1751053"/>
                <a:gd name="connsiteY14" fmla="*/ 565194 h 1724145"/>
                <a:gd name="connsiteX15" fmla="*/ 255766 w 1751053"/>
                <a:gd name="connsiteY15" fmla="*/ 533444 h 1724145"/>
                <a:gd name="connsiteX16" fmla="*/ 97016 w 1751053"/>
                <a:gd name="connsiteY16" fmla="*/ 431844 h 1724145"/>
                <a:gd name="connsiteX17" fmla="*/ 198616 w 1751053"/>
                <a:gd name="connsiteY17" fmla="*/ 406444 h 1724145"/>
                <a:gd name="connsiteX18" fmla="*/ 39867 w 1751053"/>
                <a:gd name="connsiteY18" fmla="*/ 266744 h 1724145"/>
                <a:gd name="connsiteX19" fmla="*/ 128767 w 1751053"/>
                <a:gd name="connsiteY19" fmla="*/ 254044 h 1724145"/>
                <a:gd name="connsiteX20" fmla="*/ 1767 w 1751053"/>
                <a:gd name="connsiteY20" fmla="*/ 152445 h 1724145"/>
                <a:gd name="connsiteX21" fmla="*/ 109716 w 1751053"/>
                <a:gd name="connsiteY21" fmla="*/ 139744 h 1724145"/>
                <a:gd name="connsiteX22" fmla="*/ 27166 w 1751053"/>
                <a:gd name="connsiteY22" fmla="*/ 44 h 1724145"/>
                <a:gd name="connsiteX23" fmla="*/ 141466 w 1751053"/>
                <a:gd name="connsiteY23" fmla="*/ 110392 h 1724145"/>
                <a:gd name="connsiteX0" fmla="*/ 141466 w 1785479"/>
                <a:gd name="connsiteY0" fmla="*/ 110392 h 1724145"/>
                <a:gd name="connsiteX1" fmla="*/ 1659116 w 1785479"/>
                <a:gd name="connsiteY1" fmla="*/ 878742 h 1724145"/>
                <a:gd name="connsiteX2" fmla="*/ 1684515 w 1785479"/>
                <a:gd name="connsiteY2" fmla="*/ 1155744 h 1724145"/>
                <a:gd name="connsiteX3" fmla="*/ 1538465 w 1785479"/>
                <a:gd name="connsiteY3" fmla="*/ 977944 h 1724145"/>
                <a:gd name="connsiteX4" fmla="*/ 1621015 w 1785479"/>
                <a:gd name="connsiteY4" fmla="*/ 1333544 h 1724145"/>
                <a:gd name="connsiteX5" fmla="*/ 1443216 w 1785479"/>
                <a:gd name="connsiteY5" fmla="*/ 1066844 h 1724145"/>
                <a:gd name="connsiteX6" fmla="*/ 1474966 w 1785479"/>
                <a:gd name="connsiteY6" fmla="*/ 1416094 h 1724145"/>
                <a:gd name="connsiteX7" fmla="*/ 1367016 w 1785479"/>
                <a:gd name="connsiteY7" fmla="*/ 1162094 h 1724145"/>
                <a:gd name="connsiteX8" fmla="*/ 1373366 w 1785479"/>
                <a:gd name="connsiteY8" fmla="*/ 1713284 h 1724145"/>
                <a:gd name="connsiteX9" fmla="*/ 1125716 w 1785479"/>
                <a:gd name="connsiteY9" fmla="*/ 1117644 h 1724145"/>
                <a:gd name="connsiteX10" fmla="*/ 1100316 w 1785479"/>
                <a:gd name="connsiteY10" fmla="*/ 1358944 h 1724145"/>
                <a:gd name="connsiteX11" fmla="*/ 871716 w 1785479"/>
                <a:gd name="connsiteY11" fmla="*/ 889044 h 1724145"/>
                <a:gd name="connsiteX12" fmla="*/ 928866 w 1785479"/>
                <a:gd name="connsiteY12" fmla="*/ 1174794 h 1724145"/>
                <a:gd name="connsiteX13" fmla="*/ 630416 w 1785479"/>
                <a:gd name="connsiteY13" fmla="*/ 709984 h 1724145"/>
                <a:gd name="connsiteX14" fmla="*/ 706616 w 1785479"/>
                <a:gd name="connsiteY14" fmla="*/ 914444 h 1724145"/>
                <a:gd name="connsiteX15" fmla="*/ 90666 w 1785479"/>
                <a:gd name="connsiteY15" fmla="*/ 565194 h 1724145"/>
                <a:gd name="connsiteX16" fmla="*/ 255766 w 1785479"/>
                <a:gd name="connsiteY16" fmla="*/ 533444 h 1724145"/>
                <a:gd name="connsiteX17" fmla="*/ 97016 w 1785479"/>
                <a:gd name="connsiteY17" fmla="*/ 431844 h 1724145"/>
                <a:gd name="connsiteX18" fmla="*/ 198616 w 1785479"/>
                <a:gd name="connsiteY18" fmla="*/ 406444 h 1724145"/>
                <a:gd name="connsiteX19" fmla="*/ 39867 w 1785479"/>
                <a:gd name="connsiteY19" fmla="*/ 266744 h 1724145"/>
                <a:gd name="connsiteX20" fmla="*/ 128767 w 1785479"/>
                <a:gd name="connsiteY20" fmla="*/ 254044 h 1724145"/>
                <a:gd name="connsiteX21" fmla="*/ 1767 w 1785479"/>
                <a:gd name="connsiteY21" fmla="*/ 152445 h 1724145"/>
                <a:gd name="connsiteX22" fmla="*/ 109716 w 1785479"/>
                <a:gd name="connsiteY22" fmla="*/ 139744 h 1724145"/>
                <a:gd name="connsiteX23" fmla="*/ 27166 w 1785479"/>
                <a:gd name="connsiteY23" fmla="*/ 44 h 1724145"/>
                <a:gd name="connsiteX24" fmla="*/ 141466 w 1785479"/>
                <a:gd name="connsiteY24" fmla="*/ 110392 h 1724145"/>
                <a:gd name="connsiteX0" fmla="*/ 141466 w 1688295"/>
                <a:gd name="connsiteY0" fmla="*/ 110392 h 1724145"/>
                <a:gd name="connsiteX1" fmla="*/ 1659116 w 1688295"/>
                <a:gd name="connsiteY1" fmla="*/ 878742 h 1724145"/>
                <a:gd name="connsiteX2" fmla="*/ 1684515 w 1688295"/>
                <a:gd name="connsiteY2" fmla="*/ 1155744 h 1724145"/>
                <a:gd name="connsiteX3" fmla="*/ 1538465 w 1688295"/>
                <a:gd name="connsiteY3" fmla="*/ 977944 h 1724145"/>
                <a:gd name="connsiteX4" fmla="*/ 1621015 w 1688295"/>
                <a:gd name="connsiteY4" fmla="*/ 1333544 h 1724145"/>
                <a:gd name="connsiteX5" fmla="*/ 1443216 w 1688295"/>
                <a:gd name="connsiteY5" fmla="*/ 1066844 h 1724145"/>
                <a:gd name="connsiteX6" fmla="*/ 1474966 w 1688295"/>
                <a:gd name="connsiteY6" fmla="*/ 1416094 h 1724145"/>
                <a:gd name="connsiteX7" fmla="*/ 1367016 w 1688295"/>
                <a:gd name="connsiteY7" fmla="*/ 1162094 h 1724145"/>
                <a:gd name="connsiteX8" fmla="*/ 1373366 w 1688295"/>
                <a:gd name="connsiteY8" fmla="*/ 1713284 h 1724145"/>
                <a:gd name="connsiteX9" fmla="*/ 1125716 w 1688295"/>
                <a:gd name="connsiteY9" fmla="*/ 1117644 h 1724145"/>
                <a:gd name="connsiteX10" fmla="*/ 1100316 w 1688295"/>
                <a:gd name="connsiteY10" fmla="*/ 1358944 h 1724145"/>
                <a:gd name="connsiteX11" fmla="*/ 871716 w 1688295"/>
                <a:gd name="connsiteY11" fmla="*/ 889044 h 1724145"/>
                <a:gd name="connsiteX12" fmla="*/ 928866 w 1688295"/>
                <a:gd name="connsiteY12" fmla="*/ 1174794 h 1724145"/>
                <a:gd name="connsiteX13" fmla="*/ 630416 w 1688295"/>
                <a:gd name="connsiteY13" fmla="*/ 709984 h 1724145"/>
                <a:gd name="connsiteX14" fmla="*/ 706616 w 1688295"/>
                <a:gd name="connsiteY14" fmla="*/ 914444 h 1724145"/>
                <a:gd name="connsiteX15" fmla="*/ 90666 w 1688295"/>
                <a:gd name="connsiteY15" fmla="*/ 565194 h 1724145"/>
                <a:gd name="connsiteX16" fmla="*/ 255766 w 1688295"/>
                <a:gd name="connsiteY16" fmla="*/ 533444 h 1724145"/>
                <a:gd name="connsiteX17" fmla="*/ 97016 w 1688295"/>
                <a:gd name="connsiteY17" fmla="*/ 431844 h 1724145"/>
                <a:gd name="connsiteX18" fmla="*/ 198616 w 1688295"/>
                <a:gd name="connsiteY18" fmla="*/ 406444 h 1724145"/>
                <a:gd name="connsiteX19" fmla="*/ 39867 w 1688295"/>
                <a:gd name="connsiteY19" fmla="*/ 266744 h 1724145"/>
                <a:gd name="connsiteX20" fmla="*/ 128767 w 1688295"/>
                <a:gd name="connsiteY20" fmla="*/ 254044 h 1724145"/>
                <a:gd name="connsiteX21" fmla="*/ 1767 w 1688295"/>
                <a:gd name="connsiteY21" fmla="*/ 152445 h 1724145"/>
                <a:gd name="connsiteX22" fmla="*/ 109716 w 1688295"/>
                <a:gd name="connsiteY22" fmla="*/ 139744 h 1724145"/>
                <a:gd name="connsiteX23" fmla="*/ 27166 w 1688295"/>
                <a:gd name="connsiteY23" fmla="*/ 44 h 1724145"/>
                <a:gd name="connsiteX24" fmla="*/ 141466 w 1688295"/>
                <a:gd name="connsiteY24" fmla="*/ 110392 h 1724145"/>
                <a:gd name="connsiteX0" fmla="*/ 141466 w 1686880"/>
                <a:gd name="connsiteY0" fmla="*/ 110392 h 1724145"/>
                <a:gd name="connsiteX1" fmla="*/ 1611491 w 1686880"/>
                <a:gd name="connsiteY1" fmla="*/ 702529 h 1724145"/>
                <a:gd name="connsiteX2" fmla="*/ 1684515 w 1686880"/>
                <a:gd name="connsiteY2" fmla="*/ 1155744 h 1724145"/>
                <a:gd name="connsiteX3" fmla="*/ 1538465 w 1686880"/>
                <a:gd name="connsiteY3" fmla="*/ 977944 h 1724145"/>
                <a:gd name="connsiteX4" fmla="*/ 1621015 w 1686880"/>
                <a:gd name="connsiteY4" fmla="*/ 1333544 h 1724145"/>
                <a:gd name="connsiteX5" fmla="*/ 1443216 w 1686880"/>
                <a:gd name="connsiteY5" fmla="*/ 1066844 h 1724145"/>
                <a:gd name="connsiteX6" fmla="*/ 1474966 w 1686880"/>
                <a:gd name="connsiteY6" fmla="*/ 1416094 h 1724145"/>
                <a:gd name="connsiteX7" fmla="*/ 1367016 w 1686880"/>
                <a:gd name="connsiteY7" fmla="*/ 1162094 h 1724145"/>
                <a:gd name="connsiteX8" fmla="*/ 1373366 w 1686880"/>
                <a:gd name="connsiteY8" fmla="*/ 1713284 h 1724145"/>
                <a:gd name="connsiteX9" fmla="*/ 1125716 w 1686880"/>
                <a:gd name="connsiteY9" fmla="*/ 1117644 h 1724145"/>
                <a:gd name="connsiteX10" fmla="*/ 1100316 w 1686880"/>
                <a:gd name="connsiteY10" fmla="*/ 1358944 h 1724145"/>
                <a:gd name="connsiteX11" fmla="*/ 871716 w 1686880"/>
                <a:gd name="connsiteY11" fmla="*/ 889044 h 1724145"/>
                <a:gd name="connsiteX12" fmla="*/ 928866 w 1686880"/>
                <a:gd name="connsiteY12" fmla="*/ 1174794 h 1724145"/>
                <a:gd name="connsiteX13" fmla="*/ 630416 w 1686880"/>
                <a:gd name="connsiteY13" fmla="*/ 709984 h 1724145"/>
                <a:gd name="connsiteX14" fmla="*/ 706616 w 1686880"/>
                <a:gd name="connsiteY14" fmla="*/ 914444 h 1724145"/>
                <a:gd name="connsiteX15" fmla="*/ 90666 w 1686880"/>
                <a:gd name="connsiteY15" fmla="*/ 565194 h 1724145"/>
                <a:gd name="connsiteX16" fmla="*/ 255766 w 1686880"/>
                <a:gd name="connsiteY16" fmla="*/ 533444 h 1724145"/>
                <a:gd name="connsiteX17" fmla="*/ 97016 w 1686880"/>
                <a:gd name="connsiteY17" fmla="*/ 431844 h 1724145"/>
                <a:gd name="connsiteX18" fmla="*/ 198616 w 1686880"/>
                <a:gd name="connsiteY18" fmla="*/ 406444 h 1724145"/>
                <a:gd name="connsiteX19" fmla="*/ 39867 w 1686880"/>
                <a:gd name="connsiteY19" fmla="*/ 266744 h 1724145"/>
                <a:gd name="connsiteX20" fmla="*/ 128767 w 1686880"/>
                <a:gd name="connsiteY20" fmla="*/ 254044 h 1724145"/>
                <a:gd name="connsiteX21" fmla="*/ 1767 w 1686880"/>
                <a:gd name="connsiteY21" fmla="*/ 152445 h 1724145"/>
                <a:gd name="connsiteX22" fmla="*/ 109716 w 1686880"/>
                <a:gd name="connsiteY22" fmla="*/ 139744 h 1724145"/>
                <a:gd name="connsiteX23" fmla="*/ 27166 w 1686880"/>
                <a:gd name="connsiteY23" fmla="*/ 44 h 1724145"/>
                <a:gd name="connsiteX24" fmla="*/ 141466 w 1686880"/>
                <a:gd name="connsiteY24" fmla="*/ 110392 h 1724145"/>
                <a:gd name="connsiteX0" fmla="*/ 141466 w 1686880"/>
                <a:gd name="connsiteY0" fmla="*/ 110392 h 1724145"/>
                <a:gd name="connsiteX1" fmla="*/ 1611491 w 1686880"/>
                <a:gd name="connsiteY1" fmla="*/ 702529 h 1724145"/>
                <a:gd name="connsiteX2" fmla="*/ 1684515 w 1686880"/>
                <a:gd name="connsiteY2" fmla="*/ 1155744 h 1724145"/>
                <a:gd name="connsiteX3" fmla="*/ 1538465 w 1686880"/>
                <a:gd name="connsiteY3" fmla="*/ 977944 h 1724145"/>
                <a:gd name="connsiteX4" fmla="*/ 1621015 w 1686880"/>
                <a:gd name="connsiteY4" fmla="*/ 1333544 h 1724145"/>
                <a:gd name="connsiteX5" fmla="*/ 1443216 w 1686880"/>
                <a:gd name="connsiteY5" fmla="*/ 1066844 h 1724145"/>
                <a:gd name="connsiteX6" fmla="*/ 1474966 w 1686880"/>
                <a:gd name="connsiteY6" fmla="*/ 1416094 h 1724145"/>
                <a:gd name="connsiteX7" fmla="*/ 1367016 w 1686880"/>
                <a:gd name="connsiteY7" fmla="*/ 1162094 h 1724145"/>
                <a:gd name="connsiteX8" fmla="*/ 1373366 w 1686880"/>
                <a:gd name="connsiteY8" fmla="*/ 1713284 h 1724145"/>
                <a:gd name="connsiteX9" fmla="*/ 1125716 w 1686880"/>
                <a:gd name="connsiteY9" fmla="*/ 1117644 h 1724145"/>
                <a:gd name="connsiteX10" fmla="*/ 1100316 w 1686880"/>
                <a:gd name="connsiteY10" fmla="*/ 1358944 h 1724145"/>
                <a:gd name="connsiteX11" fmla="*/ 871716 w 1686880"/>
                <a:gd name="connsiteY11" fmla="*/ 889044 h 1724145"/>
                <a:gd name="connsiteX12" fmla="*/ 928866 w 1686880"/>
                <a:gd name="connsiteY12" fmla="*/ 1174794 h 1724145"/>
                <a:gd name="connsiteX13" fmla="*/ 630416 w 1686880"/>
                <a:gd name="connsiteY13" fmla="*/ 709984 h 1724145"/>
                <a:gd name="connsiteX14" fmla="*/ 706616 w 1686880"/>
                <a:gd name="connsiteY14" fmla="*/ 914444 h 1724145"/>
                <a:gd name="connsiteX15" fmla="*/ 90666 w 1686880"/>
                <a:gd name="connsiteY15" fmla="*/ 565194 h 1724145"/>
                <a:gd name="connsiteX16" fmla="*/ 255766 w 1686880"/>
                <a:gd name="connsiteY16" fmla="*/ 533444 h 1724145"/>
                <a:gd name="connsiteX17" fmla="*/ 97016 w 1686880"/>
                <a:gd name="connsiteY17" fmla="*/ 431844 h 1724145"/>
                <a:gd name="connsiteX18" fmla="*/ 198616 w 1686880"/>
                <a:gd name="connsiteY18" fmla="*/ 406444 h 1724145"/>
                <a:gd name="connsiteX19" fmla="*/ 39867 w 1686880"/>
                <a:gd name="connsiteY19" fmla="*/ 266744 h 1724145"/>
                <a:gd name="connsiteX20" fmla="*/ 128767 w 1686880"/>
                <a:gd name="connsiteY20" fmla="*/ 254044 h 1724145"/>
                <a:gd name="connsiteX21" fmla="*/ 1767 w 1686880"/>
                <a:gd name="connsiteY21" fmla="*/ 152445 h 1724145"/>
                <a:gd name="connsiteX22" fmla="*/ 109716 w 1686880"/>
                <a:gd name="connsiteY22" fmla="*/ 139744 h 1724145"/>
                <a:gd name="connsiteX23" fmla="*/ 27166 w 1686880"/>
                <a:gd name="connsiteY23" fmla="*/ 44 h 1724145"/>
                <a:gd name="connsiteX24" fmla="*/ 141466 w 1686880"/>
                <a:gd name="connsiteY24" fmla="*/ 110392 h 1724145"/>
                <a:gd name="connsiteX0" fmla="*/ 141466 w 1686880"/>
                <a:gd name="connsiteY0" fmla="*/ 110392 h 1724145"/>
                <a:gd name="connsiteX1" fmla="*/ 1611491 w 1686880"/>
                <a:gd name="connsiteY1" fmla="*/ 702529 h 1724145"/>
                <a:gd name="connsiteX2" fmla="*/ 1684515 w 1686880"/>
                <a:gd name="connsiteY2" fmla="*/ 1155744 h 1724145"/>
                <a:gd name="connsiteX3" fmla="*/ 1538465 w 1686880"/>
                <a:gd name="connsiteY3" fmla="*/ 977944 h 1724145"/>
                <a:gd name="connsiteX4" fmla="*/ 1621015 w 1686880"/>
                <a:gd name="connsiteY4" fmla="*/ 1333544 h 1724145"/>
                <a:gd name="connsiteX5" fmla="*/ 1443216 w 1686880"/>
                <a:gd name="connsiteY5" fmla="*/ 1066844 h 1724145"/>
                <a:gd name="connsiteX6" fmla="*/ 1474966 w 1686880"/>
                <a:gd name="connsiteY6" fmla="*/ 1416094 h 1724145"/>
                <a:gd name="connsiteX7" fmla="*/ 1367016 w 1686880"/>
                <a:gd name="connsiteY7" fmla="*/ 1162094 h 1724145"/>
                <a:gd name="connsiteX8" fmla="*/ 1373366 w 1686880"/>
                <a:gd name="connsiteY8" fmla="*/ 1713284 h 1724145"/>
                <a:gd name="connsiteX9" fmla="*/ 1125716 w 1686880"/>
                <a:gd name="connsiteY9" fmla="*/ 1117644 h 1724145"/>
                <a:gd name="connsiteX10" fmla="*/ 1100316 w 1686880"/>
                <a:gd name="connsiteY10" fmla="*/ 1358944 h 1724145"/>
                <a:gd name="connsiteX11" fmla="*/ 871716 w 1686880"/>
                <a:gd name="connsiteY11" fmla="*/ 889044 h 1724145"/>
                <a:gd name="connsiteX12" fmla="*/ 928866 w 1686880"/>
                <a:gd name="connsiteY12" fmla="*/ 1174794 h 1724145"/>
                <a:gd name="connsiteX13" fmla="*/ 630416 w 1686880"/>
                <a:gd name="connsiteY13" fmla="*/ 709984 h 1724145"/>
                <a:gd name="connsiteX14" fmla="*/ 706616 w 1686880"/>
                <a:gd name="connsiteY14" fmla="*/ 914444 h 1724145"/>
                <a:gd name="connsiteX15" fmla="*/ 90666 w 1686880"/>
                <a:gd name="connsiteY15" fmla="*/ 565194 h 1724145"/>
                <a:gd name="connsiteX16" fmla="*/ 255766 w 1686880"/>
                <a:gd name="connsiteY16" fmla="*/ 533444 h 1724145"/>
                <a:gd name="connsiteX17" fmla="*/ 97016 w 1686880"/>
                <a:gd name="connsiteY17" fmla="*/ 431844 h 1724145"/>
                <a:gd name="connsiteX18" fmla="*/ 198616 w 1686880"/>
                <a:gd name="connsiteY18" fmla="*/ 406444 h 1724145"/>
                <a:gd name="connsiteX19" fmla="*/ 39867 w 1686880"/>
                <a:gd name="connsiteY19" fmla="*/ 266744 h 1724145"/>
                <a:gd name="connsiteX20" fmla="*/ 128767 w 1686880"/>
                <a:gd name="connsiteY20" fmla="*/ 254044 h 1724145"/>
                <a:gd name="connsiteX21" fmla="*/ 1767 w 1686880"/>
                <a:gd name="connsiteY21" fmla="*/ 152445 h 1724145"/>
                <a:gd name="connsiteX22" fmla="*/ 109716 w 1686880"/>
                <a:gd name="connsiteY22" fmla="*/ 139744 h 1724145"/>
                <a:gd name="connsiteX23" fmla="*/ 27166 w 1686880"/>
                <a:gd name="connsiteY23" fmla="*/ 44 h 1724145"/>
                <a:gd name="connsiteX24" fmla="*/ 141466 w 1686880"/>
                <a:gd name="connsiteY24" fmla="*/ 110392 h 1724145"/>
                <a:gd name="connsiteX0" fmla="*/ 141466 w 1688893"/>
                <a:gd name="connsiteY0" fmla="*/ 110392 h 1724145"/>
                <a:gd name="connsiteX1" fmla="*/ 1611491 w 1688893"/>
                <a:gd name="connsiteY1" fmla="*/ 702529 h 1724145"/>
                <a:gd name="connsiteX2" fmla="*/ 1684515 w 1688893"/>
                <a:gd name="connsiteY2" fmla="*/ 1155744 h 1724145"/>
                <a:gd name="connsiteX3" fmla="*/ 1538465 w 1688893"/>
                <a:gd name="connsiteY3" fmla="*/ 977944 h 1724145"/>
                <a:gd name="connsiteX4" fmla="*/ 1621015 w 1688893"/>
                <a:gd name="connsiteY4" fmla="*/ 1333544 h 1724145"/>
                <a:gd name="connsiteX5" fmla="*/ 1443216 w 1688893"/>
                <a:gd name="connsiteY5" fmla="*/ 1066844 h 1724145"/>
                <a:gd name="connsiteX6" fmla="*/ 1474966 w 1688893"/>
                <a:gd name="connsiteY6" fmla="*/ 1416094 h 1724145"/>
                <a:gd name="connsiteX7" fmla="*/ 1367016 w 1688893"/>
                <a:gd name="connsiteY7" fmla="*/ 1162094 h 1724145"/>
                <a:gd name="connsiteX8" fmla="*/ 1373366 w 1688893"/>
                <a:gd name="connsiteY8" fmla="*/ 1713284 h 1724145"/>
                <a:gd name="connsiteX9" fmla="*/ 1125716 w 1688893"/>
                <a:gd name="connsiteY9" fmla="*/ 1117644 h 1724145"/>
                <a:gd name="connsiteX10" fmla="*/ 1100316 w 1688893"/>
                <a:gd name="connsiteY10" fmla="*/ 1358944 h 1724145"/>
                <a:gd name="connsiteX11" fmla="*/ 871716 w 1688893"/>
                <a:gd name="connsiteY11" fmla="*/ 889044 h 1724145"/>
                <a:gd name="connsiteX12" fmla="*/ 928866 w 1688893"/>
                <a:gd name="connsiteY12" fmla="*/ 1174794 h 1724145"/>
                <a:gd name="connsiteX13" fmla="*/ 630416 w 1688893"/>
                <a:gd name="connsiteY13" fmla="*/ 709984 h 1724145"/>
                <a:gd name="connsiteX14" fmla="*/ 706616 w 1688893"/>
                <a:gd name="connsiteY14" fmla="*/ 914444 h 1724145"/>
                <a:gd name="connsiteX15" fmla="*/ 90666 w 1688893"/>
                <a:gd name="connsiteY15" fmla="*/ 565194 h 1724145"/>
                <a:gd name="connsiteX16" fmla="*/ 255766 w 1688893"/>
                <a:gd name="connsiteY16" fmla="*/ 533444 h 1724145"/>
                <a:gd name="connsiteX17" fmla="*/ 97016 w 1688893"/>
                <a:gd name="connsiteY17" fmla="*/ 431844 h 1724145"/>
                <a:gd name="connsiteX18" fmla="*/ 198616 w 1688893"/>
                <a:gd name="connsiteY18" fmla="*/ 406444 h 1724145"/>
                <a:gd name="connsiteX19" fmla="*/ 39867 w 1688893"/>
                <a:gd name="connsiteY19" fmla="*/ 266744 h 1724145"/>
                <a:gd name="connsiteX20" fmla="*/ 128767 w 1688893"/>
                <a:gd name="connsiteY20" fmla="*/ 254044 h 1724145"/>
                <a:gd name="connsiteX21" fmla="*/ 1767 w 1688893"/>
                <a:gd name="connsiteY21" fmla="*/ 152445 h 1724145"/>
                <a:gd name="connsiteX22" fmla="*/ 109716 w 1688893"/>
                <a:gd name="connsiteY22" fmla="*/ 139744 h 1724145"/>
                <a:gd name="connsiteX23" fmla="*/ 27166 w 1688893"/>
                <a:gd name="connsiteY23" fmla="*/ 44 h 1724145"/>
                <a:gd name="connsiteX24" fmla="*/ 141466 w 1688893"/>
                <a:gd name="connsiteY24" fmla="*/ 110392 h 1724145"/>
                <a:gd name="connsiteX0" fmla="*/ 141466 w 1688893"/>
                <a:gd name="connsiteY0" fmla="*/ 110392 h 1724145"/>
                <a:gd name="connsiteX1" fmla="*/ 1611491 w 1688893"/>
                <a:gd name="connsiteY1" fmla="*/ 702529 h 1724145"/>
                <a:gd name="connsiteX2" fmla="*/ 1684515 w 1688893"/>
                <a:gd name="connsiteY2" fmla="*/ 1155744 h 1724145"/>
                <a:gd name="connsiteX3" fmla="*/ 1538465 w 1688893"/>
                <a:gd name="connsiteY3" fmla="*/ 977944 h 1724145"/>
                <a:gd name="connsiteX4" fmla="*/ 1621015 w 1688893"/>
                <a:gd name="connsiteY4" fmla="*/ 1333544 h 1724145"/>
                <a:gd name="connsiteX5" fmla="*/ 1443216 w 1688893"/>
                <a:gd name="connsiteY5" fmla="*/ 1066844 h 1724145"/>
                <a:gd name="connsiteX6" fmla="*/ 1474966 w 1688893"/>
                <a:gd name="connsiteY6" fmla="*/ 1416094 h 1724145"/>
                <a:gd name="connsiteX7" fmla="*/ 1367016 w 1688893"/>
                <a:gd name="connsiteY7" fmla="*/ 1162094 h 1724145"/>
                <a:gd name="connsiteX8" fmla="*/ 1373366 w 1688893"/>
                <a:gd name="connsiteY8" fmla="*/ 1713284 h 1724145"/>
                <a:gd name="connsiteX9" fmla="*/ 1125716 w 1688893"/>
                <a:gd name="connsiteY9" fmla="*/ 1117644 h 1724145"/>
                <a:gd name="connsiteX10" fmla="*/ 1100316 w 1688893"/>
                <a:gd name="connsiteY10" fmla="*/ 1358944 h 1724145"/>
                <a:gd name="connsiteX11" fmla="*/ 871716 w 1688893"/>
                <a:gd name="connsiteY11" fmla="*/ 889044 h 1724145"/>
                <a:gd name="connsiteX12" fmla="*/ 928866 w 1688893"/>
                <a:gd name="connsiteY12" fmla="*/ 1174794 h 1724145"/>
                <a:gd name="connsiteX13" fmla="*/ 630416 w 1688893"/>
                <a:gd name="connsiteY13" fmla="*/ 709984 h 1724145"/>
                <a:gd name="connsiteX14" fmla="*/ 706616 w 1688893"/>
                <a:gd name="connsiteY14" fmla="*/ 914444 h 1724145"/>
                <a:gd name="connsiteX15" fmla="*/ 90666 w 1688893"/>
                <a:gd name="connsiteY15" fmla="*/ 565194 h 1724145"/>
                <a:gd name="connsiteX16" fmla="*/ 255766 w 1688893"/>
                <a:gd name="connsiteY16" fmla="*/ 533444 h 1724145"/>
                <a:gd name="connsiteX17" fmla="*/ 97016 w 1688893"/>
                <a:gd name="connsiteY17" fmla="*/ 431844 h 1724145"/>
                <a:gd name="connsiteX18" fmla="*/ 198616 w 1688893"/>
                <a:gd name="connsiteY18" fmla="*/ 406444 h 1724145"/>
                <a:gd name="connsiteX19" fmla="*/ 39867 w 1688893"/>
                <a:gd name="connsiteY19" fmla="*/ 266744 h 1724145"/>
                <a:gd name="connsiteX20" fmla="*/ 128767 w 1688893"/>
                <a:gd name="connsiteY20" fmla="*/ 254044 h 1724145"/>
                <a:gd name="connsiteX21" fmla="*/ 1767 w 1688893"/>
                <a:gd name="connsiteY21" fmla="*/ 152445 h 1724145"/>
                <a:gd name="connsiteX22" fmla="*/ 109716 w 1688893"/>
                <a:gd name="connsiteY22" fmla="*/ 139744 h 1724145"/>
                <a:gd name="connsiteX23" fmla="*/ 27166 w 1688893"/>
                <a:gd name="connsiteY23" fmla="*/ 44 h 1724145"/>
                <a:gd name="connsiteX24" fmla="*/ 141466 w 1688893"/>
                <a:gd name="connsiteY24" fmla="*/ 110392 h 1724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88893" h="1724145">
                  <a:moveTo>
                    <a:pt x="141466" y="110392"/>
                  </a:moveTo>
                  <a:cubicBezTo>
                    <a:pt x="475899" y="518909"/>
                    <a:pt x="1110371" y="881388"/>
                    <a:pt x="1611491" y="702529"/>
                  </a:cubicBezTo>
                  <a:cubicBezTo>
                    <a:pt x="1651179" y="731763"/>
                    <a:pt x="1704623" y="1139210"/>
                    <a:pt x="1684515" y="1155744"/>
                  </a:cubicBezTo>
                  <a:cubicBezTo>
                    <a:pt x="1664407" y="1172278"/>
                    <a:pt x="1549048" y="914444"/>
                    <a:pt x="1538465" y="977944"/>
                  </a:cubicBezTo>
                  <a:cubicBezTo>
                    <a:pt x="1527882" y="1041444"/>
                    <a:pt x="1664406" y="1353652"/>
                    <a:pt x="1621015" y="1333544"/>
                  </a:cubicBezTo>
                  <a:cubicBezTo>
                    <a:pt x="1577624" y="1313436"/>
                    <a:pt x="1459091" y="999111"/>
                    <a:pt x="1443216" y="1066844"/>
                  </a:cubicBezTo>
                  <a:cubicBezTo>
                    <a:pt x="1427341" y="1134577"/>
                    <a:pt x="1510949" y="1438319"/>
                    <a:pt x="1474966" y="1416094"/>
                  </a:cubicBezTo>
                  <a:cubicBezTo>
                    <a:pt x="1438983" y="1393869"/>
                    <a:pt x="1380774" y="1052237"/>
                    <a:pt x="1367016" y="1162094"/>
                  </a:cubicBezTo>
                  <a:cubicBezTo>
                    <a:pt x="1369133" y="1345824"/>
                    <a:pt x="1371249" y="1529554"/>
                    <a:pt x="1373366" y="1713284"/>
                  </a:cubicBezTo>
                  <a:cubicBezTo>
                    <a:pt x="1296108" y="1814484"/>
                    <a:pt x="1171224" y="1176701"/>
                    <a:pt x="1125716" y="1117644"/>
                  </a:cubicBezTo>
                  <a:cubicBezTo>
                    <a:pt x="1080208" y="1058587"/>
                    <a:pt x="1154291" y="1458427"/>
                    <a:pt x="1100316" y="1358944"/>
                  </a:cubicBezTo>
                  <a:cubicBezTo>
                    <a:pt x="1046341" y="1259461"/>
                    <a:pt x="900291" y="878461"/>
                    <a:pt x="871716" y="889044"/>
                  </a:cubicBezTo>
                  <a:cubicBezTo>
                    <a:pt x="843141" y="899627"/>
                    <a:pt x="1001891" y="1259671"/>
                    <a:pt x="928866" y="1174794"/>
                  </a:cubicBezTo>
                  <a:lnTo>
                    <a:pt x="630416" y="709984"/>
                  </a:lnTo>
                  <a:cubicBezTo>
                    <a:pt x="414516" y="624469"/>
                    <a:pt x="772233" y="902592"/>
                    <a:pt x="706616" y="914444"/>
                  </a:cubicBezTo>
                  <a:cubicBezTo>
                    <a:pt x="393349" y="996146"/>
                    <a:pt x="54683" y="600119"/>
                    <a:pt x="90666" y="565194"/>
                  </a:cubicBezTo>
                  <a:cubicBezTo>
                    <a:pt x="126649" y="530269"/>
                    <a:pt x="274816" y="581069"/>
                    <a:pt x="255766" y="533444"/>
                  </a:cubicBezTo>
                  <a:cubicBezTo>
                    <a:pt x="236716" y="485819"/>
                    <a:pt x="75849" y="471002"/>
                    <a:pt x="97016" y="431844"/>
                  </a:cubicBezTo>
                  <a:cubicBezTo>
                    <a:pt x="118183" y="392686"/>
                    <a:pt x="222957" y="441369"/>
                    <a:pt x="198616" y="406444"/>
                  </a:cubicBezTo>
                  <a:cubicBezTo>
                    <a:pt x="174275" y="371519"/>
                    <a:pt x="25050" y="282619"/>
                    <a:pt x="39867" y="266744"/>
                  </a:cubicBezTo>
                  <a:cubicBezTo>
                    <a:pt x="32988" y="204512"/>
                    <a:pt x="148875" y="281560"/>
                    <a:pt x="128767" y="254044"/>
                  </a:cubicBezTo>
                  <a:cubicBezTo>
                    <a:pt x="108659" y="226528"/>
                    <a:pt x="-16224" y="167262"/>
                    <a:pt x="1767" y="152445"/>
                  </a:cubicBezTo>
                  <a:cubicBezTo>
                    <a:pt x="19758" y="137628"/>
                    <a:pt x="122416" y="175727"/>
                    <a:pt x="109716" y="139744"/>
                  </a:cubicBezTo>
                  <a:cubicBezTo>
                    <a:pt x="97016" y="103761"/>
                    <a:pt x="8116" y="-2472"/>
                    <a:pt x="27166" y="44"/>
                  </a:cubicBezTo>
                  <a:lnTo>
                    <a:pt x="141466" y="110392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89">
              <a:extLst>
                <a:ext uri="{FF2B5EF4-FFF2-40B4-BE49-F238E27FC236}">
                  <a16:creationId xmlns:a16="http://schemas.microsoft.com/office/drawing/2014/main" id="{88D176F5-6718-4B4E-860A-6A05C73D127A}"/>
                </a:ext>
              </a:extLst>
            </p:cNvPr>
            <p:cNvSpPr/>
            <p:nvPr/>
          </p:nvSpPr>
          <p:spPr>
            <a:xfrm>
              <a:off x="4114800" y="2908301"/>
              <a:ext cx="3658987" cy="2613591"/>
            </a:xfrm>
            <a:custGeom>
              <a:avLst/>
              <a:gdLst>
                <a:gd name="connsiteX0" fmla="*/ 0 w 1263870"/>
                <a:gd name="connsiteY0" fmla="*/ 0 h 1333500"/>
                <a:gd name="connsiteX1" fmla="*/ 1263870 w 1263870"/>
                <a:gd name="connsiteY1" fmla="*/ 0 h 1333500"/>
                <a:gd name="connsiteX2" fmla="*/ 1263870 w 1263870"/>
                <a:gd name="connsiteY2" fmla="*/ 1333500 h 1333500"/>
                <a:gd name="connsiteX3" fmla="*/ 0 w 1263870"/>
                <a:gd name="connsiteY3" fmla="*/ 1333500 h 1333500"/>
                <a:gd name="connsiteX4" fmla="*/ 0 w 1263870"/>
                <a:gd name="connsiteY4" fmla="*/ 0 h 1333500"/>
                <a:gd name="connsiteX0" fmla="*/ 0 w 2102070"/>
                <a:gd name="connsiteY0" fmla="*/ 0 h 1790700"/>
                <a:gd name="connsiteX1" fmla="*/ 2102070 w 2102070"/>
                <a:gd name="connsiteY1" fmla="*/ 457200 h 1790700"/>
                <a:gd name="connsiteX2" fmla="*/ 2102070 w 2102070"/>
                <a:gd name="connsiteY2" fmla="*/ 1790700 h 1790700"/>
                <a:gd name="connsiteX3" fmla="*/ 838200 w 2102070"/>
                <a:gd name="connsiteY3" fmla="*/ 1790700 h 1790700"/>
                <a:gd name="connsiteX4" fmla="*/ 0 w 2102070"/>
                <a:gd name="connsiteY4" fmla="*/ 0 h 1790700"/>
                <a:gd name="connsiteX0" fmla="*/ 0 w 2508470"/>
                <a:gd name="connsiteY0" fmla="*/ 0 h 1790700"/>
                <a:gd name="connsiteX1" fmla="*/ 2508470 w 2508470"/>
                <a:gd name="connsiteY1" fmla="*/ 520700 h 1790700"/>
                <a:gd name="connsiteX2" fmla="*/ 2102070 w 2508470"/>
                <a:gd name="connsiteY2" fmla="*/ 1790700 h 1790700"/>
                <a:gd name="connsiteX3" fmla="*/ 838200 w 2508470"/>
                <a:gd name="connsiteY3" fmla="*/ 1790700 h 1790700"/>
                <a:gd name="connsiteX4" fmla="*/ 0 w 2508470"/>
                <a:gd name="connsiteY4" fmla="*/ 0 h 1790700"/>
                <a:gd name="connsiteX0" fmla="*/ 952500 w 3460970"/>
                <a:gd name="connsiteY0" fmla="*/ 0 h 2247900"/>
                <a:gd name="connsiteX1" fmla="*/ 3460970 w 3460970"/>
                <a:gd name="connsiteY1" fmla="*/ 520700 h 2247900"/>
                <a:gd name="connsiteX2" fmla="*/ 3054570 w 3460970"/>
                <a:gd name="connsiteY2" fmla="*/ 1790700 h 2247900"/>
                <a:gd name="connsiteX3" fmla="*/ 0 w 3460970"/>
                <a:gd name="connsiteY3" fmla="*/ 2247900 h 2247900"/>
                <a:gd name="connsiteX4" fmla="*/ 952500 w 3460970"/>
                <a:gd name="connsiteY4" fmla="*/ 0 h 2247900"/>
                <a:gd name="connsiteX0" fmla="*/ 952500 w 3460970"/>
                <a:gd name="connsiteY0" fmla="*/ 0 h 2247900"/>
                <a:gd name="connsiteX1" fmla="*/ 3460970 w 3460970"/>
                <a:gd name="connsiteY1" fmla="*/ 520700 h 2247900"/>
                <a:gd name="connsiteX2" fmla="*/ 0 w 3460970"/>
                <a:gd name="connsiteY2" fmla="*/ 2247900 h 2247900"/>
                <a:gd name="connsiteX3" fmla="*/ 952500 w 3460970"/>
                <a:gd name="connsiteY3" fmla="*/ 0 h 2247900"/>
                <a:gd name="connsiteX0" fmla="*/ 952500 w 3460970"/>
                <a:gd name="connsiteY0" fmla="*/ 0 h 2485762"/>
                <a:gd name="connsiteX1" fmla="*/ 3460970 w 3460970"/>
                <a:gd name="connsiteY1" fmla="*/ 520700 h 2485762"/>
                <a:gd name="connsiteX2" fmla="*/ 0 w 3460970"/>
                <a:gd name="connsiteY2" fmla="*/ 2247900 h 2485762"/>
                <a:gd name="connsiteX3" fmla="*/ 952500 w 3460970"/>
                <a:gd name="connsiteY3" fmla="*/ 0 h 2485762"/>
                <a:gd name="connsiteX0" fmla="*/ 952500 w 3460970"/>
                <a:gd name="connsiteY0" fmla="*/ 0 h 2533927"/>
                <a:gd name="connsiteX1" fmla="*/ 3460970 w 3460970"/>
                <a:gd name="connsiteY1" fmla="*/ 520700 h 2533927"/>
                <a:gd name="connsiteX2" fmla="*/ 0 w 3460970"/>
                <a:gd name="connsiteY2" fmla="*/ 2247900 h 2533927"/>
                <a:gd name="connsiteX3" fmla="*/ 952500 w 3460970"/>
                <a:gd name="connsiteY3" fmla="*/ 0 h 2533927"/>
                <a:gd name="connsiteX0" fmla="*/ 952500 w 3460970"/>
                <a:gd name="connsiteY0" fmla="*/ 0 h 2533927"/>
                <a:gd name="connsiteX1" fmla="*/ 3460970 w 3460970"/>
                <a:gd name="connsiteY1" fmla="*/ 520700 h 2533927"/>
                <a:gd name="connsiteX2" fmla="*/ 0 w 3460970"/>
                <a:gd name="connsiteY2" fmla="*/ 2247900 h 2533927"/>
                <a:gd name="connsiteX3" fmla="*/ 952500 w 3460970"/>
                <a:gd name="connsiteY3" fmla="*/ 0 h 2533927"/>
                <a:gd name="connsiteX0" fmla="*/ 952500 w 3460970"/>
                <a:gd name="connsiteY0" fmla="*/ 0 h 2533927"/>
                <a:gd name="connsiteX1" fmla="*/ 3460970 w 3460970"/>
                <a:gd name="connsiteY1" fmla="*/ 520700 h 2533927"/>
                <a:gd name="connsiteX2" fmla="*/ 0 w 3460970"/>
                <a:gd name="connsiteY2" fmla="*/ 2247900 h 2533927"/>
                <a:gd name="connsiteX3" fmla="*/ 952500 w 3460970"/>
                <a:gd name="connsiteY3" fmla="*/ 0 h 2533927"/>
                <a:gd name="connsiteX0" fmla="*/ 952500 w 3460970"/>
                <a:gd name="connsiteY0" fmla="*/ 0 h 2533927"/>
                <a:gd name="connsiteX1" fmla="*/ 3460970 w 3460970"/>
                <a:gd name="connsiteY1" fmla="*/ 520700 h 2533927"/>
                <a:gd name="connsiteX2" fmla="*/ 0 w 3460970"/>
                <a:gd name="connsiteY2" fmla="*/ 2247900 h 2533927"/>
                <a:gd name="connsiteX3" fmla="*/ 952500 w 3460970"/>
                <a:gd name="connsiteY3" fmla="*/ 0 h 2533927"/>
                <a:gd name="connsiteX0" fmla="*/ 952500 w 3460970"/>
                <a:gd name="connsiteY0" fmla="*/ 0 h 2533927"/>
                <a:gd name="connsiteX1" fmla="*/ 3460970 w 3460970"/>
                <a:gd name="connsiteY1" fmla="*/ 520700 h 2533927"/>
                <a:gd name="connsiteX2" fmla="*/ 0 w 3460970"/>
                <a:gd name="connsiteY2" fmla="*/ 2247900 h 2533927"/>
                <a:gd name="connsiteX3" fmla="*/ 952500 w 3460970"/>
                <a:gd name="connsiteY3" fmla="*/ 0 h 2533927"/>
                <a:gd name="connsiteX0" fmla="*/ 952500 w 3460970"/>
                <a:gd name="connsiteY0" fmla="*/ 0 h 2533927"/>
                <a:gd name="connsiteX1" fmla="*/ 3460970 w 3460970"/>
                <a:gd name="connsiteY1" fmla="*/ 520700 h 2533927"/>
                <a:gd name="connsiteX2" fmla="*/ 0 w 3460970"/>
                <a:gd name="connsiteY2" fmla="*/ 2247900 h 2533927"/>
                <a:gd name="connsiteX3" fmla="*/ 952500 w 3460970"/>
                <a:gd name="connsiteY3" fmla="*/ 0 h 2533927"/>
                <a:gd name="connsiteX0" fmla="*/ 952500 w 3460970"/>
                <a:gd name="connsiteY0" fmla="*/ 0 h 2533927"/>
                <a:gd name="connsiteX1" fmla="*/ 3460970 w 3460970"/>
                <a:gd name="connsiteY1" fmla="*/ 520700 h 2533927"/>
                <a:gd name="connsiteX2" fmla="*/ 0 w 3460970"/>
                <a:gd name="connsiteY2" fmla="*/ 2247900 h 2533927"/>
                <a:gd name="connsiteX3" fmla="*/ 952500 w 3460970"/>
                <a:gd name="connsiteY3" fmla="*/ 0 h 2533927"/>
                <a:gd name="connsiteX0" fmla="*/ 977900 w 3460970"/>
                <a:gd name="connsiteY0" fmla="*/ 0 h 2597427"/>
                <a:gd name="connsiteX1" fmla="*/ 3460970 w 3460970"/>
                <a:gd name="connsiteY1" fmla="*/ 584200 h 2597427"/>
                <a:gd name="connsiteX2" fmla="*/ 0 w 3460970"/>
                <a:gd name="connsiteY2" fmla="*/ 2311400 h 2597427"/>
                <a:gd name="connsiteX3" fmla="*/ 977900 w 3460970"/>
                <a:gd name="connsiteY3" fmla="*/ 0 h 2597427"/>
                <a:gd name="connsiteX0" fmla="*/ 977900 w 3465633"/>
                <a:gd name="connsiteY0" fmla="*/ 0 h 2612926"/>
                <a:gd name="connsiteX1" fmla="*/ 3460970 w 3465633"/>
                <a:gd name="connsiteY1" fmla="*/ 584200 h 2612926"/>
                <a:gd name="connsiteX2" fmla="*/ 0 w 3465633"/>
                <a:gd name="connsiteY2" fmla="*/ 2311400 h 2612926"/>
                <a:gd name="connsiteX3" fmla="*/ 977900 w 3465633"/>
                <a:gd name="connsiteY3" fmla="*/ 0 h 2612926"/>
                <a:gd name="connsiteX0" fmla="*/ 977900 w 3468172"/>
                <a:gd name="connsiteY0" fmla="*/ 0 h 2617475"/>
                <a:gd name="connsiteX1" fmla="*/ 3460970 w 3468172"/>
                <a:gd name="connsiteY1" fmla="*/ 584200 h 2617475"/>
                <a:gd name="connsiteX2" fmla="*/ 0 w 3468172"/>
                <a:gd name="connsiteY2" fmla="*/ 2311400 h 2617475"/>
                <a:gd name="connsiteX3" fmla="*/ 977900 w 3468172"/>
                <a:gd name="connsiteY3" fmla="*/ 0 h 2617475"/>
                <a:gd name="connsiteX0" fmla="*/ 1168400 w 3657729"/>
                <a:gd name="connsiteY0" fmla="*/ 0 h 2617475"/>
                <a:gd name="connsiteX1" fmla="*/ 3651470 w 3657729"/>
                <a:gd name="connsiteY1" fmla="*/ 584200 h 2617475"/>
                <a:gd name="connsiteX2" fmla="*/ 0 w 3657729"/>
                <a:gd name="connsiteY2" fmla="*/ 2311400 h 2617475"/>
                <a:gd name="connsiteX3" fmla="*/ 1168400 w 3657729"/>
                <a:gd name="connsiteY3" fmla="*/ 0 h 2617475"/>
                <a:gd name="connsiteX0" fmla="*/ 1168400 w 3658987"/>
                <a:gd name="connsiteY0" fmla="*/ 0 h 2613591"/>
                <a:gd name="connsiteX1" fmla="*/ 3651470 w 3658987"/>
                <a:gd name="connsiteY1" fmla="*/ 584200 h 2613591"/>
                <a:gd name="connsiteX2" fmla="*/ 0 w 3658987"/>
                <a:gd name="connsiteY2" fmla="*/ 2311400 h 2613591"/>
                <a:gd name="connsiteX3" fmla="*/ 1168400 w 3658987"/>
                <a:gd name="connsiteY3" fmla="*/ 0 h 2613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8987" h="2613591">
                  <a:moveTo>
                    <a:pt x="1168400" y="0"/>
                  </a:moveTo>
                  <a:cubicBezTo>
                    <a:pt x="2004557" y="173567"/>
                    <a:pt x="2662913" y="1845733"/>
                    <a:pt x="3651470" y="584200"/>
                  </a:cubicBezTo>
                  <a:cubicBezTo>
                    <a:pt x="3760193" y="1855893"/>
                    <a:pt x="2696707" y="3237442"/>
                    <a:pt x="0" y="2311400"/>
                  </a:cubicBezTo>
                  <a:lnTo>
                    <a:pt x="1168400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B4AEBA6-0E7F-44B5-825E-5A6D50A8F1A9}"/>
                </a:ext>
              </a:extLst>
            </p:cNvPr>
            <p:cNvSpPr/>
            <p:nvPr/>
          </p:nvSpPr>
          <p:spPr>
            <a:xfrm>
              <a:off x="6035040" y="885007"/>
              <a:ext cx="1755695" cy="1360708"/>
            </a:xfrm>
            <a:prstGeom prst="ellipse">
              <a:avLst/>
            </a:prstGeom>
            <a:gradFill>
              <a:gsLst>
                <a:gs pos="0">
                  <a:schemeClr val="accent4">
                    <a:lumMod val="20000"/>
                    <a:lumOff val="80000"/>
                  </a:schemeClr>
                </a:gs>
                <a:gs pos="54000">
                  <a:srgbClr val="A4492A"/>
                </a:gs>
              </a:gsLst>
              <a:lin ang="6600000" scaled="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9E5B93A-05A9-4B8D-B60F-5A96FDF8178D}"/>
                </a:ext>
              </a:extLst>
            </p:cNvPr>
            <p:cNvSpPr/>
            <p:nvPr/>
          </p:nvSpPr>
          <p:spPr>
            <a:xfrm rot="4277844">
              <a:off x="6607914" y="1146668"/>
              <a:ext cx="702139" cy="689485"/>
            </a:xfrm>
            <a:prstGeom prst="ellipse">
              <a:avLst/>
            </a:prstGeom>
            <a:solidFill>
              <a:srgbClr val="6D5C5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1415F14-8D9D-4FE6-816C-FB77F5F38677}"/>
                </a:ext>
              </a:extLst>
            </p:cNvPr>
            <p:cNvSpPr/>
            <p:nvPr/>
          </p:nvSpPr>
          <p:spPr>
            <a:xfrm rot="4277844">
              <a:off x="6709314" y="1246240"/>
              <a:ext cx="499338" cy="49033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C09F858-046D-4961-812A-DAAB6883857C}"/>
                </a:ext>
              </a:extLst>
            </p:cNvPr>
            <p:cNvSpPr/>
            <p:nvPr/>
          </p:nvSpPr>
          <p:spPr>
            <a:xfrm rot="4277844">
              <a:off x="6814891" y="1297606"/>
              <a:ext cx="195991" cy="19245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84">
              <a:extLst>
                <a:ext uri="{FF2B5EF4-FFF2-40B4-BE49-F238E27FC236}">
                  <a16:creationId xmlns:a16="http://schemas.microsoft.com/office/drawing/2014/main" id="{57628FE8-8879-40B2-A4BF-E4A4EDA70155}"/>
                </a:ext>
              </a:extLst>
            </p:cNvPr>
            <p:cNvSpPr/>
            <p:nvPr/>
          </p:nvSpPr>
          <p:spPr>
            <a:xfrm>
              <a:off x="5171057" y="470140"/>
              <a:ext cx="2790824" cy="1145692"/>
            </a:xfrm>
            <a:custGeom>
              <a:avLst/>
              <a:gdLst>
                <a:gd name="connsiteX0" fmla="*/ 0 w 811362"/>
                <a:gd name="connsiteY0" fmla="*/ 0 h 832514"/>
                <a:gd name="connsiteX1" fmla="*/ 811362 w 811362"/>
                <a:gd name="connsiteY1" fmla="*/ 0 h 832514"/>
                <a:gd name="connsiteX2" fmla="*/ 811362 w 811362"/>
                <a:gd name="connsiteY2" fmla="*/ 832514 h 832514"/>
                <a:gd name="connsiteX3" fmla="*/ 0 w 811362"/>
                <a:gd name="connsiteY3" fmla="*/ 832514 h 832514"/>
                <a:gd name="connsiteX4" fmla="*/ 0 w 811362"/>
                <a:gd name="connsiteY4" fmla="*/ 0 h 832514"/>
                <a:gd name="connsiteX0" fmla="*/ 0 w 947839"/>
                <a:gd name="connsiteY0" fmla="*/ 0 h 832514"/>
                <a:gd name="connsiteX1" fmla="*/ 811362 w 947839"/>
                <a:gd name="connsiteY1" fmla="*/ 0 h 832514"/>
                <a:gd name="connsiteX2" fmla="*/ 947839 w 947839"/>
                <a:gd name="connsiteY2" fmla="*/ 832514 h 832514"/>
                <a:gd name="connsiteX3" fmla="*/ 0 w 947839"/>
                <a:gd name="connsiteY3" fmla="*/ 832514 h 832514"/>
                <a:gd name="connsiteX4" fmla="*/ 0 w 947839"/>
                <a:gd name="connsiteY4" fmla="*/ 0 h 832514"/>
                <a:gd name="connsiteX0" fmla="*/ 1815152 w 2762991"/>
                <a:gd name="connsiteY0" fmla="*/ 0 h 832514"/>
                <a:gd name="connsiteX1" fmla="*/ 2626514 w 2762991"/>
                <a:gd name="connsiteY1" fmla="*/ 0 h 832514"/>
                <a:gd name="connsiteX2" fmla="*/ 2762991 w 2762991"/>
                <a:gd name="connsiteY2" fmla="*/ 832514 h 832514"/>
                <a:gd name="connsiteX3" fmla="*/ 0 w 2762991"/>
                <a:gd name="connsiteY3" fmla="*/ 504968 h 832514"/>
                <a:gd name="connsiteX4" fmla="*/ 1815152 w 2762991"/>
                <a:gd name="connsiteY4" fmla="*/ 0 h 832514"/>
                <a:gd name="connsiteX0" fmla="*/ 627797 w 2762991"/>
                <a:gd name="connsiteY0" fmla="*/ 341194 h 832514"/>
                <a:gd name="connsiteX1" fmla="*/ 2626514 w 2762991"/>
                <a:gd name="connsiteY1" fmla="*/ 0 h 832514"/>
                <a:gd name="connsiteX2" fmla="*/ 2762991 w 2762991"/>
                <a:gd name="connsiteY2" fmla="*/ 832514 h 832514"/>
                <a:gd name="connsiteX3" fmla="*/ 0 w 2762991"/>
                <a:gd name="connsiteY3" fmla="*/ 504968 h 832514"/>
                <a:gd name="connsiteX4" fmla="*/ 627797 w 2762991"/>
                <a:gd name="connsiteY4" fmla="*/ 341194 h 832514"/>
                <a:gd name="connsiteX0" fmla="*/ 627797 w 2762991"/>
                <a:gd name="connsiteY0" fmla="*/ 313898 h 805218"/>
                <a:gd name="connsiteX1" fmla="*/ 19792 w 2762991"/>
                <a:gd name="connsiteY1" fmla="*/ 0 h 805218"/>
                <a:gd name="connsiteX2" fmla="*/ 2762991 w 2762991"/>
                <a:gd name="connsiteY2" fmla="*/ 805218 h 805218"/>
                <a:gd name="connsiteX3" fmla="*/ 0 w 2762991"/>
                <a:gd name="connsiteY3" fmla="*/ 477672 h 805218"/>
                <a:gd name="connsiteX4" fmla="*/ 627797 w 2762991"/>
                <a:gd name="connsiteY4" fmla="*/ 313898 h 805218"/>
                <a:gd name="connsiteX0" fmla="*/ 627797 w 2762991"/>
                <a:gd name="connsiteY0" fmla="*/ 535611 h 1026931"/>
                <a:gd name="connsiteX1" fmla="*/ 19792 w 2762991"/>
                <a:gd name="connsiteY1" fmla="*/ 221713 h 1026931"/>
                <a:gd name="connsiteX2" fmla="*/ 2762991 w 2762991"/>
                <a:gd name="connsiteY2" fmla="*/ 1026931 h 1026931"/>
                <a:gd name="connsiteX3" fmla="*/ 0 w 2762991"/>
                <a:gd name="connsiteY3" fmla="*/ 699385 h 1026931"/>
                <a:gd name="connsiteX4" fmla="*/ 627797 w 2762991"/>
                <a:gd name="connsiteY4" fmla="*/ 535611 h 1026931"/>
                <a:gd name="connsiteX0" fmla="*/ 627797 w 2762991"/>
                <a:gd name="connsiteY0" fmla="*/ 635839 h 1127159"/>
                <a:gd name="connsiteX1" fmla="*/ 19792 w 2762991"/>
                <a:gd name="connsiteY1" fmla="*/ 321941 h 1127159"/>
                <a:gd name="connsiteX2" fmla="*/ 2762991 w 2762991"/>
                <a:gd name="connsiteY2" fmla="*/ 1127159 h 1127159"/>
                <a:gd name="connsiteX3" fmla="*/ 0 w 2762991"/>
                <a:gd name="connsiteY3" fmla="*/ 799613 h 1127159"/>
                <a:gd name="connsiteX4" fmla="*/ 627797 w 2762991"/>
                <a:gd name="connsiteY4" fmla="*/ 635839 h 1127159"/>
                <a:gd name="connsiteX0" fmla="*/ 627797 w 2762991"/>
                <a:gd name="connsiteY0" fmla="*/ 635839 h 1127159"/>
                <a:gd name="connsiteX1" fmla="*/ 19792 w 2762991"/>
                <a:gd name="connsiteY1" fmla="*/ 321941 h 1127159"/>
                <a:gd name="connsiteX2" fmla="*/ 2762991 w 2762991"/>
                <a:gd name="connsiteY2" fmla="*/ 1127159 h 1127159"/>
                <a:gd name="connsiteX3" fmla="*/ 0 w 2762991"/>
                <a:gd name="connsiteY3" fmla="*/ 799613 h 1127159"/>
                <a:gd name="connsiteX4" fmla="*/ 627797 w 2762991"/>
                <a:gd name="connsiteY4" fmla="*/ 635839 h 1127159"/>
                <a:gd name="connsiteX0" fmla="*/ 627797 w 2762991"/>
                <a:gd name="connsiteY0" fmla="*/ 635839 h 1127159"/>
                <a:gd name="connsiteX1" fmla="*/ 19792 w 2762991"/>
                <a:gd name="connsiteY1" fmla="*/ 321941 h 1127159"/>
                <a:gd name="connsiteX2" fmla="*/ 2762991 w 2762991"/>
                <a:gd name="connsiteY2" fmla="*/ 1127159 h 1127159"/>
                <a:gd name="connsiteX3" fmla="*/ 0 w 2762991"/>
                <a:gd name="connsiteY3" fmla="*/ 799613 h 1127159"/>
                <a:gd name="connsiteX4" fmla="*/ 627797 w 2762991"/>
                <a:gd name="connsiteY4" fmla="*/ 635839 h 1127159"/>
                <a:gd name="connsiteX0" fmla="*/ 627797 w 2762991"/>
                <a:gd name="connsiteY0" fmla="*/ 635839 h 1127159"/>
                <a:gd name="connsiteX1" fmla="*/ 19792 w 2762991"/>
                <a:gd name="connsiteY1" fmla="*/ 321941 h 1127159"/>
                <a:gd name="connsiteX2" fmla="*/ 2762991 w 2762991"/>
                <a:gd name="connsiteY2" fmla="*/ 1127159 h 1127159"/>
                <a:gd name="connsiteX3" fmla="*/ 0 w 2762991"/>
                <a:gd name="connsiteY3" fmla="*/ 799613 h 1127159"/>
                <a:gd name="connsiteX4" fmla="*/ 627797 w 2762991"/>
                <a:gd name="connsiteY4" fmla="*/ 635839 h 1127159"/>
                <a:gd name="connsiteX0" fmla="*/ 627797 w 2762991"/>
                <a:gd name="connsiteY0" fmla="*/ 635839 h 1127159"/>
                <a:gd name="connsiteX1" fmla="*/ 19792 w 2762991"/>
                <a:gd name="connsiteY1" fmla="*/ 321941 h 1127159"/>
                <a:gd name="connsiteX2" fmla="*/ 2762991 w 2762991"/>
                <a:gd name="connsiteY2" fmla="*/ 1127159 h 1127159"/>
                <a:gd name="connsiteX3" fmla="*/ 0 w 2762991"/>
                <a:gd name="connsiteY3" fmla="*/ 799613 h 1127159"/>
                <a:gd name="connsiteX4" fmla="*/ 627797 w 2762991"/>
                <a:gd name="connsiteY4" fmla="*/ 635839 h 1127159"/>
                <a:gd name="connsiteX0" fmla="*/ 627797 w 2762991"/>
                <a:gd name="connsiteY0" fmla="*/ 635839 h 1127159"/>
                <a:gd name="connsiteX1" fmla="*/ 19792 w 2762991"/>
                <a:gd name="connsiteY1" fmla="*/ 321941 h 1127159"/>
                <a:gd name="connsiteX2" fmla="*/ 2762991 w 2762991"/>
                <a:gd name="connsiteY2" fmla="*/ 1127159 h 1127159"/>
                <a:gd name="connsiteX3" fmla="*/ 0 w 2762991"/>
                <a:gd name="connsiteY3" fmla="*/ 799613 h 1127159"/>
                <a:gd name="connsiteX4" fmla="*/ 627797 w 2762991"/>
                <a:gd name="connsiteY4" fmla="*/ 635839 h 1127159"/>
                <a:gd name="connsiteX0" fmla="*/ 627797 w 2762991"/>
                <a:gd name="connsiteY0" fmla="*/ 635839 h 1127159"/>
                <a:gd name="connsiteX1" fmla="*/ 19792 w 2762991"/>
                <a:gd name="connsiteY1" fmla="*/ 321941 h 1127159"/>
                <a:gd name="connsiteX2" fmla="*/ 2762991 w 2762991"/>
                <a:gd name="connsiteY2" fmla="*/ 1127159 h 1127159"/>
                <a:gd name="connsiteX3" fmla="*/ 0 w 2762991"/>
                <a:gd name="connsiteY3" fmla="*/ 771038 h 1127159"/>
                <a:gd name="connsiteX4" fmla="*/ 627797 w 2762991"/>
                <a:gd name="connsiteY4" fmla="*/ 635839 h 1127159"/>
                <a:gd name="connsiteX0" fmla="*/ 655630 w 2790824"/>
                <a:gd name="connsiteY0" fmla="*/ 625121 h 1116441"/>
                <a:gd name="connsiteX1" fmla="*/ 0 w 2790824"/>
                <a:gd name="connsiteY1" fmla="*/ 335036 h 1116441"/>
                <a:gd name="connsiteX2" fmla="*/ 2790824 w 2790824"/>
                <a:gd name="connsiteY2" fmla="*/ 1116441 h 1116441"/>
                <a:gd name="connsiteX3" fmla="*/ 27833 w 2790824"/>
                <a:gd name="connsiteY3" fmla="*/ 760320 h 1116441"/>
                <a:gd name="connsiteX4" fmla="*/ 655630 w 2790824"/>
                <a:gd name="connsiteY4" fmla="*/ 625121 h 1116441"/>
                <a:gd name="connsiteX0" fmla="*/ 655630 w 2790824"/>
                <a:gd name="connsiteY0" fmla="*/ 530808 h 1022128"/>
                <a:gd name="connsiteX1" fmla="*/ 0 w 2790824"/>
                <a:gd name="connsiteY1" fmla="*/ 240723 h 1022128"/>
                <a:gd name="connsiteX2" fmla="*/ 2790824 w 2790824"/>
                <a:gd name="connsiteY2" fmla="*/ 1022128 h 1022128"/>
                <a:gd name="connsiteX3" fmla="*/ 27833 w 2790824"/>
                <a:gd name="connsiteY3" fmla="*/ 666007 h 1022128"/>
                <a:gd name="connsiteX4" fmla="*/ 655630 w 2790824"/>
                <a:gd name="connsiteY4" fmla="*/ 530808 h 1022128"/>
                <a:gd name="connsiteX0" fmla="*/ 655630 w 2790824"/>
                <a:gd name="connsiteY0" fmla="*/ 643983 h 1135303"/>
                <a:gd name="connsiteX1" fmla="*/ 0 w 2790824"/>
                <a:gd name="connsiteY1" fmla="*/ 353898 h 1135303"/>
                <a:gd name="connsiteX2" fmla="*/ 2790824 w 2790824"/>
                <a:gd name="connsiteY2" fmla="*/ 1135303 h 1135303"/>
                <a:gd name="connsiteX3" fmla="*/ 27833 w 2790824"/>
                <a:gd name="connsiteY3" fmla="*/ 779182 h 1135303"/>
                <a:gd name="connsiteX4" fmla="*/ 655630 w 2790824"/>
                <a:gd name="connsiteY4" fmla="*/ 643983 h 1135303"/>
                <a:gd name="connsiteX0" fmla="*/ 655630 w 2790824"/>
                <a:gd name="connsiteY0" fmla="*/ 643983 h 1135303"/>
                <a:gd name="connsiteX1" fmla="*/ 0 w 2790824"/>
                <a:gd name="connsiteY1" fmla="*/ 353898 h 1135303"/>
                <a:gd name="connsiteX2" fmla="*/ 2790824 w 2790824"/>
                <a:gd name="connsiteY2" fmla="*/ 1135303 h 1135303"/>
                <a:gd name="connsiteX3" fmla="*/ 27833 w 2790824"/>
                <a:gd name="connsiteY3" fmla="*/ 779182 h 1135303"/>
                <a:gd name="connsiteX4" fmla="*/ 655630 w 2790824"/>
                <a:gd name="connsiteY4" fmla="*/ 643983 h 1135303"/>
                <a:gd name="connsiteX0" fmla="*/ 655630 w 2790824"/>
                <a:gd name="connsiteY0" fmla="*/ 615957 h 1107277"/>
                <a:gd name="connsiteX1" fmla="*/ 0 w 2790824"/>
                <a:gd name="connsiteY1" fmla="*/ 325872 h 1107277"/>
                <a:gd name="connsiteX2" fmla="*/ 2790824 w 2790824"/>
                <a:gd name="connsiteY2" fmla="*/ 1107277 h 1107277"/>
                <a:gd name="connsiteX3" fmla="*/ 27833 w 2790824"/>
                <a:gd name="connsiteY3" fmla="*/ 751156 h 1107277"/>
                <a:gd name="connsiteX4" fmla="*/ 655630 w 2790824"/>
                <a:gd name="connsiteY4" fmla="*/ 615957 h 1107277"/>
                <a:gd name="connsiteX0" fmla="*/ 655630 w 2790824"/>
                <a:gd name="connsiteY0" fmla="*/ 615957 h 1107277"/>
                <a:gd name="connsiteX1" fmla="*/ 0 w 2790824"/>
                <a:gd name="connsiteY1" fmla="*/ 325872 h 1107277"/>
                <a:gd name="connsiteX2" fmla="*/ 2790824 w 2790824"/>
                <a:gd name="connsiteY2" fmla="*/ 1107277 h 1107277"/>
                <a:gd name="connsiteX3" fmla="*/ 27833 w 2790824"/>
                <a:gd name="connsiteY3" fmla="*/ 751156 h 1107277"/>
                <a:gd name="connsiteX4" fmla="*/ 655630 w 2790824"/>
                <a:gd name="connsiteY4" fmla="*/ 615957 h 1107277"/>
                <a:gd name="connsiteX0" fmla="*/ 655630 w 2790824"/>
                <a:gd name="connsiteY0" fmla="*/ 654372 h 1145692"/>
                <a:gd name="connsiteX1" fmla="*/ 0 w 2790824"/>
                <a:gd name="connsiteY1" fmla="*/ 364287 h 1145692"/>
                <a:gd name="connsiteX2" fmla="*/ 2790824 w 2790824"/>
                <a:gd name="connsiteY2" fmla="*/ 1145692 h 1145692"/>
                <a:gd name="connsiteX3" fmla="*/ 27833 w 2790824"/>
                <a:gd name="connsiteY3" fmla="*/ 789571 h 1145692"/>
                <a:gd name="connsiteX4" fmla="*/ 655630 w 2790824"/>
                <a:gd name="connsiteY4" fmla="*/ 654372 h 1145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90824" h="1145692">
                  <a:moveTo>
                    <a:pt x="655630" y="654372"/>
                  </a:moveTo>
                  <a:cubicBezTo>
                    <a:pt x="170387" y="691027"/>
                    <a:pt x="129643" y="511782"/>
                    <a:pt x="0" y="364287"/>
                  </a:cubicBezTo>
                  <a:cubicBezTo>
                    <a:pt x="382634" y="713443"/>
                    <a:pt x="2247377" y="-1102398"/>
                    <a:pt x="2790824" y="1145692"/>
                  </a:cubicBezTo>
                  <a:cubicBezTo>
                    <a:pt x="1351212" y="-642164"/>
                    <a:pt x="1044365" y="1785858"/>
                    <a:pt x="27833" y="789571"/>
                  </a:cubicBezTo>
                  <a:cubicBezTo>
                    <a:pt x="318986" y="830514"/>
                    <a:pt x="446364" y="708963"/>
                    <a:pt x="655630" y="654372"/>
                  </a:cubicBezTo>
                  <a:close/>
                </a:path>
              </a:pathLst>
            </a:custGeom>
            <a:gradFill>
              <a:gsLst>
                <a:gs pos="0">
                  <a:schemeClr val="accent4">
                    <a:lumMod val="20000"/>
                    <a:lumOff val="80000"/>
                  </a:schemeClr>
                </a:gs>
                <a:gs pos="19000">
                  <a:srgbClr val="ED591D"/>
                </a:gs>
              </a:gsLst>
              <a:lin ang="17400000" scaled="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86">
              <a:extLst>
                <a:ext uri="{FF2B5EF4-FFF2-40B4-BE49-F238E27FC236}">
                  <a16:creationId xmlns:a16="http://schemas.microsoft.com/office/drawing/2014/main" id="{55208142-2AD0-43BA-A996-C9C0EE89F586}"/>
                </a:ext>
              </a:extLst>
            </p:cNvPr>
            <p:cNvSpPr/>
            <p:nvPr/>
          </p:nvSpPr>
          <p:spPr>
            <a:xfrm rot="21420444">
              <a:off x="3846727" y="2285140"/>
              <a:ext cx="2943947" cy="3051132"/>
            </a:xfrm>
            <a:custGeom>
              <a:avLst/>
              <a:gdLst>
                <a:gd name="connsiteX0" fmla="*/ 0 w 635000"/>
                <a:gd name="connsiteY0" fmla="*/ 0 h 1333500"/>
                <a:gd name="connsiteX1" fmla="*/ 635000 w 635000"/>
                <a:gd name="connsiteY1" fmla="*/ 0 h 1333500"/>
                <a:gd name="connsiteX2" fmla="*/ 635000 w 635000"/>
                <a:gd name="connsiteY2" fmla="*/ 1333500 h 1333500"/>
                <a:gd name="connsiteX3" fmla="*/ 0 w 635000"/>
                <a:gd name="connsiteY3" fmla="*/ 1333500 h 1333500"/>
                <a:gd name="connsiteX4" fmla="*/ 0 w 635000"/>
                <a:gd name="connsiteY4" fmla="*/ 0 h 1333500"/>
                <a:gd name="connsiteX0" fmla="*/ 0 w 1092200"/>
                <a:gd name="connsiteY0" fmla="*/ 0 h 1333500"/>
                <a:gd name="connsiteX1" fmla="*/ 1092200 w 1092200"/>
                <a:gd name="connsiteY1" fmla="*/ 393700 h 1333500"/>
                <a:gd name="connsiteX2" fmla="*/ 635000 w 1092200"/>
                <a:gd name="connsiteY2" fmla="*/ 1333500 h 1333500"/>
                <a:gd name="connsiteX3" fmla="*/ 0 w 1092200"/>
                <a:gd name="connsiteY3" fmla="*/ 1333500 h 1333500"/>
                <a:gd name="connsiteX4" fmla="*/ 0 w 1092200"/>
                <a:gd name="connsiteY4" fmla="*/ 0 h 1333500"/>
                <a:gd name="connsiteX0" fmla="*/ 0 w 1422400"/>
                <a:gd name="connsiteY0" fmla="*/ 0 h 1612900"/>
                <a:gd name="connsiteX1" fmla="*/ 1422400 w 1422400"/>
                <a:gd name="connsiteY1" fmla="*/ 673100 h 1612900"/>
                <a:gd name="connsiteX2" fmla="*/ 965200 w 1422400"/>
                <a:gd name="connsiteY2" fmla="*/ 1612900 h 1612900"/>
                <a:gd name="connsiteX3" fmla="*/ 330200 w 1422400"/>
                <a:gd name="connsiteY3" fmla="*/ 1612900 h 1612900"/>
                <a:gd name="connsiteX4" fmla="*/ 0 w 1422400"/>
                <a:gd name="connsiteY4" fmla="*/ 0 h 1612900"/>
                <a:gd name="connsiteX0" fmla="*/ 1435100 w 2857500"/>
                <a:gd name="connsiteY0" fmla="*/ 0 h 2616200"/>
                <a:gd name="connsiteX1" fmla="*/ 2857500 w 2857500"/>
                <a:gd name="connsiteY1" fmla="*/ 673100 h 2616200"/>
                <a:gd name="connsiteX2" fmla="*/ 2400300 w 2857500"/>
                <a:gd name="connsiteY2" fmla="*/ 1612900 h 2616200"/>
                <a:gd name="connsiteX3" fmla="*/ 0 w 2857500"/>
                <a:gd name="connsiteY3" fmla="*/ 2616200 h 2616200"/>
                <a:gd name="connsiteX4" fmla="*/ 1435100 w 2857500"/>
                <a:gd name="connsiteY4" fmla="*/ 0 h 2616200"/>
                <a:gd name="connsiteX0" fmla="*/ 1435100 w 2857500"/>
                <a:gd name="connsiteY0" fmla="*/ 0 h 2616200"/>
                <a:gd name="connsiteX1" fmla="*/ 2857500 w 2857500"/>
                <a:gd name="connsiteY1" fmla="*/ 673100 h 2616200"/>
                <a:gd name="connsiteX2" fmla="*/ 0 w 2857500"/>
                <a:gd name="connsiteY2" fmla="*/ 2616200 h 2616200"/>
                <a:gd name="connsiteX3" fmla="*/ 1435100 w 2857500"/>
                <a:gd name="connsiteY3" fmla="*/ 0 h 2616200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70"/>
                <a:gd name="connsiteX1" fmla="*/ 2857500 w 2857500"/>
                <a:gd name="connsiteY1" fmla="*/ 673100 h 2616970"/>
                <a:gd name="connsiteX2" fmla="*/ 0 w 2857500"/>
                <a:gd name="connsiteY2" fmla="*/ 2616200 h 2616970"/>
                <a:gd name="connsiteX3" fmla="*/ 1435100 w 2857500"/>
                <a:gd name="connsiteY3" fmla="*/ 0 h 2616970"/>
                <a:gd name="connsiteX0" fmla="*/ 1435100 w 2978617"/>
                <a:gd name="connsiteY0" fmla="*/ 138270 h 2755240"/>
                <a:gd name="connsiteX1" fmla="*/ 2857500 w 2978617"/>
                <a:gd name="connsiteY1" fmla="*/ 811370 h 2755240"/>
                <a:gd name="connsiteX2" fmla="*/ 0 w 2978617"/>
                <a:gd name="connsiteY2" fmla="*/ 2754470 h 2755240"/>
                <a:gd name="connsiteX3" fmla="*/ 1435100 w 2978617"/>
                <a:gd name="connsiteY3" fmla="*/ 138270 h 2755240"/>
                <a:gd name="connsiteX0" fmla="*/ 1435100 w 2935015"/>
                <a:gd name="connsiteY0" fmla="*/ 228667 h 2845637"/>
                <a:gd name="connsiteX1" fmla="*/ 2857500 w 2935015"/>
                <a:gd name="connsiteY1" fmla="*/ 901767 h 2845637"/>
                <a:gd name="connsiteX2" fmla="*/ 0 w 2935015"/>
                <a:gd name="connsiteY2" fmla="*/ 2844867 h 2845637"/>
                <a:gd name="connsiteX3" fmla="*/ 1435100 w 2935015"/>
                <a:gd name="connsiteY3" fmla="*/ 228667 h 2845637"/>
                <a:gd name="connsiteX0" fmla="*/ 1435100 w 2861117"/>
                <a:gd name="connsiteY0" fmla="*/ 250196 h 2867166"/>
                <a:gd name="connsiteX1" fmla="*/ 2857500 w 2861117"/>
                <a:gd name="connsiteY1" fmla="*/ 923296 h 2867166"/>
                <a:gd name="connsiteX2" fmla="*/ 0 w 2861117"/>
                <a:gd name="connsiteY2" fmla="*/ 2866396 h 2867166"/>
                <a:gd name="connsiteX3" fmla="*/ 1435100 w 2861117"/>
                <a:gd name="connsiteY3" fmla="*/ 250196 h 2867166"/>
                <a:gd name="connsiteX0" fmla="*/ 1435100 w 2860844"/>
                <a:gd name="connsiteY0" fmla="*/ 421200 h 3038170"/>
                <a:gd name="connsiteX1" fmla="*/ 2857500 w 2860844"/>
                <a:gd name="connsiteY1" fmla="*/ 1094300 h 3038170"/>
                <a:gd name="connsiteX2" fmla="*/ 0 w 2860844"/>
                <a:gd name="connsiteY2" fmla="*/ 3037400 h 3038170"/>
                <a:gd name="connsiteX3" fmla="*/ 1435100 w 2860844"/>
                <a:gd name="connsiteY3" fmla="*/ 421200 h 3038170"/>
                <a:gd name="connsiteX0" fmla="*/ 1435100 w 2924171"/>
                <a:gd name="connsiteY0" fmla="*/ 414635 h 3031612"/>
                <a:gd name="connsiteX1" fmla="*/ 2921000 w 2924171"/>
                <a:gd name="connsiteY1" fmla="*/ 1100435 h 3031612"/>
                <a:gd name="connsiteX2" fmla="*/ 0 w 2924171"/>
                <a:gd name="connsiteY2" fmla="*/ 3030835 h 3031612"/>
                <a:gd name="connsiteX3" fmla="*/ 1435100 w 2924171"/>
                <a:gd name="connsiteY3" fmla="*/ 414635 h 3031612"/>
                <a:gd name="connsiteX0" fmla="*/ 1435100 w 2943947"/>
                <a:gd name="connsiteY0" fmla="*/ 434155 h 3051132"/>
                <a:gd name="connsiteX1" fmla="*/ 2921000 w 2943947"/>
                <a:gd name="connsiteY1" fmla="*/ 1119955 h 3051132"/>
                <a:gd name="connsiteX2" fmla="*/ 0 w 2943947"/>
                <a:gd name="connsiteY2" fmla="*/ 3050355 h 3051132"/>
                <a:gd name="connsiteX3" fmla="*/ 1435100 w 2943947"/>
                <a:gd name="connsiteY3" fmla="*/ 434155 h 3051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3947" h="3051132">
                  <a:moveTo>
                    <a:pt x="1435100" y="434155"/>
                  </a:moveTo>
                  <a:cubicBezTo>
                    <a:pt x="1820333" y="150522"/>
                    <a:pt x="3132667" y="-666512"/>
                    <a:pt x="2921000" y="1119955"/>
                  </a:cubicBezTo>
                  <a:cubicBezTo>
                    <a:pt x="2844800" y="1716855"/>
                    <a:pt x="1752600" y="3088455"/>
                    <a:pt x="0" y="3050355"/>
                  </a:cubicBezTo>
                  <a:cubicBezTo>
                    <a:pt x="287867" y="1454388"/>
                    <a:pt x="1020233" y="734722"/>
                    <a:pt x="1435100" y="434155"/>
                  </a:cubicBezTo>
                  <a:close/>
                </a:path>
              </a:pathLst>
            </a:custGeom>
            <a:gradFill>
              <a:gsLst>
                <a:gs pos="0">
                  <a:srgbClr val="885126"/>
                </a:gs>
                <a:gs pos="39000">
                  <a:srgbClr val="5C8B9D"/>
                </a:gs>
              </a:gsLst>
              <a:lin ang="13800000" scaled="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86">
              <a:extLst>
                <a:ext uri="{FF2B5EF4-FFF2-40B4-BE49-F238E27FC236}">
                  <a16:creationId xmlns:a16="http://schemas.microsoft.com/office/drawing/2014/main" id="{5154A1CD-83DB-43FF-BBF9-F460A0CC6251}"/>
                </a:ext>
              </a:extLst>
            </p:cNvPr>
            <p:cNvSpPr/>
            <p:nvPr/>
          </p:nvSpPr>
          <p:spPr>
            <a:xfrm rot="21033195">
              <a:off x="4265265" y="2372520"/>
              <a:ext cx="2469258" cy="1948622"/>
            </a:xfrm>
            <a:custGeom>
              <a:avLst/>
              <a:gdLst>
                <a:gd name="connsiteX0" fmla="*/ 0 w 635000"/>
                <a:gd name="connsiteY0" fmla="*/ 0 h 1333500"/>
                <a:gd name="connsiteX1" fmla="*/ 635000 w 635000"/>
                <a:gd name="connsiteY1" fmla="*/ 0 h 1333500"/>
                <a:gd name="connsiteX2" fmla="*/ 635000 w 635000"/>
                <a:gd name="connsiteY2" fmla="*/ 1333500 h 1333500"/>
                <a:gd name="connsiteX3" fmla="*/ 0 w 635000"/>
                <a:gd name="connsiteY3" fmla="*/ 1333500 h 1333500"/>
                <a:gd name="connsiteX4" fmla="*/ 0 w 635000"/>
                <a:gd name="connsiteY4" fmla="*/ 0 h 1333500"/>
                <a:gd name="connsiteX0" fmla="*/ 0 w 1092200"/>
                <a:gd name="connsiteY0" fmla="*/ 0 h 1333500"/>
                <a:gd name="connsiteX1" fmla="*/ 1092200 w 1092200"/>
                <a:gd name="connsiteY1" fmla="*/ 393700 h 1333500"/>
                <a:gd name="connsiteX2" fmla="*/ 635000 w 1092200"/>
                <a:gd name="connsiteY2" fmla="*/ 1333500 h 1333500"/>
                <a:gd name="connsiteX3" fmla="*/ 0 w 1092200"/>
                <a:gd name="connsiteY3" fmla="*/ 1333500 h 1333500"/>
                <a:gd name="connsiteX4" fmla="*/ 0 w 1092200"/>
                <a:gd name="connsiteY4" fmla="*/ 0 h 1333500"/>
                <a:gd name="connsiteX0" fmla="*/ 0 w 1422400"/>
                <a:gd name="connsiteY0" fmla="*/ 0 h 1612900"/>
                <a:gd name="connsiteX1" fmla="*/ 1422400 w 1422400"/>
                <a:gd name="connsiteY1" fmla="*/ 673100 h 1612900"/>
                <a:gd name="connsiteX2" fmla="*/ 965200 w 1422400"/>
                <a:gd name="connsiteY2" fmla="*/ 1612900 h 1612900"/>
                <a:gd name="connsiteX3" fmla="*/ 330200 w 1422400"/>
                <a:gd name="connsiteY3" fmla="*/ 1612900 h 1612900"/>
                <a:gd name="connsiteX4" fmla="*/ 0 w 1422400"/>
                <a:gd name="connsiteY4" fmla="*/ 0 h 1612900"/>
                <a:gd name="connsiteX0" fmla="*/ 1435100 w 2857500"/>
                <a:gd name="connsiteY0" fmla="*/ 0 h 2616200"/>
                <a:gd name="connsiteX1" fmla="*/ 2857500 w 2857500"/>
                <a:gd name="connsiteY1" fmla="*/ 673100 h 2616200"/>
                <a:gd name="connsiteX2" fmla="*/ 2400300 w 2857500"/>
                <a:gd name="connsiteY2" fmla="*/ 1612900 h 2616200"/>
                <a:gd name="connsiteX3" fmla="*/ 0 w 2857500"/>
                <a:gd name="connsiteY3" fmla="*/ 2616200 h 2616200"/>
                <a:gd name="connsiteX4" fmla="*/ 1435100 w 2857500"/>
                <a:gd name="connsiteY4" fmla="*/ 0 h 2616200"/>
                <a:gd name="connsiteX0" fmla="*/ 1435100 w 2857500"/>
                <a:gd name="connsiteY0" fmla="*/ 0 h 2616200"/>
                <a:gd name="connsiteX1" fmla="*/ 2857500 w 2857500"/>
                <a:gd name="connsiteY1" fmla="*/ 673100 h 2616200"/>
                <a:gd name="connsiteX2" fmla="*/ 0 w 2857500"/>
                <a:gd name="connsiteY2" fmla="*/ 2616200 h 2616200"/>
                <a:gd name="connsiteX3" fmla="*/ 1435100 w 2857500"/>
                <a:gd name="connsiteY3" fmla="*/ 0 h 2616200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99"/>
                <a:gd name="connsiteX1" fmla="*/ 2857500 w 2857500"/>
                <a:gd name="connsiteY1" fmla="*/ 673100 h 2616999"/>
                <a:gd name="connsiteX2" fmla="*/ 0 w 2857500"/>
                <a:gd name="connsiteY2" fmla="*/ 2616200 h 2616999"/>
                <a:gd name="connsiteX3" fmla="*/ 1435100 w 2857500"/>
                <a:gd name="connsiteY3" fmla="*/ 0 h 2616999"/>
                <a:gd name="connsiteX0" fmla="*/ 1435100 w 2857500"/>
                <a:gd name="connsiteY0" fmla="*/ 0 h 2616970"/>
                <a:gd name="connsiteX1" fmla="*/ 2857500 w 2857500"/>
                <a:gd name="connsiteY1" fmla="*/ 673100 h 2616970"/>
                <a:gd name="connsiteX2" fmla="*/ 0 w 2857500"/>
                <a:gd name="connsiteY2" fmla="*/ 2616200 h 2616970"/>
                <a:gd name="connsiteX3" fmla="*/ 1435100 w 2857500"/>
                <a:gd name="connsiteY3" fmla="*/ 0 h 2616970"/>
                <a:gd name="connsiteX0" fmla="*/ 1435100 w 2978617"/>
                <a:gd name="connsiteY0" fmla="*/ 138270 h 2755240"/>
                <a:gd name="connsiteX1" fmla="*/ 2857500 w 2978617"/>
                <a:gd name="connsiteY1" fmla="*/ 811370 h 2755240"/>
                <a:gd name="connsiteX2" fmla="*/ 0 w 2978617"/>
                <a:gd name="connsiteY2" fmla="*/ 2754470 h 2755240"/>
                <a:gd name="connsiteX3" fmla="*/ 1435100 w 2978617"/>
                <a:gd name="connsiteY3" fmla="*/ 138270 h 2755240"/>
                <a:gd name="connsiteX0" fmla="*/ 1435100 w 2935015"/>
                <a:gd name="connsiteY0" fmla="*/ 228667 h 2845637"/>
                <a:gd name="connsiteX1" fmla="*/ 2857500 w 2935015"/>
                <a:gd name="connsiteY1" fmla="*/ 901767 h 2845637"/>
                <a:gd name="connsiteX2" fmla="*/ 0 w 2935015"/>
                <a:gd name="connsiteY2" fmla="*/ 2844867 h 2845637"/>
                <a:gd name="connsiteX3" fmla="*/ 1435100 w 2935015"/>
                <a:gd name="connsiteY3" fmla="*/ 228667 h 2845637"/>
                <a:gd name="connsiteX0" fmla="*/ 1435100 w 2861117"/>
                <a:gd name="connsiteY0" fmla="*/ 250196 h 2867166"/>
                <a:gd name="connsiteX1" fmla="*/ 2857500 w 2861117"/>
                <a:gd name="connsiteY1" fmla="*/ 923296 h 2867166"/>
                <a:gd name="connsiteX2" fmla="*/ 0 w 2861117"/>
                <a:gd name="connsiteY2" fmla="*/ 2866396 h 2867166"/>
                <a:gd name="connsiteX3" fmla="*/ 1435100 w 2861117"/>
                <a:gd name="connsiteY3" fmla="*/ 250196 h 2867166"/>
                <a:gd name="connsiteX0" fmla="*/ 1435100 w 2860844"/>
                <a:gd name="connsiteY0" fmla="*/ 421200 h 3038170"/>
                <a:gd name="connsiteX1" fmla="*/ 2857500 w 2860844"/>
                <a:gd name="connsiteY1" fmla="*/ 1094300 h 3038170"/>
                <a:gd name="connsiteX2" fmla="*/ 0 w 2860844"/>
                <a:gd name="connsiteY2" fmla="*/ 3037400 h 3038170"/>
                <a:gd name="connsiteX3" fmla="*/ 1435100 w 2860844"/>
                <a:gd name="connsiteY3" fmla="*/ 421200 h 3038170"/>
                <a:gd name="connsiteX0" fmla="*/ 1435100 w 2924171"/>
                <a:gd name="connsiteY0" fmla="*/ 414635 h 3031612"/>
                <a:gd name="connsiteX1" fmla="*/ 2921000 w 2924171"/>
                <a:gd name="connsiteY1" fmla="*/ 1100435 h 3031612"/>
                <a:gd name="connsiteX2" fmla="*/ 0 w 2924171"/>
                <a:gd name="connsiteY2" fmla="*/ 3030835 h 3031612"/>
                <a:gd name="connsiteX3" fmla="*/ 1435100 w 2924171"/>
                <a:gd name="connsiteY3" fmla="*/ 414635 h 3031612"/>
                <a:gd name="connsiteX0" fmla="*/ 1435100 w 2943947"/>
                <a:gd name="connsiteY0" fmla="*/ 434155 h 3051132"/>
                <a:gd name="connsiteX1" fmla="*/ 2921000 w 2943947"/>
                <a:gd name="connsiteY1" fmla="*/ 1119955 h 3051132"/>
                <a:gd name="connsiteX2" fmla="*/ 0 w 2943947"/>
                <a:gd name="connsiteY2" fmla="*/ 3050355 h 3051132"/>
                <a:gd name="connsiteX3" fmla="*/ 1435100 w 2943947"/>
                <a:gd name="connsiteY3" fmla="*/ 434155 h 3051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3947" h="3051132">
                  <a:moveTo>
                    <a:pt x="1435100" y="434155"/>
                  </a:moveTo>
                  <a:cubicBezTo>
                    <a:pt x="1820333" y="150522"/>
                    <a:pt x="3132667" y="-666512"/>
                    <a:pt x="2921000" y="1119955"/>
                  </a:cubicBezTo>
                  <a:cubicBezTo>
                    <a:pt x="2844800" y="1716855"/>
                    <a:pt x="1752600" y="3088455"/>
                    <a:pt x="0" y="3050355"/>
                  </a:cubicBezTo>
                  <a:cubicBezTo>
                    <a:pt x="287867" y="1454388"/>
                    <a:pt x="1020233" y="734722"/>
                    <a:pt x="1435100" y="434155"/>
                  </a:cubicBezTo>
                  <a:close/>
                </a:path>
              </a:pathLst>
            </a:custGeom>
            <a:gradFill>
              <a:gsLst>
                <a:gs pos="0">
                  <a:srgbClr val="DF7C27"/>
                </a:gs>
                <a:gs pos="66000">
                  <a:srgbClr val="5C8B9D"/>
                </a:gs>
              </a:gsLst>
              <a:lin ang="13800000" scaled="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102">
              <a:extLst>
                <a:ext uri="{FF2B5EF4-FFF2-40B4-BE49-F238E27FC236}">
                  <a16:creationId xmlns:a16="http://schemas.microsoft.com/office/drawing/2014/main" id="{9B90D27F-0AF4-4514-8BE0-DADE68386967}"/>
                </a:ext>
              </a:extLst>
            </p:cNvPr>
            <p:cNvSpPr/>
            <p:nvPr/>
          </p:nvSpPr>
          <p:spPr>
            <a:xfrm>
              <a:off x="7329165" y="1247533"/>
              <a:ext cx="1295181" cy="736597"/>
            </a:xfrm>
            <a:custGeom>
              <a:avLst/>
              <a:gdLst>
                <a:gd name="connsiteX0" fmla="*/ 0 w 558581"/>
                <a:gd name="connsiteY0" fmla="*/ 0 h 300022"/>
                <a:gd name="connsiteX1" fmla="*/ 558581 w 558581"/>
                <a:gd name="connsiteY1" fmla="*/ 0 h 300022"/>
                <a:gd name="connsiteX2" fmla="*/ 558581 w 558581"/>
                <a:gd name="connsiteY2" fmla="*/ 300022 h 300022"/>
                <a:gd name="connsiteX3" fmla="*/ 0 w 558581"/>
                <a:gd name="connsiteY3" fmla="*/ 300022 h 300022"/>
                <a:gd name="connsiteX4" fmla="*/ 0 w 558581"/>
                <a:gd name="connsiteY4" fmla="*/ 0 h 300022"/>
                <a:gd name="connsiteX0" fmla="*/ 0 w 933231"/>
                <a:gd name="connsiteY0" fmla="*/ 0 h 452422"/>
                <a:gd name="connsiteX1" fmla="*/ 558581 w 933231"/>
                <a:gd name="connsiteY1" fmla="*/ 0 h 452422"/>
                <a:gd name="connsiteX2" fmla="*/ 933231 w 933231"/>
                <a:gd name="connsiteY2" fmla="*/ 452422 h 452422"/>
                <a:gd name="connsiteX3" fmla="*/ 0 w 933231"/>
                <a:gd name="connsiteY3" fmla="*/ 300022 h 452422"/>
                <a:gd name="connsiteX4" fmla="*/ 0 w 933231"/>
                <a:gd name="connsiteY4" fmla="*/ 0 h 452422"/>
                <a:gd name="connsiteX0" fmla="*/ 0 w 933231"/>
                <a:gd name="connsiteY0" fmla="*/ 165100 h 617522"/>
                <a:gd name="connsiteX1" fmla="*/ 101381 w 933231"/>
                <a:gd name="connsiteY1" fmla="*/ 0 h 617522"/>
                <a:gd name="connsiteX2" fmla="*/ 933231 w 933231"/>
                <a:gd name="connsiteY2" fmla="*/ 617522 h 617522"/>
                <a:gd name="connsiteX3" fmla="*/ 0 w 933231"/>
                <a:gd name="connsiteY3" fmla="*/ 465122 h 617522"/>
                <a:gd name="connsiteX4" fmla="*/ 0 w 933231"/>
                <a:gd name="connsiteY4" fmla="*/ 165100 h 617522"/>
                <a:gd name="connsiteX0" fmla="*/ 0 w 1009431"/>
                <a:gd name="connsiteY0" fmla="*/ 120650 h 617522"/>
                <a:gd name="connsiteX1" fmla="*/ 177581 w 1009431"/>
                <a:gd name="connsiteY1" fmla="*/ 0 h 617522"/>
                <a:gd name="connsiteX2" fmla="*/ 1009431 w 1009431"/>
                <a:gd name="connsiteY2" fmla="*/ 617522 h 617522"/>
                <a:gd name="connsiteX3" fmla="*/ 76200 w 1009431"/>
                <a:gd name="connsiteY3" fmla="*/ 465122 h 617522"/>
                <a:gd name="connsiteX4" fmla="*/ 0 w 1009431"/>
                <a:gd name="connsiteY4" fmla="*/ 120650 h 617522"/>
                <a:gd name="connsiteX0" fmla="*/ 247650 w 1257081"/>
                <a:gd name="connsiteY0" fmla="*/ 120650 h 617522"/>
                <a:gd name="connsiteX1" fmla="*/ 425231 w 1257081"/>
                <a:gd name="connsiteY1" fmla="*/ 0 h 617522"/>
                <a:gd name="connsiteX2" fmla="*/ 1257081 w 1257081"/>
                <a:gd name="connsiteY2" fmla="*/ 617522 h 617522"/>
                <a:gd name="connsiteX3" fmla="*/ 0 w 1257081"/>
                <a:gd name="connsiteY3" fmla="*/ 395272 h 617522"/>
                <a:gd name="connsiteX4" fmla="*/ 247650 w 1257081"/>
                <a:gd name="connsiteY4" fmla="*/ 120650 h 617522"/>
                <a:gd name="connsiteX0" fmla="*/ 247650 w 1257081"/>
                <a:gd name="connsiteY0" fmla="*/ 120650 h 617522"/>
                <a:gd name="connsiteX1" fmla="*/ 425231 w 1257081"/>
                <a:gd name="connsiteY1" fmla="*/ 0 h 617522"/>
                <a:gd name="connsiteX2" fmla="*/ 1257081 w 1257081"/>
                <a:gd name="connsiteY2" fmla="*/ 617522 h 617522"/>
                <a:gd name="connsiteX3" fmla="*/ 0 w 1257081"/>
                <a:gd name="connsiteY3" fmla="*/ 395272 h 617522"/>
                <a:gd name="connsiteX4" fmla="*/ 247650 w 1257081"/>
                <a:gd name="connsiteY4" fmla="*/ 120650 h 617522"/>
                <a:gd name="connsiteX0" fmla="*/ 247650 w 1257081"/>
                <a:gd name="connsiteY0" fmla="*/ 120650 h 617522"/>
                <a:gd name="connsiteX1" fmla="*/ 425231 w 1257081"/>
                <a:gd name="connsiteY1" fmla="*/ 0 h 617522"/>
                <a:gd name="connsiteX2" fmla="*/ 1257081 w 1257081"/>
                <a:gd name="connsiteY2" fmla="*/ 617522 h 617522"/>
                <a:gd name="connsiteX3" fmla="*/ 0 w 1257081"/>
                <a:gd name="connsiteY3" fmla="*/ 395272 h 617522"/>
                <a:gd name="connsiteX4" fmla="*/ 247650 w 1257081"/>
                <a:gd name="connsiteY4" fmla="*/ 120650 h 617522"/>
                <a:gd name="connsiteX0" fmla="*/ 273050 w 1282481"/>
                <a:gd name="connsiteY0" fmla="*/ 120650 h 617522"/>
                <a:gd name="connsiteX1" fmla="*/ 450631 w 1282481"/>
                <a:gd name="connsiteY1" fmla="*/ 0 h 617522"/>
                <a:gd name="connsiteX2" fmla="*/ 1282481 w 1282481"/>
                <a:gd name="connsiteY2" fmla="*/ 617522 h 617522"/>
                <a:gd name="connsiteX3" fmla="*/ 0 w 1282481"/>
                <a:gd name="connsiteY3" fmla="*/ 373047 h 617522"/>
                <a:gd name="connsiteX4" fmla="*/ 273050 w 1282481"/>
                <a:gd name="connsiteY4" fmla="*/ 120650 h 617522"/>
                <a:gd name="connsiteX0" fmla="*/ 273050 w 1282481"/>
                <a:gd name="connsiteY0" fmla="*/ 120650 h 727494"/>
                <a:gd name="connsiteX1" fmla="*/ 450631 w 1282481"/>
                <a:gd name="connsiteY1" fmla="*/ 0 h 727494"/>
                <a:gd name="connsiteX2" fmla="*/ 1282481 w 1282481"/>
                <a:gd name="connsiteY2" fmla="*/ 617522 h 727494"/>
                <a:gd name="connsiteX3" fmla="*/ 0 w 1282481"/>
                <a:gd name="connsiteY3" fmla="*/ 373047 h 727494"/>
                <a:gd name="connsiteX4" fmla="*/ 273050 w 1282481"/>
                <a:gd name="connsiteY4" fmla="*/ 120650 h 727494"/>
                <a:gd name="connsiteX0" fmla="*/ 273050 w 1282481"/>
                <a:gd name="connsiteY0" fmla="*/ 120650 h 749297"/>
                <a:gd name="connsiteX1" fmla="*/ 450631 w 1282481"/>
                <a:gd name="connsiteY1" fmla="*/ 0 h 749297"/>
                <a:gd name="connsiteX2" fmla="*/ 1282481 w 1282481"/>
                <a:gd name="connsiteY2" fmla="*/ 617522 h 749297"/>
                <a:gd name="connsiteX3" fmla="*/ 0 w 1282481"/>
                <a:gd name="connsiteY3" fmla="*/ 373047 h 749297"/>
                <a:gd name="connsiteX4" fmla="*/ 273050 w 1282481"/>
                <a:gd name="connsiteY4" fmla="*/ 120650 h 749297"/>
                <a:gd name="connsiteX0" fmla="*/ 273050 w 1282481"/>
                <a:gd name="connsiteY0" fmla="*/ 120650 h 749297"/>
                <a:gd name="connsiteX1" fmla="*/ 450631 w 1282481"/>
                <a:gd name="connsiteY1" fmla="*/ 0 h 749297"/>
                <a:gd name="connsiteX2" fmla="*/ 1282481 w 1282481"/>
                <a:gd name="connsiteY2" fmla="*/ 617522 h 749297"/>
                <a:gd name="connsiteX3" fmla="*/ 0 w 1282481"/>
                <a:gd name="connsiteY3" fmla="*/ 373047 h 749297"/>
                <a:gd name="connsiteX4" fmla="*/ 273050 w 1282481"/>
                <a:gd name="connsiteY4" fmla="*/ 120650 h 749297"/>
                <a:gd name="connsiteX0" fmla="*/ 273050 w 1282481"/>
                <a:gd name="connsiteY0" fmla="*/ 120650 h 749297"/>
                <a:gd name="connsiteX1" fmla="*/ 450631 w 1282481"/>
                <a:gd name="connsiteY1" fmla="*/ 0 h 749297"/>
                <a:gd name="connsiteX2" fmla="*/ 1282481 w 1282481"/>
                <a:gd name="connsiteY2" fmla="*/ 617522 h 749297"/>
                <a:gd name="connsiteX3" fmla="*/ 0 w 1282481"/>
                <a:gd name="connsiteY3" fmla="*/ 373047 h 749297"/>
                <a:gd name="connsiteX4" fmla="*/ 273050 w 1282481"/>
                <a:gd name="connsiteY4" fmla="*/ 120650 h 749297"/>
                <a:gd name="connsiteX0" fmla="*/ 273050 w 1282481"/>
                <a:gd name="connsiteY0" fmla="*/ 120650 h 749297"/>
                <a:gd name="connsiteX1" fmla="*/ 450631 w 1282481"/>
                <a:gd name="connsiteY1" fmla="*/ 0 h 749297"/>
                <a:gd name="connsiteX2" fmla="*/ 1282481 w 1282481"/>
                <a:gd name="connsiteY2" fmla="*/ 617522 h 749297"/>
                <a:gd name="connsiteX3" fmla="*/ 0 w 1282481"/>
                <a:gd name="connsiteY3" fmla="*/ 373047 h 749297"/>
                <a:gd name="connsiteX4" fmla="*/ 273050 w 1282481"/>
                <a:gd name="connsiteY4" fmla="*/ 120650 h 749297"/>
                <a:gd name="connsiteX0" fmla="*/ 273050 w 1282481"/>
                <a:gd name="connsiteY0" fmla="*/ 120650 h 749297"/>
                <a:gd name="connsiteX1" fmla="*/ 450631 w 1282481"/>
                <a:gd name="connsiteY1" fmla="*/ 0 h 749297"/>
                <a:gd name="connsiteX2" fmla="*/ 1282481 w 1282481"/>
                <a:gd name="connsiteY2" fmla="*/ 617522 h 749297"/>
                <a:gd name="connsiteX3" fmla="*/ 0 w 1282481"/>
                <a:gd name="connsiteY3" fmla="*/ 373047 h 749297"/>
                <a:gd name="connsiteX4" fmla="*/ 273050 w 1282481"/>
                <a:gd name="connsiteY4" fmla="*/ 120650 h 749297"/>
                <a:gd name="connsiteX0" fmla="*/ 273050 w 1282481"/>
                <a:gd name="connsiteY0" fmla="*/ 120650 h 749297"/>
                <a:gd name="connsiteX1" fmla="*/ 450631 w 1282481"/>
                <a:gd name="connsiteY1" fmla="*/ 0 h 749297"/>
                <a:gd name="connsiteX2" fmla="*/ 1282481 w 1282481"/>
                <a:gd name="connsiteY2" fmla="*/ 617522 h 749297"/>
                <a:gd name="connsiteX3" fmla="*/ 0 w 1282481"/>
                <a:gd name="connsiteY3" fmla="*/ 373047 h 749297"/>
                <a:gd name="connsiteX4" fmla="*/ 273050 w 1282481"/>
                <a:gd name="connsiteY4" fmla="*/ 120650 h 749297"/>
                <a:gd name="connsiteX0" fmla="*/ 273050 w 1282481"/>
                <a:gd name="connsiteY0" fmla="*/ 107950 h 736597"/>
                <a:gd name="connsiteX1" fmla="*/ 463331 w 1282481"/>
                <a:gd name="connsiteY1" fmla="*/ 0 h 736597"/>
                <a:gd name="connsiteX2" fmla="*/ 1282481 w 1282481"/>
                <a:gd name="connsiteY2" fmla="*/ 604822 h 736597"/>
                <a:gd name="connsiteX3" fmla="*/ 0 w 1282481"/>
                <a:gd name="connsiteY3" fmla="*/ 360347 h 736597"/>
                <a:gd name="connsiteX4" fmla="*/ 273050 w 1282481"/>
                <a:gd name="connsiteY4" fmla="*/ 107950 h 736597"/>
                <a:gd name="connsiteX0" fmla="*/ 273050 w 1282481"/>
                <a:gd name="connsiteY0" fmla="*/ 107950 h 736597"/>
                <a:gd name="connsiteX1" fmla="*/ 463331 w 1282481"/>
                <a:gd name="connsiteY1" fmla="*/ 0 h 736597"/>
                <a:gd name="connsiteX2" fmla="*/ 1282481 w 1282481"/>
                <a:gd name="connsiteY2" fmla="*/ 604822 h 736597"/>
                <a:gd name="connsiteX3" fmla="*/ 0 w 1282481"/>
                <a:gd name="connsiteY3" fmla="*/ 360347 h 736597"/>
                <a:gd name="connsiteX4" fmla="*/ 273050 w 1282481"/>
                <a:gd name="connsiteY4" fmla="*/ 107950 h 736597"/>
                <a:gd name="connsiteX0" fmla="*/ 273050 w 1282481"/>
                <a:gd name="connsiteY0" fmla="*/ 107950 h 736597"/>
                <a:gd name="connsiteX1" fmla="*/ 463331 w 1282481"/>
                <a:gd name="connsiteY1" fmla="*/ 0 h 736597"/>
                <a:gd name="connsiteX2" fmla="*/ 1282481 w 1282481"/>
                <a:gd name="connsiteY2" fmla="*/ 604822 h 736597"/>
                <a:gd name="connsiteX3" fmla="*/ 0 w 1282481"/>
                <a:gd name="connsiteY3" fmla="*/ 360347 h 736597"/>
                <a:gd name="connsiteX4" fmla="*/ 273050 w 1282481"/>
                <a:gd name="connsiteY4" fmla="*/ 107950 h 736597"/>
                <a:gd name="connsiteX0" fmla="*/ 273050 w 1282481"/>
                <a:gd name="connsiteY0" fmla="*/ 107950 h 736597"/>
                <a:gd name="connsiteX1" fmla="*/ 495081 w 1282481"/>
                <a:gd name="connsiteY1" fmla="*/ 0 h 736597"/>
                <a:gd name="connsiteX2" fmla="*/ 1282481 w 1282481"/>
                <a:gd name="connsiteY2" fmla="*/ 604822 h 736597"/>
                <a:gd name="connsiteX3" fmla="*/ 0 w 1282481"/>
                <a:gd name="connsiteY3" fmla="*/ 360347 h 736597"/>
                <a:gd name="connsiteX4" fmla="*/ 273050 w 1282481"/>
                <a:gd name="connsiteY4" fmla="*/ 107950 h 736597"/>
                <a:gd name="connsiteX0" fmla="*/ 273050 w 1295181"/>
                <a:gd name="connsiteY0" fmla="*/ 107950 h 736597"/>
                <a:gd name="connsiteX1" fmla="*/ 495081 w 1295181"/>
                <a:gd name="connsiteY1" fmla="*/ 0 h 736597"/>
                <a:gd name="connsiteX2" fmla="*/ 1295181 w 1295181"/>
                <a:gd name="connsiteY2" fmla="*/ 604822 h 736597"/>
                <a:gd name="connsiteX3" fmla="*/ 0 w 1295181"/>
                <a:gd name="connsiteY3" fmla="*/ 360347 h 736597"/>
                <a:gd name="connsiteX4" fmla="*/ 273050 w 1295181"/>
                <a:gd name="connsiteY4" fmla="*/ 107950 h 736597"/>
                <a:gd name="connsiteX0" fmla="*/ 273050 w 1295181"/>
                <a:gd name="connsiteY0" fmla="*/ 107950 h 736597"/>
                <a:gd name="connsiteX1" fmla="*/ 495081 w 1295181"/>
                <a:gd name="connsiteY1" fmla="*/ 0 h 736597"/>
                <a:gd name="connsiteX2" fmla="*/ 1295181 w 1295181"/>
                <a:gd name="connsiteY2" fmla="*/ 604822 h 736597"/>
                <a:gd name="connsiteX3" fmla="*/ 0 w 1295181"/>
                <a:gd name="connsiteY3" fmla="*/ 360347 h 736597"/>
                <a:gd name="connsiteX4" fmla="*/ 273050 w 1295181"/>
                <a:gd name="connsiteY4" fmla="*/ 107950 h 736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5181" h="736597">
                  <a:moveTo>
                    <a:pt x="273050" y="107950"/>
                  </a:moveTo>
                  <a:cubicBezTo>
                    <a:pt x="341769" y="67733"/>
                    <a:pt x="435887" y="40217"/>
                    <a:pt x="495081" y="0"/>
                  </a:cubicBezTo>
                  <a:cubicBezTo>
                    <a:pt x="715214" y="62966"/>
                    <a:pt x="1186173" y="202131"/>
                    <a:pt x="1295181" y="604822"/>
                  </a:cubicBezTo>
                  <a:cubicBezTo>
                    <a:pt x="867687" y="523330"/>
                    <a:pt x="189369" y="1086364"/>
                    <a:pt x="0" y="360347"/>
                  </a:cubicBezTo>
                  <a:cubicBezTo>
                    <a:pt x="103717" y="298440"/>
                    <a:pt x="220133" y="350832"/>
                    <a:pt x="273050" y="107950"/>
                  </a:cubicBezTo>
                  <a:close/>
                </a:path>
              </a:pathLst>
            </a:custGeom>
            <a:solidFill>
              <a:srgbClr val="5C8B9D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0E8565A-B7E2-4FBF-ABF6-068CE1CBBBDE}"/>
                </a:ext>
              </a:extLst>
            </p:cNvPr>
            <p:cNvSpPr/>
            <p:nvPr/>
          </p:nvSpPr>
          <p:spPr>
            <a:xfrm>
              <a:off x="7382921" y="1674946"/>
              <a:ext cx="1241425" cy="180584"/>
            </a:xfrm>
            <a:custGeom>
              <a:avLst/>
              <a:gdLst>
                <a:gd name="connsiteX0" fmla="*/ 0 w 1241425"/>
                <a:gd name="connsiteY0" fmla="*/ 63109 h 180584"/>
                <a:gd name="connsiteX1" fmla="*/ 292100 w 1241425"/>
                <a:gd name="connsiteY1" fmla="*/ 18659 h 180584"/>
                <a:gd name="connsiteX2" fmla="*/ 644525 w 1241425"/>
                <a:gd name="connsiteY2" fmla="*/ 2784 h 180584"/>
                <a:gd name="connsiteX3" fmla="*/ 949325 w 1241425"/>
                <a:gd name="connsiteY3" fmla="*/ 72634 h 180584"/>
                <a:gd name="connsiteX4" fmla="*/ 1241425 w 1241425"/>
                <a:gd name="connsiteY4" fmla="*/ 180584 h 180584"/>
                <a:gd name="connsiteX5" fmla="*/ 1241425 w 1241425"/>
                <a:gd name="connsiteY5" fmla="*/ 180584 h 180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41425" h="180584">
                  <a:moveTo>
                    <a:pt x="0" y="63109"/>
                  </a:moveTo>
                  <a:cubicBezTo>
                    <a:pt x="92339" y="45911"/>
                    <a:pt x="184679" y="28713"/>
                    <a:pt x="292100" y="18659"/>
                  </a:cubicBezTo>
                  <a:cubicBezTo>
                    <a:pt x="399521" y="8605"/>
                    <a:pt x="534988" y="-6212"/>
                    <a:pt x="644525" y="2784"/>
                  </a:cubicBezTo>
                  <a:cubicBezTo>
                    <a:pt x="754062" y="11780"/>
                    <a:pt x="849842" y="43001"/>
                    <a:pt x="949325" y="72634"/>
                  </a:cubicBezTo>
                  <a:cubicBezTo>
                    <a:pt x="1048808" y="102267"/>
                    <a:pt x="1241425" y="180584"/>
                    <a:pt x="1241425" y="180584"/>
                  </a:cubicBezTo>
                  <a:lnTo>
                    <a:pt x="1241425" y="180584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3A596C7-9AF6-4FD6-A8EF-B7D7AB877A03}"/>
              </a:ext>
            </a:extLst>
          </p:cNvPr>
          <p:cNvGrpSpPr/>
          <p:nvPr/>
        </p:nvGrpSpPr>
        <p:grpSpPr>
          <a:xfrm>
            <a:off x="6385857" y="220273"/>
            <a:ext cx="5459119" cy="6412505"/>
            <a:chOff x="5022123" y="197845"/>
            <a:chExt cx="6293445" cy="7392539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AD01E585-48C9-4286-A430-25EDFE212A0D}"/>
                </a:ext>
              </a:extLst>
            </p:cNvPr>
            <p:cNvSpPr/>
            <p:nvPr/>
          </p:nvSpPr>
          <p:spPr>
            <a:xfrm>
              <a:off x="5022124" y="222622"/>
              <a:ext cx="3065812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>
                  <a:ln>
                    <a:solidFill>
                      <a:sysClr val="windowText" lastClr="000000"/>
                    </a:solidFill>
                  </a:ln>
                  <a:solidFill>
                    <a:srgbClr val="09BFFF"/>
                  </a:solidFill>
                </a:rPr>
                <a:t>A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3B1C6BC-6E70-4FAE-808E-8EDA903BFC7B}"/>
                </a:ext>
              </a:extLst>
            </p:cNvPr>
            <p:cNvSpPr/>
            <p:nvPr/>
          </p:nvSpPr>
          <p:spPr>
            <a:xfrm>
              <a:off x="8249755" y="197845"/>
              <a:ext cx="3065813" cy="16207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>
                  <a:ln>
                    <a:solidFill>
                      <a:sysClr val="windowText" lastClr="000000"/>
                    </a:solidFill>
                  </a:ln>
                  <a:solidFill>
                    <a:srgbClr val="F8CBAD"/>
                  </a:solidFill>
                </a:rPr>
                <a:t>a</a:t>
              </a:r>
              <a:r>
                <a:rPr lang="en-US" sz="9600" b="1" dirty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-</a:t>
              </a:r>
              <a:r>
                <a:rPr lang="en-US" sz="9600" b="1" dirty="0">
                  <a:ln>
                    <a:solidFill>
                      <a:sysClr val="windowText" lastClr="000000"/>
                    </a:solidFill>
                  </a:ln>
                  <a:solidFill>
                    <a:srgbClr val="F8CBAD"/>
                  </a:solidFill>
                </a:rPr>
                <a:t>e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ED703B8A-E1E2-49F5-BEDD-63E90672D36B}"/>
                </a:ext>
              </a:extLst>
            </p:cNvPr>
            <p:cNvSpPr/>
            <p:nvPr/>
          </p:nvSpPr>
          <p:spPr>
            <a:xfrm>
              <a:off x="5022123" y="2144557"/>
              <a:ext cx="3065811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>
                  <a:ln>
                    <a:solidFill>
                      <a:sysClr val="windowText" lastClr="000000"/>
                    </a:solidFill>
                  </a:ln>
                  <a:solidFill>
                    <a:srgbClr val="F09050"/>
                  </a:solidFill>
                </a:rPr>
                <a:t>ai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5E4A48D9-ECAD-433D-AD70-793741E588B2}"/>
                </a:ext>
              </a:extLst>
            </p:cNvPr>
            <p:cNvSpPr/>
            <p:nvPr/>
          </p:nvSpPr>
          <p:spPr>
            <a:xfrm>
              <a:off x="8249755" y="2139775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 err="1">
                  <a:ln>
                    <a:solidFill>
                      <a:sysClr val="windowText" lastClr="000000"/>
                    </a:solidFill>
                  </a:ln>
                  <a:solidFill>
                    <a:srgbClr val="BE5B33"/>
                  </a:solidFill>
                </a:rPr>
                <a:t>ea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</a:endParaRP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948A0FD3-8DE1-4CC9-B7AB-8A00E33F6DFC}"/>
                </a:ext>
              </a:extLst>
            </p:cNvPr>
            <p:cNvSpPr/>
            <p:nvPr/>
          </p:nvSpPr>
          <p:spPr>
            <a:xfrm>
              <a:off x="8242166" y="4064425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 err="1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</a:rPr>
                <a:t>Eigh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CA070297-CA1B-4028-904D-72EDCA8896C5}"/>
                </a:ext>
              </a:extLst>
            </p:cNvPr>
            <p:cNvSpPr/>
            <p:nvPr/>
          </p:nvSpPr>
          <p:spPr>
            <a:xfrm>
              <a:off x="5023703" y="4066492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>
                  <a:ln>
                    <a:solidFill>
                      <a:sysClr val="windowText" lastClr="000000"/>
                    </a:solidFill>
                  </a:ln>
                  <a:solidFill>
                    <a:srgbClr val="92D050"/>
                  </a:solidFill>
                </a:rPr>
                <a:t>ay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A721560A-8323-48E4-ACE5-DED79860FA38}"/>
                </a:ext>
              </a:extLst>
            </p:cNvPr>
            <p:cNvSpPr/>
            <p:nvPr/>
          </p:nvSpPr>
          <p:spPr>
            <a:xfrm>
              <a:off x="5029709" y="5986871"/>
              <a:ext cx="3058225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 err="1">
                  <a:ln>
                    <a:solidFill>
                      <a:sysClr val="windowText" lastClr="000000"/>
                    </a:solidFill>
                  </a:ln>
                  <a:solidFill>
                    <a:schemeClr val="bg2">
                      <a:lumMod val="75000"/>
                    </a:schemeClr>
                  </a:solidFill>
                </a:rPr>
                <a:t>ey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86586E3D-C8CE-4377-8FBC-B7526A559277}"/>
                </a:ext>
              </a:extLst>
            </p:cNvPr>
            <p:cNvSpPr/>
            <p:nvPr/>
          </p:nvSpPr>
          <p:spPr>
            <a:xfrm>
              <a:off x="8249755" y="5984294"/>
              <a:ext cx="3058224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 err="1">
                  <a:ln>
                    <a:solidFill>
                      <a:sysClr val="windowText" lastClr="000000"/>
                    </a:solidFill>
                  </a:ln>
                  <a:solidFill>
                    <a:schemeClr val="accent2">
                      <a:lumMod val="50000"/>
                    </a:schemeClr>
                  </a:solidFill>
                </a:rPr>
                <a:t>ei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</a:endParaRPr>
            </a:p>
          </p:txBody>
        </p:sp>
      </p:grpSp>
      <p:pic>
        <p:nvPicPr>
          <p:cNvPr id="2" name="ttsMP3.com_VoiceText_2025-4-22_18-43-48">
            <a:hlinkClick r:id="" action="ppaction://media"/>
            <a:extLst>
              <a:ext uri="{FF2B5EF4-FFF2-40B4-BE49-F238E27FC236}">
                <a16:creationId xmlns:a16="http://schemas.microsoft.com/office/drawing/2014/main" id="{0ECAADCF-7FD4-4749-A658-76CB6A5EB6B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224061" y="525691"/>
            <a:ext cx="609600" cy="609600"/>
          </a:xfrm>
          <a:prstGeom prst="rect">
            <a:avLst/>
          </a:prstGeom>
        </p:spPr>
      </p:pic>
      <p:pic>
        <p:nvPicPr>
          <p:cNvPr id="37" name="1sec">
            <a:hlinkClick r:id="" action="ppaction://media"/>
            <a:extLst>
              <a:ext uri="{FF2B5EF4-FFF2-40B4-BE49-F238E27FC236}">
                <a16:creationId xmlns:a16="http://schemas.microsoft.com/office/drawing/2014/main" id="{9CE608F6-5D9C-42A5-AB71-CCA641299E32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097819" y="618434"/>
            <a:ext cx="609600" cy="609600"/>
          </a:xfrm>
          <a:prstGeom prst="rect">
            <a:avLst/>
          </a:prstGeom>
        </p:spPr>
      </p:pic>
      <p:pic>
        <p:nvPicPr>
          <p:cNvPr id="38" name="1sec">
            <a:hlinkClick r:id="" action="ppaction://media"/>
            <a:extLst>
              <a:ext uri="{FF2B5EF4-FFF2-40B4-BE49-F238E27FC236}">
                <a16:creationId xmlns:a16="http://schemas.microsoft.com/office/drawing/2014/main" id="{1B30C72D-2214-4112-BC25-C2A4254314A4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862151" y="562391"/>
            <a:ext cx="609600" cy="609600"/>
          </a:xfrm>
          <a:prstGeom prst="rect">
            <a:avLst/>
          </a:prstGeom>
        </p:spPr>
      </p:pic>
      <p:pic>
        <p:nvPicPr>
          <p:cNvPr id="39" name="longa">
            <a:hlinkClick r:id="" action="ppaction://media"/>
            <a:extLst>
              <a:ext uri="{FF2B5EF4-FFF2-40B4-BE49-F238E27FC236}">
                <a16:creationId xmlns:a16="http://schemas.microsoft.com/office/drawing/2014/main" id="{22ECCB26-9C70-46A3-8761-AB161E0EE40A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2700230" y="555606"/>
            <a:ext cx="609600" cy="609600"/>
          </a:xfrm>
          <a:prstGeom prst="rect">
            <a:avLst/>
          </a:prstGeom>
        </p:spPr>
      </p:pic>
      <p:pic>
        <p:nvPicPr>
          <p:cNvPr id="40" name="1sec">
            <a:hlinkClick r:id="" action="ppaction://media"/>
            <a:extLst>
              <a:ext uri="{FF2B5EF4-FFF2-40B4-BE49-F238E27FC236}">
                <a16:creationId xmlns:a16="http://schemas.microsoft.com/office/drawing/2014/main" id="{3D04BD46-26D0-4CA4-8F7E-4D7DE89DCAF4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3429049" y="580855"/>
            <a:ext cx="609600" cy="609600"/>
          </a:xfrm>
          <a:prstGeom prst="rect">
            <a:avLst/>
          </a:prstGeom>
        </p:spPr>
      </p:pic>
      <p:pic>
        <p:nvPicPr>
          <p:cNvPr id="41" name="1sec">
            <a:hlinkClick r:id="" action="ppaction://media"/>
            <a:extLst>
              <a:ext uri="{FF2B5EF4-FFF2-40B4-BE49-F238E27FC236}">
                <a16:creationId xmlns:a16="http://schemas.microsoft.com/office/drawing/2014/main" id="{60E9C03A-26B4-4B79-838C-630482B9354C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4093750" y="562033"/>
            <a:ext cx="609600" cy="609600"/>
          </a:xfrm>
          <a:prstGeom prst="rect">
            <a:avLst/>
          </a:prstGeom>
        </p:spPr>
      </p:pic>
      <p:pic>
        <p:nvPicPr>
          <p:cNvPr id="3" name="awesome">
            <a:hlinkClick r:id="" action="ppaction://media"/>
            <a:extLst>
              <a:ext uri="{FF2B5EF4-FFF2-40B4-BE49-F238E27FC236}">
                <a16:creationId xmlns:a16="http://schemas.microsoft.com/office/drawing/2014/main" id="{2331FBBA-F431-4825-8E4C-0C019588E77C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4898059" y="555606"/>
            <a:ext cx="609600" cy="609600"/>
          </a:xfrm>
          <a:prstGeom prst="rect">
            <a:avLst/>
          </a:prstGeom>
        </p:spPr>
      </p:pic>
      <p:pic>
        <p:nvPicPr>
          <p:cNvPr id="42" name="1sec">
            <a:hlinkClick r:id="" action="ppaction://media"/>
            <a:extLst>
              <a:ext uri="{FF2B5EF4-FFF2-40B4-BE49-F238E27FC236}">
                <a16:creationId xmlns:a16="http://schemas.microsoft.com/office/drawing/2014/main" id="{D863CD78-3E48-4678-8C3D-1ADFF0CB7861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5706075" y="616557"/>
            <a:ext cx="609600" cy="609600"/>
          </a:xfrm>
          <a:prstGeom prst="rect">
            <a:avLst/>
          </a:prstGeom>
        </p:spPr>
      </p:pic>
      <p:pic>
        <p:nvPicPr>
          <p:cNvPr id="43" name="seeyounexttimeformorewordfun">
            <a:hlinkClick r:id="" action="ppaction://media"/>
            <a:extLst>
              <a:ext uri="{FF2B5EF4-FFF2-40B4-BE49-F238E27FC236}">
                <a16:creationId xmlns:a16="http://schemas.microsoft.com/office/drawing/2014/main" id="{F062A485-57E7-4115-8B3E-FF859882994E}"/>
              </a:ext>
            </a:extLst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227236" y="1641010"/>
            <a:ext cx="609600" cy="609600"/>
          </a:xfrm>
          <a:prstGeom prst="rect">
            <a:avLst/>
          </a:prstGeom>
        </p:spPr>
      </p:pic>
      <p:pic>
        <p:nvPicPr>
          <p:cNvPr id="44" name="1sec">
            <a:hlinkClick r:id="" action="ppaction://media"/>
            <a:extLst>
              <a:ext uri="{FF2B5EF4-FFF2-40B4-BE49-F238E27FC236}">
                <a16:creationId xmlns:a16="http://schemas.microsoft.com/office/drawing/2014/main" id="{13EEE2C3-955B-4648-B988-FB3291C827EB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977205" y="1708069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8534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4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40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056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6096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56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152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480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632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56" fill="hold"/>
                                        <p:tgtEl>
                                          <p:spTgt spid="4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688"/>
                            </p:stCondLst>
                            <p:childTnLst>
                              <p:par>
                                <p:cTn id="20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1" dur="1056" fill="hold"/>
                                        <p:tgtEl>
                                          <p:spTgt spid="4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9744"/>
                            </p:stCondLst>
                            <p:childTnLst>
                              <p:par>
                                <p:cTn id="23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" dur="50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248"/>
                            </p:stCondLst>
                            <p:childTnLst>
                              <p:par>
                                <p:cTn id="26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7" dur="1056" fill="hold"/>
                                        <p:tgtEl>
                                          <p:spTgt spid="4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1304"/>
                            </p:stCondLst>
                            <p:childTnLst>
                              <p:par>
                                <p:cTn id="29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2232" fill="hold"/>
                                        <p:tgtEl>
                                          <p:spTgt spid="4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3536"/>
                            </p:stCondLst>
                            <p:childTnLst>
                              <p:par>
                                <p:cTn id="32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3" dur="1056" fill="hold"/>
                                        <p:tgtEl>
                                          <p:spTgt spid="4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3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 showWhenStopped="0">
                <p:cTn id="3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7"/>
                </p:tgtEl>
              </p:cMediaNode>
            </p:audio>
            <p:audio>
              <p:cMediaNode vol="80000" showWhenStopped="0">
                <p:cTn id="3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  <p:audio>
              <p:cMediaNode vol="80000" showWhenStopped="0">
                <p:cTn id="3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9"/>
                </p:tgtEl>
              </p:cMediaNode>
            </p:audio>
            <p:audio>
              <p:cMediaNode vol="80000" showWhenStopped="0">
                <p:cTn id="3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0"/>
                </p:tgtEl>
              </p:cMediaNode>
            </p:audio>
            <p:audio>
              <p:cMediaNode vol="80000" showWhenStopped="0">
                <p:cTn id="3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1"/>
                </p:tgtEl>
              </p:cMediaNode>
            </p:audio>
            <p:audio>
              <p:cMediaNode vol="80000" showWhenStopped="0">
                <p:cTn id="4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audio>
              <p:cMediaNode vol="80000" showWhenStopped="0">
                <p:cTn id="4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2"/>
                </p:tgtEl>
              </p:cMediaNode>
            </p:audio>
            <p:audio>
              <p:cMediaNode vol="80000" showWhenStopped="0">
                <p:cTn id="4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3"/>
                </p:tgtEl>
              </p:cMediaNode>
            </p:audio>
            <p:audio>
              <p:cMediaNode vol="80000" showWhenStopped="0">
                <p:cTn id="4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4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>
            <a:extLst>
              <a:ext uri="{FF2B5EF4-FFF2-40B4-BE49-F238E27FC236}">
                <a16:creationId xmlns:a16="http://schemas.microsoft.com/office/drawing/2014/main" id="{06A4F1AA-125E-4708-9761-01DD0840792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31000">
                <a:schemeClr val="accent1"/>
              </a:gs>
            </a:gsLst>
            <a:lin ang="11400000" scaled="0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73F83AF6-3BF1-4197-94C5-E95B2A6620CF}"/>
              </a:ext>
            </a:extLst>
          </p:cNvPr>
          <p:cNvGrpSpPr/>
          <p:nvPr/>
        </p:nvGrpSpPr>
        <p:grpSpPr>
          <a:xfrm>
            <a:off x="2350249" y="389490"/>
            <a:ext cx="7491502" cy="5465849"/>
            <a:chOff x="4985138" y="389490"/>
            <a:chExt cx="7491502" cy="5465849"/>
          </a:xfrm>
        </p:grpSpPr>
        <p:sp>
          <p:nvSpPr>
            <p:cNvPr id="66" name="Rectangle 4">
              <a:extLst>
                <a:ext uri="{FF2B5EF4-FFF2-40B4-BE49-F238E27FC236}">
                  <a16:creationId xmlns:a16="http://schemas.microsoft.com/office/drawing/2014/main" id="{1B9AEE47-5D1F-4157-B212-784A51E527A1}"/>
                </a:ext>
              </a:extLst>
            </p:cNvPr>
            <p:cNvSpPr/>
            <p:nvPr/>
          </p:nvSpPr>
          <p:spPr>
            <a:xfrm>
              <a:off x="4985138" y="389490"/>
              <a:ext cx="3668357" cy="5465849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rgbClr val="09BFFF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7" name="Rectangle 4">
              <a:extLst>
                <a:ext uri="{FF2B5EF4-FFF2-40B4-BE49-F238E27FC236}">
                  <a16:creationId xmlns:a16="http://schemas.microsoft.com/office/drawing/2014/main" id="{D5730C7A-9318-4F08-A616-D9ABAACA6494}"/>
                </a:ext>
              </a:extLst>
            </p:cNvPr>
            <p:cNvSpPr/>
            <p:nvPr/>
          </p:nvSpPr>
          <p:spPr>
            <a:xfrm flipH="1">
              <a:off x="8808283" y="389490"/>
              <a:ext cx="3668357" cy="5465849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rgbClr val="09BFFF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8" name="Rectangle 4">
              <a:extLst>
                <a:ext uri="{FF2B5EF4-FFF2-40B4-BE49-F238E27FC236}">
                  <a16:creationId xmlns:a16="http://schemas.microsoft.com/office/drawing/2014/main" id="{08E21026-9AF4-43D2-A9C0-E82FE8F346A8}"/>
                </a:ext>
              </a:extLst>
            </p:cNvPr>
            <p:cNvSpPr/>
            <p:nvPr/>
          </p:nvSpPr>
          <p:spPr>
            <a:xfrm flipH="1">
              <a:off x="8761581" y="782143"/>
              <a:ext cx="3293337" cy="4718931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0" name="Rectangle 4">
              <a:extLst>
                <a:ext uri="{FF2B5EF4-FFF2-40B4-BE49-F238E27FC236}">
                  <a16:creationId xmlns:a16="http://schemas.microsoft.com/office/drawing/2014/main" id="{483AE87F-5F7D-4AEB-B8FC-ED25F529EA41}"/>
                </a:ext>
              </a:extLst>
            </p:cNvPr>
            <p:cNvSpPr/>
            <p:nvPr/>
          </p:nvSpPr>
          <p:spPr>
            <a:xfrm>
              <a:off x="5329581" y="777937"/>
              <a:ext cx="3369152" cy="4718931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1" name="Rectangle 4">
              <a:extLst>
                <a:ext uri="{FF2B5EF4-FFF2-40B4-BE49-F238E27FC236}">
                  <a16:creationId xmlns:a16="http://schemas.microsoft.com/office/drawing/2014/main" id="{E2DCAAD5-3EBC-4CB7-9849-1EDDD5E4F643}"/>
                </a:ext>
              </a:extLst>
            </p:cNvPr>
            <p:cNvSpPr/>
            <p:nvPr/>
          </p:nvSpPr>
          <p:spPr>
            <a:xfrm flipH="1">
              <a:off x="8806819" y="1402480"/>
              <a:ext cx="2631645" cy="3770812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rgbClr val="FFFF3F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2" name="Rectangle 4">
              <a:extLst>
                <a:ext uri="{FF2B5EF4-FFF2-40B4-BE49-F238E27FC236}">
                  <a16:creationId xmlns:a16="http://schemas.microsoft.com/office/drawing/2014/main" id="{A63C7027-7876-476F-B63C-4C84274E945B}"/>
                </a:ext>
              </a:extLst>
            </p:cNvPr>
            <p:cNvSpPr/>
            <p:nvPr/>
          </p:nvSpPr>
          <p:spPr>
            <a:xfrm>
              <a:off x="6122593" y="1411899"/>
              <a:ext cx="2631645" cy="3770812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rgbClr val="FFFF3F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8" name="Oval 3">
              <a:extLst>
                <a:ext uri="{FF2B5EF4-FFF2-40B4-BE49-F238E27FC236}">
                  <a16:creationId xmlns:a16="http://schemas.microsoft.com/office/drawing/2014/main" id="{12AAB1E7-7B9E-4A60-890A-7572654736B6}"/>
                </a:ext>
              </a:extLst>
            </p:cNvPr>
            <p:cNvSpPr/>
            <p:nvPr/>
          </p:nvSpPr>
          <p:spPr>
            <a:xfrm>
              <a:off x="8530941" y="2323840"/>
              <a:ext cx="478841" cy="2709613"/>
            </a:xfrm>
            <a:custGeom>
              <a:avLst/>
              <a:gdLst>
                <a:gd name="connsiteX0" fmla="*/ 0 w 381000"/>
                <a:gd name="connsiteY0" fmla="*/ 678657 h 1357313"/>
                <a:gd name="connsiteX1" fmla="*/ 190500 w 381000"/>
                <a:gd name="connsiteY1" fmla="*/ 0 h 1357313"/>
                <a:gd name="connsiteX2" fmla="*/ 381000 w 381000"/>
                <a:gd name="connsiteY2" fmla="*/ 678657 h 1357313"/>
                <a:gd name="connsiteX3" fmla="*/ 190500 w 381000"/>
                <a:gd name="connsiteY3" fmla="*/ 1357314 h 1357313"/>
                <a:gd name="connsiteX4" fmla="*/ 0 w 381000"/>
                <a:gd name="connsiteY4" fmla="*/ 678657 h 1357313"/>
                <a:gd name="connsiteX0" fmla="*/ 257 w 381257"/>
                <a:gd name="connsiteY0" fmla="*/ 678657 h 2157414"/>
                <a:gd name="connsiteX1" fmla="*/ 190757 w 381257"/>
                <a:gd name="connsiteY1" fmla="*/ 0 h 2157414"/>
                <a:gd name="connsiteX2" fmla="*/ 381257 w 381257"/>
                <a:gd name="connsiteY2" fmla="*/ 678657 h 2157414"/>
                <a:gd name="connsiteX3" fmla="*/ 162182 w 381257"/>
                <a:gd name="connsiteY3" fmla="*/ 2157414 h 2157414"/>
                <a:gd name="connsiteX4" fmla="*/ 257 w 381257"/>
                <a:gd name="connsiteY4" fmla="*/ 678657 h 2157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257" h="2157414">
                  <a:moveTo>
                    <a:pt x="257" y="678657"/>
                  </a:moveTo>
                  <a:cubicBezTo>
                    <a:pt x="5019" y="319088"/>
                    <a:pt x="85547" y="0"/>
                    <a:pt x="190757" y="0"/>
                  </a:cubicBezTo>
                  <a:cubicBezTo>
                    <a:pt x="295967" y="0"/>
                    <a:pt x="381257" y="303845"/>
                    <a:pt x="381257" y="678657"/>
                  </a:cubicBezTo>
                  <a:cubicBezTo>
                    <a:pt x="381257" y="1053469"/>
                    <a:pt x="267392" y="2157414"/>
                    <a:pt x="162182" y="2157414"/>
                  </a:cubicBezTo>
                  <a:cubicBezTo>
                    <a:pt x="56972" y="2157414"/>
                    <a:pt x="-4505" y="1038226"/>
                    <a:pt x="257" y="678657"/>
                  </a:cubicBezTo>
                  <a:close/>
                </a:path>
              </a:pathLst>
            </a:cu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CAC1BA67-0347-4C81-AD04-C4750E33A485}"/>
                </a:ext>
              </a:extLst>
            </p:cNvPr>
            <p:cNvSpPr/>
            <p:nvPr/>
          </p:nvSpPr>
          <p:spPr>
            <a:xfrm>
              <a:off x="8099186" y="1175649"/>
              <a:ext cx="1324790" cy="1575346"/>
            </a:xfrm>
            <a:prstGeom prst="ellipse">
              <a:avLst/>
            </a:pr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BD8B407A-1DC6-40B3-BCD8-4DAC570875A9}"/>
              </a:ext>
            </a:extLst>
          </p:cNvPr>
          <p:cNvGrpSpPr/>
          <p:nvPr/>
        </p:nvGrpSpPr>
        <p:grpSpPr>
          <a:xfrm>
            <a:off x="6321957" y="648064"/>
            <a:ext cx="736576" cy="629572"/>
            <a:chOff x="6487886" y="560599"/>
            <a:chExt cx="736576" cy="629572"/>
          </a:xfrm>
        </p:grpSpPr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05B27F1A-9CBF-498F-8D08-D97BC28E5D9A}"/>
                </a:ext>
              </a:extLst>
            </p:cNvPr>
            <p:cNvSpPr/>
            <p:nvPr/>
          </p:nvSpPr>
          <p:spPr>
            <a:xfrm>
              <a:off x="6487886" y="560599"/>
              <a:ext cx="638628" cy="629572"/>
            </a:xfrm>
            <a:custGeom>
              <a:avLst/>
              <a:gdLst>
                <a:gd name="connsiteX0" fmla="*/ 0 w 638628"/>
                <a:gd name="connsiteY0" fmla="*/ 629572 h 629572"/>
                <a:gd name="connsiteX1" fmla="*/ 333828 w 638628"/>
                <a:gd name="connsiteY1" fmla="*/ 19972 h 629572"/>
                <a:gd name="connsiteX2" fmla="*/ 638628 w 638628"/>
                <a:gd name="connsiteY2" fmla="*/ 136087 h 629572"/>
                <a:gd name="connsiteX3" fmla="*/ 638628 w 638628"/>
                <a:gd name="connsiteY3" fmla="*/ 136087 h 62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8628" h="629572">
                  <a:moveTo>
                    <a:pt x="0" y="629572"/>
                  </a:moveTo>
                  <a:cubicBezTo>
                    <a:pt x="113695" y="365895"/>
                    <a:pt x="227390" y="102219"/>
                    <a:pt x="333828" y="19972"/>
                  </a:cubicBezTo>
                  <a:cubicBezTo>
                    <a:pt x="440266" y="-62276"/>
                    <a:pt x="638628" y="136087"/>
                    <a:pt x="638628" y="136087"/>
                  </a:cubicBezTo>
                  <a:lnTo>
                    <a:pt x="638628" y="13608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CE47AA37-8BC0-4480-ACF4-BD9097C42AAC}"/>
                </a:ext>
              </a:extLst>
            </p:cNvPr>
            <p:cNvSpPr/>
            <p:nvPr/>
          </p:nvSpPr>
          <p:spPr>
            <a:xfrm>
              <a:off x="6945569" y="585116"/>
              <a:ext cx="278893" cy="278893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787DC92-191B-4D11-AD1B-E41C30E373F7}"/>
              </a:ext>
            </a:extLst>
          </p:cNvPr>
          <p:cNvGrpSpPr/>
          <p:nvPr/>
        </p:nvGrpSpPr>
        <p:grpSpPr>
          <a:xfrm flipH="1">
            <a:off x="5207977" y="653797"/>
            <a:ext cx="736576" cy="629572"/>
            <a:chOff x="6487886" y="560599"/>
            <a:chExt cx="736576" cy="629572"/>
          </a:xfrm>
        </p:grpSpPr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A224B598-CAA0-401F-B781-C633AE76A3E4}"/>
                </a:ext>
              </a:extLst>
            </p:cNvPr>
            <p:cNvSpPr/>
            <p:nvPr/>
          </p:nvSpPr>
          <p:spPr>
            <a:xfrm>
              <a:off x="6487886" y="560599"/>
              <a:ext cx="638628" cy="629572"/>
            </a:xfrm>
            <a:custGeom>
              <a:avLst/>
              <a:gdLst>
                <a:gd name="connsiteX0" fmla="*/ 0 w 638628"/>
                <a:gd name="connsiteY0" fmla="*/ 629572 h 629572"/>
                <a:gd name="connsiteX1" fmla="*/ 333828 w 638628"/>
                <a:gd name="connsiteY1" fmla="*/ 19972 h 629572"/>
                <a:gd name="connsiteX2" fmla="*/ 638628 w 638628"/>
                <a:gd name="connsiteY2" fmla="*/ 136087 h 629572"/>
                <a:gd name="connsiteX3" fmla="*/ 638628 w 638628"/>
                <a:gd name="connsiteY3" fmla="*/ 136087 h 62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8628" h="629572">
                  <a:moveTo>
                    <a:pt x="0" y="629572"/>
                  </a:moveTo>
                  <a:cubicBezTo>
                    <a:pt x="113695" y="365895"/>
                    <a:pt x="227390" y="102219"/>
                    <a:pt x="333828" y="19972"/>
                  </a:cubicBezTo>
                  <a:cubicBezTo>
                    <a:pt x="440266" y="-62276"/>
                    <a:pt x="638628" y="136087"/>
                    <a:pt x="638628" y="136087"/>
                  </a:cubicBezTo>
                  <a:lnTo>
                    <a:pt x="638628" y="13608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7E7D4B20-D53F-4D71-A7A8-147158454185}"/>
                </a:ext>
              </a:extLst>
            </p:cNvPr>
            <p:cNvSpPr/>
            <p:nvPr/>
          </p:nvSpPr>
          <p:spPr>
            <a:xfrm>
              <a:off x="6945569" y="585116"/>
              <a:ext cx="278893" cy="278893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3A596C7-9AF6-4FD6-A8EF-B7D7AB877A03}"/>
              </a:ext>
            </a:extLst>
          </p:cNvPr>
          <p:cNvGrpSpPr/>
          <p:nvPr/>
        </p:nvGrpSpPr>
        <p:grpSpPr>
          <a:xfrm>
            <a:off x="356870" y="3107427"/>
            <a:ext cx="11478259" cy="3214328"/>
            <a:chOff x="-1916935" y="3865734"/>
            <a:chExt cx="13232502" cy="3705579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AD01E585-48C9-4286-A430-25EDFE212A0D}"/>
                </a:ext>
              </a:extLst>
            </p:cNvPr>
            <p:cNvSpPr/>
            <p:nvPr/>
          </p:nvSpPr>
          <p:spPr>
            <a:xfrm>
              <a:off x="-1916935" y="3883013"/>
              <a:ext cx="3065812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>
                  <a:ln>
                    <a:solidFill>
                      <a:sysClr val="windowText" lastClr="000000"/>
                    </a:solidFill>
                  </a:ln>
                  <a:solidFill>
                    <a:srgbClr val="09BFFF"/>
                  </a:solidFill>
                </a:rPr>
                <a:t>a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3B1C6BC-6E70-4FAE-808E-8EDA903BFC7B}"/>
                </a:ext>
              </a:extLst>
            </p:cNvPr>
            <p:cNvSpPr/>
            <p:nvPr/>
          </p:nvSpPr>
          <p:spPr>
            <a:xfrm>
              <a:off x="1469432" y="3865734"/>
              <a:ext cx="3065813" cy="16207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>
                  <a:ln>
                    <a:solidFill>
                      <a:sysClr val="windowText" lastClr="000000"/>
                    </a:solidFill>
                  </a:ln>
                  <a:solidFill>
                    <a:srgbClr val="FF2F2F"/>
                  </a:solidFill>
                </a:rPr>
                <a:t>a</a:t>
              </a:r>
              <a:r>
                <a:rPr lang="en-US" sz="9600" b="1" dirty="0">
                  <a:ln>
                    <a:solidFill>
                      <a:sysClr val="windowText" lastClr="000000"/>
                    </a:solidFill>
                  </a:ln>
                  <a:solidFill>
                    <a:schemeClr val="tx1"/>
                  </a:solidFill>
                </a:rPr>
                <a:t>-</a:t>
              </a:r>
              <a:r>
                <a:rPr lang="en-US" sz="9600" b="1" dirty="0">
                  <a:ln>
                    <a:solidFill>
                      <a:sysClr val="windowText" lastClr="000000"/>
                    </a:solidFill>
                  </a:ln>
                  <a:solidFill>
                    <a:srgbClr val="FF2F2F"/>
                  </a:solidFill>
                </a:rPr>
                <a:t>e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ED703B8A-E1E2-49F5-BEDD-63E90672D36B}"/>
                </a:ext>
              </a:extLst>
            </p:cNvPr>
            <p:cNvSpPr/>
            <p:nvPr/>
          </p:nvSpPr>
          <p:spPr>
            <a:xfrm>
              <a:off x="4840691" y="3883013"/>
              <a:ext cx="3065811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>
                  <a:ln>
                    <a:solidFill>
                      <a:sysClr val="windowText" lastClr="000000"/>
                    </a:solidFill>
                  </a:ln>
                  <a:solidFill>
                    <a:srgbClr val="F09050"/>
                  </a:solidFill>
                </a:rPr>
                <a:t>ai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5E4A48D9-ECAD-433D-AD70-793741E588B2}"/>
                </a:ext>
              </a:extLst>
            </p:cNvPr>
            <p:cNvSpPr/>
            <p:nvPr/>
          </p:nvSpPr>
          <p:spPr>
            <a:xfrm>
              <a:off x="8249754" y="3874373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 err="1">
                  <a:ln>
                    <a:solidFill>
                      <a:sysClr val="windowText" lastClr="000000"/>
                    </a:solidFill>
                  </a:ln>
                  <a:solidFill>
                    <a:srgbClr val="BE5B33"/>
                  </a:solidFill>
                </a:rPr>
                <a:t>ea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</a:endParaRP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948A0FD3-8DE1-4CC9-B7AB-8A00E33F6DFC}"/>
                </a:ext>
              </a:extLst>
            </p:cNvPr>
            <p:cNvSpPr/>
            <p:nvPr/>
          </p:nvSpPr>
          <p:spPr>
            <a:xfrm>
              <a:off x="8249754" y="5967800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 err="1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</a:rPr>
                <a:t>eigh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CA070297-CA1B-4028-904D-72EDCA8896C5}"/>
                </a:ext>
              </a:extLst>
            </p:cNvPr>
            <p:cNvSpPr/>
            <p:nvPr/>
          </p:nvSpPr>
          <p:spPr>
            <a:xfrm>
              <a:off x="-1916935" y="5967800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>
                  <a:ln>
                    <a:solidFill>
                      <a:sysClr val="windowText" lastClr="000000"/>
                    </a:solidFill>
                  </a:ln>
                  <a:solidFill>
                    <a:srgbClr val="92D050"/>
                  </a:solidFill>
                </a:rPr>
                <a:t>ay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A721560A-8323-48E4-ACE5-DED79860FA38}"/>
                </a:ext>
              </a:extLst>
            </p:cNvPr>
            <p:cNvSpPr/>
            <p:nvPr/>
          </p:nvSpPr>
          <p:spPr>
            <a:xfrm>
              <a:off x="1477020" y="5967800"/>
              <a:ext cx="3058225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 err="1">
                  <a:ln>
                    <a:solidFill>
                      <a:sysClr val="windowText" lastClr="000000"/>
                    </a:solidFill>
                  </a:ln>
                  <a:solidFill>
                    <a:schemeClr val="bg2">
                      <a:lumMod val="75000"/>
                    </a:schemeClr>
                  </a:solidFill>
                </a:rPr>
                <a:t>ey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86586E3D-C8CE-4377-8FBC-B7526A559277}"/>
                </a:ext>
              </a:extLst>
            </p:cNvPr>
            <p:cNvSpPr/>
            <p:nvPr/>
          </p:nvSpPr>
          <p:spPr>
            <a:xfrm>
              <a:off x="4863388" y="5967800"/>
              <a:ext cx="3058224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 err="1">
                  <a:ln>
                    <a:solidFill>
                      <a:sysClr val="windowText" lastClr="000000"/>
                    </a:solidFill>
                  </a:ln>
                  <a:solidFill>
                    <a:schemeClr val="accent2">
                      <a:lumMod val="50000"/>
                    </a:schemeClr>
                  </a:solidFill>
                </a:rPr>
                <a:t>ei</a:t>
              </a:r>
              <a:endParaRPr lang="en-US" sz="9600" b="1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</a:endParaRPr>
            </a:p>
          </p:txBody>
        </p:sp>
      </p:grpSp>
      <p:sp>
        <p:nvSpPr>
          <p:cNvPr id="36" name="Oval 35">
            <a:extLst>
              <a:ext uri="{FF2B5EF4-FFF2-40B4-BE49-F238E27FC236}">
                <a16:creationId xmlns:a16="http://schemas.microsoft.com/office/drawing/2014/main" id="{421BA223-664A-4D3B-BCAA-C46BDECBC3C6}"/>
              </a:ext>
            </a:extLst>
          </p:cNvPr>
          <p:cNvSpPr/>
          <p:nvPr/>
        </p:nvSpPr>
        <p:spPr>
          <a:xfrm rot="20441928">
            <a:off x="7141907" y="3041716"/>
            <a:ext cx="459352" cy="422343"/>
          </a:xfrm>
          <a:custGeom>
            <a:avLst/>
            <a:gdLst>
              <a:gd name="connsiteX0" fmla="*/ 0 w 478841"/>
              <a:gd name="connsiteY0" fmla="*/ 180975 h 361950"/>
              <a:gd name="connsiteX1" fmla="*/ 239421 w 478841"/>
              <a:gd name="connsiteY1" fmla="*/ 0 h 361950"/>
              <a:gd name="connsiteX2" fmla="*/ 478842 w 478841"/>
              <a:gd name="connsiteY2" fmla="*/ 180975 h 361950"/>
              <a:gd name="connsiteX3" fmla="*/ 239421 w 478841"/>
              <a:gd name="connsiteY3" fmla="*/ 361950 h 361950"/>
              <a:gd name="connsiteX4" fmla="*/ 0 w 478841"/>
              <a:gd name="connsiteY4" fmla="*/ 180975 h 361950"/>
              <a:gd name="connsiteX0" fmla="*/ 39789 w 518631"/>
              <a:gd name="connsiteY0" fmla="*/ 180975 h 364183"/>
              <a:gd name="connsiteX1" fmla="*/ 279210 w 518631"/>
              <a:gd name="connsiteY1" fmla="*/ 0 h 364183"/>
              <a:gd name="connsiteX2" fmla="*/ 518631 w 518631"/>
              <a:gd name="connsiteY2" fmla="*/ 180975 h 364183"/>
              <a:gd name="connsiteX3" fmla="*/ 279210 w 518631"/>
              <a:gd name="connsiteY3" fmla="*/ 361950 h 364183"/>
              <a:gd name="connsiteX4" fmla="*/ 23937 w 518631"/>
              <a:gd name="connsiteY4" fmla="*/ 275629 h 364183"/>
              <a:gd name="connsiteX5" fmla="*/ 39789 w 518631"/>
              <a:gd name="connsiteY5" fmla="*/ 180975 h 364183"/>
              <a:gd name="connsiteX0" fmla="*/ 39789 w 518631"/>
              <a:gd name="connsiteY0" fmla="*/ 180975 h 362106"/>
              <a:gd name="connsiteX1" fmla="*/ 279210 w 518631"/>
              <a:gd name="connsiteY1" fmla="*/ 0 h 362106"/>
              <a:gd name="connsiteX2" fmla="*/ 518631 w 518631"/>
              <a:gd name="connsiteY2" fmla="*/ 180975 h 362106"/>
              <a:gd name="connsiteX3" fmla="*/ 279210 w 518631"/>
              <a:gd name="connsiteY3" fmla="*/ 361950 h 362106"/>
              <a:gd name="connsiteX4" fmla="*/ 190625 w 518631"/>
              <a:gd name="connsiteY4" fmla="*/ 213716 h 362106"/>
              <a:gd name="connsiteX5" fmla="*/ 23937 w 518631"/>
              <a:gd name="connsiteY5" fmla="*/ 275629 h 362106"/>
              <a:gd name="connsiteX6" fmla="*/ 39789 w 518631"/>
              <a:gd name="connsiteY6" fmla="*/ 180975 h 362106"/>
              <a:gd name="connsiteX0" fmla="*/ 39789 w 518631"/>
              <a:gd name="connsiteY0" fmla="*/ 180975 h 399543"/>
              <a:gd name="connsiteX1" fmla="*/ 279210 w 518631"/>
              <a:gd name="connsiteY1" fmla="*/ 0 h 399543"/>
              <a:gd name="connsiteX2" fmla="*/ 518631 w 518631"/>
              <a:gd name="connsiteY2" fmla="*/ 180975 h 399543"/>
              <a:gd name="connsiteX3" fmla="*/ 279210 w 518631"/>
              <a:gd name="connsiteY3" fmla="*/ 361950 h 399543"/>
              <a:gd name="connsiteX4" fmla="*/ 104900 w 518631"/>
              <a:gd name="connsiteY4" fmla="*/ 387548 h 399543"/>
              <a:gd name="connsiteX5" fmla="*/ 190625 w 518631"/>
              <a:gd name="connsiteY5" fmla="*/ 213716 h 399543"/>
              <a:gd name="connsiteX6" fmla="*/ 23937 w 518631"/>
              <a:gd name="connsiteY6" fmla="*/ 275629 h 399543"/>
              <a:gd name="connsiteX7" fmla="*/ 39789 w 518631"/>
              <a:gd name="connsiteY7" fmla="*/ 180975 h 399543"/>
              <a:gd name="connsiteX0" fmla="*/ 39789 w 518631"/>
              <a:gd name="connsiteY0" fmla="*/ 180975 h 391382"/>
              <a:gd name="connsiteX1" fmla="*/ 279210 w 518631"/>
              <a:gd name="connsiteY1" fmla="*/ 0 h 391382"/>
              <a:gd name="connsiteX2" fmla="*/ 518631 w 518631"/>
              <a:gd name="connsiteY2" fmla="*/ 180975 h 391382"/>
              <a:gd name="connsiteX3" fmla="*/ 279210 w 518631"/>
              <a:gd name="connsiteY3" fmla="*/ 361950 h 391382"/>
              <a:gd name="connsiteX4" fmla="*/ 254918 w 518631"/>
              <a:gd name="connsiteY4" fmla="*/ 251816 h 391382"/>
              <a:gd name="connsiteX5" fmla="*/ 104900 w 518631"/>
              <a:gd name="connsiteY5" fmla="*/ 387548 h 391382"/>
              <a:gd name="connsiteX6" fmla="*/ 190625 w 518631"/>
              <a:gd name="connsiteY6" fmla="*/ 213716 h 391382"/>
              <a:gd name="connsiteX7" fmla="*/ 23937 w 518631"/>
              <a:gd name="connsiteY7" fmla="*/ 275629 h 391382"/>
              <a:gd name="connsiteX8" fmla="*/ 39789 w 518631"/>
              <a:gd name="connsiteY8" fmla="*/ 180975 h 391382"/>
              <a:gd name="connsiteX0" fmla="*/ 39789 w 518631"/>
              <a:gd name="connsiteY0" fmla="*/ 180975 h 421304"/>
              <a:gd name="connsiteX1" fmla="*/ 279210 w 518631"/>
              <a:gd name="connsiteY1" fmla="*/ 0 h 421304"/>
              <a:gd name="connsiteX2" fmla="*/ 518631 w 518631"/>
              <a:gd name="connsiteY2" fmla="*/ 180975 h 421304"/>
              <a:gd name="connsiteX3" fmla="*/ 279210 w 518631"/>
              <a:gd name="connsiteY3" fmla="*/ 361950 h 421304"/>
              <a:gd name="connsiteX4" fmla="*/ 169193 w 518631"/>
              <a:gd name="connsiteY4" fmla="*/ 416123 h 421304"/>
              <a:gd name="connsiteX5" fmla="*/ 254918 w 518631"/>
              <a:gd name="connsiteY5" fmla="*/ 251816 h 421304"/>
              <a:gd name="connsiteX6" fmla="*/ 104900 w 518631"/>
              <a:gd name="connsiteY6" fmla="*/ 387548 h 421304"/>
              <a:gd name="connsiteX7" fmla="*/ 190625 w 518631"/>
              <a:gd name="connsiteY7" fmla="*/ 213716 h 421304"/>
              <a:gd name="connsiteX8" fmla="*/ 23937 w 518631"/>
              <a:gd name="connsiteY8" fmla="*/ 275629 h 421304"/>
              <a:gd name="connsiteX9" fmla="*/ 39789 w 518631"/>
              <a:gd name="connsiteY9" fmla="*/ 180975 h 421304"/>
              <a:gd name="connsiteX0" fmla="*/ 39789 w 518631"/>
              <a:gd name="connsiteY0" fmla="*/ 180975 h 418103"/>
              <a:gd name="connsiteX1" fmla="*/ 279210 w 518631"/>
              <a:gd name="connsiteY1" fmla="*/ 0 h 418103"/>
              <a:gd name="connsiteX2" fmla="*/ 518631 w 518631"/>
              <a:gd name="connsiteY2" fmla="*/ 180975 h 418103"/>
              <a:gd name="connsiteX3" fmla="*/ 305404 w 518631"/>
              <a:gd name="connsiteY3" fmla="*/ 280987 h 418103"/>
              <a:gd name="connsiteX4" fmla="*/ 169193 w 518631"/>
              <a:gd name="connsiteY4" fmla="*/ 416123 h 418103"/>
              <a:gd name="connsiteX5" fmla="*/ 254918 w 518631"/>
              <a:gd name="connsiteY5" fmla="*/ 251816 h 418103"/>
              <a:gd name="connsiteX6" fmla="*/ 104900 w 518631"/>
              <a:gd name="connsiteY6" fmla="*/ 387548 h 418103"/>
              <a:gd name="connsiteX7" fmla="*/ 190625 w 518631"/>
              <a:gd name="connsiteY7" fmla="*/ 213716 h 418103"/>
              <a:gd name="connsiteX8" fmla="*/ 23937 w 518631"/>
              <a:gd name="connsiteY8" fmla="*/ 275629 h 418103"/>
              <a:gd name="connsiteX9" fmla="*/ 39789 w 518631"/>
              <a:gd name="connsiteY9" fmla="*/ 180975 h 418103"/>
              <a:gd name="connsiteX0" fmla="*/ 39789 w 519074"/>
              <a:gd name="connsiteY0" fmla="*/ 180975 h 417650"/>
              <a:gd name="connsiteX1" fmla="*/ 279210 w 519074"/>
              <a:gd name="connsiteY1" fmla="*/ 0 h 417650"/>
              <a:gd name="connsiteX2" fmla="*/ 518631 w 519074"/>
              <a:gd name="connsiteY2" fmla="*/ 180975 h 417650"/>
              <a:gd name="connsiteX3" fmla="*/ 266825 w 519074"/>
              <a:gd name="connsiteY3" fmla="*/ 413742 h 417650"/>
              <a:gd name="connsiteX4" fmla="*/ 305404 w 519074"/>
              <a:gd name="connsiteY4" fmla="*/ 280987 h 417650"/>
              <a:gd name="connsiteX5" fmla="*/ 169193 w 519074"/>
              <a:gd name="connsiteY5" fmla="*/ 416123 h 417650"/>
              <a:gd name="connsiteX6" fmla="*/ 254918 w 519074"/>
              <a:gd name="connsiteY6" fmla="*/ 251816 h 417650"/>
              <a:gd name="connsiteX7" fmla="*/ 104900 w 519074"/>
              <a:gd name="connsiteY7" fmla="*/ 387548 h 417650"/>
              <a:gd name="connsiteX8" fmla="*/ 190625 w 519074"/>
              <a:gd name="connsiteY8" fmla="*/ 213716 h 417650"/>
              <a:gd name="connsiteX9" fmla="*/ 23937 w 519074"/>
              <a:gd name="connsiteY9" fmla="*/ 275629 h 417650"/>
              <a:gd name="connsiteX10" fmla="*/ 39789 w 519074"/>
              <a:gd name="connsiteY10" fmla="*/ 180975 h 417650"/>
              <a:gd name="connsiteX0" fmla="*/ 39789 w 520278"/>
              <a:gd name="connsiteY0" fmla="*/ 180975 h 417650"/>
              <a:gd name="connsiteX1" fmla="*/ 279210 w 520278"/>
              <a:gd name="connsiteY1" fmla="*/ 0 h 417650"/>
              <a:gd name="connsiteX2" fmla="*/ 518631 w 520278"/>
              <a:gd name="connsiteY2" fmla="*/ 180975 h 417650"/>
              <a:gd name="connsiteX3" fmla="*/ 266825 w 520278"/>
              <a:gd name="connsiteY3" fmla="*/ 413742 h 417650"/>
              <a:gd name="connsiteX4" fmla="*/ 305404 w 520278"/>
              <a:gd name="connsiteY4" fmla="*/ 280987 h 417650"/>
              <a:gd name="connsiteX5" fmla="*/ 169193 w 520278"/>
              <a:gd name="connsiteY5" fmla="*/ 416123 h 417650"/>
              <a:gd name="connsiteX6" fmla="*/ 254918 w 520278"/>
              <a:gd name="connsiteY6" fmla="*/ 251816 h 417650"/>
              <a:gd name="connsiteX7" fmla="*/ 104900 w 520278"/>
              <a:gd name="connsiteY7" fmla="*/ 387548 h 417650"/>
              <a:gd name="connsiteX8" fmla="*/ 190625 w 520278"/>
              <a:gd name="connsiteY8" fmla="*/ 213716 h 417650"/>
              <a:gd name="connsiteX9" fmla="*/ 23937 w 520278"/>
              <a:gd name="connsiteY9" fmla="*/ 275629 h 417650"/>
              <a:gd name="connsiteX10" fmla="*/ 39789 w 520278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19389 w 499863"/>
              <a:gd name="connsiteY0" fmla="*/ 180975 h 419714"/>
              <a:gd name="connsiteX1" fmla="*/ 258810 w 499863"/>
              <a:gd name="connsiteY1" fmla="*/ 0 h 419714"/>
              <a:gd name="connsiteX2" fmla="*/ 498231 w 499863"/>
              <a:gd name="connsiteY2" fmla="*/ 180975 h 419714"/>
              <a:gd name="connsiteX3" fmla="*/ 246425 w 499863"/>
              <a:gd name="connsiteY3" fmla="*/ 413742 h 419714"/>
              <a:gd name="connsiteX4" fmla="*/ 296910 w 499863"/>
              <a:gd name="connsiteY4" fmla="*/ 300037 h 419714"/>
              <a:gd name="connsiteX5" fmla="*/ 148793 w 499863"/>
              <a:gd name="connsiteY5" fmla="*/ 416123 h 419714"/>
              <a:gd name="connsiteX6" fmla="*/ 234518 w 499863"/>
              <a:gd name="connsiteY6" fmla="*/ 251816 h 419714"/>
              <a:gd name="connsiteX7" fmla="*/ 96406 w 499863"/>
              <a:gd name="connsiteY7" fmla="*/ 375642 h 419714"/>
              <a:gd name="connsiteX8" fmla="*/ 170225 w 499863"/>
              <a:gd name="connsiteY8" fmla="*/ 213716 h 419714"/>
              <a:gd name="connsiteX9" fmla="*/ 41637 w 499863"/>
              <a:gd name="connsiteY9" fmla="*/ 254197 h 419714"/>
              <a:gd name="connsiteX10" fmla="*/ 19389 w 499863"/>
              <a:gd name="connsiteY10" fmla="*/ 180975 h 419714"/>
              <a:gd name="connsiteX0" fmla="*/ 20974 w 496685"/>
              <a:gd name="connsiteY0" fmla="*/ 180975 h 419714"/>
              <a:gd name="connsiteX1" fmla="*/ 255632 w 496685"/>
              <a:gd name="connsiteY1" fmla="*/ 0 h 419714"/>
              <a:gd name="connsiteX2" fmla="*/ 495053 w 496685"/>
              <a:gd name="connsiteY2" fmla="*/ 180975 h 419714"/>
              <a:gd name="connsiteX3" fmla="*/ 243247 w 496685"/>
              <a:gd name="connsiteY3" fmla="*/ 413742 h 419714"/>
              <a:gd name="connsiteX4" fmla="*/ 293732 w 496685"/>
              <a:gd name="connsiteY4" fmla="*/ 300037 h 419714"/>
              <a:gd name="connsiteX5" fmla="*/ 145615 w 496685"/>
              <a:gd name="connsiteY5" fmla="*/ 416123 h 419714"/>
              <a:gd name="connsiteX6" fmla="*/ 231340 w 496685"/>
              <a:gd name="connsiteY6" fmla="*/ 251816 h 419714"/>
              <a:gd name="connsiteX7" fmla="*/ 93228 w 496685"/>
              <a:gd name="connsiteY7" fmla="*/ 375642 h 419714"/>
              <a:gd name="connsiteX8" fmla="*/ 167047 w 496685"/>
              <a:gd name="connsiteY8" fmla="*/ 213716 h 419714"/>
              <a:gd name="connsiteX9" fmla="*/ 38459 w 496685"/>
              <a:gd name="connsiteY9" fmla="*/ 254197 h 419714"/>
              <a:gd name="connsiteX10" fmla="*/ 20974 w 496685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88971 w 467050"/>
              <a:gd name="connsiteY0" fmla="*/ 143135 h 419974"/>
              <a:gd name="connsiteX1" fmla="*/ 225997 w 467050"/>
              <a:gd name="connsiteY1" fmla="*/ 260 h 419974"/>
              <a:gd name="connsiteX2" fmla="*/ 465418 w 467050"/>
              <a:gd name="connsiteY2" fmla="*/ 181235 h 419974"/>
              <a:gd name="connsiteX3" fmla="*/ 213612 w 467050"/>
              <a:gd name="connsiteY3" fmla="*/ 414002 h 419974"/>
              <a:gd name="connsiteX4" fmla="*/ 264097 w 467050"/>
              <a:gd name="connsiteY4" fmla="*/ 300297 h 419974"/>
              <a:gd name="connsiteX5" fmla="*/ 115980 w 467050"/>
              <a:gd name="connsiteY5" fmla="*/ 416383 h 419974"/>
              <a:gd name="connsiteX6" fmla="*/ 201705 w 467050"/>
              <a:gd name="connsiteY6" fmla="*/ 252076 h 419974"/>
              <a:gd name="connsiteX7" fmla="*/ 63593 w 467050"/>
              <a:gd name="connsiteY7" fmla="*/ 375902 h 419974"/>
              <a:gd name="connsiteX8" fmla="*/ 137412 w 467050"/>
              <a:gd name="connsiteY8" fmla="*/ 213976 h 419974"/>
              <a:gd name="connsiteX9" fmla="*/ 8824 w 467050"/>
              <a:gd name="connsiteY9" fmla="*/ 254457 h 419974"/>
              <a:gd name="connsiteX10" fmla="*/ 88971 w 467050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96591 w 474670"/>
              <a:gd name="connsiteY0" fmla="*/ 143135 h 419974"/>
              <a:gd name="connsiteX1" fmla="*/ 233617 w 474670"/>
              <a:gd name="connsiteY1" fmla="*/ 260 h 419974"/>
              <a:gd name="connsiteX2" fmla="*/ 473038 w 474670"/>
              <a:gd name="connsiteY2" fmla="*/ 181235 h 419974"/>
              <a:gd name="connsiteX3" fmla="*/ 221232 w 474670"/>
              <a:gd name="connsiteY3" fmla="*/ 414002 h 419974"/>
              <a:gd name="connsiteX4" fmla="*/ 271717 w 474670"/>
              <a:gd name="connsiteY4" fmla="*/ 300297 h 419974"/>
              <a:gd name="connsiteX5" fmla="*/ 123600 w 474670"/>
              <a:gd name="connsiteY5" fmla="*/ 416383 h 419974"/>
              <a:gd name="connsiteX6" fmla="*/ 209325 w 474670"/>
              <a:gd name="connsiteY6" fmla="*/ 252076 h 419974"/>
              <a:gd name="connsiteX7" fmla="*/ 71213 w 474670"/>
              <a:gd name="connsiteY7" fmla="*/ 375902 h 419974"/>
              <a:gd name="connsiteX8" fmla="*/ 145032 w 474670"/>
              <a:gd name="connsiteY8" fmla="*/ 213976 h 419974"/>
              <a:gd name="connsiteX9" fmla="*/ 16444 w 474670"/>
              <a:gd name="connsiteY9" fmla="*/ 254457 h 419974"/>
              <a:gd name="connsiteX10" fmla="*/ 96591 w 474670"/>
              <a:gd name="connsiteY10" fmla="*/ 143135 h 419974"/>
              <a:gd name="connsiteX0" fmla="*/ 129498 w 471858"/>
              <a:gd name="connsiteY0" fmla="*/ 119866 h 420517"/>
              <a:gd name="connsiteX1" fmla="*/ 230805 w 471858"/>
              <a:gd name="connsiteY1" fmla="*/ 803 h 420517"/>
              <a:gd name="connsiteX2" fmla="*/ 470226 w 471858"/>
              <a:gd name="connsiteY2" fmla="*/ 181778 h 420517"/>
              <a:gd name="connsiteX3" fmla="*/ 218420 w 471858"/>
              <a:gd name="connsiteY3" fmla="*/ 414545 h 420517"/>
              <a:gd name="connsiteX4" fmla="*/ 268905 w 471858"/>
              <a:gd name="connsiteY4" fmla="*/ 300840 h 420517"/>
              <a:gd name="connsiteX5" fmla="*/ 120788 w 471858"/>
              <a:gd name="connsiteY5" fmla="*/ 416926 h 420517"/>
              <a:gd name="connsiteX6" fmla="*/ 206513 w 471858"/>
              <a:gd name="connsiteY6" fmla="*/ 252619 h 420517"/>
              <a:gd name="connsiteX7" fmla="*/ 68401 w 471858"/>
              <a:gd name="connsiteY7" fmla="*/ 376445 h 420517"/>
              <a:gd name="connsiteX8" fmla="*/ 142220 w 471858"/>
              <a:gd name="connsiteY8" fmla="*/ 214519 h 420517"/>
              <a:gd name="connsiteX9" fmla="*/ 13632 w 471858"/>
              <a:gd name="connsiteY9" fmla="*/ 255000 h 420517"/>
              <a:gd name="connsiteX10" fmla="*/ 129498 w 471858"/>
              <a:gd name="connsiteY10" fmla="*/ 119866 h 420517"/>
              <a:gd name="connsiteX0" fmla="*/ 129498 w 471858"/>
              <a:gd name="connsiteY0" fmla="*/ 119441 h 420092"/>
              <a:gd name="connsiteX1" fmla="*/ 230805 w 471858"/>
              <a:gd name="connsiteY1" fmla="*/ 378 h 420092"/>
              <a:gd name="connsiteX2" fmla="*/ 470226 w 471858"/>
              <a:gd name="connsiteY2" fmla="*/ 181353 h 420092"/>
              <a:gd name="connsiteX3" fmla="*/ 218420 w 471858"/>
              <a:gd name="connsiteY3" fmla="*/ 414120 h 420092"/>
              <a:gd name="connsiteX4" fmla="*/ 268905 w 471858"/>
              <a:gd name="connsiteY4" fmla="*/ 300415 h 420092"/>
              <a:gd name="connsiteX5" fmla="*/ 120788 w 471858"/>
              <a:gd name="connsiteY5" fmla="*/ 416501 h 420092"/>
              <a:gd name="connsiteX6" fmla="*/ 206513 w 471858"/>
              <a:gd name="connsiteY6" fmla="*/ 252194 h 420092"/>
              <a:gd name="connsiteX7" fmla="*/ 68401 w 471858"/>
              <a:gd name="connsiteY7" fmla="*/ 376020 h 420092"/>
              <a:gd name="connsiteX8" fmla="*/ 142220 w 471858"/>
              <a:gd name="connsiteY8" fmla="*/ 214094 h 420092"/>
              <a:gd name="connsiteX9" fmla="*/ 13632 w 471858"/>
              <a:gd name="connsiteY9" fmla="*/ 254575 h 420092"/>
              <a:gd name="connsiteX10" fmla="*/ 129498 w 471858"/>
              <a:gd name="connsiteY10" fmla="*/ 119441 h 420092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95 h 419746"/>
              <a:gd name="connsiteX1" fmla="*/ 230805 w 471858"/>
              <a:gd name="connsiteY1" fmla="*/ 32 h 419746"/>
              <a:gd name="connsiteX2" fmla="*/ 470226 w 471858"/>
              <a:gd name="connsiteY2" fmla="*/ 181007 h 419746"/>
              <a:gd name="connsiteX3" fmla="*/ 218420 w 471858"/>
              <a:gd name="connsiteY3" fmla="*/ 413774 h 419746"/>
              <a:gd name="connsiteX4" fmla="*/ 268905 w 471858"/>
              <a:gd name="connsiteY4" fmla="*/ 300069 h 419746"/>
              <a:gd name="connsiteX5" fmla="*/ 120788 w 471858"/>
              <a:gd name="connsiteY5" fmla="*/ 416155 h 419746"/>
              <a:gd name="connsiteX6" fmla="*/ 206513 w 471858"/>
              <a:gd name="connsiteY6" fmla="*/ 251848 h 419746"/>
              <a:gd name="connsiteX7" fmla="*/ 68401 w 471858"/>
              <a:gd name="connsiteY7" fmla="*/ 375674 h 419746"/>
              <a:gd name="connsiteX8" fmla="*/ 142220 w 471858"/>
              <a:gd name="connsiteY8" fmla="*/ 213748 h 419746"/>
              <a:gd name="connsiteX9" fmla="*/ 13632 w 471858"/>
              <a:gd name="connsiteY9" fmla="*/ 254229 h 419746"/>
              <a:gd name="connsiteX10" fmla="*/ 129498 w 471858"/>
              <a:gd name="connsiteY10" fmla="*/ 119095 h 419746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30770 w 473130"/>
              <a:gd name="connsiteY0" fmla="*/ 121250 h 421901"/>
              <a:gd name="connsiteX1" fmla="*/ 232077 w 473130"/>
              <a:gd name="connsiteY1" fmla="*/ 2187 h 421901"/>
              <a:gd name="connsiteX2" fmla="*/ 471498 w 473130"/>
              <a:gd name="connsiteY2" fmla="*/ 183162 h 421901"/>
              <a:gd name="connsiteX3" fmla="*/ 219692 w 473130"/>
              <a:gd name="connsiteY3" fmla="*/ 415929 h 421901"/>
              <a:gd name="connsiteX4" fmla="*/ 270177 w 473130"/>
              <a:gd name="connsiteY4" fmla="*/ 302224 h 421901"/>
              <a:gd name="connsiteX5" fmla="*/ 122060 w 473130"/>
              <a:gd name="connsiteY5" fmla="*/ 418310 h 421901"/>
              <a:gd name="connsiteX6" fmla="*/ 207785 w 473130"/>
              <a:gd name="connsiteY6" fmla="*/ 254003 h 421901"/>
              <a:gd name="connsiteX7" fmla="*/ 69673 w 473130"/>
              <a:gd name="connsiteY7" fmla="*/ 377829 h 421901"/>
              <a:gd name="connsiteX8" fmla="*/ 143492 w 473130"/>
              <a:gd name="connsiteY8" fmla="*/ 215903 h 421901"/>
              <a:gd name="connsiteX9" fmla="*/ 14904 w 473130"/>
              <a:gd name="connsiteY9" fmla="*/ 256384 h 421901"/>
              <a:gd name="connsiteX10" fmla="*/ 130770 w 473130"/>
              <a:gd name="connsiteY10" fmla="*/ 121250 h 421901"/>
              <a:gd name="connsiteX0" fmla="*/ 130944 w 473304"/>
              <a:gd name="connsiteY0" fmla="*/ 121250 h 421901"/>
              <a:gd name="connsiteX1" fmla="*/ 232251 w 473304"/>
              <a:gd name="connsiteY1" fmla="*/ 2187 h 421901"/>
              <a:gd name="connsiteX2" fmla="*/ 471672 w 473304"/>
              <a:gd name="connsiteY2" fmla="*/ 183162 h 421901"/>
              <a:gd name="connsiteX3" fmla="*/ 219866 w 473304"/>
              <a:gd name="connsiteY3" fmla="*/ 415929 h 421901"/>
              <a:gd name="connsiteX4" fmla="*/ 270351 w 473304"/>
              <a:gd name="connsiteY4" fmla="*/ 302224 h 421901"/>
              <a:gd name="connsiteX5" fmla="*/ 122234 w 473304"/>
              <a:gd name="connsiteY5" fmla="*/ 418310 h 421901"/>
              <a:gd name="connsiteX6" fmla="*/ 207959 w 473304"/>
              <a:gd name="connsiteY6" fmla="*/ 254003 h 421901"/>
              <a:gd name="connsiteX7" fmla="*/ 69847 w 473304"/>
              <a:gd name="connsiteY7" fmla="*/ 377829 h 421901"/>
              <a:gd name="connsiteX8" fmla="*/ 143666 w 473304"/>
              <a:gd name="connsiteY8" fmla="*/ 215903 h 421901"/>
              <a:gd name="connsiteX9" fmla="*/ 15078 w 473304"/>
              <a:gd name="connsiteY9" fmla="*/ 256384 h 421901"/>
              <a:gd name="connsiteX10" fmla="*/ 130944 w 473304"/>
              <a:gd name="connsiteY10" fmla="*/ 121250 h 421901"/>
              <a:gd name="connsiteX0" fmla="*/ 0 w 458226"/>
              <a:gd name="connsiteY0" fmla="*/ 256384 h 421901"/>
              <a:gd name="connsiteX1" fmla="*/ 217173 w 458226"/>
              <a:gd name="connsiteY1" fmla="*/ 2187 h 421901"/>
              <a:gd name="connsiteX2" fmla="*/ 456594 w 458226"/>
              <a:gd name="connsiteY2" fmla="*/ 183162 h 421901"/>
              <a:gd name="connsiteX3" fmla="*/ 204788 w 458226"/>
              <a:gd name="connsiteY3" fmla="*/ 415929 h 421901"/>
              <a:gd name="connsiteX4" fmla="*/ 255273 w 458226"/>
              <a:gd name="connsiteY4" fmla="*/ 302224 h 421901"/>
              <a:gd name="connsiteX5" fmla="*/ 107156 w 458226"/>
              <a:gd name="connsiteY5" fmla="*/ 418310 h 421901"/>
              <a:gd name="connsiteX6" fmla="*/ 192881 w 458226"/>
              <a:gd name="connsiteY6" fmla="*/ 254003 h 421901"/>
              <a:gd name="connsiteX7" fmla="*/ 54769 w 458226"/>
              <a:gd name="connsiteY7" fmla="*/ 377829 h 421901"/>
              <a:gd name="connsiteX8" fmla="*/ 128588 w 458226"/>
              <a:gd name="connsiteY8" fmla="*/ 215903 h 421901"/>
              <a:gd name="connsiteX9" fmla="*/ 0 w 458226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2343"/>
              <a:gd name="connsiteX1" fmla="*/ 219931 w 460984"/>
              <a:gd name="connsiteY1" fmla="*/ 2187 h 422343"/>
              <a:gd name="connsiteX2" fmla="*/ 459352 w 460984"/>
              <a:gd name="connsiteY2" fmla="*/ 183162 h 422343"/>
              <a:gd name="connsiteX3" fmla="*/ 207546 w 460984"/>
              <a:gd name="connsiteY3" fmla="*/ 415929 h 422343"/>
              <a:gd name="connsiteX4" fmla="*/ 258031 w 460984"/>
              <a:gd name="connsiteY4" fmla="*/ 302224 h 422343"/>
              <a:gd name="connsiteX5" fmla="*/ 109914 w 460984"/>
              <a:gd name="connsiteY5" fmla="*/ 418310 h 422343"/>
              <a:gd name="connsiteX6" fmla="*/ 195639 w 460984"/>
              <a:gd name="connsiteY6" fmla="*/ 254003 h 422343"/>
              <a:gd name="connsiteX7" fmla="*/ 57527 w 460984"/>
              <a:gd name="connsiteY7" fmla="*/ 377829 h 422343"/>
              <a:gd name="connsiteX8" fmla="*/ 131346 w 460984"/>
              <a:gd name="connsiteY8" fmla="*/ 215903 h 422343"/>
              <a:gd name="connsiteX9" fmla="*/ 2758 w 460984"/>
              <a:gd name="connsiteY9" fmla="*/ 256384 h 422343"/>
              <a:gd name="connsiteX0" fmla="*/ 2758 w 459352"/>
              <a:gd name="connsiteY0" fmla="*/ 256384 h 422343"/>
              <a:gd name="connsiteX1" fmla="*/ 219931 w 459352"/>
              <a:gd name="connsiteY1" fmla="*/ 2187 h 422343"/>
              <a:gd name="connsiteX2" fmla="*/ 459352 w 459352"/>
              <a:gd name="connsiteY2" fmla="*/ 183162 h 422343"/>
              <a:gd name="connsiteX3" fmla="*/ 207546 w 459352"/>
              <a:gd name="connsiteY3" fmla="*/ 415929 h 422343"/>
              <a:gd name="connsiteX4" fmla="*/ 258031 w 459352"/>
              <a:gd name="connsiteY4" fmla="*/ 302224 h 422343"/>
              <a:gd name="connsiteX5" fmla="*/ 109914 w 459352"/>
              <a:gd name="connsiteY5" fmla="*/ 418310 h 422343"/>
              <a:gd name="connsiteX6" fmla="*/ 195639 w 459352"/>
              <a:gd name="connsiteY6" fmla="*/ 254003 h 422343"/>
              <a:gd name="connsiteX7" fmla="*/ 57527 w 459352"/>
              <a:gd name="connsiteY7" fmla="*/ 377829 h 422343"/>
              <a:gd name="connsiteX8" fmla="*/ 131346 w 459352"/>
              <a:gd name="connsiteY8" fmla="*/ 215903 h 422343"/>
              <a:gd name="connsiteX9" fmla="*/ 2758 w 459352"/>
              <a:gd name="connsiteY9" fmla="*/ 256384 h 42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9352" h="422343">
                <a:moveTo>
                  <a:pt x="2758" y="256384"/>
                </a:moveTo>
                <a:cubicBezTo>
                  <a:pt x="-23453" y="195079"/>
                  <a:pt x="143832" y="14391"/>
                  <a:pt x="219931" y="2187"/>
                </a:cubicBezTo>
                <a:cubicBezTo>
                  <a:pt x="305294" y="-13687"/>
                  <a:pt x="445145" y="57848"/>
                  <a:pt x="459352" y="183162"/>
                </a:cubicBezTo>
                <a:cubicBezTo>
                  <a:pt x="452990" y="272468"/>
                  <a:pt x="240703" y="427836"/>
                  <a:pt x="207546" y="415929"/>
                </a:cubicBezTo>
                <a:cubicBezTo>
                  <a:pt x="172009" y="382591"/>
                  <a:pt x="274303" y="301827"/>
                  <a:pt x="258031" y="302224"/>
                </a:cubicBezTo>
                <a:cubicBezTo>
                  <a:pt x="241759" y="302621"/>
                  <a:pt x="162228" y="448152"/>
                  <a:pt x="109914" y="418310"/>
                </a:cubicBezTo>
                <a:cubicBezTo>
                  <a:pt x="82053" y="385666"/>
                  <a:pt x="222626" y="238525"/>
                  <a:pt x="195639" y="254003"/>
                </a:cubicBezTo>
                <a:cubicBezTo>
                  <a:pt x="168652" y="269481"/>
                  <a:pt x="96948" y="409439"/>
                  <a:pt x="57527" y="377829"/>
                </a:cubicBezTo>
                <a:cubicBezTo>
                  <a:pt x="16253" y="328220"/>
                  <a:pt x="161906" y="223444"/>
                  <a:pt x="131346" y="215903"/>
                </a:cubicBezTo>
                <a:cubicBezTo>
                  <a:pt x="112693" y="198837"/>
                  <a:pt x="47343" y="279699"/>
                  <a:pt x="2758" y="256384"/>
                </a:cubicBezTo>
                <a:close/>
              </a:path>
            </a:pathLst>
          </a:custGeom>
          <a:solidFill>
            <a:srgbClr val="09B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35">
            <a:extLst>
              <a:ext uri="{FF2B5EF4-FFF2-40B4-BE49-F238E27FC236}">
                <a16:creationId xmlns:a16="http://schemas.microsoft.com/office/drawing/2014/main" id="{9DDC077F-F783-4C67-974D-3B7B35D324FF}"/>
              </a:ext>
            </a:extLst>
          </p:cNvPr>
          <p:cNvSpPr/>
          <p:nvPr/>
        </p:nvSpPr>
        <p:spPr>
          <a:xfrm rot="1158072" flipH="1">
            <a:off x="4779947" y="3048095"/>
            <a:ext cx="459352" cy="422343"/>
          </a:xfrm>
          <a:custGeom>
            <a:avLst/>
            <a:gdLst>
              <a:gd name="connsiteX0" fmla="*/ 0 w 478841"/>
              <a:gd name="connsiteY0" fmla="*/ 180975 h 361950"/>
              <a:gd name="connsiteX1" fmla="*/ 239421 w 478841"/>
              <a:gd name="connsiteY1" fmla="*/ 0 h 361950"/>
              <a:gd name="connsiteX2" fmla="*/ 478842 w 478841"/>
              <a:gd name="connsiteY2" fmla="*/ 180975 h 361950"/>
              <a:gd name="connsiteX3" fmla="*/ 239421 w 478841"/>
              <a:gd name="connsiteY3" fmla="*/ 361950 h 361950"/>
              <a:gd name="connsiteX4" fmla="*/ 0 w 478841"/>
              <a:gd name="connsiteY4" fmla="*/ 180975 h 361950"/>
              <a:gd name="connsiteX0" fmla="*/ 39789 w 518631"/>
              <a:gd name="connsiteY0" fmla="*/ 180975 h 364183"/>
              <a:gd name="connsiteX1" fmla="*/ 279210 w 518631"/>
              <a:gd name="connsiteY1" fmla="*/ 0 h 364183"/>
              <a:gd name="connsiteX2" fmla="*/ 518631 w 518631"/>
              <a:gd name="connsiteY2" fmla="*/ 180975 h 364183"/>
              <a:gd name="connsiteX3" fmla="*/ 279210 w 518631"/>
              <a:gd name="connsiteY3" fmla="*/ 361950 h 364183"/>
              <a:gd name="connsiteX4" fmla="*/ 23937 w 518631"/>
              <a:gd name="connsiteY4" fmla="*/ 275629 h 364183"/>
              <a:gd name="connsiteX5" fmla="*/ 39789 w 518631"/>
              <a:gd name="connsiteY5" fmla="*/ 180975 h 364183"/>
              <a:gd name="connsiteX0" fmla="*/ 39789 w 518631"/>
              <a:gd name="connsiteY0" fmla="*/ 180975 h 362106"/>
              <a:gd name="connsiteX1" fmla="*/ 279210 w 518631"/>
              <a:gd name="connsiteY1" fmla="*/ 0 h 362106"/>
              <a:gd name="connsiteX2" fmla="*/ 518631 w 518631"/>
              <a:gd name="connsiteY2" fmla="*/ 180975 h 362106"/>
              <a:gd name="connsiteX3" fmla="*/ 279210 w 518631"/>
              <a:gd name="connsiteY3" fmla="*/ 361950 h 362106"/>
              <a:gd name="connsiteX4" fmla="*/ 190625 w 518631"/>
              <a:gd name="connsiteY4" fmla="*/ 213716 h 362106"/>
              <a:gd name="connsiteX5" fmla="*/ 23937 w 518631"/>
              <a:gd name="connsiteY5" fmla="*/ 275629 h 362106"/>
              <a:gd name="connsiteX6" fmla="*/ 39789 w 518631"/>
              <a:gd name="connsiteY6" fmla="*/ 180975 h 362106"/>
              <a:gd name="connsiteX0" fmla="*/ 39789 w 518631"/>
              <a:gd name="connsiteY0" fmla="*/ 180975 h 399543"/>
              <a:gd name="connsiteX1" fmla="*/ 279210 w 518631"/>
              <a:gd name="connsiteY1" fmla="*/ 0 h 399543"/>
              <a:gd name="connsiteX2" fmla="*/ 518631 w 518631"/>
              <a:gd name="connsiteY2" fmla="*/ 180975 h 399543"/>
              <a:gd name="connsiteX3" fmla="*/ 279210 w 518631"/>
              <a:gd name="connsiteY3" fmla="*/ 361950 h 399543"/>
              <a:gd name="connsiteX4" fmla="*/ 104900 w 518631"/>
              <a:gd name="connsiteY4" fmla="*/ 387548 h 399543"/>
              <a:gd name="connsiteX5" fmla="*/ 190625 w 518631"/>
              <a:gd name="connsiteY5" fmla="*/ 213716 h 399543"/>
              <a:gd name="connsiteX6" fmla="*/ 23937 w 518631"/>
              <a:gd name="connsiteY6" fmla="*/ 275629 h 399543"/>
              <a:gd name="connsiteX7" fmla="*/ 39789 w 518631"/>
              <a:gd name="connsiteY7" fmla="*/ 180975 h 399543"/>
              <a:gd name="connsiteX0" fmla="*/ 39789 w 518631"/>
              <a:gd name="connsiteY0" fmla="*/ 180975 h 391382"/>
              <a:gd name="connsiteX1" fmla="*/ 279210 w 518631"/>
              <a:gd name="connsiteY1" fmla="*/ 0 h 391382"/>
              <a:gd name="connsiteX2" fmla="*/ 518631 w 518631"/>
              <a:gd name="connsiteY2" fmla="*/ 180975 h 391382"/>
              <a:gd name="connsiteX3" fmla="*/ 279210 w 518631"/>
              <a:gd name="connsiteY3" fmla="*/ 361950 h 391382"/>
              <a:gd name="connsiteX4" fmla="*/ 254918 w 518631"/>
              <a:gd name="connsiteY4" fmla="*/ 251816 h 391382"/>
              <a:gd name="connsiteX5" fmla="*/ 104900 w 518631"/>
              <a:gd name="connsiteY5" fmla="*/ 387548 h 391382"/>
              <a:gd name="connsiteX6" fmla="*/ 190625 w 518631"/>
              <a:gd name="connsiteY6" fmla="*/ 213716 h 391382"/>
              <a:gd name="connsiteX7" fmla="*/ 23937 w 518631"/>
              <a:gd name="connsiteY7" fmla="*/ 275629 h 391382"/>
              <a:gd name="connsiteX8" fmla="*/ 39789 w 518631"/>
              <a:gd name="connsiteY8" fmla="*/ 180975 h 391382"/>
              <a:gd name="connsiteX0" fmla="*/ 39789 w 518631"/>
              <a:gd name="connsiteY0" fmla="*/ 180975 h 421304"/>
              <a:gd name="connsiteX1" fmla="*/ 279210 w 518631"/>
              <a:gd name="connsiteY1" fmla="*/ 0 h 421304"/>
              <a:gd name="connsiteX2" fmla="*/ 518631 w 518631"/>
              <a:gd name="connsiteY2" fmla="*/ 180975 h 421304"/>
              <a:gd name="connsiteX3" fmla="*/ 279210 w 518631"/>
              <a:gd name="connsiteY3" fmla="*/ 361950 h 421304"/>
              <a:gd name="connsiteX4" fmla="*/ 169193 w 518631"/>
              <a:gd name="connsiteY4" fmla="*/ 416123 h 421304"/>
              <a:gd name="connsiteX5" fmla="*/ 254918 w 518631"/>
              <a:gd name="connsiteY5" fmla="*/ 251816 h 421304"/>
              <a:gd name="connsiteX6" fmla="*/ 104900 w 518631"/>
              <a:gd name="connsiteY6" fmla="*/ 387548 h 421304"/>
              <a:gd name="connsiteX7" fmla="*/ 190625 w 518631"/>
              <a:gd name="connsiteY7" fmla="*/ 213716 h 421304"/>
              <a:gd name="connsiteX8" fmla="*/ 23937 w 518631"/>
              <a:gd name="connsiteY8" fmla="*/ 275629 h 421304"/>
              <a:gd name="connsiteX9" fmla="*/ 39789 w 518631"/>
              <a:gd name="connsiteY9" fmla="*/ 180975 h 421304"/>
              <a:gd name="connsiteX0" fmla="*/ 39789 w 518631"/>
              <a:gd name="connsiteY0" fmla="*/ 180975 h 418103"/>
              <a:gd name="connsiteX1" fmla="*/ 279210 w 518631"/>
              <a:gd name="connsiteY1" fmla="*/ 0 h 418103"/>
              <a:gd name="connsiteX2" fmla="*/ 518631 w 518631"/>
              <a:gd name="connsiteY2" fmla="*/ 180975 h 418103"/>
              <a:gd name="connsiteX3" fmla="*/ 305404 w 518631"/>
              <a:gd name="connsiteY3" fmla="*/ 280987 h 418103"/>
              <a:gd name="connsiteX4" fmla="*/ 169193 w 518631"/>
              <a:gd name="connsiteY4" fmla="*/ 416123 h 418103"/>
              <a:gd name="connsiteX5" fmla="*/ 254918 w 518631"/>
              <a:gd name="connsiteY5" fmla="*/ 251816 h 418103"/>
              <a:gd name="connsiteX6" fmla="*/ 104900 w 518631"/>
              <a:gd name="connsiteY6" fmla="*/ 387548 h 418103"/>
              <a:gd name="connsiteX7" fmla="*/ 190625 w 518631"/>
              <a:gd name="connsiteY7" fmla="*/ 213716 h 418103"/>
              <a:gd name="connsiteX8" fmla="*/ 23937 w 518631"/>
              <a:gd name="connsiteY8" fmla="*/ 275629 h 418103"/>
              <a:gd name="connsiteX9" fmla="*/ 39789 w 518631"/>
              <a:gd name="connsiteY9" fmla="*/ 180975 h 418103"/>
              <a:gd name="connsiteX0" fmla="*/ 39789 w 519074"/>
              <a:gd name="connsiteY0" fmla="*/ 180975 h 417650"/>
              <a:gd name="connsiteX1" fmla="*/ 279210 w 519074"/>
              <a:gd name="connsiteY1" fmla="*/ 0 h 417650"/>
              <a:gd name="connsiteX2" fmla="*/ 518631 w 519074"/>
              <a:gd name="connsiteY2" fmla="*/ 180975 h 417650"/>
              <a:gd name="connsiteX3" fmla="*/ 266825 w 519074"/>
              <a:gd name="connsiteY3" fmla="*/ 413742 h 417650"/>
              <a:gd name="connsiteX4" fmla="*/ 305404 w 519074"/>
              <a:gd name="connsiteY4" fmla="*/ 280987 h 417650"/>
              <a:gd name="connsiteX5" fmla="*/ 169193 w 519074"/>
              <a:gd name="connsiteY5" fmla="*/ 416123 h 417650"/>
              <a:gd name="connsiteX6" fmla="*/ 254918 w 519074"/>
              <a:gd name="connsiteY6" fmla="*/ 251816 h 417650"/>
              <a:gd name="connsiteX7" fmla="*/ 104900 w 519074"/>
              <a:gd name="connsiteY7" fmla="*/ 387548 h 417650"/>
              <a:gd name="connsiteX8" fmla="*/ 190625 w 519074"/>
              <a:gd name="connsiteY8" fmla="*/ 213716 h 417650"/>
              <a:gd name="connsiteX9" fmla="*/ 23937 w 519074"/>
              <a:gd name="connsiteY9" fmla="*/ 275629 h 417650"/>
              <a:gd name="connsiteX10" fmla="*/ 39789 w 519074"/>
              <a:gd name="connsiteY10" fmla="*/ 180975 h 417650"/>
              <a:gd name="connsiteX0" fmla="*/ 39789 w 520278"/>
              <a:gd name="connsiteY0" fmla="*/ 180975 h 417650"/>
              <a:gd name="connsiteX1" fmla="*/ 279210 w 520278"/>
              <a:gd name="connsiteY1" fmla="*/ 0 h 417650"/>
              <a:gd name="connsiteX2" fmla="*/ 518631 w 520278"/>
              <a:gd name="connsiteY2" fmla="*/ 180975 h 417650"/>
              <a:gd name="connsiteX3" fmla="*/ 266825 w 520278"/>
              <a:gd name="connsiteY3" fmla="*/ 413742 h 417650"/>
              <a:gd name="connsiteX4" fmla="*/ 305404 w 520278"/>
              <a:gd name="connsiteY4" fmla="*/ 280987 h 417650"/>
              <a:gd name="connsiteX5" fmla="*/ 169193 w 520278"/>
              <a:gd name="connsiteY5" fmla="*/ 416123 h 417650"/>
              <a:gd name="connsiteX6" fmla="*/ 254918 w 520278"/>
              <a:gd name="connsiteY6" fmla="*/ 251816 h 417650"/>
              <a:gd name="connsiteX7" fmla="*/ 104900 w 520278"/>
              <a:gd name="connsiteY7" fmla="*/ 387548 h 417650"/>
              <a:gd name="connsiteX8" fmla="*/ 190625 w 520278"/>
              <a:gd name="connsiteY8" fmla="*/ 213716 h 417650"/>
              <a:gd name="connsiteX9" fmla="*/ 23937 w 520278"/>
              <a:gd name="connsiteY9" fmla="*/ 275629 h 417650"/>
              <a:gd name="connsiteX10" fmla="*/ 39789 w 520278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19389 w 499863"/>
              <a:gd name="connsiteY0" fmla="*/ 180975 h 419714"/>
              <a:gd name="connsiteX1" fmla="*/ 258810 w 499863"/>
              <a:gd name="connsiteY1" fmla="*/ 0 h 419714"/>
              <a:gd name="connsiteX2" fmla="*/ 498231 w 499863"/>
              <a:gd name="connsiteY2" fmla="*/ 180975 h 419714"/>
              <a:gd name="connsiteX3" fmla="*/ 246425 w 499863"/>
              <a:gd name="connsiteY3" fmla="*/ 413742 h 419714"/>
              <a:gd name="connsiteX4" fmla="*/ 296910 w 499863"/>
              <a:gd name="connsiteY4" fmla="*/ 300037 h 419714"/>
              <a:gd name="connsiteX5" fmla="*/ 148793 w 499863"/>
              <a:gd name="connsiteY5" fmla="*/ 416123 h 419714"/>
              <a:gd name="connsiteX6" fmla="*/ 234518 w 499863"/>
              <a:gd name="connsiteY6" fmla="*/ 251816 h 419714"/>
              <a:gd name="connsiteX7" fmla="*/ 96406 w 499863"/>
              <a:gd name="connsiteY7" fmla="*/ 375642 h 419714"/>
              <a:gd name="connsiteX8" fmla="*/ 170225 w 499863"/>
              <a:gd name="connsiteY8" fmla="*/ 213716 h 419714"/>
              <a:gd name="connsiteX9" fmla="*/ 41637 w 499863"/>
              <a:gd name="connsiteY9" fmla="*/ 254197 h 419714"/>
              <a:gd name="connsiteX10" fmla="*/ 19389 w 499863"/>
              <a:gd name="connsiteY10" fmla="*/ 180975 h 419714"/>
              <a:gd name="connsiteX0" fmla="*/ 20974 w 496685"/>
              <a:gd name="connsiteY0" fmla="*/ 180975 h 419714"/>
              <a:gd name="connsiteX1" fmla="*/ 255632 w 496685"/>
              <a:gd name="connsiteY1" fmla="*/ 0 h 419714"/>
              <a:gd name="connsiteX2" fmla="*/ 495053 w 496685"/>
              <a:gd name="connsiteY2" fmla="*/ 180975 h 419714"/>
              <a:gd name="connsiteX3" fmla="*/ 243247 w 496685"/>
              <a:gd name="connsiteY3" fmla="*/ 413742 h 419714"/>
              <a:gd name="connsiteX4" fmla="*/ 293732 w 496685"/>
              <a:gd name="connsiteY4" fmla="*/ 300037 h 419714"/>
              <a:gd name="connsiteX5" fmla="*/ 145615 w 496685"/>
              <a:gd name="connsiteY5" fmla="*/ 416123 h 419714"/>
              <a:gd name="connsiteX6" fmla="*/ 231340 w 496685"/>
              <a:gd name="connsiteY6" fmla="*/ 251816 h 419714"/>
              <a:gd name="connsiteX7" fmla="*/ 93228 w 496685"/>
              <a:gd name="connsiteY7" fmla="*/ 375642 h 419714"/>
              <a:gd name="connsiteX8" fmla="*/ 167047 w 496685"/>
              <a:gd name="connsiteY8" fmla="*/ 213716 h 419714"/>
              <a:gd name="connsiteX9" fmla="*/ 38459 w 496685"/>
              <a:gd name="connsiteY9" fmla="*/ 254197 h 419714"/>
              <a:gd name="connsiteX10" fmla="*/ 20974 w 496685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88971 w 467050"/>
              <a:gd name="connsiteY0" fmla="*/ 143135 h 419974"/>
              <a:gd name="connsiteX1" fmla="*/ 225997 w 467050"/>
              <a:gd name="connsiteY1" fmla="*/ 260 h 419974"/>
              <a:gd name="connsiteX2" fmla="*/ 465418 w 467050"/>
              <a:gd name="connsiteY2" fmla="*/ 181235 h 419974"/>
              <a:gd name="connsiteX3" fmla="*/ 213612 w 467050"/>
              <a:gd name="connsiteY3" fmla="*/ 414002 h 419974"/>
              <a:gd name="connsiteX4" fmla="*/ 264097 w 467050"/>
              <a:gd name="connsiteY4" fmla="*/ 300297 h 419974"/>
              <a:gd name="connsiteX5" fmla="*/ 115980 w 467050"/>
              <a:gd name="connsiteY5" fmla="*/ 416383 h 419974"/>
              <a:gd name="connsiteX6" fmla="*/ 201705 w 467050"/>
              <a:gd name="connsiteY6" fmla="*/ 252076 h 419974"/>
              <a:gd name="connsiteX7" fmla="*/ 63593 w 467050"/>
              <a:gd name="connsiteY7" fmla="*/ 375902 h 419974"/>
              <a:gd name="connsiteX8" fmla="*/ 137412 w 467050"/>
              <a:gd name="connsiteY8" fmla="*/ 213976 h 419974"/>
              <a:gd name="connsiteX9" fmla="*/ 8824 w 467050"/>
              <a:gd name="connsiteY9" fmla="*/ 254457 h 419974"/>
              <a:gd name="connsiteX10" fmla="*/ 88971 w 467050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96591 w 474670"/>
              <a:gd name="connsiteY0" fmla="*/ 143135 h 419974"/>
              <a:gd name="connsiteX1" fmla="*/ 233617 w 474670"/>
              <a:gd name="connsiteY1" fmla="*/ 260 h 419974"/>
              <a:gd name="connsiteX2" fmla="*/ 473038 w 474670"/>
              <a:gd name="connsiteY2" fmla="*/ 181235 h 419974"/>
              <a:gd name="connsiteX3" fmla="*/ 221232 w 474670"/>
              <a:gd name="connsiteY3" fmla="*/ 414002 h 419974"/>
              <a:gd name="connsiteX4" fmla="*/ 271717 w 474670"/>
              <a:gd name="connsiteY4" fmla="*/ 300297 h 419974"/>
              <a:gd name="connsiteX5" fmla="*/ 123600 w 474670"/>
              <a:gd name="connsiteY5" fmla="*/ 416383 h 419974"/>
              <a:gd name="connsiteX6" fmla="*/ 209325 w 474670"/>
              <a:gd name="connsiteY6" fmla="*/ 252076 h 419974"/>
              <a:gd name="connsiteX7" fmla="*/ 71213 w 474670"/>
              <a:gd name="connsiteY7" fmla="*/ 375902 h 419974"/>
              <a:gd name="connsiteX8" fmla="*/ 145032 w 474670"/>
              <a:gd name="connsiteY8" fmla="*/ 213976 h 419974"/>
              <a:gd name="connsiteX9" fmla="*/ 16444 w 474670"/>
              <a:gd name="connsiteY9" fmla="*/ 254457 h 419974"/>
              <a:gd name="connsiteX10" fmla="*/ 96591 w 474670"/>
              <a:gd name="connsiteY10" fmla="*/ 143135 h 419974"/>
              <a:gd name="connsiteX0" fmla="*/ 129498 w 471858"/>
              <a:gd name="connsiteY0" fmla="*/ 119866 h 420517"/>
              <a:gd name="connsiteX1" fmla="*/ 230805 w 471858"/>
              <a:gd name="connsiteY1" fmla="*/ 803 h 420517"/>
              <a:gd name="connsiteX2" fmla="*/ 470226 w 471858"/>
              <a:gd name="connsiteY2" fmla="*/ 181778 h 420517"/>
              <a:gd name="connsiteX3" fmla="*/ 218420 w 471858"/>
              <a:gd name="connsiteY3" fmla="*/ 414545 h 420517"/>
              <a:gd name="connsiteX4" fmla="*/ 268905 w 471858"/>
              <a:gd name="connsiteY4" fmla="*/ 300840 h 420517"/>
              <a:gd name="connsiteX5" fmla="*/ 120788 w 471858"/>
              <a:gd name="connsiteY5" fmla="*/ 416926 h 420517"/>
              <a:gd name="connsiteX6" fmla="*/ 206513 w 471858"/>
              <a:gd name="connsiteY6" fmla="*/ 252619 h 420517"/>
              <a:gd name="connsiteX7" fmla="*/ 68401 w 471858"/>
              <a:gd name="connsiteY7" fmla="*/ 376445 h 420517"/>
              <a:gd name="connsiteX8" fmla="*/ 142220 w 471858"/>
              <a:gd name="connsiteY8" fmla="*/ 214519 h 420517"/>
              <a:gd name="connsiteX9" fmla="*/ 13632 w 471858"/>
              <a:gd name="connsiteY9" fmla="*/ 255000 h 420517"/>
              <a:gd name="connsiteX10" fmla="*/ 129498 w 471858"/>
              <a:gd name="connsiteY10" fmla="*/ 119866 h 420517"/>
              <a:gd name="connsiteX0" fmla="*/ 129498 w 471858"/>
              <a:gd name="connsiteY0" fmla="*/ 119441 h 420092"/>
              <a:gd name="connsiteX1" fmla="*/ 230805 w 471858"/>
              <a:gd name="connsiteY1" fmla="*/ 378 h 420092"/>
              <a:gd name="connsiteX2" fmla="*/ 470226 w 471858"/>
              <a:gd name="connsiteY2" fmla="*/ 181353 h 420092"/>
              <a:gd name="connsiteX3" fmla="*/ 218420 w 471858"/>
              <a:gd name="connsiteY3" fmla="*/ 414120 h 420092"/>
              <a:gd name="connsiteX4" fmla="*/ 268905 w 471858"/>
              <a:gd name="connsiteY4" fmla="*/ 300415 h 420092"/>
              <a:gd name="connsiteX5" fmla="*/ 120788 w 471858"/>
              <a:gd name="connsiteY5" fmla="*/ 416501 h 420092"/>
              <a:gd name="connsiteX6" fmla="*/ 206513 w 471858"/>
              <a:gd name="connsiteY6" fmla="*/ 252194 h 420092"/>
              <a:gd name="connsiteX7" fmla="*/ 68401 w 471858"/>
              <a:gd name="connsiteY7" fmla="*/ 376020 h 420092"/>
              <a:gd name="connsiteX8" fmla="*/ 142220 w 471858"/>
              <a:gd name="connsiteY8" fmla="*/ 214094 h 420092"/>
              <a:gd name="connsiteX9" fmla="*/ 13632 w 471858"/>
              <a:gd name="connsiteY9" fmla="*/ 254575 h 420092"/>
              <a:gd name="connsiteX10" fmla="*/ 129498 w 471858"/>
              <a:gd name="connsiteY10" fmla="*/ 119441 h 420092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95 h 419746"/>
              <a:gd name="connsiteX1" fmla="*/ 230805 w 471858"/>
              <a:gd name="connsiteY1" fmla="*/ 32 h 419746"/>
              <a:gd name="connsiteX2" fmla="*/ 470226 w 471858"/>
              <a:gd name="connsiteY2" fmla="*/ 181007 h 419746"/>
              <a:gd name="connsiteX3" fmla="*/ 218420 w 471858"/>
              <a:gd name="connsiteY3" fmla="*/ 413774 h 419746"/>
              <a:gd name="connsiteX4" fmla="*/ 268905 w 471858"/>
              <a:gd name="connsiteY4" fmla="*/ 300069 h 419746"/>
              <a:gd name="connsiteX5" fmla="*/ 120788 w 471858"/>
              <a:gd name="connsiteY5" fmla="*/ 416155 h 419746"/>
              <a:gd name="connsiteX6" fmla="*/ 206513 w 471858"/>
              <a:gd name="connsiteY6" fmla="*/ 251848 h 419746"/>
              <a:gd name="connsiteX7" fmla="*/ 68401 w 471858"/>
              <a:gd name="connsiteY7" fmla="*/ 375674 h 419746"/>
              <a:gd name="connsiteX8" fmla="*/ 142220 w 471858"/>
              <a:gd name="connsiteY8" fmla="*/ 213748 h 419746"/>
              <a:gd name="connsiteX9" fmla="*/ 13632 w 471858"/>
              <a:gd name="connsiteY9" fmla="*/ 254229 h 419746"/>
              <a:gd name="connsiteX10" fmla="*/ 129498 w 471858"/>
              <a:gd name="connsiteY10" fmla="*/ 119095 h 419746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30770 w 473130"/>
              <a:gd name="connsiteY0" fmla="*/ 121250 h 421901"/>
              <a:gd name="connsiteX1" fmla="*/ 232077 w 473130"/>
              <a:gd name="connsiteY1" fmla="*/ 2187 h 421901"/>
              <a:gd name="connsiteX2" fmla="*/ 471498 w 473130"/>
              <a:gd name="connsiteY2" fmla="*/ 183162 h 421901"/>
              <a:gd name="connsiteX3" fmla="*/ 219692 w 473130"/>
              <a:gd name="connsiteY3" fmla="*/ 415929 h 421901"/>
              <a:gd name="connsiteX4" fmla="*/ 270177 w 473130"/>
              <a:gd name="connsiteY4" fmla="*/ 302224 h 421901"/>
              <a:gd name="connsiteX5" fmla="*/ 122060 w 473130"/>
              <a:gd name="connsiteY5" fmla="*/ 418310 h 421901"/>
              <a:gd name="connsiteX6" fmla="*/ 207785 w 473130"/>
              <a:gd name="connsiteY6" fmla="*/ 254003 h 421901"/>
              <a:gd name="connsiteX7" fmla="*/ 69673 w 473130"/>
              <a:gd name="connsiteY7" fmla="*/ 377829 h 421901"/>
              <a:gd name="connsiteX8" fmla="*/ 143492 w 473130"/>
              <a:gd name="connsiteY8" fmla="*/ 215903 h 421901"/>
              <a:gd name="connsiteX9" fmla="*/ 14904 w 473130"/>
              <a:gd name="connsiteY9" fmla="*/ 256384 h 421901"/>
              <a:gd name="connsiteX10" fmla="*/ 130770 w 473130"/>
              <a:gd name="connsiteY10" fmla="*/ 121250 h 421901"/>
              <a:gd name="connsiteX0" fmla="*/ 130944 w 473304"/>
              <a:gd name="connsiteY0" fmla="*/ 121250 h 421901"/>
              <a:gd name="connsiteX1" fmla="*/ 232251 w 473304"/>
              <a:gd name="connsiteY1" fmla="*/ 2187 h 421901"/>
              <a:gd name="connsiteX2" fmla="*/ 471672 w 473304"/>
              <a:gd name="connsiteY2" fmla="*/ 183162 h 421901"/>
              <a:gd name="connsiteX3" fmla="*/ 219866 w 473304"/>
              <a:gd name="connsiteY3" fmla="*/ 415929 h 421901"/>
              <a:gd name="connsiteX4" fmla="*/ 270351 w 473304"/>
              <a:gd name="connsiteY4" fmla="*/ 302224 h 421901"/>
              <a:gd name="connsiteX5" fmla="*/ 122234 w 473304"/>
              <a:gd name="connsiteY5" fmla="*/ 418310 h 421901"/>
              <a:gd name="connsiteX6" fmla="*/ 207959 w 473304"/>
              <a:gd name="connsiteY6" fmla="*/ 254003 h 421901"/>
              <a:gd name="connsiteX7" fmla="*/ 69847 w 473304"/>
              <a:gd name="connsiteY7" fmla="*/ 377829 h 421901"/>
              <a:gd name="connsiteX8" fmla="*/ 143666 w 473304"/>
              <a:gd name="connsiteY8" fmla="*/ 215903 h 421901"/>
              <a:gd name="connsiteX9" fmla="*/ 15078 w 473304"/>
              <a:gd name="connsiteY9" fmla="*/ 256384 h 421901"/>
              <a:gd name="connsiteX10" fmla="*/ 130944 w 473304"/>
              <a:gd name="connsiteY10" fmla="*/ 121250 h 421901"/>
              <a:gd name="connsiteX0" fmla="*/ 0 w 458226"/>
              <a:gd name="connsiteY0" fmla="*/ 256384 h 421901"/>
              <a:gd name="connsiteX1" fmla="*/ 217173 w 458226"/>
              <a:gd name="connsiteY1" fmla="*/ 2187 h 421901"/>
              <a:gd name="connsiteX2" fmla="*/ 456594 w 458226"/>
              <a:gd name="connsiteY2" fmla="*/ 183162 h 421901"/>
              <a:gd name="connsiteX3" fmla="*/ 204788 w 458226"/>
              <a:gd name="connsiteY3" fmla="*/ 415929 h 421901"/>
              <a:gd name="connsiteX4" fmla="*/ 255273 w 458226"/>
              <a:gd name="connsiteY4" fmla="*/ 302224 h 421901"/>
              <a:gd name="connsiteX5" fmla="*/ 107156 w 458226"/>
              <a:gd name="connsiteY5" fmla="*/ 418310 h 421901"/>
              <a:gd name="connsiteX6" fmla="*/ 192881 w 458226"/>
              <a:gd name="connsiteY6" fmla="*/ 254003 h 421901"/>
              <a:gd name="connsiteX7" fmla="*/ 54769 w 458226"/>
              <a:gd name="connsiteY7" fmla="*/ 377829 h 421901"/>
              <a:gd name="connsiteX8" fmla="*/ 128588 w 458226"/>
              <a:gd name="connsiteY8" fmla="*/ 215903 h 421901"/>
              <a:gd name="connsiteX9" fmla="*/ 0 w 458226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2343"/>
              <a:gd name="connsiteX1" fmla="*/ 219931 w 460984"/>
              <a:gd name="connsiteY1" fmla="*/ 2187 h 422343"/>
              <a:gd name="connsiteX2" fmla="*/ 459352 w 460984"/>
              <a:gd name="connsiteY2" fmla="*/ 183162 h 422343"/>
              <a:gd name="connsiteX3" fmla="*/ 207546 w 460984"/>
              <a:gd name="connsiteY3" fmla="*/ 415929 h 422343"/>
              <a:gd name="connsiteX4" fmla="*/ 258031 w 460984"/>
              <a:gd name="connsiteY4" fmla="*/ 302224 h 422343"/>
              <a:gd name="connsiteX5" fmla="*/ 109914 w 460984"/>
              <a:gd name="connsiteY5" fmla="*/ 418310 h 422343"/>
              <a:gd name="connsiteX6" fmla="*/ 195639 w 460984"/>
              <a:gd name="connsiteY6" fmla="*/ 254003 h 422343"/>
              <a:gd name="connsiteX7" fmla="*/ 57527 w 460984"/>
              <a:gd name="connsiteY7" fmla="*/ 377829 h 422343"/>
              <a:gd name="connsiteX8" fmla="*/ 131346 w 460984"/>
              <a:gd name="connsiteY8" fmla="*/ 215903 h 422343"/>
              <a:gd name="connsiteX9" fmla="*/ 2758 w 460984"/>
              <a:gd name="connsiteY9" fmla="*/ 256384 h 422343"/>
              <a:gd name="connsiteX0" fmla="*/ 2758 w 459352"/>
              <a:gd name="connsiteY0" fmla="*/ 256384 h 422343"/>
              <a:gd name="connsiteX1" fmla="*/ 219931 w 459352"/>
              <a:gd name="connsiteY1" fmla="*/ 2187 h 422343"/>
              <a:gd name="connsiteX2" fmla="*/ 459352 w 459352"/>
              <a:gd name="connsiteY2" fmla="*/ 183162 h 422343"/>
              <a:gd name="connsiteX3" fmla="*/ 207546 w 459352"/>
              <a:gd name="connsiteY3" fmla="*/ 415929 h 422343"/>
              <a:gd name="connsiteX4" fmla="*/ 258031 w 459352"/>
              <a:gd name="connsiteY4" fmla="*/ 302224 h 422343"/>
              <a:gd name="connsiteX5" fmla="*/ 109914 w 459352"/>
              <a:gd name="connsiteY5" fmla="*/ 418310 h 422343"/>
              <a:gd name="connsiteX6" fmla="*/ 195639 w 459352"/>
              <a:gd name="connsiteY6" fmla="*/ 254003 h 422343"/>
              <a:gd name="connsiteX7" fmla="*/ 57527 w 459352"/>
              <a:gd name="connsiteY7" fmla="*/ 377829 h 422343"/>
              <a:gd name="connsiteX8" fmla="*/ 131346 w 459352"/>
              <a:gd name="connsiteY8" fmla="*/ 215903 h 422343"/>
              <a:gd name="connsiteX9" fmla="*/ 2758 w 459352"/>
              <a:gd name="connsiteY9" fmla="*/ 256384 h 42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9352" h="422343">
                <a:moveTo>
                  <a:pt x="2758" y="256384"/>
                </a:moveTo>
                <a:cubicBezTo>
                  <a:pt x="-23453" y="195079"/>
                  <a:pt x="143832" y="14391"/>
                  <a:pt x="219931" y="2187"/>
                </a:cubicBezTo>
                <a:cubicBezTo>
                  <a:pt x="305294" y="-13687"/>
                  <a:pt x="445145" y="57848"/>
                  <a:pt x="459352" y="183162"/>
                </a:cubicBezTo>
                <a:cubicBezTo>
                  <a:pt x="452990" y="272468"/>
                  <a:pt x="240703" y="427836"/>
                  <a:pt x="207546" y="415929"/>
                </a:cubicBezTo>
                <a:cubicBezTo>
                  <a:pt x="172009" y="382591"/>
                  <a:pt x="274303" y="301827"/>
                  <a:pt x="258031" y="302224"/>
                </a:cubicBezTo>
                <a:cubicBezTo>
                  <a:pt x="241759" y="302621"/>
                  <a:pt x="162228" y="448152"/>
                  <a:pt x="109914" y="418310"/>
                </a:cubicBezTo>
                <a:cubicBezTo>
                  <a:pt x="82053" y="385666"/>
                  <a:pt x="222626" y="238525"/>
                  <a:pt x="195639" y="254003"/>
                </a:cubicBezTo>
                <a:cubicBezTo>
                  <a:pt x="168652" y="269481"/>
                  <a:pt x="96948" y="409439"/>
                  <a:pt x="57527" y="377829"/>
                </a:cubicBezTo>
                <a:cubicBezTo>
                  <a:pt x="16253" y="328220"/>
                  <a:pt x="161906" y="223444"/>
                  <a:pt x="131346" y="215903"/>
                </a:cubicBezTo>
                <a:cubicBezTo>
                  <a:pt x="112693" y="198837"/>
                  <a:pt x="47343" y="279699"/>
                  <a:pt x="2758" y="256384"/>
                </a:cubicBezTo>
                <a:close/>
              </a:path>
            </a:pathLst>
          </a:custGeom>
          <a:solidFill>
            <a:srgbClr val="09B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919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>
            <a:extLst>
              <a:ext uri="{FF2B5EF4-FFF2-40B4-BE49-F238E27FC236}">
                <a16:creationId xmlns:a16="http://schemas.microsoft.com/office/drawing/2014/main" id="{06A4F1AA-125E-4708-9761-01DD0840792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31000">
                <a:srgbClr val="AC4D1B"/>
              </a:gs>
            </a:gsLst>
            <a:lin ang="11400000" scaled="0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73F83AF6-3BF1-4197-94C5-E95B2A6620CF}"/>
              </a:ext>
            </a:extLst>
          </p:cNvPr>
          <p:cNvGrpSpPr/>
          <p:nvPr/>
        </p:nvGrpSpPr>
        <p:grpSpPr>
          <a:xfrm>
            <a:off x="2350249" y="389490"/>
            <a:ext cx="7491502" cy="5465849"/>
            <a:chOff x="4985138" y="389490"/>
            <a:chExt cx="7491502" cy="5465849"/>
          </a:xfrm>
        </p:grpSpPr>
        <p:sp>
          <p:nvSpPr>
            <p:cNvPr id="66" name="Rectangle 4">
              <a:extLst>
                <a:ext uri="{FF2B5EF4-FFF2-40B4-BE49-F238E27FC236}">
                  <a16:creationId xmlns:a16="http://schemas.microsoft.com/office/drawing/2014/main" id="{1B9AEE47-5D1F-4157-B212-784A51E527A1}"/>
                </a:ext>
              </a:extLst>
            </p:cNvPr>
            <p:cNvSpPr/>
            <p:nvPr/>
          </p:nvSpPr>
          <p:spPr>
            <a:xfrm>
              <a:off x="4985138" y="389490"/>
              <a:ext cx="3668357" cy="5465849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7" name="Rectangle 4">
              <a:extLst>
                <a:ext uri="{FF2B5EF4-FFF2-40B4-BE49-F238E27FC236}">
                  <a16:creationId xmlns:a16="http://schemas.microsoft.com/office/drawing/2014/main" id="{D5730C7A-9318-4F08-A616-D9ABAACA6494}"/>
                </a:ext>
              </a:extLst>
            </p:cNvPr>
            <p:cNvSpPr/>
            <p:nvPr/>
          </p:nvSpPr>
          <p:spPr>
            <a:xfrm flipH="1">
              <a:off x="8808283" y="389490"/>
              <a:ext cx="3668357" cy="5465849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8" name="Rectangle 4">
              <a:extLst>
                <a:ext uri="{FF2B5EF4-FFF2-40B4-BE49-F238E27FC236}">
                  <a16:creationId xmlns:a16="http://schemas.microsoft.com/office/drawing/2014/main" id="{08E21026-9AF4-43D2-A9C0-E82FE8F346A8}"/>
                </a:ext>
              </a:extLst>
            </p:cNvPr>
            <p:cNvSpPr/>
            <p:nvPr/>
          </p:nvSpPr>
          <p:spPr>
            <a:xfrm flipH="1">
              <a:off x="8761581" y="782143"/>
              <a:ext cx="3293337" cy="4718931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0" name="Rectangle 4">
              <a:extLst>
                <a:ext uri="{FF2B5EF4-FFF2-40B4-BE49-F238E27FC236}">
                  <a16:creationId xmlns:a16="http://schemas.microsoft.com/office/drawing/2014/main" id="{483AE87F-5F7D-4AEB-B8FC-ED25F529EA41}"/>
                </a:ext>
              </a:extLst>
            </p:cNvPr>
            <p:cNvSpPr/>
            <p:nvPr/>
          </p:nvSpPr>
          <p:spPr>
            <a:xfrm>
              <a:off x="5329581" y="777937"/>
              <a:ext cx="3369152" cy="4718931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1" name="Rectangle 4">
              <a:extLst>
                <a:ext uri="{FF2B5EF4-FFF2-40B4-BE49-F238E27FC236}">
                  <a16:creationId xmlns:a16="http://schemas.microsoft.com/office/drawing/2014/main" id="{E2DCAAD5-3EBC-4CB7-9849-1EDDD5E4F643}"/>
                </a:ext>
              </a:extLst>
            </p:cNvPr>
            <p:cNvSpPr/>
            <p:nvPr/>
          </p:nvSpPr>
          <p:spPr>
            <a:xfrm flipH="1">
              <a:off x="8806819" y="1402480"/>
              <a:ext cx="2631645" cy="3770812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rgbClr val="FFFF3F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2" name="Rectangle 4">
              <a:extLst>
                <a:ext uri="{FF2B5EF4-FFF2-40B4-BE49-F238E27FC236}">
                  <a16:creationId xmlns:a16="http://schemas.microsoft.com/office/drawing/2014/main" id="{A63C7027-7876-476F-B63C-4C84274E945B}"/>
                </a:ext>
              </a:extLst>
            </p:cNvPr>
            <p:cNvSpPr/>
            <p:nvPr/>
          </p:nvSpPr>
          <p:spPr>
            <a:xfrm>
              <a:off x="6122593" y="1411899"/>
              <a:ext cx="2631645" cy="3770812"/>
            </a:xfrm>
            <a:custGeom>
              <a:avLst/>
              <a:gdLst>
                <a:gd name="connsiteX0" fmla="*/ 0 w 1476375"/>
                <a:gd name="connsiteY0" fmla="*/ 0 h 1247775"/>
                <a:gd name="connsiteX1" fmla="*/ 1476375 w 1476375"/>
                <a:gd name="connsiteY1" fmla="*/ 0 h 1247775"/>
                <a:gd name="connsiteX2" fmla="*/ 1476375 w 1476375"/>
                <a:gd name="connsiteY2" fmla="*/ 1247775 h 1247775"/>
                <a:gd name="connsiteX3" fmla="*/ 0 w 1476375"/>
                <a:gd name="connsiteY3" fmla="*/ 1247775 h 1247775"/>
                <a:gd name="connsiteX4" fmla="*/ 0 w 1476375"/>
                <a:gd name="connsiteY4" fmla="*/ 0 h 1247775"/>
                <a:gd name="connsiteX0" fmla="*/ 0 w 1905000"/>
                <a:gd name="connsiteY0" fmla="*/ 0 h 2085975"/>
                <a:gd name="connsiteX1" fmla="*/ 1476375 w 1905000"/>
                <a:gd name="connsiteY1" fmla="*/ 0 h 2085975"/>
                <a:gd name="connsiteX2" fmla="*/ 1905000 w 1905000"/>
                <a:gd name="connsiteY2" fmla="*/ 2085975 h 2085975"/>
                <a:gd name="connsiteX3" fmla="*/ 0 w 1905000"/>
                <a:gd name="connsiteY3" fmla="*/ 1247775 h 2085975"/>
                <a:gd name="connsiteX4" fmla="*/ 0 w 1905000"/>
                <a:gd name="connsiteY4" fmla="*/ 0 h 2085975"/>
                <a:gd name="connsiteX0" fmla="*/ 0 w 1933575"/>
                <a:gd name="connsiteY0" fmla="*/ 0 h 2085975"/>
                <a:gd name="connsiteX1" fmla="*/ 1933575 w 1933575"/>
                <a:gd name="connsiteY1" fmla="*/ 1019175 h 2085975"/>
                <a:gd name="connsiteX2" fmla="*/ 1905000 w 1933575"/>
                <a:gd name="connsiteY2" fmla="*/ 2085975 h 2085975"/>
                <a:gd name="connsiteX3" fmla="*/ 0 w 1933575"/>
                <a:gd name="connsiteY3" fmla="*/ 1247775 h 2085975"/>
                <a:gd name="connsiteX4" fmla="*/ 0 w 1933575"/>
                <a:gd name="connsiteY4" fmla="*/ 0 h 2085975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0 w 3095625"/>
                <a:gd name="connsiteY4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333374 w 3095625"/>
                <a:gd name="connsiteY4" fmla="*/ 809625 h 2686050"/>
                <a:gd name="connsiteX5" fmla="*/ 0 w 3095625"/>
                <a:gd name="connsiteY5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162050 w 3095625"/>
                <a:gd name="connsiteY3" fmla="*/ 1847850 h 2686050"/>
                <a:gd name="connsiteX4" fmla="*/ 466724 w 3095625"/>
                <a:gd name="connsiteY4" fmla="*/ 1438275 h 2686050"/>
                <a:gd name="connsiteX5" fmla="*/ 333374 w 3095625"/>
                <a:gd name="connsiteY5" fmla="*/ 809625 h 2686050"/>
                <a:gd name="connsiteX6" fmla="*/ 0 w 3095625"/>
                <a:gd name="connsiteY6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2933699 w 3095625"/>
                <a:gd name="connsiteY3" fmla="*/ 1695450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686050"/>
                <a:gd name="connsiteX1" fmla="*/ 3095625 w 3095625"/>
                <a:gd name="connsiteY1" fmla="*/ 1619250 h 2686050"/>
                <a:gd name="connsiteX2" fmla="*/ 3067050 w 3095625"/>
                <a:gd name="connsiteY2" fmla="*/ 2686050 h 2686050"/>
                <a:gd name="connsiteX3" fmla="*/ 1476374 w 3095625"/>
                <a:gd name="connsiteY3" fmla="*/ 1895475 h 2686050"/>
                <a:gd name="connsiteX4" fmla="*/ 1162050 w 3095625"/>
                <a:gd name="connsiteY4" fmla="*/ 1847850 h 2686050"/>
                <a:gd name="connsiteX5" fmla="*/ 466724 w 3095625"/>
                <a:gd name="connsiteY5" fmla="*/ 1438275 h 2686050"/>
                <a:gd name="connsiteX6" fmla="*/ 333374 w 3095625"/>
                <a:gd name="connsiteY6" fmla="*/ 809625 h 2686050"/>
                <a:gd name="connsiteX7" fmla="*/ 0 w 3095625"/>
                <a:gd name="connsiteY7" fmla="*/ 0 h 2686050"/>
                <a:gd name="connsiteX0" fmla="*/ 0 w 3095625"/>
                <a:gd name="connsiteY0" fmla="*/ 0 h 2818952"/>
                <a:gd name="connsiteX1" fmla="*/ 3095625 w 3095625"/>
                <a:gd name="connsiteY1" fmla="*/ 1619250 h 2818952"/>
                <a:gd name="connsiteX2" fmla="*/ 3067050 w 3095625"/>
                <a:gd name="connsiteY2" fmla="*/ 2686050 h 2818952"/>
                <a:gd name="connsiteX3" fmla="*/ 657224 w 3095625"/>
                <a:gd name="connsiteY3" fmla="*/ 2762250 h 2818952"/>
                <a:gd name="connsiteX4" fmla="*/ 1476374 w 3095625"/>
                <a:gd name="connsiteY4" fmla="*/ 1895475 h 2818952"/>
                <a:gd name="connsiteX5" fmla="*/ 1162050 w 3095625"/>
                <a:gd name="connsiteY5" fmla="*/ 1847850 h 2818952"/>
                <a:gd name="connsiteX6" fmla="*/ 466724 w 3095625"/>
                <a:gd name="connsiteY6" fmla="*/ 1438275 h 2818952"/>
                <a:gd name="connsiteX7" fmla="*/ 333374 w 3095625"/>
                <a:gd name="connsiteY7" fmla="*/ 809625 h 2818952"/>
                <a:gd name="connsiteX8" fmla="*/ 0 w 3095625"/>
                <a:gd name="connsiteY8" fmla="*/ 0 h 2818952"/>
                <a:gd name="connsiteX0" fmla="*/ 0 w 3095625"/>
                <a:gd name="connsiteY0" fmla="*/ 0 h 3029826"/>
                <a:gd name="connsiteX1" fmla="*/ 3095625 w 3095625"/>
                <a:gd name="connsiteY1" fmla="*/ 1619250 h 3029826"/>
                <a:gd name="connsiteX2" fmla="*/ 3067050 w 3095625"/>
                <a:gd name="connsiteY2" fmla="*/ 2686050 h 3029826"/>
                <a:gd name="connsiteX3" fmla="*/ 685799 w 3095625"/>
                <a:gd name="connsiteY3" fmla="*/ 3028950 h 3029826"/>
                <a:gd name="connsiteX4" fmla="*/ 657224 w 3095625"/>
                <a:gd name="connsiteY4" fmla="*/ 2762250 h 3029826"/>
                <a:gd name="connsiteX5" fmla="*/ 1476374 w 3095625"/>
                <a:gd name="connsiteY5" fmla="*/ 1895475 h 3029826"/>
                <a:gd name="connsiteX6" fmla="*/ 1162050 w 3095625"/>
                <a:gd name="connsiteY6" fmla="*/ 1847850 h 3029826"/>
                <a:gd name="connsiteX7" fmla="*/ 466724 w 3095625"/>
                <a:gd name="connsiteY7" fmla="*/ 1438275 h 3029826"/>
                <a:gd name="connsiteX8" fmla="*/ 333374 w 3095625"/>
                <a:gd name="connsiteY8" fmla="*/ 809625 h 3029826"/>
                <a:gd name="connsiteX9" fmla="*/ 0 w 3095625"/>
                <a:gd name="connsiteY9" fmla="*/ 0 h 3029826"/>
                <a:gd name="connsiteX0" fmla="*/ 0 w 3095625"/>
                <a:gd name="connsiteY0" fmla="*/ 0 h 3722421"/>
                <a:gd name="connsiteX1" fmla="*/ 3095625 w 3095625"/>
                <a:gd name="connsiteY1" fmla="*/ 1619250 h 3722421"/>
                <a:gd name="connsiteX2" fmla="*/ 3067050 w 3095625"/>
                <a:gd name="connsiteY2" fmla="*/ 2686050 h 3722421"/>
                <a:gd name="connsiteX3" fmla="*/ 685799 w 3095625"/>
                <a:gd name="connsiteY3" fmla="*/ 3028950 h 3722421"/>
                <a:gd name="connsiteX4" fmla="*/ 657224 w 3095625"/>
                <a:gd name="connsiteY4" fmla="*/ 2762250 h 3722421"/>
                <a:gd name="connsiteX5" fmla="*/ 1476374 w 3095625"/>
                <a:gd name="connsiteY5" fmla="*/ 1895475 h 3722421"/>
                <a:gd name="connsiteX6" fmla="*/ 1162050 w 3095625"/>
                <a:gd name="connsiteY6" fmla="*/ 1847850 h 3722421"/>
                <a:gd name="connsiteX7" fmla="*/ 466724 w 3095625"/>
                <a:gd name="connsiteY7" fmla="*/ 1438275 h 3722421"/>
                <a:gd name="connsiteX8" fmla="*/ 333374 w 3095625"/>
                <a:gd name="connsiteY8" fmla="*/ 809625 h 3722421"/>
                <a:gd name="connsiteX9" fmla="*/ 0 w 3095625"/>
                <a:gd name="connsiteY9" fmla="*/ 0 h 3722421"/>
                <a:gd name="connsiteX0" fmla="*/ 0 w 3095625"/>
                <a:gd name="connsiteY0" fmla="*/ 0 h 4247362"/>
                <a:gd name="connsiteX1" fmla="*/ 3095625 w 3095625"/>
                <a:gd name="connsiteY1" fmla="*/ 1619250 h 4247362"/>
                <a:gd name="connsiteX2" fmla="*/ 3067050 w 3095625"/>
                <a:gd name="connsiteY2" fmla="*/ 2686050 h 4247362"/>
                <a:gd name="connsiteX3" fmla="*/ 685799 w 3095625"/>
                <a:gd name="connsiteY3" fmla="*/ 3028950 h 4247362"/>
                <a:gd name="connsiteX4" fmla="*/ 657224 w 3095625"/>
                <a:gd name="connsiteY4" fmla="*/ 2762250 h 4247362"/>
                <a:gd name="connsiteX5" fmla="*/ 1476374 w 3095625"/>
                <a:gd name="connsiteY5" fmla="*/ 1895475 h 4247362"/>
                <a:gd name="connsiteX6" fmla="*/ 1162050 w 3095625"/>
                <a:gd name="connsiteY6" fmla="*/ 1847850 h 4247362"/>
                <a:gd name="connsiteX7" fmla="*/ 466724 w 3095625"/>
                <a:gd name="connsiteY7" fmla="*/ 1438275 h 4247362"/>
                <a:gd name="connsiteX8" fmla="*/ 333374 w 3095625"/>
                <a:gd name="connsiteY8" fmla="*/ 809625 h 4247362"/>
                <a:gd name="connsiteX9" fmla="*/ 0 w 3095625"/>
                <a:gd name="connsiteY9" fmla="*/ 0 h 424736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76374 w 3095625"/>
                <a:gd name="connsiteY5" fmla="*/ 189547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668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1162050 w 3095625"/>
                <a:gd name="connsiteY6" fmla="*/ 1847850 h 4213392"/>
                <a:gd name="connsiteX7" fmla="*/ 466724 w 3095625"/>
                <a:gd name="connsiteY7" fmla="*/ 1438275 h 4213392"/>
                <a:gd name="connsiteX8" fmla="*/ 333374 w 3095625"/>
                <a:gd name="connsiteY8" fmla="*/ 809625 h 4213392"/>
                <a:gd name="connsiteX9" fmla="*/ 0 w 3095625"/>
                <a:gd name="connsiteY9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0 w 3095625"/>
                <a:gd name="connsiteY0" fmla="*/ 0 h 4213392"/>
                <a:gd name="connsiteX1" fmla="*/ 3095625 w 3095625"/>
                <a:gd name="connsiteY1" fmla="*/ 1619250 h 4213392"/>
                <a:gd name="connsiteX2" fmla="*/ 3067050 w 3095625"/>
                <a:gd name="connsiteY2" fmla="*/ 2686050 h 4213392"/>
                <a:gd name="connsiteX3" fmla="*/ 685799 w 3095625"/>
                <a:gd name="connsiteY3" fmla="*/ 3028950 h 4213392"/>
                <a:gd name="connsiteX4" fmla="*/ 657224 w 3095625"/>
                <a:gd name="connsiteY4" fmla="*/ 2762250 h 4213392"/>
                <a:gd name="connsiteX5" fmla="*/ 1428749 w 3095625"/>
                <a:gd name="connsiteY5" fmla="*/ 1876425 h 4213392"/>
                <a:gd name="connsiteX6" fmla="*/ 466724 w 3095625"/>
                <a:gd name="connsiteY6" fmla="*/ 1438275 h 4213392"/>
                <a:gd name="connsiteX7" fmla="*/ 333374 w 3095625"/>
                <a:gd name="connsiteY7" fmla="*/ 809625 h 4213392"/>
                <a:gd name="connsiteX8" fmla="*/ 0 w 3095625"/>
                <a:gd name="connsiteY8" fmla="*/ 0 h 4213392"/>
                <a:gd name="connsiteX0" fmla="*/ 4345 w 3099970"/>
                <a:gd name="connsiteY0" fmla="*/ 0 h 4213392"/>
                <a:gd name="connsiteX1" fmla="*/ 3099970 w 3099970"/>
                <a:gd name="connsiteY1" fmla="*/ 1619250 h 4213392"/>
                <a:gd name="connsiteX2" fmla="*/ 3071395 w 3099970"/>
                <a:gd name="connsiteY2" fmla="*/ 2686050 h 4213392"/>
                <a:gd name="connsiteX3" fmla="*/ 690144 w 3099970"/>
                <a:gd name="connsiteY3" fmla="*/ 3028950 h 4213392"/>
                <a:gd name="connsiteX4" fmla="*/ 661569 w 3099970"/>
                <a:gd name="connsiteY4" fmla="*/ 2762250 h 4213392"/>
                <a:gd name="connsiteX5" fmla="*/ 1433094 w 3099970"/>
                <a:gd name="connsiteY5" fmla="*/ 1876425 h 4213392"/>
                <a:gd name="connsiteX6" fmla="*/ 471069 w 3099970"/>
                <a:gd name="connsiteY6" fmla="*/ 1438275 h 4213392"/>
                <a:gd name="connsiteX7" fmla="*/ 337719 w 3099970"/>
                <a:gd name="connsiteY7" fmla="*/ 809625 h 4213392"/>
                <a:gd name="connsiteX8" fmla="*/ 4345 w 3099970"/>
                <a:gd name="connsiteY8" fmla="*/ 0 h 4213392"/>
                <a:gd name="connsiteX0" fmla="*/ 88544 w 3184169"/>
                <a:gd name="connsiteY0" fmla="*/ 390248 h 4603640"/>
                <a:gd name="connsiteX1" fmla="*/ 3184169 w 3184169"/>
                <a:gd name="connsiteY1" fmla="*/ 2009498 h 4603640"/>
                <a:gd name="connsiteX2" fmla="*/ 3155594 w 3184169"/>
                <a:gd name="connsiteY2" fmla="*/ 3076298 h 4603640"/>
                <a:gd name="connsiteX3" fmla="*/ 774343 w 3184169"/>
                <a:gd name="connsiteY3" fmla="*/ 3419198 h 4603640"/>
                <a:gd name="connsiteX4" fmla="*/ 745768 w 3184169"/>
                <a:gd name="connsiteY4" fmla="*/ 3152498 h 4603640"/>
                <a:gd name="connsiteX5" fmla="*/ 1517293 w 3184169"/>
                <a:gd name="connsiteY5" fmla="*/ 2266673 h 4603640"/>
                <a:gd name="connsiteX6" fmla="*/ 555268 w 3184169"/>
                <a:gd name="connsiteY6" fmla="*/ 1828523 h 4603640"/>
                <a:gd name="connsiteX7" fmla="*/ 421918 w 3184169"/>
                <a:gd name="connsiteY7" fmla="*/ 1199873 h 4603640"/>
                <a:gd name="connsiteX8" fmla="*/ 88544 w 3184169"/>
                <a:gd name="connsiteY8" fmla="*/ 390248 h 4603640"/>
                <a:gd name="connsiteX0" fmla="*/ 86530 w 3182155"/>
                <a:gd name="connsiteY0" fmla="*/ 528016 h 4741408"/>
                <a:gd name="connsiteX1" fmla="*/ 3182155 w 3182155"/>
                <a:gd name="connsiteY1" fmla="*/ 2147266 h 4741408"/>
                <a:gd name="connsiteX2" fmla="*/ 3153580 w 3182155"/>
                <a:gd name="connsiteY2" fmla="*/ 3214066 h 4741408"/>
                <a:gd name="connsiteX3" fmla="*/ 772329 w 3182155"/>
                <a:gd name="connsiteY3" fmla="*/ 3556966 h 4741408"/>
                <a:gd name="connsiteX4" fmla="*/ 743754 w 3182155"/>
                <a:gd name="connsiteY4" fmla="*/ 3290266 h 4741408"/>
                <a:gd name="connsiteX5" fmla="*/ 1515279 w 3182155"/>
                <a:gd name="connsiteY5" fmla="*/ 2404441 h 4741408"/>
                <a:gd name="connsiteX6" fmla="*/ 553254 w 3182155"/>
                <a:gd name="connsiteY6" fmla="*/ 1966291 h 4741408"/>
                <a:gd name="connsiteX7" fmla="*/ 419904 w 3182155"/>
                <a:gd name="connsiteY7" fmla="*/ 1337641 h 4741408"/>
                <a:gd name="connsiteX8" fmla="*/ 86530 w 3182155"/>
                <a:gd name="connsiteY8" fmla="*/ 528016 h 4741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2155" h="4741408">
                  <a:moveTo>
                    <a:pt x="86530" y="528016"/>
                  </a:moveTo>
                  <a:cubicBezTo>
                    <a:pt x="-519895" y="-789609"/>
                    <a:pt x="2226480" y="588341"/>
                    <a:pt x="3182155" y="2147266"/>
                  </a:cubicBezTo>
                  <a:lnTo>
                    <a:pt x="3153580" y="3214066"/>
                  </a:lnTo>
                  <a:cubicBezTo>
                    <a:pt x="3093255" y="5165103"/>
                    <a:pt x="812017" y="5211141"/>
                    <a:pt x="772329" y="3556966"/>
                  </a:cubicBezTo>
                  <a:cubicBezTo>
                    <a:pt x="618341" y="3426791"/>
                    <a:pt x="705654" y="3380753"/>
                    <a:pt x="743754" y="3290266"/>
                  </a:cubicBezTo>
                  <a:cubicBezTo>
                    <a:pt x="419904" y="2861641"/>
                    <a:pt x="1640691" y="2445716"/>
                    <a:pt x="1515279" y="2404441"/>
                  </a:cubicBezTo>
                  <a:cubicBezTo>
                    <a:pt x="1066017" y="2377454"/>
                    <a:pt x="445304" y="2336179"/>
                    <a:pt x="553254" y="1966291"/>
                  </a:cubicBezTo>
                  <a:cubicBezTo>
                    <a:pt x="415141" y="1793254"/>
                    <a:pt x="534204" y="1551953"/>
                    <a:pt x="419904" y="1337641"/>
                  </a:cubicBezTo>
                  <a:cubicBezTo>
                    <a:pt x="308779" y="1067766"/>
                    <a:pt x="45255" y="816941"/>
                    <a:pt x="86530" y="528016"/>
                  </a:cubicBezTo>
                  <a:close/>
                </a:path>
              </a:pathLst>
            </a:custGeom>
            <a:solidFill>
              <a:srgbClr val="FFFF3F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8" name="Oval 3">
              <a:extLst>
                <a:ext uri="{FF2B5EF4-FFF2-40B4-BE49-F238E27FC236}">
                  <a16:creationId xmlns:a16="http://schemas.microsoft.com/office/drawing/2014/main" id="{12AAB1E7-7B9E-4A60-890A-7572654736B6}"/>
                </a:ext>
              </a:extLst>
            </p:cNvPr>
            <p:cNvSpPr/>
            <p:nvPr/>
          </p:nvSpPr>
          <p:spPr>
            <a:xfrm>
              <a:off x="8530941" y="2323840"/>
              <a:ext cx="478841" cy="2709613"/>
            </a:xfrm>
            <a:custGeom>
              <a:avLst/>
              <a:gdLst>
                <a:gd name="connsiteX0" fmla="*/ 0 w 381000"/>
                <a:gd name="connsiteY0" fmla="*/ 678657 h 1357313"/>
                <a:gd name="connsiteX1" fmla="*/ 190500 w 381000"/>
                <a:gd name="connsiteY1" fmla="*/ 0 h 1357313"/>
                <a:gd name="connsiteX2" fmla="*/ 381000 w 381000"/>
                <a:gd name="connsiteY2" fmla="*/ 678657 h 1357313"/>
                <a:gd name="connsiteX3" fmla="*/ 190500 w 381000"/>
                <a:gd name="connsiteY3" fmla="*/ 1357314 h 1357313"/>
                <a:gd name="connsiteX4" fmla="*/ 0 w 381000"/>
                <a:gd name="connsiteY4" fmla="*/ 678657 h 1357313"/>
                <a:gd name="connsiteX0" fmla="*/ 257 w 381257"/>
                <a:gd name="connsiteY0" fmla="*/ 678657 h 2157414"/>
                <a:gd name="connsiteX1" fmla="*/ 190757 w 381257"/>
                <a:gd name="connsiteY1" fmla="*/ 0 h 2157414"/>
                <a:gd name="connsiteX2" fmla="*/ 381257 w 381257"/>
                <a:gd name="connsiteY2" fmla="*/ 678657 h 2157414"/>
                <a:gd name="connsiteX3" fmla="*/ 162182 w 381257"/>
                <a:gd name="connsiteY3" fmla="*/ 2157414 h 2157414"/>
                <a:gd name="connsiteX4" fmla="*/ 257 w 381257"/>
                <a:gd name="connsiteY4" fmla="*/ 678657 h 2157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257" h="2157414">
                  <a:moveTo>
                    <a:pt x="257" y="678657"/>
                  </a:moveTo>
                  <a:cubicBezTo>
                    <a:pt x="5019" y="319088"/>
                    <a:pt x="85547" y="0"/>
                    <a:pt x="190757" y="0"/>
                  </a:cubicBezTo>
                  <a:cubicBezTo>
                    <a:pt x="295967" y="0"/>
                    <a:pt x="381257" y="303845"/>
                    <a:pt x="381257" y="678657"/>
                  </a:cubicBezTo>
                  <a:cubicBezTo>
                    <a:pt x="381257" y="1053469"/>
                    <a:pt x="267392" y="2157414"/>
                    <a:pt x="162182" y="2157414"/>
                  </a:cubicBezTo>
                  <a:cubicBezTo>
                    <a:pt x="56972" y="2157414"/>
                    <a:pt x="-4505" y="1038226"/>
                    <a:pt x="257" y="678657"/>
                  </a:cubicBezTo>
                  <a:close/>
                </a:path>
              </a:pathLst>
            </a:cu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CAC1BA67-0347-4C81-AD04-C4750E33A485}"/>
                </a:ext>
              </a:extLst>
            </p:cNvPr>
            <p:cNvSpPr/>
            <p:nvPr/>
          </p:nvSpPr>
          <p:spPr>
            <a:xfrm>
              <a:off x="8099186" y="1175649"/>
              <a:ext cx="1324790" cy="1575346"/>
            </a:xfrm>
            <a:prstGeom prst="ellipse">
              <a:avLst/>
            </a:prstGeom>
            <a:solidFill>
              <a:schemeClr val="tx1"/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BD8B407A-1DC6-40B3-BCD8-4DAC570875A9}"/>
              </a:ext>
            </a:extLst>
          </p:cNvPr>
          <p:cNvGrpSpPr/>
          <p:nvPr/>
        </p:nvGrpSpPr>
        <p:grpSpPr>
          <a:xfrm>
            <a:off x="6321957" y="648064"/>
            <a:ext cx="736576" cy="629572"/>
            <a:chOff x="6487886" y="560599"/>
            <a:chExt cx="736576" cy="629572"/>
          </a:xfrm>
        </p:grpSpPr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05B27F1A-9CBF-498F-8D08-D97BC28E5D9A}"/>
                </a:ext>
              </a:extLst>
            </p:cNvPr>
            <p:cNvSpPr/>
            <p:nvPr/>
          </p:nvSpPr>
          <p:spPr>
            <a:xfrm>
              <a:off x="6487886" y="560599"/>
              <a:ext cx="638628" cy="629572"/>
            </a:xfrm>
            <a:custGeom>
              <a:avLst/>
              <a:gdLst>
                <a:gd name="connsiteX0" fmla="*/ 0 w 638628"/>
                <a:gd name="connsiteY0" fmla="*/ 629572 h 629572"/>
                <a:gd name="connsiteX1" fmla="*/ 333828 w 638628"/>
                <a:gd name="connsiteY1" fmla="*/ 19972 h 629572"/>
                <a:gd name="connsiteX2" fmla="*/ 638628 w 638628"/>
                <a:gd name="connsiteY2" fmla="*/ 136087 h 629572"/>
                <a:gd name="connsiteX3" fmla="*/ 638628 w 638628"/>
                <a:gd name="connsiteY3" fmla="*/ 136087 h 62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8628" h="629572">
                  <a:moveTo>
                    <a:pt x="0" y="629572"/>
                  </a:moveTo>
                  <a:cubicBezTo>
                    <a:pt x="113695" y="365895"/>
                    <a:pt x="227390" y="102219"/>
                    <a:pt x="333828" y="19972"/>
                  </a:cubicBezTo>
                  <a:cubicBezTo>
                    <a:pt x="440266" y="-62276"/>
                    <a:pt x="638628" y="136087"/>
                    <a:pt x="638628" y="136087"/>
                  </a:cubicBezTo>
                  <a:lnTo>
                    <a:pt x="638628" y="13608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CE47AA37-8BC0-4480-ACF4-BD9097C42AAC}"/>
                </a:ext>
              </a:extLst>
            </p:cNvPr>
            <p:cNvSpPr/>
            <p:nvPr/>
          </p:nvSpPr>
          <p:spPr>
            <a:xfrm>
              <a:off x="6945569" y="585116"/>
              <a:ext cx="278893" cy="278893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787DC92-191B-4D11-AD1B-E41C30E373F7}"/>
              </a:ext>
            </a:extLst>
          </p:cNvPr>
          <p:cNvGrpSpPr/>
          <p:nvPr/>
        </p:nvGrpSpPr>
        <p:grpSpPr>
          <a:xfrm flipH="1">
            <a:off x="5207977" y="653797"/>
            <a:ext cx="736576" cy="629572"/>
            <a:chOff x="6487886" y="560599"/>
            <a:chExt cx="736576" cy="629572"/>
          </a:xfrm>
        </p:grpSpPr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A224B598-CAA0-401F-B781-C633AE76A3E4}"/>
                </a:ext>
              </a:extLst>
            </p:cNvPr>
            <p:cNvSpPr/>
            <p:nvPr/>
          </p:nvSpPr>
          <p:spPr>
            <a:xfrm>
              <a:off x="6487886" y="560599"/>
              <a:ext cx="638628" cy="629572"/>
            </a:xfrm>
            <a:custGeom>
              <a:avLst/>
              <a:gdLst>
                <a:gd name="connsiteX0" fmla="*/ 0 w 638628"/>
                <a:gd name="connsiteY0" fmla="*/ 629572 h 629572"/>
                <a:gd name="connsiteX1" fmla="*/ 333828 w 638628"/>
                <a:gd name="connsiteY1" fmla="*/ 19972 h 629572"/>
                <a:gd name="connsiteX2" fmla="*/ 638628 w 638628"/>
                <a:gd name="connsiteY2" fmla="*/ 136087 h 629572"/>
                <a:gd name="connsiteX3" fmla="*/ 638628 w 638628"/>
                <a:gd name="connsiteY3" fmla="*/ 136087 h 629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38628" h="629572">
                  <a:moveTo>
                    <a:pt x="0" y="629572"/>
                  </a:moveTo>
                  <a:cubicBezTo>
                    <a:pt x="113695" y="365895"/>
                    <a:pt x="227390" y="102219"/>
                    <a:pt x="333828" y="19972"/>
                  </a:cubicBezTo>
                  <a:cubicBezTo>
                    <a:pt x="440266" y="-62276"/>
                    <a:pt x="638628" y="136087"/>
                    <a:pt x="638628" y="136087"/>
                  </a:cubicBezTo>
                  <a:lnTo>
                    <a:pt x="638628" y="13608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7E7D4B20-D53F-4D71-A7A8-147158454185}"/>
                </a:ext>
              </a:extLst>
            </p:cNvPr>
            <p:cNvSpPr/>
            <p:nvPr/>
          </p:nvSpPr>
          <p:spPr>
            <a:xfrm>
              <a:off x="6945569" y="585116"/>
              <a:ext cx="278893" cy="278893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3A596C7-9AF6-4FD6-A8EF-B7D7AB877A03}"/>
              </a:ext>
            </a:extLst>
          </p:cNvPr>
          <p:cNvGrpSpPr/>
          <p:nvPr/>
        </p:nvGrpSpPr>
        <p:grpSpPr>
          <a:xfrm>
            <a:off x="356870" y="3107427"/>
            <a:ext cx="11478259" cy="3214328"/>
            <a:chOff x="-1916935" y="3865734"/>
            <a:chExt cx="13232502" cy="3705579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AD01E585-48C9-4286-A430-25EDFE212A0D}"/>
                </a:ext>
              </a:extLst>
            </p:cNvPr>
            <p:cNvSpPr/>
            <p:nvPr/>
          </p:nvSpPr>
          <p:spPr>
            <a:xfrm>
              <a:off x="-1916935" y="3883013"/>
              <a:ext cx="3065812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09B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3B1C6BC-6E70-4FAE-808E-8EDA903BFC7B}"/>
                </a:ext>
              </a:extLst>
            </p:cNvPr>
            <p:cNvSpPr/>
            <p:nvPr/>
          </p:nvSpPr>
          <p:spPr>
            <a:xfrm>
              <a:off x="1469432" y="3865734"/>
              <a:ext cx="3065813" cy="16207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FF2F2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</a:t>
              </a: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-</a:t>
              </a: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FF2F2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ED703B8A-E1E2-49F5-BEDD-63E90672D36B}"/>
                </a:ext>
              </a:extLst>
            </p:cNvPr>
            <p:cNvSpPr/>
            <p:nvPr/>
          </p:nvSpPr>
          <p:spPr>
            <a:xfrm>
              <a:off x="4840691" y="3883013"/>
              <a:ext cx="3065811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F0905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ai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5E4A48D9-ECAD-433D-AD70-793741E588B2}"/>
                </a:ext>
              </a:extLst>
            </p:cNvPr>
            <p:cNvSpPr/>
            <p:nvPr/>
          </p:nvSpPr>
          <p:spPr>
            <a:xfrm>
              <a:off x="8249754" y="3874373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 err="1">
                  <a:ln>
                    <a:solidFill>
                      <a:sysClr val="windowText" lastClr="000000"/>
                    </a:solidFill>
                  </a:ln>
                  <a:solidFill>
                    <a:srgbClr val="BE5B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ea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948A0FD3-8DE1-4CC9-B7AB-8A00E33F6DFC}"/>
                </a:ext>
              </a:extLst>
            </p:cNvPr>
            <p:cNvSpPr/>
            <p:nvPr/>
          </p:nvSpPr>
          <p:spPr>
            <a:xfrm>
              <a:off x="8249754" y="5967800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 err="1">
                  <a:ln>
                    <a:solidFill>
                      <a:sysClr val="windowText" lastClr="000000"/>
                    </a:solidFill>
                  </a:ln>
                  <a:solidFill>
                    <a:srgbClr val="00B05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eigh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CA070297-CA1B-4028-904D-72EDCA8896C5}"/>
                </a:ext>
              </a:extLst>
            </p:cNvPr>
            <p:cNvSpPr/>
            <p:nvPr/>
          </p:nvSpPr>
          <p:spPr>
            <a:xfrm>
              <a:off x="-1916935" y="5967800"/>
              <a:ext cx="3065813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rgbClr val="92D05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ay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A721560A-8323-48E4-ACE5-DED79860FA38}"/>
                </a:ext>
              </a:extLst>
            </p:cNvPr>
            <p:cNvSpPr/>
            <p:nvPr/>
          </p:nvSpPr>
          <p:spPr>
            <a:xfrm>
              <a:off x="1477020" y="5967800"/>
              <a:ext cx="3058225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 err="1">
                  <a:ln>
                    <a:solidFill>
                      <a:sysClr val="windowText" lastClr="000000"/>
                    </a:solidFill>
                  </a:ln>
                  <a:solidFill>
                    <a:srgbClr val="E7E6E6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ey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E7E6E6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86586E3D-C8CE-4377-8FBC-B7526A559277}"/>
                </a:ext>
              </a:extLst>
            </p:cNvPr>
            <p:cNvSpPr/>
            <p:nvPr/>
          </p:nvSpPr>
          <p:spPr>
            <a:xfrm>
              <a:off x="4863388" y="5967800"/>
              <a:ext cx="3058224" cy="1603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600" b="1" i="0" u="none" strike="noStrike" kern="1200" cap="none" spc="0" normalizeH="0" baseline="0" noProof="0" dirty="0" err="1">
                  <a:ln>
                    <a:solidFill>
                      <a:sysClr val="windowText" lastClr="000000"/>
                    </a:solidFill>
                  </a:ln>
                  <a:solidFill>
                    <a:srgbClr val="ED7D31">
                      <a:lumMod val="50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ei</a:t>
              </a:r>
              <a:endParaRPr kumimoji="0" lang="en-US" sz="96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rgbClr val="F8CBA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6" name="Oval 35">
            <a:extLst>
              <a:ext uri="{FF2B5EF4-FFF2-40B4-BE49-F238E27FC236}">
                <a16:creationId xmlns:a16="http://schemas.microsoft.com/office/drawing/2014/main" id="{421BA223-664A-4D3B-BCAA-C46BDECBC3C6}"/>
              </a:ext>
            </a:extLst>
          </p:cNvPr>
          <p:cNvSpPr/>
          <p:nvPr/>
        </p:nvSpPr>
        <p:spPr>
          <a:xfrm rot="20441928">
            <a:off x="7141907" y="3041716"/>
            <a:ext cx="459352" cy="422343"/>
          </a:xfrm>
          <a:custGeom>
            <a:avLst/>
            <a:gdLst>
              <a:gd name="connsiteX0" fmla="*/ 0 w 478841"/>
              <a:gd name="connsiteY0" fmla="*/ 180975 h 361950"/>
              <a:gd name="connsiteX1" fmla="*/ 239421 w 478841"/>
              <a:gd name="connsiteY1" fmla="*/ 0 h 361950"/>
              <a:gd name="connsiteX2" fmla="*/ 478842 w 478841"/>
              <a:gd name="connsiteY2" fmla="*/ 180975 h 361950"/>
              <a:gd name="connsiteX3" fmla="*/ 239421 w 478841"/>
              <a:gd name="connsiteY3" fmla="*/ 361950 h 361950"/>
              <a:gd name="connsiteX4" fmla="*/ 0 w 478841"/>
              <a:gd name="connsiteY4" fmla="*/ 180975 h 361950"/>
              <a:gd name="connsiteX0" fmla="*/ 39789 w 518631"/>
              <a:gd name="connsiteY0" fmla="*/ 180975 h 364183"/>
              <a:gd name="connsiteX1" fmla="*/ 279210 w 518631"/>
              <a:gd name="connsiteY1" fmla="*/ 0 h 364183"/>
              <a:gd name="connsiteX2" fmla="*/ 518631 w 518631"/>
              <a:gd name="connsiteY2" fmla="*/ 180975 h 364183"/>
              <a:gd name="connsiteX3" fmla="*/ 279210 w 518631"/>
              <a:gd name="connsiteY3" fmla="*/ 361950 h 364183"/>
              <a:gd name="connsiteX4" fmla="*/ 23937 w 518631"/>
              <a:gd name="connsiteY4" fmla="*/ 275629 h 364183"/>
              <a:gd name="connsiteX5" fmla="*/ 39789 w 518631"/>
              <a:gd name="connsiteY5" fmla="*/ 180975 h 364183"/>
              <a:gd name="connsiteX0" fmla="*/ 39789 w 518631"/>
              <a:gd name="connsiteY0" fmla="*/ 180975 h 362106"/>
              <a:gd name="connsiteX1" fmla="*/ 279210 w 518631"/>
              <a:gd name="connsiteY1" fmla="*/ 0 h 362106"/>
              <a:gd name="connsiteX2" fmla="*/ 518631 w 518631"/>
              <a:gd name="connsiteY2" fmla="*/ 180975 h 362106"/>
              <a:gd name="connsiteX3" fmla="*/ 279210 w 518631"/>
              <a:gd name="connsiteY3" fmla="*/ 361950 h 362106"/>
              <a:gd name="connsiteX4" fmla="*/ 190625 w 518631"/>
              <a:gd name="connsiteY4" fmla="*/ 213716 h 362106"/>
              <a:gd name="connsiteX5" fmla="*/ 23937 w 518631"/>
              <a:gd name="connsiteY5" fmla="*/ 275629 h 362106"/>
              <a:gd name="connsiteX6" fmla="*/ 39789 w 518631"/>
              <a:gd name="connsiteY6" fmla="*/ 180975 h 362106"/>
              <a:gd name="connsiteX0" fmla="*/ 39789 w 518631"/>
              <a:gd name="connsiteY0" fmla="*/ 180975 h 399543"/>
              <a:gd name="connsiteX1" fmla="*/ 279210 w 518631"/>
              <a:gd name="connsiteY1" fmla="*/ 0 h 399543"/>
              <a:gd name="connsiteX2" fmla="*/ 518631 w 518631"/>
              <a:gd name="connsiteY2" fmla="*/ 180975 h 399543"/>
              <a:gd name="connsiteX3" fmla="*/ 279210 w 518631"/>
              <a:gd name="connsiteY3" fmla="*/ 361950 h 399543"/>
              <a:gd name="connsiteX4" fmla="*/ 104900 w 518631"/>
              <a:gd name="connsiteY4" fmla="*/ 387548 h 399543"/>
              <a:gd name="connsiteX5" fmla="*/ 190625 w 518631"/>
              <a:gd name="connsiteY5" fmla="*/ 213716 h 399543"/>
              <a:gd name="connsiteX6" fmla="*/ 23937 w 518631"/>
              <a:gd name="connsiteY6" fmla="*/ 275629 h 399543"/>
              <a:gd name="connsiteX7" fmla="*/ 39789 w 518631"/>
              <a:gd name="connsiteY7" fmla="*/ 180975 h 399543"/>
              <a:gd name="connsiteX0" fmla="*/ 39789 w 518631"/>
              <a:gd name="connsiteY0" fmla="*/ 180975 h 391382"/>
              <a:gd name="connsiteX1" fmla="*/ 279210 w 518631"/>
              <a:gd name="connsiteY1" fmla="*/ 0 h 391382"/>
              <a:gd name="connsiteX2" fmla="*/ 518631 w 518631"/>
              <a:gd name="connsiteY2" fmla="*/ 180975 h 391382"/>
              <a:gd name="connsiteX3" fmla="*/ 279210 w 518631"/>
              <a:gd name="connsiteY3" fmla="*/ 361950 h 391382"/>
              <a:gd name="connsiteX4" fmla="*/ 254918 w 518631"/>
              <a:gd name="connsiteY4" fmla="*/ 251816 h 391382"/>
              <a:gd name="connsiteX5" fmla="*/ 104900 w 518631"/>
              <a:gd name="connsiteY5" fmla="*/ 387548 h 391382"/>
              <a:gd name="connsiteX6" fmla="*/ 190625 w 518631"/>
              <a:gd name="connsiteY6" fmla="*/ 213716 h 391382"/>
              <a:gd name="connsiteX7" fmla="*/ 23937 w 518631"/>
              <a:gd name="connsiteY7" fmla="*/ 275629 h 391382"/>
              <a:gd name="connsiteX8" fmla="*/ 39789 w 518631"/>
              <a:gd name="connsiteY8" fmla="*/ 180975 h 391382"/>
              <a:gd name="connsiteX0" fmla="*/ 39789 w 518631"/>
              <a:gd name="connsiteY0" fmla="*/ 180975 h 421304"/>
              <a:gd name="connsiteX1" fmla="*/ 279210 w 518631"/>
              <a:gd name="connsiteY1" fmla="*/ 0 h 421304"/>
              <a:gd name="connsiteX2" fmla="*/ 518631 w 518631"/>
              <a:gd name="connsiteY2" fmla="*/ 180975 h 421304"/>
              <a:gd name="connsiteX3" fmla="*/ 279210 w 518631"/>
              <a:gd name="connsiteY3" fmla="*/ 361950 h 421304"/>
              <a:gd name="connsiteX4" fmla="*/ 169193 w 518631"/>
              <a:gd name="connsiteY4" fmla="*/ 416123 h 421304"/>
              <a:gd name="connsiteX5" fmla="*/ 254918 w 518631"/>
              <a:gd name="connsiteY5" fmla="*/ 251816 h 421304"/>
              <a:gd name="connsiteX6" fmla="*/ 104900 w 518631"/>
              <a:gd name="connsiteY6" fmla="*/ 387548 h 421304"/>
              <a:gd name="connsiteX7" fmla="*/ 190625 w 518631"/>
              <a:gd name="connsiteY7" fmla="*/ 213716 h 421304"/>
              <a:gd name="connsiteX8" fmla="*/ 23937 w 518631"/>
              <a:gd name="connsiteY8" fmla="*/ 275629 h 421304"/>
              <a:gd name="connsiteX9" fmla="*/ 39789 w 518631"/>
              <a:gd name="connsiteY9" fmla="*/ 180975 h 421304"/>
              <a:gd name="connsiteX0" fmla="*/ 39789 w 518631"/>
              <a:gd name="connsiteY0" fmla="*/ 180975 h 418103"/>
              <a:gd name="connsiteX1" fmla="*/ 279210 w 518631"/>
              <a:gd name="connsiteY1" fmla="*/ 0 h 418103"/>
              <a:gd name="connsiteX2" fmla="*/ 518631 w 518631"/>
              <a:gd name="connsiteY2" fmla="*/ 180975 h 418103"/>
              <a:gd name="connsiteX3" fmla="*/ 305404 w 518631"/>
              <a:gd name="connsiteY3" fmla="*/ 280987 h 418103"/>
              <a:gd name="connsiteX4" fmla="*/ 169193 w 518631"/>
              <a:gd name="connsiteY4" fmla="*/ 416123 h 418103"/>
              <a:gd name="connsiteX5" fmla="*/ 254918 w 518631"/>
              <a:gd name="connsiteY5" fmla="*/ 251816 h 418103"/>
              <a:gd name="connsiteX6" fmla="*/ 104900 w 518631"/>
              <a:gd name="connsiteY6" fmla="*/ 387548 h 418103"/>
              <a:gd name="connsiteX7" fmla="*/ 190625 w 518631"/>
              <a:gd name="connsiteY7" fmla="*/ 213716 h 418103"/>
              <a:gd name="connsiteX8" fmla="*/ 23937 w 518631"/>
              <a:gd name="connsiteY8" fmla="*/ 275629 h 418103"/>
              <a:gd name="connsiteX9" fmla="*/ 39789 w 518631"/>
              <a:gd name="connsiteY9" fmla="*/ 180975 h 418103"/>
              <a:gd name="connsiteX0" fmla="*/ 39789 w 519074"/>
              <a:gd name="connsiteY0" fmla="*/ 180975 h 417650"/>
              <a:gd name="connsiteX1" fmla="*/ 279210 w 519074"/>
              <a:gd name="connsiteY1" fmla="*/ 0 h 417650"/>
              <a:gd name="connsiteX2" fmla="*/ 518631 w 519074"/>
              <a:gd name="connsiteY2" fmla="*/ 180975 h 417650"/>
              <a:gd name="connsiteX3" fmla="*/ 266825 w 519074"/>
              <a:gd name="connsiteY3" fmla="*/ 413742 h 417650"/>
              <a:gd name="connsiteX4" fmla="*/ 305404 w 519074"/>
              <a:gd name="connsiteY4" fmla="*/ 280987 h 417650"/>
              <a:gd name="connsiteX5" fmla="*/ 169193 w 519074"/>
              <a:gd name="connsiteY5" fmla="*/ 416123 h 417650"/>
              <a:gd name="connsiteX6" fmla="*/ 254918 w 519074"/>
              <a:gd name="connsiteY6" fmla="*/ 251816 h 417650"/>
              <a:gd name="connsiteX7" fmla="*/ 104900 w 519074"/>
              <a:gd name="connsiteY7" fmla="*/ 387548 h 417650"/>
              <a:gd name="connsiteX8" fmla="*/ 190625 w 519074"/>
              <a:gd name="connsiteY8" fmla="*/ 213716 h 417650"/>
              <a:gd name="connsiteX9" fmla="*/ 23937 w 519074"/>
              <a:gd name="connsiteY9" fmla="*/ 275629 h 417650"/>
              <a:gd name="connsiteX10" fmla="*/ 39789 w 519074"/>
              <a:gd name="connsiteY10" fmla="*/ 180975 h 417650"/>
              <a:gd name="connsiteX0" fmla="*/ 39789 w 520278"/>
              <a:gd name="connsiteY0" fmla="*/ 180975 h 417650"/>
              <a:gd name="connsiteX1" fmla="*/ 279210 w 520278"/>
              <a:gd name="connsiteY1" fmla="*/ 0 h 417650"/>
              <a:gd name="connsiteX2" fmla="*/ 518631 w 520278"/>
              <a:gd name="connsiteY2" fmla="*/ 180975 h 417650"/>
              <a:gd name="connsiteX3" fmla="*/ 266825 w 520278"/>
              <a:gd name="connsiteY3" fmla="*/ 413742 h 417650"/>
              <a:gd name="connsiteX4" fmla="*/ 305404 w 520278"/>
              <a:gd name="connsiteY4" fmla="*/ 280987 h 417650"/>
              <a:gd name="connsiteX5" fmla="*/ 169193 w 520278"/>
              <a:gd name="connsiteY5" fmla="*/ 416123 h 417650"/>
              <a:gd name="connsiteX6" fmla="*/ 254918 w 520278"/>
              <a:gd name="connsiteY6" fmla="*/ 251816 h 417650"/>
              <a:gd name="connsiteX7" fmla="*/ 104900 w 520278"/>
              <a:gd name="connsiteY7" fmla="*/ 387548 h 417650"/>
              <a:gd name="connsiteX8" fmla="*/ 190625 w 520278"/>
              <a:gd name="connsiteY8" fmla="*/ 213716 h 417650"/>
              <a:gd name="connsiteX9" fmla="*/ 23937 w 520278"/>
              <a:gd name="connsiteY9" fmla="*/ 275629 h 417650"/>
              <a:gd name="connsiteX10" fmla="*/ 39789 w 520278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19389 w 499863"/>
              <a:gd name="connsiteY0" fmla="*/ 180975 h 419714"/>
              <a:gd name="connsiteX1" fmla="*/ 258810 w 499863"/>
              <a:gd name="connsiteY1" fmla="*/ 0 h 419714"/>
              <a:gd name="connsiteX2" fmla="*/ 498231 w 499863"/>
              <a:gd name="connsiteY2" fmla="*/ 180975 h 419714"/>
              <a:gd name="connsiteX3" fmla="*/ 246425 w 499863"/>
              <a:gd name="connsiteY3" fmla="*/ 413742 h 419714"/>
              <a:gd name="connsiteX4" fmla="*/ 296910 w 499863"/>
              <a:gd name="connsiteY4" fmla="*/ 300037 h 419714"/>
              <a:gd name="connsiteX5" fmla="*/ 148793 w 499863"/>
              <a:gd name="connsiteY5" fmla="*/ 416123 h 419714"/>
              <a:gd name="connsiteX6" fmla="*/ 234518 w 499863"/>
              <a:gd name="connsiteY6" fmla="*/ 251816 h 419714"/>
              <a:gd name="connsiteX7" fmla="*/ 96406 w 499863"/>
              <a:gd name="connsiteY7" fmla="*/ 375642 h 419714"/>
              <a:gd name="connsiteX8" fmla="*/ 170225 w 499863"/>
              <a:gd name="connsiteY8" fmla="*/ 213716 h 419714"/>
              <a:gd name="connsiteX9" fmla="*/ 41637 w 499863"/>
              <a:gd name="connsiteY9" fmla="*/ 254197 h 419714"/>
              <a:gd name="connsiteX10" fmla="*/ 19389 w 499863"/>
              <a:gd name="connsiteY10" fmla="*/ 180975 h 419714"/>
              <a:gd name="connsiteX0" fmla="*/ 20974 w 496685"/>
              <a:gd name="connsiteY0" fmla="*/ 180975 h 419714"/>
              <a:gd name="connsiteX1" fmla="*/ 255632 w 496685"/>
              <a:gd name="connsiteY1" fmla="*/ 0 h 419714"/>
              <a:gd name="connsiteX2" fmla="*/ 495053 w 496685"/>
              <a:gd name="connsiteY2" fmla="*/ 180975 h 419714"/>
              <a:gd name="connsiteX3" fmla="*/ 243247 w 496685"/>
              <a:gd name="connsiteY3" fmla="*/ 413742 h 419714"/>
              <a:gd name="connsiteX4" fmla="*/ 293732 w 496685"/>
              <a:gd name="connsiteY4" fmla="*/ 300037 h 419714"/>
              <a:gd name="connsiteX5" fmla="*/ 145615 w 496685"/>
              <a:gd name="connsiteY5" fmla="*/ 416123 h 419714"/>
              <a:gd name="connsiteX6" fmla="*/ 231340 w 496685"/>
              <a:gd name="connsiteY6" fmla="*/ 251816 h 419714"/>
              <a:gd name="connsiteX7" fmla="*/ 93228 w 496685"/>
              <a:gd name="connsiteY7" fmla="*/ 375642 h 419714"/>
              <a:gd name="connsiteX8" fmla="*/ 167047 w 496685"/>
              <a:gd name="connsiteY8" fmla="*/ 213716 h 419714"/>
              <a:gd name="connsiteX9" fmla="*/ 38459 w 496685"/>
              <a:gd name="connsiteY9" fmla="*/ 254197 h 419714"/>
              <a:gd name="connsiteX10" fmla="*/ 20974 w 496685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88971 w 467050"/>
              <a:gd name="connsiteY0" fmla="*/ 143135 h 419974"/>
              <a:gd name="connsiteX1" fmla="*/ 225997 w 467050"/>
              <a:gd name="connsiteY1" fmla="*/ 260 h 419974"/>
              <a:gd name="connsiteX2" fmla="*/ 465418 w 467050"/>
              <a:gd name="connsiteY2" fmla="*/ 181235 h 419974"/>
              <a:gd name="connsiteX3" fmla="*/ 213612 w 467050"/>
              <a:gd name="connsiteY3" fmla="*/ 414002 h 419974"/>
              <a:gd name="connsiteX4" fmla="*/ 264097 w 467050"/>
              <a:gd name="connsiteY4" fmla="*/ 300297 h 419974"/>
              <a:gd name="connsiteX5" fmla="*/ 115980 w 467050"/>
              <a:gd name="connsiteY5" fmla="*/ 416383 h 419974"/>
              <a:gd name="connsiteX6" fmla="*/ 201705 w 467050"/>
              <a:gd name="connsiteY6" fmla="*/ 252076 h 419974"/>
              <a:gd name="connsiteX7" fmla="*/ 63593 w 467050"/>
              <a:gd name="connsiteY7" fmla="*/ 375902 h 419974"/>
              <a:gd name="connsiteX8" fmla="*/ 137412 w 467050"/>
              <a:gd name="connsiteY8" fmla="*/ 213976 h 419974"/>
              <a:gd name="connsiteX9" fmla="*/ 8824 w 467050"/>
              <a:gd name="connsiteY9" fmla="*/ 254457 h 419974"/>
              <a:gd name="connsiteX10" fmla="*/ 88971 w 467050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96591 w 474670"/>
              <a:gd name="connsiteY0" fmla="*/ 143135 h 419974"/>
              <a:gd name="connsiteX1" fmla="*/ 233617 w 474670"/>
              <a:gd name="connsiteY1" fmla="*/ 260 h 419974"/>
              <a:gd name="connsiteX2" fmla="*/ 473038 w 474670"/>
              <a:gd name="connsiteY2" fmla="*/ 181235 h 419974"/>
              <a:gd name="connsiteX3" fmla="*/ 221232 w 474670"/>
              <a:gd name="connsiteY3" fmla="*/ 414002 h 419974"/>
              <a:gd name="connsiteX4" fmla="*/ 271717 w 474670"/>
              <a:gd name="connsiteY4" fmla="*/ 300297 h 419974"/>
              <a:gd name="connsiteX5" fmla="*/ 123600 w 474670"/>
              <a:gd name="connsiteY5" fmla="*/ 416383 h 419974"/>
              <a:gd name="connsiteX6" fmla="*/ 209325 w 474670"/>
              <a:gd name="connsiteY6" fmla="*/ 252076 h 419974"/>
              <a:gd name="connsiteX7" fmla="*/ 71213 w 474670"/>
              <a:gd name="connsiteY7" fmla="*/ 375902 h 419974"/>
              <a:gd name="connsiteX8" fmla="*/ 145032 w 474670"/>
              <a:gd name="connsiteY8" fmla="*/ 213976 h 419974"/>
              <a:gd name="connsiteX9" fmla="*/ 16444 w 474670"/>
              <a:gd name="connsiteY9" fmla="*/ 254457 h 419974"/>
              <a:gd name="connsiteX10" fmla="*/ 96591 w 474670"/>
              <a:gd name="connsiteY10" fmla="*/ 143135 h 419974"/>
              <a:gd name="connsiteX0" fmla="*/ 129498 w 471858"/>
              <a:gd name="connsiteY0" fmla="*/ 119866 h 420517"/>
              <a:gd name="connsiteX1" fmla="*/ 230805 w 471858"/>
              <a:gd name="connsiteY1" fmla="*/ 803 h 420517"/>
              <a:gd name="connsiteX2" fmla="*/ 470226 w 471858"/>
              <a:gd name="connsiteY2" fmla="*/ 181778 h 420517"/>
              <a:gd name="connsiteX3" fmla="*/ 218420 w 471858"/>
              <a:gd name="connsiteY3" fmla="*/ 414545 h 420517"/>
              <a:gd name="connsiteX4" fmla="*/ 268905 w 471858"/>
              <a:gd name="connsiteY4" fmla="*/ 300840 h 420517"/>
              <a:gd name="connsiteX5" fmla="*/ 120788 w 471858"/>
              <a:gd name="connsiteY5" fmla="*/ 416926 h 420517"/>
              <a:gd name="connsiteX6" fmla="*/ 206513 w 471858"/>
              <a:gd name="connsiteY6" fmla="*/ 252619 h 420517"/>
              <a:gd name="connsiteX7" fmla="*/ 68401 w 471858"/>
              <a:gd name="connsiteY7" fmla="*/ 376445 h 420517"/>
              <a:gd name="connsiteX8" fmla="*/ 142220 w 471858"/>
              <a:gd name="connsiteY8" fmla="*/ 214519 h 420517"/>
              <a:gd name="connsiteX9" fmla="*/ 13632 w 471858"/>
              <a:gd name="connsiteY9" fmla="*/ 255000 h 420517"/>
              <a:gd name="connsiteX10" fmla="*/ 129498 w 471858"/>
              <a:gd name="connsiteY10" fmla="*/ 119866 h 420517"/>
              <a:gd name="connsiteX0" fmla="*/ 129498 w 471858"/>
              <a:gd name="connsiteY0" fmla="*/ 119441 h 420092"/>
              <a:gd name="connsiteX1" fmla="*/ 230805 w 471858"/>
              <a:gd name="connsiteY1" fmla="*/ 378 h 420092"/>
              <a:gd name="connsiteX2" fmla="*/ 470226 w 471858"/>
              <a:gd name="connsiteY2" fmla="*/ 181353 h 420092"/>
              <a:gd name="connsiteX3" fmla="*/ 218420 w 471858"/>
              <a:gd name="connsiteY3" fmla="*/ 414120 h 420092"/>
              <a:gd name="connsiteX4" fmla="*/ 268905 w 471858"/>
              <a:gd name="connsiteY4" fmla="*/ 300415 h 420092"/>
              <a:gd name="connsiteX5" fmla="*/ 120788 w 471858"/>
              <a:gd name="connsiteY5" fmla="*/ 416501 h 420092"/>
              <a:gd name="connsiteX6" fmla="*/ 206513 w 471858"/>
              <a:gd name="connsiteY6" fmla="*/ 252194 h 420092"/>
              <a:gd name="connsiteX7" fmla="*/ 68401 w 471858"/>
              <a:gd name="connsiteY7" fmla="*/ 376020 h 420092"/>
              <a:gd name="connsiteX8" fmla="*/ 142220 w 471858"/>
              <a:gd name="connsiteY8" fmla="*/ 214094 h 420092"/>
              <a:gd name="connsiteX9" fmla="*/ 13632 w 471858"/>
              <a:gd name="connsiteY9" fmla="*/ 254575 h 420092"/>
              <a:gd name="connsiteX10" fmla="*/ 129498 w 471858"/>
              <a:gd name="connsiteY10" fmla="*/ 119441 h 420092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95 h 419746"/>
              <a:gd name="connsiteX1" fmla="*/ 230805 w 471858"/>
              <a:gd name="connsiteY1" fmla="*/ 32 h 419746"/>
              <a:gd name="connsiteX2" fmla="*/ 470226 w 471858"/>
              <a:gd name="connsiteY2" fmla="*/ 181007 h 419746"/>
              <a:gd name="connsiteX3" fmla="*/ 218420 w 471858"/>
              <a:gd name="connsiteY3" fmla="*/ 413774 h 419746"/>
              <a:gd name="connsiteX4" fmla="*/ 268905 w 471858"/>
              <a:gd name="connsiteY4" fmla="*/ 300069 h 419746"/>
              <a:gd name="connsiteX5" fmla="*/ 120788 w 471858"/>
              <a:gd name="connsiteY5" fmla="*/ 416155 h 419746"/>
              <a:gd name="connsiteX6" fmla="*/ 206513 w 471858"/>
              <a:gd name="connsiteY6" fmla="*/ 251848 h 419746"/>
              <a:gd name="connsiteX7" fmla="*/ 68401 w 471858"/>
              <a:gd name="connsiteY7" fmla="*/ 375674 h 419746"/>
              <a:gd name="connsiteX8" fmla="*/ 142220 w 471858"/>
              <a:gd name="connsiteY8" fmla="*/ 213748 h 419746"/>
              <a:gd name="connsiteX9" fmla="*/ 13632 w 471858"/>
              <a:gd name="connsiteY9" fmla="*/ 254229 h 419746"/>
              <a:gd name="connsiteX10" fmla="*/ 129498 w 471858"/>
              <a:gd name="connsiteY10" fmla="*/ 119095 h 419746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30770 w 473130"/>
              <a:gd name="connsiteY0" fmla="*/ 121250 h 421901"/>
              <a:gd name="connsiteX1" fmla="*/ 232077 w 473130"/>
              <a:gd name="connsiteY1" fmla="*/ 2187 h 421901"/>
              <a:gd name="connsiteX2" fmla="*/ 471498 w 473130"/>
              <a:gd name="connsiteY2" fmla="*/ 183162 h 421901"/>
              <a:gd name="connsiteX3" fmla="*/ 219692 w 473130"/>
              <a:gd name="connsiteY3" fmla="*/ 415929 h 421901"/>
              <a:gd name="connsiteX4" fmla="*/ 270177 w 473130"/>
              <a:gd name="connsiteY4" fmla="*/ 302224 h 421901"/>
              <a:gd name="connsiteX5" fmla="*/ 122060 w 473130"/>
              <a:gd name="connsiteY5" fmla="*/ 418310 h 421901"/>
              <a:gd name="connsiteX6" fmla="*/ 207785 w 473130"/>
              <a:gd name="connsiteY6" fmla="*/ 254003 h 421901"/>
              <a:gd name="connsiteX7" fmla="*/ 69673 w 473130"/>
              <a:gd name="connsiteY7" fmla="*/ 377829 h 421901"/>
              <a:gd name="connsiteX8" fmla="*/ 143492 w 473130"/>
              <a:gd name="connsiteY8" fmla="*/ 215903 h 421901"/>
              <a:gd name="connsiteX9" fmla="*/ 14904 w 473130"/>
              <a:gd name="connsiteY9" fmla="*/ 256384 h 421901"/>
              <a:gd name="connsiteX10" fmla="*/ 130770 w 473130"/>
              <a:gd name="connsiteY10" fmla="*/ 121250 h 421901"/>
              <a:gd name="connsiteX0" fmla="*/ 130944 w 473304"/>
              <a:gd name="connsiteY0" fmla="*/ 121250 h 421901"/>
              <a:gd name="connsiteX1" fmla="*/ 232251 w 473304"/>
              <a:gd name="connsiteY1" fmla="*/ 2187 h 421901"/>
              <a:gd name="connsiteX2" fmla="*/ 471672 w 473304"/>
              <a:gd name="connsiteY2" fmla="*/ 183162 h 421901"/>
              <a:gd name="connsiteX3" fmla="*/ 219866 w 473304"/>
              <a:gd name="connsiteY3" fmla="*/ 415929 h 421901"/>
              <a:gd name="connsiteX4" fmla="*/ 270351 w 473304"/>
              <a:gd name="connsiteY4" fmla="*/ 302224 h 421901"/>
              <a:gd name="connsiteX5" fmla="*/ 122234 w 473304"/>
              <a:gd name="connsiteY5" fmla="*/ 418310 h 421901"/>
              <a:gd name="connsiteX6" fmla="*/ 207959 w 473304"/>
              <a:gd name="connsiteY6" fmla="*/ 254003 h 421901"/>
              <a:gd name="connsiteX7" fmla="*/ 69847 w 473304"/>
              <a:gd name="connsiteY7" fmla="*/ 377829 h 421901"/>
              <a:gd name="connsiteX8" fmla="*/ 143666 w 473304"/>
              <a:gd name="connsiteY8" fmla="*/ 215903 h 421901"/>
              <a:gd name="connsiteX9" fmla="*/ 15078 w 473304"/>
              <a:gd name="connsiteY9" fmla="*/ 256384 h 421901"/>
              <a:gd name="connsiteX10" fmla="*/ 130944 w 473304"/>
              <a:gd name="connsiteY10" fmla="*/ 121250 h 421901"/>
              <a:gd name="connsiteX0" fmla="*/ 0 w 458226"/>
              <a:gd name="connsiteY0" fmla="*/ 256384 h 421901"/>
              <a:gd name="connsiteX1" fmla="*/ 217173 w 458226"/>
              <a:gd name="connsiteY1" fmla="*/ 2187 h 421901"/>
              <a:gd name="connsiteX2" fmla="*/ 456594 w 458226"/>
              <a:gd name="connsiteY2" fmla="*/ 183162 h 421901"/>
              <a:gd name="connsiteX3" fmla="*/ 204788 w 458226"/>
              <a:gd name="connsiteY3" fmla="*/ 415929 h 421901"/>
              <a:gd name="connsiteX4" fmla="*/ 255273 w 458226"/>
              <a:gd name="connsiteY4" fmla="*/ 302224 h 421901"/>
              <a:gd name="connsiteX5" fmla="*/ 107156 w 458226"/>
              <a:gd name="connsiteY5" fmla="*/ 418310 h 421901"/>
              <a:gd name="connsiteX6" fmla="*/ 192881 w 458226"/>
              <a:gd name="connsiteY6" fmla="*/ 254003 h 421901"/>
              <a:gd name="connsiteX7" fmla="*/ 54769 w 458226"/>
              <a:gd name="connsiteY7" fmla="*/ 377829 h 421901"/>
              <a:gd name="connsiteX8" fmla="*/ 128588 w 458226"/>
              <a:gd name="connsiteY8" fmla="*/ 215903 h 421901"/>
              <a:gd name="connsiteX9" fmla="*/ 0 w 458226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2343"/>
              <a:gd name="connsiteX1" fmla="*/ 219931 w 460984"/>
              <a:gd name="connsiteY1" fmla="*/ 2187 h 422343"/>
              <a:gd name="connsiteX2" fmla="*/ 459352 w 460984"/>
              <a:gd name="connsiteY2" fmla="*/ 183162 h 422343"/>
              <a:gd name="connsiteX3" fmla="*/ 207546 w 460984"/>
              <a:gd name="connsiteY3" fmla="*/ 415929 h 422343"/>
              <a:gd name="connsiteX4" fmla="*/ 258031 w 460984"/>
              <a:gd name="connsiteY4" fmla="*/ 302224 h 422343"/>
              <a:gd name="connsiteX5" fmla="*/ 109914 w 460984"/>
              <a:gd name="connsiteY5" fmla="*/ 418310 h 422343"/>
              <a:gd name="connsiteX6" fmla="*/ 195639 w 460984"/>
              <a:gd name="connsiteY6" fmla="*/ 254003 h 422343"/>
              <a:gd name="connsiteX7" fmla="*/ 57527 w 460984"/>
              <a:gd name="connsiteY7" fmla="*/ 377829 h 422343"/>
              <a:gd name="connsiteX8" fmla="*/ 131346 w 460984"/>
              <a:gd name="connsiteY8" fmla="*/ 215903 h 422343"/>
              <a:gd name="connsiteX9" fmla="*/ 2758 w 460984"/>
              <a:gd name="connsiteY9" fmla="*/ 256384 h 422343"/>
              <a:gd name="connsiteX0" fmla="*/ 2758 w 459352"/>
              <a:gd name="connsiteY0" fmla="*/ 256384 h 422343"/>
              <a:gd name="connsiteX1" fmla="*/ 219931 w 459352"/>
              <a:gd name="connsiteY1" fmla="*/ 2187 h 422343"/>
              <a:gd name="connsiteX2" fmla="*/ 459352 w 459352"/>
              <a:gd name="connsiteY2" fmla="*/ 183162 h 422343"/>
              <a:gd name="connsiteX3" fmla="*/ 207546 w 459352"/>
              <a:gd name="connsiteY3" fmla="*/ 415929 h 422343"/>
              <a:gd name="connsiteX4" fmla="*/ 258031 w 459352"/>
              <a:gd name="connsiteY4" fmla="*/ 302224 h 422343"/>
              <a:gd name="connsiteX5" fmla="*/ 109914 w 459352"/>
              <a:gd name="connsiteY5" fmla="*/ 418310 h 422343"/>
              <a:gd name="connsiteX6" fmla="*/ 195639 w 459352"/>
              <a:gd name="connsiteY6" fmla="*/ 254003 h 422343"/>
              <a:gd name="connsiteX7" fmla="*/ 57527 w 459352"/>
              <a:gd name="connsiteY7" fmla="*/ 377829 h 422343"/>
              <a:gd name="connsiteX8" fmla="*/ 131346 w 459352"/>
              <a:gd name="connsiteY8" fmla="*/ 215903 h 422343"/>
              <a:gd name="connsiteX9" fmla="*/ 2758 w 459352"/>
              <a:gd name="connsiteY9" fmla="*/ 256384 h 42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9352" h="422343">
                <a:moveTo>
                  <a:pt x="2758" y="256384"/>
                </a:moveTo>
                <a:cubicBezTo>
                  <a:pt x="-23453" y="195079"/>
                  <a:pt x="143832" y="14391"/>
                  <a:pt x="219931" y="2187"/>
                </a:cubicBezTo>
                <a:cubicBezTo>
                  <a:pt x="305294" y="-13687"/>
                  <a:pt x="445145" y="57848"/>
                  <a:pt x="459352" y="183162"/>
                </a:cubicBezTo>
                <a:cubicBezTo>
                  <a:pt x="452990" y="272468"/>
                  <a:pt x="240703" y="427836"/>
                  <a:pt x="207546" y="415929"/>
                </a:cubicBezTo>
                <a:cubicBezTo>
                  <a:pt x="172009" y="382591"/>
                  <a:pt x="274303" y="301827"/>
                  <a:pt x="258031" y="302224"/>
                </a:cubicBezTo>
                <a:cubicBezTo>
                  <a:pt x="241759" y="302621"/>
                  <a:pt x="162228" y="448152"/>
                  <a:pt x="109914" y="418310"/>
                </a:cubicBezTo>
                <a:cubicBezTo>
                  <a:pt x="82053" y="385666"/>
                  <a:pt x="222626" y="238525"/>
                  <a:pt x="195639" y="254003"/>
                </a:cubicBezTo>
                <a:cubicBezTo>
                  <a:pt x="168652" y="269481"/>
                  <a:pt x="96948" y="409439"/>
                  <a:pt x="57527" y="377829"/>
                </a:cubicBezTo>
                <a:cubicBezTo>
                  <a:pt x="16253" y="328220"/>
                  <a:pt x="161906" y="223444"/>
                  <a:pt x="131346" y="215903"/>
                </a:cubicBezTo>
                <a:cubicBezTo>
                  <a:pt x="112693" y="198837"/>
                  <a:pt x="47343" y="279699"/>
                  <a:pt x="2758" y="256384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Oval 35">
            <a:extLst>
              <a:ext uri="{FF2B5EF4-FFF2-40B4-BE49-F238E27FC236}">
                <a16:creationId xmlns:a16="http://schemas.microsoft.com/office/drawing/2014/main" id="{9DDC077F-F783-4C67-974D-3B7B35D324FF}"/>
              </a:ext>
            </a:extLst>
          </p:cNvPr>
          <p:cNvSpPr/>
          <p:nvPr/>
        </p:nvSpPr>
        <p:spPr>
          <a:xfrm rot="1158072" flipH="1">
            <a:off x="4779947" y="3048095"/>
            <a:ext cx="459352" cy="422343"/>
          </a:xfrm>
          <a:custGeom>
            <a:avLst/>
            <a:gdLst>
              <a:gd name="connsiteX0" fmla="*/ 0 w 478841"/>
              <a:gd name="connsiteY0" fmla="*/ 180975 h 361950"/>
              <a:gd name="connsiteX1" fmla="*/ 239421 w 478841"/>
              <a:gd name="connsiteY1" fmla="*/ 0 h 361950"/>
              <a:gd name="connsiteX2" fmla="*/ 478842 w 478841"/>
              <a:gd name="connsiteY2" fmla="*/ 180975 h 361950"/>
              <a:gd name="connsiteX3" fmla="*/ 239421 w 478841"/>
              <a:gd name="connsiteY3" fmla="*/ 361950 h 361950"/>
              <a:gd name="connsiteX4" fmla="*/ 0 w 478841"/>
              <a:gd name="connsiteY4" fmla="*/ 180975 h 361950"/>
              <a:gd name="connsiteX0" fmla="*/ 39789 w 518631"/>
              <a:gd name="connsiteY0" fmla="*/ 180975 h 364183"/>
              <a:gd name="connsiteX1" fmla="*/ 279210 w 518631"/>
              <a:gd name="connsiteY1" fmla="*/ 0 h 364183"/>
              <a:gd name="connsiteX2" fmla="*/ 518631 w 518631"/>
              <a:gd name="connsiteY2" fmla="*/ 180975 h 364183"/>
              <a:gd name="connsiteX3" fmla="*/ 279210 w 518631"/>
              <a:gd name="connsiteY3" fmla="*/ 361950 h 364183"/>
              <a:gd name="connsiteX4" fmla="*/ 23937 w 518631"/>
              <a:gd name="connsiteY4" fmla="*/ 275629 h 364183"/>
              <a:gd name="connsiteX5" fmla="*/ 39789 w 518631"/>
              <a:gd name="connsiteY5" fmla="*/ 180975 h 364183"/>
              <a:gd name="connsiteX0" fmla="*/ 39789 w 518631"/>
              <a:gd name="connsiteY0" fmla="*/ 180975 h 362106"/>
              <a:gd name="connsiteX1" fmla="*/ 279210 w 518631"/>
              <a:gd name="connsiteY1" fmla="*/ 0 h 362106"/>
              <a:gd name="connsiteX2" fmla="*/ 518631 w 518631"/>
              <a:gd name="connsiteY2" fmla="*/ 180975 h 362106"/>
              <a:gd name="connsiteX3" fmla="*/ 279210 w 518631"/>
              <a:gd name="connsiteY3" fmla="*/ 361950 h 362106"/>
              <a:gd name="connsiteX4" fmla="*/ 190625 w 518631"/>
              <a:gd name="connsiteY4" fmla="*/ 213716 h 362106"/>
              <a:gd name="connsiteX5" fmla="*/ 23937 w 518631"/>
              <a:gd name="connsiteY5" fmla="*/ 275629 h 362106"/>
              <a:gd name="connsiteX6" fmla="*/ 39789 w 518631"/>
              <a:gd name="connsiteY6" fmla="*/ 180975 h 362106"/>
              <a:gd name="connsiteX0" fmla="*/ 39789 w 518631"/>
              <a:gd name="connsiteY0" fmla="*/ 180975 h 399543"/>
              <a:gd name="connsiteX1" fmla="*/ 279210 w 518631"/>
              <a:gd name="connsiteY1" fmla="*/ 0 h 399543"/>
              <a:gd name="connsiteX2" fmla="*/ 518631 w 518631"/>
              <a:gd name="connsiteY2" fmla="*/ 180975 h 399543"/>
              <a:gd name="connsiteX3" fmla="*/ 279210 w 518631"/>
              <a:gd name="connsiteY3" fmla="*/ 361950 h 399543"/>
              <a:gd name="connsiteX4" fmla="*/ 104900 w 518631"/>
              <a:gd name="connsiteY4" fmla="*/ 387548 h 399543"/>
              <a:gd name="connsiteX5" fmla="*/ 190625 w 518631"/>
              <a:gd name="connsiteY5" fmla="*/ 213716 h 399543"/>
              <a:gd name="connsiteX6" fmla="*/ 23937 w 518631"/>
              <a:gd name="connsiteY6" fmla="*/ 275629 h 399543"/>
              <a:gd name="connsiteX7" fmla="*/ 39789 w 518631"/>
              <a:gd name="connsiteY7" fmla="*/ 180975 h 399543"/>
              <a:gd name="connsiteX0" fmla="*/ 39789 w 518631"/>
              <a:gd name="connsiteY0" fmla="*/ 180975 h 391382"/>
              <a:gd name="connsiteX1" fmla="*/ 279210 w 518631"/>
              <a:gd name="connsiteY1" fmla="*/ 0 h 391382"/>
              <a:gd name="connsiteX2" fmla="*/ 518631 w 518631"/>
              <a:gd name="connsiteY2" fmla="*/ 180975 h 391382"/>
              <a:gd name="connsiteX3" fmla="*/ 279210 w 518631"/>
              <a:gd name="connsiteY3" fmla="*/ 361950 h 391382"/>
              <a:gd name="connsiteX4" fmla="*/ 254918 w 518631"/>
              <a:gd name="connsiteY4" fmla="*/ 251816 h 391382"/>
              <a:gd name="connsiteX5" fmla="*/ 104900 w 518631"/>
              <a:gd name="connsiteY5" fmla="*/ 387548 h 391382"/>
              <a:gd name="connsiteX6" fmla="*/ 190625 w 518631"/>
              <a:gd name="connsiteY6" fmla="*/ 213716 h 391382"/>
              <a:gd name="connsiteX7" fmla="*/ 23937 w 518631"/>
              <a:gd name="connsiteY7" fmla="*/ 275629 h 391382"/>
              <a:gd name="connsiteX8" fmla="*/ 39789 w 518631"/>
              <a:gd name="connsiteY8" fmla="*/ 180975 h 391382"/>
              <a:gd name="connsiteX0" fmla="*/ 39789 w 518631"/>
              <a:gd name="connsiteY0" fmla="*/ 180975 h 421304"/>
              <a:gd name="connsiteX1" fmla="*/ 279210 w 518631"/>
              <a:gd name="connsiteY1" fmla="*/ 0 h 421304"/>
              <a:gd name="connsiteX2" fmla="*/ 518631 w 518631"/>
              <a:gd name="connsiteY2" fmla="*/ 180975 h 421304"/>
              <a:gd name="connsiteX3" fmla="*/ 279210 w 518631"/>
              <a:gd name="connsiteY3" fmla="*/ 361950 h 421304"/>
              <a:gd name="connsiteX4" fmla="*/ 169193 w 518631"/>
              <a:gd name="connsiteY4" fmla="*/ 416123 h 421304"/>
              <a:gd name="connsiteX5" fmla="*/ 254918 w 518631"/>
              <a:gd name="connsiteY5" fmla="*/ 251816 h 421304"/>
              <a:gd name="connsiteX6" fmla="*/ 104900 w 518631"/>
              <a:gd name="connsiteY6" fmla="*/ 387548 h 421304"/>
              <a:gd name="connsiteX7" fmla="*/ 190625 w 518631"/>
              <a:gd name="connsiteY7" fmla="*/ 213716 h 421304"/>
              <a:gd name="connsiteX8" fmla="*/ 23937 w 518631"/>
              <a:gd name="connsiteY8" fmla="*/ 275629 h 421304"/>
              <a:gd name="connsiteX9" fmla="*/ 39789 w 518631"/>
              <a:gd name="connsiteY9" fmla="*/ 180975 h 421304"/>
              <a:gd name="connsiteX0" fmla="*/ 39789 w 518631"/>
              <a:gd name="connsiteY0" fmla="*/ 180975 h 418103"/>
              <a:gd name="connsiteX1" fmla="*/ 279210 w 518631"/>
              <a:gd name="connsiteY1" fmla="*/ 0 h 418103"/>
              <a:gd name="connsiteX2" fmla="*/ 518631 w 518631"/>
              <a:gd name="connsiteY2" fmla="*/ 180975 h 418103"/>
              <a:gd name="connsiteX3" fmla="*/ 305404 w 518631"/>
              <a:gd name="connsiteY3" fmla="*/ 280987 h 418103"/>
              <a:gd name="connsiteX4" fmla="*/ 169193 w 518631"/>
              <a:gd name="connsiteY4" fmla="*/ 416123 h 418103"/>
              <a:gd name="connsiteX5" fmla="*/ 254918 w 518631"/>
              <a:gd name="connsiteY5" fmla="*/ 251816 h 418103"/>
              <a:gd name="connsiteX6" fmla="*/ 104900 w 518631"/>
              <a:gd name="connsiteY6" fmla="*/ 387548 h 418103"/>
              <a:gd name="connsiteX7" fmla="*/ 190625 w 518631"/>
              <a:gd name="connsiteY7" fmla="*/ 213716 h 418103"/>
              <a:gd name="connsiteX8" fmla="*/ 23937 w 518631"/>
              <a:gd name="connsiteY8" fmla="*/ 275629 h 418103"/>
              <a:gd name="connsiteX9" fmla="*/ 39789 w 518631"/>
              <a:gd name="connsiteY9" fmla="*/ 180975 h 418103"/>
              <a:gd name="connsiteX0" fmla="*/ 39789 w 519074"/>
              <a:gd name="connsiteY0" fmla="*/ 180975 h 417650"/>
              <a:gd name="connsiteX1" fmla="*/ 279210 w 519074"/>
              <a:gd name="connsiteY1" fmla="*/ 0 h 417650"/>
              <a:gd name="connsiteX2" fmla="*/ 518631 w 519074"/>
              <a:gd name="connsiteY2" fmla="*/ 180975 h 417650"/>
              <a:gd name="connsiteX3" fmla="*/ 266825 w 519074"/>
              <a:gd name="connsiteY3" fmla="*/ 413742 h 417650"/>
              <a:gd name="connsiteX4" fmla="*/ 305404 w 519074"/>
              <a:gd name="connsiteY4" fmla="*/ 280987 h 417650"/>
              <a:gd name="connsiteX5" fmla="*/ 169193 w 519074"/>
              <a:gd name="connsiteY5" fmla="*/ 416123 h 417650"/>
              <a:gd name="connsiteX6" fmla="*/ 254918 w 519074"/>
              <a:gd name="connsiteY6" fmla="*/ 251816 h 417650"/>
              <a:gd name="connsiteX7" fmla="*/ 104900 w 519074"/>
              <a:gd name="connsiteY7" fmla="*/ 387548 h 417650"/>
              <a:gd name="connsiteX8" fmla="*/ 190625 w 519074"/>
              <a:gd name="connsiteY8" fmla="*/ 213716 h 417650"/>
              <a:gd name="connsiteX9" fmla="*/ 23937 w 519074"/>
              <a:gd name="connsiteY9" fmla="*/ 275629 h 417650"/>
              <a:gd name="connsiteX10" fmla="*/ 39789 w 519074"/>
              <a:gd name="connsiteY10" fmla="*/ 180975 h 417650"/>
              <a:gd name="connsiteX0" fmla="*/ 39789 w 520278"/>
              <a:gd name="connsiteY0" fmla="*/ 180975 h 417650"/>
              <a:gd name="connsiteX1" fmla="*/ 279210 w 520278"/>
              <a:gd name="connsiteY1" fmla="*/ 0 h 417650"/>
              <a:gd name="connsiteX2" fmla="*/ 518631 w 520278"/>
              <a:gd name="connsiteY2" fmla="*/ 180975 h 417650"/>
              <a:gd name="connsiteX3" fmla="*/ 266825 w 520278"/>
              <a:gd name="connsiteY3" fmla="*/ 413742 h 417650"/>
              <a:gd name="connsiteX4" fmla="*/ 305404 w 520278"/>
              <a:gd name="connsiteY4" fmla="*/ 280987 h 417650"/>
              <a:gd name="connsiteX5" fmla="*/ 169193 w 520278"/>
              <a:gd name="connsiteY5" fmla="*/ 416123 h 417650"/>
              <a:gd name="connsiteX6" fmla="*/ 254918 w 520278"/>
              <a:gd name="connsiteY6" fmla="*/ 251816 h 417650"/>
              <a:gd name="connsiteX7" fmla="*/ 104900 w 520278"/>
              <a:gd name="connsiteY7" fmla="*/ 387548 h 417650"/>
              <a:gd name="connsiteX8" fmla="*/ 190625 w 520278"/>
              <a:gd name="connsiteY8" fmla="*/ 213716 h 417650"/>
              <a:gd name="connsiteX9" fmla="*/ 23937 w 520278"/>
              <a:gd name="connsiteY9" fmla="*/ 275629 h 417650"/>
              <a:gd name="connsiteX10" fmla="*/ 39789 w 520278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7650"/>
              <a:gd name="connsiteX1" fmla="*/ 279210 w 520263"/>
              <a:gd name="connsiteY1" fmla="*/ 0 h 417650"/>
              <a:gd name="connsiteX2" fmla="*/ 518631 w 520263"/>
              <a:gd name="connsiteY2" fmla="*/ 180975 h 417650"/>
              <a:gd name="connsiteX3" fmla="*/ 266825 w 520263"/>
              <a:gd name="connsiteY3" fmla="*/ 413742 h 417650"/>
              <a:gd name="connsiteX4" fmla="*/ 305404 w 520263"/>
              <a:gd name="connsiteY4" fmla="*/ 280987 h 417650"/>
              <a:gd name="connsiteX5" fmla="*/ 169193 w 520263"/>
              <a:gd name="connsiteY5" fmla="*/ 416123 h 417650"/>
              <a:gd name="connsiteX6" fmla="*/ 254918 w 520263"/>
              <a:gd name="connsiteY6" fmla="*/ 251816 h 417650"/>
              <a:gd name="connsiteX7" fmla="*/ 104900 w 520263"/>
              <a:gd name="connsiteY7" fmla="*/ 387548 h 417650"/>
              <a:gd name="connsiteX8" fmla="*/ 190625 w 520263"/>
              <a:gd name="connsiteY8" fmla="*/ 213716 h 417650"/>
              <a:gd name="connsiteX9" fmla="*/ 23937 w 520263"/>
              <a:gd name="connsiteY9" fmla="*/ 275629 h 417650"/>
              <a:gd name="connsiteX10" fmla="*/ 39789 w 520263"/>
              <a:gd name="connsiteY10" fmla="*/ 180975 h 417650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04900 w 520263"/>
              <a:gd name="connsiteY7" fmla="*/ 387548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337"/>
              <a:gd name="connsiteX1" fmla="*/ 279210 w 520263"/>
              <a:gd name="connsiteY1" fmla="*/ 0 h 419337"/>
              <a:gd name="connsiteX2" fmla="*/ 518631 w 520263"/>
              <a:gd name="connsiteY2" fmla="*/ 180975 h 419337"/>
              <a:gd name="connsiteX3" fmla="*/ 266825 w 520263"/>
              <a:gd name="connsiteY3" fmla="*/ 413742 h 419337"/>
              <a:gd name="connsiteX4" fmla="*/ 305404 w 520263"/>
              <a:gd name="connsiteY4" fmla="*/ 280987 h 419337"/>
              <a:gd name="connsiteX5" fmla="*/ 169193 w 520263"/>
              <a:gd name="connsiteY5" fmla="*/ 416123 h 419337"/>
              <a:gd name="connsiteX6" fmla="*/ 254918 w 520263"/>
              <a:gd name="connsiteY6" fmla="*/ 251816 h 419337"/>
              <a:gd name="connsiteX7" fmla="*/ 116806 w 520263"/>
              <a:gd name="connsiteY7" fmla="*/ 375642 h 419337"/>
              <a:gd name="connsiteX8" fmla="*/ 190625 w 520263"/>
              <a:gd name="connsiteY8" fmla="*/ 213716 h 419337"/>
              <a:gd name="connsiteX9" fmla="*/ 23937 w 520263"/>
              <a:gd name="connsiteY9" fmla="*/ 275629 h 419337"/>
              <a:gd name="connsiteX10" fmla="*/ 39789 w 520263"/>
              <a:gd name="connsiteY10" fmla="*/ 180975 h 419337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39789 w 520263"/>
              <a:gd name="connsiteY0" fmla="*/ 180975 h 419714"/>
              <a:gd name="connsiteX1" fmla="*/ 279210 w 520263"/>
              <a:gd name="connsiteY1" fmla="*/ 0 h 419714"/>
              <a:gd name="connsiteX2" fmla="*/ 518631 w 520263"/>
              <a:gd name="connsiteY2" fmla="*/ 180975 h 419714"/>
              <a:gd name="connsiteX3" fmla="*/ 266825 w 520263"/>
              <a:gd name="connsiteY3" fmla="*/ 413742 h 419714"/>
              <a:gd name="connsiteX4" fmla="*/ 317310 w 520263"/>
              <a:gd name="connsiteY4" fmla="*/ 300037 h 419714"/>
              <a:gd name="connsiteX5" fmla="*/ 169193 w 520263"/>
              <a:gd name="connsiteY5" fmla="*/ 416123 h 419714"/>
              <a:gd name="connsiteX6" fmla="*/ 254918 w 520263"/>
              <a:gd name="connsiteY6" fmla="*/ 251816 h 419714"/>
              <a:gd name="connsiteX7" fmla="*/ 116806 w 520263"/>
              <a:gd name="connsiteY7" fmla="*/ 375642 h 419714"/>
              <a:gd name="connsiteX8" fmla="*/ 190625 w 520263"/>
              <a:gd name="connsiteY8" fmla="*/ 213716 h 419714"/>
              <a:gd name="connsiteX9" fmla="*/ 23937 w 520263"/>
              <a:gd name="connsiteY9" fmla="*/ 275629 h 419714"/>
              <a:gd name="connsiteX10" fmla="*/ 39789 w 520263"/>
              <a:gd name="connsiteY10" fmla="*/ 180975 h 419714"/>
              <a:gd name="connsiteX0" fmla="*/ 19389 w 499863"/>
              <a:gd name="connsiteY0" fmla="*/ 180975 h 419714"/>
              <a:gd name="connsiteX1" fmla="*/ 258810 w 499863"/>
              <a:gd name="connsiteY1" fmla="*/ 0 h 419714"/>
              <a:gd name="connsiteX2" fmla="*/ 498231 w 499863"/>
              <a:gd name="connsiteY2" fmla="*/ 180975 h 419714"/>
              <a:gd name="connsiteX3" fmla="*/ 246425 w 499863"/>
              <a:gd name="connsiteY3" fmla="*/ 413742 h 419714"/>
              <a:gd name="connsiteX4" fmla="*/ 296910 w 499863"/>
              <a:gd name="connsiteY4" fmla="*/ 300037 h 419714"/>
              <a:gd name="connsiteX5" fmla="*/ 148793 w 499863"/>
              <a:gd name="connsiteY5" fmla="*/ 416123 h 419714"/>
              <a:gd name="connsiteX6" fmla="*/ 234518 w 499863"/>
              <a:gd name="connsiteY6" fmla="*/ 251816 h 419714"/>
              <a:gd name="connsiteX7" fmla="*/ 96406 w 499863"/>
              <a:gd name="connsiteY7" fmla="*/ 375642 h 419714"/>
              <a:gd name="connsiteX8" fmla="*/ 170225 w 499863"/>
              <a:gd name="connsiteY8" fmla="*/ 213716 h 419714"/>
              <a:gd name="connsiteX9" fmla="*/ 41637 w 499863"/>
              <a:gd name="connsiteY9" fmla="*/ 254197 h 419714"/>
              <a:gd name="connsiteX10" fmla="*/ 19389 w 499863"/>
              <a:gd name="connsiteY10" fmla="*/ 180975 h 419714"/>
              <a:gd name="connsiteX0" fmla="*/ 20974 w 496685"/>
              <a:gd name="connsiteY0" fmla="*/ 180975 h 419714"/>
              <a:gd name="connsiteX1" fmla="*/ 255632 w 496685"/>
              <a:gd name="connsiteY1" fmla="*/ 0 h 419714"/>
              <a:gd name="connsiteX2" fmla="*/ 495053 w 496685"/>
              <a:gd name="connsiteY2" fmla="*/ 180975 h 419714"/>
              <a:gd name="connsiteX3" fmla="*/ 243247 w 496685"/>
              <a:gd name="connsiteY3" fmla="*/ 413742 h 419714"/>
              <a:gd name="connsiteX4" fmla="*/ 293732 w 496685"/>
              <a:gd name="connsiteY4" fmla="*/ 300037 h 419714"/>
              <a:gd name="connsiteX5" fmla="*/ 145615 w 496685"/>
              <a:gd name="connsiteY5" fmla="*/ 416123 h 419714"/>
              <a:gd name="connsiteX6" fmla="*/ 231340 w 496685"/>
              <a:gd name="connsiteY6" fmla="*/ 251816 h 419714"/>
              <a:gd name="connsiteX7" fmla="*/ 93228 w 496685"/>
              <a:gd name="connsiteY7" fmla="*/ 375642 h 419714"/>
              <a:gd name="connsiteX8" fmla="*/ 167047 w 496685"/>
              <a:gd name="connsiteY8" fmla="*/ 213716 h 419714"/>
              <a:gd name="connsiteX9" fmla="*/ 38459 w 496685"/>
              <a:gd name="connsiteY9" fmla="*/ 254197 h 419714"/>
              <a:gd name="connsiteX10" fmla="*/ 20974 w 496685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10967 w 486678"/>
              <a:gd name="connsiteY0" fmla="*/ 180975 h 419714"/>
              <a:gd name="connsiteX1" fmla="*/ 245625 w 486678"/>
              <a:gd name="connsiteY1" fmla="*/ 0 h 419714"/>
              <a:gd name="connsiteX2" fmla="*/ 485046 w 486678"/>
              <a:gd name="connsiteY2" fmla="*/ 180975 h 419714"/>
              <a:gd name="connsiteX3" fmla="*/ 233240 w 486678"/>
              <a:gd name="connsiteY3" fmla="*/ 413742 h 419714"/>
              <a:gd name="connsiteX4" fmla="*/ 283725 w 486678"/>
              <a:gd name="connsiteY4" fmla="*/ 300037 h 419714"/>
              <a:gd name="connsiteX5" fmla="*/ 135608 w 486678"/>
              <a:gd name="connsiteY5" fmla="*/ 416123 h 419714"/>
              <a:gd name="connsiteX6" fmla="*/ 221333 w 486678"/>
              <a:gd name="connsiteY6" fmla="*/ 251816 h 419714"/>
              <a:gd name="connsiteX7" fmla="*/ 83221 w 486678"/>
              <a:gd name="connsiteY7" fmla="*/ 375642 h 419714"/>
              <a:gd name="connsiteX8" fmla="*/ 157040 w 486678"/>
              <a:gd name="connsiteY8" fmla="*/ 213716 h 419714"/>
              <a:gd name="connsiteX9" fmla="*/ 28452 w 486678"/>
              <a:gd name="connsiteY9" fmla="*/ 254197 h 419714"/>
              <a:gd name="connsiteX10" fmla="*/ 10967 w 486678"/>
              <a:gd name="connsiteY10" fmla="*/ 180975 h 419714"/>
              <a:gd name="connsiteX0" fmla="*/ 88971 w 467050"/>
              <a:gd name="connsiteY0" fmla="*/ 143135 h 419974"/>
              <a:gd name="connsiteX1" fmla="*/ 225997 w 467050"/>
              <a:gd name="connsiteY1" fmla="*/ 260 h 419974"/>
              <a:gd name="connsiteX2" fmla="*/ 465418 w 467050"/>
              <a:gd name="connsiteY2" fmla="*/ 181235 h 419974"/>
              <a:gd name="connsiteX3" fmla="*/ 213612 w 467050"/>
              <a:gd name="connsiteY3" fmla="*/ 414002 h 419974"/>
              <a:gd name="connsiteX4" fmla="*/ 264097 w 467050"/>
              <a:gd name="connsiteY4" fmla="*/ 300297 h 419974"/>
              <a:gd name="connsiteX5" fmla="*/ 115980 w 467050"/>
              <a:gd name="connsiteY5" fmla="*/ 416383 h 419974"/>
              <a:gd name="connsiteX6" fmla="*/ 201705 w 467050"/>
              <a:gd name="connsiteY6" fmla="*/ 252076 h 419974"/>
              <a:gd name="connsiteX7" fmla="*/ 63593 w 467050"/>
              <a:gd name="connsiteY7" fmla="*/ 375902 h 419974"/>
              <a:gd name="connsiteX8" fmla="*/ 137412 w 467050"/>
              <a:gd name="connsiteY8" fmla="*/ 213976 h 419974"/>
              <a:gd name="connsiteX9" fmla="*/ 8824 w 467050"/>
              <a:gd name="connsiteY9" fmla="*/ 254457 h 419974"/>
              <a:gd name="connsiteX10" fmla="*/ 88971 w 467050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102992 w 481071"/>
              <a:gd name="connsiteY0" fmla="*/ 143135 h 419974"/>
              <a:gd name="connsiteX1" fmla="*/ 240018 w 481071"/>
              <a:gd name="connsiteY1" fmla="*/ 260 h 419974"/>
              <a:gd name="connsiteX2" fmla="*/ 479439 w 481071"/>
              <a:gd name="connsiteY2" fmla="*/ 181235 h 419974"/>
              <a:gd name="connsiteX3" fmla="*/ 227633 w 481071"/>
              <a:gd name="connsiteY3" fmla="*/ 414002 h 419974"/>
              <a:gd name="connsiteX4" fmla="*/ 278118 w 481071"/>
              <a:gd name="connsiteY4" fmla="*/ 300297 h 419974"/>
              <a:gd name="connsiteX5" fmla="*/ 130001 w 481071"/>
              <a:gd name="connsiteY5" fmla="*/ 416383 h 419974"/>
              <a:gd name="connsiteX6" fmla="*/ 215726 w 481071"/>
              <a:gd name="connsiteY6" fmla="*/ 252076 h 419974"/>
              <a:gd name="connsiteX7" fmla="*/ 77614 w 481071"/>
              <a:gd name="connsiteY7" fmla="*/ 375902 h 419974"/>
              <a:gd name="connsiteX8" fmla="*/ 151433 w 481071"/>
              <a:gd name="connsiteY8" fmla="*/ 213976 h 419974"/>
              <a:gd name="connsiteX9" fmla="*/ 22845 w 481071"/>
              <a:gd name="connsiteY9" fmla="*/ 254457 h 419974"/>
              <a:gd name="connsiteX10" fmla="*/ 102992 w 481071"/>
              <a:gd name="connsiteY10" fmla="*/ 143135 h 419974"/>
              <a:gd name="connsiteX0" fmla="*/ 96591 w 474670"/>
              <a:gd name="connsiteY0" fmla="*/ 143135 h 419974"/>
              <a:gd name="connsiteX1" fmla="*/ 233617 w 474670"/>
              <a:gd name="connsiteY1" fmla="*/ 260 h 419974"/>
              <a:gd name="connsiteX2" fmla="*/ 473038 w 474670"/>
              <a:gd name="connsiteY2" fmla="*/ 181235 h 419974"/>
              <a:gd name="connsiteX3" fmla="*/ 221232 w 474670"/>
              <a:gd name="connsiteY3" fmla="*/ 414002 h 419974"/>
              <a:gd name="connsiteX4" fmla="*/ 271717 w 474670"/>
              <a:gd name="connsiteY4" fmla="*/ 300297 h 419974"/>
              <a:gd name="connsiteX5" fmla="*/ 123600 w 474670"/>
              <a:gd name="connsiteY5" fmla="*/ 416383 h 419974"/>
              <a:gd name="connsiteX6" fmla="*/ 209325 w 474670"/>
              <a:gd name="connsiteY6" fmla="*/ 252076 h 419974"/>
              <a:gd name="connsiteX7" fmla="*/ 71213 w 474670"/>
              <a:gd name="connsiteY7" fmla="*/ 375902 h 419974"/>
              <a:gd name="connsiteX8" fmla="*/ 145032 w 474670"/>
              <a:gd name="connsiteY8" fmla="*/ 213976 h 419974"/>
              <a:gd name="connsiteX9" fmla="*/ 16444 w 474670"/>
              <a:gd name="connsiteY9" fmla="*/ 254457 h 419974"/>
              <a:gd name="connsiteX10" fmla="*/ 96591 w 474670"/>
              <a:gd name="connsiteY10" fmla="*/ 143135 h 419974"/>
              <a:gd name="connsiteX0" fmla="*/ 129498 w 471858"/>
              <a:gd name="connsiteY0" fmla="*/ 119866 h 420517"/>
              <a:gd name="connsiteX1" fmla="*/ 230805 w 471858"/>
              <a:gd name="connsiteY1" fmla="*/ 803 h 420517"/>
              <a:gd name="connsiteX2" fmla="*/ 470226 w 471858"/>
              <a:gd name="connsiteY2" fmla="*/ 181778 h 420517"/>
              <a:gd name="connsiteX3" fmla="*/ 218420 w 471858"/>
              <a:gd name="connsiteY3" fmla="*/ 414545 h 420517"/>
              <a:gd name="connsiteX4" fmla="*/ 268905 w 471858"/>
              <a:gd name="connsiteY4" fmla="*/ 300840 h 420517"/>
              <a:gd name="connsiteX5" fmla="*/ 120788 w 471858"/>
              <a:gd name="connsiteY5" fmla="*/ 416926 h 420517"/>
              <a:gd name="connsiteX6" fmla="*/ 206513 w 471858"/>
              <a:gd name="connsiteY6" fmla="*/ 252619 h 420517"/>
              <a:gd name="connsiteX7" fmla="*/ 68401 w 471858"/>
              <a:gd name="connsiteY7" fmla="*/ 376445 h 420517"/>
              <a:gd name="connsiteX8" fmla="*/ 142220 w 471858"/>
              <a:gd name="connsiteY8" fmla="*/ 214519 h 420517"/>
              <a:gd name="connsiteX9" fmla="*/ 13632 w 471858"/>
              <a:gd name="connsiteY9" fmla="*/ 255000 h 420517"/>
              <a:gd name="connsiteX10" fmla="*/ 129498 w 471858"/>
              <a:gd name="connsiteY10" fmla="*/ 119866 h 420517"/>
              <a:gd name="connsiteX0" fmla="*/ 129498 w 471858"/>
              <a:gd name="connsiteY0" fmla="*/ 119441 h 420092"/>
              <a:gd name="connsiteX1" fmla="*/ 230805 w 471858"/>
              <a:gd name="connsiteY1" fmla="*/ 378 h 420092"/>
              <a:gd name="connsiteX2" fmla="*/ 470226 w 471858"/>
              <a:gd name="connsiteY2" fmla="*/ 181353 h 420092"/>
              <a:gd name="connsiteX3" fmla="*/ 218420 w 471858"/>
              <a:gd name="connsiteY3" fmla="*/ 414120 h 420092"/>
              <a:gd name="connsiteX4" fmla="*/ 268905 w 471858"/>
              <a:gd name="connsiteY4" fmla="*/ 300415 h 420092"/>
              <a:gd name="connsiteX5" fmla="*/ 120788 w 471858"/>
              <a:gd name="connsiteY5" fmla="*/ 416501 h 420092"/>
              <a:gd name="connsiteX6" fmla="*/ 206513 w 471858"/>
              <a:gd name="connsiteY6" fmla="*/ 252194 h 420092"/>
              <a:gd name="connsiteX7" fmla="*/ 68401 w 471858"/>
              <a:gd name="connsiteY7" fmla="*/ 376020 h 420092"/>
              <a:gd name="connsiteX8" fmla="*/ 142220 w 471858"/>
              <a:gd name="connsiteY8" fmla="*/ 214094 h 420092"/>
              <a:gd name="connsiteX9" fmla="*/ 13632 w 471858"/>
              <a:gd name="connsiteY9" fmla="*/ 254575 h 420092"/>
              <a:gd name="connsiteX10" fmla="*/ 129498 w 471858"/>
              <a:gd name="connsiteY10" fmla="*/ 119441 h 420092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77 h 419728"/>
              <a:gd name="connsiteX1" fmla="*/ 230805 w 471858"/>
              <a:gd name="connsiteY1" fmla="*/ 14 h 419728"/>
              <a:gd name="connsiteX2" fmla="*/ 470226 w 471858"/>
              <a:gd name="connsiteY2" fmla="*/ 180989 h 419728"/>
              <a:gd name="connsiteX3" fmla="*/ 218420 w 471858"/>
              <a:gd name="connsiteY3" fmla="*/ 413756 h 419728"/>
              <a:gd name="connsiteX4" fmla="*/ 268905 w 471858"/>
              <a:gd name="connsiteY4" fmla="*/ 300051 h 419728"/>
              <a:gd name="connsiteX5" fmla="*/ 120788 w 471858"/>
              <a:gd name="connsiteY5" fmla="*/ 416137 h 419728"/>
              <a:gd name="connsiteX6" fmla="*/ 206513 w 471858"/>
              <a:gd name="connsiteY6" fmla="*/ 251830 h 419728"/>
              <a:gd name="connsiteX7" fmla="*/ 68401 w 471858"/>
              <a:gd name="connsiteY7" fmla="*/ 375656 h 419728"/>
              <a:gd name="connsiteX8" fmla="*/ 142220 w 471858"/>
              <a:gd name="connsiteY8" fmla="*/ 213730 h 419728"/>
              <a:gd name="connsiteX9" fmla="*/ 13632 w 471858"/>
              <a:gd name="connsiteY9" fmla="*/ 254211 h 419728"/>
              <a:gd name="connsiteX10" fmla="*/ 129498 w 471858"/>
              <a:gd name="connsiteY10" fmla="*/ 119077 h 419728"/>
              <a:gd name="connsiteX0" fmla="*/ 129498 w 471858"/>
              <a:gd name="connsiteY0" fmla="*/ 119095 h 419746"/>
              <a:gd name="connsiteX1" fmla="*/ 230805 w 471858"/>
              <a:gd name="connsiteY1" fmla="*/ 32 h 419746"/>
              <a:gd name="connsiteX2" fmla="*/ 470226 w 471858"/>
              <a:gd name="connsiteY2" fmla="*/ 181007 h 419746"/>
              <a:gd name="connsiteX3" fmla="*/ 218420 w 471858"/>
              <a:gd name="connsiteY3" fmla="*/ 413774 h 419746"/>
              <a:gd name="connsiteX4" fmla="*/ 268905 w 471858"/>
              <a:gd name="connsiteY4" fmla="*/ 300069 h 419746"/>
              <a:gd name="connsiteX5" fmla="*/ 120788 w 471858"/>
              <a:gd name="connsiteY5" fmla="*/ 416155 h 419746"/>
              <a:gd name="connsiteX6" fmla="*/ 206513 w 471858"/>
              <a:gd name="connsiteY6" fmla="*/ 251848 h 419746"/>
              <a:gd name="connsiteX7" fmla="*/ 68401 w 471858"/>
              <a:gd name="connsiteY7" fmla="*/ 375674 h 419746"/>
              <a:gd name="connsiteX8" fmla="*/ 142220 w 471858"/>
              <a:gd name="connsiteY8" fmla="*/ 213748 h 419746"/>
              <a:gd name="connsiteX9" fmla="*/ 13632 w 471858"/>
              <a:gd name="connsiteY9" fmla="*/ 254229 h 419746"/>
              <a:gd name="connsiteX10" fmla="*/ 129498 w 471858"/>
              <a:gd name="connsiteY10" fmla="*/ 119095 h 419746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29498 w 471858"/>
              <a:gd name="connsiteY0" fmla="*/ 121250 h 421901"/>
              <a:gd name="connsiteX1" fmla="*/ 230805 w 471858"/>
              <a:gd name="connsiteY1" fmla="*/ 2187 h 421901"/>
              <a:gd name="connsiteX2" fmla="*/ 470226 w 471858"/>
              <a:gd name="connsiteY2" fmla="*/ 183162 h 421901"/>
              <a:gd name="connsiteX3" fmla="*/ 218420 w 471858"/>
              <a:gd name="connsiteY3" fmla="*/ 415929 h 421901"/>
              <a:gd name="connsiteX4" fmla="*/ 268905 w 471858"/>
              <a:gd name="connsiteY4" fmla="*/ 302224 h 421901"/>
              <a:gd name="connsiteX5" fmla="*/ 120788 w 471858"/>
              <a:gd name="connsiteY5" fmla="*/ 418310 h 421901"/>
              <a:gd name="connsiteX6" fmla="*/ 206513 w 471858"/>
              <a:gd name="connsiteY6" fmla="*/ 254003 h 421901"/>
              <a:gd name="connsiteX7" fmla="*/ 68401 w 471858"/>
              <a:gd name="connsiteY7" fmla="*/ 377829 h 421901"/>
              <a:gd name="connsiteX8" fmla="*/ 142220 w 471858"/>
              <a:gd name="connsiteY8" fmla="*/ 215903 h 421901"/>
              <a:gd name="connsiteX9" fmla="*/ 13632 w 471858"/>
              <a:gd name="connsiteY9" fmla="*/ 256384 h 421901"/>
              <a:gd name="connsiteX10" fmla="*/ 129498 w 471858"/>
              <a:gd name="connsiteY10" fmla="*/ 121250 h 421901"/>
              <a:gd name="connsiteX0" fmla="*/ 130770 w 473130"/>
              <a:gd name="connsiteY0" fmla="*/ 121250 h 421901"/>
              <a:gd name="connsiteX1" fmla="*/ 232077 w 473130"/>
              <a:gd name="connsiteY1" fmla="*/ 2187 h 421901"/>
              <a:gd name="connsiteX2" fmla="*/ 471498 w 473130"/>
              <a:gd name="connsiteY2" fmla="*/ 183162 h 421901"/>
              <a:gd name="connsiteX3" fmla="*/ 219692 w 473130"/>
              <a:gd name="connsiteY3" fmla="*/ 415929 h 421901"/>
              <a:gd name="connsiteX4" fmla="*/ 270177 w 473130"/>
              <a:gd name="connsiteY4" fmla="*/ 302224 h 421901"/>
              <a:gd name="connsiteX5" fmla="*/ 122060 w 473130"/>
              <a:gd name="connsiteY5" fmla="*/ 418310 h 421901"/>
              <a:gd name="connsiteX6" fmla="*/ 207785 w 473130"/>
              <a:gd name="connsiteY6" fmla="*/ 254003 h 421901"/>
              <a:gd name="connsiteX7" fmla="*/ 69673 w 473130"/>
              <a:gd name="connsiteY7" fmla="*/ 377829 h 421901"/>
              <a:gd name="connsiteX8" fmla="*/ 143492 w 473130"/>
              <a:gd name="connsiteY8" fmla="*/ 215903 h 421901"/>
              <a:gd name="connsiteX9" fmla="*/ 14904 w 473130"/>
              <a:gd name="connsiteY9" fmla="*/ 256384 h 421901"/>
              <a:gd name="connsiteX10" fmla="*/ 130770 w 473130"/>
              <a:gd name="connsiteY10" fmla="*/ 121250 h 421901"/>
              <a:gd name="connsiteX0" fmla="*/ 130944 w 473304"/>
              <a:gd name="connsiteY0" fmla="*/ 121250 h 421901"/>
              <a:gd name="connsiteX1" fmla="*/ 232251 w 473304"/>
              <a:gd name="connsiteY1" fmla="*/ 2187 h 421901"/>
              <a:gd name="connsiteX2" fmla="*/ 471672 w 473304"/>
              <a:gd name="connsiteY2" fmla="*/ 183162 h 421901"/>
              <a:gd name="connsiteX3" fmla="*/ 219866 w 473304"/>
              <a:gd name="connsiteY3" fmla="*/ 415929 h 421901"/>
              <a:gd name="connsiteX4" fmla="*/ 270351 w 473304"/>
              <a:gd name="connsiteY4" fmla="*/ 302224 h 421901"/>
              <a:gd name="connsiteX5" fmla="*/ 122234 w 473304"/>
              <a:gd name="connsiteY5" fmla="*/ 418310 h 421901"/>
              <a:gd name="connsiteX6" fmla="*/ 207959 w 473304"/>
              <a:gd name="connsiteY6" fmla="*/ 254003 h 421901"/>
              <a:gd name="connsiteX7" fmla="*/ 69847 w 473304"/>
              <a:gd name="connsiteY7" fmla="*/ 377829 h 421901"/>
              <a:gd name="connsiteX8" fmla="*/ 143666 w 473304"/>
              <a:gd name="connsiteY8" fmla="*/ 215903 h 421901"/>
              <a:gd name="connsiteX9" fmla="*/ 15078 w 473304"/>
              <a:gd name="connsiteY9" fmla="*/ 256384 h 421901"/>
              <a:gd name="connsiteX10" fmla="*/ 130944 w 473304"/>
              <a:gd name="connsiteY10" fmla="*/ 121250 h 421901"/>
              <a:gd name="connsiteX0" fmla="*/ 0 w 458226"/>
              <a:gd name="connsiteY0" fmla="*/ 256384 h 421901"/>
              <a:gd name="connsiteX1" fmla="*/ 217173 w 458226"/>
              <a:gd name="connsiteY1" fmla="*/ 2187 h 421901"/>
              <a:gd name="connsiteX2" fmla="*/ 456594 w 458226"/>
              <a:gd name="connsiteY2" fmla="*/ 183162 h 421901"/>
              <a:gd name="connsiteX3" fmla="*/ 204788 w 458226"/>
              <a:gd name="connsiteY3" fmla="*/ 415929 h 421901"/>
              <a:gd name="connsiteX4" fmla="*/ 255273 w 458226"/>
              <a:gd name="connsiteY4" fmla="*/ 302224 h 421901"/>
              <a:gd name="connsiteX5" fmla="*/ 107156 w 458226"/>
              <a:gd name="connsiteY5" fmla="*/ 418310 h 421901"/>
              <a:gd name="connsiteX6" fmla="*/ 192881 w 458226"/>
              <a:gd name="connsiteY6" fmla="*/ 254003 h 421901"/>
              <a:gd name="connsiteX7" fmla="*/ 54769 w 458226"/>
              <a:gd name="connsiteY7" fmla="*/ 377829 h 421901"/>
              <a:gd name="connsiteX8" fmla="*/ 128588 w 458226"/>
              <a:gd name="connsiteY8" fmla="*/ 215903 h 421901"/>
              <a:gd name="connsiteX9" fmla="*/ 0 w 458226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1901"/>
              <a:gd name="connsiteX1" fmla="*/ 219931 w 460984"/>
              <a:gd name="connsiteY1" fmla="*/ 2187 h 421901"/>
              <a:gd name="connsiteX2" fmla="*/ 459352 w 460984"/>
              <a:gd name="connsiteY2" fmla="*/ 183162 h 421901"/>
              <a:gd name="connsiteX3" fmla="*/ 207546 w 460984"/>
              <a:gd name="connsiteY3" fmla="*/ 415929 h 421901"/>
              <a:gd name="connsiteX4" fmla="*/ 258031 w 460984"/>
              <a:gd name="connsiteY4" fmla="*/ 302224 h 421901"/>
              <a:gd name="connsiteX5" fmla="*/ 109914 w 460984"/>
              <a:gd name="connsiteY5" fmla="*/ 418310 h 421901"/>
              <a:gd name="connsiteX6" fmla="*/ 195639 w 460984"/>
              <a:gd name="connsiteY6" fmla="*/ 254003 h 421901"/>
              <a:gd name="connsiteX7" fmla="*/ 57527 w 460984"/>
              <a:gd name="connsiteY7" fmla="*/ 377829 h 421901"/>
              <a:gd name="connsiteX8" fmla="*/ 131346 w 460984"/>
              <a:gd name="connsiteY8" fmla="*/ 215903 h 421901"/>
              <a:gd name="connsiteX9" fmla="*/ 2758 w 460984"/>
              <a:gd name="connsiteY9" fmla="*/ 256384 h 421901"/>
              <a:gd name="connsiteX0" fmla="*/ 2758 w 460984"/>
              <a:gd name="connsiteY0" fmla="*/ 256384 h 422343"/>
              <a:gd name="connsiteX1" fmla="*/ 219931 w 460984"/>
              <a:gd name="connsiteY1" fmla="*/ 2187 h 422343"/>
              <a:gd name="connsiteX2" fmla="*/ 459352 w 460984"/>
              <a:gd name="connsiteY2" fmla="*/ 183162 h 422343"/>
              <a:gd name="connsiteX3" fmla="*/ 207546 w 460984"/>
              <a:gd name="connsiteY3" fmla="*/ 415929 h 422343"/>
              <a:gd name="connsiteX4" fmla="*/ 258031 w 460984"/>
              <a:gd name="connsiteY4" fmla="*/ 302224 h 422343"/>
              <a:gd name="connsiteX5" fmla="*/ 109914 w 460984"/>
              <a:gd name="connsiteY5" fmla="*/ 418310 h 422343"/>
              <a:gd name="connsiteX6" fmla="*/ 195639 w 460984"/>
              <a:gd name="connsiteY6" fmla="*/ 254003 h 422343"/>
              <a:gd name="connsiteX7" fmla="*/ 57527 w 460984"/>
              <a:gd name="connsiteY7" fmla="*/ 377829 h 422343"/>
              <a:gd name="connsiteX8" fmla="*/ 131346 w 460984"/>
              <a:gd name="connsiteY8" fmla="*/ 215903 h 422343"/>
              <a:gd name="connsiteX9" fmla="*/ 2758 w 460984"/>
              <a:gd name="connsiteY9" fmla="*/ 256384 h 422343"/>
              <a:gd name="connsiteX0" fmla="*/ 2758 w 459352"/>
              <a:gd name="connsiteY0" fmla="*/ 256384 h 422343"/>
              <a:gd name="connsiteX1" fmla="*/ 219931 w 459352"/>
              <a:gd name="connsiteY1" fmla="*/ 2187 h 422343"/>
              <a:gd name="connsiteX2" fmla="*/ 459352 w 459352"/>
              <a:gd name="connsiteY2" fmla="*/ 183162 h 422343"/>
              <a:gd name="connsiteX3" fmla="*/ 207546 w 459352"/>
              <a:gd name="connsiteY3" fmla="*/ 415929 h 422343"/>
              <a:gd name="connsiteX4" fmla="*/ 258031 w 459352"/>
              <a:gd name="connsiteY4" fmla="*/ 302224 h 422343"/>
              <a:gd name="connsiteX5" fmla="*/ 109914 w 459352"/>
              <a:gd name="connsiteY5" fmla="*/ 418310 h 422343"/>
              <a:gd name="connsiteX6" fmla="*/ 195639 w 459352"/>
              <a:gd name="connsiteY6" fmla="*/ 254003 h 422343"/>
              <a:gd name="connsiteX7" fmla="*/ 57527 w 459352"/>
              <a:gd name="connsiteY7" fmla="*/ 377829 h 422343"/>
              <a:gd name="connsiteX8" fmla="*/ 131346 w 459352"/>
              <a:gd name="connsiteY8" fmla="*/ 215903 h 422343"/>
              <a:gd name="connsiteX9" fmla="*/ 2758 w 459352"/>
              <a:gd name="connsiteY9" fmla="*/ 256384 h 42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9352" h="422343">
                <a:moveTo>
                  <a:pt x="2758" y="256384"/>
                </a:moveTo>
                <a:cubicBezTo>
                  <a:pt x="-23453" y="195079"/>
                  <a:pt x="143832" y="14391"/>
                  <a:pt x="219931" y="2187"/>
                </a:cubicBezTo>
                <a:cubicBezTo>
                  <a:pt x="305294" y="-13687"/>
                  <a:pt x="445145" y="57848"/>
                  <a:pt x="459352" y="183162"/>
                </a:cubicBezTo>
                <a:cubicBezTo>
                  <a:pt x="452990" y="272468"/>
                  <a:pt x="240703" y="427836"/>
                  <a:pt x="207546" y="415929"/>
                </a:cubicBezTo>
                <a:cubicBezTo>
                  <a:pt x="172009" y="382591"/>
                  <a:pt x="274303" y="301827"/>
                  <a:pt x="258031" y="302224"/>
                </a:cubicBezTo>
                <a:cubicBezTo>
                  <a:pt x="241759" y="302621"/>
                  <a:pt x="162228" y="448152"/>
                  <a:pt x="109914" y="418310"/>
                </a:cubicBezTo>
                <a:cubicBezTo>
                  <a:pt x="82053" y="385666"/>
                  <a:pt x="222626" y="238525"/>
                  <a:pt x="195639" y="254003"/>
                </a:cubicBezTo>
                <a:cubicBezTo>
                  <a:pt x="168652" y="269481"/>
                  <a:pt x="96948" y="409439"/>
                  <a:pt x="57527" y="377829"/>
                </a:cubicBezTo>
                <a:cubicBezTo>
                  <a:pt x="16253" y="328220"/>
                  <a:pt x="161906" y="223444"/>
                  <a:pt x="131346" y="215903"/>
                </a:cubicBezTo>
                <a:cubicBezTo>
                  <a:pt x="112693" y="198837"/>
                  <a:pt x="47343" y="279699"/>
                  <a:pt x="2758" y="256384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93458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B458242-227E-4AB0-96C6-A46BDEE71F89}"/>
              </a:ext>
            </a:extLst>
          </p:cNvPr>
          <p:cNvGrpSpPr/>
          <p:nvPr/>
        </p:nvGrpSpPr>
        <p:grpSpPr>
          <a:xfrm>
            <a:off x="3055405" y="1728745"/>
            <a:ext cx="6771220" cy="3356556"/>
            <a:chOff x="3055405" y="1728745"/>
            <a:chExt cx="6771220" cy="3356556"/>
          </a:xfrm>
        </p:grpSpPr>
        <p:sp>
          <p:nvSpPr>
            <p:cNvPr id="2" name="Rectangle 5">
              <a:extLst>
                <a:ext uri="{FF2B5EF4-FFF2-40B4-BE49-F238E27FC236}">
                  <a16:creationId xmlns:a16="http://schemas.microsoft.com/office/drawing/2014/main" id="{1EB82DFB-B9C8-4AA6-8F5A-1DBE8841B6C4}"/>
                </a:ext>
              </a:extLst>
            </p:cNvPr>
            <p:cNvSpPr/>
            <p:nvPr/>
          </p:nvSpPr>
          <p:spPr>
            <a:xfrm>
              <a:off x="3823596" y="1854696"/>
              <a:ext cx="2634354" cy="2350253"/>
            </a:xfrm>
            <a:custGeom>
              <a:avLst/>
              <a:gdLst>
                <a:gd name="connsiteX0" fmla="*/ 0 w 2619375"/>
                <a:gd name="connsiteY0" fmla="*/ 0 h 2204700"/>
                <a:gd name="connsiteX1" fmla="*/ 2619375 w 2619375"/>
                <a:gd name="connsiteY1" fmla="*/ 0 h 2204700"/>
                <a:gd name="connsiteX2" fmla="*/ 2619375 w 2619375"/>
                <a:gd name="connsiteY2" fmla="*/ 2204700 h 2204700"/>
                <a:gd name="connsiteX3" fmla="*/ 0 w 2619375"/>
                <a:gd name="connsiteY3" fmla="*/ 2204700 h 2204700"/>
                <a:gd name="connsiteX4" fmla="*/ 0 w 2619375"/>
                <a:gd name="connsiteY4" fmla="*/ 0 h 2204700"/>
                <a:gd name="connsiteX0" fmla="*/ 0 w 2619375"/>
                <a:gd name="connsiteY0" fmla="*/ 0 h 2319000"/>
                <a:gd name="connsiteX1" fmla="*/ 2619375 w 2619375"/>
                <a:gd name="connsiteY1" fmla="*/ 0 h 2319000"/>
                <a:gd name="connsiteX2" fmla="*/ 76200 w 2619375"/>
                <a:gd name="connsiteY2" fmla="*/ 2319000 h 2319000"/>
                <a:gd name="connsiteX3" fmla="*/ 0 w 2619375"/>
                <a:gd name="connsiteY3" fmla="*/ 2204700 h 2319000"/>
                <a:gd name="connsiteX4" fmla="*/ 0 w 2619375"/>
                <a:gd name="connsiteY4" fmla="*/ 0 h 2319000"/>
                <a:gd name="connsiteX0" fmla="*/ 2486025 w 2619375"/>
                <a:gd name="connsiteY0" fmla="*/ 9525 h 2319000"/>
                <a:gd name="connsiteX1" fmla="*/ 2619375 w 2619375"/>
                <a:gd name="connsiteY1" fmla="*/ 0 h 2319000"/>
                <a:gd name="connsiteX2" fmla="*/ 76200 w 2619375"/>
                <a:gd name="connsiteY2" fmla="*/ 2319000 h 2319000"/>
                <a:gd name="connsiteX3" fmla="*/ 0 w 2619375"/>
                <a:gd name="connsiteY3" fmla="*/ 2204700 h 2319000"/>
                <a:gd name="connsiteX4" fmla="*/ 2486025 w 2619375"/>
                <a:gd name="connsiteY4" fmla="*/ 9525 h 2319000"/>
                <a:gd name="connsiteX0" fmla="*/ 2486025 w 2619375"/>
                <a:gd name="connsiteY0" fmla="*/ 9525 h 2319000"/>
                <a:gd name="connsiteX1" fmla="*/ 2619375 w 2619375"/>
                <a:gd name="connsiteY1" fmla="*/ 0 h 2319000"/>
                <a:gd name="connsiteX2" fmla="*/ 76200 w 2619375"/>
                <a:gd name="connsiteY2" fmla="*/ 2319000 h 2319000"/>
                <a:gd name="connsiteX3" fmla="*/ 0 w 2619375"/>
                <a:gd name="connsiteY3" fmla="*/ 2204700 h 2319000"/>
                <a:gd name="connsiteX4" fmla="*/ 2486025 w 2619375"/>
                <a:gd name="connsiteY4" fmla="*/ 9525 h 2319000"/>
                <a:gd name="connsiteX0" fmla="*/ 2486025 w 2619375"/>
                <a:gd name="connsiteY0" fmla="*/ 9525 h 2319000"/>
                <a:gd name="connsiteX1" fmla="*/ 2619375 w 2619375"/>
                <a:gd name="connsiteY1" fmla="*/ 0 h 2319000"/>
                <a:gd name="connsiteX2" fmla="*/ 76200 w 2619375"/>
                <a:gd name="connsiteY2" fmla="*/ 2319000 h 2319000"/>
                <a:gd name="connsiteX3" fmla="*/ 0 w 2619375"/>
                <a:gd name="connsiteY3" fmla="*/ 2204700 h 2319000"/>
                <a:gd name="connsiteX4" fmla="*/ 2486025 w 2619375"/>
                <a:gd name="connsiteY4" fmla="*/ 9525 h 2319000"/>
                <a:gd name="connsiteX0" fmla="*/ 2486025 w 2638425"/>
                <a:gd name="connsiteY0" fmla="*/ 9525 h 2319000"/>
                <a:gd name="connsiteX1" fmla="*/ 2638425 w 2638425"/>
                <a:gd name="connsiteY1" fmla="*/ 0 h 2319000"/>
                <a:gd name="connsiteX2" fmla="*/ 76200 w 2638425"/>
                <a:gd name="connsiteY2" fmla="*/ 2319000 h 2319000"/>
                <a:gd name="connsiteX3" fmla="*/ 0 w 2638425"/>
                <a:gd name="connsiteY3" fmla="*/ 2204700 h 2319000"/>
                <a:gd name="connsiteX4" fmla="*/ 2486025 w 2638425"/>
                <a:gd name="connsiteY4" fmla="*/ 9525 h 2319000"/>
                <a:gd name="connsiteX0" fmla="*/ 2486025 w 2638425"/>
                <a:gd name="connsiteY0" fmla="*/ 9525 h 2319000"/>
                <a:gd name="connsiteX1" fmla="*/ 2638425 w 2638425"/>
                <a:gd name="connsiteY1" fmla="*/ 0 h 2319000"/>
                <a:gd name="connsiteX2" fmla="*/ 76200 w 2638425"/>
                <a:gd name="connsiteY2" fmla="*/ 2319000 h 2319000"/>
                <a:gd name="connsiteX3" fmla="*/ 0 w 2638425"/>
                <a:gd name="connsiteY3" fmla="*/ 2204700 h 2319000"/>
                <a:gd name="connsiteX4" fmla="*/ 2486025 w 2638425"/>
                <a:gd name="connsiteY4" fmla="*/ 9525 h 2319000"/>
                <a:gd name="connsiteX0" fmla="*/ 2486025 w 2638425"/>
                <a:gd name="connsiteY0" fmla="*/ 9525 h 2319000"/>
                <a:gd name="connsiteX1" fmla="*/ 2638425 w 2638425"/>
                <a:gd name="connsiteY1" fmla="*/ 0 h 2319000"/>
                <a:gd name="connsiteX2" fmla="*/ 76200 w 2638425"/>
                <a:gd name="connsiteY2" fmla="*/ 2319000 h 2319000"/>
                <a:gd name="connsiteX3" fmla="*/ 0 w 2638425"/>
                <a:gd name="connsiteY3" fmla="*/ 2204700 h 2319000"/>
                <a:gd name="connsiteX4" fmla="*/ 2486025 w 2638425"/>
                <a:gd name="connsiteY4" fmla="*/ 9525 h 2319000"/>
                <a:gd name="connsiteX0" fmla="*/ 2479675 w 2632075"/>
                <a:gd name="connsiteY0" fmla="*/ 9525 h 2319000"/>
                <a:gd name="connsiteX1" fmla="*/ 2632075 w 2632075"/>
                <a:gd name="connsiteY1" fmla="*/ 0 h 2319000"/>
                <a:gd name="connsiteX2" fmla="*/ 69850 w 2632075"/>
                <a:gd name="connsiteY2" fmla="*/ 2319000 h 2319000"/>
                <a:gd name="connsiteX3" fmla="*/ 0 w 2632075"/>
                <a:gd name="connsiteY3" fmla="*/ 2179300 h 2319000"/>
                <a:gd name="connsiteX4" fmla="*/ 2479675 w 2632075"/>
                <a:gd name="connsiteY4" fmla="*/ 9525 h 2319000"/>
                <a:gd name="connsiteX0" fmla="*/ 2481954 w 2634354"/>
                <a:gd name="connsiteY0" fmla="*/ 9525 h 2319000"/>
                <a:gd name="connsiteX1" fmla="*/ 2634354 w 2634354"/>
                <a:gd name="connsiteY1" fmla="*/ 0 h 2319000"/>
                <a:gd name="connsiteX2" fmla="*/ 72129 w 2634354"/>
                <a:gd name="connsiteY2" fmla="*/ 2319000 h 2319000"/>
                <a:gd name="connsiteX3" fmla="*/ 2279 w 2634354"/>
                <a:gd name="connsiteY3" fmla="*/ 2179300 h 2319000"/>
                <a:gd name="connsiteX4" fmla="*/ 2481954 w 2634354"/>
                <a:gd name="connsiteY4" fmla="*/ 9525 h 2319000"/>
                <a:gd name="connsiteX0" fmla="*/ 2481954 w 2634354"/>
                <a:gd name="connsiteY0" fmla="*/ 9525 h 2319000"/>
                <a:gd name="connsiteX1" fmla="*/ 2634354 w 2634354"/>
                <a:gd name="connsiteY1" fmla="*/ 0 h 2319000"/>
                <a:gd name="connsiteX2" fmla="*/ 72129 w 2634354"/>
                <a:gd name="connsiteY2" fmla="*/ 2319000 h 2319000"/>
                <a:gd name="connsiteX3" fmla="*/ 2279 w 2634354"/>
                <a:gd name="connsiteY3" fmla="*/ 2179300 h 2319000"/>
                <a:gd name="connsiteX4" fmla="*/ 2481954 w 2634354"/>
                <a:gd name="connsiteY4" fmla="*/ 9525 h 2319000"/>
                <a:gd name="connsiteX0" fmla="*/ 2520054 w 2634354"/>
                <a:gd name="connsiteY0" fmla="*/ 0 h 2347575"/>
                <a:gd name="connsiteX1" fmla="*/ 2634354 w 2634354"/>
                <a:gd name="connsiteY1" fmla="*/ 28575 h 2347575"/>
                <a:gd name="connsiteX2" fmla="*/ 72129 w 2634354"/>
                <a:gd name="connsiteY2" fmla="*/ 2347575 h 2347575"/>
                <a:gd name="connsiteX3" fmla="*/ 2279 w 2634354"/>
                <a:gd name="connsiteY3" fmla="*/ 2207875 h 2347575"/>
                <a:gd name="connsiteX4" fmla="*/ 2520054 w 2634354"/>
                <a:gd name="connsiteY4" fmla="*/ 0 h 2347575"/>
                <a:gd name="connsiteX0" fmla="*/ 2520054 w 2634354"/>
                <a:gd name="connsiteY0" fmla="*/ 0 h 2347575"/>
                <a:gd name="connsiteX1" fmla="*/ 2634354 w 2634354"/>
                <a:gd name="connsiteY1" fmla="*/ 53975 h 2347575"/>
                <a:gd name="connsiteX2" fmla="*/ 72129 w 2634354"/>
                <a:gd name="connsiteY2" fmla="*/ 2347575 h 2347575"/>
                <a:gd name="connsiteX3" fmla="*/ 2279 w 2634354"/>
                <a:gd name="connsiteY3" fmla="*/ 2207875 h 2347575"/>
                <a:gd name="connsiteX4" fmla="*/ 2520054 w 2634354"/>
                <a:gd name="connsiteY4" fmla="*/ 0 h 2347575"/>
                <a:gd name="connsiteX0" fmla="*/ 2520054 w 2634354"/>
                <a:gd name="connsiteY0" fmla="*/ 0 h 2347575"/>
                <a:gd name="connsiteX1" fmla="*/ 2634354 w 2634354"/>
                <a:gd name="connsiteY1" fmla="*/ 28575 h 2347575"/>
                <a:gd name="connsiteX2" fmla="*/ 72129 w 2634354"/>
                <a:gd name="connsiteY2" fmla="*/ 2347575 h 2347575"/>
                <a:gd name="connsiteX3" fmla="*/ 2279 w 2634354"/>
                <a:gd name="connsiteY3" fmla="*/ 2207875 h 2347575"/>
                <a:gd name="connsiteX4" fmla="*/ 2520054 w 2634354"/>
                <a:gd name="connsiteY4" fmla="*/ 0 h 2347575"/>
                <a:gd name="connsiteX0" fmla="*/ 2520054 w 2634354"/>
                <a:gd name="connsiteY0" fmla="*/ 0 h 2347575"/>
                <a:gd name="connsiteX1" fmla="*/ 2634354 w 2634354"/>
                <a:gd name="connsiteY1" fmla="*/ 47625 h 2347575"/>
                <a:gd name="connsiteX2" fmla="*/ 72129 w 2634354"/>
                <a:gd name="connsiteY2" fmla="*/ 2347575 h 2347575"/>
                <a:gd name="connsiteX3" fmla="*/ 2279 w 2634354"/>
                <a:gd name="connsiteY3" fmla="*/ 2207875 h 2347575"/>
                <a:gd name="connsiteX4" fmla="*/ 2520054 w 2634354"/>
                <a:gd name="connsiteY4" fmla="*/ 0 h 2347575"/>
                <a:gd name="connsiteX0" fmla="*/ 2520054 w 2634354"/>
                <a:gd name="connsiteY0" fmla="*/ 0 h 2347575"/>
                <a:gd name="connsiteX1" fmla="*/ 2634354 w 2634354"/>
                <a:gd name="connsiteY1" fmla="*/ 47625 h 2347575"/>
                <a:gd name="connsiteX2" fmla="*/ 72129 w 2634354"/>
                <a:gd name="connsiteY2" fmla="*/ 2347575 h 2347575"/>
                <a:gd name="connsiteX3" fmla="*/ 2279 w 2634354"/>
                <a:gd name="connsiteY3" fmla="*/ 2207875 h 2347575"/>
                <a:gd name="connsiteX4" fmla="*/ 2520054 w 2634354"/>
                <a:gd name="connsiteY4" fmla="*/ 0 h 2347575"/>
                <a:gd name="connsiteX0" fmla="*/ 2520054 w 2634354"/>
                <a:gd name="connsiteY0" fmla="*/ 2678 h 2350253"/>
                <a:gd name="connsiteX1" fmla="*/ 2634354 w 2634354"/>
                <a:gd name="connsiteY1" fmla="*/ 50303 h 2350253"/>
                <a:gd name="connsiteX2" fmla="*/ 72129 w 2634354"/>
                <a:gd name="connsiteY2" fmla="*/ 2350253 h 2350253"/>
                <a:gd name="connsiteX3" fmla="*/ 2279 w 2634354"/>
                <a:gd name="connsiteY3" fmla="*/ 2210553 h 2350253"/>
                <a:gd name="connsiteX4" fmla="*/ 2520054 w 2634354"/>
                <a:gd name="connsiteY4" fmla="*/ 2678 h 2350253"/>
                <a:gd name="connsiteX0" fmla="*/ 2520054 w 2634354"/>
                <a:gd name="connsiteY0" fmla="*/ 2678 h 2350253"/>
                <a:gd name="connsiteX1" fmla="*/ 2634354 w 2634354"/>
                <a:gd name="connsiteY1" fmla="*/ 50303 h 2350253"/>
                <a:gd name="connsiteX2" fmla="*/ 72129 w 2634354"/>
                <a:gd name="connsiteY2" fmla="*/ 2350253 h 2350253"/>
                <a:gd name="connsiteX3" fmla="*/ 2279 w 2634354"/>
                <a:gd name="connsiteY3" fmla="*/ 2210553 h 2350253"/>
                <a:gd name="connsiteX4" fmla="*/ 2520054 w 2634354"/>
                <a:gd name="connsiteY4" fmla="*/ 2678 h 2350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4354" h="2350253">
                  <a:moveTo>
                    <a:pt x="2520054" y="2678"/>
                  </a:moveTo>
                  <a:cubicBezTo>
                    <a:pt x="2583554" y="-6847"/>
                    <a:pt x="2602604" y="9028"/>
                    <a:pt x="2634354" y="50303"/>
                  </a:cubicBezTo>
                  <a:cubicBezTo>
                    <a:pt x="2558154" y="366103"/>
                    <a:pt x="1729479" y="1767753"/>
                    <a:pt x="72129" y="2350253"/>
                  </a:cubicBezTo>
                  <a:cubicBezTo>
                    <a:pt x="48846" y="2322736"/>
                    <a:pt x="-12538" y="2288870"/>
                    <a:pt x="2279" y="2210553"/>
                  </a:cubicBezTo>
                  <a:cubicBezTo>
                    <a:pt x="1278629" y="1745528"/>
                    <a:pt x="2072379" y="845528"/>
                    <a:pt x="2520054" y="2678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" name="Rectangle 7">
              <a:extLst>
                <a:ext uri="{FF2B5EF4-FFF2-40B4-BE49-F238E27FC236}">
                  <a16:creationId xmlns:a16="http://schemas.microsoft.com/office/drawing/2014/main" id="{12E0CC4B-DF5A-4BF9-AFD0-9DDABE661919}"/>
                </a:ext>
              </a:extLst>
            </p:cNvPr>
            <p:cNvSpPr/>
            <p:nvPr/>
          </p:nvSpPr>
          <p:spPr>
            <a:xfrm>
              <a:off x="3055405" y="2903855"/>
              <a:ext cx="1259664" cy="1297707"/>
            </a:xfrm>
            <a:custGeom>
              <a:avLst/>
              <a:gdLst>
                <a:gd name="connsiteX0" fmla="*/ 0 w 212142"/>
                <a:gd name="connsiteY0" fmla="*/ 0 h 132522"/>
                <a:gd name="connsiteX1" fmla="*/ 212142 w 212142"/>
                <a:gd name="connsiteY1" fmla="*/ 0 h 132522"/>
                <a:gd name="connsiteX2" fmla="*/ 212142 w 212142"/>
                <a:gd name="connsiteY2" fmla="*/ 132522 h 132522"/>
                <a:gd name="connsiteX3" fmla="*/ 0 w 212142"/>
                <a:gd name="connsiteY3" fmla="*/ 132522 h 132522"/>
                <a:gd name="connsiteX4" fmla="*/ 0 w 212142"/>
                <a:gd name="connsiteY4" fmla="*/ 0 h 132522"/>
                <a:gd name="connsiteX0" fmla="*/ 0 w 980492"/>
                <a:gd name="connsiteY0" fmla="*/ 0 h 1212022"/>
                <a:gd name="connsiteX1" fmla="*/ 212142 w 980492"/>
                <a:gd name="connsiteY1" fmla="*/ 0 h 1212022"/>
                <a:gd name="connsiteX2" fmla="*/ 980492 w 980492"/>
                <a:gd name="connsiteY2" fmla="*/ 1212022 h 1212022"/>
                <a:gd name="connsiteX3" fmla="*/ 0 w 980492"/>
                <a:gd name="connsiteY3" fmla="*/ 132522 h 1212022"/>
                <a:gd name="connsiteX4" fmla="*/ 0 w 980492"/>
                <a:gd name="connsiteY4" fmla="*/ 0 h 1212022"/>
                <a:gd name="connsiteX0" fmla="*/ 0 w 1094792"/>
                <a:gd name="connsiteY0" fmla="*/ 0 h 1212022"/>
                <a:gd name="connsiteX1" fmla="*/ 1094792 w 1094792"/>
                <a:gd name="connsiteY1" fmla="*/ 1162050 h 1212022"/>
                <a:gd name="connsiteX2" fmla="*/ 980492 w 1094792"/>
                <a:gd name="connsiteY2" fmla="*/ 1212022 h 1212022"/>
                <a:gd name="connsiteX3" fmla="*/ 0 w 1094792"/>
                <a:gd name="connsiteY3" fmla="*/ 132522 h 1212022"/>
                <a:gd name="connsiteX4" fmla="*/ 0 w 1094792"/>
                <a:gd name="connsiteY4" fmla="*/ 0 h 1212022"/>
                <a:gd name="connsiteX0" fmla="*/ 0 w 1202742"/>
                <a:gd name="connsiteY0" fmla="*/ 0 h 1275522"/>
                <a:gd name="connsiteX1" fmla="*/ 1202742 w 1202742"/>
                <a:gd name="connsiteY1" fmla="*/ 1225550 h 1275522"/>
                <a:gd name="connsiteX2" fmla="*/ 1088442 w 1202742"/>
                <a:gd name="connsiteY2" fmla="*/ 1275522 h 1275522"/>
                <a:gd name="connsiteX3" fmla="*/ 107950 w 1202742"/>
                <a:gd name="connsiteY3" fmla="*/ 196022 h 1275522"/>
                <a:gd name="connsiteX4" fmla="*/ 0 w 1202742"/>
                <a:gd name="connsiteY4" fmla="*/ 0 h 1275522"/>
                <a:gd name="connsiteX0" fmla="*/ 44450 w 1247192"/>
                <a:gd name="connsiteY0" fmla="*/ 0 h 1275522"/>
                <a:gd name="connsiteX1" fmla="*/ 1247192 w 1247192"/>
                <a:gd name="connsiteY1" fmla="*/ 1225550 h 1275522"/>
                <a:gd name="connsiteX2" fmla="*/ 1132892 w 1247192"/>
                <a:gd name="connsiteY2" fmla="*/ 1275522 h 1275522"/>
                <a:gd name="connsiteX3" fmla="*/ 0 w 1247192"/>
                <a:gd name="connsiteY3" fmla="*/ 75372 h 1275522"/>
                <a:gd name="connsiteX4" fmla="*/ 44450 w 1247192"/>
                <a:gd name="connsiteY4" fmla="*/ 0 h 1275522"/>
                <a:gd name="connsiteX0" fmla="*/ 44450 w 1247192"/>
                <a:gd name="connsiteY0" fmla="*/ 100 h 1275622"/>
                <a:gd name="connsiteX1" fmla="*/ 1247192 w 1247192"/>
                <a:gd name="connsiteY1" fmla="*/ 1225650 h 1275622"/>
                <a:gd name="connsiteX2" fmla="*/ 1132892 w 1247192"/>
                <a:gd name="connsiteY2" fmla="*/ 1275622 h 1275622"/>
                <a:gd name="connsiteX3" fmla="*/ 0 w 1247192"/>
                <a:gd name="connsiteY3" fmla="*/ 75472 h 1275622"/>
                <a:gd name="connsiteX4" fmla="*/ 44450 w 1247192"/>
                <a:gd name="connsiteY4" fmla="*/ 100 h 1275622"/>
                <a:gd name="connsiteX0" fmla="*/ 44450 w 1247192"/>
                <a:gd name="connsiteY0" fmla="*/ 99 h 1275621"/>
                <a:gd name="connsiteX1" fmla="*/ 1247192 w 1247192"/>
                <a:gd name="connsiteY1" fmla="*/ 1225649 h 1275621"/>
                <a:gd name="connsiteX2" fmla="*/ 1132892 w 1247192"/>
                <a:gd name="connsiteY2" fmla="*/ 1275621 h 1275621"/>
                <a:gd name="connsiteX3" fmla="*/ 0 w 1247192"/>
                <a:gd name="connsiteY3" fmla="*/ 75471 h 1275621"/>
                <a:gd name="connsiteX4" fmla="*/ 44450 w 1247192"/>
                <a:gd name="connsiteY4" fmla="*/ 99 h 1275621"/>
                <a:gd name="connsiteX0" fmla="*/ 56357 w 1259099"/>
                <a:gd name="connsiteY0" fmla="*/ 99 h 1275621"/>
                <a:gd name="connsiteX1" fmla="*/ 1259099 w 1259099"/>
                <a:gd name="connsiteY1" fmla="*/ 1225649 h 1275621"/>
                <a:gd name="connsiteX2" fmla="*/ 1144799 w 1259099"/>
                <a:gd name="connsiteY2" fmla="*/ 1275621 h 1275621"/>
                <a:gd name="connsiteX3" fmla="*/ 0 w 1259099"/>
                <a:gd name="connsiteY3" fmla="*/ 61183 h 1275621"/>
                <a:gd name="connsiteX4" fmla="*/ 56357 w 1259099"/>
                <a:gd name="connsiteY4" fmla="*/ 99 h 1275621"/>
                <a:gd name="connsiteX0" fmla="*/ 65882 w 1268624"/>
                <a:gd name="connsiteY0" fmla="*/ 99 h 1275621"/>
                <a:gd name="connsiteX1" fmla="*/ 1268624 w 1268624"/>
                <a:gd name="connsiteY1" fmla="*/ 1225649 h 1275621"/>
                <a:gd name="connsiteX2" fmla="*/ 1154324 w 1268624"/>
                <a:gd name="connsiteY2" fmla="*/ 1275621 h 1275621"/>
                <a:gd name="connsiteX3" fmla="*/ 0 w 1268624"/>
                <a:gd name="connsiteY3" fmla="*/ 58801 h 1275621"/>
                <a:gd name="connsiteX4" fmla="*/ 65882 w 1268624"/>
                <a:gd name="connsiteY4" fmla="*/ 99 h 1275621"/>
                <a:gd name="connsiteX0" fmla="*/ 65882 w 1268624"/>
                <a:gd name="connsiteY0" fmla="*/ 96 h 1289906"/>
                <a:gd name="connsiteX1" fmla="*/ 1268624 w 1268624"/>
                <a:gd name="connsiteY1" fmla="*/ 1239934 h 1289906"/>
                <a:gd name="connsiteX2" fmla="*/ 1154324 w 1268624"/>
                <a:gd name="connsiteY2" fmla="*/ 1289906 h 1289906"/>
                <a:gd name="connsiteX3" fmla="*/ 0 w 1268624"/>
                <a:gd name="connsiteY3" fmla="*/ 73086 h 1289906"/>
                <a:gd name="connsiteX4" fmla="*/ 65882 w 1268624"/>
                <a:gd name="connsiteY4" fmla="*/ 96 h 1289906"/>
                <a:gd name="connsiteX0" fmla="*/ 65882 w 1268624"/>
                <a:gd name="connsiteY0" fmla="*/ 96 h 1289906"/>
                <a:gd name="connsiteX1" fmla="*/ 1268624 w 1268624"/>
                <a:gd name="connsiteY1" fmla="*/ 1239934 h 1289906"/>
                <a:gd name="connsiteX2" fmla="*/ 1154324 w 1268624"/>
                <a:gd name="connsiteY2" fmla="*/ 1289906 h 1289906"/>
                <a:gd name="connsiteX3" fmla="*/ 0 w 1268624"/>
                <a:gd name="connsiteY3" fmla="*/ 73086 h 1289906"/>
                <a:gd name="connsiteX4" fmla="*/ 65882 w 1268624"/>
                <a:gd name="connsiteY4" fmla="*/ 96 h 1289906"/>
                <a:gd name="connsiteX0" fmla="*/ 65882 w 1268624"/>
                <a:gd name="connsiteY0" fmla="*/ 96 h 1289906"/>
                <a:gd name="connsiteX1" fmla="*/ 1268624 w 1268624"/>
                <a:gd name="connsiteY1" fmla="*/ 1239934 h 1289906"/>
                <a:gd name="connsiteX2" fmla="*/ 1154324 w 1268624"/>
                <a:gd name="connsiteY2" fmla="*/ 1289906 h 1289906"/>
                <a:gd name="connsiteX3" fmla="*/ 0 w 1268624"/>
                <a:gd name="connsiteY3" fmla="*/ 73086 h 1289906"/>
                <a:gd name="connsiteX4" fmla="*/ 65882 w 1268624"/>
                <a:gd name="connsiteY4" fmla="*/ 96 h 1289906"/>
                <a:gd name="connsiteX0" fmla="*/ 65882 w 1268624"/>
                <a:gd name="connsiteY0" fmla="*/ 96 h 1289906"/>
                <a:gd name="connsiteX1" fmla="*/ 1268624 w 1268624"/>
                <a:gd name="connsiteY1" fmla="*/ 1239934 h 1289906"/>
                <a:gd name="connsiteX2" fmla="*/ 1154324 w 1268624"/>
                <a:gd name="connsiteY2" fmla="*/ 1289906 h 1289906"/>
                <a:gd name="connsiteX3" fmla="*/ 0 w 1268624"/>
                <a:gd name="connsiteY3" fmla="*/ 73086 h 1289906"/>
                <a:gd name="connsiteX4" fmla="*/ 65882 w 1268624"/>
                <a:gd name="connsiteY4" fmla="*/ 96 h 1289906"/>
                <a:gd name="connsiteX0" fmla="*/ 63500 w 1266242"/>
                <a:gd name="connsiteY0" fmla="*/ 96 h 1289906"/>
                <a:gd name="connsiteX1" fmla="*/ 1266242 w 1266242"/>
                <a:gd name="connsiteY1" fmla="*/ 1239934 h 1289906"/>
                <a:gd name="connsiteX2" fmla="*/ 1151942 w 1266242"/>
                <a:gd name="connsiteY2" fmla="*/ 1289906 h 1289906"/>
                <a:gd name="connsiteX3" fmla="*/ 0 w 1266242"/>
                <a:gd name="connsiteY3" fmla="*/ 87373 h 1289906"/>
                <a:gd name="connsiteX4" fmla="*/ 63500 w 1266242"/>
                <a:gd name="connsiteY4" fmla="*/ 96 h 1289906"/>
                <a:gd name="connsiteX0" fmla="*/ 63500 w 1266242"/>
                <a:gd name="connsiteY0" fmla="*/ 96 h 1289906"/>
                <a:gd name="connsiteX1" fmla="*/ 1266242 w 1266242"/>
                <a:gd name="connsiteY1" fmla="*/ 1239934 h 1289906"/>
                <a:gd name="connsiteX2" fmla="*/ 1151942 w 1266242"/>
                <a:gd name="connsiteY2" fmla="*/ 1289906 h 1289906"/>
                <a:gd name="connsiteX3" fmla="*/ 0 w 1266242"/>
                <a:gd name="connsiteY3" fmla="*/ 87373 h 1289906"/>
                <a:gd name="connsiteX4" fmla="*/ 63500 w 1266242"/>
                <a:gd name="connsiteY4" fmla="*/ 96 h 1289906"/>
                <a:gd name="connsiteX0" fmla="*/ 63500 w 1266242"/>
                <a:gd name="connsiteY0" fmla="*/ 96 h 1280381"/>
                <a:gd name="connsiteX1" fmla="*/ 1266242 w 1266242"/>
                <a:gd name="connsiteY1" fmla="*/ 1239934 h 1280381"/>
                <a:gd name="connsiteX2" fmla="*/ 1132892 w 1266242"/>
                <a:gd name="connsiteY2" fmla="*/ 1280381 h 1280381"/>
                <a:gd name="connsiteX3" fmla="*/ 0 w 1266242"/>
                <a:gd name="connsiteY3" fmla="*/ 87373 h 1280381"/>
                <a:gd name="connsiteX4" fmla="*/ 63500 w 1266242"/>
                <a:gd name="connsiteY4" fmla="*/ 96 h 1280381"/>
                <a:gd name="connsiteX0" fmla="*/ 63500 w 1266242"/>
                <a:gd name="connsiteY0" fmla="*/ 96 h 1294458"/>
                <a:gd name="connsiteX1" fmla="*/ 1266242 w 1266242"/>
                <a:gd name="connsiteY1" fmla="*/ 1239934 h 1294458"/>
                <a:gd name="connsiteX2" fmla="*/ 1132892 w 1266242"/>
                <a:gd name="connsiteY2" fmla="*/ 1280381 h 1294458"/>
                <a:gd name="connsiteX3" fmla="*/ 0 w 1266242"/>
                <a:gd name="connsiteY3" fmla="*/ 87373 h 1294458"/>
                <a:gd name="connsiteX4" fmla="*/ 63500 w 1266242"/>
                <a:gd name="connsiteY4" fmla="*/ 96 h 1294458"/>
                <a:gd name="connsiteX0" fmla="*/ 63500 w 1266242"/>
                <a:gd name="connsiteY0" fmla="*/ 96 h 1297707"/>
                <a:gd name="connsiteX1" fmla="*/ 1266242 w 1266242"/>
                <a:gd name="connsiteY1" fmla="*/ 1239934 h 1297707"/>
                <a:gd name="connsiteX2" fmla="*/ 1132892 w 1266242"/>
                <a:gd name="connsiteY2" fmla="*/ 1280381 h 1297707"/>
                <a:gd name="connsiteX3" fmla="*/ 0 w 1266242"/>
                <a:gd name="connsiteY3" fmla="*/ 87373 h 1297707"/>
                <a:gd name="connsiteX4" fmla="*/ 63500 w 1266242"/>
                <a:gd name="connsiteY4" fmla="*/ 96 h 1297707"/>
                <a:gd name="connsiteX0" fmla="*/ 63500 w 1266242"/>
                <a:gd name="connsiteY0" fmla="*/ 96 h 1297707"/>
                <a:gd name="connsiteX1" fmla="*/ 1266242 w 1266242"/>
                <a:gd name="connsiteY1" fmla="*/ 1239934 h 1297707"/>
                <a:gd name="connsiteX2" fmla="*/ 1132892 w 1266242"/>
                <a:gd name="connsiteY2" fmla="*/ 1280381 h 1297707"/>
                <a:gd name="connsiteX3" fmla="*/ 0 w 1266242"/>
                <a:gd name="connsiteY3" fmla="*/ 87373 h 1297707"/>
                <a:gd name="connsiteX4" fmla="*/ 63500 w 1266242"/>
                <a:gd name="connsiteY4" fmla="*/ 96 h 1297707"/>
                <a:gd name="connsiteX0" fmla="*/ 41275 w 1244017"/>
                <a:gd name="connsiteY0" fmla="*/ 96 h 1297707"/>
                <a:gd name="connsiteX1" fmla="*/ 1244017 w 1244017"/>
                <a:gd name="connsiteY1" fmla="*/ 1239934 h 1297707"/>
                <a:gd name="connsiteX2" fmla="*/ 1110667 w 1244017"/>
                <a:gd name="connsiteY2" fmla="*/ 1280381 h 1297707"/>
                <a:gd name="connsiteX3" fmla="*/ 0 w 1244017"/>
                <a:gd name="connsiteY3" fmla="*/ 112773 h 1297707"/>
                <a:gd name="connsiteX4" fmla="*/ 41275 w 1244017"/>
                <a:gd name="connsiteY4" fmla="*/ 96 h 1297707"/>
                <a:gd name="connsiteX0" fmla="*/ 56922 w 1259664"/>
                <a:gd name="connsiteY0" fmla="*/ 96 h 1297707"/>
                <a:gd name="connsiteX1" fmla="*/ 1259664 w 1259664"/>
                <a:gd name="connsiteY1" fmla="*/ 1239934 h 1297707"/>
                <a:gd name="connsiteX2" fmla="*/ 1126314 w 1259664"/>
                <a:gd name="connsiteY2" fmla="*/ 1280381 h 1297707"/>
                <a:gd name="connsiteX3" fmla="*/ 15647 w 1259664"/>
                <a:gd name="connsiteY3" fmla="*/ 112773 h 1297707"/>
                <a:gd name="connsiteX4" fmla="*/ 56922 w 1259664"/>
                <a:gd name="connsiteY4" fmla="*/ 96 h 1297707"/>
                <a:gd name="connsiteX0" fmla="*/ 56922 w 1259664"/>
                <a:gd name="connsiteY0" fmla="*/ 96 h 1297707"/>
                <a:gd name="connsiteX1" fmla="*/ 1259664 w 1259664"/>
                <a:gd name="connsiteY1" fmla="*/ 1239934 h 1297707"/>
                <a:gd name="connsiteX2" fmla="*/ 1126314 w 1259664"/>
                <a:gd name="connsiteY2" fmla="*/ 1280381 h 1297707"/>
                <a:gd name="connsiteX3" fmla="*/ 15647 w 1259664"/>
                <a:gd name="connsiteY3" fmla="*/ 112773 h 1297707"/>
                <a:gd name="connsiteX4" fmla="*/ 56922 w 1259664"/>
                <a:gd name="connsiteY4" fmla="*/ 96 h 1297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9664" h="1297707">
                  <a:moveTo>
                    <a:pt x="56922" y="96"/>
                  </a:moveTo>
                  <a:cubicBezTo>
                    <a:pt x="591186" y="-10487"/>
                    <a:pt x="1246100" y="850467"/>
                    <a:pt x="1259664" y="1239934"/>
                  </a:cubicBezTo>
                  <a:cubicBezTo>
                    <a:pt x="1224739" y="1275641"/>
                    <a:pt x="1170764" y="1324049"/>
                    <a:pt x="1126314" y="1280381"/>
                  </a:cubicBezTo>
                  <a:cubicBezTo>
                    <a:pt x="1024114" y="989074"/>
                    <a:pt x="687759" y="292955"/>
                    <a:pt x="15647" y="112773"/>
                  </a:cubicBezTo>
                  <a:cubicBezTo>
                    <a:pt x="-17161" y="59868"/>
                    <a:pt x="4005" y="17282"/>
                    <a:pt x="56922" y="96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868CF4F-9CC3-4B00-9EB7-BB066C850B10}"/>
                </a:ext>
              </a:extLst>
            </p:cNvPr>
            <p:cNvSpPr/>
            <p:nvPr/>
          </p:nvSpPr>
          <p:spPr>
            <a:xfrm>
              <a:off x="5300870" y="1728745"/>
              <a:ext cx="765904" cy="2204700"/>
            </a:xfrm>
            <a:custGeom>
              <a:avLst/>
              <a:gdLst>
                <a:gd name="connsiteX0" fmla="*/ 0 w 795130"/>
                <a:gd name="connsiteY0" fmla="*/ 0 h 2160105"/>
                <a:gd name="connsiteX1" fmla="*/ 795130 w 795130"/>
                <a:gd name="connsiteY1" fmla="*/ 0 h 2160105"/>
                <a:gd name="connsiteX2" fmla="*/ 795130 w 795130"/>
                <a:gd name="connsiteY2" fmla="*/ 2160105 h 2160105"/>
                <a:gd name="connsiteX3" fmla="*/ 0 w 795130"/>
                <a:gd name="connsiteY3" fmla="*/ 2160105 h 2160105"/>
                <a:gd name="connsiteX4" fmla="*/ 0 w 795130"/>
                <a:gd name="connsiteY4" fmla="*/ 0 h 2160105"/>
                <a:gd name="connsiteX0" fmla="*/ 0 w 795130"/>
                <a:gd name="connsiteY0" fmla="*/ 106017 h 2160105"/>
                <a:gd name="connsiteX1" fmla="*/ 795130 w 795130"/>
                <a:gd name="connsiteY1" fmla="*/ 0 h 2160105"/>
                <a:gd name="connsiteX2" fmla="*/ 795130 w 795130"/>
                <a:gd name="connsiteY2" fmla="*/ 2160105 h 2160105"/>
                <a:gd name="connsiteX3" fmla="*/ 0 w 795130"/>
                <a:gd name="connsiteY3" fmla="*/ 2160105 h 2160105"/>
                <a:gd name="connsiteX4" fmla="*/ 0 w 795130"/>
                <a:gd name="connsiteY4" fmla="*/ 106017 h 2160105"/>
                <a:gd name="connsiteX0" fmla="*/ 0 w 795130"/>
                <a:gd name="connsiteY0" fmla="*/ 212034 h 2266122"/>
                <a:gd name="connsiteX1" fmla="*/ 172278 w 795130"/>
                <a:gd name="connsiteY1" fmla="*/ 0 h 2266122"/>
                <a:gd name="connsiteX2" fmla="*/ 795130 w 795130"/>
                <a:gd name="connsiteY2" fmla="*/ 2266122 h 2266122"/>
                <a:gd name="connsiteX3" fmla="*/ 0 w 795130"/>
                <a:gd name="connsiteY3" fmla="*/ 2266122 h 2266122"/>
                <a:gd name="connsiteX4" fmla="*/ 0 w 795130"/>
                <a:gd name="connsiteY4" fmla="*/ 212034 h 2266122"/>
                <a:gd name="connsiteX0" fmla="*/ 0 w 795130"/>
                <a:gd name="connsiteY0" fmla="*/ 212034 h 2266122"/>
                <a:gd name="connsiteX1" fmla="*/ 172278 w 795130"/>
                <a:gd name="connsiteY1" fmla="*/ 0 h 2266122"/>
                <a:gd name="connsiteX2" fmla="*/ 795130 w 795130"/>
                <a:gd name="connsiteY2" fmla="*/ 2266122 h 2266122"/>
                <a:gd name="connsiteX3" fmla="*/ 185530 w 795130"/>
                <a:gd name="connsiteY3" fmla="*/ 2107096 h 2266122"/>
                <a:gd name="connsiteX4" fmla="*/ 0 w 795130"/>
                <a:gd name="connsiteY4" fmla="*/ 212034 h 2266122"/>
                <a:gd name="connsiteX0" fmla="*/ 0 w 795130"/>
                <a:gd name="connsiteY0" fmla="*/ 212034 h 2266122"/>
                <a:gd name="connsiteX1" fmla="*/ 172278 w 795130"/>
                <a:gd name="connsiteY1" fmla="*/ 0 h 2266122"/>
                <a:gd name="connsiteX2" fmla="*/ 795130 w 795130"/>
                <a:gd name="connsiteY2" fmla="*/ 2266122 h 2266122"/>
                <a:gd name="connsiteX3" fmla="*/ 410817 w 795130"/>
                <a:gd name="connsiteY3" fmla="*/ 1908313 h 2266122"/>
                <a:gd name="connsiteX4" fmla="*/ 0 w 795130"/>
                <a:gd name="connsiteY4" fmla="*/ 212034 h 2266122"/>
                <a:gd name="connsiteX0" fmla="*/ 0 w 410817"/>
                <a:gd name="connsiteY0" fmla="*/ 212034 h 2146852"/>
                <a:gd name="connsiteX1" fmla="*/ 172278 w 410817"/>
                <a:gd name="connsiteY1" fmla="*/ 0 h 2146852"/>
                <a:gd name="connsiteX2" fmla="*/ 172278 w 410817"/>
                <a:gd name="connsiteY2" fmla="*/ 2146852 h 2146852"/>
                <a:gd name="connsiteX3" fmla="*/ 410817 w 410817"/>
                <a:gd name="connsiteY3" fmla="*/ 1908313 h 2146852"/>
                <a:gd name="connsiteX4" fmla="*/ 0 w 410817"/>
                <a:gd name="connsiteY4" fmla="*/ 212034 h 2146852"/>
                <a:gd name="connsiteX0" fmla="*/ 0 w 584567"/>
                <a:gd name="connsiteY0" fmla="*/ 212034 h 2174698"/>
                <a:gd name="connsiteX1" fmla="*/ 172278 w 584567"/>
                <a:gd name="connsiteY1" fmla="*/ 0 h 2174698"/>
                <a:gd name="connsiteX2" fmla="*/ 172278 w 584567"/>
                <a:gd name="connsiteY2" fmla="*/ 2146852 h 2174698"/>
                <a:gd name="connsiteX3" fmla="*/ 410817 w 584567"/>
                <a:gd name="connsiteY3" fmla="*/ 1908313 h 2174698"/>
                <a:gd name="connsiteX4" fmla="*/ 0 w 584567"/>
                <a:gd name="connsiteY4" fmla="*/ 212034 h 2174698"/>
                <a:gd name="connsiteX0" fmla="*/ 0 w 410817"/>
                <a:gd name="connsiteY0" fmla="*/ 212034 h 2374378"/>
                <a:gd name="connsiteX1" fmla="*/ 172278 w 410817"/>
                <a:gd name="connsiteY1" fmla="*/ 0 h 2374378"/>
                <a:gd name="connsiteX2" fmla="*/ 345551 w 410817"/>
                <a:gd name="connsiteY2" fmla="*/ 2226034 h 2374378"/>
                <a:gd name="connsiteX3" fmla="*/ 172278 w 410817"/>
                <a:gd name="connsiteY3" fmla="*/ 2146852 h 2374378"/>
                <a:gd name="connsiteX4" fmla="*/ 410817 w 410817"/>
                <a:gd name="connsiteY4" fmla="*/ 1908313 h 2374378"/>
                <a:gd name="connsiteX5" fmla="*/ 0 w 410817"/>
                <a:gd name="connsiteY5" fmla="*/ 212034 h 2374378"/>
                <a:gd name="connsiteX0" fmla="*/ 0 w 410817"/>
                <a:gd name="connsiteY0" fmla="*/ 212034 h 2372903"/>
                <a:gd name="connsiteX1" fmla="*/ 172278 w 410817"/>
                <a:gd name="connsiteY1" fmla="*/ 0 h 2372903"/>
                <a:gd name="connsiteX2" fmla="*/ 345551 w 410817"/>
                <a:gd name="connsiteY2" fmla="*/ 2226034 h 2372903"/>
                <a:gd name="connsiteX3" fmla="*/ 172278 w 410817"/>
                <a:gd name="connsiteY3" fmla="*/ 2146852 h 2372903"/>
                <a:gd name="connsiteX4" fmla="*/ 410817 w 410817"/>
                <a:gd name="connsiteY4" fmla="*/ 1908313 h 2372903"/>
                <a:gd name="connsiteX5" fmla="*/ 0 w 410817"/>
                <a:gd name="connsiteY5" fmla="*/ 212034 h 2372903"/>
                <a:gd name="connsiteX0" fmla="*/ 0 w 410817"/>
                <a:gd name="connsiteY0" fmla="*/ 212034 h 2250420"/>
                <a:gd name="connsiteX1" fmla="*/ 172278 w 410817"/>
                <a:gd name="connsiteY1" fmla="*/ 0 h 2250420"/>
                <a:gd name="connsiteX2" fmla="*/ 345551 w 410817"/>
                <a:gd name="connsiteY2" fmla="*/ 2226034 h 2250420"/>
                <a:gd name="connsiteX3" fmla="*/ 172278 w 410817"/>
                <a:gd name="connsiteY3" fmla="*/ 2146852 h 2250420"/>
                <a:gd name="connsiteX4" fmla="*/ 410817 w 410817"/>
                <a:gd name="connsiteY4" fmla="*/ 1908313 h 2250420"/>
                <a:gd name="connsiteX5" fmla="*/ 0 w 410817"/>
                <a:gd name="connsiteY5" fmla="*/ 212034 h 2250420"/>
                <a:gd name="connsiteX0" fmla="*/ 0 w 582626"/>
                <a:gd name="connsiteY0" fmla="*/ 212034 h 2250420"/>
                <a:gd name="connsiteX1" fmla="*/ 172278 w 582626"/>
                <a:gd name="connsiteY1" fmla="*/ 0 h 2250420"/>
                <a:gd name="connsiteX2" fmla="*/ 345551 w 582626"/>
                <a:gd name="connsiteY2" fmla="*/ 2226034 h 2250420"/>
                <a:gd name="connsiteX3" fmla="*/ 172278 w 582626"/>
                <a:gd name="connsiteY3" fmla="*/ 2146852 h 2250420"/>
                <a:gd name="connsiteX4" fmla="*/ 410817 w 582626"/>
                <a:gd name="connsiteY4" fmla="*/ 1908313 h 2250420"/>
                <a:gd name="connsiteX5" fmla="*/ 0 w 582626"/>
                <a:gd name="connsiteY5" fmla="*/ 212034 h 2250420"/>
                <a:gd name="connsiteX0" fmla="*/ 0 w 768240"/>
                <a:gd name="connsiteY0" fmla="*/ 212034 h 2250420"/>
                <a:gd name="connsiteX1" fmla="*/ 172278 w 768240"/>
                <a:gd name="connsiteY1" fmla="*/ 0 h 2250420"/>
                <a:gd name="connsiteX2" fmla="*/ 345551 w 768240"/>
                <a:gd name="connsiteY2" fmla="*/ 2226034 h 2250420"/>
                <a:gd name="connsiteX3" fmla="*/ 172278 w 768240"/>
                <a:gd name="connsiteY3" fmla="*/ 2146852 h 2250420"/>
                <a:gd name="connsiteX4" fmla="*/ 410817 w 768240"/>
                <a:gd name="connsiteY4" fmla="*/ 1908313 h 2250420"/>
                <a:gd name="connsiteX5" fmla="*/ 0 w 768240"/>
                <a:gd name="connsiteY5" fmla="*/ 212034 h 2250420"/>
                <a:gd name="connsiteX0" fmla="*/ 0 w 747068"/>
                <a:gd name="connsiteY0" fmla="*/ 166314 h 2204700"/>
                <a:gd name="connsiteX1" fmla="*/ 126558 w 747068"/>
                <a:gd name="connsiteY1" fmla="*/ 0 h 2204700"/>
                <a:gd name="connsiteX2" fmla="*/ 345551 w 747068"/>
                <a:gd name="connsiteY2" fmla="*/ 2180314 h 2204700"/>
                <a:gd name="connsiteX3" fmla="*/ 172278 w 747068"/>
                <a:gd name="connsiteY3" fmla="*/ 2101132 h 2204700"/>
                <a:gd name="connsiteX4" fmla="*/ 410817 w 747068"/>
                <a:gd name="connsiteY4" fmla="*/ 1862593 h 2204700"/>
                <a:gd name="connsiteX5" fmla="*/ 0 w 747068"/>
                <a:gd name="connsiteY5" fmla="*/ 166314 h 2204700"/>
                <a:gd name="connsiteX0" fmla="*/ 0 w 765904"/>
                <a:gd name="connsiteY0" fmla="*/ 166314 h 2204700"/>
                <a:gd name="connsiteX1" fmla="*/ 126558 w 765904"/>
                <a:gd name="connsiteY1" fmla="*/ 0 h 2204700"/>
                <a:gd name="connsiteX2" fmla="*/ 345551 w 765904"/>
                <a:gd name="connsiteY2" fmla="*/ 2180314 h 2204700"/>
                <a:gd name="connsiteX3" fmla="*/ 172278 w 765904"/>
                <a:gd name="connsiteY3" fmla="*/ 2101132 h 2204700"/>
                <a:gd name="connsiteX4" fmla="*/ 410817 w 765904"/>
                <a:gd name="connsiteY4" fmla="*/ 1862593 h 2204700"/>
                <a:gd name="connsiteX5" fmla="*/ 0 w 765904"/>
                <a:gd name="connsiteY5" fmla="*/ 166314 h 2204700"/>
                <a:gd name="connsiteX0" fmla="*/ 0 w 765904"/>
                <a:gd name="connsiteY0" fmla="*/ 82494 h 2204700"/>
                <a:gd name="connsiteX1" fmla="*/ 126558 w 765904"/>
                <a:gd name="connsiteY1" fmla="*/ 0 h 2204700"/>
                <a:gd name="connsiteX2" fmla="*/ 345551 w 765904"/>
                <a:gd name="connsiteY2" fmla="*/ 2180314 h 2204700"/>
                <a:gd name="connsiteX3" fmla="*/ 172278 w 765904"/>
                <a:gd name="connsiteY3" fmla="*/ 2101132 h 2204700"/>
                <a:gd name="connsiteX4" fmla="*/ 410817 w 765904"/>
                <a:gd name="connsiteY4" fmla="*/ 1862593 h 2204700"/>
                <a:gd name="connsiteX5" fmla="*/ 0 w 765904"/>
                <a:gd name="connsiteY5" fmla="*/ 82494 h 2204700"/>
                <a:gd name="connsiteX0" fmla="*/ 0 w 765904"/>
                <a:gd name="connsiteY0" fmla="*/ 82494 h 2204700"/>
                <a:gd name="connsiteX1" fmla="*/ 126558 w 765904"/>
                <a:gd name="connsiteY1" fmla="*/ 0 h 2204700"/>
                <a:gd name="connsiteX2" fmla="*/ 345551 w 765904"/>
                <a:gd name="connsiteY2" fmla="*/ 2180314 h 2204700"/>
                <a:gd name="connsiteX3" fmla="*/ 172278 w 765904"/>
                <a:gd name="connsiteY3" fmla="*/ 2101132 h 2204700"/>
                <a:gd name="connsiteX4" fmla="*/ 410817 w 765904"/>
                <a:gd name="connsiteY4" fmla="*/ 1862593 h 2204700"/>
                <a:gd name="connsiteX5" fmla="*/ 0 w 765904"/>
                <a:gd name="connsiteY5" fmla="*/ 82494 h 2204700"/>
                <a:gd name="connsiteX0" fmla="*/ 0 w 765904"/>
                <a:gd name="connsiteY0" fmla="*/ 82494 h 2204700"/>
                <a:gd name="connsiteX1" fmla="*/ 126558 w 765904"/>
                <a:gd name="connsiteY1" fmla="*/ 0 h 2204700"/>
                <a:gd name="connsiteX2" fmla="*/ 345551 w 765904"/>
                <a:gd name="connsiteY2" fmla="*/ 2180314 h 2204700"/>
                <a:gd name="connsiteX3" fmla="*/ 172278 w 765904"/>
                <a:gd name="connsiteY3" fmla="*/ 2101132 h 2204700"/>
                <a:gd name="connsiteX4" fmla="*/ 418437 w 765904"/>
                <a:gd name="connsiteY4" fmla="*/ 1915933 h 2204700"/>
                <a:gd name="connsiteX5" fmla="*/ 0 w 765904"/>
                <a:gd name="connsiteY5" fmla="*/ 82494 h 2204700"/>
                <a:gd name="connsiteX0" fmla="*/ 0 w 765904"/>
                <a:gd name="connsiteY0" fmla="*/ 82494 h 2204700"/>
                <a:gd name="connsiteX1" fmla="*/ 126558 w 765904"/>
                <a:gd name="connsiteY1" fmla="*/ 0 h 2204700"/>
                <a:gd name="connsiteX2" fmla="*/ 345551 w 765904"/>
                <a:gd name="connsiteY2" fmla="*/ 2180314 h 2204700"/>
                <a:gd name="connsiteX3" fmla="*/ 172278 w 765904"/>
                <a:gd name="connsiteY3" fmla="*/ 2101132 h 2204700"/>
                <a:gd name="connsiteX4" fmla="*/ 418437 w 765904"/>
                <a:gd name="connsiteY4" fmla="*/ 1915933 h 2204700"/>
                <a:gd name="connsiteX5" fmla="*/ 0 w 765904"/>
                <a:gd name="connsiteY5" fmla="*/ 82494 h 2204700"/>
                <a:gd name="connsiteX0" fmla="*/ 0 w 765904"/>
                <a:gd name="connsiteY0" fmla="*/ 82494 h 2204700"/>
                <a:gd name="connsiteX1" fmla="*/ 126558 w 765904"/>
                <a:gd name="connsiteY1" fmla="*/ 0 h 2204700"/>
                <a:gd name="connsiteX2" fmla="*/ 345551 w 765904"/>
                <a:gd name="connsiteY2" fmla="*/ 2180314 h 2204700"/>
                <a:gd name="connsiteX3" fmla="*/ 172278 w 765904"/>
                <a:gd name="connsiteY3" fmla="*/ 2101132 h 2204700"/>
                <a:gd name="connsiteX4" fmla="*/ 418437 w 765904"/>
                <a:gd name="connsiteY4" fmla="*/ 1915933 h 2204700"/>
                <a:gd name="connsiteX5" fmla="*/ 0 w 765904"/>
                <a:gd name="connsiteY5" fmla="*/ 82494 h 2204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5904" h="2204700">
                  <a:moveTo>
                    <a:pt x="0" y="82494"/>
                  </a:moveTo>
                  <a:lnTo>
                    <a:pt x="126558" y="0"/>
                  </a:lnTo>
                  <a:cubicBezTo>
                    <a:pt x="988060" y="627767"/>
                    <a:pt x="894191" y="1715825"/>
                    <a:pt x="345551" y="2180314"/>
                  </a:cubicBezTo>
                  <a:cubicBezTo>
                    <a:pt x="368411" y="2256183"/>
                    <a:pt x="81390" y="2133765"/>
                    <a:pt x="172278" y="2101132"/>
                  </a:cubicBezTo>
                  <a:cubicBezTo>
                    <a:pt x="254331" y="2039399"/>
                    <a:pt x="351624" y="2008146"/>
                    <a:pt x="418437" y="1915933"/>
                  </a:cubicBezTo>
                  <a:cubicBezTo>
                    <a:pt x="845378" y="1292087"/>
                    <a:pt x="571279" y="508220"/>
                    <a:pt x="0" y="82494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EE082266-09D9-497B-8482-67699F7B3476}"/>
                </a:ext>
              </a:extLst>
            </p:cNvPr>
            <p:cNvSpPr/>
            <p:nvPr/>
          </p:nvSpPr>
          <p:spPr>
            <a:xfrm>
              <a:off x="3458811" y="3876938"/>
              <a:ext cx="601958" cy="652636"/>
            </a:xfrm>
            <a:custGeom>
              <a:avLst/>
              <a:gdLst>
                <a:gd name="connsiteX0" fmla="*/ 309613 w 601958"/>
                <a:gd name="connsiteY0" fmla="*/ 1298 h 652636"/>
                <a:gd name="connsiteX1" fmla="*/ 549166 w 601958"/>
                <a:gd name="connsiteY1" fmla="*/ 172748 h 652636"/>
                <a:gd name="connsiteX2" fmla="*/ 362953 w 601958"/>
                <a:gd name="connsiteY2" fmla="*/ 644151 h 652636"/>
                <a:gd name="connsiteX3" fmla="*/ 48628 w 601958"/>
                <a:gd name="connsiteY3" fmla="*/ 65591 h 652636"/>
                <a:gd name="connsiteX4" fmla="*/ 309613 w 601958"/>
                <a:gd name="connsiteY4" fmla="*/ 1298 h 652636"/>
                <a:gd name="connsiteX5" fmla="*/ 289816 w 601958"/>
                <a:gd name="connsiteY5" fmla="*/ 101861 h 652636"/>
                <a:gd name="connsiteX6" fmla="*/ 136289 w 601958"/>
                <a:gd name="connsiteY6" fmla="*/ 157625 h 652636"/>
                <a:gd name="connsiteX7" fmla="*/ 354192 w 601958"/>
                <a:gd name="connsiteY7" fmla="*/ 542725 h 652636"/>
                <a:gd name="connsiteX8" fmla="*/ 442328 w 601958"/>
                <a:gd name="connsiteY8" fmla="*/ 209566 h 652636"/>
                <a:gd name="connsiteX9" fmla="*/ 289816 w 601958"/>
                <a:gd name="connsiteY9" fmla="*/ 101861 h 652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01958" h="652636">
                  <a:moveTo>
                    <a:pt x="309613" y="1298"/>
                  </a:moveTo>
                  <a:cubicBezTo>
                    <a:pt x="417047" y="9434"/>
                    <a:pt x="520909" y="56861"/>
                    <a:pt x="549166" y="172748"/>
                  </a:cubicBezTo>
                  <a:cubicBezTo>
                    <a:pt x="687120" y="420369"/>
                    <a:pt x="529799" y="577505"/>
                    <a:pt x="362953" y="644151"/>
                  </a:cubicBezTo>
                  <a:cubicBezTo>
                    <a:pt x="155785" y="720379"/>
                    <a:pt x="-110916" y="263206"/>
                    <a:pt x="48628" y="65591"/>
                  </a:cubicBezTo>
                  <a:cubicBezTo>
                    <a:pt x="91173" y="24316"/>
                    <a:pt x="202179" y="-6839"/>
                    <a:pt x="309613" y="1298"/>
                  </a:cubicBezTo>
                  <a:close/>
                  <a:moveTo>
                    <a:pt x="289816" y="101861"/>
                  </a:moveTo>
                  <a:cubicBezTo>
                    <a:pt x="224876" y="100960"/>
                    <a:pt x="159768" y="127304"/>
                    <a:pt x="136289" y="157625"/>
                  </a:cubicBezTo>
                  <a:cubicBezTo>
                    <a:pt x="50399" y="300858"/>
                    <a:pt x="233590" y="604358"/>
                    <a:pt x="354192" y="542725"/>
                  </a:cubicBezTo>
                  <a:cubicBezTo>
                    <a:pt x="451056" y="489466"/>
                    <a:pt x="537646" y="374237"/>
                    <a:pt x="442328" y="209566"/>
                  </a:cubicBezTo>
                  <a:cubicBezTo>
                    <a:pt x="419526" y="130908"/>
                    <a:pt x="354756" y="102762"/>
                    <a:pt x="289816" y="101861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Rectangle 16">
              <a:extLst>
                <a:ext uri="{FF2B5EF4-FFF2-40B4-BE49-F238E27FC236}">
                  <a16:creationId xmlns:a16="http://schemas.microsoft.com/office/drawing/2014/main" id="{BC46D3E2-6BDB-4595-A44A-4112A94C1169}"/>
                </a:ext>
              </a:extLst>
            </p:cNvPr>
            <p:cNvSpPr/>
            <p:nvPr/>
          </p:nvSpPr>
          <p:spPr>
            <a:xfrm>
              <a:off x="3799586" y="3124199"/>
              <a:ext cx="6027039" cy="1961102"/>
            </a:xfrm>
            <a:custGeom>
              <a:avLst/>
              <a:gdLst>
                <a:gd name="connsiteX0" fmla="*/ 0 w 1281804"/>
                <a:gd name="connsiteY0" fmla="*/ 0 h 361950"/>
                <a:gd name="connsiteX1" fmla="*/ 1281804 w 1281804"/>
                <a:gd name="connsiteY1" fmla="*/ 0 h 361950"/>
                <a:gd name="connsiteX2" fmla="*/ 1281804 w 1281804"/>
                <a:gd name="connsiteY2" fmla="*/ 361950 h 361950"/>
                <a:gd name="connsiteX3" fmla="*/ 0 w 1281804"/>
                <a:gd name="connsiteY3" fmla="*/ 361950 h 361950"/>
                <a:gd name="connsiteX4" fmla="*/ 0 w 1281804"/>
                <a:gd name="connsiteY4" fmla="*/ 0 h 361950"/>
                <a:gd name="connsiteX0" fmla="*/ 0 w 5958579"/>
                <a:gd name="connsiteY0" fmla="*/ 1266825 h 1628775"/>
                <a:gd name="connsiteX1" fmla="*/ 5958579 w 5958579"/>
                <a:gd name="connsiteY1" fmla="*/ 0 h 1628775"/>
                <a:gd name="connsiteX2" fmla="*/ 1281804 w 5958579"/>
                <a:gd name="connsiteY2" fmla="*/ 1628775 h 1628775"/>
                <a:gd name="connsiteX3" fmla="*/ 0 w 5958579"/>
                <a:gd name="connsiteY3" fmla="*/ 1628775 h 1628775"/>
                <a:gd name="connsiteX4" fmla="*/ 0 w 5958579"/>
                <a:gd name="connsiteY4" fmla="*/ 1266825 h 1628775"/>
                <a:gd name="connsiteX0" fmla="*/ 0 w 6015729"/>
                <a:gd name="connsiteY0" fmla="*/ 1266825 h 1628775"/>
                <a:gd name="connsiteX1" fmla="*/ 5958579 w 6015729"/>
                <a:gd name="connsiteY1" fmla="*/ 0 h 1628775"/>
                <a:gd name="connsiteX2" fmla="*/ 6015729 w 6015729"/>
                <a:gd name="connsiteY2" fmla="*/ 114300 h 1628775"/>
                <a:gd name="connsiteX3" fmla="*/ 0 w 6015729"/>
                <a:gd name="connsiteY3" fmla="*/ 1628775 h 1628775"/>
                <a:gd name="connsiteX4" fmla="*/ 0 w 6015729"/>
                <a:gd name="connsiteY4" fmla="*/ 1266825 h 1628775"/>
                <a:gd name="connsiteX0" fmla="*/ 85725 w 6015729"/>
                <a:gd name="connsiteY0" fmla="*/ 1219200 h 1628775"/>
                <a:gd name="connsiteX1" fmla="*/ 5958579 w 6015729"/>
                <a:gd name="connsiteY1" fmla="*/ 0 h 1628775"/>
                <a:gd name="connsiteX2" fmla="*/ 6015729 w 6015729"/>
                <a:gd name="connsiteY2" fmla="*/ 114300 h 1628775"/>
                <a:gd name="connsiteX3" fmla="*/ 0 w 6015729"/>
                <a:gd name="connsiteY3" fmla="*/ 1628775 h 1628775"/>
                <a:gd name="connsiteX4" fmla="*/ 85725 w 6015729"/>
                <a:gd name="connsiteY4" fmla="*/ 1219200 h 1628775"/>
                <a:gd name="connsiteX0" fmla="*/ 104775 w 6034779"/>
                <a:gd name="connsiteY0" fmla="*/ 1219200 h 1314450"/>
                <a:gd name="connsiteX1" fmla="*/ 5977629 w 6034779"/>
                <a:gd name="connsiteY1" fmla="*/ 0 h 1314450"/>
                <a:gd name="connsiteX2" fmla="*/ 6034779 w 6034779"/>
                <a:gd name="connsiteY2" fmla="*/ 114300 h 1314450"/>
                <a:gd name="connsiteX3" fmla="*/ 0 w 6034779"/>
                <a:gd name="connsiteY3" fmla="*/ 1314450 h 1314450"/>
                <a:gd name="connsiteX4" fmla="*/ 104775 w 6034779"/>
                <a:gd name="connsiteY4" fmla="*/ 1219200 h 1314450"/>
                <a:gd name="connsiteX0" fmla="*/ 104775 w 6034779"/>
                <a:gd name="connsiteY0" fmla="*/ 1219200 h 1938666"/>
                <a:gd name="connsiteX1" fmla="*/ 5977629 w 6034779"/>
                <a:gd name="connsiteY1" fmla="*/ 0 h 1938666"/>
                <a:gd name="connsiteX2" fmla="*/ 6034779 w 6034779"/>
                <a:gd name="connsiteY2" fmla="*/ 114300 h 1938666"/>
                <a:gd name="connsiteX3" fmla="*/ 0 w 6034779"/>
                <a:gd name="connsiteY3" fmla="*/ 1314450 h 1938666"/>
                <a:gd name="connsiteX4" fmla="*/ 104775 w 6034779"/>
                <a:gd name="connsiteY4" fmla="*/ 1219200 h 1938666"/>
                <a:gd name="connsiteX0" fmla="*/ 104775 w 6034779"/>
                <a:gd name="connsiteY0" fmla="*/ 1219200 h 1940026"/>
                <a:gd name="connsiteX1" fmla="*/ 5977629 w 6034779"/>
                <a:gd name="connsiteY1" fmla="*/ 0 h 1940026"/>
                <a:gd name="connsiteX2" fmla="*/ 6034779 w 6034779"/>
                <a:gd name="connsiteY2" fmla="*/ 114300 h 1940026"/>
                <a:gd name="connsiteX3" fmla="*/ 0 w 6034779"/>
                <a:gd name="connsiteY3" fmla="*/ 1314450 h 1940026"/>
                <a:gd name="connsiteX4" fmla="*/ 104775 w 6034779"/>
                <a:gd name="connsiteY4" fmla="*/ 1219200 h 1940026"/>
                <a:gd name="connsiteX0" fmla="*/ 104775 w 6034779"/>
                <a:gd name="connsiteY0" fmla="*/ 1238250 h 1959076"/>
                <a:gd name="connsiteX1" fmla="*/ 5968104 w 6034779"/>
                <a:gd name="connsiteY1" fmla="*/ 0 h 1959076"/>
                <a:gd name="connsiteX2" fmla="*/ 6034779 w 6034779"/>
                <a:gd name="connsiteY2" fmla="*/ 133350 h 1959076"/>
                <a:gd name="connsiteX3" fmla="*/ 0 w 6034779"/>
                <a:gd name="connsiteY3" fmla="*/ 1333500 h 1959076"/>
                <a:gd name="connsiteX4" fmla="*/ 104775 w 6034779"/>
                <a:gd name="connsiteY4" fmla="*/ 1238250 h 1959076"/>
                <a:gd name="connsiteX0" fmla="*/ 104775 w 6034779"/>
                <a:gd name="connsiteY0" fmla="*/ 1238250 h 1959076"/>
                <a:gd name="connsiteX1" fmla="*/ 5968104 w 6034779"/>
                <a:gd name="connsiteY1" fmla="*/ 0 h 1959076"/>
                <a:gd name="connsiteX2" fmla="*/ 6034779 w 6034779"/>
                <a:gd name="connsiteY2" fmla="*/ 133350 h 1959076"/>
                <a:gd name="connsiteX3" fmla="*/ 0 w 6034779"/>
                <a:gd name="connsiteY3" fmla="*/ 1333500 h 1959076"/>
                <a:gd name="connsiteX4" fmla="*/ 104775 w 6034779"/>
                <a:gd name="connsiteY4" fmla="*/ 1238250 h 1959076"/>
                <a:gd name="connsiteX0" fmla="*/ 104775 w 6034779"/>
                <a:gd name="connsiteY0" fmla="*/ 1238250 h 1959076"/>
                <a:gd name="connsiteX1" fmla="*/ 5968104 w 6034779"/>
                <a:gd name="connsiteY1" fmla="*/ 0 h 1959076"/>
                <a:gd name="connsiteX2" fmla="*/ 6034779 w 6034779"/>
                <a:gd name="connsiteY2" fmla="*/ 133350 h 1959076"/>
                <a:gd name="connsiteX3" fmla="*/ 0 w 6034779"/>
                <a:gd name="connsiteY3" fmla="*/ 1333500 h 1959076"/>
                <a:gd name="connsiteX4" fmla="*/ 104775 w 6034779"/>
                <a:gd name="connsiteY4" fmla="*/ 1238250 h 1959076"/>
                <a:gd name="connsiteX0" fmla="*/ 104775 w 6034779"/>
                <a:gd name="connsiteY0" fmla="*/ 1238250 h 1959076"/>
                <a:gd name="connsiteX1" fmla="*/ 5968104 w 6034779"/>
                <a:gd name="connsiteY1" fmla="*/ 0 h 1959076"/>
                <a:gd name="connsiteX2" fmla="*/ 6034779 w 6034779"/>
                <a:gd name="connsiteY2" fmla="*/ 133350 h 1959076"/>
                <a:gd name="connsiteX3" fmla="*/ 0 w 6034779"/>
                <a:gd name="connsiteY3" fmla="*/ 1333500 h 1959076"/>
                <a:gd name="connsiteX4" fmla="*/ 104775 w 6034779"/>
                <a:gd name="connsiteY4" fmla="*/ 1238250 h 1959076"/>
                <a:gd name="connsiteX0" fmla="*/ 104775 w 6034779"/>
                <a:gd name="connsiteY0" fmla="*/ 1238250 h 1959076"/>
                <a:gd name="connsiteX1" fmla="*/ 5968104 w 6034779"/>
                <a:gd name="connsiteY1" fmla="*/ 0 h 1959076"/>
                <a:gd name="connsiteX2" fmla="*/ 6034779 w 6034779"/>
                <a:gd name="connsiteY2" fmla="*/ 133350 h 1959076"/>
                <a:gd name="connsiteX3" fmla="*/ 0 w 6034779"/>
                <a:gd name="connsiteY3" fmla="*/ 1333500 h 1959076"/>
                <a:gd name="connsiteX4" fmla="*/ 104775 w 6034779"/>
                <a:gd name="connsiteY4" fmla="*/ 1238250 h 1959076"/>
                <a:gd name="connsiteX0" fmla="*/ 104775 w 6034779"/>
                <a:gd name="connsiteY0" fmla="*/ 1238250 h 1959076"/>
                <a:gd name="connsiteX1" fmla="*/ 5968104 w 6034779"/>
                <a:gd name="connsiteY1" fmla="*/ 0 h 1959076"/>
                <a:gd name="connsiteX2" fmla="*/ 6034779 w 6034779"/>
                <a:gd name="connsiteY2" fmla="*/ 133350 h 1959076"/>
                <a:gd name="connsiteX3" fmla="*/ 0 w 6034779"/>
                <a:gd name="connsiteY3" fmla="*/ 1333500 h 1959076"/>
                <a:gd name="connsiteX4" fmla="*/ 104775 w 6034779"/>
                <a:gd name="connsiteY4" fmla="*/ 1238250 h 1959076"/>
                <a:gd name="connsiteX0" fmla="*/ 104775 w 6034779"/>
                <a:gd name="connsiteY0" fmla="*/ 1238250 h 1959076"/>
                <a:gd name="connsiteX1" fmla="*/ 5968104 w 6034779"/>
                <a:gd name="connsiteY1" fmla="*/ 0 h 1959076"/>
                <a:gd name="connsiteX2" fmla="*/ 6034779 w 6034779"/>
                <a:gd name="connsiteY2" fmla="*/ 133350 h 1959076"/>
                <a:gd name="connsiteX3" fmla="*/ 0 w 6034779"/>
                <a:gd name="connsiteY3" fmla="*/ 1333500 h 1959076"/>
                <a:gd name="connsiteX4" fmla="*/ 104775 w 6034779"/>
                <a:gd name="connsiteY4" fmla="*/ 1238250 h 1959076"/>
                <a:gd name="connsiteX0" fmla="*/ 104775 w 6022079"/>
                <a:gd name="connsiteY0" fmla="*/ 1238250 h 1965194"/>
                <a:gd name="connsiteX1" fmla="*/ 5968104 w 6022079"/>
                <a:gd name="connsiteY1" fmla="*/ 0 h 1965194"/>
                <a:gd name="connsiteX2" fmla="*/ 6022079 w 6022079"/>
                <a:gd name="connsiteY2" fmla="*/ 171450 h 1965194"/>
                <a:gd name="connsiteX3" fmla="*/ 0 w 6022079"/>
                <a:gd name="connsiteY3" fmla="*/ 1333500 h 1965194"/>
                <a:gd name="connsiteX4" fmla="*/ 104775 w 6022079"/>
                <a:gd name="connsiteY4" fmla="*/ 1238250 h 1965194"/>
                <a:gd name="connsiteX0" fmla="*/ 104775 w 6022079"/>
                <a:gd name="connsiteY0" fmla="*/ 1238250 h 1961102"/>
                <a:gd name="connsiteX1" fmla="*/ 5968104 w 6022079"/>
                <a:gd name="connsiteY1" fmla="*/ 0 h 1961102"/>
                <a:gd name="connsiteX2" fmla="*/ 6022079 w 6022079"/>
                <a:gd name="connsiteY2" fmla="*/ 146050 h 1961102"/>
                <a:gd name="connsiteX3" fmla="*/ 0 w 6022079"/>
                <a:gd name="connsiteY3" fmla="*/ 1333500 h 1961102"/>
                <a:gd name="connsiteX4" fmla="*/ 104775 w 6022079"/>
                <a:gd name="connsiteY4" fmla="*/ 1238250 h 1961102"/>
                <a:gd name="connsiteX0" fmla="*/ 104775 w 6022079"/>
                <a:gd name="connsiteY0" fmla="*/ 1238250 h 1961102"/>
                <a:gd name="connsiteX1" fmla="*/ 5968104 w 6022079"/>
                <a:gd name="connsiteY1" fmla="*/ 0 h 1961102"/>
                <a:gd name="connsiteX2" fmla="*/ 6022079 w 6022079"/>
                <a:gd name="connsiteY2" fmla="*/ 146050 h 1961102"/>
                <a:gd name="connsiteX3" fmla="*/ 0 w 6022079"/>
                <a:gd name="connsiteY3" fmla="*/ 1333500 h 1961102"/>
                <a:gd name="connsiteX4" fmla="*/ 104775 w 6022079"/>
                <a:gd name="connsiteY4" fmla="*/ 1238250 h 1961102"/>
                <a:gd name="connsiteX0" fmla="*/ 60325 w 6022079"/>
                <a:gd name="connsiteY0" fmla="*/ 1206500 h 1961102"/>
                <a:gd name="connsiteX1" fmla="*/ 5968104 w 6022079"/>
                <a:gd name="connsiteY1" fmla="*/ 0 h 1961102"/>
                <a:gd name="connsiteX2" fmla="*/ 6022079 w 6022079"/>
                <a:gd name="connsiteY2" fmla="*/ 146050 h 1961102"/>
                <a:gd name="connsiteX3" fmla="*/ 0 w 6022079"/>
                <a:gd name="connsiteY3" fmla="*/ 1333500 h 1961102"/>
                <a:gd name="connsiteX4" fmla="*/ 60325 w 6022079"/>
                <a:gd name="connsiteY4" fmla="*/ 1206500 h 1961102"/>
                <a:gd name="connsiteX0" fmla="*/ 66675 w 6022079"/>
                <a:gd name="connsiteY0" fmla="*/ 1231900 h 1961102"/>
                <a:gd name="connsiteX1" fmla="*/ 5968104 w 6022079"/>
                <a:gd name="connsiteY1" fmla="*/ 0 h 1961102"/>
                <a:gd name="connsiteX2" fmla="*/ 6022079 w 6022079"/>
                <a:gd name="connsiteY2" fmla="*/ 146050 h 1961102"/>
                <a:gd name="connsiteX3" fmla="*/ 0 w 6022079"/>
                <a:gd name="connsiteY3" fmla="*/ 1333500 h 1961102"/>
                <a:gd name="connsiteX4" fmla="*/ 66675 w 6022079"/>
                <a:gd name="connsiteY4" fmla="*/ 1231900 h 1961102"/>
                <a:gd name="connsiteX0" fmla="*/ 66675 w 6022079"/>
                <a:gd name="connsiteY0" fmla="*/ 1231900 h 1961102"/>
                <a:gd name="connsiteX1" fmla="*/ 5968104 w 6022079"/>
                <a:gd name="connsiteY1" fmla="*/ 0 h 1961102"/>
                <a:gd name="connsiteX2" fmla="*/ 6022079 w 6022079"/>
                <a:gd name="connsiteY2" fmla="*/ 146050 h 1961102"/>
                <a:gd name="connsiteX3" fmla="*/ 0 w 6022079"/>
                <a:gd name="connsiteY3" fmla="*/ 1333500 h 1961102"/>
                <a:gd name="connsiteX4" fmla="*/ 66675 w 6022079"/>
                <a:gd name="connsiteY4" fmla="*/ 1231900 h 1961102"/>
                <a:gd name="connsiteX0" fmla="*/ 71635 w 6027039"/>
                <a:gd name="connsiteY0" fmla="*/ 1231900 h 1961102"/>
                <a:gd name="connsiteX1" fmla="*/ 5973064 w 6027039"/>
                <a:gd name="connsiteY1" fmla="*/ 0 h 1961102"/>
                <a:gd name="connsiteX2" fmla="*/ 6027039 w 6027039"/>
                <a:gd name="connsiteY2" fmla="*/ 146050 h 1961102"/>
                <a:gd name="connsiteX3" fmla="*/ 4960 w 6027039"/>
                <a:gd name="connsiteY3" fmla="*/ 1333500 h 1961102"/>
                <a:gd name="connsiteX4" fmla="*/ 71635 w 6027039"/>
                <a:gd name="connsiteY4" fmla="*/ 1231900 h 1961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27039" h="1961102">
                  <a:moveTo>
                    <a:pt x="71635" y="1231900"/>
                  </a:moveTo>
                  <a:cubicBezTo>
                    <a:pt x="3140503" y="2876550"/>
                    <a:pt x="4933021" y="412750"/>
                    <a:pt x="5973064" y="0"/>
                  </a:cubicBezTo>
                  <a:cubicBezTo>
                    <a:pt x="6046089" y="25400"/>
                    <a:pt x="6017514" y="88900"/>
                    <a:pt x="6027039" y="146050"/>
                  </a:cubicBezTo>
                  <a:cubicBezTo>
                    <a:pt x="4853646" y="555625"/>
                    <a:pt x="3378628" y="3124200"/>
                    <a:pt x="4960" y="1333500"/>
                  </a:cubicBezTo>
                  <a:cubicBezTo>
                    <a:pt x="-10915" y="1299633"/>
                    <a:pt x="11310" y="1253067"/>
                    <a:pt x="71635" y="1231900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934988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910</TotalTime>
  <Words>49</Words>
  <Application>Microsoft Office PowerPoint</Application>
  <PresentationFormat>Widescreen</PresentationFormat>
  <Paragraphs>49</Paragraphs>
  <Slides>13</Slides>
  <Notes>0</Notes>
  <HiddenSlides>0</HiddenSlides>
  <MMClips>67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hellotuners1@outlook.com</dc:creator>
  <cp:lastModifiedBy>hellotuners1@outlook.com</cp:lastModifiedBy>
  <cp:revision>113</cp:revision>
  <dcterms:created xsi:type="dcterms:W3CDTF">2025-03-13T11:57:37Z</dcterms:created>
  <dcterms:modified xsi:type="dcterms:W3CDTF">2025-04-22T17:46:33Z</dcterms:modified>
</cp:coreProperties>
</file>