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5" r:id="rId3"/>
    <p:sldId id="256" r:id="rId4"/>
    <p:sldId id="258" r:id="rId5"/>
    <p:sldId id="257" r:id="rId6"/>
    <p:sldId id="259" r:id="rId7"/>
    <p:sldId id="261" r:id="rId8"/>
    <p:sldId id="276" r:id="rId9"/>
    <p:sldId id="274" r:id="rId10"/>
    <p:sldId id="275" r:id="rId11"/>
    <p:sldId id="277" r:id="rId12"/>
    <p:sldId id="278" r:id="rId13"/>
    <p:sldId id="279" r:id="rId14"/>
    <p:sldId id="280" r:id="rId15"/>
    <p:sldId id="281" r:id="rId16"/>
    <p:sldId id="273" r:id="rId17"/>
    <p:sldId id="283" r:id="rId18"/>
    <p:sldId id="286" r:id="rId19"/>
    <p:sldId id="284" r:id="rId20"/>
    <p:sldId id="268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93A0"/>
    <a:srgbClr val="9954CC"/>
    <a:srgbClr val="FF5353"/>
    <a:srgbClr val="FEB159"/>
    <a:srgbClr val="DCD3D0"/>
    <a:srgbClr val="8FAADC"/>
    <a:srgbClr val="921063"/>
    <a:srgbClr val="A2C851"/>
    <a:srgbClr val="CE8B3F"/>
    <a:srgbClr val="DC83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3AE4-A7C1-4219-B6E3-4D9FDF3A5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A7C54-21AD-4584-A111-50A0B8FD9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5C3A-24D6-46C2-AF24-3EB1A13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DF3C-01B1-4A8A-A9C9-053A024C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8490-5937-4DD2-A25F-9960AC0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2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EDE-E8E9-4823-8591-2AF81554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9ABA-0707-46C2-8FD1-80BBFAC0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55E-AC43-4BA1-BD1D-25D5147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1DDC-25D1-4AD2-93FC-E575BB8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1FE8-253B-417E-8519-EE6258C7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2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9282-59D3-46C9-BA14-976A361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3487-46BF-4582-AB32-A7B52D44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F4D4A-F1E8-4BCA-B5C3-DA5EDB1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0546-C27F-4A63-ABC1-049381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A95-A20C-4051-8CCE-B3BEE1F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4F1C-814D-4FD4-BDAD-41FF0F3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3100-1CCA-4A8B-918C-140B1CEF6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2BDE7-D36B-41E9-876B-C2C6D9B4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739F2-E7E3-4E6A-8834-E3BA57A2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85C15-F685-4EBD-BC93-1FD41AC7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8E0A-ECB5-41E5-8B97-92D0E63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9AA-000B-4B7E-9497-3FA94030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C2FB-9FD7-4943-BA64-0A89B0F7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CE27-CCD3-4E6F-BAE9-A27689F7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DF5D1-B587-4597-A615-30491363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639BC-F18E-47D6-90F1-62899B147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09FCA-E285-4BA6-B6E1-9DDD5441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2445-90F5-4B5A-A6A8-6F21EE0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3A0E8-C3B4-420B-AC7B-4F0F4CD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A98-ED8E-41D7-8DAE-594B5A70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58282-D5EE-451C-B9A3-E0F9509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5AF35-5A6E-4B1F-A368-59638463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7373-E1D6-4DEA-AC7F-22C44D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7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2B56-2A4E-4B2A-98FA-B2DCA770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B106-4D1A-4E5D-941D-466FAD0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49EC-F9A6-4029-90ED-26280A0B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F340-AE88-4F94-B2EB-866876A7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8EE-1100-4812-A9B4-E73693BB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A110-1DB2-4060-BE0A-9DCFD0D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CBF9-AB0C-4769-9989-A8C350A0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0511-3B4D-4972-9510-58EF9857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D62A5-AEBC-4521-BA81-A80CBCC4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9782-EC4D-4CB2-AC15-1A14E2D1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C41A0-C4A4-42D5-8E45-D113FDC2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378DD-AB06-4941-ADD2-2A9057B8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8944-8322-4B47-B33A-898BAB66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C1AB-B807-4E22-9933-A91FAA34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1B3B5-0C98-46F8-83CF-AD33D6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B04-929D-4592-BC8C-C41EB7A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EA8A-9086-49A8-9B14-EACDFD74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2EBC-943D-4401-9702-6374A68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8A963-487C-4607-9C79-450BC4F3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84D1-04AF-4A6F-81BC-8B688AF4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BEF89-8CCA-4F3C-9764-18AA23EB1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B3BBA-E775-4B2E-85CF-B4A29CE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C5BE-5F48-4BF6-8881-D4E9E2D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28F0-E014-407D-A458-1DCF1830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4056-EEF2-4550-88E9-5FF4FAAF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4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3AE4-A7C1-4219-B6E3-4D9FDF3A5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36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A7C54-21AD-4584-A111-50A0B8FD9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747"/>
            </a:lvl1pPr>
            <a:lvl2pPr marL="332832" indent="0" algn="ctr">
              <a:buNone/>
              <a:defRPr sz="1456"/>
            </a:lvl2pPr>
            <a:lvl3pPr marL="665665" indent="0" algn="ctr">
              <a:buNone/>
              <a:defRPr sz="1310"/>
            </a:lvl3pPr>
            <a:lvl4pPr marL="998497" indent="0" algn="ctr">
              <a:buNone/>
              <a:defRPr sz="1165"/>
            </a:lvl4pPr>
            <a:lvl5pPr marL="1331330" indent="0" algn="ctr">
              <a:buNone/>
              <a:defRPr sz="1165"/>
            </a:lvl5pPr>
            <a:lvl6pPr marL="1664162" indent="0" algn="ctr">
              <a:buNone/>
              <a:defRPr sz="1165"/>
            </a:lvl6pPr>
            <a:lvl7pPr marL="1996995" indent="0" algn="ctr">
              <a:buNone/>
              <a:defRPr sz="1165"/>
            </a:lvl7pPr>
            <a:lvl8pPr marL="2329827" indent="0" algn="ctr">
              <a:buNone/>
              <a:defRPr sz="1165"/>
            </a:lvl8pPr>
            <a:lvl9pPr marL="2662660" indent="0" algn="ctr">
              <a:buNone/>
              <a:defRPr sz="116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5C3A-24D6-46C2-AF24-3EB1A13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DF3C-01B1-4A8A-A9C9-053A024C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8490-5937-4DD2-A25F-9960AC0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5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EDE-E8E9-4823-8591-2AF81554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9ABA-0707-46C2-8FD1-80BBFAC0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55E-AC43-4BA1-BD1D-25D5147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1DDC-25D1-4AD2-93FC-E575BB8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1FE8-253B-417E-8519-EE6258C7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4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9282-59D3-46C9-BA14-976A361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436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3487-46BF-4582-AB32-A7B52D44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1747">
                <a:solidFill>
                  <a:schemeClr val="tx1">
                    <a:tint val="75000"/>
                  </a:schemeClr>
                </a:solidFill>
              </a:defRPr>
            </a:lvl1pPr>
            <a:lvl2pPr marL="332832" indent="0">
              <a:buNone/>
              <a:defRPr sz="1456">
                <a:solidFill>
                  <a:schemeClr val="tx1">
                    <a:tint val="75000"/>
                  </a:schemeClr>
                </a:solidFill>
              </a:defRPr>
            </a:lvl2pPr>
            <a:lvl3pPr marL="665665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3pPr>
            <a:lvl4pPr marL="998497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4pPr>
            <a:lvl5pPr marL="133133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5pPr>
            <a:lvl6pPr marL="1664162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6pPr>
            <a:lvl7pPr marL="199699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7pPr>
            <a:lvl8pPr marL="2329827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8pPr>
            <a:lvl9pPr marL="266266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F4D4A-F1E8-4BCA-B5C3-DA5EDB1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0546-C27F-4A63-ABC1-049381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A95-A20C-4051-8CCE-B3BEE1F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3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4F1C-814D-4FD4-BDAD-41FF0F3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3100-1CCA-4A8B-918C-140B1CEF6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2BDE7-D36B-41E9-876B-C2C6D9B4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739F2-E7E3-4E6A-8834-E3BA57A2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85C15-F685-4EBD-BC93-1FD41AC7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8E0A-ECB5-41E5-8B97-92D0E63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90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9AA-000B-4B7E-9497-3FA94030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C2FB-9FD7-4943-BA64-0A89B0F7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747" b="1"/>
            </a:lvl1pPr>
            <a:lvl2pPr marL="332832" indent="0">
              <a:buNone/>
              <a:defRPr sz="1456" b="1"/>
            </a:lvl2pPr>
            <a:lvl3pPr marL="665665" indent="0">
              <a:buNone/>
              <a:defRPr sz="1310" b="1"/>
            </a:lvl3pPr>
            <a:lvl4pPr marL="998497" indent="0">
              <a:buNone/>
              <a:defRPr sz="1165" b="1"/>
            </a:lvl4pPr>
            <a:lvl5pPr marL="1331330" indent="0">
              <a:buNone/>
              <a:defRPr sz="1165" b="1"/>
            </a:lvl5pPr>
            <a:lvl6pPr marL="1664162" indent="0">
              <a:buNone/>
              <a:defRPr sz="1165" b="1"/>
            </a:lvl6pPr>
            <a:lvl7pPr marL="1996995" indent="0">
              <a:buNone/>
              <a:defRPr sz="1165" b="1"/>
            </a:lvl7pPr>
            <a:lvl8pPr marL="2329827" indent="0">
              <a:buNone/>
              <a:defRPr sz="1165" b="1"/>
            </a:lvl8pPr>
            <a:lvl9pPr marL="2662660" indent="0">
              <a:buNone/>
              <a:defRPr sz="1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CE27-CCD3-4E6F-BAE9-A27689F7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DF5D1-B587-4597-A615-30491363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747" b="1"/>
            </a:lvl1pPr>
            <a:lvl2pPr marL="332832" indent="0">
              <a:buNone/>
              <a:defRPr sz="1456" b="1"/>
            </a:lvl2pPr>
            <a:lvl3pPr marL="665665" indent="0">
              <a:buNone/>
              <a:defRPr sz="1310" b="1"/>
            </a:lvl3pPr>
            <a:lvl4pPr marL="998497" indent="0">
              <a:buNone/>
              <a:defRPr sz="1165" b="1"/>
            </a:lvl4pPr>
            <a:lvl5pPr marL="1331330" indent="0">
              <a:buNone/>
              <a:defRPr sz="1165" b="1"/>
            </a:lvl5pPr>
            <a:lvl6pPr marL="1664162" indent="0">
              <a:buNone/>
              <a:defRPr sz="1165" b="1"/>
            </a:lvl6pPr>
            <a:lvl7pPr marL="1996995" indent="0">
              <a:buNone/>
              <a:defRPr sz="1165" b="1"/>
            </a:lvl7pPr>
            <a:lvl8pPr marL="2329827" indent="0">
              <a:buNone/>
              <a:defRPr sz="1165" b="1"/>
            </a:lvl8pPr>
            <a:lvl9pPr marL="2662660" indent="0">
              <a:buNone/>
              <a:defRPr sz="1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639BC-F18E-47D6-90F1-62899B147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09FCA-E285-4BA6-B6E1-9DDD5441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2445-90F5-4B5A-A6A8-6F21EE0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3A0E8-C3B4-420B-AC7B-4F0F4CD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29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A98-ED8E-41D7-8DAE-594B5A70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58282-D5EE-451C-B9A3-E0F9509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5AF35-5A6E-4B1F-A368-59638463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7373-E1D6-4DEA-AC7F-22C44D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93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2B56-2A4E-4B2A-98FA-B2DCA770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B106-4D1A-4E5D-941D-466FAD0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49EC-F9A6-4029-90ED-26280A0B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13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F340-AE88-4F94-B2EB-866876A7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23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8EE-1100-4812-A9B4-E73693BB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330"/>
            </a:lvl1pPr>
            <a:lvl2pPr>
              <a:defRPr sz="2038"/>
            </a:lvl2pPr>
            <a:lvl3pPr>
              <a:defRPr sz="1747"/>
            </a:lvl3pPr>
            <a:lvl4pPr>
              <a:defRPr sz="1456"/>
            </a:lvl4pPr>
            <a:lvl5pPr>
              <a:defRPr sz="1456"/>
            </a:lvl5pPr>
            <a:lvl6pPr>
              <a:defRPr sz="1456"/>
            </a:lvl6pPr>
            <a:lvl7pPr>
              <a:defRPr sz="1456"/>
            </a:lvl7pPr>
            <a:lvl8pPr>
              <a:defRPr sz="1456"/>
            </a:lvl8pPr>
            <a:lvl9pPr>
              <a:defRPr sz="14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A110-1DB2-4060-BE0A-9DCFD0D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165"/>
            </a:lvl1pPr>
            <a:lvl2pPr marL="332832" indent="0">
              <a:buNone/>
              <a:defRPr sz="1019"/>
            </a:lvl2pPr>
            <a:lvl3pPr marL="665665" indent="0">
              <a:buNone/>
              <a:defRPr sz="874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  <a:lvl6pPr marL="1664162" indent="0">
              <a:buNone/>
              <a:defRPr sz="728"/>
            </a:lvl6pPr>
            <a:lvl7pPr marL="1996995" indent="0">
              <a:buNone/>
              <a:defRPr sz="728"/>
            </a:lvl7pPr>
            <a:lvl8pPr marL="2329827" indent="0">
              <a:buNone/>
              <a:defRPr sz="728"/>
            </a:lvl8pPr>
            <a:lvl9pPr marL="2662660" indent="0">
              <a:buNone/>
              <a:defRPr sz="7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CBF9-AB0C-4769-9989-A8C350A0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0511-3B4D-4972-9510-58EF9857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D62A5-AEBC-4521-BA81-A80CBCC4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31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9782-EC4D-4CB2-AC15-1A14E2D1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23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C41A0-C4A4-42D5-8E45-D113FDC2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330"/>
            </a:lvl1pPr>
            <a:lvl2pPr marL="332832" indent="0">
              <a:buNone/>
              <a:defRPr sz="2038"/>
            </a:lvl2pPr>
            <a:lvl3pPr marL="665665" indent="0">
              <a:buNone/>
              <a:defRPr sz="1747"/>
            </a:lvl3pPr>
            <a:lvl4pPr marL="998497" indent="0">
              <a:buNone/>
              <a:defRPr sz="1456"/>
            </a:lvl4pPr>
            <a:lvl5pPr marL="1331330" indent="0">
              <a:buNone/>
              <a:defRPr sz="1456"/>
            </a:lvl5pPr>
            <a:lvl6pPr marL="1664162" indent="0">
              <a:buNone/>
              <a:defRPr sz="1456"/>
            </a:lvl6pPr>
            <a:lvl7pPr marL="1996995" indent="0">
              <a:buNone/>
              <a:defRPr sz="1456"/>
            </a:lvl7pPr>
            <a:lvl8pPr marL="2329827" indent="0">
              <a:buNone/>
              <a:defRPr sz="1456"/>
            </a:lvl8pPr>
            <a:lvl9pPr marL="2662660" indent="0">
              <a:buNone/>
              <a:defRPr sz="14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378DD-AB06-4941-ADD2-2A9057B8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1165"/>
            </a:lvl1pPr>
            <a:lvl2pPr marL="332832" indent="0">
              <a:buNone/>
              <a:defRPr sz="1019"/>
            </a:lvl2pPr>
            <a:lvl3pPr marL="665665" indent="0">
              <a:buNone/>
              <a:defRPr sz="874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  <a:lvl6pPr marL="1664162" indent="0">
              <a:buNone/>
              <a:defRPr sz="728"/>
            </a:lvl6pPr>
            <a:lvl7pPr marL="1996995" indent="0">
              <a:buNone/>
              <a:defRPr sz="728"/>
            </a:lvl7pPr>
            <a:lvl8pPr marL="2329827" indent="0">
              <a:buNone/>
              <a:defRPr sz="728"/>
            </a:lvl8pPr>
            <a:lvl9pPr marL="2662660" indent="0">
              <a:buNone/>
              <a:defRPr sz="7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8944-8322-4B47-B33A-898BAB66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C1AB-B807-4E22-9933-A91FAA34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1B3B5-0C98-46F8-83CF-AD33D6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88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B04-929D-4592-BC8C-C41EB7A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EA8A-9086-49A8-9B14-EACDFD74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2EBC-943D-4401-9702-6374A68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8A963-487C-4607-9C79-450BC4F3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84D1-04AF-4A6F-81BC-8B688AF4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16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BEF89-8CCA-4F3C-9764-18AA23EB1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B3BBA-E775-4B2E-85CF-B4A29CE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C5BE-5F48-4BF6-8881-D4E9E2D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28F0-E014-407D-A458-1DCF1830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4056-EEF2-4550-88E9-5FF4FAAF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1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50E9-C151-4BBF-960F-747E312C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69659-5534-49C3-95CE-24C1B64D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1B5-A0DA-4601-B2B5-A460AFEC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E0A9-A973-4575-B254-88F04C44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6E6F-F2A3-4E96-9CD6-12ED35391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50E9-C151-4BBF-960F-747E312C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69659-5534-49C3-95CE-24C1B64D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1B5-A0DA-4601-B2B5-A460AFEC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3719-B508-49D1-8E00-BF5E3A86B3D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E0A9-A973-4575-B254-88F04C44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6E6F-F2A3-4E96-9CD6-12ED35391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2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65665" rtl="0" eaLnBrk="1" latinLnBrk="0" hangingPunct="1">
        <a:lnSpc>
          <a:spcPct val="90000"/>
        </a:lnSpc>
        <a:spcBef>
          <a:spcPct val="0"/>
        </a:spcBef>
        <a:buNone/>
        <a:defRPr sz="3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416" indent="-166416" algn="l" defTabSz="665665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038" kern="1200">
          <a:solidFill>
            <a:schemeClr val="tx1"/>
          </a:solidFill>
          <a:latin typeface="+mn-lt"/>
          <a:ea typeface="+mn-ea"/>
          <a:cs typeface="+mn-cs"/>
        </a:defRPr>
      </a:lvl1pPr>
      <a:lvl2pPr marL="499249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32081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456" kern="1200">
          <a:solidFill>
            <a:schemeClr val="tx1"/>
          </a:solidFill>
          <a:latin typeface="+mn-lt"/>
          <a:ea typeface="+mn-ea"/>
          <a:cs typeface="+mn-cs"/>
        </a:defRPr>
      </a:lvl3pPr>
      <a:lvl4pPr marL="1164914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4pPr>
      <a:lvl5pPr marL="1497746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5pPr>
      <a:lvl6pPr marL="1830579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2163411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496243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829076" indent="-166416" algn="l" defTabSz="665665" rtl="0" eaLnBrk="1" latinLnBrk="0" hangingPunct="1">
        <a:lnSpc>
          <a:spcPct val="90000"/>
        </a:lnSpc>
        <a:spcBef>
          <a:spcPts val="364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1pPr>
      <a:lvl2pPr marL="332832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2pPr>
      <a:lvl3pPr marL="665665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3pPr>
      <a:lvl4pPr marL="998497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4pPr>
      <a:lvl5pPr marL="1331330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5pPr>
      <a:lvl6pPr marL="1664162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1996995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329827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662660" algn="l" defTabSz="665665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7.xml"/><Relationship Id="rId5" Type="http://schemas.microsoft.com/office/2007/relationships/media" Target="../media/media3.mp3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audio" Target="../media/media7.mp3"/><Relationship Id="rId5" Type="http://schemas.microsoft.com/office/2007/relationships/media" Target="../media/media7.mp3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audio" Target="../media/media9.mp3"/><Relationship Id="rId5" Type="http://schemas.microsoft.com/office/2007/relationships/media" Target="../media/media9.mp3"/><Relationship Id="rId4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audio" Target="../media/media11.mp3"/><Relationship Id="rId5" Type="http://schemas.microsoft.com/office/2007/relationships/media" Target="../media/media11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audio" Target="../media/media13.mp3"/><Relationship Id="rId5" Type="http://schemas.microsoft.com/office/2007/relationships/media" Target="../media/media13.mp3"/><Relationship Id="rId4" Type="http://schemas.openxmlformats.org/officeDocument/2006/relationships/audio" Target="../media/media2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audio" Target="../media/media15.mp3"/><Relationship Id="rId5" Type="http://schemas.microsoft.com/office/2007/relationships/media" Target="../media/media15.mp3"/><Relationship Id="rId4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media18.mp3"/><Relationship Id="rId13" Type="http://schemas.openxmlformats.org/officeDocument/2006/relationships/slideLayout" Target="../slideLayouts/slideLayout7.xml"/><Relationship Id="rId3" Type="http://schemas.microsoft.com/office/2007/relationships/media" Target="../media/media2.mp3"/><Relationship Id="rId7" Type="http://schemas.microsoft.com/office/2007/relationships/media" Target="../media/media18.mp3"/><Relationship Id="rId12" Type="http://schemas.openxmlformats.org/officeDocument/2006/relationships/audio" Target="../media/media20.mp3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audio" Target="../media/media17.mp3"/><Relationship Id="rId11" Type="http://schemas.microsoft.com/office/2007/relationships/media" Target="../media/media20.mp3"/><Relationship Id="rId5" Type="http://schemas.microsoft.com/office/2007/relationships/media" Target="../media/media17.mp3"/><Relationship Id="rId10" Type="http://schemas.openxmlformats.org/officeDocument/2006/relationships/audio" Target="../media/media19.mp3"/><Relationship Id="rId4" Type="http://schemas.openxmlformats.org/officeDocument/2006/relationships/audio" Target="../media/media2.mp3"/><Relationship Id="rId9" Type="http://schemas.microsoft.com/office/2007/relationships/media" Target="../media/media19.mp3"/><Relationship Id="rId1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6" Type="http://schemas.openxmlformats.org/officeDocument/2006/relationships/audio" Target="../media/media22.mp3"/><Relationship Id="rId5" Type="http://schemas.microsoft.com/office/2007/relationships/media" Target="../media/media22.mp3"/><Relationship Id="rId4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6" Type="http://schemas.openxmlformats.org/officeDocument/2006/relationships/audio" Target="../media/media24.mp3"/><Relationship Id="rId5" Type="http://schemas.microsoft.com/office/2007/relationships/media" Target="../media/media24.mp3"/><Relationship Id="rId4" Type="http://schemas.openxmlformats.org/officeDocument/2006/relationships/audio" Target="../media/media2.mp3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6" Type="http://schemas.openxmlformats.org/officeDocument/2006/relationships/audio" Target="../media/media26.mp3"/><Relationship Id="rId5" Type="http://schemas.microsoft.com/office/2007/relationships/media" Target="../media/media26.mp3"/><Relationship Id="rId4" Type="http://schemas.openxmlformats.org/officeDocument/2006/relationships/audio" Target="../media/media2.mp3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6" Type="http://schemas.openxmlformats.org/officeDocument/2006/relationships/audio" Target="../media/media28.mp3"/><Relationship Id="rId5" Type="http://schemas.microsoft.com/office/2007/relationships/media" Target="../media/media28.mp3"/><Relationship Id="rId4" Type="http://schemas.openxmlformats.org/officeDocument/2006/relationships/audio" Target="../media/media2.mp3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6" Type="http://schemas.openxmlformats.org/officeDocument/2006/relationships/audio" Target="../media/media30.mp3"/><Relationship Id="rId5" Type="http://schemas.microsoft.com/office/2007/relationships/media" Target="../media/media30.mp3"/><Relationship Id="rId4" Type="http://schemas.openxmlformats.org/officeDocument/2006/relationships/audio" Target="../media/media2.mp3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6" Type="http://schemas.openxmlformats.org/officeDocument/2006/relationships/audio" Target="../media/media32.mp3"/><Relationship Id="rId5" Type="http://schemas.microsoft.com/office/2007/relationships/media" Target="../media/media32.mp3"/><Relationship Id="rId4" Type="http://schemas.openxmlformats.org/officeDocument/2006/relationships/audio" Target="../media/media2.mp3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6" Type="http://schemas.openxmlformats.org/officeDocument/2006/relationships/audio" Target="../media/media34.mp3"/><Relationship Id="rId5" Type="http://schemas.microsoft.com/office/2007/relationships/media" Target="../media/media34.mp3"/><Relationship Id="rId4" Type="http://schemas.openxmlformats.org/officeDocument/2006/relationships/audio" Target="../media/media2.mp3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microsoft.com/office/2007/relationships/media" Target="../media/media38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audio" Target="../media/media19.mp3"/><Relationship Id="rId2" Type="http://schemas.openxmlformats.org/officeDocument/2006/relationships/audio" Target="../media/media35.mp3"/><Relationship Id="rId16" Type="http://schemas.openxmlformats.org/officeDocument/2006/relationships/image" Target="../media/image1.png"/><Relationship Id="rId1" Type="http://schemas.microsoft.com/office/2007/relationships/media" Target="../media/media35.mp3"/><Relationship Id="rId6" Type="http://schemas.openxmlformats.org/officeDocument/2006/relationships/audio" Target="../media/media36.mp3"/><Relationship Id="rId11" Type="http://schemas.microsoft.com/office/2007/relationships/media" Target="../media/media19.mp3"/><Relationship Id="rId5" Type="http://schemas.microsoft.com/office/2007/relationships/media" Target="../media/media36.mp3"/><Relationship Id="rId15" Type="http://schemas.openxmlformats.org/officeDocument/2006/relationships/slideLayout" Target="../slideLayouts/slideLayout7.xml"/><Relationship Id="rId10" Type="http://schemas.openxmlformats.org/officeDocument/2006/relationships/audio" Target="../media/media37.mp3"/><Relationship Id="rId4" Type="http://schemas.openxmlformats.org/officeDocument/2006/relationships/audio" Target="../media/media2.mp3"/><Relationship Id="rId9" Type="http://schemas.microsoft.com/office/2007/relationships/media" Target="../media/media37.mp3"/><Relationship Id="rId14" Type="http://schemas.openxmlformats.org/officeDocument/2006/relationships/audio" Target="../media/media38.mp3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99110" y="962395"/>
            <a:ext cx="5459119" cy="4746712"/>
            <a:chOff x="5022123" y="197845"/>
            <a:chExt cx="6293445" cy="547216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u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CE8B3F"/>
                  </a:solidFill>
                </a:rPr>
                <a:t>u-e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ue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eu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ew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7B76D41-7646-45CC-82AA-1B9FD5FA1A43}"/>
                </a:ext>
              </a:extLst>
            </p:cNvPr>
            <p:cNvSpPr/>
            <p:nvPr/>
          </p:nvSpPr>
          <p:spPr>
            <a:xfrm>
              <a:off x="8249755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446E8D-6A48-42BA-93F6-92D68C7B84BC}"/>
              </a:ext>
            </a:extLst>
          </p:cNvPr>
          <p:cNvGrpSpPr/>
          <p:nvPr/>
        </p:nvGrpSpPr>
        <p:grpSpPr>
          <a:xfrm flipH="1">
            <a:off x="1390319" y="173910"/>
            <a:ext cx="3460154" cy="6510180"/>
            <a:chOff x="5301094" y="2003156"/>
            <a:chExt cx="1182632" cy="222508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CFC627F-C89E-484D-BAEE-F632DF5DE543}"/>
                </a:ext>
              </a:extLst>
            </p:cNvPr>
            <p:cNvGrpSpPr/>
            <p:nvPr/>
          </p:nvGrpSpPr>
          <p:grpSpPr>
            <a:xfrm>
              <a:off x="5301094" y="2003156"/>
              <a:ext cx="1182632" cy="2225088"/>
              <a:chOff x="5301094" y="2003156"/>
              <a:chExt cx="1182632" cy="2225088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430C704-F230-4930-A2B3-E6B09DA7C861}"/>
                  </a:ext>
                </a:extLst>
              </p:cNvPr>
              <p:cNvSpPr/>
              <p:nvPr/>
            </p:nvSpPr>
            <p:spPr>
              <a:xfrm>
                <a:off x="6049185" y="348573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368448A-25BE-4C99-9513-212688435D2E}"/>
                  </a:ext>
                </a:extLst>
              </p:cNvPr>
              <p:cNvSpPr/>
              <p:nvPr/>
            </p:nvSpPr>
            <p:spPr>
              <a:xfrm>
                <a:off x="6049185" y="4133890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8186EF7-4503-4FE8-A1F8-587E04F83A1C}"/>
                  </a:ext>
                </a:extLst>
              </p:cNvPr>
              <p:cNvSpPr/>
              <p:nvPr/>
            </p:nvSpPr>
            <p:spPr>
              <a:xfrm>
                <a:off x="6142835" y="3494649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01F21CC-C781-4647-9075-6C66374174BA}"/>
                  </a:ext>
                </a:extLst>
              </p:cNvPr>
              <p:cNvSpPr/>
              <p:nvPr/>
            </p:nvSpPr>
            <p:spPr>
              <a:xfrm>
                <a:off x="6142835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D40ABDB-96C5-4D9A-8FC6-3E8695521B2A}"/>
                  </a:ext>
                </a:extLst>
              </p:cNvPr>
              <p:cNvSpPr/>
              <p:nvPr/>
            </p:nvSpPr>
            <p:spPr>
              <a:xfrm>
                <a:off x="5646067" y="3492400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C382AC7-EAB3-4835-B1C5-8F90DC33F887}"/>
                  </a:ext>
                </a:extLst>
              </p:cNvPr>
              <p:cNvSpPr/>
              <p:nvPr/>
            </p:nvSpPr>
            <p:spPr>
              <a:xfrm>
                <a:off x="5735049" y="349478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CACD7A1-89EB-4005-8609-8B9DB09ADD51}"/>
                  </a:ext>
                </a:extLst>
              </p:cNvPr>
              <p:cNvSpPr/>
              <p:nvPr/>
            </p:nvSpPr>
            <p:spPr>
              <a:xfrm>
                <a:off x="5642430" y="4142801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A600955-EA18-434C-AB4A-69A94BE04109}"/>
                  </a:ext>
                </a:extLst>
              </p:cNvPr>
              <p:cNvSpPr/>
              <p:nvPr/>
            </p:nvSpPr>
            <p:spPr>
              <a:xfrm>
                <a:off x="5736080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Moon 15">
                <a:extLst>
                  <a:ext uri="{FF2B5EF4-FFF2-40B4-BE49-F238E27FC236}">
                    <a16:creationId xmlns:a16="http://schemas.microsoft.com/office/drawing/2014/main" id="{6D671BDF-CD5B-428E-A332-865359C889E7}"/>
                  </a:ext>
                </a:extLst>
              </p:cNvPr>
              <p:cNvSpPr/>
              <p:nvPr/>
            </p:nvSpPr>
            <p:spPr>
              <a:xfrm rot="6414822">
                <a:off x="6298340" y="3246872"/>
                <a:ext cx="93136" cy="213141"/>
              </a:xfrm>
              <a:custGeom>
                <a:avLst/>
                <a:gdLst>
                  <a:gd name="connsiteX0" fmla="*/ 79352 w 79352"/>
                  <a:gd name="connsiteY0" fmla="*/ 246025 h 246025"/>
                  <a:gd name="connsiteX1" fmla="*/ 0 w 79352"/>
                  <a:gd name="connsiteY1" fmla="*/ 123012 h 246025"/>
                  <a:gd name="connsiteX2" fmla="*/ 79352 w 79352"/>
                  <a:gd name="connsiteY2" fmla="*/ -1 h 246025"/>
                  <a:gd name="connsiteX3" fmla="*/ 79352 w 79352"/>
                  <a:gd name="connsiteY3" fmla="*/ 246024 h 246025"/>
                  <a:gd name="connsiteX4" fmla="*/ 79352 w 79352"/>
                  <a:gd name="connsiteY4" fmla="*/ 246025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21814"/>
                  <a:gd name="connsiteY0" fmla="*/ 234942 h 242355"/>
                  <a:gd name="connsiteX1" fmla="*/ 592 w 121814"/>
                  <a:gd name="connsiteY1" fmla="*/ 123013 h 242355"/>
                  <a:gd name="connsiteX2" fmla="*/ 79944 w 121814"/>
                  <a:gd name="connsiteY2" fmla="*/ 0 h 242355"/>
                  <a:gd name="connsiteX3" fmla="*/ 121814 w 121814"/>
                  <a:gd name="connsiteY3" fmla="*/ 220018 h 242355"/>
                  <a:gd name="connsiteX4" fmla="*/ 116396 w 121814"/>
                  <a:gd name="connsiteY4" fmla="*/ 234942 h 242355"/>
                  <a:gd name="connsiteX0" fmla="*/ 116396 w 116396"/>
                  <a:gd name="connsiteY0" fmla="*/ 234942 h 266364"/>
                  <a:gd name="connsiteX1" fmla="*/ 592 w 116396"/>
                  <a:gd name="connsiteY1" fmla="*/ 123013 h 266364"/>
                  <a:gd name="connsiteX2" fmla="*/ 79944 w 116396"/>
                  <a:gd name="connsiteY2" fmla="*/ 0 h 266364"/>
                  <a:gd name="connsiteX3" fmla="*/ 89448 w 116396"/>
                  <a:gd name="connsiteY3" fmla="*/ 266364 h 266364"/>
                  <a:gd name="connsiteX4" fmla="*/ 116396 w 116396"/>
                  <a:gd name="connsiteY4" fmla="*/ 234942 h 266364"/>
                  <a:gd name="connsiteX0" fmla="*/ 89448 w 89448"/>
                  <a:gd name="connsiteY0" fmla="*/ 266364 h 266364"/>
                  <a:gd name="connsiteX1" fmla="*/ 592 w 89448"/>
                  <a:gd name="connsiteY1" fmla="*/ 123013 h 266364"/>
                  <a:gd name="connsiteX2" fmla="*/ 79944 w 89448"/>
                  <a:gd name="connsiteY2" fmla="*/ 0 h 266364"/>
                  <a:gd name="connsiteX3" fmla="*/ 89448 w 89448"/>
                  <a:gd name="connsiteY3" fmla="*/ 266364 h 266364"/>
                  <a:gd name="connsiteX0" fmla="*/ 89448 w 89448"/>
                  <a:gd name="connsiteY0" fmla="*/ 266364 h 299034"/>
                  <a:gd name="connsiteX1" fmla="*/ 592 w 89448"/>
                  <a:gd name="connsiteY1" fmla="*/ 123013 h 299034"/>
                  <a:gd name="connsiteX2" fmla="*/ 79944 w 89448"/>
                  <a:gd name="connsiteY2" fmla="*/ 0 h 299034"/>
                  <a:gd name="connsiteX3" fmla="*/ 89448 w 89448"/>
                  <a:gd name="connsiteY3" fmla="*/ 266364 h 299034"/>
                  <a:gd name="connsiteX0" fmla="*/ 89448 w 132681"/>
                  <a:gd name="connsiteY0" fmla="*/ 266364 h 302489"/>
                  <a:gd name="connsiteX1" fmla="*/ 592 w 132681"/>
                  <a:gd name="connsiteY1" fmla="*/ 123013 h 302489"/>
                  <a:gd name="connsiteX2" fmla="*/ 79944 w 132681"/>
                  <a:gd name="connsiteY2" fmla="*/ 0 h 302489"/>
                  <a:gd name="connsiteX3" fmla="*/ 89448 w 132681"/>
                  <a:gd name="connsiteY3" fmla="*/ 266364 h 302489"/>
                  <a:gd name="connsiteX0" fmla="*/ 91414 w 134647"/>
                  <a:gd name="connsiteY0" fmla="*/ 266364 h 303738"/>
                  <a:gd name="connsiteX1" fmla="*/ 569 w 134647"/>
                  <a:gd name="connsiteY1" fmla="*/ 160122 h 303738"/>
                  <a:gd name="connsiteX2" fmla="*/ 81910 w 134647"/>
                  <a:gd name="connsiteY2" fmla="*/ 0 h 303738"/>
                  <a:gd name="connsiteX3" fmla="*/ 91414 w 134647"/>
                  <a:gd name="connsiteY3" fmla="*/ 266364 h 303738"/>
                  <a:gd name="connsiteX0" fmla="*/ 10454 w 53687"/>
                  <a:gd name="connsiteY0" fmla="*/ 266364 h 302489"/>
                  <a:gd name="connsiteX1" fmla="*/ 950 w 53687"/>
                  <a:gd name="connsiteY1" fmla="*/ 0 h 302489"/>
                  <a:gd name="connsiteX2" fmla="*/ 10454 w 53687"/>
                  <a:gd name="connsiteY2" fmla="*/ 266364 h 302489"/>
                  <a:gd name="connsiteX0" fmla="*/ 84428 w 127661"/>
                  <a:gd name="connsiteY0" fmla="*/ 266364 h 374597"/>
                  <a:gd name="connsiteX1" fmla="*/ 74924 w 127661"/>
                  <a:gd name="connsiteY1" fmla="*/ 0 h 374597"/>
                  <a:gd name="connsiteX2" fmla="*/ 84428 w 127661"/>
                  <a:gd name="connsiteY2" fmla="*/ 266364 h 374597"/>
                  <a:gd name="connsiteX0" fmla="*/ 84428 w 149206"/>
                  <a:gd name="connsiteY0" fmla="*/ 266364 h 374597"/>
                  <a:gd name="connsiteX1" fmla="*/ 74924 w 149206"/>
                  <a:gd name="connsiteY1" fmla="*/ 0 h 374597"/>
                  <a:gd name="connsiteX2" fmla="*/ 84428 w 149206"/>
                  <a:gd name="connsiteY2" fmla="*/ 266364 h 374597"/>
                  <a:gd name="connsiteX0" fmla="*/ 121563 w 186341"/>
                  <a:gd name="connsiteY0" fmla="*/ 266364 h 368668"/>
                  <a:gd name="connsiteX1" fmla="*/ 112059 w 186341"/>
                  <a:gd name="connsiteY1" fmla="*/ 0 h 368668"/>
                  <a:gd name="connsiteX2" fmla="*/ 121563 w 186341"/>
                  <a:gd name="connsiteY2" fmla="*/ 266364 h 368668"/>
                  <a:gd name="connsiteX0" fmla="*/ 143062 w 193878"/>
                  <a:gd name="connsiteY0" fmla="*/ 123879 h 248765"/>
                  <a:gd name="connsiteX1" fmla="*/ 90602 w 193878"/>
                  <a:gd name="connsiteY1" fmla="*/ 0 h 248765"/>
                  <a:gd name="connsiteX2" fmla="*/ 143062 w 193878"/>
                  <a:gd name="connsiteY2" fmla="*/ 123879 h 248765"/>
                  <a:gd name="connsiteX0" fmla="*/ 130279 w 181095"/>
                  <a:gd name="connsiteY0" fmla="*/ 123879 h 223478"/>
                  <a:gd name="connsiteX1" fmla="*/ 77819 w 181095"/>
                  <a:gd name="connsiteY1" fmla="*/ 0 h 223478"/>
                  <a:gd name="connsiteX2" fmla="*/ 130279 w 181095"/>
                  <a:gd name="connsiteY2" fmla="*/ 123879 h 223478"/>
                  <a:gd name="connsiteX0" fmla="*/ 130196 w 181012"/>
                  <a:gd name="connsiteY0" fmla="*/ 123879 h 219141"/>
                  <a:gd name="connsiteX1" fmla="*/ 77736 w 181012"/>
                  <a:gd name="connsiteY1" fmla="*/ 0 h 219141"/>
                  <a:gd name="connsiteX2" fmla="*/ 130196 w 181012"/>
                  <a:gd name="connsiteY2" fmla="*/ 123879 h 219141"/>
                  <a:gd name="connsiteX0" fmla="*/ 110294 w 172146"/>
                  <a:gd name="connsiteY0" fmla="*/ 127965 h 222499"/>
                  <a:gd name="connsiteX1" fmla="*/ 93096 w 172146"/>
                  <a:gd name="connsiteY1" fmla="*/ 0 h 222499"/>
                  <a:gd name="connsiteX2" fmla="*/ 110294 w 172146"/>
                  <a:gd name="connsiteY2" fmla="*/ 127965 h 222499"/>
                  <a:gd name="connsiteX0" fmla="*/ 93136 w 154988"/>
                  <a:gd name="connsiteY0" fmla="*/ 127965 h 213141"/>
                  <a:gd name="connsiteX1" fmla="*/ 75938 w 154988"/>
                  <a:gd name="connsiteY1" fmla="*/ 0 h 213141"/>
                  <a:gd name="connsiteX2" fmla="*/ 93136 w 154988"/>
                  <a:gd name="connsiteY2" fmla="*/ 127965 h 213141"/>
                  <a:gd name="connsiteX0" fmla="*/ 93136 w 103967"/>
                  <a:gd name="connsiteY0" fmla="*/ 127965 h 213141"/>
                  <a:gd name="connsiteX1" fmla="*/ 75938 w 103967"/>
                  <a:gd name="connsiteY1" fmla="*/ 0 h 213141"/>
                  <a:gd name="connsiteX2" fmla="*/ 93136 w 103967"/>
                  <a:gd name="connsiteY2" fmla="*/ 127965 h 213141"/>
                  <a:gd name="connsiteX0" fmla="*/ 93136 w 93136"/>
                  <a:gd name="connsiteY0" fmla="*/ 127965 h 213141"/>
                  <a:gd name="connsiteX1" fmla="*/ 75938 w 93136"/>
                  <a:gd name="connsiteY1" fmla="*/ 0 h 213141"/>
                  <a:gd name="connsiteX2" fmla="*/ 93136 w 93136"/>
                  <a:gd name="connsiteY2" fmla="*/ 127965 h 21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136" h="213141">
                    <a:moveTo>
                      <a:pt x="93136" y="127965"/>
                    </a:moveTo>
                    <a:cubicBezTo>
                      <a:pt x="-4007" y="363105"/>
                      <a:pt x="-48191" y="41214"/>
                      <a:pt x="75938" y="0"/>
                    </a:cubicBezTo>
                    <a:cubicBezTo>
                      <a:pt x="69055" y="68843"/>
                      <a:pt x="50992" y="39439"/>
                      <a:pt x="93136" y="127965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26C79EEA-9709-47DA-ACA1-BC687C2F5CE0}"/>
                  </a:ext>
                </a:extLst>
              </p:cNvPr>
              <p:cNvSpPr/>
              <p:nvPr/>
            </p:nvSpPr>
            <p:spPr>
              <a:xfrm rot="2373007">
                <a:off x="5687738" y="2103227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FB5100D-3DF8-4F7E-951D-45AC4D72E920}"/>
                  </a:ext>
                </a:extLst>
              </p:cNvPr>
              <p:cNvSpPr/>
              <p:nvPr/>
            </p:nvSpPr>
            <p:spPr>
              <a:xfrm>
                <a:off x="5754254" y="2067767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1A1DFD0B-FC1B-409F-A235-64EF22C49791}"/>
                  </a:ext>
                </a:extLst>
              </p:cNvPr>
              <p:cNvSpPr/>
              <p:nvPr/>
            </p:nvSpPr>
            <p:spPr>
              <a:xfrm>
                <a:off x="5570220" y="2316163"/>
                <a:ext cx="236220" cy="1112837"/>
              </a:xfrm>
              <a:prstGeom prst="round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4">
                <a:extLst>
                  <a:ext uri="{FF2B5EF4-FFF2-40B4-BE49-F238E27FC236}">
                    <a16:creationId xmlns:a16="http://schemas.microsoft.com/office/drawing/2014/main" id="{05422263-5C05-4CA5-8351-E1D8B45F3107}"/>
                  </a:ext>
                </a:extLst>
              </p:cNvPr>
              <p:cNvSpPr/>
              <p:nvPr/>
            </p:nvSpPr>
            <p:spPr>
              <a:xfrm rot="374752">
                <a:off x="5545271" y="3078549"/>
                <a:ext cx="769289" cy="563893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12">
                <a:extLst>
                  <a:ext uri="{FF2B5EF4-FFF2-40B4-BE49-F238E27FC236}">
                    <a16:creationId xmlns:a16="http://schemas.microsoft.com/office/drawing/2014/main" id="{BC870680-0A11-4337-BB22-A1F78058445E}"/>
                  </a:ext>
                </a:extLst>
              </p:cNvPr>
              <p:cNvSpPr/>
              <p:nvPr/>
            </p:nvSpPr>
            <p:spPr>
              <a:xfrm rot="20414911">
                <a:off x="5454207" y="2003156"/>
                <a:ext cx="149032" cy="181773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12">
                <a:extLst>
                  <a:ext uri="{FF2B5EF4-FFF2-40B4-BE49-F238E27FC236}">
                    <a16:creationId xmlns:a16="http://schemas.microsoft.com/office/drawing/2014/main" id="{6CBD5662-C18E-4473-AD06-B3FB94EBB0D4}"/>
                  </a:ext>
                </a:extLst>
              </p:cNvPr>
              <p:cNvSpPr/>
              <p:nvPr/>
            </p:nvSpPr>
            <p:spPr>
              <a:xfrm rot="3268710">
                <a:off x="5782452" y="2109884"/>
                <a:ext cx="160235" cy="268594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Oval 16">
                <a:extLst>
                  <a:ext uri="{FF2B5EF4-FFF2-40B4-BE49-F238E27FC236}">
                    <a16:creationId xmlns:a16="http://schemas.microsoft.com/office/drawing/2014/main" id="{3408F514-1B3B-40AC-AA5C-533B58ABB20C}"/>
                  </a:ext>
                </a:extLst>
              </p:cNvPr>
              <p:cNvSpPr/>
              <p:nvPr/>
            </p:nvSpPr>
            <p:spPr>
              <a:xfrm flipH="1">
                <a:off x="6394524" y="3376826"/>
                <a:ext cx="89202" cy="126602"/>
              </a:xfrm>
              <a:custGeom>
                <a:avLst/>
                <a:gdLst>
                  <a:gd name="connsiteX0" fmla="*/ 0 w 321945"/>
                  <a:gd name="connsiteY0" fmla="*/ 186531 h 373062"/>
                  <a:gd name="connsiteX1" fmla="*/ 160973 w 321945"/>
                  <a:gd name="connsiteY1" fmla="*/ 0 h 373062"/>
                  <a:gd name="connsiteX2" fmla="*/ 321946 w 321945"/>
                  <a:gd name="connsiteY2" fmla="*/ 186531 h 373062"/>
                  <a:gd name="connsiteX3" fmla="*/ 160973 w 321945"/>
                  <a:gd name="connsiteY3" fmla="*/ 373062 h 373062"/>
                  <a:gd name="connsiteX4" fmla="*/ 0 w 321945"/>
                  <a:gd name="connsiteY4" fmla="*/ 186531 h 373062"/>
                  <a:gd name="connsiteX0" fmla="*/ 0 w 181094"/>
                  <a:gd name="connsiteY0" fmla="*/ 191716 h 383432"/>
                  <a:gd name="connsiteX1" fmla="*/ 160973 w 181094"/>
                  <a:gd name="connsiteY1" fmla="*/ 5185 h 383432"/>
                  <a:gd name="connsiteX2" fmla="*/ 160973 w 181094"/>
                  <a:gd name="connsiteY2" fmla="*/ 378247 h 383432"/>
                  <a:gd name="connsiteX3" fmla="*/ 0 w 181094"/>
                  <a:gd name="connsiteY3" fmla="*/ 191716 h 383432"/>
                  <a:gd name="connsiteX0" fmla="*/ 232 w 168395"/>
                  <a:gd name="connsiteY0" fmla="*/ 188967 h 336168"/>
                  <a:gd name="connsiteX1" fmla="*/ 161205 w 168395"/>
                  <a:gd name="connsiteY1" fmla="*/ 2436 h 336168"/>
                  <a:gd name="connsiteX2" fmla="*/ 126280 w 168395"/>
                  <a:gd name="connsiteY2" fmla="*/ 331048 h 336168"/>
                  <a:gd name="connsiteX3" fmla="*/ 232 w 168395"/>
                  <a:gd name="connsiteY3" fmla="*/ 188967 h 336168"/>
                  <a:gd name="connsiteX0" fmla="*/ 10771 w 233974"/>
                  <a:gd name="connsiteY0" fmla="*/ 188967 h 341860"/>
                  <a:gd name="connsiteX1" fmla="*/ 171744 w 233974"/>
                  <a:gd name="connsiteY1" fmla="*/ 2436 h 341860"/>
                  <a:gd name="connsiteX2" fmla="*/ 136819 w 233974"/>
                  <a:gd name="connsiteY2" fmla="*/ 331048 h 341860"/>
                  <a:gd name="connsiteX3" fmla="*/ 10771 w 233974"/>
                  <a:gd name="connsiteY3" fmla="*/ 188967 h 341860"/>
                  <a:gd name="connsiteX0" fmla="*/ 10771 w 263900"/>
                  <a:gd name="connsiteY0" fmla="*/ 187285 h 340178"/>
                  <a:gd name="connsiteX1" fmla="*/ 171744 w 263900"/>
                  <a:gd name="connsiteY1" fmla="*/ 754 h 340178"/>
                  <a:gd name="connsiteX2" fmla="*/ 136819 w 263900"/>
                  <a:gd name="connsiteY2" fmla="*/ 329366 h 340178"/>
                  <a:gd name="connsiteX3" fmla="*/ 10771 w 263900"/>
                  <a:gd name="connsiteY3" fmla="*/ 187285 h 340178"/>
                  <a:gd name="connsiteX0" fmla="*/ 7989 w 261118"/>
                  <a:gd name="connsiteY0" fmla="*/ 187285 h 339029"/>
                  <a:gd name="connsiteX1" fmla="*/ 168962 w 261118"/>
                  <a:gd name="connsiteY1" fmla="*/ 754 h 339029"/>
                  <a:gd name="connsiteX2" fmla="*/ 134037 w 261118"/>
                  <a:gd name="connsiteY2" fmla="*/ 329366 h 339029"/>
                  <a:gd name="connsiteX3" fmla="*/ 7989 w 261118"/>
                  <a:gd name="connsiteY3" fmla="*/ 187285 h 339029"/>
                  <a:gd name="connsiteX0" fmla="*/ 0 w 76114"/>
                  <a:gd name="connsiteY0" fmla="*/ 329261 h 329261"/>
                  <a:gd name="connsiteX1" fmla="*/ 34925 w 76114"/>
                  <a:gd name="connsiteY1" fmla="*/ 649 h 329261"/>
                  <a:gd name="connsiteX2" fmla="*/ 0 w 76114"/>
                  <a:gd name="connsiteY2" fmla="*/ 329261 h 329261"/>
                  <a:gd name="connsiteX0" fmla="*/ 40960 w 136543"/>
                  <a:gd name="connsiteY0" fmla="*/ 335265 h 335265"/>
                  <a:gd name="connsiteX1" fmla="*/ 75885 w 136543"/>
                  <a:gd name="connsiteY1" fmla="*/ 6653 h 335265"/>
                  <a:gd name="connsiteX2" fmla="*/ 40960 w 136543"/>
                  <a:gd name="connsiteY2" fmla="*/ 335265 h 335265"/>
                  <a:gd name="connsiteX0" fmla="*/ 75964 w 206499"/>
                  <a:gd name="connsiteY0" fmla="*/ 328687 h 328687"/>
                  <a:gd name="connsiteX1" fmla="*/ 110889 w 206499"/>
                  <a:gd name="connsiteY1" fmla="*/ 75 h 328687"/>
                  <a:gd name="connsiteX2" fmla="*/ 75964 w 206499"/>
                  <a:gd name="connsiteY2" fmla="*/ 328687 h 328687"/>
                  <a:gd name="connsiteX0" fmla="*/ 78923 w 209458"/>
                  <a:gd name="connsiteY0" fmla="*/ 322314 h 322314"/>
                  <a:gd name="connsiteX1" fmla="*/ 113848 w 209458"/>
                  <a:gd name="connsiteY1" fmla="*/ 52 h 322314"/>
                  <a:gd name="connsiteX2" fmla="*/ 78923 w 209458"/>
                  <a:gd name="connsiteY2" fmla="*/ 322314 h 322314"/>
                  <a:gd name="connsiteX0" fmla="*/ 98534 w 248718"/>
                  <a:gd name="connsiteY0" fmla="*/ 322268 h 322268"/>
                  <a:gd name="connsiteX1" fmla="*/ 133459 w 248718"/>
                  <a:gd name="connsiteY1" fmla="*/ 6 h 322268"/>
                  <a:gd name="connsiteX2" fmla="*/ 98534 w 248718"/>
                  <a:gd name="connsiteY2" fmla="*/ 322268 h 322268"/>
                  <a:gd name="connsiteX0" fmla="*/ 96322 w 248969"/>
                  <a:gd name="connsiteY0" fmla="*/ 309569 h 309569"/>
                  <a:gd name="connsiteX1" fmla="*/ 134422 w 248969"/>
                  <a:gd name="connsiteY1" fmla="*/ 7 h 309569"/>
                  <a:gd name="connsiteX2" fmla="*/ 96322 w 248969"/>
                  <a:gd name="connsiteY2" fmla="*/ 309569 h 309569"/>
                  <a:gd name="connsiteX0" fmla="*/ 75345 w 206961"/>
                  <a:gd name="connsiteY0" fmla="*/ 309569 h 309569"/>
                  <a:gd name="connsiteX1" fmla="*/ 113445 w 206961"/>
                  <a:gd name="connsiteY1" fmla="*/ 7 h 309569"/>
                  <a:gd name="connsiteX2" fmla="*/ 75345 w 206961"/>
                  <a:gd name="connsiteY2" fmla="*/ 309569 h 309569"/>
                  <a:gd name="connsiteX0" fmla="*/ 85123 w 226548"/>
                  <a:gd name="connsiteY0" fmla="*/ 309708 h 309708"/>
                  <a:gd name="connsiteX1" fmla="*/ 123223 w 226548"/>
                  <a:gd name="connsiteY1" fmla="*/ 146 h 309708"/>
                  <a:gd name="connsiteX2" fmla="*/ 85123 w 226548"/>
                  <a:gd name="connsiteY2" fmla="*/ 309708 h 309708"/>
                  <a:gd name="connsiteX0" fmla="*/ 75345 w 206961"/>
                  <a:gd name="connsiteY0" fmla="*/ 310490 h 310490"/>
                  <a:gd name="connsiteX1" fmla="*/ 113445 w 206961"/>
                  <a:gd name="connsiteY1" fmla="*/ 928 h 310490"/>
                  <a:gd name="connsiteX2" fmla="*/ 75345 w 206961"/>
                  <a:gd name="connsiteY2" fmla="*/ 310490 h 310490"/>
                  <a:gd name="connsiteX0" fmla="*/ 93520 w 243360"/>
                  <a:gd name="connsiteY0" fmla="*/ 310238 h 310238"/>
                  <a:gd name="connsiteX1" fmla="*/ 131620 w 243360"/>
                  <a:gd name="connsiteY1" fmla="*/ 676 h 310238"/>
                  <a:gd name="connsiteX2" fmla="*/ 93520 w 243360"/>
                  <a:gd name="connsiteY2" fmla="*/ 310238 h 310238"/>
                  <a:gd name="connsiteX0" fmla="*/ 62807 w 181832"/>
                  <a:gd name="connsiteY0" fmla="*/ 309616 h 309616"/>
                  <a:gd name="connsiteX1" fmla="*/ 100907 w 181832"/>
                  <a:gd name="connsiteY1" fmla="*/ 54 h 309616"/>
                  <a:gd name="connsiteX2" fmla="*/ 62807 w 181832"/>
                  <a:gd name="connsiteY2" fmla="*/ 309616 h 309616"/>
                  <a:gd name="connsiteX0" fmla="*/ 80930 w 218150"/>
                  <a:gd name="connsiteY0" fmla="*/ 309616 h 309616"/>
                  <a:gd name="connsiteX1" fmla="*/ 119030 w 218150"/>
                  <a:gd name="connsiteY1" fmla="*/ 54 h 309616"/>
                  <a:gd name="connsiteX2" fmla="*/ 80930 w 218150"/>
                  <a:gd name="connsiteY2" fmla="*/ 309616 h 30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150" h="309616">
                    <a:moveTo>
                      <a:pt x="80930" y="309616"/>
                    </a:moveTo>
                    <a:cubicBezTo>
                      <a:pt x="80930" y="309616"/>
                      <a:pt x="-124387" y="4816"/>
                      <a:pt x="119030" y="54"/>
                    </a:cubicBezTo>
                    <a:cubicBezTo>
                      <a:pt x="362447" y="-4708"/>
                      <a:pt x="80930" y="309616"/>
                      <a:pt x="80930" y="309616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20">
                <a:extLst>
                  <a:ext uri="{FF2B5EF4-FFF2-40B4-BE49-F238E27FC236}">
                    <a16:creationId xmlns:a16="http://schemas.microsoft.com/office/drawing/2014/main" id="{3B0BF191-5ACD-4784-AFC4-B2BDAAF61A79}"/>
                  </a:ext>
                </a:extLst>
              </p:cNvPr>
              <p:cNvSpPr/>
              <p:nvPr/>
            </p:nvSpPr>
            <p:spPr>
              <a:xfrm>
                <a:off x="5711598" y="2474133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0CD44E7-5D96-4144-AB39-458271D2618A}"/>
                  </a:ext>
                </a:extLst>
              </p:cNvPr>
              <p:cNvSpPr/>
              <p:nvPr/>
            </p:nvSpPr>
            <p:spPr>
              <a:xfrm rot="16996436">
                <a:off x="5623179" y="3226824"/>
                <a:ext cx="229541" cy="28149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D10E4E8E-4394-4418-BD18-22E3F9658F61}"/>
                  </a:ext>
                </a:extLst>
              </p:cNvPr>
              <p:cNvSpPr/>
              <p:nvPr/>
            </p:nvSpPr>
            <p:spPr>
              <a:xfrm rot="2373007">
                <a:off x="5594252" y="2055416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4C10D3DA-DAED-4FE0-820E-3DA3A94199CF}"/>
                  </a:ext>
                </a:extLst>
              </p:cNvPr>
              <p:cNvSpPr/>
              <p:nvPr/>
            </p:nvSpPr>
            <p:spPr>
              <a:xfrm>
                <a:off x="5663894" y="2020139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4">
                <a:extLst>
                  <a:ext uri="{FF2B5EF4-FFF2-40B4-BE49-F238E27FC236}">
                    <a16:creationId xmlns:a16="http://schemas.microsoft.com/office/drawing/2014/main" id="{08572150-5F52-428F-AED4-28879C360F10}"/>
                  </a:ext>
                </a:extLst>
              </p:cNvPr>
              <p:cNvSpPr/>
              <p:nvPr/>
            </p:nvSpPr>
            <p:spPr>
              <a:xfrm rot="16926036">
                <a:off x="5254859" y="2207292"/>
                <a:ext cx="639950" cy="457908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20">
                <a:extLst>
                  <a:ext uri="{FF2B5EF4-FFF2-40B4-BE49-F238E27FC236}">
                    <a16:creationId xmlns:a16="http://schemas.microsoft.com/office/drawing/2014/main" id="{B32580EA-1A24-4B48-B1CF-87011547DA1D}"/>
                  </a:ext>
                </a:extLst>
              </p:cNvPr>
              <p:cNvSpPr/>
              <p:nvPr/>
            </p:nvSpPr>
            <p:spPr>
              <a:xfrm flipH="1">
                <a:off x="5570220" y="2698395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0F69D37-BD68-418B-8FAA-CD2069A3E617}"/>
                  </a:ext>
                </a:extLst>
              </p:cNvPr>
              <p:cNvSpPr/>
              <p:nvPr/>
            </p:nvSpPr>
            <p:spPr>
              <a:xfrm rot="11924998">
                <a:off x="5301094" y="2484913"/>
                <a:ext cx="445542" cy="266889"/>
              </a:xfrm>
              <a:custGeom>
                <a:avLst/>
                <a:gdLst>
                  <a:gd name="connsiteX0" fmla="*/ 445542 w 445542"/>
                  <a:gd name="connsiteY0" fmla="*/ 197985 h 266889"/>
                  <a:gd name="connsiteX1" fmla="*/ 414552 w 445542"/>
                  <a:gd name="connsiteY1" fmla="*/ 222062 h 266889"/>
                  <a:gd name="connsiteX2" fmla="*/ 190487 w 445542"/>
                  <a:gd name="connsiteY2" fmla="*/ 266889 h 266889"/>
                  <a:gd name="connsiteX3" fmla="*/ 13253 w 445542"/>
                  <a:gd name="connsiteY3" fmla="*/ 246253 h 266889"/>
                  <a:gd name="connsiteX4" fmla="*/ 0 w 445542"/>
                  <a:gd name="connsiteY4" fmla="*/ 240529 h 266889"/>
                  <a:gd name="connsiteX5" fmla="*/ 2857 w 445542"/>
                  <a:gd name="connsiteY5" fmla="*/ 203225 h 266889"/>
                  <a:gd name="connsiteX6" fmla="*/ 217642 w 445542"/>
                  <a:gd name="connsiteY6" fmla="*/ 634 h 266889"/>
                  <a:gd name="connsiteX7" fmla="*/ 444228 w 445542"/>
                  <a:gd name="connsiteY7" fmla="*/ 188304 h 266889"/>
                  <a:gd name="connsiteX8" fmla="*/ 445542 w 445542"/>
                  <a:gd name="connsiteY8" fmla="*/ 197985 h 26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542" h="266889">
                    <a:moveTo>
                      <a:pt x="445542" y="197985"/>
                    </a:moveTo>
                    <a:lnTo>
                      <a:pt x="414552" y="222062"/>
                    </a:lnTo>
                    <a:cubicBezTo>
                      <a:pt x="357360" y="256084"/>
                      <a:pt x="278753" y="266889"/>
                      <a:pt x="190487" y="266889"/>
                    </a:cubicBezTo>
                    <a:cubicBezTo>
                      <a:pt x="124289" y="266889"/>
                      <a:pt x="63578" y="262323"/>
                      <a:pt x="13253" y="246253"/>
                    </a:cubicBezTo>
                    <a:lnTo>
                      <a:pt x="0" y="240529"/>
                    </a:lnTo>
                    <a:lnTo>
                      <a:pt x="2857" y="203225"/>
                    </a:lnTo>
                    <a:cubicBezTo>
                      <a:pt x="17765" y="89313"/>
                      <a:pt x="70478" y="9287"/>
                      <a:pt x="217642" y="634"/>
                    </a:cubicBezTo>
                    <a:cubicBezTo>
                      <a:pt x="364807" y="-8019"/>
                      <a:pt x="422386" y="72876"/>
                      <a:pt x="444228" y="188304"/>
                    </a:cubicBezTo>
                    <a:lnTo>
                      <a:pt x="445542" y="19798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31051489-4FF9-41BD-B3CD-95AEB79E998E}"/>
                  </a:ext>
                </a:extLst>
              </p:cNvPr>
              <p:cNvSpPr/>
              <p:nvPr/>
            </p:nvSpPr>
            <p:spPr>
              <a:xfrm rot="16996436">
                <a:off x="5997629" y="3165442"/>
                <a:ext cx="178542" cy="218955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15B1ACC6-0A60-4968-BD55-1488DFB6EBBF}"/>
                  </a:ext>
                </a:extLst>
              </p:cNvPr>
              <p:cNvSpPr/>
              <p:nvPr/>
            </p:nvSpPr>
            <p:spPr>
              <a:xfrm rot="16996436">
                <a:off x="5945655" y="3431527"/>
                <a:ext cx="158511" cy="19439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AEBD764-E088-4729-9647-06817BF9CF4C}"/>
                  </a:ext>
                </a:extLst>
              </p:cNvPr>
              <p:cNvSpPr/>
              <p:nvPr/>
            </p:nvSpPr>
            <p:spPr>
              <a:xfrm rot="13764884">
                <a:off x="5615793" y="3021000"/>
                <a:ext cx="122384" cy="236082"/>
              </a:xfrm>
              <a:custGeom>
                <a:avLst/>
                <a:gdLst>
                  <a:gd name="connsiteX0" fmla="*/ 91400 w 139238"/>
                  <a:gd name="connsiteY0" fmla="*/ 0 h 227707"/>
                  <a:gd name="connsiteX1" fmla="*/ 109025 w 139238"/>
                  <a:gd name="connsiteY1" fmla="*/ 20134 h 227707"/>
                  <a:gd name="connsiteX2" fmla="*/ 139238 w 139238"/>
                  <a:gd name="connsiteY2" fmla="*/ 143725 h 227707"/>
                  <a:gd name="connsiteX3" fmla="*/ 131132 w 139238"/>
                  <a:gd name="connsiteY3" fmla="*/ 211759 h 227707"/>
                  <a:gd name="connsiteX4" fmla="*/ 124786 w 139238"/>
                  <a:gd name="connsiteY4" fmla="*/ 227707 h 227707"/>
                  <a:gd name="connsiteX5" fmla="*/ 63819 w 139238"/>
                  <a:gd name="connsiteY5" fmla="*/ 179694 h 227707"/>
                  <a:gd name="connsiteX6" fmla="*/ 2898 w 139238"/>
                  <a:gd name="connsiteY6" fmla="*/ 139080 h 227707"/>
                  <a:gd name="connsiteX7" fmla="*/ 0 w 139238"/>
                  <a:gd name="connsiteY7" fmla="*/ 137620 h 227707"/>
                  <a:gd name="connsiteX8" fmla="*/ 91400 w 139238"/>
                  <a:gd name="connsiteY8" fmla="*/ 0 h 22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38" h="227707">
                    <a:moveTo>
                      <a:pt x="91400" y="0"/>
                    </a:moveTo>
                    <a:lnTo>
                      <a:pt x="109025" y="20134"/>
                    </a:lnTo>
                    <a:cubicBezTo>
                      <a:pt x="127692" y="51764"/>
                      <a:pt x="139238" y="95460"/>
                      <a:pt x="139238" y="143725"/>
                    </a:cubicBezTo>
                    <a:cubicBezTo>
                      <a:pt x="139238" y="167858"/>
                      <a:pt x="136352" y="190848"/>
                      <a:pt x="131132" y="211759"/>
                    </a:cubicBezTo>
                    <a:lnTo>
                      <a:pt x="124786" y="227707"/>
                    </a:lnTo>
                    <a:lnTo>
                      <a:pt x="63819" y="179694"/>
                    </a:lnTo>
                    <a:cubicBezTo>
                      <a:pt x="43477" y="164764"/>
                      <a:pt x="23162" y="151081"/>
                      <a:pt x="2898" y="139080"/>
                    </a:cubicBezTo>
                    <a:lnTo>
                      <a:pt x="0" y="137620"/>
                    </a:lnTo>
                    <a:lnTo>
                      <a:pt x="91400" y="0"/>
                    </a:lnTo>
                    <a:close/>
                  </a:path>
                </a:pathLst>
              </a:custGeom>
              <a:solidFill>
                <a:srgbClr val="E89A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4E136AAA-743F-456E-BF17-246A4B13EEF6}"/>
                  </a:ext>
                </a:extLst>
              </p:cNvPr>
              <p:cNvSpPr/>
              <p:nvPr/>
            </p:nvSpPr>
            <p:spPr>
              <a:xfrm rot="19584607">
                <a:off x="5739791" y="2886782"/>
                <a:ext cx="191858" cy="349569"/>
              </a:xfrm>
              <a:custGeom>
                <a:avLst/>
                <a:gdLst>
                  <a:gd name="connsiteX0" fmla="*/ 143308 w 191858"/>
                  <a:gd name="connsiteY0" fmla="*/ 13735 h 349569"/>
                  <a:gd name="connsiteX1" fmla="*/ 158472 w 191858"/>
                  <a:gd name="connsiteY1" fmla="*/ 31059 h 349569"/>
                  <a:gd name="connsiteX2" fmla="*/ 67072 w 191858"/>
                  <a:gd name="connsiteY2" fmla="*/ 168679 h 349569"/>
                  <a:gd name="connsiteX3" fmla="*/ 69970 w 191858"/>
                  <a:gd name="connsiteY3" fmla="*/ 170139 h 349569"/>
                  <a:gd name="connsiteX4" fmla="*/ 130891 w 191858"/>
                  <a:gd name="connsiteY4" fmla="*/ 210753 h 349569"/>
                  <a:gd name="connsiteX5" fmla="*/ 191858 w 191858"/>
                  <a:gd name="connsiteY5" fmla="*/ 258766 h 349569"/>
                  <a:gd name="connsiteX6" fmla="*/ 176097 w 191858"/>
                  <a:gd name="connsiteY6" fmla="*/ 298375 h 349569"/>
                  <a:gd name="connsiteX7" fmla="*/ 103155 w 191858"/>
                  <a:gd name="connsiteY7" fmla="*/ 349569 h 349569"/>
                  <a:gd name="connsiteX8" fmla="*/ 0 w 191858"/>
                  <a:gd name="connsiteY8" fmla="*/ 174784 h 349569"/>
                  <a:gd name="connsiteX9" fmla="*/ 103155 w 191858"/>
                  <a:gd name="connsiteY9" fmla="*/ 0 h 349569"/>
                  <a:gd name="connsiteX10" fmla="*/ 143308 w 191858"/>
                  <a:gd name="connsiteY10" fmla="*/ 13735 h 34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1858" h="349569">
                    <a:moveTo>
                      <a:pt x="143308" y="13735"/>
                    </a:moveTo>
                    <a:lnTo>
                      <a:pt x="158472" y="31059"/>
                    </a:lnTo>
                    <a:lnTo>
                      <a:pt x="67072" y="168679"/>
                    </a:lnTo>
                    <a:lnTo>
                      <a:pt x="69970" y="170139"/>
                    </a:lnTo>
                    <a:cubicBezTo>
                      <a:pt x="90234" y="182140"/>
                      <a:pt x="110549" y="195823"/>
                      <a:pt x="130891" y="210753"/>
                    </a:cubicBezTo>
                    <a:lnTo>
                      <a:pt x="191858" y="258766"/>
                    </a:lnTo>
                    <a:lnTo>
                      <a:pt x="176097" y="298375"/>
                    </a:lnTo>
                    <a:cubicBezTo>
                      <a:pt x="157429" y="330005"/>
                      <a:pt x="131640" y="349569"/>
                      <a:pt x="103155" y="349569"/>
                    </a:cubicBezTo>
                    <a:cubicBezTo>
                      <a:pt x="46185" y="349568"/>
                      <a:pt x="0" y="271315"/>
                      <a:pt x="0" y="174784"/>
                    </a:cubicBezTo>
                    <a:cubicBezTo>
                      <a:pt x="0" y="78253"/>
                      <a:pt x="46184" y="1"/>
                      <a:pt x="103155" y="0"/>
                    </a:cubicBezTo>
                    <a:cubicBezTo>
                      <a:pt x="117398" y="0"/>
                      <a:pt x="130966" y="4891"/>
                      <a:pt x="143308" y="1373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82A3454B-C1C3-4A55-9CF4-1EDC0573B142}"/>
                  </a:ext>
                </a:extLst>
              </p:cNvPr>
              <p:cNvSpPr/>
              <p:nvPr/>
            </p:nvSpPr>
            <p:spPr>
              <a:xfrm rot="16996436">
                <a:off x="5421290" y="2491633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E88B53D7-3EB8-413C-BB91-6BF8C4F14510}"/>
                  </a:ext>
                </a:extLst>
              </p:cNvPr>
              <p:cNvSpPr/>
              <p:nvPr/>
            </p:nvSpPr>
            <p:spPr>
              <a:xfrm rot="16996436">
                <a:off x="5538397" y="2520318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C2AE5A2-B4DB-41DB-BF4A-7A0E0850833F}"/>
                  </a:ext>
                </a:extLst>
              </p:cNvPr>
              <p:cNvSpPr/>
              <p:nvPr/>
            </p:nvSpPr>
            <p:spPr>
              <a:xfrm rot="12751688">
                <a:off x="5443238" y="222699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2E6E4B25-05A1-49A1-A99F-8BA10D1C7D7C}"/>
                  </a:ext>
                </a:extLst>
              </p:cNvPr>
              <p:cNvSpPr/>
              <p:nvPr/>
            </p:nvSpPr>
            <p:spPr>
              <a:xfrm rot="13202437">
                <a:off x="5448471" y="2250638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EF599FA-A271-4C1B-9F05-60E93D092528}"/>
                  </a:ext>
                </a:extLst>
              </p:cNvPr>
              <p:cNvSpPr/>
              <p:nvPr/>
            </p:nvSpPr>
            <p:spPr>
              <a:xfrm rot="13066296">
                <a:off x="5480594" y="2245802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926FC891-0F81-4EA9-AC80-F106E797681A}"/>
                  </a:ext>
                </a:extLst>
              </p:cNvPr>
              <p:cNvSpPr/>
              <p:nvPr/>
            </p:nvSpPr>
            <p:spPr>
              <a:xfrm rot="12751688">
                <a:off x="5597514" y="225287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30C36759-D0DD-4A5A-8EA5-7D12A29E2711}"/>
                  </a:ext>
                </a:extLst>
              </p:cNvPr>
              <p:cNvSpPr/>
              <p:nvPr/>
            </p:nvSpPr>
            <p:spPr>
              <a:xfrm rot="13202437">
                <a:off x="5599984" y="2271665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B50226B4-DDB5-44A6-BECA-38CB7D16FF52}"/>
                  </a:ext>
                </a:extLst>
              </p:cNvPr>
              <p:cNvSpPr/>
              <p:nvPr/>
            </p:nvSpPr>
            <p:spPr>
              <a:xfrm rot="13066296">
                <a:off x="5622043" y="2271765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1AB85766-735D-4C17-B6D3-C067D1C10BD7}"/>
                </a:ext>
              </a:extLst>
            </p:cNvPr>
            <p:cNvSpPr/>
            <p:nvPr/>
          </p:nvSpPr>
          <p:spPr>
            <a:xfrm rot="7973619">
              <a:off x="5399586" y="2423620"/>
              <a:ext cx="252524" cy="25252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ttsMP3.com_VoiceText_2025-4-26_23-14-42">
            <a:hlinkClick r:id="" action="ppaction://media"/>
            <a:extLst>
              <a:ext uri="{FF2B5EF4-FFF2-40B4-BE49-F238E27FC236}">
                <a16:creationId xmlns:a16="http://schemas.microsoft.com/office/drawing/2014/main" id="{23B56B71-8151-437D-86EA-7ADCBF7C38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27193" y="962395"/>
            <a:ext cx="609600" cy="609600"/>
          </a:xfrm>
          <a:prstGeom prst="rect">
            <a:avLst/>
          </a:prstGeom>
        </p:spPr>
      </p:pic>
      <p:pic>
        <p:nvPicPr>
          <p:cNvPr id="111" name="1sec">
            <a:hlinkClick r:id="" action="ppaction://media"/>
            <a:extLst>
              <a:ext uri="{FF2B5EF4-FFF2-40B4-BE49-F238E27FC236}">
                <a16:creationId xmlns:a16="http://schemas.microsoft.com/office/drawing/2014/main" id="{738246D8-2711-40AA-B5EB-E6F35615913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684931" y="946641"/>
            <a:ext cx="609600" cy="609600"/>
          </a:xfrm>
          <a:prstGeom prst="rect">
            <a:avLst/>
          </a:prstGeom>
        </p:spPr>
      </p:pic>
      <p:pic>
        <p:nvPicPr>
          <p:cNvPr id="6" name="ttsMP3.com_VoiceText_2025-4-26_23-16-20">
            <a:hlinkClick r:id="" action="ppaction://media"/>
            <a:extLst>
              <a:ext uri="{FF2B5EF4-FFF2-40B4-BE49-F238E27FC236}">
                <a16:creationId xmlns:a16="http://schemas.microsoft.com/office/drawing/2014/main" id="{303C1DAD-412A-4BEA-9981-99924832D89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409300" y="962395"/>
            <a:ext cx="609600" cy="609600"/>
          </a:xfrm>
          <a:prstGeom prst="rect">
            <a:avLst/>
          </a:prstGeom>
        </p:spPr>
      </p:pic>
      <p:pic>
        <p:nvPicPr>
          <p:cNvPr id="112" name="1sec">
            <a:hlinkClick r:id="" action="ppaction://media"/>
            <a:extLst>
              <a:ext uri="{FF2B5EF4-FFF2-40B4-BE49-F238E27FC236}">
                <a16:creationId xmlns:a16="http://schemas.microsoft.com/office/drawing/2014/main" id="{69DF641B-1DBB-4FCF-BFAD-332192E0957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164895" y="1031706"/>
            <a:ext cx="609600" cy="609600"/>
          </a:xfrm>
          <a:prstGeom prst="rect">
            <a:avLst/>
          </a:prstGeom>
        </p:spPr>
      </p:pic>
      <p:pic>
        <p:nvPicPr>
          <p:cNvPr id="7" name="longuy">
            <a:hlinkClick r:id="" action="ppaction://media"/>
            <a:extLst>
              <a:ext uri="{FF2B5EF4-FFF2-40B4-BE49-F238E27FC236}">
                <a16:creationId xmlns:a16="http://schemas.microsoft.com/office/drawing/2014/main" id="{6D825B12-63D0-426B-B9CC-5713F9E9281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906038" y="990994"/>
            <a:ext cx="609600" cy="609600"/>
          </a:xfrm>
          <a:prstGeom prst="rect">
            <a:avLst/>
          </a:prstGeom>
        </p:spPr>
      </p:pic>
      <p:pic>
        <p:nvPicPr>
          <p:cNvPr id="113" name="1sec">
            <a:hlinkClick r:id="" action="ppaction://media"/>
            <a:extLst>
              <a:ext uri="{FF2B5EF4-FFF2-40B4-BE49-F238E27FC236}">
                <a16:creationId xmlns:a16="http://schemas.microsoft.com/office/drawing/2014/main" id="{185A8EAC-B4E9-4514-859A-D045D8C64EA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720648" y="1050192"/>
            <a:ext cx="609600" cy="609600"/>
          </a:xfrm>
          <a:prstGeom prst="rect">
            <a:avLst/>
          </a:prstGeom>
        </p:spPr>
      </p:pic>
      <p:pic>
        <p:nvPicPr>
          <p:cNvPr id="114" name="longuy">
            <a:hlinkClick r:id="" action="ppaction://media"/>
            <a:extLst>
              <a:ext uri="{FF2B5EF4-FFF2-40B4-BE49-F238E27FC236}">
                <a16:creationId xmlns:a16="http://schemas.microsoft.com/office/drawing/2014/main" id="{8514A2AA-8C91-4602-B835-CEB37447BE8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461791" y="1009480"/>
            <a:ext cx="609600" cy="609600"/>
          </a:xfrm>
          <a:prstGeom prst="rect">
            <a:avLst/>
          </a:prstGeom>
        </p:spPr>
      </p:pic>
      <p:pic>
        <p:nvPicPr>
          <p:cNvPr id="115" name="1sec">
            <a:hlinkClick r:id="" action="ppaction://media"/>
            <a:extLst>
              <a:ext uri="{FF2B5EF4-FFF2-40B4-BE49-F238E27FC236}">
                <a16:creationId xmlns:a16="http://schemas.microsoft.com/office/drawing/2014/main" id="{5850B4C5-F5C3-446F-AB10-109C23B34A8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258744" y="1064314"/>
            <a:ext cx="609600" cy="609600"/>
          </a:xfrm>
          <a:prstGeom prst="rect">
            <a:avLst/>
          </a:prstGeom>
        </p:spPr>
      </p:pic>
      <p:pic>
        <p:nvPicPr>
          <p:cNvPr id="116" name="longuy">
            <a:hlinkClick r:id="" action="ppaction://media"/>
            <a:extLst>
              <a:ext uri="{FF2B5EF4-FFF2-40B4-BE49-F238E27FC236}">
                <a16:creationId xmlns:a16="http://schemas.microsoft.com/office/drawing/2014/main" id="{303489F6-1164-416C-A7FE-B55DA556E523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999887" y="1023602"/>
            <a:ext cx="609600" cy="609600"/>
          </a:xfrm>
          <a:prstGeom prst="rect">
            <a:avLst/>
          </a:prstGeom>
        </p:spPr>
      </p:pic>
      <p:pic>
        <p:nvPicPr>
          <p:cNvPr id="117" name="1sec">
            <a:hlinkClick r:id="" action="ppaction://media"/>
            <a:extLst>
              <a:ext uri="{FF2B5EF4-FFF2-40B4-BE49-F238E27FC236}">
                <a16:creationId xmlns:a16="http://schemas.microsoft.com/office/drawing/2014/main" id="{FD9C7ED8-BBB4-4B7B-9892-C4403F3D1F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711029" y="991470"/>
            <a:ext cx="609600" cy="609600"/>
          </a:xfrm>
          <a:prstGeom prst="rect">
            <a:avLst/>
          </a:prstGeom>
        </p:spPr>
      </p:pic>
      <p:pic>
        <p:nvPicPr>
          <p:cNvPr id="10" name="ttsMP3.com_VoiceText_2025-4-26_23-19-26">
            <a:hlinkClick r:id="" action="ppaction://media"/>
            <a:extLst>
              <a:ext uri="{FF2B5EF4-FFF2-40B4-BE49-F238E27FC236}">
                <a16:creationId xmlns:a16="http://schemas.microsoft.com/office/drawing/2014/main" id="{462E0B4C-3A79-45D4-85BC-7B7692D22D4F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86112" y="946641"/>
            <a:ext cx="609600" cy="609600"/>
          </a:xfrm>
          <a:prstGeom prst="rect">
            <a:avLst/>
          </a:prstGeom>
        </p:spPr>
      </p:pic>
      <p:pic>
        <p:nvPicPr>
          <p:cNvPr id="118" name="1sec">
            <a:hlinkClick r:id="" action="ppaction://media"/>
            <a:extLst>
              <a:ext uri="{FF2B5EF4-FFF2-40B4-BE49-F238E27FC236}">
                <a16:creationId xmlns:a16="http://schemas.microsoft.com/office/drawing/2014/main" id="{A5E25B6F-C421-4E7D-83E3-CB9F989A0C0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192567" y="962395"/>
            <a:ext cx="609600" cy="609600"/>
          </a:xfrm>
          <a:prstGeom prst="rect">
            <a:avLst/>
          </a:prstGeom>
        </p:spPr>
      </p:pic>
      <p:pic>
        <p:nvPicPr>
          <p:cNvPr id="119" name="1sec">
            <a:hlinkClick r:id="" action="ppaction://media"/>
            <a:extLst>
              <a:ext uri="{FF2B5EF4-FFF2-40B4-BE49-F238E27FC236}">
                <a16:creationId xmlns:a16="http://schemas.microsoft.com/office/drawing/2014/main" id="{352B85D2-0C85-407B-A37C-F48564FD312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947191" y="89074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6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72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77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8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34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824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1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880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480" fill="hold"/>
                                        <p:tgtEl>
                                          <p:spTgt spid="1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360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416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480" fill="hold"/>
                                        <p:tgtEl>
                                          <p:spTgt spid="1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896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1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952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192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872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056" fill="hold"/>
                                        <p:tgtEl>
                                          <p:spTgt spid="1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928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056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1"/>
                </p:tgtEl>
              </p:cMediaNode>
            </p:audio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2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3"/>
                </p:tgtEl>
              </p:cMediaNode>
            </p:audio>
            <p:audio>
              <p:cMediaNode vol="80000" showWhenStopped="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4"/>
                </p:tgtEl>
              </p:cMediaNode>
            </p:audio>
            <p:audio>
              <p:cMediaNode vol="80000" showWhenStopped="0">
                <p:cTn id="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5"/>
                </p:tgtEl>
              </p:cMediaNode>
            </p:audio>
            <p:audio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6"/>
                </p:tgtEl>
              </p:cMediaNode>
            </p:audio>
            <p:audio>
              <p:cMediaNode vol="80000" showWhenStopped="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7"/>
                </p:tgtEl>
              </p:cMediaNode>
            </p:audio>
            <p:audio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 showWhenStopped="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8"/>
                </p:tgtEl>
              </p:cMediaNode>
            </p:audio>
            <p:audio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2051775" y="3790933"/>
            <a:ext cx="537791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DCD3D0"/>
                </a:solidFill>
              </a:rPr>
              <a:t>U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nicorn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159364" y="3790932"/>
            <a:ext cx="168950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DCD3D0"/>
                </a:solidFill>
              </a:rPr>
              <a:t>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4435FA-C8E5-46E3-B903-CA71D4E4B913}"/>
              </a:ext>
            </a:extLst>
          </p:cNvPr>
          <p:cNvGrpSpPr/>
          <p:nvPr/>
        </p:nvGrpSpPr>
        <p:grpSpPr>
          <a:xfrm rot="21421703" flipH="1">
            <a:off x="6284384" y="296297"/>
            <a:ext cx="5589608" cy="6265405"/>
            <a:chOff x="6199292" y="199612"/>
            <a:chExt cx="5589608" cy="6265405"/>
          </a:xfrm>
        </p:grpSpPr>
        <p:sp>
          <p:nvSpPr>
            <p:cNvPr id="39" name="Oval 8">
              <a:extLst>
                <a:ext uri="{FF2B5EF4-FFF2-40B4-BE49-F238E27FC236}">
                  <a16:creationId xmlns:a16="http://schemas.microsoft.com/office/drawing/2014/main" id="{79B80C3F-7CDE-44CD-A794-F10ADF3194D4}"/>
                </a:ext>
              </a:extLst>
            </p:cNvPr>
            <p:cNvSpPr/>
            <p:nvPr/>
          </p:nvSpPr>
          <p:spPr>
            <a:xfrm>
              <a:off x="6199292" y="3227320"/>
              <a:ext cx="1441721" cy="2158240"/>
            </a:xfrm>
            <a:custGeom>
              <a:avLst/>
              <a:gdLst>
                <a:gd name="connsiteX0" fmla="*/ 0 w 447175"/>
                <a:gd name="connsiteY0" fmla="*/ 144331 h 288662"/>
                <a:gd name="connsiteX1" fmla="*/ 223588 w 447175"/>
                <a:gd name="connsiteY1" fmla="*/ 0 h 288662"/>
                <a:gd name="connsiteX2" fmla="*/ 447176 w 447175"/>
                <a:gd name="connsiteY2" fmla="*/ 144331 h 288662"/>
                <a:gd name="connsiteX3" fmla="*/ 223588 w 447175"/>
                <a:gd name="connsiteY3" fmla="*/ 288662 h 288662"/>
                <a:gd name="connsiteX4" fmla="*/ 0 w 447175"/>
                <a:gd name="connsiteY4" fmla="*/ 144331 h 288662"/>
                <a:gd name="connsiteX0" fmla="*/ 0 w 828176"/>
                <a:gd name="connsiteY0" fmla="*/ 1506159 h 1510653"/>
                <a:gd name="connsiteX1" fmla="*/ 604588 w 828176"/>
                <a:gd name="connsiteY1" fmla="*/ 79128 h 1510653"/>
                <a:gd name="connsiteX2" fmla="*/ 828176 w 828176"/>
                <a:gd name="connsiteY2" fmla="*/ 223459 h 1510653"/>
                <a:gd name="connsiteX3" fmla="*/ 604588 w 828176"/>
                <a:gd name="connsiteY3" fmla="*/ 367790 h 1510653"/>
                <a:gd name="connsiteX4" fmla="*/ 0 w 828176"/>
                <a:gd name="connsiteY4" fmla="*/ 1506159 h 1510653"/>
                <a:gd name="connsiteX0" fmla="*/ 293 w 828469"/>
                <a:gd name="connsiteY0" fmla="*/ 1506159 h 1507883"/>
                <a:gd name="connsiteX1" fmla="*/ 604881 w 828469"/>
                <a:gd name="connsiteY1" fmla="*/ 79128 h 1507883"/>
                <a:gd name="connsiteX2" fmla="*/ 828469 w 828469"/>
                <a:gd name="connsiteY2" fmla="*/ 223459 h 1507883"/>
                <a:gd name="connsiteX3" fmla="*/ 528681 w 828469"/>
                <a:gd name="connsiteY3" fmla="*/ 367790 h 1507883"/>
                <a:gd name="connsiteX4" fmla="*/ 293 w 828469"/>
                <a:gd name="connsiteY4" fmla="*/ 1506159 h 1507883"/>
                <a:gd name="connsiteX0" fmla="*/ 4 w 828180"/>
                <a:gd name="connsiteY0" fmla="*/ 1506159 h 1590478"/>
                <a:gd name="connsiteX1" fmla="*/ 604592 w 828180"/>
                <a:gd name="connsiteY1" fmla="*/ 79128 h 1590478"/>
                <a:gd name="connsiteX2" fmla="*/ 828180 w 828180"/>
                <a:gd name="connsiteY2" fmla="*/ 223459 h 1590478"/>
                <a:gd name="connsiteX3" fmla="*/ 528392 w 828180"/>
                <a:gd name="connsiteY3" fmla="*/ 367790 h 1590478"/>
                <a:gd name="connsiteX4" fmla="*/ 613444 w 828180"/>
                <a:gd name="connsiteY4" fmla="*/ 1311028 h 1590478"/>
                <a:gd name="connsiteX5" fmla="*/ 4 w 828180"/>
                <a:gd name="connsiteY5" fmla="*/ 1506159 h 1590478"/>
                <a:gd name="connsiteX0" fmla="*/ 4 w 828180"/>
                <a:gd name="connsiteY0" fmla="*/ 1506159 h 1590478"/>
                <a:gd name="connsiteX1" fmla="*/ 604592 w 828180"/>
                <a:gd name="connsiteY1" fmla="*/ 79128 h 1590478"/>
                <a:gd name="connsiteX2" fmla="*/ 828180 w 828180"/>
                <a:gd name="connsiteY2" fmla="*/ 223459 h 1590478"/>
                <a:gd name="connsiteX3" fmla="*/ 496642 w 828180"/>
                <a:gd name="connsiteY3" fmla="*/ 386840 h 1590478"/>
                <a:gd name="connsiteX4" fmla="*/ 613444 w 828180"/>
                <a:gd name="connsiteY4" fmla="*/ 1311028 h 1590478"/>
                <a:gd name="connsiteX5" fmla="*/ 4 w 828180"/>
                <a:gd name="connsiteY5" fmla="*/ 1506159 h 1590478"/>
                <a:gd name="connsiteX0" fmla="*/ 4 w 932666"/>
                <a:gd name="connsiteY0" fmla="*/ 1499030 h 1583349"/>
                <a:gd name="connsiteX1" fmla="*/ 604592 w 932666"/>
                <a:gd name="connsiteY1" fmla="*/ 71999 h 1583349"/>
                <a:gd name="connsiteX2" fmla="*/ 828180 w 932666"/>
                <a:gd name="connsiteY2" fmla="*/ 216330 h 1583349"/>
                <a:gd name="connsiteX3" fmla="*/ 918243 w 932666"/>
                <a:gd name="connsiteY3" fmla="*/ 376798 h 1583349"/>
                <a:gd name="connsiteX4" fmla="*/ 496642 w 932666"/>
                <a:gd name="connsiteY4" fmla="*/ 379711 h 1583349"/>
                <a:gd name="connsiteX5" fmla="*/ 613444 w 932666"/>
                <a:gd name="connsiteY5" fmla="*/ 1303899 h 1583349"/>
                <a:gd name="connsiteX6" fmla="*/ 4 w 932666"/>
                <a:gd name="connsiteY6" fmla="*/ 1499030 h 1583349"/>
                <a:gd name="connsiteX0" fmla="*/ 4 w 1030154"/>
                <a:gd name="connsiteY0" fmla="*/ 1470919 h 1555238"/>
                <a:gd name="connsiteX1" fmla="*/ 604592 w 1030154"/>
                <a:gd name="connsiteY1" fmla="*/ 43888 h 1555238"/>
                <a:gd name="connsiteX2" fmla="*/ 1025030 w 1030154"/>
                <a:gd name="connsiteY2" fmla="*/ 353319 h 1555238"/>
                <a:gd name="connsiteX3" fmla="*/ 918243 w 1030154"/>
                <a:gd name="connsiteY3" fmla="*/ 348687 h 1555238"/>
                <a:gd name="connsiteX4" fmla="*/ 496642 w 1030154"/>
                <a:gd name="connsiteY4" fmla="*/ 351600 h 1555238"/>
                <a:gd name="connsiteX5" fmla="*/ 613444 w 1030154"/>
                <a:gd name="connsiteY5" fmla="*/ 1275788 h 1555238"/>
                <a:gd name="connsiteX6" fmla="*/ 4 w 1030154"/>
                <a:gd name="connsiteY6" fmla="*/ 1470919 h 1555238"/>
                <a:gd name="connsiteX0" fmla="*/ 4 w 919500"/>
                <a:gd name="connsiteY0" fmla="*/ 1473019 h 1557338"/>
                <a:gd name="connsiteX1" fmla="*/ 604592 w 919500"/>
                <a:gd name="connsiteY1" fmla="*/ 45988 h 1557338"/>
                <a:gd name="connsiteX2" fmla="*/ 918243 w 919500"/>
                <a:gd name="connsiteY2" fmla="*/ 350787 h 1557338"/>
                <a:gd name="connsiteX3" fmla="*/ 496642 w 919500"/>
                <a:gd name="connsiteY3" fmla="*/ 353700 h 1557338"/>
                <a:gd name="connsiteX4" fmla="*/ 613444 w 919500"/>
                <a:gd name="connsiteY4" fmla="*/ 1277888 h 1557338"/>
                <a:gd name="connsiteX5" fmla="*/ 4 w 919500"/>
                <a:gd name="connsiteY5" fmla="*/ 1473019 h 1557338"/>
                <a:gd name="connsiteX0" fmla="*/ 15793 w 934460"/>
                <a:gd name="connsiteY0" fmla="*/ 1426656 h 1507261"/>
                <a:gd name="connsiteX1" fmla="*/ 245731 w 934460"/>
                <a:gd name="connsiteY1" fmla="*/ 50425 h 1507261"/>
                <a:gd name="connsiteX2" fmla="*/ 934032 w 934460"/>
                <a:gd name="connsiteY2" fmla="*/ 304424 h 1507261"/>
                <a:gd name="connsiteX3" fmla="*/ 512431 w 934460"/>
                <a:gd name="connsiteY3" fmla="*/ 307337 h 1507261"/>
                <a:gd name="connsiteX4" fmla="*/ 629233 w 934460"/>
                <a:gd name="connsiteY4" fmla="*/ 1231525 h 1507261"/>
                <a:gd name="connsiteX5" fmla="*/ 15793 w 934460"/>
                <a:gd name="connsiteY5" fmla="*/ 1426656 h 1507261"/>
                <a:gd name="connsiteX0" fmla="*/ 15793 w 934032"/>
                <a:gd name="connsiteY0" fmla="*/ 1465645 h 1546250"/>
                <a:gd name="connsiteX1" fmla="*/ 245731 w 934032"/>
                <a:gd name="connsiteY1" fmla="*/ 89414 h 1546250"/>
                <a:gd name="connsiteX2" fmla="*/ 934032 w 934032"/>
                <a:gd name="connsiteY2" fmla="*/ 343413 h 1546250"/>
                <a:gd name="connsiteX3" fmla="*/ 512431 w 934032"/>
                <a:gd name="connsiteY3" fmla="*/ 346326 h 1546250"/>
                <a:gd name="connsiteX4" fmla="*/ 629233 w 934032"/>
                <a:gd name="connsiteY4" fmla="*/ 1270514 h 1546250"/>
                <a:gd name="connsiteX5" fmla="*/ 15793 w 934032"/>
                <a:gd name="connsiteY5" fmla="*/ 1465645 h 1546250"/>
                <a:gd name="connsiteX0" fmla="*/ 16775 w 935014"/>
                <a:gd name="connsiteY0" fmla="*/ 1437100 h 1447218"/>
                <a:gd name="connsiteX1" fmla="*/ 179365 w 935014"/>
                <a:gd name="connsiteY1" fmla="*/ 1051467 h 1447218"/>
                <a:gd name="connsiteX2" fmla="*/ 246713 w 935014"/>
                <a:gd name="connsiteY2" fmla="*/ 60869 h 1447218"/>
                <a:gd name="connsiteX3" fmla="*/ 935014 w 935014"/>
                <a:gd name="connsiteY3" fmla="*/ 314868 h 1447218"/>
                <a:gd name="connsiteX4" fmla="*/ 513413 w 935014"/>
                <a:gd name="connsiteY4" fmla="*/ 317781 h 1447218"/>
                <a:gd name="connsiteX5" fmla="*/ 630215 w 935014"/>
                <a:gd name="connsiteY5" fmla="*/ 1241969 h 1447218"/>
                <a:gd name="connsiteX6" fmla="*/ 16775 w 935014"/>
                <a:gd name="connsiteY6" fmla="*/ 1437100 h 1447218"/>
                <a:gd name="connsiteX0" fmla="*/ 16775 w 935014"/>
                <a:gd name="connsiteY0" fmla="*/ 1541477 h 1551595"/>
                <a:gd name="connsiteX1" fmla="*/ 179365 w 935014"/>
                <a:gd name="connsiteY1" fmla="*/ 1155844 h 1551595"/>
                <a:gd name="connsiteX2" fmla="*/ 246713 w 935014"/>
                <a:gd name="connsiteY2" fmla="*/ 165246 h 1551595"/>
                <a:gd name="connsiteX3" fmla="*/ 935014 w 935014"/>
                <a:gd name="connsiteY3" fmla="*/ 419245 h 1551595"/>
                <a:gd name="connsiteX4" fmla="*/ 513413 w 935014"/>
                <a:gd name="connsiteY4" fmla="*/ 422158 h 1551595"/>
                <a:gd name="connsiteX5" fmla="*/ 630215 w 935014"/>
                <a:gd name="connsiteY5" fmla="*/ 1346346 h 1551595"/>
                <a:gd name="connsiteX6" fmla="*/ 16775 w 935014"/>
                <a:gd name="connsiteY6" fmla="*/ 1541477 h 1551595"/>
                <a:gd name="connsiteX0" fmla="*/ 16775 w 935014"/>
                <a:gd name="connsiteY0" fmla="*/ 1448380 h 1458498"/>
                <a:gd name="connsiteX1" fmla="*/ 179365 w 935014"/>
                <a:gd name="connsiteY1" fmla="*/ 1062747 h 1458498"/>
                <a:gd name="connsiteX2" fmla="*/ 246713 w 935014"/>
                <a:gd name="connsiteY2" fmla="*/ 72149 h 1458498"/>
                <a:gd name="connsiteX3" fmla="*/ 935014 w 935014"/>
                <a:gd name="connsiteY3" fmla="*/ 326148 h 1458498"/>
                <a:gd name="connsiteX4" fmla="*/ 513413 w 935014"/>
                <a:gd name="connsiteY4" fmla="*/ 329061 h 1458498"/>
                <a:gd name="connsiteX5" fmla="*/ 630215 w 935014"/>
                <a:gd name="connsiteY5" fmla="*/ 1253249 h 1458498"/>
                <a:gd name="connsiteX6" fmla="*/ 16775 w 935014"/>
                <a:gd name="connsiteY6" fmla="*/ 1448380 h 1458498"/>
                <a:gd name="connsiteX0" fmla="*/ 16775 w 935014"/>
                <a:gd name="connsiteY0" fmla="*/ 1448380 h 1458498"/>
                <a:gd name="connsiteX1" fmla="*/ 179365 w 935014"/>
                <a:gd name="connsiteY1" fmla="*/ 1062747 h 1458498"/>
                <a:gd name="connsiteX2" fmla="*/ 246713 w 935014"/>
                <a:gd name="connsiteY2" fmla="*/ 72149 h 1458498"/>
                <a:gd name="connsiteX3" fmla="*/ 935014 w 935014"/>
                <a:gd name="connsiteY3" fmla="*/ 326148 h 1458498"/>
                <a:gd name="connsiteX4" fmla="*/ 513413 w 935014"/>
                <a:gd name="connsiteY4" fmla="*/ 329061 h 1458498"/>
                <a:gd name="connsiteX5" fmla="*/ 630215 w 935014"/>
                <a:gd name="connsiteY5" fmla="*/ 1253249 h 1458498"/>
                <a:gd name="connsiteX6" fmla="*/ 16775 w 935014"/>
                <a:gd name="connsiteY6" fmla="*/ 1448380 h 1458498"/>
                <a:gd name="connsiteX0" fmla="*/ 14597 w 970936"/>
                <a:gd name="connsiteY0" fmla="*/ 1448380 h 1458498"/>
                <a:gd name="connsiteX1" fmla="*/ 215287 w 970936"/>
                <a:gd name="connsiteY1" fmla="*/ 1062747 h 1458498"/>
                <a:gd name="connsiteX2" fmla="*/ 282635 w 970936"/>
                <a:gd name="connsiteY2" fmla="*/ 72149 h 1458498"/>
                <a:gd name="connsiteX3" fmla="*/ 970936 w 970936"/>
                <a:gd name="connsiteY3" fmla="*/ 326148 h 1458498"/>
                <a:gd name="connsiteX4" fmla="*/ 549335 w 970936"/>
                <a:gd name="connsiteY4" fmla="*/ 329061 h 1458498"/>
                <a:gd name="connsiteX5" fmla="*/ 666137 w 970936"/>
                <a:gd name="connsiteY5" fmla="*/ 1253249 h 1458498"/>
                <a:gd name="connsiteX6" fmla="*/ 14597 w 970936"/>
                <a:gd name="connsiteY6" fmla="*/ 1448380 h 1458498"/>
                <a:gd name="connsiteX0" fmla="*/ 14597 w 970936"/>
                <a:gd name="connsiteY0" fmla="*/ 1448380 h 1494804"/>
                <a:gd name="connsiteX1" fmla="*/ 215287 w 970936"/>
                <a:gd name="connsiteY1" fmla="*/ 1062747 h 1494804"/>
                <a:gd name="connsiteX2" fmla="*/ 282635 w 970936"/>
                <a:gd name="connsiteY2" fmla="*/ 72149 h 1494804"/>
                <a:gd name="connsiteX3" fmla="*/ 970936 w 970936"/>
                <a:gd name="connsiteY3" fmla="*/ 326148 h 1494804"/>
                <a:gd name="connsiteX4" fmla="*/ 549335 w 970936"/>
                <a:gd name="connsiteY4" fmla="*/ 329061 h 1494804"/>
                <a:gd name="connsiteX5" fmla="*/ 666137 w 970936"/>
                <a:gd name="connsiteY5" fmla="*/ 1253249 h 1494804"/>
                <a:gd name="connsiteX6" fmla="*/ 14597 w 970936"/>
                <a:gd name="connsiteY6" fmla="*/ 1448380 h 1494804"/>
                <a:gd name="connsiteX0" fmla="*/ 14597 w 970936"/>
                <a:gd name="connsiteY0" fmla="*/ 1448380 h 1517233"/>
                <a:gd name="connsiteX1" fmla="*/ 215287 w 970936"/>
                <a:gd name="connsiteY1" fmla="*/ 1062747 h 1517233"/>
                <a:gd name="connsiteX2" fmla="*/ 282635 w 970936"/>
                <a:gd name="connsiteY2" fmla="*/ 72149 h 1517233"/>
                <a:gd name="connsiteX3" fmla="*/ 970936 w 970936"/>
                <a:gd name="connsiteY3" fmla="*/ 326148 h 1517233"/>
                <a:gd name="connsiteX4" fmla="*/ 549335 w 970936"/>
                <a:gd name="connsiteY4" fmla="*/ 329061 h 1517233"/>
                <a:gd name="connsiteX5" fmla="*/ 666137 w 970936"/>
                <a:gd name="connsiteY5" fmla="*/ 1253249 h 1517233"/>
                <a:gd name="connsiteX6" fmla="*/ 14597 w 970936"/>
                <a:gd name="connsiteY6" fmla="*/ 1448380 h 1517233"/>
                <a:gd name="connsiteX0" fmla="*/ 14597 w 970936"/>
                <a:gd name="connsiteY0" fmla="*/ 1448380 h 1517233"/>
                <a:gd name="connsiteX1" fmla="*/ 215287 w 970936"/>
                <a:gd name="connsiteY1" fmla="*/ 1062747 h 1517233"/>
                <a:gd name="connsiteX2" fmla="*/ 282635 w 970936"/>
                <a:gd name="connsiteY2" fmla="*/ 72149 h 1517233"/>
                <a:gd name="connsiteX3" fmla="*/ 970936 w 970936"/>
                <a:gd name="connsiteY3" fmla="*/ 326148 h 1517233"/>
                <a:gd name="connsiteX4" fmla="*/ 549335 w 970936"/>
                <a:gd name="connsiteY4" fmla="*/ 329061 h 1517233"/>
                <a:gd name="connsiteX5" fmla="*/ 666137 w 970936"/>
                <a:gd name="connsiteY5" fmla="*/ 1253249 h 1517233"/>
                <a:gd name="connsiteX6" fmla="*/ 14597 w 970936"/>
                <a:gd name="connsiteY6" fmla="*/ 1448380 h 1517233"/>
                <a:gd name="connsiteX0" fmla="*/ 12092 w 968431"/>
                <a:gd name="connsiteY0" fmla="*/ 1448380 h 1497223"/>
                <a:gd name="connsiteX1" fmla="*/ 212782 w 968431"/>
                <a:gd name="connsiteY1" fmla="*/ 1062747 h 1497223"/>
                <a:gd name="connsiteX2" fmla="*/ 280130 w 968431"/>
                <a:gd name="connsiteY2" fmla="*/ 72149 h 1497223"/>
                <a:gd name="connsiteX3" fmla="*/ 968431 w 968431"/>
                <a:gd name="connsiteY3" fmla="*/ 326148 h 1497223"/>
                <a:gd name="connsiteX4" fmla="*/ 546830 w 968431"/>
                <a:gd name="connsiteY4" fmla="*/ 329061 h 1497223"/>
                <a:gd name="connsiteX5" fmla="*/ 612832 w 968431"/>
                <a:gd name="connsiteY5" fmla="*/ 1215149 h 1497223"/>
                <a:gd name="connsiteX6" fmla="*/ 12092 w 968431"/>
                <a:gd name="connsiteY6" fmla="*/ 1448380 h 1497223"/>
                <a:gd name="connsiteX0" fmla="*/ 12092 w 968431"/>
                <a:gd name="connsiteY0" fmla="*/ 1448380 h 1519644"/>
                <a:gd name="connsiteX1" fmla="*/ 212782 w 968431"/>
                <a:gd name="connsiteY1" fmla="*/ 1062747 h 1519644"/>
                <a:gd name="connsiteX2" fmla="*/ 280130 w 968431"/>
                <a:gd name="connsiteY2" fmla="*/ 72149 h 1519644"/>
                <a:gd name="connsiteX3" fmla="*/ 968431 w 968431"/>
                <a:gd name="connsiteY3" fmla="*/ 326148 h 1519644"/>
                <a:gd name="connsiteX4" fmla="*/ 546830 w 968431"/>
                <a:gd name="connsiteY4" fmla="*/ 329061 h 1519644"/>
                <a:gd name="connsiteX5" fmla="*/ 612832 w 968431"/>
                <a:gd name="connsiteY5" fmla="*/ 1215149 h 1519644"/>
                <a:gd name="connsiteX6" fmla="*/ 12092 w 968431"/>
                <a:gd name="connsiteY6" fmla="*/ 1448380 h 1519644"/>
                <a:gd name="connsiteX0" fmla="*/ 12092 w 968431"/>
                <a:gd name="connsiteY0" fmla="*/ 1448380 h 1519644"/>
                <a:gd name="connsiteX1" fmla="*/ 212782 w 968431"/>
                <a:gd name="connsiteY1" fmla="*/ 1062747 h 1519644"/>
                <a:gd name="connsiteX2" fmla="*/ 280130 w 968431"/>
                <a:gd name="connsiteY2" fmla="*/ 72149 h 1519644"/>
                <a:gd name="connsiteX3" fmla="*/ 968431 w 968431"/>
                <a:gd name="connsiteY3" fmla="*/ 326148 h 1519644"/>
                <a:gd name="connsiteX4" fmla="*/ 546830 w 968431"/>
                <a:gd name="connsiteY4" fmla="*/ 329061 h 1519644"/>
                <a:gd name="connsiteX5" fmla="*/ 612832 w 968431"/>
                <a:gd name="connsiteY5" fmla="*/ 1215149 h 1519644"/>
                <a:gd name="connsiteX6" fmla="*/ 12092 w 968431"/>
                <a:gd name="connsiteY6" fmla="*/ 1448380 h 1519644"/>
                <a:gd name="connsiteX0" fmla="*/ 11563 w 980602"/>
                <a:gd name="connsiteY0" fmla="*/ 1461080 h 1526278"/>
                <a:gd name="connsiteX1" fmla="*/ 224953 w 980602"/>
                <a:gd name="connsiteY1" fmla="*/ 1062747 h 1526278"/>
                <a:gd name="connsiteX2" fmla="*/ 292301 w 980602"/>
                <a:gd name="connsiteY2" fmla="*/ 72149 h 1526278"/>
                <a:gd name="connsiteX3" fmla="*/ 980602 w 980602"/>
                <a:gd name="connsiteY3" fmla="*/ 326148 h 1526278"/>
                <a:gd name="connsiteX4" fmla="*/ 559001 w 980602"/>
                <a:gd name="connsiteY4" fmla="*/ 329061 h 1526278"/>
                <a:gd name="connsiteX5" fmla="*/ 625003 w 980602"/>
                <a:gd name="connsiteY5" fmla="*/ 1215149 h 1526278"/>
                <a:gd name="connsiteX6" fmla="*/ 11563 w 980602"/>
                <a:gd name="connsiteY6" fmla="*/ 1461080 h 1526278"/>
                <a:gd name="connsiteX0" fmla="*/ 11563 w 980602"/>
                <a:gd name="connsiteY0" fmla="*/ 1461080 h 1467950"/>
                <a:gd name="connsiteX1" fmla="*/ 224953 w 980602"/>
                <a:gd name="connsiteY1" fmla="*/ 1062747 h 1467950"/>
                <a:gd name="connsiteX2" fmla="*/ 292301 w 980602"/>
                <a:gd name="connsiteY2" fmla="*/ 72149 h 1467950"/>
                <a:gd name="connsiteX3" fmla="*/ 980602 w 980602"/>
                <a:gd name="connsiteY3" fmla="*/ 326148 h 1467950"/>
                <a:gd name="connsiteX4" fmla="*/ 559001 w 980602"/>
                <a:gd name="connsiteY4" fmla="*/ 329061 h 1467950"/>
                <a:gd name="connsiteX5" fmla="*/ 625003 w 980602"/>
                <a:gd name="connsiteY5" fmla="*/ 1215149 h 1467950"/>
                <a:gd name="connsiteX6" fmla="*/ 11563 w 980602"/>
                <a:gd name="connsiteY6" fmla="*/ 1461080 h 146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0602" h="1467950">
                  <a:moveTo>
                    <a:pt x="11563" y="1461080"/>
                  </a:moveTo>
                  <a:cubicBezTo>
                    <a:pt x="-55112" y="1435680"/>
                    <a:pt x="186630" y="1292119"/>
                    <a:pt x="224953" y="1062747"/>
                  </a:cubicBezTo>
                  <a:cubicBezTo>
                    <a:pt x="-22474" y="306325"/>
                    <a:pt x="121910" y="220316"/>
                    <a:pt x="292301" y="72149"/>
                  </a:cubicBezTo>
                  <a:cubicBezTo>
                    <a:pt x="462692" y="-76018"/>
                    <a:pt x="839844" y="1813"/>
                    <a:pt x="980602" y="326148"/>
                  </a:cubicBezTo>
                  <a:cubicBezTo>
                    <a:pt x="925346" y="353378"/>
                    <a:pt x="609801" y="174544"/>
                    <a:pt x="559001" y="329061"/>
                  </a:cubicBezTo>
                  <a:cubicBezTo>
                    <a:pt x="508201" y="483578"/>
                    <a:pt x="763868" y="834921"/>
                    <a:pt x="625003" y="1215149"/>
                  </a:cubicBezTo>
                  <a:cubicBezTo>
                    <a:pt x="416288" y="1449327"/>
                    <a:pt x="78238" y="1486480"/>
                    <a:pt x="11563" y="146108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9097A9"/>
                </a:gs>
                <a:gs pos="29000">
                  <a:srgbClr val="E6D2C2"/>
                </a:gs>
                <a:gs pos="69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: Rounded Corners 3">
              <a:extLst>
                <a:ext uri="{FF2B5EF4-FFF2-40B4-BE49-F238E27FC236}">
                  <a16:creationId xmlns:a16="http://schemas.microsoft.com/office/drawing/2014/main" id="{115B068E-4C26-4ABF-B46E-E5C2561CF2AF}"/>
                </a:ext>
              </a:extLst>
            </p:cNvPr>
            <p:cNvSpPr/>
            <p:nvPr/>
          </p:nvSpPr>
          <p:spPr>
            <a:xfrm rot="1758487">
              <a:off x="7818273" y="4070114"/>
              <a:ext cx="1460167" cy="2147968"/>
            </a:xfrm>
            <a:custGeom>
              <a:avLst/>
              <a:gdLst>
                <a:gd name="connsiteX0" fmla="*/ 0 w 530016"/>
                <a:gd name="connsiteY0" fmla="*/ 88338 h 574190"/>
                <a:gd name="connsiteX1" fmla="*/ 88338 w 530016"/>
                <a:gd name="connsiteY1" fmla="*/ 0 h 574190"/>
                <a:gd name="connsiteX2" fmla="*/ 441678 w 530016"/>
                <a:gd name="connsiteY2" fmla="*/ 0 h 574190"/>
                <a:gd name="connsiteX3" fmla="*/ 530016 w 530016"/>
                <a:gd name="connsiteY3" fmla="*/ 88338 h 574190"/>
                <a:gd name="connsiteX4" fmla="*/ 530016 w 530016"/>
                <a:gd name="connsiteY4" fmla="*/ 485852 h 574190"/>
                <a:gd name="connsiteX5" fmla="*/ 441678 w 530016"/>
                <a:gd name="connsiteY5" fmla="*/ 574190 h 574190"/>
                <a:gd name="connsiteX6" fmla="*/ 88338 w 530016"/>
                <a:gd name="connsiteY6" fmla="*/ 574190 h 574190"/>
                <a:gd name="connsiteX7" fmla="*/ 0 w 530016"/>
                <a:gd name="connsiteY7" fmla="*/ 485852 h 574190"/>
                <a:gd name="connsiteX8" fmla="*/ 0 w 530016"/>
                <a:gd name="connsiteY8" fmla="*/ 88338 h 574190"/>
                <a:gd name="connsiteX0" fmla="*/ 0 w 977428"/>
                <a:gd name="connsiteY0" fmla="*/ 88338 h 1289018"/>
                <a:gd name="connsiteX1" fmla="*/ 88338 w 977428"/>
                <a:gd name="connsiteY1" fmla="*/ 0 h 1289018"/>
                <a:gd name="connsiteX2" fmla="*/ 441678 w 977428"/>
                <a:gd name="connsiteY2" fmla="*/ 0 h 1289018"/>
                <a:gd name="connsiteX3" fmla="*/ 530016 w 977428"/>
                <a:gd name="connsiteY3" fmla="*/ 88338 h 1289018"/>
                <a:gd name="connsiteX4" fmla="*/ 530016 w 977428"/>
                <a:gd name="connsiteY4" fmla="*/ 485852 h 1289018"/>
                <a:gd name="connsiteX5" fmla="*/ 974031 w 977428"/>
                <a:gd name="connsiteY5" fmla="*/ 1289018 h 1289018"/>
                <a:gd name="connsiteX6" fmla="*/ 88338 w 977428"/>
                <a:gd name="connsiteY6" fmla="*/ 574190 h 1289018"/>
                <a:gd name="connsiteX7" fmla="*/ 0 w 977428"/>
                <a:gd name="connsiteY7" fmla="*/ 485852 h 1289018"/>
                <a:gd name="connsiteX8" fmla="*/ 0 w 977428"/>
                <a:gd name="connsiteY8" fmla="*/ 88338 h 1289018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0 w 993148"/>
                <a:gd name="connsiteY8" fmla="*/ 485852 h 1460963"/>
                <a:gd name="connsiteX9" fmla="*/ 0 w 993148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3148" h="1460963">
                  <a:moveTo>
                    <a:pt x="0" y="88338"/>
                  </a:moveTo>
                  <a:cubicBezTo>
                    <a:pt x="0" y="39550"/>
                    <a:pt x="39550" y="0"/>
                    <a:pt x="88338" y="0"/>
                  </a:cubicBezTo>
                  <a:lnTo>
                    <a:pt x="441678" y="0"/>
                  </a:lnTo>
                  <a:cubicBezTo>
                    <a:pt x="490466" y="0"/>
                    <a:pt x="530016" y="39550"/>
                    <a:pt x="530016" y="88338"/>
                  </a:cubicBezTo>
                  <a:lnTo>
                    <a:pt x="530016" y="485852"/>
                  </a:lnTo>
                  <a:cubicBezTo>
                    <a:pt x="558906" y="605213"/>
                    <a:pt x="428035" y="670053"/>
                    <a:pt x="502038" y="803914"/>
                  </a:cubicBezTo>
                  <a:cubicBezTo>
                    <a:pt x="560653" y="972629"/>
                    <a:pt x="987925" y="1151399"/>
                    <a:pt x="993148" y="1260809"/>
                  </a:cubicBezTo>
                  <a:cubicBezTo>
                    <a:pt x="927589" y="1353834"/>
                    <a:pt x="852473" y="1460963"/>
                    <a:pt x="734693" y="1460963"/>
                  </a:cubicBezTo>
                  <a:cubicBezTo>
                    <a:pt x="614645" y="1394604"/>
                    <a:pt x="268712" y="1017594"/>
                    <a:pt x="146263" y="855076"/>
                  </a:cubicBezTo>
                  <a:cubicBezTo>
                    <a:pt x="23814" y="692558"/>
                    <a:pt x="45476" y="614905"/>
                    <a:pt x="0" y="485852"/>
                  </a:cubicBezTo>
                  <a:lnTo>
                    <a:pt x="0" y="8833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: Rounded Corners 3">
              <a:extLst>
                <a:ext uri="{FF2B5EF4-FFF2-40B4-BE49-F238E27FC236}">
                  <a16:creationId xmlns:a16="http://schemas.microsoft.com/office/drawing/2014/main" id="{359FB94B-270C-40DF-8BF3-07B28599D5C3}"/>
                </a:ext>
              </a:extLst>
            </p:cNvPr>
            <p:cNvSpPr/>
            <p:nvPr/>
          </p:nvSpPr>
          <p:spPr>
            <a:xfrm rot="1758487">
              <a:off x="9080952" y="4112658"/>
              <a:ext cx="1784261" cy="2171637"/>
            </a:xfrm>
            <a:custGeom>
              <a:avLst/>
              <a:gdLst>
                <a:gd name="connsiteX0" fmla="*/ 0 w 530016"/>
                <a:gd name="connsiteY0" fmla="*/ 88338 h 574190"/>
                <a:gd name="connsiteX1" fmla="*/ 88338 w 530016"/>
                <a:gd name="connsiteY1" fmla="*/ 0 h 574190"/>
                <a:gd name="connsiteX2" fmla="*/ 441678 w 530016"/>
                <a:gd name="connsiteY2" fmla="*/ 0 h 574190"/>
                <a:gd name="connsiteX3" fmla="*/ 530016 w 530016"/>
                <a:gd name="connsiteY3" fmla="*/ 88338 h 574190"/>
                <a:gd name="connsiteX4" fmla="*/ 530016 w 530016"/>
                <a:gd name="connsiteY4" fmla="*/ 485852 h 574190"/>
                <a:gd name="connsiteX5" fmla="*/ 441678 w 530016"/>
                <a:gd name="connsiteY5" fmla="*/ 574190 h 574190"/>
                <a:gd name="connsiteX6" fmla="*/ 88338 w 530016"/>
                <a:gd name="connsiteY6" fmla="*/ 574190 h 574190"/>
                <a:gd name="connsiteX7" fmla="*/ 0 w 530016"/>
                <a:gd name="connsiteY7" fmla="*/ 485852 h 574190"/>
                <a:gd name="connsiteX8" fmla="*/ 0 w 530016"/>
                <a:gd name="connsiteY8" fmla="*/ 88338 h 574190"/>
                <a:gd name="connsiteX0" fmla="*/ 0 w 977428"/>
                <a:gd name="connsiteY0" fmla="*/ 88338 h 1289018"/>
                <a:gd name="connsiteX1" fmla="*/ 88338 w 977428"/>
                <a:gd name="connsiteY1" fmla="*/ 0 h 1289018"/>
                <a:gd name="connsiteX2" fmla="*/ 441678 w 977428"/>
                <a:gd name="connsiteY2" fmla="*/ 0 h 1289018"/>
                <a:gd name="connsiteX3" fmla="*/ 530016 w 977428"/>
                <a:gd name="connsiteY3" fmla="*/ 88338 h 1289018"/>
                <a:gd name="connsiteX4" fmla="*/ 530016 w 977428"/>
                <a:gd name="connsiteY4" fmla="*/ 485852 h 1289018"/>
                <a:gd name="connsiteX5" fmla="*/ 974031 w 977428"/>
                <a:gd name="connsiteY5" fmla="*/ 1289018 h 1289018"/>
                <a:gd name="connsiteX6" fmla="*/ 88338 w 977428"/>
                <a:gd name="connsiteY6" fmla="*/ 574190 h 1289018"/>
                <a:gd name="connsiteX7" fmla="*/ 0 w 977428"/>
                <a:gd name="connsiteY7" fmla="*/ 485852 h 1289018"/>
                <a:gd name="connsiteX8" fmla="*/ 0 w 977428"/>
                <a:gd name="connsiteY8" fmla="*/ 88338 h 1289018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0 w 993148"/>
                <a:gd name="connsiteY8" fmla="*/ 485852 h 1460963"/>
                <a:gd name="connsiteX9" fmla="*/ 0 w 993148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441678 w 993148"/>
                <a:gd name="connsiteY1" fmla="*/ 0 h 1460963"/>
                <a:gd name="connsiteX2" fmla="*/ 530016 w 993148"/>
                <a:gd name="connsiteY2" fmla="*/ 88338 h 1460963"/>
                <a:gd name="connsiteX3" fmla="*/ 530016 w 993148"/>
                <a:gd name="connsiteY3" fmla="*/ 485852 h 1460963"/>
                <a:gd name="connsiteX4" fmla="*/ 502038 w 993148"/>
                <a:gd name="connsiteY4" fmla="*/ 803914 h 1460963"/>
                <a:gd name="connsiteX5" fmla="*/ 993148 w 993148"/>
                <a:gd name="connsiteY5" fmla="*/ 1260809 h 1460963"/>
                <a:gd name="connsiteX6" fmla="*/ 734693 w 993148"/>
                <a:gd name="connsiteY6" fmla="*/ 1460963 h 1460963"/>
                <a:gd name="connsiteX7" fmla="*/ 146263 w 993148"/>
                <a:gd name="connsiteY7" fmla="*/ 855076 h 1460963"/>
                <a:gd name="connsiteX8" fmla="*/ 0 w 993148"/>
                <a:gd name="connsiteY8" fmla="*/ 485852 h 1460963"/>
                <a:gd name="connsiteX9" fmla="*/ 0 w 993148"/>
                <a:gd name="connsiteY9" fmla="*/ 88338 h 1460963"/>
                <a:gd name="connsiteX0" fmla="*/ 0 w 993148"/>
                <a:gd name="connsiteY0" fmla="*/ 88338 h 1460963"/>
                <a:gd name="connsiteX1" fmla="*/ 441678 w 993148"/>
                <a:gd name="connsiteY1" fmla="*/ 0 h 1460963"/>
                <a:gd name="connsiteX2" fmla="*/ 530016 w 993148"/>
                <a:gd name="connsiteY2" fmla="*/ 485852 h 1460963"/>
                <a:gd name="connsiteX3" fmla="*/ 502038 w 993148"/>
                <a:gd name="connsiteY3" fmla="*/ 803914 h 1460963"/>
                <a:gd name="connsiteX4" fmla="*/ 993148 w 993148"/>
                <a:gd name="connsiteY4" fmla="*/ 1260809 h 1460963"/>
                <a:gd name="connsiteX5" fmla="*/ 734693 w 993148"/>
                <a:gd name="connsiteY5" fmla="*/ 1460963 h 1460963"/>
                <a:gd name="connsiteX6" fmla="*/ 146263 w 993148"/>
                <a:gd name="connsiteY6" fmla="*/ 855076 h 1460963"/>
                <a:gd name="connsiteX7" fmla="*/ 0 w 993148"/>
                <a:gd name="connsiteY7" fmla="*/ 485852 h 1460963"/>
                <a:gd name="connsiteX8" fmla="*/ 0 w 993148"/>
                <a:gd name="connsiteY8" fmla="*/ 88338 h 1460963"/>
                <a:gd name="connsiteX0" fmla="*/ 0 w 993148"/>
                <a:gd name="connsiteY0" fmla="*/ 104437 h 1477062"/>
                <a:gd name="connsiteX1" fmla="*/ 65623 w 993148"/>
                <a:gd name="connsiteY1" fmla="*/ 0 h 1477062"/>
                <a:gd name="connsiteX2" fmla="*/ 530016 w 993148"/>
                <a:gd name="connsiteY2" fmla="*/ 501951 h 1477062"/>
                <a:gd name="connsiteX3" fmla="*/ 502038 w 993148"/>
                <a:gd name="connsiteY3" fmla="*/ 820013 h 1477062"/>
                <a:gd name="connsiteX4" fmla="*/ 993148 w 993148"/>
                <a:gd name="connsiteY4" fmla="*/ 1276908 h 1477062"/>
                <a:gd name="connsiteX5" fmla="*/ 734693 w 993148"/>
                <a:gd name="connsiteY5" fmla="*/ 1477062 h 1477062"/>
                <a:gd name="connsiteX6" fmla="*/ 146263 w 993148"/>
                <a:gd name="connsiteY6" fmla="*/ 871175 h 1477062"/>
                <a:gd name="connsiteX7" fmla="*/ 0 w 993148"/>
                <a:gd name="connsiteY7" fmla="*/ 501951 h 1477062"/>
                <a:gd name="connsiteX8" fmla="*/ 0 w 993148"/>
                <a:gd name="connsiteY8" fmla="*/ 10443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750452 w 1213584"/>
                <a:gd name="connsiteY2" fmla="*/ 501951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220436 w 1213584"/>
                <a:gd name="connsiteY7" fmla="*/ 501951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347245 w 1213584"/>
                <a:gd name="connsiteY2" fmla="*/ 203984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220436 w 1213584"/>
                <a:gd name="connsiteY7" fmla="*/ 501951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347245 w 1213584"/>
                <a:gd name="connsiteY2" fmla="*/ 203984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3584" h="1477062">
                  <a:moveTo>
                    <a:pt x="0" y="132057"/>
                  </a:moveTo>
                  <a:cubicBezTo>
                    <a:pt x="73613" y="51082"/>
                    <a:pt x="197723" y="0"/>
                    <a:pt x="286059" y="0"/>
                  </a:cubicBezTo>
                  <a:cubicBezTo>
                    <a:pt x="374395" y="66252"/>
                    <a:pt x="337185" y="69998"/>
                    <a:pt x="347245" y="203984"/>
                  </a:cubicBezTo>
                  <a:cubicBezTo>
                    <a:pt x="376135" y="323345"/>
                    <a:pt x="648471" y="686152"/>
                    <a:pt x="722474" y="820013"/>
                  </a:cubicBezTo>
                  <a:cubicBezTo>
                    <a:pt x="781089" y="988728"/>
                    <a:pt x="1208361" y="1167498"/>
                    <a:pt x="1213584" y="1276908"/>
                  </a:cubicBezTo>
                  <a:cubicBezTo>
                    <a:pt x="1148025" y="1369933"/>
                    <a:pt x="1072909" y="1477062"/>
                    <a:pt x="955129" y="1477062"/>
                  </a:cubicBezTo>
                  <a:cubicBezTo>
                    <a:pt x="835081" y="1410703"/>
                    <a:pt x="489148" y="1033693"/>
                    <a:pt x="366699" y="871175"/>
                  </a:cubicBezTo>
                  <a:cubicBezTo>
                    <a:pt x="244250" y="708657"/>
                    <a:pt x="154705" y="588568"/>
                    <a:pt x="109229" y="459515"/>
                  </a:cubicBezTo>
                  <a:lnTo>
                    <a:pt x="0" y="13205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3E6DF44E-EEFA-4976-AECF-DCE8E945A54F}"/>
                </a:ext>
              </a:extLst>
            </p:cNvPr>
            <p:cNvSpPr/>
            <p:nvPr/>
          </p:nvSpPr>
          <p:spPr>
            <a:xfrm rot="2012247">
              <a:off x="8842823" y="1278786"/>
              <a:ext cx="1164439" cy="2374127"/>
            </a:xfrm>
            <a:custGeom>
              <a:avLst/>
              <a:gdLst>
                <a:gd name="connsiteX0" fmla="*/ 0 w 486172"/>
                <a:gd name="connsiteY0" fmla="*/ 0 h 749480"/>
                <a:gd name="connsiteX1" fmla="*/ 486172 w 486172"/>
                <a:gd name="connsiteY1" fmla="*/ 0 h 749480"/>
                <a:gd name="connsiteX2" fmla="*/ 486172 w 486172"/>
                <a:gd name="connsiteY2" fmla="*/ 749480 h 749480"/>
                <a:gd name="connsiteX3" fmla="*/ 0 w 486172"/>
                <a:gd name="connsiteY3" fmla="*/ 749480 h 749480"/>
                <a:gd name="connsiteX4" fmla="*/ 0 w 486172"/>
                <a:gd name="connsiteY4" fmla="*/ 0 h 749480"/>
                <a:gd name="connsiteX0" fmla="*/ 242718 w 728890"/>
                <a:gd name="connsiteY0" fmla="*/ 0 h 749480"/>
                <a:gd name="connsiteX1" fmla="*/ 728890 w 728890"/>
                <a:gd name="connsiteY1" fmla="*/ 0 h 749480"/>
                <a:gd name="connsiteX2" fmla="*/ 728890 w 728890"/>
                <a:gd name="connsiteY2" fmla="*/ 749480 h 749480"/>
                <a:gd name="connsiteX3" fmla="*/ 242718 w 728890"/>
                <a:gd name="connsiteY3" fmla="*/ 749480 h 749480"/>
                <a:gd name="connsiteX4" fmla="*/ 0 w 728890"/>
                <a:gd name="connsiteY4" fmla="*/ 522950 h 749480"/>
                <a:gd name="connsiteX5" fmla="*/ 242718 w 728890"/>
                <a:gd name="connsiteY5" fmla="*/ 0 h 749480"/>
                <a:gd name="connsiteX0" fmla="*/ 250909 w 737081"/>
                <a:gd name="connsiteY0" fmla="*/ 0 h 749480"/>
                <a:gd name="connsiteX1" fmla="*/ 737081 w 737081"/>
                <a:gd name="connsiteY1" fmla="*/ 0 h 749480"/>
                <a:gd name="connsiteX2" fmla="*/ 737081 w 737081"/>
                <a:gd name="connsiteY2" fmla="*/ 749480 h 749480"/>
                <a:gd name="connsiteX3" fmla="*/ 250909 w 737081"/>
                <a:gd name="connsiteY3" fmla="*/ 749480 h 749480"/>
                <a:gd name="connsiteX4" fmla="*/ 94388 w 737081"/>
                <a:gd name="connsiteY4" fmla="*/ 561045 h 749480"/>
                <a:gd name="connsiteX5" fmla="*/ 8191 w 737081"/>
                <a:gd name="connsiteY5" fmla="*/ 522950 h 749480"/>
                <a:gd name="connsiteX6" fmla="*/ 250909 w 737081"/>
                <a:gd name="connsiteY6" fmla="*/ 0 h 749480"/>
                <a:gd name="connsiteX0" fmla="*/ 257494 w 743666"/>
                <a:gd name="connsiteY0" fmla="*/ 0 h 933608"/>
                <a:gd name="connsiteX1" fmla="*/ 743666 w 743666"/>
                <a:gd name="connsiteY1" fmla="*/ 0 h 933608"/>
                <a:gd name="connsiteX2" fmla="*/ 743666 w 743666"/>
                <a:gd name="connsiteY2" fmla="*/ 749480 h 933608"/>
                <a:gd name="connsiteX3" fmla="*/ 257494 w 743666"/>
                <a:gd name="connsiteY3" fmla="*/ 749480 h 933608"/>
                <a:gd name="connsiteX4" fmla="*/ 3124 w 743666"/>
                <a:gd name="connsiteY4" fmla="*/ 930632 h 933608"/>
                <a:gd name="connsiteX5" fmla="*/ 100973 w 743666"/>
                <a:gd name="connsiteY5" fmla="*/ 561045 h 933608"/>
                <a:gd name="connsiteX6" fmla="*/ 14776 w 743666"/>
                <a:gd name="connsiteY6" fmla="*/ 522950 h 933608"/>
                <a:gd name="connsiteX7" fmla="*/ 257494 w 743666"/>
                <a:gd name="connsiteY7" fmla="*/ 0 h 933608"/>
                <a:gd name="connsiteX0" fmla="*/ 254373 w 740545"/>
                <a:gd name="connsiteY0" fmla="*/ 0 h 953229"/>
                <a:gd name="connsiteX1" fmla="*/ 740545 w 740545"/>
                <a:gd name="connsiteY1" fmla="*/ 0 h 953229"/>
                <a:gd name="connsiteX2" fmla="*/ 740545 w 740545"/>
                <a:gd name="connsiteY2" fmla="*/ 749480 h 953229"/>
                <a:gd name="connsiteX3" fmla="*/ 254373 w 740545"/>
                <a:gd name="connsiteY3" fmla="*/ 749480 h 953229"/>
                <a:gd name="connsiteX4" fmla="*/ 140081 w 740545"/>
                <a:gd name="connsiteY4" fmla="*/ 906349 h 953229"/>
                <a:gd name="connsiteX5" fmla="*/ 3 w 740545"/>
                <a:gd name="connsiteY5" fmla="*/ 930632 h 953229"/>
                <a:gd name="connsiteX6" fmla="*/ 97852 w 740545"/>
                <a:gd name="connsiteY6" fmla="*/ 561045 h 953229"/>
                <a:gd name="connsiteX7" fmla="*/ 11655 w 740545"/>
                <a:gd name="connsiteY7" fmla="*/ 522950 h 953229"/>
                <a:gd name="connsiteX8" fmla="*/ 254373 w 740545"/>
                <a:gd name="connsiteY8" fmla="*/ 0 h 953229"/>
                <a:gd name="connsiteX0" fmla="*/ 254373 w 740545"/>
                <a:gd name="connsiteY0" fmla="*/ 0 h 1337804"/>
                <a:gd name="connsiteX1" fmla="*/ 740545 w 740545"/>
                <a:gd name="connsiteY1" fmla="*/ 0 h 1337804"/>
                <a:gd name="connsiteX2" fmla="*/ 740545 w 740545"/>
                <a:gd name="connsiteY2" fmla="*/ 749480 h 1337804"/>
                <a:gd name="connsiteX3" fmla="*/ 254373 w 740545"/>
                <a:gd name="connsiteY3" fmla="*/ 749480 h 1337804"/>
                <a:gd name="connsiteX4" fmla="*/ 71130 w 740545"/>
                <a:gd name="connsiteY4" fmla="*/ 1336774 h 1337804"/>
                <a:gd name="connsiteX5" fmla="*/ 140081 w 740545"/>
                <a:gd name="connsiteY5" fmla="*/ 906349 h 1337804"/>
                <a:gd name="connsiteX6" fmla="*/ 3 w 740545"/>
                <a:gd name="connsiteY6" fmla="*/ 930632 h 1337804"/>
                <a:gd name="connsiteX7" fmla="*/ 97852 w 740545"/>
                <a:gd name="connsiteY7" fmla="*/ 561045 h 1337804"/>
                <a:gd name="connsiteX8" fmla="*/ 11655 w 740545"/>
                <a:gd name="connsiteY8" fmla="*/ 522950 h 1337804"/>
                <a:gd name="connsiteX9" fmla="*/ 254373 w 740545"/>
                <a:gd name="connsiteY9" fmla="*/ 0 h 1337804"/>
                <a:gd name="connsiteX0" fmla="*/ 254373 w 740545"/>
                <a:gd name="connsiteY0" fmla="*/ 0 h 1342032"/>
                <a:gd name="connsiteX1" fmla="*/ 740545 w 740545"/>
                <a:gd name="connsiteY1" fmla="*/ 0 h 1342032"/>
                <a:gd name="connsiteX2" fmla="*/ 740545 w 740545"/>
                <a:gd name="connsiteY2" fmla="*/ 749480 h 1342032"/>
                <a:gd name="connsiteX3" fmla="*/ 254373 w 740545"/>
                <a:gd name="connsiteY3" fmla="*/ 749480 h 1342032"/>
                <a:gd name="connsiteX4" fmla="*/ 254443 w 740545"/>
                <a:gd name="connsiteY4" fmla="*/ 1280024 h 1342032"/>
                <a:gd name="connsiteX5" fmla="*/ 71130 w 740545"/>
                <a:gd name="connsiteY5" fmla="*/ 1336774 h 1342032"/>
                <a:gd name="connsiteX6" fmla="*/ 140081 w 740545"/>
                <a:gd name="connsiteY6" fmla="*/ 906349 h 1342032"/>
                <a:gd name="connsiteX7" fmla="*/ 3 w 740545"/>
                <a:gd name="connsiteY7" fmla="*/ 930632 h 1342032"/>
                <a:gd name="connsiteX8" fmla="*/ 97852 w 740545"/>
                <a:gd name="connsiteY8" fmla="*/ 561045 h 1342032"/>
                <a:gd name="connsiteX9" fmla="*/ 11655 w 740545"/>
                <a:gd name="connsiteY9" fmla="*/ 522950 h 1342032"/>
                <a:gd name="connsiteX10" fmla="*/ 254373 w 740545"/>
                <a:gd name="connsiteY10" fmla="*/ 0 h 1342032"/>
                <a:gd name="connsiteX0" fmla="*/ 254373 w 740545"/>
                <a:gd name="connsiteY0" fmla="*/ 0 h 1545611"/>
                <a:gd name="connsiteX1" fmla="*/ 740545 w 740545"/>
                <a:gd name="connsiteY1" fmla="*/ 0 h 1545611"/>
                <a:gd name="connsiteX2" fmla="*/ 740545 w 740545"/>
                <a:gd name="connsiteY2" fmla="*/ 749480 h 1545611"/>
                <a:gd name="connsiteX3" fmla="*/ 254373 w 740545"/>
                <a:gd name="connsiteY3" fmla="*/ 749480 h 1545611"/>
                <a:gd name="connsiteX4" fmla="*/ 215907 w 740545"/>
                <a:gd name="connsiteY4" fmla="*/ 1532211 h 1545611"/>
                <a:gd name="connsiteX5" fmla="*/ 254443 w 740545"/>
                <a:gd name="connsiteY5" fmla="*/ 1280024 h 1545611"/>
                <a:gd name="connsiteX6" fmla="*/ 71130 w 740545"/>
                <a:gd name="connsiteY6" fmla="*/ 1336774 h 1545611"/>
                <a:gd name="connsiteX7" fmla="*/ 140081 w 740545"/>
                <a:gd name="connsiteY7" fmla="*/ 906349 h 1545611"/>
                <a:gd name="connsiteX8" fmla="*/ 3 w 740545"/>
                <a:gd name="connsiteY8" fmla="*/ 930632 h 1545611"/>
                <a:gd name="connsiteX9" fmla="*/ 97852 w 740545"/>
                <a:gd name="connsiteY9" fmla="*/ 561045 h 1545611"/>
                <a:gd name="connsiteX10" fmla="*/ 11655 w 740545"/>
                <a:gd name="connsiteY10" fmla="*/ 522950 h 1545611"/>
                <a:gd name="connsiteX11" fmla="*/ 254373 w 740545"/>
                <a:gd name="connsiteY11" fmla="*/ 0 h 1545611"/>
                <a:gd name="connsiteX0" fmla="*/ 254373 w 740545"/>
                <a:gd name="connsiteY0" fmla="*/ 0 h 1535064"/>
                <a:gd name="connsiteX1" fmla="*/ 740545 w 740545"/>
                <a:gd name="connsiteY1" fmla="*/ 0 h 1535064"/>
                <a:gd name="connsiteX2" fmla="*/ 740545 w 740545"/>
                <a:gd name="connsiteY2" fmla="*/ 749480 h 1535064"/>
                <a:gd name="connsiteX3" fmla="*/ 254373 w 740545"/>
                <a:gd name="connsiteY3" fmla="*/ 749480 h 1535064"/>
                <a:gd name="connsiteX4" fmla="*/ 484414 w 740545"/>
                <a:gd name="connsiteY4" fmla="*/ 1394233 h 1535064"/>
                <a:gd name="connsiteX5" fmla="*/ 215907 w 740545"/>
                <a:gd name="connsiteY5" fmla="*/ 1532211 h 1535064"/>
                <a:gd name="connsiteX6" fmla="*/ 254443 w 740545"/>
                <a:gd name="connsiteY6" fmla="*/ 1280024 h 1535064"/>
                <a:gd name="connsiteX7" fmla="*/ 71130 w 740545"/>
                <a:gd name="connsiteY7" fmla="*/ 1336774 h 1535064"/>
                <a:gd name="connsiteX8" fmla="*/ 140081 w 740545"/>
                <a:gd name="connsiteY8" fmla="*/ 906349 h 1535064"/>
                <a:gd name="connsiteX9" fmla="*/ 3 w 740545"/>
                <a:gd name="connsiteY9" fmla="*/ 930632 h 1535064"/>
                <a:gd name="connsiteX10" fmla="*/ 97852 w 740545"/>
                <a:gd name="connsiteY10" fmla="*/ 561045 h 1535064"/>
                <a:gd name="connsiteX11" fmla="*/ 11655 w 740545"/>
                <a:gd name="connsiteY11" fmla="*/ 522950 h 1535064"/>
                <a:gd name="connsiteX12" fmla="*/ 254373 w 740545"/>
                <a:gd name="connsiteY12" fmla="*/ 0 h 1535064"/>
                <a:gd name="connsiteX0" fmla="*/ 254373 w 792006"/>
                <a:gd name="connsiteY0" fmla="*/ 0 h 1535064"/>
                <a:gd name="connsiteX1" fmla="*/ 740545 w 792006"/>
                <a:gd name="connsiteY1" fmla="*/ 0 h 1535064"/>
                <a:gd name="connsiteX2" fmla="*/ 740545 w 792006"/>
                <a:gd name="connsiteY2" fmla="*/ 749480 h 1535064"/>
                <a:gd name="connsiteX3" fmla="*/ 792006 w 792006"/>
                <a:gd name="connsiteY3" fmla="*/ 1233035 h 1535064"/>
                <a:gd name="connsiteX4" fmla="*/ 484414 w 792006"/>
                <a:gd name="connsiteY4" fmla="*/ 1394233 h 1535064"/>
                <a:gd name="connsiteX5" fmla="*/ 215907 w 792006"/>
                <a:gd name="connsiteY5" fmla="*/ 1532211 h 1535064"/>
                <a:gd name="connsiteX6" fmla="*/ 254443 w 792006"/>
                <a:gd name="connsiteY6" fmla="*/ 1280024 h 1535064"/>
                <a:gd name="connsiteX7" fmla="*/ 71130 w 792006"/>
                <a:gd name="connsiteY7" fmla="*/ 1336774 h 1535064"/>
                <a:gd name="connsiteX8" fmla="*/ 140081 w 792006"/>
                <a:gd name="connsiteY8" fmla="*/ 906349 h 1535064"/>
                <a:gd name="connsiteX9" fmla="*/ 3 w 792006"/>
                <a:gd name="connsiteY9" fmla="*/ 930632 h 1535064"/>
                <a:gd name="connsiteX10" fmla="*/ 97852 w 792006"/>
                <a:gd name="connsiteY10" fmla="*/ 561045 h 1535064"/>
                <a:gd name="connsiteX11" fmla="*/ 11655 w 792006"/>
                <a:gd name="connsiteY11" fmla="*/ 522950 h 1535064"/>
                <a:gd name="connsiteX12" fmla="*/ 254373 w 792006"/>
                <a:gd name="connsiteY12" fmla="*/ 0 h 1535064"/>
                <a:gd name="connsiteX0" fmla="*/ 254373 w 792006"/>
                <a:gd name="connsiteY0" fmla="*/ 0 h 1535064"/>
                <a:gd name="connsiteX1" fmla="*/ 740545 w 792006"/>
                <a:gd name="connsiteY1" fmla="*/ 0 h 1535064"/>
                <a:gd name="connsiteX2" fmla="*/ 740545 w 792006"/>
                <a:gd name="connsiteY2" fmla="*/ 749480 h 1535064"/>
                <a:gd name="connsiteX3" fmla="*/ 792006 w 792006"/>
                <a:gd name="connsiteY3" fmla="*/ 1233035 h 1535064"/>
                <a:gd name="connsiteX4" fmla="*/ 485752 w 792006"/>
                <a:gd name="connsiteY4" fmla="*/ 1387632 h 1535064"/>
                <a:gd name="connsiteX5" fmla="*/ 215907 w 792006"/>
                <a:gd name="connsiteY5" fmla="*/ 1532211 h 1535064"/>
                <a:gd name="connsiteX6" fmla="*/ 254443 w 792006"/>
                <a:gd name="connsiteY6" fmla="*/ 1280024 h 1535064"/>
                <a:gd name="connsiteX7" fmla="*/ 71130 w 792006"/>
                <a:gd name="connsiteY7" fmla="*/ 1336774 h 1535064"/>
                <a:gd name="connsiteX8" fmla="*/ 140081 w 792006"/>
                <a:gd name="connsiteY8" fmla="*/ 906349 h 1535064"/>
                <a:gd name="connsiteX9" fmla="*/ 3 w 792006"/>
                <a:gd name="connsiteY9" fmla="*/ 930632 h 1535064"/>
                <a:gd name="connsiteX10" fmla="*/ 97852 w 792006"/>
                <a:gd name="connsiteY10" fmla="*/ 561045 h 1535064"/>
                <a:gd name="connsiteX11" fmla="*/ 11655 w 792006"/>
                <a:gd name="connsiteY11" fmla="*/ 522950 h 1535064"/>
                <a:gd name="connsiteX12" fmla="*/ 254373 w 792006"/>
                <a:gd name="connsiteY12" fmla="*/ 0 h 1535064"/>
                <a:gd name="connsiteX0" fmla="*/ 254373 w 792006"/>
                <a:gd name="connsiteY0" fmla="*/ 0 h 1535064"/>
                <a:gd name="connsiteX1" fmla="*/ 740545 w 792006"/>
                <a:gd name="connsiteY1" fmla="*/ 0 h 1535064"/>
                <a:gd name="connsiteX2" fmla="*/ 740545 w 792006"/>
                <a:gd name="connsiteY2" fmla="*/ 749480 h 1535064"/>
                <a:gd name="connsiteX3" fmla="*/ 792006 w 792006"/>
                <a:gd name="connsiteY3" fmla="*/ 1233035 h 1535064"/>
                <a:gd name="connsiteX4" fmla="*/ 489722 w 792006"/>
                <a:gd name="connsiteY4" fmla="*/ 1385000 h 1535064"/>
                <a:gd name="connsiteX5" fmla="*/ 215907 w 792006"/>
                <a:gd name="connsiteY5" fmla="*/ 1532211 h 1535064"/>
                <a:gd name="connsiteX6" fmla="*/ 254443 w 792006"/>
                <a:gd name="connsiteY6" fmla="*/ 1280024 h 1535064"/>
                <a:gd name="connsiteX7" fmla="*/ 71130 w 792006"/>
                <a:gd name="connsiteY7" fmla="*/ 1336774 h 1535064"/>
                <a:gd name="connsiteX8" fmla="*/ 140081 w 792006"/>
                <a:gd name="connsiteY8" fmla="*/ 906349 h 1535064"/>
                <a:gd name="connsiteX9" fmla="*/ 3 w 792006"/>
                <a:gd name="connsiteY9" fmla="*/ 930632 h 1535064"/>
                <a:gd name="connsiteX10" fmla="*/ 97852 w 792006"/>
                <a:gd name="connsiteY10" fmla="*/ 561045 h 1535064"/>
                <a:gd name="connsiteX11" fmla="*/ 11655 w 792006"/>
                <a:gd name="connsiteY11" fmla="*/ 522950 h 1535064"/>
                <a:gd name="connsiteX12" fmla="*/ 254373 w 792006"/>
                <a:gd name="connsiteY12" fmla="*/ 0 h 1535064"/>
                <a:gd name="connsiteX0" fmla="*/ 254373 w 792006"/>
                <a:gd name="connsiteY0" fmla="*/ 0 h 1535064"/>
                <a:gd name="connsiteX1" fmla="*/ 740545 w 792006"/>
                <a:gd name="connsiteY1" fmla="*/ 0 h 1535064"/>
                <a:gd name="connsiteX2" fmla="*/ 740545 w 792006"/>
                <a:gd name="connsiteY2" fmla="*/ 749480 h 1535064"/>
                <a:gd name="connsiteX3" fmla="*/ 792006 w 792006"/>
                <a:gd name="connsiteY3" fmla="*/ 1233035 h 1535064"/>
                <a:gd name="connsiteX4" fmla="*/ 489722 w 792006"/>
                <a:gd name="connsiteY4" fmla="*/ 1385000 h 1535064"/>
                <a:gd name="connsiteX5" fmla="*/ 215907 w 792006"/>
                <a:gd name="connsiteY5" fmla="*/ 1532211 h 1535064"/>
                <a:gd name="connsiteX6" fmla="*/ 254443 w 792006"/>
                <a:gd name="connsiteY6" fmla="*/ 1280024 h 1535064"/>
                <a:gd name="connsiteX7" fmla="*/ 71130 w 792006"/>
                <a:gd name="connsiteY7" fmla="*/ 1336774 h 1535064"/>
                <a:gd name="connsiteX8" fmla="*/ 140081 w 792006"/>
                <a:gd name="connsiteY8" fmla="*/ 906349 h 1535064"/>
                <a:gd name="connsiteX9" fmla="*/ 3 w 792006"/>
                <a:gd name="connsiteY9" fmla="*/ 930632 h 1535064"/>
                <a:gd name="connsiteX10" fmla="*/ 97852 w 792006"/>
                <a:gd name="connsiteY10" fmla="*/ 561045 h 1535064"/>
                <a:gd name="connsiteX11" fmla="*/ 11655 w 792006"/>
                <a:gd name="connsiteY11" fmla="*/ 522950 h 1535064"/>
                <a:gd name="connsiteX12" fmla="*/ 254373 w 792006"/>
                <a:gd name="connsiteY12" fmla="*/ 0 h 1535064"/>
                <a:gd name="connsiteX0" fmla="*/ 254373 w 792006"/>
                <a:gd name="connsiteY0" fmla="*/ 0 h 1535064"/>
                <a:gd name="connsiteX1" fmla="*/ 740545 w 792006"/>
                <a:gd name="connsiteY1" fmla="*/ 0 h 1535064"/>
                <a:gd name="connsiteX2" fmla="*/ 740545 w 792006"/>
                <a:gd name="connsiteY2" fmla="*/ 749480 h 1535064"/>
                <a:gd name="connsiteX3" fmla="*/ 792006 w 792006"/>
                <a:gd name="connsiteY3" fmla="*/ 1233035 h 1535064"/>
                <a:gd name="connsiteX4" fmla="*/ 562423 w 792006"/>
                <a:gd name="connsiteY4" fmla="*/ 1365380 h 1535064"/>
                <a:gd name="connsiteX5" fmla="*/ 215907 w 792006"/>
                <a:gd name="connsiteY5" fmla="*/ 1532211 h 1535064"/>
                <a:gd name="connsiteX6" fmla="*/ 254443 w 792006"/>
                <a:gd name="connsiteY6" fmla="*/ 1280024 h 1535064"/>
                <a:gd name="connsiteX7" fmla="*/ 71130 w 792006"/>
                <a:gd name="connsiteY7" fmla="*/ 1336774 h 1535064"/>
                <a:gd name="connsiteX8" fmla="*/ 140081 w 792006"/>
                <a:gd name="connsiteY8" fmla="*/ 906349 h 1535064"/>
                <a:gd name="connsiteX9" fmla="*/ 3 w 792006"/>
                <a:gd name="connsiteY9" fmla="*/ 930632 h 1535064"/>
                <a:gd name="connsiteX10" fmla="*/ 97852 w 792006"/>
                <a:gd name="connsiteY10" fmla="*/ 561045 h 1535064"/>
                <a:gd name="connsiteX11" fmla="*/ 11655 w 792006"/>
                <a:gd name="connsiteY11" fmla="*/ 522950 h 1535064"/>
                <a:gd name="connsiteX12" fmla="*/ 254373 w 792006"/>
                <a:gd name="connsiteY12" fmla="*/ 0 h 1535064"/>
                <a:gd name="connsiteX0" fmla="*/ 254373 w 792006"/>
                <a:gd name="connsiteY0" fmla="*/ 0 h 1535064"/>
                <a:gd name="connsiteX1" fmla="*/ 740545 w 792006"/>
                <a:gd name="connsiteY1" fmla="*/ 0 h 1535064"/>
                <a:gd name="connsiteX2" fmla="*/ 740545 w 792006"/>
                <a:gd name="connsiteY2" fmla="*/ 749480 h 1535064"/>
                <a:gd name="connsiteX3" fmla="*/ 792006 w 792006"/>
                <a:gd name="connsiteY3" fmla="*/ 1233035 h 1535064"/>
                <a:gd name="connsiteX4" fmla="*/ 562423 w 792006"/>
                <a:gd name="connsiteY4" fmla="*/ 1365380 h 1535064"/>
                <a:gd name="connsiteX5" fmla="*/ 215907 w 792006"/>
                <a:gd name="connsiteY5" fmla="*/ 1532211 h 1535064"/>
                <a:gd name="connsiteX6" fmla="*/ 254443 w 792006"/>
                <a:gd name="connsiteY6" fmla="*/ 1280024 h 1535064"/>
                <a:gd name="connsiteX7" fmla="*/ 71130 w 792006"/>
                <a:gd name="connsiteY7" fmla="*/ 1336774 h 1535064"/>
                <a:gd name="connsiteX8" fmla="*/ 140081 w 792006"/>
                <a:gd name="connsiteY8" fmla="*/ 906349 h 1535064"/>
                <a:gd name="connsiteX9" fmla="*/ 3 w 792006"/>
                <a:gd name="connsiteY9" fmla="*/ 930632 h 1535064"/>
                <a:gd name="connsiteX10" fmla="*/ 97852 w 792006"/>
                <a:gd name="connsiteY10" fmla="*/ 561045 h 1535064"/>
                <a:gd name="connsiteX11" fmla="*/ 11655 w 792006"/>
                <a:gd name="connsiteY11" fmla="*/ 522950 h 1535064"/>
                <a:gd name="connsiteX12" fmla="*/ 254373 w 792006"/>
                <a:gd name="connsiteY12" fmla="*/ 0 h 1535064"/>
                <a:gd name="connsiteX0" fmla="*/ 395759 w 792006"/>
                <a:gd name="connsiteY0" fmla="*/ 0 h 1554500"/>
                <a:gd name="connsiteX1" fmla="*/ 740545 w 792006"/>
                <a:gd name="connsiteY1" fmla="*/ 19436 h 1554500"/>
                <a:gd name="connsiteX2" fmla="*/ 740545 w 792006"/>
                <a:gd name="connsiteY2" fmla="*/ 768916 h 1554500"/>
                <a:gd name="connsiteX3" fmla="*/ 792006 w 792006"/>
                <a:gd name="connsiteY3" fmla="*/ 1252471 h 1554500"/>
                <a:gd name="connsiteX4" fmla="*/ 562423 w 792006"/>
                <a:gd name="connsiteY4" fmla="*/ 1384816 h 1554500"/>
                <a:gd name="connsiteX5" fmla="*/ 215907 w 792006"/>
                <a:gd name="connsiteY5" fmla="*/ 1551647 h 1554500"/>
                <a:gd name="connsiteX6" fmla="*/ 254443 w 792006"/>
                <a:gd name="connsiteY6" fmla="*/ 1299460 h 1554500"/>
                <a:gd name="connsiteX7" fmla="*/ 71130 w 792006"/>
                <a:gd name="connsiteY7" fmla="*/ 1356210 h 1554500"/>
                <a:gd name="connsiteX8" fmla="*/ 140081 w 792006"/>
                <a:gd name="connsiteY8" fmla="*/ 925785 h 1554500"/>
                <a:gd name="connsiteX9" fmla="*/ 3 w 792006"/>
                <a:gd name="connsiteY9" fmla="*/ 950068 h 1554500"/>
                <a:gd name="connsiteX10" fmla="*/ 97852 w 792006"/>
                <a:gd name="connsiteY10" fmla="*/ 580481 h 1554500"/>
                <a:gd name="connsiteX11" fmla="*/ 11655 w 792006"/>
                <a:gd name="connsiteY11" fmla="*/ 542386 h 1554500"/>
                <a:gd name="connsiteX12" fmla="*/ 395759 w 792006"/>
                <a:gd name="connsiteY12" fmla="*/ 0 h 1554500"/>
                <a:gd name="connsiteX0" fmla="*/ 395759 w 792006"/>
                <a:gd name="connsiteY0" fmla="*/ 0 h 1554500"/>
                <a:gd name="connsiteX1" fmla="*/ 740545 w 792006"/>
                <a:gd name="connsiteY1" fmla="*/ 19436 h 1554500"/>
                <a:gd name="connsiteX2" fmla="*/ 740545 w 792006"/>
                <a:gd name="connsiteY2" fmla="*/ 768916 h 1554500"/>
                <a:gd name="connsiteX3" fmla="*/ 792006 w 792006"/>
                <a:gd name="connsiteY3" fmla="*/ 1252471 h 1554500"/>
                <a:gd name="connsiteX4" fmla="*/ 562423 w 792006"/>
                <a:gd name="connsiteY4" fmla="*/ 1384816 h 1554500"/>
                <a:gd name="connsiteX5" fmla="*/ 215907 w 792006"/>
                <a:gd name="connsiteY5" fmla="*/ 1551647 h 1554500"/>
                <a:gd name="connsiteX6" fmla="*/ 254443 w 792006"/>
                <a:gd name="connsiteY6" fmla="*/ 1299460 h 1554500"/>
                <a:gd name="connsiteX7" fmla="*/ 71130 w 792006"/>
                <a:gd name="connsiteY7" fmla="*/ 1356210 h 1554500"/>
                <a:gd name="connsiteX8" fmla="*/ 140081 w 792006"/>
                <a:gd name="connsiteY8" fmla="*/ 925785 h 1554500"/>
                <a:gd name="connsiteX9" fmla="*/ 3 w 792006"/>
                <a:gd name="connsiteY9" fmla="*/ 950068 h 1554500"/>
                <a:gd name="connsiteX10" fmla="*/ 97852 w 792006"/>
                <a:gd name="connsiteY10" fmla="*/ 580481 h 1554500"/>
                <a:gd name="connsiteX11" fmla="*/ 11655 w 792006"/>
                <a:gd name="connsiteY11" fmla="*/ 542386 h 1554500"/>
                <a:gd name="connsiteX12" fmla="*/ 395759 w 792006"/>
                <a:gd name="connsiteY12" fmla="*/ 0 h 1554500"/>
                <a:gd name="connsiteX0" fmla="*/ 395759 w 792006"/>
                <a:gd name="connsiteY0" fmla="*/ 0 h 1614776"/>
                <a:gd name="connsiteX1" fmla="*/ 740545 w 792006"/>
                <a:gd name="connsiteY1" fmla="*/ 19436 h 1614776"/>
                <a:gd name="connsiteX2" fmla="*/ 740545 w 792006"/>
                <a:gd name="connsiteY2" fmla="*/ 768916 h 1614776"/>
                <a:gd name="connsiteX3" fmla="*/ 792006 w 792006"/>
                <a:gd name="connsiteY3" fmla="*/ 1252471 h 1614776"/>
                <a:gd name="connsiteX4" fmla="*/ 562423 w 792006"/>
                <a:gd name="connsiteY4" fmla="*/ 1384816 h 1614776"/>
                <a:gd name="connsiteX5" fmla="*/ 255746 w 792006"/>
                <a:gd name="connsiteY5" fmla="*/ 1611752 h 1614776"/>
                <a:gd name="connsiteX6" fmla="*/ 254443 w 792006"/>
                <a:gd name="connsiteY6" fmla="*/ 1299460 h 1614776"/>
                <a:gd name="connsiteX7" fmla="*/ 71130 w 792006"/>
                <a:gd name="connsiteY7" fmla="*/ 1356210 h 1614776"/>
                <a:gd name="connsiteX8" fmla="*/ 140081 w 792006"/>
                <a:gd name="connsiteY8" fmla="*/ 925785 h 1614776"/>
                <a:gd name="connsiteX9" fmla="*/ 3 w 792006"/>
                <a:gd name="connsiteY9" fmla="*/ 950068 h 1614776"/>
                <a:gd name="connsiteX10" fmla="*/ 97852 w 792006"/>
                <a:gd name="connsiteY10" fmla="*/ 580481 h 1614776"/>
                <a:gd name="connsiteX11" fmla="*/ 11655 w 792006"/>
                <a:gd name="connsiteY11" fmla="*/ 542386 h 1614776"/>
                <a:gd name="connsiteX12" fmla="*/ 395759 w 792006"/>
                <a:gd name="connsiteY12" fmla="*/ 0 h 1614776"/>
                <a:gd name="connsiteX0" fmla="*/ 395759 w 792006"/>
                <a:gd name="connsiteY0" fmla="*/ 0 h 1614814"/>
                <a:gd name="connsiteX1" fmla="*/ 740545 w 792006"/>
                <a:gd name="connsiteY1" fmla="*/ 19436 h 1614814"/>
                <a:gd name="connsiteX2" fmla="*/ 740545 w 792006"/>
                <a:gd name="connsiteY2" fmla="*/ 768916 h 1614814"/>
                <a:gd name="connsiteX3" fmla="*/ 792006 w 792006"/>
                <a:gd name="connsiteY3" fmla="*/ 1252471 h 1614814"/>
                <a:gd name="connsiteX4" fmla="*/ 562423 w 792006"/>
                <a:gd name="connsiteY4" fmla="*/ 1384816 h 1614814"/>
                <a:gd name="connsiteX5" fmla="*/ 255746 w 792006"/>
                <a:gd name="connsiteY5" fmla="*/ 1611752 h 1614814"/>
                <a:gd name="connsiteX6" fmla="*/ 254443 w 792006"/>
                <a:gd name="connsiteY6" fmla="*/ 1299460 h 1614814"/>
                <a:gd name="connsiteX7" fmla="*/ 108695 w 792006"/>
                <a:gd name="connsiteY7" fmla="*/ 1331311 h 1614814"/>
                <a:gd name="connsiteX8" fmla="*/ 140081 w 792006"/>
                <a:gd name="connsiteY8" fmla="*/ 925785 h 1614814"/>
                <a:gd name="connsiteX9" fmla="*/ 3 w 792006"/>
                <a:gd name="connsiteY9" fmla="*/ 950068 h 1614814"/>
                <a:gd name="connsiteX10" fmla="*/ 97852 w 792006"/>
                <a:gd name="connsiteY10" fmla="*/ 580481 h 1614814"/>
                <a:gd name="connsiteX11" fmla="*/ 11655 w 792006"/>
                <a:gd name="connsiteY11" fmla="*/ 542386 h 1614814"/>
                <a:gd name="connsiteX12" fmla="*/ 395759 w 792006"/>
                <a:gd name="connsiteY12" fmla="*/ 0 h 1614814"/>
                <a:gd name="connsiteX0" fmla="*/ 395759 w 792006"/>
                <a:gd name="connsiteY0" fmla="*/ 0 h 1614814"/>
                <a:gd name="connsiteX1" fmla="*/ 740545 w 792006"/>
                <a:gd name="connsiteY1" fmla="*/ 19436 h 1614814"/>
                <a:gd name="connsiteX2" fmla="*/ 740545 w 792006"/>
                <a:gd name="connsiteY2" fmla="*/ 768916 h 1614814"/>
                <a:gd name="connsiteX3" fmla="*/ 792006 w 792006"/>
                <a:gd name="connsiteY3" fmla="*/ 1252471 h 1614814"/>
                <a:gd name="connsiteX4" fmla="*/ 562423 w 792006"/>
                <a:gd name="connsiteY4" fmla="*/ 1384816 h 1614814"/>
                <a:gd name="connsiteX5" fmla="*/ 255746 w 792006"/>
                <a:gd name="connsiteY5" fmla="*/ 1611752 h 1614814"/>
                <a:gd name="connsiteX6" fmla="*/ 254443 w 792006"/>
                <a:gd name="connsiteY6" fmla="*/ 1299460 h 1614814"/>
                <a:gd name="connsiteX7" fmla="*/ 108695 w 792006"/>
                <a:gd name="connsiteY7" fmla="*/ 1331311 h 1614814"/>
                <a:gd name="connsiteX8" fmla="*/ 140081 w 792006"/>
                <a:gd name="connsiteY8" fmla="*/ 925785 h 1614814"/>
                <a:gd name="connsiteX9" fmla="*/ 3 w 792006"/>
                <a:gd name="connsiteY9" fmla="*/ 950068 h 1614814"/>
                <a:gd name="connsiteX10" fmla="*/ 97852 w 792006"/>
                <a:gd name="connsiteY10" fmla="*/ 580481 h 1614814"/>
                <a:gd name="connsiteX11" fmla="*/ 11655 w 792006"/>
                <a:gd name="connsiteY11" fmla="*/ 542386 h 1614814"/>
                <a:gd name="connsiteX12" fmla="*/ 395759 w 792006"/>
                <a:gd name="connsiteY12" fmla="*/ 0 h 1614814"/>
                <a:gd name="connsiteX0" fmla="*/ 395759 w 792006"/>
                <a:gd name="connsiteY0" fmla="*/ 0 h 1614814"/>
                <a:gd name="connsiteX1" fmla="*/ 740545 w 792006"/>
                <a:gd name="connsiteY1" fmla="*/ 19436 h 1614814"/>
                <a:gd name="connsiteX2" fmla="*/ 740545 w 792006"/>
                <a:gd name="connsiteY2" fmla="*/ 768916 h 1614814"/>
                <a:gd name="connsiteX3" fmla="*/ 792006 w 792006"/>
                <a:gd name="connsiteY3" fmla="*/ 1252471 h 1614814"/>
                <a:gd name="connsiteX4" fmla="*/ 562423 w 792006"/>
                <a:gd name="connsiteY4" fmla="*/ 1384816 h 1614814"/>
                <a:gd name="connsiteX5" fmla="*/ 255746 w 792006"/>
                <a:gd name="connsiteY5" fmla="*/ 1611752 h 1614814"/>
                <a:gd name="connsiteX6" fmla="*/ 254443 w 792006"/>
                <a:gd name="connsiteY6" fmla="*/ 1299460 h 1614814"/>
                <a:gd name="connsiteX7" fmla="*/ 108695 w 792006"/>
                <a:gd name="connsiteY7" fmla="*/ 1331311 h 1614814"/>
                <a:gd name="connsiteX8" fmla="*/ 140081 w 792006"/>
                <a:gd name="connsiteY8" fmla="*/ 925785 h 1614814"/>
                <a:gd name="connsiteX9" fmla="*/ 3 w 792006"/>
                <a:gd name="connsiteY9" fmla="*/ 950068 h 1614814"/>
                <a:gd name="connsiteX10" fmla="*/ 97852 w 792006"/>
                <a:gd name="connsiteY10" fmla="*/ 580481 h 1614814"/>
                <a:gd name="connsiteX11" fmla="*/ 11655 w 792006"/>
                <a:gd name="connsiteY11" fmla="*/ 542386 h 1614814"/>
                <a:gd name="connsiteX12" fmla="*/ 395759 w 792006"/>
                <a:gd name="connsiteY12" fmla="*/ 0 h 1614814"/>
                <a:gd name="connsiteX0" fmla="*/ 395759 w 792006"/>
                <a:gd name="connsiteY0" fmla="*/ 0 h 1614788"/>
                <a:gd name="connsiteX1" fmla="*/ 740545 w 792006"/>
                <a:gd name="connsiteY1" fmla="*/ 19436 h 1614788"/>
                <a:gd name="connsiteX2" fmla="*/ 740545 w 792006"/>
                <a:gd name="connsiteY2" fmla="*/ 768916 h 1614788"/>
                <a:gd name="connsiteX3" fmla="*/ 792006 w 792006"/>
                <a:gd name="connsiteY3" fmla="*/ 1252471 h 1614788"/>
                <a:gd name="connsiteX4" fmla="*/ 562423 w 792006"/>
                <a:gd name="connsiteY4" fmla="*/ 1384816 h 1614788"/>
                <a:gd name="connsiteX5" fmla="*/ 255746 w 792006"/>
                <a:gd name="connsiteY5" fmla="*/ 1611752 h 1614788"/>
                <a:gd name="connsiteX6" fmla="*/ 254443 w 792006"/>
                <a:gd name="connsiteY6" fmla="*/ 1299460 h 1614788"/>
                <a:gd name="connsiteX7" fmla="*/ 117633 w 792006"/>
                <a:gd name="connsiteY7" fmla="*/ 1348704 h 1614788"/>
                <a:gd name="connsiteX8" fmla="*/ 140081 w 792006"/>
                <a:gd name="connsiteY8" fmla="*/ 925785 h 1614788"/>
                <a:gd name="connsiteX9" fmla="*/ 3 w 792006"/>
                <a:gd name="connsiteY9" fmla="*/ 950068 h 1614788"/>
                <a:gd name="connsiteX10" fmla="*/ 97852 w 792006"/>
                <a:gd name="connsiteY10" fmla="*/ 580481 h 1614788"/>
                <a:gd name="connsiteX11" fmla="*/ 11655 w 792006"/>
                <a:gd name="connsiteY11" fmla="*/ 542386 h 1614788"/>
                <a:gd name="connsiteX12" fmla="*/ 395759 w 792006"/>
                <a:gd name="connsiteY12" fmla="*/ 0 h 161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92006" h="1614788">
                  <a:moveTo>
                    <a:pt x="395759" y="0"/>
                  </a:moveTo>
                  <a:lnTo>
                    <a:pt x="740545" y="19436"/>
                  </a:lnTo>
                  <a:lnTo>
                    <a:pt x="740545" y="768916"/>
                  </a:lnTo>
                  <a:lnTo>
                    <a:pt x="792006" y="1252471"/>
                  </a:lnTo>
                  <a:cubicBezTo>
                    <a:pt x="701033" y="1304324"/>
                    <a:pt x="789339" y="1285329"/>
                    <a:pt x="562423" y="1384816"/>
                  </a:cubicBezTo>
                  <a:cubicBezTo>
                    <a:pt x="556012" y="1515271"/>
                    <a:pt x="245790" y="1575181"/>
                    <a:pt x="255746" y="1611752"/>
                  </a:cubicBezTo>
                  <a:cubicBezTo>
                    <a:pt x="265702" y="1648323"/>
                    <a:pt x="277462" y="1343301"/>
                    <a:pt x="254443" y="1299460"/>
                  </a:cubicBezTo>
                  <a:cubicBezTo>
                    <a:pt x="231424" y="1255619"/>
                    <a:pt x="146282" y="1383538"/>
                    <a:pt x="117633" y="1348704"/>
                  </a:cubicBezTo>
                  <a:cubicBezTo>
                    <a:pt x="88984" y="1313870"/>
                    <a:pt x="159686" y="992224"/>
                    <a:pt x="140081" y="925785"/>
                  </a:cubicBezTo>
                  <a:cubicBezTo>
                    <a:pt x="120476" y="859346"/>
                    <a:pt x="-570" y="999966"/>
                    <a:pt x="3" y="950068"/>
                  </a:cubicBezTo>
                  <a:cubicBezTo>
                    <a:pt x="576" y="900170"/>
                    <a:pt x="120394" y="602996"/>
                    <a:pt x="97852" y="580481"/>
                  </a:cubicBezTo>
                  <a:cubicBezTo>
                    <a:pt x="75310" y="557966"/>
                    <a:pt x="-22233" y="644238"/>
                    <a:pt x="11655" y="542386"/>
                  </a:cubicBezTo>
                  <a:cubicBezTo>
                    <a:pt x="92561" y="368069"/>
                    <a:pt x="-33608" y="79606"/>
                    <a:pt x="395759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100000">
                  <a:srgbClr val="9097A9"/>
                </a:gs>
                <a:gs pos="29000">
                  <a:srgbClr val="E6D2C2"/>
                </a:gs>
                <a:gs pos="69000">
                  <a:schemeClr val="accent1">
                    <a:lumMod val="30000"/>
                    <a:lumOff val="70000"/>
                  </a:schemeClr>
                </a:gs>
              </a:gsLst>
              <a:lin ang="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2">
              <a:extLst>
                <a:ext uri="{FF2B5EF4-FFF2-40B4-BE49-F238E27FC236}">
                  <a16:creationId xmlns:a16="http://schemas.microsoft.com/office/drawing/2014/main" id="{22D6660E-7B2D-45AA-9C08-C0DD5201A1F2}"/>
                </a:ext>
              </a:extLst>
            </p:cNvPr>
            <p:cNvSpPr/>
            <p:nvPr/>
          </p:nvSpPr>
          <p:spPr>
            <a:xfrm>
              <a:off x="7282834" y="1510127"/>
              <a:ext cx="2958367" cy="3404108"/>
            </a:xfrm>
            <a:custGeom>
              <a:avLst/>
              <a:gdLst>
                <a:gd name="connsiteX0" fmla="*/ 0 w 710061"/>
                <a:gd name="connsiteY0" fmla="*/ 635385 h 1270769"/>
                <a:gd name="connsiteX1" fmla="*/ 355031 w 710061"/>
                <a:gd name="connsiteY1" fmla="*/ 0 h 1270769"/>
                <a:gd name="connsiteX2" fmla="*/ 710062 w 710061"/>
                <a:gd name="connsiteY2" fmla="*/ 635385 h 1270769"/>
                <a:gd name="connsiteX3" fmla="*/ 355031 w 710061"/>
                <a:gd name="connsiteY3" fmla="*/ 1270770 h 1270769"/>
                <a:gd name="connsiteX4" fmla="*/ 0 w 710061"/>
                <a:gd name="connsiteY4" fmla="*/ 635385 h 1270769"/>
                <a:gd name="connsiteX0" fmla="*/ 0 w 614812"/>
                <a:gd name="connsiteY0" fmla="*/ 635396 h 1270793"/>
                <a:gd name="connsiteX1" fmla="*/ 355031 w 614812"/>
                <a:gd name="connsiteY1" fmla="*/ 11 h 1270793"/>
                <a:gd name="connsiteX2" fmla="*/ 614812 w 614812"/>
                <a:gd name="connsiteY2" fmla="*/ 648096 h 1270793"/>
                <a:gd name="connsiteX3" fmla="*/ 355031 w 614812"/>
                <a:gd name="connsiteY3" fmla="*/ 1270781 h 1270793"/>
                <a:gd name="connsiteX4" fmla="*/ 0 w 614812"/>
                <a:gd name="connsiteY4" fmla="*/ 635396 h 1270793"/>
                <a:gd name="connsiteX0" fmla="*/ 201 w 615013"/>
                <a:gd name="connsiteY0" fmla="*/ 635396 h 2013734"/>
                <a:gd name="connsiteX1" fmla="*/ 355232 w 615013"/>
                <a:gd name="connsiteY1" fmla="*/ 11 h 2013734"/>
                <a:gd name="connsiteX2" fmla="*/ 615013 w 615013"/>
                <a:gd name="connsiteY2" fmla="*/ 648096 h 2013734"/>
                <a:gd name="connsiteX3" fmla="*/ 406032 w 615013"/>
                <a:gd name="connsiteY3" fmla="*/ 2013731 h 2013734"/>
                <a:gd name="connsiteX4" fmla="*/ 201 w 615013"/>
                <a:gd name="connsiteY4" fmla="*/ 635396 h 2013734"/>
                <a:gd name="connsiteX0" fmla="*/ 201 w 656323"/>
                <a:gd name="connsiteY0" fmla="*/ 635396 h 2093473"/>
                <a:gd name="connsiteX1" fmla="*/ 355232 w 656323"/>
                <a:gd name="connsiteY1" fmla="*/ 11 h 2093473"/>
                <a:gd name="connsiteX2" fmla="*/ 615013 w 656323"/>
                <a:gd name="connsiteY2" fmla="*/ 648096 h 2093473"/>
                <a:gd name="connsiteX3" fmla="*/ 406032 w 656323"/>
                <a:gd name="connsiteY3" fmla="*/ 2013731 h 2093473"/>
                <a:gd name="connsiteX4" fmla="*/ 201 w 656323"/>
                <a:gd name="connsiteY4" fmla="*/ 635396 h 2093473"/>
                <a:gd name="connsiteX0" fmla="*/ 201 w 630358"/>
                <a:gd name="connsiteY0" fmla="*/ 635396 h 2093473"/>
                <a:gd name="connsiteX1" fmla="*/ 355232 w 630358"/>
                <a:gd name="connsiteY1" fmla="*/ 11 h 2093473"/>
                <a:gd name="connsiteX2" fmla="*/ 615013 w 630358"/>
                <a:gd name="connsiteY2" fmla="*/ 648096 h 2093473"/>
                <a:gd name="connsiteX3" fmla="*/ 406032 w 630358"/>
                <a:gd name="connsiteY3" fmla="*/ 2013731 h 2093473"/>
                <a:gd name="connsiteX4" fmla="*/ 201 w 630358"/>
                <a:gd name="connsiteY4" fmla="*/ 635396 h 2093473"/>
                <a:gd name="connsiteX0" fmla="*/ 7191 w 692288"/>
                <a:gd name="connsiteY0" fmla="*/ 635396 h 2041932"/>
                <a:gd name="connsiteX1" fmla="*/ 362222 w 692288"/>
                <a:gd name="connsiteY1" fmla="*/ 11 h 2041932"/>
                <a:gd name="connsiteX2" fmla="*/ 622003 w 692288"/>
                <a:gd name="connsiteY2" fmla="*/ 648096 h 2041932"/>
                <a:gd name="connsiteX3" fmla="*/ 413022 w 692288"/>
                <a:gd name="connsiteY3" fmla="*/ 2013731 h 2041932"/>
                <a:gd name="connsiteX4" fmla="*/ 7191 w 692288"/>
                <a:gd name="connsiteY4" fmla="*/ 635396 h 2041932"/>
                <a:gd name="connsiteX0" fmla="*/ 1234578 w 1849390"/>
                <a:gd name="connsiteY0" fmla="*/ 635395 h 2096993"/>
                <a:gd name="connsiteX1" fmla="*/ 1589609 w 1849390"/>
                <a:gd name="connsiteY1" fmla="*/ 10 h 2096993"/>
                <a:gd name="connsiteX2" fmla="*/ 1849390 w 1849390"/>
                <a:gd name="connsiteY2" fmla="*/ 648095 h 2096993"/>
                <a:gd name="connsiteX3" fmla="*/ 1640409 w 1849390"/>
                <a:gd name="connsiteY3" fmla="*/ 2013730 h 2096993"/>
                <a:gd name="connsiteX4" fmla="*/ 3169 w 1849390"/>
                <a:gd name="connsiteY4" fmla="*/ 1804631 h 2096993"/>
                <a:gd name="connsiteX5" fmla="*/ 1234578 w 1849390"/>
                <a:gd name="connsiteY5" fmla="*/ 635395 h 2096993"/>
                <a:gd name="connsiteX0" fmla="*/ 1234578 w 1912496"/>
                <a:gd name="connsiteY0" fmla="*/ 635395 h 2060659"/>
                <a:gd name="connsiteX1" fmla="*/ 1589609 w 1912496"/>
                <a:gd name="connsiteY1" fmla="*/ 10 h 2060659"/>
                <a:gd name="connsiteX2" fmla="*/ 1849390 w 1912496"/>
                <a:gd name="connsiteY2" fmla="*/ 648095 h 2060659"/>
                <a:gd name="connsiteX3" fmla="*/ 1640409 w 1912496"/>
                <a:gd name="connsiteY3" fmla="*/ 2013730 h 2060659"/>
                <a:gd name="connsiteX4" fmla="*/ 3169 w 1912496"/>
                <a:gd name="connsiteY4" fmla="*/ 1804631 h 2060659"/>
                <a:gd name="connsiteX5" fmla="*/ 1234578 w 1912496"/>
                <a:gd name="connsiteY5" fmla="*/ 635395 h 2060659"/>
                <a:gd name="connsiteX0" fmla="*/ 1234578 w 1863032"/>
                <a:gd name="connsiteY0" fmla="*/ 635395 h 2049561"/>
                <a:gd name="connsiteX1" fmla="*/ 1589609 w 1863032"/>
                <a:gd name="connsiteY1" fmla="*/ 10 h 2049561"/>
                <a:gd name="connsiteX2" fmla="*/ 1849390 w 1863032"/>
                <a:gd name="connsiteY2" fmla="*/ 648095 h 2049561"/>
                <a:gd name="connsiteX3" fmla="*/ 1640409 w 1863032"/>
                <a:gd name="connsiteY3" fmla="*/ 2013730 h 2049561"/>
                <a:gd name="connsiteX4" fmla="*/ 3169 w 1863032"/>
                <a:gd name="connsiteY4" fmla="*/ 1804631 h 2049561"/>
                <a:gd name="connsiteX5" fmla="*/ 1234578 w 1863032"/>
                <a:gd name="connsiteY5" fmla="*/ 635395 h 2049561"/>
                <a:gd name="connsiteX0" fmla="*/ 1234578 w 1849390"/>
                <a:gd name="connsiteY0" fmla="*/ 635395 h 2108938"/>
                <a:gd name="connsiteX1" fmla="*/ 1589609 w 1849390"/>
                <a:gd name="connsiteY1" fmla="*/ 10 h 2108938"/>
                <a:gd name="connsiteX2" fmla="*/ 1849390 w 1849390"/>
                <a:gd name="connsiteY2" fmla="*/ 648095 h 2108938"/>
                <a:gd name="connsiteX3" fmla="*/ 1640409 w 1849390"/>
                <a:gd name="connsiteY3" fmla="*/ 2013730 h 2108938"/>
                <a:gd name="connsiteX4" fmla="*/ 3169 w 1849390"/>
                <a:gd name="connsiteY4" fmla="*/ 1842731 h 2108938"/>
                <a:gd name="connsiteX5" fmla="*/ 1234578 w 1849390"/>
                <a:gd name="connsiteY5" fmla="*/ 635395 h 2108938"/>
                <a:gd name="connsiteX0" fmla="*/ 1234578 w 1891296"/>
                <a:gd name="connsiteY0" fmla="*/ 635395 h 2106116"/>
                <a:gd name="connsiteX1" fmla="*/ 1589609 w 1891296"/>
                <a:gd name="connsiteY1" fmla="*/ 10 h 2106116"/>
                <a:gd name="connsiteX2" fmla="*/ 1849390 w 1891296"/>
                <a:gd name="connsiteY2" fmla="*/ 648095 h 2106116"/>
                <a:gd name="connsiteX3" fmla="*/ 1640409 w 1891296"/>
                <a:gd name="connsiteY3" fmla="*/ 2013730 h 2106116"/>
                <a:gd name="connsiteX4" fmla="*/ 3169 w 1891296"/>
                <a:gd name="connsiteY4" fmla="*/ 1842731 h 2106116"/>
                <a:gd name="connsiteX5" fmla="*/ 1234578 w 1891296"/>
                <a:gd name="connsiteY5" fmla="*/ 635395 h 2106116"/>
                <a:gd name="connsiteX0" fmla="*/ 1234578 w 1896558"/>
                <a:gd name="connsiteY0" fmla="*/ 635395 h 2069428"/>
                <a:gd name="connsiteX1" fmla="*/ 1589609 w 1896558"/>
                <a:gd name="connsiteY1" fmla="*/ 10 h 2069428"/>
                <a:gd name="connsiteX2" fmla="*/ 1849390 w 1896558"/>
                <a:gd name="connsiteY2" fmla="*/ 648095 h 2069428"/>
                <a:gd name="connsiteX3" fmla="*/ 1640409 w 1896558"/>
                <a:gd name="connsiteY3" fmla="*/ 2013730 h 2069428"/>
                <a:gd name="connsiteX4" fmla="*/ 3169 w 1896558"/>
                <a:gd name="connsiteY4" fmla="*/ 1842731 h 2069428"/>
                <a:gd name="connsiteX5" fmla="*/ 1234578 w 1896558"/>
                <a:gd name="connsiteY5" fmla="*/ 635395 h 2069428"/>
                <a:gd name="connsiteX0" fmla="*/ 1234578 w 1853178"/>
                <a:gd name="connsiteY0" fmla="*/ 635395 h 2046851"/>
                <a:gd name="connsiteX1" fmla="*/ 1589609 w 1853178"/>
                <a:gd name="connsiteY1" fmla="*/ 10 h 2046851"/>
                <a:gd name="connsiteX2" fmla="*/ 1849390 w 1853178"/>
                <a:gd name="connsiteY2" fmla="*/ 648095 h 2046851"/>
                <a:gd name="connsiteX3" fmla="*/ 1640409 w 1853178"/>
                <a:gd name="connsiteY3" fmla="*/ 2013730 h 2046851"/>
                <a:gd name="connsiteX4" fmla="*/ 3169 w 1853178"/>
                <a:gd name="connsiteY4" fmla="*/ 1842731 h 2046851"/>
                <a:gd name="connsiteX5" fmla="*/ 1234578 w 1853178"/>
                <a:gd name="connsiteY5" fmla="*/ 635395 h 2046851"/>
                <a:gd name="connsiteX0" fmla="*/ 1234578 w 1875712"/>
                <a:gd name="connsiteY0" fmla="*/ 635395 h 2058139"/>
                <a:gd name="connsiteX1" fmla="*/ 1589609 w 1875712"/>
                <a:gd name="connsiteY1" fmla="*/ 10 h 2058139"/>
                <a:gd name="connsiteX2" fmla="*/ 1849390 w 1875712"/>
                <a:gd name="connsiteY2" fmla="*/ 648095 h 2058139"/>
                <a:gd name="connsiteX3" fmla="*/ 1640409 w 1875712"/>
                <a:gd name="connsiteY3" fmla="*/ 2013730 h 2058139"/>
                <a:gd name="connsiteX4" fmla="*/ 3169 w 1875712"/>
                <a:gd name="connsiteY4" fmla="*/ 1842731 h 2058139"/>
                <a:gd name="connsiteX5" fmla="*/ 1234578 w 1875712"/>
                <a:gd name="connsiteY5" fmla="*/ 635395 h 2058139"/>
                <a:gd name="connsiteX0" fmla="*/ 1234578 w 1849390"/>
                <a:gd name="connsiteY0" fmla="*/ 635395 h 2058139"/>
                <a:gd name="connsiteX1" fmla="*/ 1589609 w 1849390"/>
                <a:gd name="connsiteY1" fmla="*/ 10 h 2058139"/>
                <a:gd name="connsiteX2" fmla="*/ 1849390 w 1849390"/>
                <a:gd name="connsiteY2" fmla="*/ 648095 h 2058139"/>
                <a:gd name="connsiteX3" fmla="*/ 1640409 w 1849390"/>
                <a:gd name="connsiteY3" fmla="*/ 2013730 h 2058139"/>
                <a:gd name="connsiteX4" fmla="*/ 3169 w 1849390"/>
                <a:gd name="connsiteY4" fmla="*/ 1842731 h 2058139"/>
                <a:gd name="connsiteX5" fmla="*/ 1234578 w 1849390"/>
                <a:gd name="connsiteY5" fmla="*/ 635395 h 2058139"/>
                <a:gd name="connsiteX0" fmla="*/ 1234578 w 1887547"/>
                <a:gd name="connsiteY0" fmla="*/ 635395 h 2072250"/>
                <a:gd name="connsiteX1" fmla="*/ 1589609 w 1887547"/>
                <a:gd name="connsiteY1" fmla="*/ 10 h 2072250"/>
                <a:gd name="connsiteX2" fmla="*/ 1849390 w 1887547"/>
                <a:gd name="connsiteY2" fmla="*/ 648095 h 2072250"/>
                <a:gd name="connsiteX3" fmla="*/ 1640409 w 1887547"/>
                <a:gd name="connsiteY3" fmla="*/ 2013730 h 2072250"/>
                <a:gd name="connsiteX4" fmla="*/ 3169 w 1887547"/>
                <a:gd name="connsiteY4" fmla="*/ 1842731 h 2072250"/>
                <a:gd name="connsiteX5" fmla="*/ 1234578 w 1887547"/>
                <a:gd name="connsiteY5" fmla="*/ 635395 h 2072250"/>
                <a:gd name="connsiteX0" fmla="*/ 1234578 w 1873653"/>
                <a:gd name="connsiteY0" fmla="*/ 635395 h 2131516"/>
                <a:gd name="connsiteX1" fmla="*/ 1589609 w 1873653"/>
                <a:gd name="connsiteY1" fmla="*/ 10 h 2131516"/>
                <a:gd name="connsiteX2" fmla="*/ 1849390 w 1873653"/>
                <a:gd name="connsiteY2" fmla="*/ 648095 h 2131516"/>
                <a:gd name="connsiteX3" fmla="*/ 1640409 w 1873653"/>
                <a:gd name="connsiteY3" fmla="*/ 2013730 h 2131516"/>
                <a:gd name="connsiteX4" fmla="*/ 3169 w 1873653"/>
                <a:gd name="connsiteY4" fmla="*/ 1842731 h 2131516"/>
                <a:gd name="connsiteX5" fmla="*/ 1234578 w 1873653"/>
                <a:gd name="connsiteY5" fmla="*/ 635395 h 2131516"/>
                <a:gd name="connsiteX0" fmla="*/ 1234578 w 1884766"/>
                <a:gd name="connsiteY0" fmla="*/ 635395 h 2089183"/>
                <a:gd name="connsiteX1" fmla="*/ 1589609 w 1884766"/>
                <a:gd name="connsiteY1" fmla="*/ 10 h 2089183"/>
                <a:gd name="connsiteX2" fmla="*/ 1849390 w 1884766"/>
                <a:gd name="connsiteY2" fmla="*/ 648095 h 2089183"/>
                <a:gd name="connsiteX3" fmla="*/ 1640409 w 1884766"/>
                <a:gd name="connsiteY3" fmla="*/ 2013730 h 2089183"/>
                <a:gd name="connsiteX4" fmla="*/ 3169 w 1884766"/>
                <a:gd name="connsiteY4" fmla="*/ 1842731 h 2089183"/>
                <a:gd name="connsiteX5" fmla="*/ 1234578 w 1884766"/>
                <a:gd name="connsiteY5" fmla="*/ 635395 h 2089183"/>
                <a:gd name="connsiteX0" fmla="*/ 1387731 w 2037919"/>
                <a:gd name="connsiteY0" fmla="*/ 635393 h 2068020"/>
                <a:gd name="connsiteX1" fmla="*/ 1742762 w 2037919"/>
                <a:gd name="connsiteY1" fmla="*/ 8 h 2068020"/>
                <a:gd name="connsiteX2" fmla="*/ 2002543 w 2037919"/>
                <a:gd name="connsiteY2" fmla="*/ 648093 h 2068020"/>
                <a:gd name="connsiteX3" fmla="*/ 1793562 w 2037919"/>
                <a:gd name="connsiteY3" fmla="*/ 2013728 h 2068020"/>
                <a:gd name="connsiteX4" fmla="*/ 156322 w 2037919"/>
                <a:gd name="connsiteY4" fmla="*/ 1842729 h 2068020"/>
                <a:gd name="connsiteX5" fmla="*/ 149972 w 2037919"/>
                <a:gd name="connsiteY5" fmla="*/ 1068029 h 2068020"/>
                <a:gd name="connsiteX6" fmla="*/ 1387731 w 2037919"/>
                <a:gd name="connsiteY6" fmla="*/ 635393 h 2068020"/>
                <a:gd name="connsiteX0" fmla="*/ 1361977 w 2012165"/>
                <a:gd name="connsiteY0" fmla="*/ 635393 h 2068020"/>
                <a:gd name="connsiteX1" fmla="*/ 1717008 w 2012165"/>
                <a:gd name="connsiteY1" fmla="*/ 8 h 2068020"/>
                <a:gd name="connsiteX2" fmla="*/ 1976789 w 2012165"/>
                <a:gd name="connsiteY2" fmla="*/ 648093 h 2068020"/>
                <a:gd name="connsiteX3" fmla="*/ 1767808 w 2012165"/>
                <a:gd name="connsiteY3" fmla="*/ 2013728 h 2068020"/>
                <a:gd name="connsiteX4" fmla="*/ 130568 w 2012165"/>
                <a:gd name="connsiteY4" fmla="*/ 1842729 h 2068020"/>
                <a:gd name="connsiteX5" fmla="*/ 124218 w 2012165"/>
                <a:gd name="connsiteY5" fmla="*/ 1068029 h 2068020"/>
                <a:gd name="connsiteX6" fmla="*/ 1127519 w 2012165"/>
                <a:gd name="connsiteY6" fmla="*/ 1017229 h 2068020"/>
                <a:gd name="connsiteX7" fmla="*/ 1361977 w 2012165"/>
                <a:gd name="connsiteY7" fmla="*/ 635393 h 2068020"/>
                <a:gd name="connsiteX0" fmla="*/ 1361977 w 2012165"/>
                <a:gd name="connsiteY0" fmla="*/ 663993 h 2096620"/>
                <a:gd name="connsiteX1" fmla="*/ 1457719 w 2012165"/>
                <a:gd name="connsiteY1" fmla="*/ 169529 h 2096620"/>
                <a:gd name="connsiteX2" fmla="*/ 1717008 w 2012165"/>
                <a:gd name="connsiteY2" fmla="*/ 28608 h 2096620"/>
                <a:gd name="connsiteX3" fmla="*/ 1976789 w 2012165"/>
                <a:gd name="connsiteY3" fmla="*/ 676693 h 2096620"/>
                <a:gd name="connsiteX4" fmla="*/ 1767808 w 2012165"/>
                <a:gd name="connsiteY4" fmla="*/ 2042328 h 2096620"/>
                <a:gd name="connsiteX5" fmla="*/ 130568 w 2012165"/>
                <a:gd name="connsiteY5" fmla="*/ 1871329 h 2096620"/>
                <a:gd name="connsiteX6" fmla="*/ 124218 w 2012165"/>
                <a:gd name="connsiteY6" fmla="*/ 1096629 h 2096620"/>
                <a:gd name="connsiteX7" fmla="*/ 1127519 w 2012165"/>
                <a:gd name="connsiteY7" fmla="*/ 1045829 h 2096620"/>
                <a:gd name="connsiteX8" fmla="*/ 1361977 w 2012165"/>
                <a:gd name="connsiteY8" fmla="*/ 663993 h 2096620"/>
                <a:gd name="connsiteX0" fmla="*/ 1361977 w 2012165"/>
                <a:gd name="connsiteY0" fmla="*/ 749893 h 2182520"/>
                <a:gd name="connsiteX1" fmla="*/ 1457719 w 2012165"/>
                <a:gd name="connsiteY1" fmla="*/ 255429 h 2182520"/>
                <a:gd name="connsiteX2" fmla="*/ 1786858 w 2012165"/>
                <a:gd name="connsiteY2" fmla="*/ 19258 h 2182520"/>
                <a:gd name="connsiteX3" fmla="*/ 1976789 w 2012165"/>
                <a:gd name="connsiteY3" fmla="*/ 762593 h 2182520"/>
                <a:gd name="connsiteX4" fmla="*/ 1767808 w 2012165"/>
                <a:gd name="connsiteY4" fmla="*/ 2128228 h 2182520"/>
                <a:gd name="connsiteX5" fmla="*/ 130568 w 2012165"/>
                <a:gd name="connsiteY5" fmla="*/ 1957229 h 2182520"/>
                <a:gd name="connsiteX6" fmla="*/ 124218 w 2012165"/>
                <a:gd name="connsiteY6" fmla="*/ 1182529 h 2182520"/>
                <a:gd name="connsiteX7" fmla="*/ 1127519 w 2012165"/>
                <a:gd name="connsiteY7" fmla="*/ 1131729 h 2182520"/>
                <a:gd name="connsiteX8" fmla="*/ 1361977 w 2012165"/>
                <a:gd name="connsiteY8" fmla="*/ 749893 h 2182520"/>
                <a:gd name="connsiteX0" fmla="*/ 1361977 w 2012165"/>
                <a:gd name="connsiteY0" fmla="*/ 828111 h 2260738"/>
                <a:gd name="connsiteX1" fmla="*/ 1457719 w 2012165"/>
                <a:gd name="connsiteY1" fmla="*/ 333647 h 2260738"/>
                <a:gd name="connsiteX2" fmla="*/ 1850358 w 2012165"/>
                <a:gd name="connsiteY2" fmla="*/ 14926 h 2260738"/>
                <a:gd name="connsiteX3" fmla="*/ 1976789 w 2012165"/>
                <a:gd name="connsiteY3" fmla="*/ 840811 h 2260738"/>
                <a:gd name="connsiteX4" fmla="*/ 1767808 w 2012165"/>
                <a:gd name="connsiteY4" fmla="*/ 2206446 h 2260738"/>
                <a:gd name="connsiteX5" fmla="*/ 130568 w 2012165"/>
                <a:gd name="connsiteY5" fmla="*/ 2035447 h 2260738"/>
                <a:gd name="connsiteX6" fmla="*/ 124218 w 2012165"/>
                <a:gd name="connsiteY6" fmla="*/ 1260747 h 2260738"/>
                <a:gd name="connsiteX7" fmla="*/ 1127519 w 2012165"/>
                <a:gd name="connsiteY7" fmla="*/ 1209947 h 2260738"/>
                <a:gd name="connsiteX8" fmla="*/ 1361977 w 2012165"/>
                <a:gd name="connsiteY8" fmla="*/ 828111 h 2260738"/>
                <a:gd name="connsiteX0" fmla="*/ 1361977 w 2012165"/>
                <a:gd name="connsiteY0" fmla="*/ 828111 h 2279775"/>
                <a:gd name="connsiteX1" fmla="*/ 1457719 w 2012165"/>
                <a:gd name="connsiteY1" fmla="*/ 333647 h 2279775"/>
                <a:gd name="connsiteX2" fmla="*/ 1850358 w 2012165"/>
                <a:gd name="connsiteY2" fmla="*/ 14926 h 2279775"/>
                <a:gd name="connsiteX3" fmla="*/ 1976789 w 2012165"/>
                <a:gd name="connsiteY3" fmla="*/ 840811 h 2279775"/>
                <a:gd name="connsiteX4" fmla="*/ 1767808 w 2012165"/>
                <a:gd name="connsiteY4" fmla="*/ 2206446 h 2279775"/>
                <a:gd name="connsiteX5" fmla="*/ 130568 w 2012165"/>
                <a:gd name="connsiteY5" fmla="*/ 2035447 h 2279775"/>
                <a:gd name="connsiteX6" fmla="*/ 124218 w 2012165"/>
                <a:gd name="connsiteY6" fmla="*/ 1260747 h 2279775"/>
                <a:gd name="connsiteX7" fmla="*/ 1127519 w 2012165"/>
                <a:gd name="connsiteY7" fmla="*/ 1209947 h 2279775"/>
                <a:gd name="connsiteX8" fmla="*/ 1361977 w 2012165"/>
                <a:gd name="connsiteY8" fmla="*/ 828111 h 2279775"/>
                <a:gd name="connsiteX0" fmla="*/ 1361977 w 2012165"/>
                <a:gd name="connsiteY0" fmla="*/ 863676 h 2315340"/>
                <a:gd name="connsiteX1" fmla="*/ 1457719 w 2012165"/>
                <a:gd name="connsiteY1" fmla="*/ 369212 h 2315340"/>
                <a:gd name="connsiteX2" fmla="*/ 1817966 w 2012165"/>
                <a:gd name="connsiteY2" fmla="*/ 14860 h 2315340"/>
                <a:gd name="connsiteX3" fmla="*/ 1976789 w 2012165"/>
                <a:gd name="connsiteY3" fmla="*/ 876376 h 2315340"/>
                <a:gd name="connsiteX4" fmla="*/ 1767808 w 2012165"/>
                <a:gd name="connsiteY4" fmla="*/ 2242011 h 2315340"/>
                <a:gd name="connsiteX5" fmla="*/ 130568 w 2012165"/>
                <a:gd name="connsiteY5" fmla="*/ 2071012 h 2315340"/>
                <a:gd name="connsiteX6" fmla="*/ 124218 w 2012165"/>
                <a:gd name="connsiteY6" fmla="*/ 1296312 h 2315340"/>
                <a:gd name="connsiteX7" fmla="*/ 1127519 w 2012165"/>
                <a:gd name="connsiteY7" fmla="*/ 1245512 h 2315340"/>
                <a:gd name="connsiteX8" fmla="*/ 1361977 w 2012165"/>
                <a:gd name="connsiteY8" fmla="*/ 863676 h 23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2165" h="2315340">
                  <a:moveTo>
                    <a:pt x="1361977" y="863676"/>
                  </a:moveTo>
                  <a:cubicBezTo>
                    <a:pt x="1417010" y="717626"/>
                    <a:pt x="1381721" y="510681"/>
                    <a:pt x="1457719" y="369212"/>
                  </a:cubicBezTo>
                  <a:cubicBezTo>
                    <a:pt x="1533717" y="227743"/>
                    <a:pt x="1731454" y="-69667"/>
                    <a:pt x="1817966" y="14860"/>
                  </a:cubicBezTo>
                  <a:cubicBezTo>
                    <a:pt x="1904478" y="99387"/>
                    <a:pt x="1976789" y="525463"/>
                    <a:pt x="1976789" y="876376"/>
                  </a:cubicBezTo>
                  <a:cubicBezTo>
                    <a:pt x="1811689" y="1239989"/>
                    <a:pt x="2272361" y="2087355"/>
                    <a:pt x="1767808" y="2242011"/>
                  </a:cubicBezTo>
                  <a:cubicBezTo>
                    <a:pt x="1263255" y="2396667"/>
                    <a:pt x="244691" y="2291070"/>
                    <a:pt x="130568" y="2071012"/>
                  </a:cubicBezTo>
                  <a:cubicBezTo>
                    <a:pt x="-72455" y="1958904"/>
                    <a:pt x="-10190" y="1470937"/>
                    <a:pt x="124218" y="1296312"/>
                  </a:cubicBezTo>
                  <a:cubicBezTo>
                    <a:pt x="258626" y="1121687"/>
                    <a:pt x="921226" y="1317618"/>
                    <a:pt x="1127519" y="1245512"/>
                  </a:cubicBezTo>
                  <a:cubicBezTo>
                    <a:pt x="1333812" y="1173406"/>
                    <a:pt x="1306944" y="1009726"/>
                    <a:pt x="1361977" y="86367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24000">
                  <a:schemeClr val="accent2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: Rounded Corners 3">
              <a:extLst>
                <a:ext uri="{FF2B5EF4-FFF2-40B4-BE49-F238E27FC236}">
                  <a16:creationId xmlns:a16="http://schemas.microsoft.com/office/drawing/2014/main" id="{D4E72067-7885-4169-90A5-2F9FFBBF4E66}"/>
                </a:ext>
              </a:extLst>
            </p:cNvPr>
            <p:cNvSpPr/>
            <p:nvPr/>
          </p:nvSpPr>
          <p:spPr>
            <a:xfrm rot="1758487">
              <a:off x="7183811" y="4256811"/>
              <a:ext cx="1460167" cy="2147968"/>
            </a:xfrm>
            <a:custGeom>
              <a:avLst/>
              <a:gdLst>
                <a:gd name="connsiteX0" fmla="*/ 0 w 530016"/>
                <a:gd name="connsiteY0" fmla="*/ 88338 h 574190"/>
                <a:gd name="connsiteX1" fmla="*/ 88338 w 530016"/>
                <a:gd name="connsiteY1" fmla="*/ 0 h 574190"/>
                <a:gd name="connsiteX2" fmla="*/ 441678 w 530016"/>
                <a:gd name="connsiteY2" fmla="*/ 0 h 574190"/>
                <a:gd name="connsiteX3" fmla="*/ 530016 w 530016"/>
                <a:gd name="connsiteY3" fmla="*/ 88338 h 574190"/>
                <a:gd name="connsiteX4" fmla="*/ 530016 w 530016"/>
                <a:gd name="connsiteY4" fmla="*/ 485852 h 574190"/>
                <a:gd name="connsiteX5" fmla="*/ 441678 w 530016"/>
                <a:gd name="connsiteY5" fmla="*/ 574190 h 574190"/>
                <a:gd name="connsiteX6" fmla="*/ 88338 w 530016"/>
                <a:gd name="connsiteY6" fmla="*/ 574190 h 574190"/>
                <a:gd name="connsiteX7" fmla="*/ 0 w 530016"/>
                <a:gd name="connsiteY7" fmla="*/ 485852 h 574190"/>
                <a:gd name="connsiteX8" fmla="*/ 0 w 530016"/>
                <a:gd name="connsiteY8" fmla="*/ 88338 h 574190"/>
                <a:gd name="connsiteX0" fmla="*/ 0 w 977428"/>
                <a:gd name="connsiteY0" fmla="*/ 88338 h 1289018"/>
                <a:gd name="connsiteX1" fmla="*/ 88338 w 977428"/>
                <a:gd name="connsiteY1" fmla="*/ 0 h 1289018"/>
                <a:gd name="connsiteX2" fmla="*/ 441678 w 977428"/>
                <a:gd name="connsiteY2" fmla="*/ 0 h 1289018"/>
                <a:gd name="connsiteX3" fmla="*/ 530016 w 977428"/>
                <a:gd name="connsiteY3" fmla="*/ 88338 h 1289018"/>
                <a:gd name="connsiteX4" fmla="*/ 530016 w 977428"/>
                <a:gd name="connsiteY4" fmla="*/ 485852 h 1289018"/>
                <a:gd name="connsiteX5" fmla="*/ 974031 w 977428"/>
                <a:gd name="connsiteY5" fmla="*/ 1289018 h 1289018"/>
                <a:gd name="connsiteX6" fmla="*/ 88338 w 977428"/>
                <a:gd name="connsiteY6" fmla="*/ 574190 h 1289018"/>
                <a:gd name="connsiteX7" fmla="*/ 0 w 977428"/>
                <a:gd name="connsiteY7" fmla="*/ 485852 h 1289018"/>
                <a:gd name="connsiteX8" fmla="*/ 0 w 977428"/>
                <a:gd name="connsiteY8" fmla="*/ 88338 h 1289018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0 w 993148"/>
                <a:gd name="connsiteY8" fmla="*/ 485852 h 1460963"/>
                <a:gd name="connsiteX9" fmla="*/ 0 w 993148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3148" h="1460963">
                  <a:moveTo>
                    <a:pt x="0" y="88338"/>
                  </a:moveTo>
                  <a:cubicBezTo>
                    <a:pt x="0" y="39550"/>
                    <a:pt x="39550" y="0"/>
                    <a:pt x="88338" y="0"/>
                  </a:cubicBezTo>
                  <a:lnTo>
                    <a:pt x="441678" y="0"/>
                  </a:lnTo>
                  <a:cubicBezTo>
                    <a:pt x="490466" y="0"/>
                    <a:pt x="530016" y="39550"/>
                    <a:pt x="530016" y="88338"/>
                  </a:cubicBezTo>
                  <a:lnTo>
                    <a:pt x="530016" y="485852"/>
                  </a:lnTo>
                  <a:cubicBezTo>
                    <a:pt x="558906" y="605213"/>
                    <a:pt x="428035" y="670053"/>
                    <a:pt x="502038" y="803914"/>
                  </a:cubicBezTo>
                  <a:cubicBezTo>
                    <a:pt x="560653" y="972629"/>
                    <a:pt x="987925" y="1151399"/>
                    <a:pt x="993148" y="1260809"/>
                  </a:cubicBezTo>
                  <a:cubicBezTo>
                    <a:pt x="927589" y="1353834"/>
                    <a:pt x="852473" y="1460963"/>
                    <a:pt x="734693" y="1460963"/>
                  </a:cubicBezTo>
                  <a:cubicBezTo>
                    <a:pt x="614645" y="1394604"/>
                    <a:pt x="268712" y="1017594"/>
                    <a:pt x="146263" y="855076"/>
                  </a:cubicBezTo>
                  <a:cubicBezTo>
                    <a:pt x="23814" y="692558"/>
                    <a:pt x="45476" y="614905"/>
                    <a:pt x="0" y="485852"/>
                  </a:cubicBezTo>
                  <a:lnTo>
                    <a:pt x="0" y="8833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: Rounded Corners 3">
              <a:extLst>
                <a:ext uri="{FF2B5EF4-FFF2-40B4-BE49-F238E27FC236}">
                  <a16:creationId xmlns:a16="http://schemas.microsoft.com/office/drawing/2014/main" id="{17C25FDE-9395-45DB-A3D7-59231FA7954C}"/>
                </a:ext>
              </a:extLst>
            </p:cNvPr>
            <p:cNvSpPr/>
            <p:nvPr/>
          </p:nvSpPr>
          <p:spPr>
            <a:xfrm rot="1758487">
              <a:off x="8564996" y="3981216"/>
              <a:ext cx="1931998" cy="2321084"/>
            </a:xfrm>
            <a:custGeom>
              <a:avLst/>
              <a:gdLst>
                <a:gd name="connsiteX0" fmla="*/ 0 w 530016"/>
                <a:gd name="connsiteY0" fmla="*/ 88338 h 574190"/>
                <a:gd name="connsiteX1" fmla="*/ 88338 w 530016"/>
                <a:gd name="connsiteY1" fmla="*/ 0 h 574190"/>
                <a:gd name="connsiteX2" fmla="*/ 441678 w 530016"/>
                <a:gd name="connsiteY2" fmla="*/ 0 h 574190"/>
                <a:gd name="connsiteX3" fmla="*/ 530016 w 530016"/>
                <a:gd name="connsiteY3" fmla="*/ 88338 h 574190"/>
                <a:gd name="connsiteX4" fmla="*/ 530016 w 530016"/>
                <a:gd name="connsiteY4" fmla="*/ 485852 h 574190"/>
                <a:gd name="connsiteX5" fmla="*/ 441678 w 530016"/>
                <a:gd name="connsiteY5" fmla="*/ 574190 h 574190"/>
                <a:gd name="connsiteX6" fmla="*/ 88338 w 530016"/>
                <a:gd name="connsiteY6" fmla="*/ 574190 h 574190"/>
                <a:gd name="connsiteX7" fmla="*/ 0 w 530016"/>
                <a:gd name="connsiteY7" fmla="*/ 485852 h 574190"/>
                <a:gd name="connsiteX8" fmla="*/ 0 w 530016"/>
                <a:gd name="connsiteY8" fmla="*/ 88338 h 574190"/>
                <a:gd name="connsiteX0" fmla="*/ 0 w 977428"/>
                <a:gd name="connsiteY0" fmla="*/ 88338 h 1289018"/>
                <a:gd name="connsiteX1" fmla="*/ 88338 w 977428"/>
                <a:gd name="connsiteY1" fmla="*/ 0 h 1289018"/>
                <a:gd name="connsiteX2" fmla="*/ 441678 w 977428"/>
                <a:gd name="connsiteY2" fmla="*/ 0 h 1289018"/>
                <a:gd name="connsiteX3" fmla="*/ 530016 w 977428"/>
                <a:gd name="connsiteY3" fmla="*/ 88338 h 1289018"/>
                <a:gd name="connsiteX4" fmla="*/ 530016 w 977428"/>
                <a:gd name="connsiteY4" fmla="*/ 485852 h 1289018"/>
                <a:gd name="connsiteX5" fmla="*/ 974031 w 977428"/>
                <a:gd name="connsiteY5" fmla="*/ 1289018 h 1289018"/>
                <a:gd name="connsiteX6" fmla="*/ 88338 w 977428"/>
                <a:gd name="connsiteY6" fmla="*/ 574190 h 1289018"/>
                <a:gd name="connsiteX7" fmla="*/ 0 w 977428"/>
                <a:gd name="connsiteY7" fmla="*/ 485852 h 1289018"/>
                <a:gd name="connsiteX8" fmla="*/ 0 w 977428"/>
                <a:gd name="connsiteY8" fmla="*/ 88338 h 1289018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7428"/>
                <a:gd name="connsiteY0" fmla="*/ 88338 h 1460963"/>
                <a:gd name="connsiteX1" fmla="*/ 88338 w 977428"/>
                <a:gd name="connsiteY1" fmla="*/ 0 h 1460963"/>
                <a:gd name="connsiteX2" fmla="*/ 441678 w 977428"/>
                <a:gd name="connsiteY2" fmla="*/ 0 h 1460963"/>
                <a:gd name="connsiteX3" fmla="*/ 530016 w 977428"/>
                <a:gd name="connsiteY3" fmla="*/ 88338 h 1460963"/>
                <a:gd name="connsiteX4" fmla="*/ 530016 w 977428"/>
                <a:gd name="connsiteY4" fmla="*/ 485852 h 1460963"/>
                <a:gd name="connsiteX5" fmla="*/ 974031 w 977428"/>
                <a:gd name="connsiteY5" fmla="*/ 1289018 h 1460963"/>
                <a:gd name="connsiteX6" fmla="*/ 734693 w 977428"/>
                <a:gd name="connsiteY6" fmla="*/ 1460963 h 1460963"/>
                <a:gd name="connsiteX7" fmla="*/ 0 w 977428"/>
                <a:gd name="connsiteY7" fmla="*/ 485852 h 1460963"/>
                <a:gd name="connsiteX8" fmla="*/ 0 w 977428"/>
                <a:gd name="connsiteY8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74031"/>
                <a:gd name="connsiteY0" fmla="*/ 88338 h 1460963"/>
                <a:gd name="connsiteX1" fmla="*/ 88338 w 974031"/>
                <a:gd name="connsiteY1" fmla="*/ 0 h 1460963"/>
                <a:gd name="connsiteX2" fmla="*/ 441678 w 974031"/>
                <a:gd name="connsiteY2" fmla="*/ 0 h 1460963"/>
                <a:gd name="connsiteX3" fmla="*/ 530016 w 974031"/>
                <a:gd name="connsiteY3" fmla="*/ 88338 h 1460963"/>
                <a:gd name="connsiteX4" fmla="*/ 530016 w 974031"/>
                <a:gd name="connsiteY4" fmla="*/ 485852 h 1460963"/>
                <a:gd name="connsiteX5" fmla="*/ 502038 w 974031"/>
                <a:gd name="connsiteY5" fmla="*/ 803914 h 1460963"/>
                <a:gd name="connsiteX6" fmla="*/ 974031 w 974031"/>
                <a:gd name="connsiteY6" fmla="*/ 1289018 h 1460963"/>
                <a:gd name="connsiteX7" fmla="*/ 734693 w 974031"/>
                <a:gd name="connsiteY7" fmla="*/ 1460963 h 1460963"/>
                <a:gd name="connsiteX8" fmla="*/ 0 w 974031"/>
                <a:gd name="connsiteY8" fmla="*/ 485852 h 1460963"/>
                <a:gd name="connsiteX9" fmla="*/ 0 w 974031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0 w 993148"/>
                <a:gd name="connsiteY8" fmla="*/ 485852 h 1460963"/>
                <a:gd name="connsiteX9" fmla="*/ 0 w 993148"/>
                <a:gd name="connsiteY9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88338 w 993148"/>
                <a:gd name="connsiteY1" fmla="*/ 0 h 1460963"/>
                <a:gd name="connsiteX2" fmla="*/ 441678 w 993148"/>
                <a:gd name="connsiteY2" fmla="*/ 0 h 1460963"/>
                <a:gd name="connsiteX3" fmla="*/ 530016 w 993148"/>
                <a:gd name="connsiteY3" fmla="*/ 88338 h 1460963"/>
                <a:gd name="connsiteX4" fmla="*/ 530016 w 993148"/>
                <a:gd name="connsiteY4" fmla="*/ 485852 h 1460963"/>
                <a:gd name="connsiteX5" fmla="*/ 502038 w 993148"/>
                <a:gd name="connsiteY5" fmla="*/ 803914 h 1460963"/>
                <a:gd name="connsiteX6" fmla="*/ 993148 w 993148"/>
                <a:gd name="connsiteY6" fmla="*/ 1260809 h 1460963"/>
                <a:gd name="connsiteX7" fmla="*/ 734693 w 993148"/>
                <a:gd name="connsiteY7" fmla="*/ 1460963 h 1460963"/>
                <a:gd name="connsiteX8" fmla="*/ 146263 w 993148"/>
                <a:gd name="connsiteY8" fmla="*/ 855076 h 1460963"/>
                <a:gd name="connsiteX9" fmla="*/ 0 w 993148"/>
                <a:gd name="connsiteY9" fmla="*/ 485852 h 1460963"/>
                <a:gd name="connsiteX10" fmla="*/ 0 w 993148"/>
                <a:gd name="connsiteY10" fmla="*/ 88338 h 1460963"/>
                <a:gd name="connsiteX0" fmla="*/ 0 w 993148"/>
                <a:gd name="connsiteY0" fmla="*/ 88338 h 1460963"/>
                <a:gd name="connsiteX1" fmla="*/ 441678 w 993148"/>
                <a:gd name="connsiteY1" fmla="*/ 0 h 1460963"/>
                <a:gd name="connsiteX2" fmla="*/ 530016 w 993148"/>
                <a:gd name="connsiteY2" fmla="*/ 88338 h 1460963"/>
                <a:gd name="connsiteX3" fmla="*/ 530016 w 993148"/>
                <a:gd name="connsiteY3" fmla="*/ 485852 h 1460963"/>
                <a:gd name="connsiteX4" fmla="*/ 502038 w 993148"/>
                <a:gd name="connsiteY4" fmla="*/ 803914 h 1460963"/>
                <a:gd name="connsiteX5" fmla="*/ 993148 w 993148"/>
                <a:gd name="connsiteY5" fmla="*/ 1260809 h 1460963"/>
                <a:gd name="connsiteX6" fmla="*/ 734693 w 993148"/>
                <a:gd name="connsiteY6" fmla="*/ 1460963 h 1460963"/>
                <a:gd name="connsiteX7" fmla="*/ 146263 w 993148"/>
                <a:gd name="connsiteY7" fmla="*/ 855076 h 1460963"/>
                <a:gd name="connsiteX8" fmla="*/ 0 w 993148"/>
                <a:gd name="connsiteY8" fmla="*/ 485852 h 1460963"/>
                <a:gd name="connsiteX9" fmla="*/ 0 w 993148"/>
                <a:gd name="connsiteY9" fmla="*/ 88338 h 1460963"/>
                <a:gd name="connsiteX0" fmla="*/ 0 w 993148"/>
                <a:gd name="connsiteY0" fmla="*/ 88338 h 1460963"/>
                <a:gd name="connsiteX1" fmla="*/ 441678 w 993148"/>
                <a:gd name="connsiteY1" fmla="*/ 0 h 1460963"/>
                <a:gd name="connsiteX2" fmla="*/ 530016 w 993148"/>
                <a:gd name="connsiteY2" fmla="*/ 485852 h 1460963"/>
                <a:gd name="connsiteX3" fmla="*/ 502038 w 993148"/>
                <a:gd name="connsiteY3" fmla="*/ 803914 h 1460963"/>
                <a:gd name="connsiteX4" fmla="*/ 993148 w 993148"/>
                <a:gd name="connsiteY4" fmla="*/ 1260809 h 1460963"/>
                <a:gd name="connsiteX5" fmla="*/ 734693 w 993148"/>
                <a:gd name="connsiteY5" fmla="*/ 1460963 h 1460963"/>
                <a:gd name="connsiteX6" fmla="*/ 146263 w 993148"/>
                <a:gd name="connsiteY6" fmla="*/ 855076 h 1460963"/>
                <a:gd name="connsiteX7" fmla="*/ 0 w 993148"/>
                <a:gd name="connsiteY7" fmla="*/ 485852 h 1460963"/>
                <a:gd name="connsiteX8" fmla="*/ 0 w 993148"/>
                <a:gd name="connsiteY8" fmla="*/ 88338 h 1460963"/>
                <a:gd name="connsiteX0" fmla="*/ 0 w 993148"/>
                <a:gd name="connsiteY0" fmla="*/ 104437 h 1477062"/>
                <a:gd name="connsiteX1" fmla="*/ 65623 w 993148"/>
                <a:gd name="connsiteY1" fmla="*/ 0 h 1477062"/>
                <a:gd name="connsiteX2" fmla="*/ 530016 w 993148"/>
                <a:gd name="connsiteY2" fmla="*/ 501951 h 1477062"/>
                <a:gd name="connsiteX3" fmla="*/ 502038 w 993148"/>
                <a:gd name="connsiteY3" fmla="*/ 820013 h 1477062"/>
                <a:gd name="connsiteX4" fmla="*/ 993148 w 993148"/>
                <a:gd name="connsiteY4" fmla="*/ 1276908 h 1477062"/>
                <a:gd name="connsiteX5" fmla="*/ 734693 w 993148"/>
                <a:gd name="connsiteY5" fmla="*/ 1477062 h 1477062"/>
                <a:gd name="connsiteX6" fmla="*/ 146263 w 993148"/>
                <a:gd name="connsiteY6" fmla="*/ 871175 h 1477062"/>
                <a:gd name="connsiteX7" fmla="*/ 0 w 993148"/>
                <a:gd name="connsiteY7" fmla="*/ 501951 h 1477062"/>
                <a:gd name="connsiteX8" fmla="*/ 0 w 993148"/>
                <a:gd name="connsiteY8" fmla="*/ 10443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750452 w 1213584"/>
                <a:gd name="connsiteY2" fmla="*/ 501951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220436 w 1213584"/>
                <a:gd name="connsiteY7" fmla="*/ 501951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347245 w 1213584"/>
                <a:gd name="connsiteY2" fmla="*/ 203984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220436 w 1213584"/>
                <a:gd name="connsiteY7" fmla="*/ 501951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347245 w 1213584"/>
                <a:gd name="connsiteY2" fmla="*/ 203984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477223 w 1213584"/>
                <a:gd name="connsiteY2" fmla="*/ 139758 h 1477062"/>
                <a:gd name="connsiteX3" fmla="*/ 722474 w 1213584"/>
                <a:gd name="connsiteY3" fmla="*/ 820013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477223 w 1213584"/>
                <a:gd name="connsiteY2" fmla="*/ 139758 h 1477062"/>
                <a:gd name="connsiteX3" fmla="*/ 744628 w 1213584"/>
                <a:gd name="connsiteY3" fmla="*/ 641545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477223 w 1213584"/>
                <a:gd name="connsiteY2" fmla="*/ 139758 h 1477062"/>
                <a:gd name="connsiteX3" fmla="*/ 744628 w 1213584"/>
                <a:gd name="connsiteY3" fmla="*/ 641545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477223 w 1213584"/>
                <a:gd name="connsiteY2" fmla="*/ 139758 h 1477062"/>
                <a:gd name="connsiteX3" fmla="*/ 744628 w 1213584"/>
                <a:gd name="connsiteY3" fmla="*/ 641545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366699 w 1213584"/>
                <a:gd name="connsiteY6" fmla="*/ 871175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477223 w 1213584"/>
                <a:gd name="connsiteY2" fmla="*/ 139758 h 1477062"/>
                <a:gd name="connsiteX3" fmla="*/ 744628 w 1213584"/>
                <a:gd name="connsiteY3" fmla="*/ 641545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472545 w 1213584"/>
                <a:gd name="connsiteY6" fmla="*/ 872927 h 1477062"/>
                <a:gd name="connsiteX7" fmla="*/ 109229 w 1213584"/>
                <a:gd name="connsiteY7" fmla="*/ 459515 h 1477062"/>
                <a:gd name="connsiteX8" fmla="*/ 0 w 1213584"/>
                <a:gd name="connsiteY8" fmla="*/ 132057 h 1477062"/>
                <a:gd name="connsiteX0" fmla="*/ 0 w 1213584"/>
                <a:gd name="connsiteY0" fmla="*/ 132057 h 1477062"/>
                <a:gd name="connsiteX1" fmla="*/ 286059 w 1213584"/>
                <a:gd name="connsiteY1" fmla="*/ 0 h 1477062"/>
                <a:gd name="connsiteX2" fmla="*/ 477223 w 1213584"/>
                <a:gd name="connsiteY2" fmla="*/ 139758 h 1477062"/>
                <a:gd name="connsiteX3" fmla="*/ 744628 w 1213584"/>
                <a:gd name="connsiteY3" fmla="*/ 641545 h 1477062"/>
                <a:gd name="connsiteX4" fmla="*/ 1213584 w 1213584"/>
                <a:gd name="connsiteY4" fmla="*/ 1276908 h 1477062"/>
                <a:gd name="connsiteX5" fmla="*/ 955129 w 1213584"/>
                <a:gd name="connsiteY5" fmla="*/ 1477062 h 1477062"/>
                <a:gd name="connsiteX6" fmla="*/ 472545 w 1213584"/>
                <a:gd name="connsiteY6" fmla="*/ 872927 h 1477062"/>
                <a:gd name="connsiteX7" fmla="*/ 28331 w 1213584"/>
                <a:gd name="connsiteY7" fmla="*/ 408805 h 1477062"/>
                <a:gd name="connsiteX8" fmla="*/ 0 w 1213584"/>
                <a:gd name="connsiteY8" fmla="*/ 132057 h 1477062"/>
                <a:gd name="connsiteX0" fmla="*/ 0 w 1314069"/>
                <a:gd name="connsiteY0" fmla="*/ 170989 h 1477062"/>
                <a:gd name="connsiteX1" fmla="*/ 386544 w 1314069"/>
                <a:gd name="connsiteY1" fmla="*/ 0 h 1477062"/>
                <a:gd name="connsiteX2" fmla="*/ 577708 w 1314069"/>
                <a:gd name="connsiteY2" fmla="*/ 139758 h 1477062"/>
                <a:gd name="connsiteX3" fmla="*/ 845113 w 1314069"/>
                <a:gd name="connsiteY3" fmla="*/ 641545 h 1477062"/>
                <a:gd name="connsiteX4" fmla="*/ 1314069 w 1314069"/>
                <a:gd name="connsiteY4" fmla="*/ 1276908 h 1477062"/>
                <a:gd name="connsiteX5" fmla="*/ 1055614 w 1314069"/>
                <a:gd name="connsiteY5" fmla="*/ 1477062 h 1477062"/>
                <a:gd name="connsiteX6" fmla="*/ 573030 w 1314069"/>
                <a:gd name="connsiteY6" fmla="*/ 872927 h 1477062"/>
                <a:gd name="connsiteX7" fmla="*/ 128816 w 1314069"/>
                <a:gd name="connsiteY7" fmla="*/ 408805 h 1477062"/>
                <a:gd name="connsiteX8" fmla="*/ 0 w 1314069"/>
                <a:gd name="connsiteY8" fmla="*/ 170989 h 1477062"/>
                <a:gd name="connsiteX0" fmla="*/ 0 w 1314069"/>
                <a:gd name="connsiteY0" fmla="*/ 272637 h 1578710"/>
                <a:gd name="connsiteX1" fmla="*/ 443084 w 1314069"/>
                <a:gd name="connsiteY1" fmla="*/ 0 h 1578710"/>
                <a:gd name="connsiteX2" fmla="*/ 577708 w 1314069"/>
                <a:gd name="connsiteY2" fmla="*/ 241406 h 1578710"/>
                <a:gd name="connsiteX3" fmla="*/ 845113 w 1314069"/>
                <a:gd name="connsiteY3" fmla="*/ 743193 h 1578710"/>
                <a:gd name="connsiteX4" fmla="*/ 1314069 w 1314069"/>
                <a:gd name="connsiteY4" fmla="*/ 1378556 h 1578710"/>
                <a:gd name="connsiteX5" fmla="*/ 1055614 w 1314069"/>
                <a:gd name="connsiteY5" fmla="*/ 1578710 h 1578710"/>
                <a:gd name="connsiteX6" fmla="*/ 573030 w 1314069"/>
                <a:gd name="connsiteY6" fmla="*/ 974575 h 1578710"/>
                <a:gd name="connsiteX7" fmla="*/ 128816 w 1314069"/>
                <a:gd name="connsiteY7" fmla="*/ 510453 h 1578710"/>
                <a:gd name="connsiteX8" fmla="*/ 0 w 1314069"/>
                <a:gd name="connsiteY8" fmla="*/ 272637 h 1578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069" h="1578710">
                  <a:moveTo>
                    <a:pt x="0" y="272637"/>
                  </a:moveTo>
                  <a:cubicBezTo>
                    <a:pt x="73613" y="191662"/>
                    <a:pt x="354748" y="0"/>
                    <a:pt x="443084" y="0"/>
                  </a:cubicBezTo>
                  <a:cubicBezTo>
                    <a:pt x="531420" y="66252"/>
                    <a:pt x="567648" y="107420"/>
                    <a:pt x="577708" y="241406"/>
                  </a:cubicBezTo>
                  <a:cubicBezTo>
                    <a:pt x="606598" y="360767"/>
                    <a:pt x="771110" y="609332"/>
                    <a:pt x="845113" y="743193"/>
                  </a:cubicBezTo>
                  <a:cubicBezTo>
                    <a:pt x="898939" y="1168013"/>
                    <a:pt x="1308846" y="1269146"/>
                    <a:pt x="1314069" y="1378556"/>
                  </a:cubicBezTo>
                  <a:cubicBezTo>
                    <a:pt x="1248510" y="1471581"/>
                    <a:pt x="1173394" y="1578710"/>
                    <a:pt x="1055614" y="1578710"/>
                  </a:cubicBezTo>
                  <a:cubicBezTo>
                    <a:pt x="935566" y="1512351"/>
                    <a:pt x="695479" y="1137093"/>
                    <a:pt x="573030" y="974575"/>
                  </a:cubicBezTo>
                  <a:cubicBezTo>
                    <a:pt x="450581" y="812057"/>
                    <a:pt x="174292" y="639506"/>
                    <a:pt x="128816" y="510453"/>
                  </a:cubicBezTo>
                  <a:lnTo>
                    <a:pt x="0" y="27263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C097217-0130-4673-930C-1A6BB1C7AD4F}"/>
                </a:ext>
              </a:extLst>
            </p:cNvPr>
            <p:cNvSpPr/>
            <p:nvPr/>
          </p:nvSpPr>
          <p:spPr>
            <a:xfrm rot="20888316">
              <a:off x="7635797" y="6152907"/>
              <a:ext cx="542729" cy="304571"/>
            </a:xfrm>
            <a:custGeom>
              <a:avLst/>
              <a:gdLst>
                <a:gd name="connsiteX0" fmla="*/ 351149 w 369143"/>
                <a:gd name="connsiteY0" fmla="*/ 0 h 207157"/>
                <a:gd name="connsiteX1" fmla="*/ 363570 w 369143"/>
                <a:gd name="connsiteY1" fmla="*/ 60455 h 207157"/>
                <a:gd name="connsiteX2" fmla="*/ 355026 w 369143"/>
                <a:gd name="connsiteY2" fmla="*/ 177620 h 207157"/>
                <a:gd name="connsiteX3" fmla="*/ 28711 w 369143"/>
                <a:gd name="connsiteY3" fmla="*/ 158151 h 207157"/>
                <a:gd name="connsiteX4" fmla="*/ 42 w 369143"/>
                <a:gd name="connsiteY4" fmla="*/ 489 h 207157"/>
                <a:gd name="connsiteX5" fmla="*/ 0 w 369143"/>
                <a:gd name="connsiteY5" fmla="*/ 0 h 207157"/>
                <a:gd name="connsiteX6" fmla="*/ 351149 w 369143"/>
                <a:gd name="connsiteY6" fmla="*/ 0 h 2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43" h="207157">
                  <a:moveTo>
                    <a:pt x="351149" y="0"/>
                  </a:moveTo>
                  <a:lnTo>
                    <a:pt x="363570" y="60455"/>
                  </a:lnTo>
                  <a:cubicBezTo>
                    <a:pt x="372069" y="114093"/>
                    <a:pt x="372049" y="156170"/>
                    <a:pt x="355026" y="177620"/>
                  </a:cubicBezTo>
                  <a:cubicBezTo>
                    <a:pt x="244437" y="204490"/>
                    <a:pt x="117371" y="235684"/>
                    <a:pt x="28711" y="158151"/>
                  </a:cubicBezTo>
                  <a:cubicBezTo>
                    <a:pt x="17040" y="125906"/>
                    <a:pt x="7522" y="69752"/>
                    <a:pt x="42" y="489"/>
                  </a:cubicBezTo>
                  <a:lnTo>
                    <a:pt x="0" y="0"/>
                  </a:lnTo>
                  <a:lnTo>
                    <a:pt x="351149" y="0"/>
                  </a:lnTo>
                  <a:close/>
                </a:path>
              </a:pathLst>
            </a:custGeom>
            <a:solidFill>
              <a:srgbClr val="CAC0B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1D42BE4-9193-4CE1-B7B3-A05F60FF1C71}"/>
                </a:ext>
              </a:extLst>
            </p:cNvPr>
            <p:cNvSpPr/>
            <p:nvPr/>
          </p:nvSpPr>
          <p:spPr>
            <a:xfrm rot="20888316">
              <a:off x="8262606" y="5963456"/>
              <a:ext cx="542729" cy="304571"/>
            </a:xfrm>
            <a:custGeom>
              <a:avLst/>
              <a:gdLst>
                <a:gd name="connsiteX0" fmla="*/ 351149 w 369143"/>
                <a:gd name="connsiteY0" fmla="*/ 0 h 207157"/>
                <a:gd name="connsiteX1" fmla="*/ 363570 w 369143"/>
                <a:gd name="connsiteY1" fmla="*/ 60455 h 207157"/>
                <a:gd name="connsiteX2" fmla="*/ 355026 w 369143"/>
                <a:gd name="connsiteY2" fmla="*/ 177620 h 207157"/>
                <a:gd name="connsiteX3" fmla="*/ 28711 w 369143"/>
                <a:gd name="connsiteY3" fmla="*/ 158151 h 207157"/>
                <a:gd name="connsiteX4" fmla="*/ 42 w 369143"/>
                <a:gd name="connsiteY4" fmla="*/ 489 h 207157"/>
                <a:gd name="connsiteX5" fmla="*/ 0 w 369143"/>
                <a:gd name="connsiteY5" fmla="*/ 0 h 207157"/>
                <a:gd name="connsiteX6" fmla="*/ 351149 w 369143"/>
                <a:gd name="connsiteY6" fmla="*/ 0 h 2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43" h="207157">
                  <a:moveTo>
                    <a:pt x="351149" y="0"/>
                  </a:moveTo>
                  <a:lnTo>
                    <a:pt x="363570" y="60455"/>
                  </a:lnTo>
                  <a:cubicBezTo>
                    <a:pt x="372069" y="114093"/>
                    <a:pt x="372049" y="156170"/>
                    <a:pt x="355026" y="177620"/>
                  </a:cubicBezTo>
                  <a:cubicBezTo>
                    <a:pt x="244437" y="204490"/>
                    <a:pt x="117371" y="235684"/>
                    <a:pt x="28711" y="158151"/>
                  </a:cubicBezTo>
                  <a:cubicBezTo>
                    <a:pt x="17040" y="125906"/>
                    <a:pt x="7522" y="69752"/>
                    <a:pt x="42" y="489"/>
                  </a:cubicBezTo>
                  <a:lnTo>
                    <a:pt x="0" y="0"/>
                  </a:lnTo>
                  <a:lnTo>
                    <a:pt x="351149" y="0"/>
                  </a:lnTo>
                  <a:close/>
                </a:path>
              </a:pathLst>
            </a:custGeom>
            <a:solidFill>
              <a:srgbClr val="CAC0B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1C73CFA-9434-48F3-AC4A-391BC15DDE12}"/>
                </a:ext>
              </a:extLst>
            </p:cNvPr>
            <p:cNvSpPr/>
            <p:nvPr/>
          </p:nvSpPr>
          <p:spPr>
            <a:xfrm rot="20888316">
              <a:off x="9832862" y="6108801"/>
              <a:ext cx="542729" cy="304571"/>
            </a:xfrm>
            <a:custGeom>
              <a:avLst/>
              <a:gdLst>
                <a:gd name="connsiteX0" fmla="*/ 351149 w 369143"/>
                <a:gd name="connsiteY0" fmla="*/ 0 h 207157"/>
                <a:gd name="connsiteX1" fmla="*/ 363570 w 369143"/>
                <a:gd name="connsiteY1" fmla="*/ 60455 h 207157"/>
                <a:gd name="connsiteX2" fmla="*/ 355026 w 369143"/>
                <a:gd name="connsiteY2" fmla="*/ 177620 h 207157"/>
                <a:gd name="connsiteX3" fmla="*/ 28711 w 369143"/>
                <a:gd name="connsiteY3" fmla="*/ 158151 h 207157"/>
                <a:gd name="connsiteX4" fmla="*/ 42 w 369143"/>
                <a:gd name="connsiteY4" fmla="*/ 489 h 207157"/>
                <a:gd name="connsiteX5" fmla="*/ 0 w 369143"/>
                <a:gd name="connsiteY5" fmla="*/ 0 h 207157"/>
                <a:gd name="connsiteX6" fmla="*/ 351149 w 369143"/>
                <a:gd name="connsiteY6" fmla="*/ 0 h 2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43" h="207157">
                  <a:moveTo>
                    <a:pt x="351149" y="0"/>
                  </a:moveTo>
                  <a:lnTo>
                    <a:pt x="363570" y="60455"/>
                  </a:lnTo>
                  <a:cubicBezTo>
                    <a:pt x="372069" y="114093"/>
                    <a:pt x="372049" y="156170"/>
                    <a:pt x="355026" y="177620"/>
                  </a:cubicBezTo>
                  <a:cubicBezTo>
                    <a:pt x="244437" y="204490"/>
                    <a:pt x="117371" y="235684"/>
                    <a:pt x="28711" y="158151"/>
                  </a:cubicBezTo>
                  <a:cubicBezTo>
                    <a:pt x="17040" y="125906"/>
                    <a:pt x="7522" y="69752"/>
                    <a:pt x="42" y="489"/>
                  </a:cubicBezTo>
                  <a:lnTo>
                    <a:pt x="0" y="0"/>
                  </a:lnTo>
                  <a:lnTo>
                    <a:pt x="351149" y="0"/>
                  </a:lnTo>
                  <a:close/>
                </a:path>
              </a:pathLst>
            </a:custGeom>
            <a:solidFill>
              <a:srgbClr val="CAC0B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DF9ED6-74EC-43A3-A7AD-CAFA59D72449}"/>
                </a:ext>
              </a:extLst>
            </p:cNvPr>
            <p:cNvSpPr/>
            <p:nvPr/>
          </p:nvSpPr>
          <p:spPr>
            <a:xfrm rot="20888316">
              <a:off x="9425703" y="6177401"/>
              <a:ext cx="520426" cy="287616"/>
            </a:xfrm>
            <a:custGeom>
              <a:avLst/>
              <a:gdLst>
                <a:gd name="connsiteX0" fmla="*/ 351149 w 369143"/>
                <a:gd name="connsiteY0" fmla="*/ 0 h 207157"/>
                <a:gd name="connsiteX1" fmla="*/ 363570 w 369143"/>
                <a:gd name="connsiteY1" fmla="*/ 60455 h 207157"/>
                <a:gd name="connsiteX2" fmla="*/ 355026 w 369143"/>
                <a:gd name="connsiteY2" fmla="*/ 177620 h 207157"/>
                <a:gd name="connsiteX3" fmla="*/ 28711 w 369143"/>
                <a:gd name="connsiteY3" fmla="*/ 158151 h 207157"/>
                <a:gd name="connsiteX4" fmla="*/ 42 w 369143"/>
                <a:gd name="connsiteY4" fmla="*/ 489 h 207157"/>
                <a:gd name="connsiteX5" fmla="*/ 0 w 369143"/>
                <a:gd name="connsiteY5" fmla="*/ 0 h 207157"/>
                <a:gd name="connsiteX6" fmla="*/ 351149 w 369143"/>
                <a:gd name="connsiteY6" fmla="*/ 0 h 2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43" h="207157">
                  <a:moveTo>
                    <a:pt x="351149" y="0"/>
                  </a:moveTo>
                  <a:lnTo>
                    <a:pt x="363570" y="60455"/>
                  </a:lnTo>
                  <a:cubicBezTo>
                    <a:pt x="372069" y="114093"/>
                    <a:pt x="372049" y="156170"/>
                    <a:pt x="355026" y="177620"/>
                  </a:cubicBezTo>
                  <a:cubicBezTo>
                    <a:pt x="244437" y="204490"/>
                    <a:pt x="117371" y="235684"/>
                    <a:pt x="28711" y="158151"/>
                  </a:cubicBezTo>
                  <a:cubicBezTo>
                    <a:pt x="17040" y="125906"/>
                    <a:pt x="7522" y="69752"/>
                    <a:pt x="42" y="489"/>
                  </a:cubicBezTo>
                  <a:lnTo>
                    <a:pt x="0" y="0"/>
                  </a:lnTo>
                  <a:lnTo>
                    <a:pt x="351149" y="0"/>
                  </a:lnTo>
                  <a:close/>
                </a:path>
              </a:pathLst>
            </a:custGeom>
            <a:solidFill>
              <a:srgbClr val="CAC0B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1">
              <a:extLst>
                <a:ext uri="{FF2B5EF4-FFF2-40B4-BE49-F238E27FC236}">
                  <a16:creationId xmlns:a16="http://schemas.microsoft.com/office/drawing/2014/main" id="{9DA51CFA-7D23-43E4-91D7-BBB2AFC55411}"/>
                </a:ext>
              </a:extLst>
            </p:cNvPr>
            <p:cNvSpPr/>
            <p:nvPr/>
          </p:nvSpPr>
          <p:spPr>
            <a:xfrm rot="1737869">
              <a:off x="9409445" y="1754293"/>
              <a:ext cx="2379455" cy="1436308"/>
            </a:xfrm>
            <a:custGeom>
              <a:avLst/>
              <a:gdLst>
                <a:gd name="connsiteX0" fmla="*/ 0 w 1728736"/>
                <a:gd name="connsiteY0" fmla="*/ 393576 h 787152"/>
                <a:gd name="connsiteX1" fmla="*/ 864368 w 1728736"/>
                <a:gd name="connsiteY1" fmla="*/ 0 h 787152"/>
                <a:gd name="connsiteX2" fmla="*/ 1728736 w 1728736"/>
                <a:gd name="connsiteY2" fmla="*/ 393576 h 787152"/>
                <a:gd name="connsiteX3" fmla="*/ 864368 w 1728736"/>
                <a:gd name="connsiteY3" fmla="*/ 787152 h 787152"/>
                <a:gd name="connsiteX4" fmla="*/ 0 w 1728736"/>
                <a:gd name="connsiteY4" fmla="*/ 393576 h 787152"/>
                <a:gd name="connsiteX0" fmla="*/ 0 w 1685511"/>
                <a:gd name="connsiteY0" fmla="*/ 216219 h 802389"/>
                <a:gd name="connsiteX1" fmla="*/ 821143 w 1685511"/>
                <a:gd name="connsiteY1" fmla="*/ 12046 h 802389"/>
                <a:gd name="connsiteX2" fmla="*/ 1685511 w 1685511"/>
                <a:gd name="connsiteY2" fmla="*/ 405622 h 802389"/>
                <a:gd name="connsiteX3" fmla="*/ 821143 w 1685511"/>
                <a:gd name="connsiteY3" fmla="*/ 799198 h 802389"/>
                <a:gd name="connsiteX4" fmla="*/ 0 w 1685511"/>
                <a:gd name="connsiteY4" fmla="*/ 216219 h 802389"/>
                <a:gd name="connsiteX0" fmla="*/ 3942 w 1689453"/>
                <a:gd name="connsiteY0" fmla="*/ 122059 h 708229"/>
                <a:gd name="connsiteX1" fmla="*/ 1173533 w 1689453"/>
                <a:gd name="connsiteY1" fmla="*/ 12430 h 708229"/>
                <a:gd name="connsiteX2" fmla="*/ 1689453 w 1689453"/>
                <a:gd name="connsiteY2" fmla="*/ 311462 h 708229"/>
                <a:gd name="connsiteX3" fmla="*/ 825085 w 1689453"/>
                <a:gd name="connsiteY3" fmla="*/ 705038 h 708229"/>
                <a:gd name="connsiteX4" fmla="*/ 3942 w 1689453"/>
                <a:gd name="connsiteY4" fmla="*/ 122059 h 708229"/>
                <a:gd name="connsiteX0" fmla="*/ 3942 w 1743504"/>
                <a:gd name="connsiteY0" fmla="*/ 194620 h 780790"/>
                <a:gd name="connsiteX1" fmla="*/ 1173533 w 1743504"/>
                <a:gd name="connsiteY1" fmla="*/ 84991 h 780790"/>
                <a:gd name="connsiteX2" fmla="*/ 1689453 w 1743504"/>
                <a:gd name="connsiteY2" fmla="*/ 384023 h 780790"/>
                <a:gd name="connsiteX3" fmla="*/ 825085 w 1743504"/>
                <a:gd name="connsiteY3" fmla="*/ 777599 h 780790"/>
                <a:gd name="connsiteX4" fmla="*/ 3942 w 1743504"/>
                <a:gd name="connsiteY4" fmla="*/ 194620 h 780790"/>
                <a:gd name="connsiteX0" fmla="*/ 3822 w 1564802"/>
                <a:gd name="connsiteY0" fmla="*/ 130752 h 726622"/>
                <a:gd name="connsiteX1" fmla="*/ 1173413 w 1564802"/>
                <a:gd name="connsiteY1" fmla="*/ 21123 h 726622"/>
                <a:gd name="connsiteX2" fmla="*/ 1564802 w 1564802"/>
                <a:gd name="connsiteY2" fmla="*/ 441339 h 726622"/>
                <a:gd name="connsiteX3" fmla="*/ 824965 w 1564802"/>
                <a:gd name="connsiteY3" fmla="*/ 713731 h 726622"/>
                <a:gd name="connsiteX4" fmla="*/ 3822 w 1564802"/>
                <a:gd name="connsiteY4" fmla="*/ 130752 h 726622"/>
                <a:gd name="connsiteX0" fmla="*/ 6154 w 1567134"/>
                <a:gd name="connsiteY0" fmla="*/ 176622 h 772492"/>
                <a:gd name="connsiteX1" fmla="*/ 1175745 w 1567134"/>
                <a:gd name="connsiteY1" fmla="*/ 66993 h 772492"/>
                <a:gd name="connsiteX2" fmla="*/ 1567134 w 1567134"/>
                <a:gd name="connsiteY2" fmla="*/ 487209 h 772492"/>
                <a:gd name="connsiteX3" fmla="*/ 827297 w 1567134"/>
                <a:gd name="connsiteY3" fmla="*/ 759601 h 772492"/>
                <a:gd name="connsiteX4" fmla="*/ 6154 w 1567134"/>
                <a:gd name="connsiteY4" fmla="*/ 176622 h 772492"/>
                <a:gd name="connsiteX0" fmla="*/ 6154 w 1567134"/>
                <a:gd name="connsiteY0" fmla="*/ 157610 h 753480"/>
                <a:gd name="connsiteX1" fmla="*/ 1175745 w 1567134"/>
                <a:gd name="connsiteY1" fmla="*/ 47981 h 753480"/>
                <a:gd name="connsiteX2" fmla="*/ 1567134 w 1567134"/>
                <a:gd name="connsiteY2" fmla="*/ 468197 h 753480"/>
                <a:gd name="connsiteX3" fmla="*/ 827297 w 1567134"/>
                <a:gd name="connsiteY3" fmla="*/ 740589 h 753480"/>
                <a:gd name="connsiteX4" fmla="*/ 6154 w 1567134"/>
                <a:gd name="connsiteY4" fmla="*/ 157610 h 753480"/>
                <a:gd name="connsiteX0" fmla="*/ 6152 w 1564992"/>
                <a:gd name="connsiteY0" fmla="*/ 173461 h 763911"/>
                <a:gd name="connsiteX1" fmla="*/ 1175743 w 1564992"/>
                <a:gd name="connsiteY1" fmla="*/ 63832 h 763911"/>
                <a:gd name="connsiteX2" fmla="*/ 1564992 w 1564992"/>
                <a:gd name="connsiteY2" fmla="*/ 432976 h 763911"/>
                <a:gd name="connsiteX3" fmla="*/ 827295 w 1564992"/>
                <a:gd name="connsiteY3" fmla="*/ 756440 h 763911"/>
                <a:gd name="connsiteX4" fmla="*/ 6152 w 1564992"/>
                <a:gd name="connsiteY4" fmla="*/ 173461 h 763911"/>
                <a:gd name="connsiteX0" fmla="*/ 6152 w 1564992"/>
                <a:gd name="connsiteY0" fmla="*/ 152579 h 743029"/>
                <a:gd name="connsiteX1" fmla="*/ 1175743 w 1564992"/>
                <a:gd name="connsiteY1" fmla="*/ 42950 h 743029"/>
                <a:gd name="connsiteX2" fmla="*/ 1564992 w 1564992"/>
                <a:gd name="connsiteY2" fmla="*/ 412094 h 743029"/>
                <a:gd name="connsiteX3" fmla="*/ 827295 w 1564992"/>
                <a:gd name="connsiteY3" fmla="*/ 735558 h 743029"/>
                <a:gd name="connsiteX4" fmla="*/ 6152 w 1564992"/>
                <a:gd name="connsiteY4" fmla="*/ 152579 h 743029"/>
                <a:gd name="connsiteX0" fmla="*/ 1173 w 1560013"/>
                <a:gd name="connsiteY0" fmla="*/ 110778 h 735106"/>
                <a:gd name="connsiteX1" fmla="*/ 1170764 w 1560013"/>
                <a:gd name="connsiteY1" fmla="*/ 1149 h 735106"/>
                <a:gd name="connsiteX2" fmla="*/ 1560013 w 1560013"/>
                <a:gd name="connsiteY2" fmla="*/ 370293 h 735106"/>
                <a:gd name="connsiteX3" fmla="*/ 963624 w 1560013"/>
                <a:gd name="connsiteY3" fmla="*/ 728764 h 735106"/>
                <a:gd name="connsiteX4" fmla="*/ 1173 w 1560013"/>
                <a:gd name="connsiteY4" fmla="*/ 110778 h 735106"/>
                <a:gd name="connsiteX0" fmla="*/ 34136 w 1592976"/>
                <a:gd name="connsiteY0" fmla="*/ 110778 h 920597"/>
                <a:gd name="connsiteX1" fmla="*/ 1203727 w 1592976"/>
                <a:gd name="connsiteY1" fmla="*/ 1149 h 920597"/>
                <a:gd name="connsiteX2" fmla="*/ 1592976 w 1592976"/>
                <a:gd name="connsiteY2" fmla="*/ 370293 h 920597"/>
                <a:gd name="connsiteX3" fmla="*/ 996587 w 1592976"/>
                <a:gd name="connsiteY3" fmla="*/ 728764 h 920597"/>
                <a:gd name="connsiteX4" fmla="*/ 373038 w 1592976"/>
                <a:gd name="connsiteY4" fmla="*/ 889316 h 920597"/>
                <a:gd name="connsiteX5" fmla="*/ 34136 w 1592976"/>
                <a:gd name="connsiteY5" fmla="*/ 110778 h 920597"/>
                <a:gd name="connsiteX0" fmla="*/ 59572 w 1618412"/>
                <a:gd name="connsiteY0" fmla="*/ 167101 h 976920"/>
                <a:gd name="connsiteX1" fmla="*/ 1229163 w 1618412"/>
                <a:gd name="connsiteY1" fmla="*/ 57472 h 976920"/>
                <a:gd name="connsiteX2" fmla="*/ 1618412 w 1618412"/>
                <a:gd name="connsiteY2" fmla="*/ 426616 h 976920"/>
                <a:gd name="connsiteX3" fmla="*/ 1022023 w 1618412"/>
                <a:gd name="connsiteY3" fmla="*/ 785087 h 976920"/>
                <a:gd name="connsiteX4" fmla="*/ 398474 w 1618412"/>
                <a:gd name="connsiteY4" fmla="*/ 945639 h 976920"/>
                <a:gd name="connsiteX5" fmla="*/ 59572 w 1618412"/>
                <a:gd name="connsiteY5" fmla="*/ 167101 h 976920"/>
                <a:gd name="connsiteX0" fmla="*/ 59572 w 1618412"/>
                <a:gd name="connsiteY0" fmla="*/ 167101 h 976920"/>
                <a:gd name="connsiteX1" fmla="*/ 1229163 w 1618412"/>
                <a:gd name="connsiteY1" fmla="*/ 57472 h 976920"/>
                <a:gd name="connsiteX2" fmla="*/ 1618412 w 1618412"/>
                <a:gd name="connsiteY2" fmla="*/ 426616 h 976920"/>
                <a:gd name="connsiteX3" fmla="*/ 1022023 w 1618412"/>
                <a:gd name="connsiteY3" fmla="*/ 785087 h 976920"/>
                <a:gd name="connsiteX4" fmla="*/ 398474 w 1618412"/>
                <a:gd name="connsiteY4" fmla="*/ 945639 h 976920"/>
                <a:gd name="connsiteX5" fmla="*/ 59572 w 1618412"/>
                <a:gd name="connsiteY5" fmla="*/ 167101 h 976920"/>
                <a:gd name="connsiteX0" fmla="*/ 59572 w 1618412"/>
                <a:gd name="connsiteY0" fmla="*/ 167101 h 976920"/>
                <a:gd name="connsiteX1" fmla="*/ 1229163 w 1618412"/>
                <a:gd name="connsiteY1" fmla="*/ 57472 h 976920"/>
                <a:gd name="connsiteX2" fmla="*/ 1618412 w 1618412"/>
                <a:gd name="connsiteY2" fmla="*/ 426616 h 976920"/>
                <a:gd name="connsiteX3" fmla="*/ 1022023 w 1618412"/>
                <a:gd name="connsiteY3" fmla="*/ 785087 h 976920"/>
                <a:gd name="connsiteX4" fmla="*/ 398474 w 1618412"/>
                <a:gd name="connsiteY4" fmla="*/ 945639 h 976920"/>
                <a:gd name="connsiteX5" fmla="*/ 59572 w 1618412"/>
                <a:gd name="connsiteY5" fmla="*/ 167101 h 97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8412" h="976920">
                  <a:moveTo>
                    <a:pt x="59572" y="167101"/>
                  </a:moveTo>
                  <a:cubicBezTo>
                    <a:pt x="266362" y="-140685"/>
                    <a:pt x="1002567" y="74221"/>
                    <a:pt x="1229163" y="57472"/>
                  </a:cubicBezTo>
                  <a:cubicBezTo>
                    <a:pt x="1455759" y="40723"/>
                    <a:pt x="1618412" y="209250"/>
                    <a:pt x="1618412" y="426616"/>
                  </a:cubicBezTo>
                  <a:cubicBezTo>
                    <a:pt x="1541263" y="756360"/>
                    <a:pt x="1225346" y="698583"/>
                    <a:pt x="1022023" y="785087"/>
                  </a:cubicBezTo>
                  <a:cubicBezTo>
                    <a:pt x="818700" y="871591"/>
                    <a:pt x="558883" y="1048637"/>
                    <a:pt x="398474" y="945639"/>
                  </a:cubicBezTo>
                  <a:cubicBezTo>
                    <a:pt x="238066" y="842641"/>
                    <a:pt x="-147218" y="474887"/>
                    <a:pt x="59572" y="16710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6">
              <a:extLst>
                <a:ext uri="{FF2B5EF4-FFF2-40B4-BE49-F238E27FC236}">
                  <a16:creationId xmlns:a16="http://schemas.microsoft.com/office/drawing/2014/main" id="{73321046-D968-410F-AAB9-803274C90CAC}"/>
                </a:ext>
              </a:extLst>
            </p:cNvPr>
            <p:cNvSpPr/>
            <p:nvPr/>
          </p:nvSpPr>
          <p:spPr>
            <a:xfrm rot="6635828" flipH="1">
              <a:off x="10202228" y="1201515"/>
              <a:ext cx="784957" cy="363685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4808765-59AE-405E-A40C-8E9E8D1C8F23}"/>
                </a:ext>
              </a:extLst>
            </p:cNvPr>
            <p:cNvSpPr/>
            <p:nvPr/>
          </p:nvSpPr>
          <p:spPr>
            <a:xfrm rot="20839346">
              <a:off x="10013259" y="1433648"/>
              <a:ext cx="501492" cy="388713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100000">
                  <a:srgbClr val="9097A9"/>
                </a:gs>
                <a:gs pos="29000">
                  <a:srgbClr val="E6D2C2"/>
                </a:gs>
                <a:gs pos="69000">
                  <a:schemeClr val="accent1">
                    <a:lumMod val="30000"/>
                    <a:lumOff val="70000"/>
                  </a:schemeClr>
                </a:gs>
              </a:gsLst>
              <a:lin ang="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AF17A7D-9F76-4C0A-9819-C31772847162}"/>
                </a:ext>
              </a:extLst>
            </p:cNvPr>
            <p:cNvSpPr/>
            <p:nvPr/>
          </p:nvSpPr>
          <p:spPr>
            <a:xfrm rot="20725822">
              <a:off x="7433481" y="3994674"/>
              <a:ext cx="1154959" cy="63286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9426391-1891-47FB-BD38-8EC0BAF47C2A}"/>
                </a:ext>
              </a:extLst>
            </p:cNvPr>
            <p:cNvSpPr/>
            <p:nvPr/>
          </p:nvSpPr>
          <p:spPr>
            <a:xfrm>
              <a:off x="8905870" y="3814339"/>
              <a:ext cx="1154959" cy="58137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CAE1715-F7DC-4386-83D8-BA698FB31088}"/>
                </a:ext>
              </a:extLst>
            </p:cNvPr>
            <p:cNvSpPr/>
            <p:nvPr/>
          </p:nvSpPr>
          <p:spPr>
            <a:xfrm rot="5400000">
              <a:off x="10164916" y="2001963"/>
              <a:ext cx="588263" cy="296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15B80EA6-BB25-47E0-A524-082D47F5B4D7}"/>
                </a:ext>
              </a:extLst>
            </p:cNvPr>
            <p:cNvSpPr/>
            <p:nvPr/>
          </p:nvSpPr>
          <p:spPr>
            <a:xfrm rot="9156397">
              <a:off x="11229434" y="2666229"/>
              <a:ext cx="476658" cy="427275"/>
            </a:xfrm>
            <a:prstGeom prst="arc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4EF870-D987-47CE-B1A1-73CCCDD91C8C}"/>
                </a:ext>
              </a:extLst>
            </p:cNvPr>
            <p:cNvSpPr/>
            <p:nvPr/>
          </p:nvSpPr>
          <p:spPr>
            <a:xfrm rot="4759866">
              <a:off x="11364852" y="2653591"/>
              <a:ext cx="133535" cy="6721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DE62289-E707-4740-AA22-E5DC79C15DDF}"/>
                </a:ext>
              </a:extLst>
            </p:cNvPr>
            <p:cNvSpPr/>
            <p:nvPr/>
          </p:nvSpPr>
          <p:spPr>
            <a:xfrm rot="5885214">
              <a:off x="9331113" y="1906709"/>
              <a:ext cx="679417" cy="277889"/>
            </a:xfrm>
            <a:custGeom>
              <a:avLst/>
              <a:gdLst>
                <a:gd name="connsiteX0" fmla="*/ 0 w 550824"/>
                <a:gd name="connsiteY0" fmla="*/ 138635 h 277270"/>
                <a:gd name="connsiteX1" fmla="*/ 275412 w 550824"/>
                <a:gd name="connsiteY1" fmla="*/ 0 h 277270"/>
                <a:gd name="connsiteX2" fmla="*/ 550824 w 550824"/>
                <a:gd name="connsiteY2" fmla="*/ 138635 h 277270"/>
                <a:gd name="connsiteX3" fmla="*/ 275412 w 550824"/>
                <a:gd name="connsiteY3" fmla="*/ 277270 h 277270"/>
                <a:gd name="connsiteX4" fmla="*/ 0 w 550824"/>
                <a:gd name="connsiteY4" fmla="*/ 138635 h 277270"/>
                <a:gd name="connsiteX0" fmla="*/ 0 w 647832"/>
                <a:gd name="connsiteY0" fmla="*/ 167084 h 277888"/>
                <a:gd name="connsiteX1" fmla="*/ 372420 w 647832"/>
                <a:gd name="connsiteY1" fmla="*/ 234 h 277888"/>
                <a:gd name="connsiteX2" fmla="*/ 647832 w 647832"/>
                <a:gd name="connsiteY2" fmla="*/ 138869 h 277888"/>
                <a:gd name="connsiteX3" fmla="*/ 372420 w 647832"/>
                <a:gd name="connsiteY3" fmla="*/ 277504 h 277888"/>
                <a:gd name="connsiteX4" fmla="*/ 0 w 647832"/>
                <a:gd name="connsiteY4" fmla="*/ 167084 h 277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832" h="277888">
                  <a:moveTo>
                    <a:pt x="0" y="167084"/>
                  </a:moveTo>
                  <a:cubicBezTo>
                    <a:pt x="0" y="90518"/>
                    <a:pt x="264448" y="4937"/>
                    <a:pt x="372420" y="234"/>
                  </a:cubicBezTo>
                  <a:cubicBezTo>
                    <a:pt x="480392" y="-4469"/>
                    <a:pt x="647832" y="62303"/>
                    <a:pt x="647832" y="138869"/>
                  </a:cubicBezTo>
                  <a:cubicBezTo>
                    <a:pt x="647832" y="215435"/>
                    <a:pt x="480392" y="272801"/>
                    <a:pt x="372420" y="277504"/>
                  </a:cubicBezTo>
                  <a:cubicBezTo>
                    <a:pt x="264448" y="282207"/>
                    <a:pt x="0" y="243650"/>
                    <a:pt x="0" y="16708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62365BDC-73DA-4AB2-A633-3E78CC3E955B}"/>
                </a:ext>
              </a:extLst>
            </p:cNvPr>
            <p:cNvSpPr/>
            <p:nvPr/>
          </p:nvSpPr>
          <p:spPr>
            <a:xfrm rot="4700551" flipV="1">
              <a:off x="11169001" y="2819378"/>
              <a:ext cx="180136" cy="169506"/>
            </a:xfrm>
            <a:prstGeom prst="arc">
              <a:avLst>
                <a:gd name="adj1" fmla="val 19293920"/>
                <a:gd name="adj2" fmla="val 124344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180BF34-4F90-4039-90FC-7486BD260D16}"/>
                </a:ext>
              </a:extLst>
            </p:cNvPr>
            <p:cNvSpPr/>
            <p:nvPr/>
          </p:nvSpPr>
          <p:spPr>
            <a:xfrm>
              <a:off x="10924635" y="2185471"/>
              <a:ext cx="473772" cy="879310"/>
            </a:xfrm>
            <a:custGeom>
              <a:avLst/>
              <a:gdLst>
                <a:gd name="connsiteX0" fmla="*/ 0 w 370112"/>
                <a:gd name="connsiteY0" fmla="*/ 570564 h 570564"/>
                <a:gd name="connsiteX1" fmla="*/ 337625 w 370112"/>
                <a:gd name="connsiteY1" fmla="*/ 35992 h 570564"/>
                <a:gd name="connsiteX2" fmla="*/ 337625 w 370112"/>
                <a:gd name="connsiteY2" fmla="*/ 92262 h 570564"/>
                <a:gd name="connsiteX0" fmla="*/ 0 w 337625"/>
                <a:gd name="connsiteY0" fmla="*/ 534572 h 534572"/>
                <a:gd name="connsiteX1" fmla="*/ 337625 w 337625"/>
                <a:gd name="connsiteY1" fmla="*/ 0 h 534572"/>
                <a:gd name="connsiteX0" fmla="*/ 0 w 347150"/>
                <a:gd name="connsiteY0" fmla="*/ 556797 h 556797"/>
                <a:gd name="connsiteX1" fmla="*/ 347150 w 347150"/>
                <a:gd name="connsiteY1" fmla="*/ 0 h 556797"/>
                <a:gd name="connsiteX0" fmla="*/ 0 w 318575"/>
                <a:gd name="connsiteY0" fmla="*/ 598072 h 598072"/>
                <a:gd name="connsiteX1" fmla="*/ 318575 w 318575"/>
                <a:gd name="connsiteY1" fmla="*/ 0 h 598072"/>
                <a:gd name="connsiteX0" fmla="*/ 0 w 318575"/>
                <a:gd name="connsiteY0" fmla="*/ 598072 h 598072"/>
                <a:gd name="connsiteX1" fmla="*/ 318575 w 318575"/>
                <a:gd name="connsiteY1" fmla="*/ 0 h 598072"/>
                <a:gd name="connsiteX0" fmla="*/ 3666 w 322241"/>
                <a:gd name="connsiteY0" fmla="*/ 598072 h 598072"/>
                <a:gd name="connsiteX1" fmla="*/ 322241 w 322241"/>
                <a:gd name="connsiteY1" fmla="*/ 0 h 59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241" h="598072">
                  <a:moveTo>
                    <a:pt x="3666" y="598072"/>
                  </a:moveTo>
                  <a:cubicBezTo>
                    <a:pt x="-26667" y="486556"/>
                    <a:pt x="135795" y="19392"/>
                    <a:pt x="322241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01924D8-F565-4F71-B7A2-7181243D99B9}"/>
                </a:ext>
              </a:extLst>
            </p:cNvPr>
            <p:cNvGrpSpPr/>
            <p:nvPr/>
          </p:nvGrpSpPr>
          <p:grpSpPr>
            <a:xfrm>
              <a:off x="9991294" y="199612"/>
              <a:ext cx="610850" cy="1429680"/>
              <a:chOff x="7111205" y="797816"/>
              <a:chExt cx="361239" cy="845471"/>
            </a:xfrm>
          </p:grpSpPr>
          <p:sp>
            <p:nvSpPr>
              <p:cNvPr id="89" name="Isosceles Triangle 122">
                <a:extLst>
                  <a:ext uri="{FF2B5EF4-FFF2-40B4-BE49-F238E27FC236}">
                    <a16:creationId xmlns:a16="http://schemas.microsoft.com/office/drawing/2014/main" id="{750E2D19-AA09-4FEC-A19C-BA1DF19B5653}"/>
                  </a:ext>
                </a:extLst>
              </p:cNvPr>
              <p:cNvSpPr/>
              <p:nvPr/>
            </p:nvSpPr>
            <p:spPr>
              <a:xfrm rot="1034248">
                <a:off x="7223378" y="797816"/>
                <a:ext cx="249066" cy="845471"/>
              </a:xfrm>
              <a:custGeom>
                <a:avLst/>
                <a:gdLst>
                  <a:gd name="connsiteX0" fmla="*/ 0 w 550898"/>
                  <a:gd name="connsiteY0" fmla="*/ 1278088 h 1278088"/>
                  <a:gd name="connsiteX1" fmla="*/ 275449 w 550898"/>
                  <a:gd name="connsiteY1" fmla="*/ 0 h 1278088"/>
                  <a:gd name="connsiteX2" fmla="*/ 550898 w 550898"/>
                  <a:gd name="connsiteY2" fmla="*/ 1278088 h 1278088"/>
                  <a:gd name="connsiteX3" fmla="*/ 0 w 550898"/>
                  <a:gd name="connsiteY3" fmla="*/ 1278088 h 1278088"/>
                  <a:gd name="connsiteX0" fmla="*/ 0 w 536633"/>
                  <a:gd name="connsiteY0" fmla="*/ 1278088 h 1278088"/>
                  <a:gd name="connsiteX1" fmla="*/ 275449 w 536633"/>
                  <a:gd name="connsiteY1" fmla="*/ 0 h 1278088"/>
                  <a:gd name="connsiteX2" fmla="*/ 536633 w 536633"/>
                  <a:gd name="connsiteY2" fmla="*/ 1167825 h 1278088"/>
                  <a:gd name="connsiteX3" fmla="*/ 0 w 536633"/>
                  <a:gd name="connsiteY3" fmla="*/ 1278088 h 1278088"/>
                  <a:gd name="connsiteX0" fmla="*/ 0 w 412572"/>
                  <a:gd name="connsiteY0" fmla="*/ 1324366 h 1324366"/>
                  <a:gd name="connsiteX1" fmla="*/ 151388 w 412572"/>
                  <a:gd name="connsiteY1" fmla="*/ 0 h 1324366"/>
                  <a:gd name="connsiteX2" fmla="*/ 412572 w 412572"/>
                  <a:gd name="connsiteY2" fmla="*/ 1167825 h 1324366"/>
                  <a:gd name="connsiteX3" fmla="*/ 0 w 412572"/>
                  <a:gd name="connsiteY3" fmla="*/ 1324366 h 1324366"/>
                  <a:gd name="connsiteX0" fmla="*/ 0 w 390143"/>
                  <a:gd name="connsiteY0" fmla="*/ 1324366 h 1324366"/>
                  <a:gd name="connsiteX1" fmla="*/ 151388 w 390143"/>
                  <a:gd name="connsiteY1" fmla="*/ 0 h 1324366"/>
                  <a:gd name="connsiteX2" fmla="*/ 390143 w 390143"/>
                  <a:gd name="connsiteY2" fmla="*/ 1159823 h 1324366"/>
                  <a:gd name="connsiteX3" fmla="*/ 0 w 390143"/>
                  <a:gd name="connsiteY3" fmla="*/ 1324366 h 1324366"/>
                  <a:gd name="connsiteX0" fmla="*/ 0 w 390143"/>
                  <a:gd name="connsiteY0" fmla="*/ 1324366 h 1324366"/>
                  <a:gd name="connsiteX1" fmla="*/ 151388 w 390143"/>
                  <a:gd name="connsiteY1" fmla="*/ 0 h 1324366"/>
                  <a:gd name="connsiteX2" fmla="*/ 390143 w 390143"/>
                  <a:gd name="connsiteY2" fmla="*/ 1159823 h 1324366"/>
                  <a:gd name="connsiteX3" fmla="*/ 0 w 390143"/>
                  <a:gd name="connsiteY3" fmla="*/ 1324366 h 1324366"/>
                  <a:gd name="connsiteX0" fmla="*/ 0 w 390143"/>
                  <a:gd name="connsiteY0" fmla="*/ 1324366 h 1324366"/>
                  <a:gd name="connsiteX1" fmla="*/ 151388 w 390143"/>
                  <a:gd name="connsiteY1" fmla="*/ 0 h 1324366"/>
                  <a:gd name="connsiteX2" fmla="*/ 390143 w 390143"/>
                  <a:gd name="connsiteY2" fmla="*/ 1159823 h 1324366"/>
                  <a:gd name="connsiteX3" fmla="*/ 0 w 390143"/>
                  <a:gd name="connsiteY3" fmla="*/ 1324366 h 1324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143" h="1324366">
                    <a:moveTo>
                      <a:pt x="0" y="1324366"/>
                    </a:moveTo>
                    <a:lnTo>
                      <a:pt x="151388" y="0"/>
                    </a:lnTo>
                    <a:lnTo>
                      <a:pt x="390143" y="1159823"/>
                    </a:lnTo>
                    <a:cubicBezTo>
                      <a:pt x="323613" y="1274747"/>
                      <a:pt x="189334" y="1315948"/>
                      <a:pt x="0" y="1324366"/>
                    </a:cubicBezTo>
                    <a:close/>
                  </a:path>
                </a:pathLst>
              </a:custGeom>
              <a:gradFill flip="none" rotWithShape="1">
                <a:gsLst>
                  <a:gs pos="74000">
                    <a:srgbClr val="BABED1"/>
                  </a:gs>
                  <a:gs pos="100000">
                    <a:srgbClr val="9097A9"/>
                  </a:gs>
                  <a:gs pos="46018">
                    <a:srgbClr val="CAC0BE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24000">
                    <a:schemeClr val="accent2">
                      <a:lumMod val="20000"/>
                      <a:lumOff val="80000"/>
                    </a:schemeClr>
                  </a:gs>
                </a:gsLst>
                <a:lin ang="10800000" scaled="1"/>
                <a:tileRect/>
              </a:gra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0D26A7C7-42DA-40D4-BF23-4C634DF164CE}"/>
                  </a:ext>
                </a:extLst>
              </p:cNvPr>
              <p:cNvSpPr/>
              <p:nvPr/>
            </p:nvSpPr>
            <p:spPr>
              <a:xfrm>
                <a:off x="7337152" y="1048292"/>
                <a:ext cx="84819" cy="41594"/>
              </a:xfrm>
              <a:custGeom>
                <a:avLst/>
                <a:gdLst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6274"/>
                  <a:gd name="connsiteX1" fmla="*/ 106680 w 106680"/>
                  <a:gd name="connsiteY1" fmla="*/ 45720 h 46274"/>
                  <a:gd name="connsiteX2" fmla="*/ 106680 w 106680"/>
                  <a:gd name="connsiteY2" fmla="*/ 45720 h 46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80" h="46274">
                    <a:moveTo>
                      <a:pt x="0" y="0"/>
                    </a:moveTo>
                    <a:cubicBezTo>
                      <a:pt x="27728" y="39475"/>
                      <a:pt x="66848" y="48840"/>
                      <a:pt x="106680" y="45720"/>
                    </a:cubicBezTo>
                    <a:lnTo>
                      <a:pt x="106680" y="45720"/>
                    </a:lnTo>
                  </a:path>
                </a:pathLst>
              </a:custGeom>
              <a:solidFill>
                <a:srgbClr val="8C8C8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52D23F0-20B5-4B1F-8980-71FC6BDC43C6}"/>
                  </a:ext>
                </a:extLst>
              </p:cNvPr>
              <p:cNvSpPr/>
              <p:nvPr/>
            </p:nvSpPr>
            <p:spPr>
              <a:xfrm>
                <a:off x="7300271" y="1143342"/>
                <a:ext cx="107624" cy="41594"/>
              </a:xfrm>
              <a:custGeom>
                <a:avLst/>
                <a:gdLst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7132"/>
                  <a:gd name="connsiteX1" fmla="*/ 106680 w 106680"/>
                  <a:gd name="connsiteY1" fmla="*/ 45720 h 47132"/>
                  <a:gd name="connsiteX2" fmla="*/ 106680 w 106680"/>
                  <a:gd name="connsiteY2" fmla="*/ 45720 h 47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80" h="47132">
                    <a:moveTo>
                      <a:pt x="0" y="0"/>
                    </a:moveTo>
                    <a:cubicBezTo>
                      <a:pt x="25587" y="36862"/>
                      <a:pt x="69021" y="52102"/>
                      <a:pt x="106680" y="45720"/>
                    </a:cubicBezTo>
                    <a:lnTo>
                      <a:pt x="106680" y="45720"/>
                    </a:lnTo>
                  </a:path>
                </a:pathLst>
              </a:custGeom>
              <a:solidFill>
                <a:srgbClr val="CAC0BE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4CCC7C35-1CD9-477E-95F7-A481051412EB}"/>
                  </a:ext>
                </a:extLst>
              </p:cNvPr>
              <p:cNvSpPr/>
              <p:nvPr/>
            </p:nvSpPr>
            <p:spPr>
              <a:xfrm>
                <a:off x="7265531" y="1226027"/>
                <a:ext cx="128265" cy="89010"/>
              </a:xfrm>
              <a:custGeom>
                <a:avLst/>
                <a:gdLst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55"/>
                  <a:gd name="connsiteX1" fmla="*/ 106680 w 106680"/>
                  <a:gd name="connsiteY1" fmla="*/ 45720 h 45755"/>
                  <a:gd name="connsiteX2" fmla="*/ 106680 w 106680"/>
                  <a:gd name="connsiteY2" fmla="*/ 45720 h 45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80" h="45755">
                    <a:moveTo>
                      <a:pt x="0" y="0"/>
                    </a:moveTo>
                    <a:cubicBezTo>
                      <a:pt x="25326" y="33710"/>
                      <a:pt x="67709" y="46528"/>
                      <a:pt x="106680" y="45720"/>
                    </a:cubicBezTo>
                    <a:lnTo>
                      <a:pt x="106680" y="45720"/>
                    </a:lnTo>
                  </a:path>
                </a:pathLst>
              </a:custGeom>
              <a:solidFill>
                <a:srgbClr val="E6D2C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13FE4013-89EE-4798-935E-58801F7C34D6}"/>
                  </a:ext>
                </a:extLst>
              </p:cNvPr>
              <p:cNvSpPr/>
              <p:nvPr/>
            </p:nvSpPr>
            <p:spPr>
              <a:xfrm>
                <a:off x="7219084" y="1324947"/>
                <a:ext cx="170332" cy="92756"/>
              </a:xfrm>
              <a:custGeom>
                <a:avLst/>
                <a:gdLst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80" h="45720">
                    <a:moveTo>
                      <a:pt x="0" y="0"/>
                    </a:moveTo>
                    <a:cubicBezTo>
                      <a:pt x="24720" y="34270"/>
                      <a:pt x="67507" y="45797"/>
                      <a:pt x="106680" y="45720"/>
                    </a:cubicBezTo>
                    <a:lnTo>
                      <a:pt x="106680" y="45720"/>
                    </a:lnTo>
                  </a:path>
                </a:pathLst>
              </a:custGeom>
              <a:solidFill>
                <a:srgbClr val="BABED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8B60F046-4968-4D31-A00E-05D09572180E}"/>
                  </a:ext>
                </a:extLst>
              </p:cNvPr>
              <p:cNvSpPr/>
              <p:nvPr/>
            </p:nvSpPr>
            <p:spPr>
              <a:xfrm>
                <a:off x="7111205" y="1406447"/>
                <a:ext cx="269526" cy="105551"/>
              </a:xfrm>
              <a:custGeom>
                <a:avLst/>
                <a:gdLst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5720"/>
                  <a:gd name="connsiteX1" fmla="*/ 106680 w 106680"/>
                  <a:gd name="connsiteY1" fmla="*/ 45720 h 45720"/>
                  <a:gd name="connsiteX2" fmla="*/ 106680 w 106680"/>
                  <a:gd name="connsiteY2" fmla="*/ 45720 h 45720"/>
                  <a:gd name="connsiteX0" fmla="*/ 0 w 106680"/>
                  <a:gd name="connsiteY0" fmla="*/ 0 h 47066"/>
                  <a:gd name="connsiteX1" fmla="*/ 106680 w 106680"/>
                  <a:gd name="connsiteY1" fmla="*/ 45720 h 47066"/>
                  <a:gd name="connsiteX2" fmla="*/ 106680 w 106680"/>
                  <a:gd name="connsiteY2" fmla="*/ 45720 h 47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680" h="47066">
                    <a:moveTo>
                      <a:pt x="0" y="0"/>
                    </a:moveTo>
                    <a:cubicBezTo>
                      <a:pt x="20457" y="39840"/>
                      <a:pt x="69825" y="51367"/>
                      <a:pt x="106680" y="45720"/>
                    </a:cubicBezTo>
                    <a:lnTo>
                      <a:pt x="106680" y="45720"/>
                    </a:lnTo>
                  </a:path>
                </a:pathLst>
              </a:custGeom>
              <a:solidFill>
                <a:srgbClr val="CAC0BE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Rectangle 56">
              <a:extLst>
                <a:ext uri="{FF2B5EF4-FFF2-40B4-BE49-F238E27FC236}">
                  <a16:creationId xmlns:a16="http://schemas.microsoft.com/office/drawing/2014/main" id="{5203D579-BF77-498D-A0A1-50BA2469DBBF}"/>
                </a:ext>
              </a:extLst>
            </p:cNvPr>
            <p:cNvSpPr/>
            <p:nvPr/>
          </p:nvSpPr>
          <p:spPr>
            <a:xfrm rot="4202227" flipH="1">
              <a:off x="9715497" y="1285717"/>
              <a:ext cx="784957" cy="363685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53E4EDC-C78E-4651-B101-ACB9F324060E}"/>
                </a:ext>
              </a:extLst>
            </p:cNvPr>
            <p:cNvSpPr/>
            <p:nvPr/>
          </p:nvSpPr>
          <p:spPr>
            <a:xfrm rot="5885214">
              <a:off x="9797227" y="1796561"/>
              <a:ext cx="550824" cy="27727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C656681-F553-422A-B948-A48B6495B836}"/>
                </a:ext>
              </a:extLst>
            </p:cNvPr>
            <p:cNvSpPr/>
            <p:nvPr/>
          </p:nvSpPr>
          <p:spPr>
            <a:xfrm rot="5400000">
              <a:off x="10243816" y="1960954"/>
              <a:ext cx="462197" cy="261110"/>
            </a:xfrm>
            <a:custGeom>
              <a:avLst/>
              <a:gdLst>
                <a:gd name="connsiteX0" fmla="*/ 0 w 462197"/>
                <a:gd name="connsiteY0" fmla="*/ 148058 h 261110"/>
                <a:gd name="connsiteX1" fmla="*/ 294132 w 462197"/>
                <a:gd name="connsiteY1" fmla="*/ 0 h 261110"/>
                <a:gd name="connsiteX2" fmla="*/ 408622 w 462197"/>
                <a:gd name="connsiteY2" fmla="*/ 11635 h 261110"/>
                <a:gd name="connsiteX3" fmla="*/ 441630 w 462197"/>
                <a:gd name="connsiteY3" fmla="*/ 20654 h 261110"/>
                <a:gd name="connsiteX4" fmla="*/ 456221 w 462197"/>
                <a:gd name="connsiteY4" fmla="*/ 48881 h 261110"/>
                <a:gd name="connsiteX5" fmla="*/ 462197 w 462197"/>
                <a:gd name="connsiteY5" fmla="*/ 84478 h 261110"/>
                <a:gd name="connsiteX6" fmla="*/ 168065 w 462197"/>
                <a:gd name="connsiteY6" fmla="*/ 261110 h 261110"/>
                <a:gd name="connsiteX7" fmla="*/ 82932 w 462197"/>
                <a:gd name="connsiteY7" fmla="*/ 250788 h 261110"/>
                <a:gd name="connsiteX8" fmla="*/ 50233 w 462197"/>
                <a:gd name="connsiteY8" fmla="*/ 230839 h 261110"/>
                <a:gd name="connsiteX9" fmla="*/ 0 w 462197"/>
                <a:gd name="connsiteY9" fmla="*/ 148058 h 261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2197" h="261110">
                  <a:moveTo>
                    <a:pt x="0" y="148058"/>
                  </a:moveTo>
                  <a:cubicBezTo>
                    <a:pt x="0" y="66288"/>
                    <a:pt x="131687" y="0"/>
                    <a:pt x="294132" y="0"/>
                  </a:cubicBezTo>
                  <a:cubicBezTo>
                    <a:pt x="334743" y="0"/>
                    <a:pt x="373432" y="4143"/>
                    <a:pt x="408622" y="11635"/>
                  </a:cubicBezTo>
                  <a:lnTo>
                    <a:pt x="441630" y="20654"/>
                  </a:lnTo>
                  <a:lnTo>
                    <a:pt x="456221" y="48881"/>
                  </a:lnTo>
                  <a:cubicBezTo>
                    <a:pt x="460139" y="60379"/>
                    <a:pt x="462197" y="72284"/>
                    <a:pt x="462197" y="84478"/>
                  </a:cubicBezTo>
                  <a:cubicBezTo>
                    <a:pt x="462197" y="182029"/>
                    <a:pt x="330510" y="261110"/>
                    <a:pt x="168065" y="261110"/>
                  </a:cubicBezTo>
                  <a:lnTo>
                    <a:pt x="82932" y="250788"/>
                  </a:lnTo>
                  <a:lnTo>
                    <a:pt x="50233" y="230839"/>
                  </a:lnTo>
                  <a:cubicBezTo>
                    <a:pt x="18518" y="207208"/>
                    <a:pt x="0" y="178722"/>
                    <a:pt x="0" y="148058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80667AA-A855-4217-A942-9494DBAE61EB}"/>
                </a:ext>
              </a:extLst>
            </p:cNvPr>
            <p:cNvSpPr/>
            <p:nvPr/>
          </p:nvSpPr>
          <p:spPr>
            <a:xfrm rot="5400000">
              <a:off x="10412468" y="1934085"/>
              <a:ext cx="187994" cy="9463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3FB8CA4-03CF-48B1-9D67-C2D7D9EB6731}"/>
                </a:ext>
              </a:extLst>
            </p:cNvPr>
            <p:cNvSpPr/>
            <p:nvPr/>
          </p:nvSpPr>
          <p:spPr>
            <a:xfrm rot="5400000">
              <a:off x="10392617" y="2126998"/>
              <a:ext cx="133533" cy="6721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ttsMP3.com_VoiceText_2025-4-26_23-21-16">
            <a:hlinkClick r:id="" action="ppaction://media"/>
            <a:extLst>
              <a:ext uri="{FF2B5EF4-FFF2-40B4-BE49-F238E27FC236}">
                <a16:creationId xmlns:a16="http://schemas.microsoft.com/office/drawing/2014/main" id="{8271D742-FDA0-457D-AD69-010E3396B1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6975" y="477235"/>
            <a:ext cx="609600" cy="609600"/>
          </a:xfrm>
          <a:prstGeom prst="rect">
            <a:avLst/>
          </a:prstGeom>
        </p:spPr>
      </p:pic>
      <p:pic>
        <p:nvPicPr>
          <p:cNvPr id="107" name="1sec">
            <a:hlinkClick r:id="" action="ppaction://media"/>
            <a:extLst>
              <a:ext uri="{FF2B5EF4-FFF2-40B4-BE49-F238E27FC236}">
                <a16:creationId xmlns:a16="http://schemas.microsoft.com/office/drawing/2014/main" id="{58401067-DD1F-45C4-BC7E-626EFD16E11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2125" y="470995"/>
            <a:ext cx="609600" cy="609600"/>
          </a:xfrm>
          <a:prstGeom prst="rect">
            <a:avLst/>
          </a:prstGeom>
        </p:spPr>
      </p:pic>
      <p:pic>
        <p:nvPicPr>
          <p:cNvPr id="6" name="ttsMP3.com_VoiceText_2025-4-26_23-22-16">
            <a:hlinkClick r:id="" action="ppaction://media"/>
            <a:extLst>
              <a:ext uri="{FF2B5EF4-FFF2-40B4-BE49-F238E27FC236}">
                <a16:creationId xmlns:a16="http://schemas.microsoft.com/office/drawing/2014/main" id="{3B7D7B5A-E436-4CDA-9BDE-0726F33460B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848870" y="470995"/>
            <a:ext cx="609600" cy="609600"/>
          </a:xfrm>
          <a:prstGeom prst="rect">
            <a:avLst/>
          </a:prstGeom>
        </p:spPr>
      </p:pic>
      <p:pic>
        <p:nvPicPr>
          <p:cNvPr id="110" name="1sec">
            <a:hlinkClick r:id="" action="ppaction://media"/>
            <a:extLst>
              <a:ext uri="{FF2B5EF4-FFF2-40B4-BE49-F238E27FC236}">
                <a16:creationId xmlns:a16="http://schemas.microsoft.com/office/drawing/2014/main" id="{44680BE9-DDD4-4BFE-A11E-B898AF0E1B2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58560" y="586410"/>
            <a:ext cx="609600" cy="609600"/>
          </a:xfrm>
          <a:prstGeom prst="rect">
            <a:avLst/>
          </a:prstGeom>
        </p:spPr>
      </p:pic>
      <p:pic>
        <p:nvPicPr>
          <p:cNvPr id="111" name="1sec">
            <a:hlinkClick r:id="" action="ppaction://media"/>
            <a:extLst>
              <a:ext uri="{FF2B5EF4-FFF2-40B4-BE49-F238E27FC236}">
                <a16:creationId xmlns:a16="http://schemas.microsoft.com/office/drawing/2014/main" id="{A72400A0-804F-4C84-A7CC-80A585CAF62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65700" y="56003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08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76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81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0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3304652" y="573684"/>
            <a:ext cx="366535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u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b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472025" y="573684"/>
            <a:ext cx="2628349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u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-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e</a:t>
            </a:r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A7DB9CA4-AC0B-4701-B8E5-837351FE3CD5}"/>
              </a:ext>
            </a:extLst>
          </p:cNvPr>
          <p:cNvSpPr/>
          <p:nvPr/>
        </p:nvSpPr>
        <p:spPr>
          <a:xfrm>
            <a:off x="6357245" y="2169516"/>
            <a:ext cx="5362730" cy="4114800"/>
          </a:xfrm>
          <a:prstGeom prst="cube">
            <a:avLst/>
          </a:prstGeom>
          <a:solidFill>
            <a:srgbClr val="FF53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ttsMP3.com_VoiceText_2025-4-26_23-24-31">
            <a:hlinkClick r:id="" action="ppaction://media"/>
            <a:extLst>
              <a:ext uri="{FF2B5EF4-FFF2-40B4-BE49-F238E27FC236}">
                <a16:creationId xmlns:a16="http://schemas.microsoft.com/office/drawing/2014/main" id="{F2A34C9F-8A09-46B5-9710-22ABCA30E1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57511" y="424543"/>
            <a:ext cx="609600" cy="609600"/>
          </a:xfrm>
          <a:prstGeom prst="rect">
            <a:avLst/>
          </a:prstGeom>
        </p:spPr>
      </p:pic>
      <p:pic>
        <p:nvPicPr>
          <p:cNvPr id="25" name="1sec">
            <a:hlinkClick r:id="" action="ppaction://media"/>
            <a:extLst>
              <a:ext uri="{FF2B5EF4-FFF2-40B4-BE49-F238E27FC236}">
                <a16:creationId xmlns:a16="http://schemas.microsoft.com/office/drawing/2014/main" id="{D1C06045-1EC6-420D-B76F-29F9E3BBB6F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1389" y="424543"/>
            <a:ext cx="609600" cy="609600"/>
          </a:xfrm>
          <a:prstGeom prst="rect">
            <a:avLst/>
          </a:prstGeom>
        </p:spPr>
      </p:pic>
      <p:pic>
        <p:nvPicPr>
          <p:cNvPr id="4" name="ttsMP3.com_VoiceText_2025-4-26_23-25-21">
            <a:hlinkClick r:id="" action="ppaction://media"/>
            <a:extLst>
              <a:ext uri="{FF2B5EF4-FFF2-40B4-BE49-F238E27FC236}">
                <a16:creationId xmlns:a16="http://schemas.microsoft.com/office/drawing/2014/main" id="{D1E98028-A139-4613-997D-C076B456DE8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85267" y="424543"/>
            <a:ext cx="609600" cy="609600"/>
          </a:xfrm>
          <a:prstGeom prst="rect">
            <a:avLst/>
          </a:prstGeom>
        </p:spPr>
      </p:pic>
      <p:pic>
        <p:nvPicPr>
          <p:cNvPr id="26" name="1sec">
            <a:hlinkClick r:id="" action="ppaction://media"/>
            <a:extLst>
              <a:ext uri="{FF2B5EF4-FFF2-40B4-BE49-F238E27FC236}">
                <a16:creationId xmlns:a16="http://schemas.microsoft.com/office/drawing/2014/main" id="{367A2D9B-88D1-4648-801F-C30083AC2D4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97713" y="424543"/>
            <a:ext cx="609600" cy="609600"/>
          </a:xfrm>
          <a:prstGeom prst="rect">
            <a:avLst/>
          </a:prstGeom>
        </p:spPr>
      </p:pic>
      <p:pic>
        <p:nvPicPr>
          <p:cNvPr id="27" name="1sec">
            <a:hlinkClick r:id="" action="ppaction://media"/>
            <a:extLst>
              <a:ext uri="{FF2B5EF4-FFF2-40B4-BE49-F238E27FC236}">
                <a16:creationId xmlns:a16="http://schemas.microsoft.com/office/drawing/2014/main" id="{A32FFD7B-9949-458F-8618-CA32028ACD0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46372" y="37011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5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10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16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Rectangle: Rounded Corners 506">
            <a:extLst>
              <a:ext uri="{FF2B5EF4-FFF2-40B4-BE49-F238E27FC236}">
                <a16:creationId xmlns:a16="http://schemas.microsoft.com/office/drawing/2014/main" id="{F1EA6ECC-FA2B-4B3E-90B2-383E568446FB}"/>
              </a:ext>
            </a:extLst>
          </p:cNvPr>
          <p:cNvSpPr/>
          <p:nvPr/>
        </p:nvSpPr>
        <p:spPr>
          <a:xfrm>
            <a:off x="2972630" y="2060257"/>
            <a:ext cx="3921534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Val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</a:rPr>
              <a:t>ue</a:t>
            </a:r>
          </a:p>
        </p:txBody>
      </p: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F270F2AD-E03A-4158-AE6E-64AFBCC703D9}"/>
              </a:ext>
            </a:extLst>
          </p:cNvPr>
          <p:cNvSpPr/>
          <p:nvPr/>
        </p:nvSpPr>
        <p:spPr>
          <a:xfrm>
            <a:off x="329419" y="2060256"/>
            <a:ext cx="2420821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</a:rPr>
              <a:t>ue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EB159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462CBA-5713-4079-9265-B31D7D9858F5}"/>
              </a:ext>
            </a:extLst>
          </p:cNvPr>
          <p:cNvGrpSpPr/>
          <p:nvPr/>
        </p:nvGrpSpPr>
        <p:grpSpPr>
          <a:xfrm>
            <a:off x="7316552" y="1175656"/>
            <a:ext cx="4981457" cy="3959949"/>
            <a:chOff x="7949636" y="694235"/>
            <a:chExt cx="4071620" cy="3236685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90EAAFA-625E-4489-A541-7BCE06DC4D7D}"/>
                </a:ext>
              </a:extLst>
            </p:cNvPr>
            <p:cNvSpPr/>
            <p:nvPr/>
          </p:nvSpPr>
          <p:spPr>
            <a:xfrm>
              <a:off x="8378170" y="694235"/>
              <a:ext cx="3643086" cy="3236685"/>
            </a:xfrm>
            <a:custGeom>
              <a:avLst/>
              <a:gdLst>
                <a:gd name="connsiteX0" fmla="*/ 0 w 3643086"/>
                <a:gd name="connsiteY0" fmla="*/ 0 h 3236685"/>
                <a:gd name="connsiteX1" fmla="*/ 3643086 w 3643086"/>
                <a:gd name="connsiteY1" fmla="*/ 0 h 3236685"/>
                <a:gd name="connsiteX2" fmla="*/ 3643086 w 3643086"/>
                <a:gd name="connsiteY2" fmla="*/ 3236685 h 3236685"/>
                <a:gd name="connsiteX3" fmla="*/ 0 w 3643086"/>
                <a:gd name="connsiteY3" fmla="*/ 3236685 h 3236685"/>
                <a:gd name="connsiteX4" fmla="*/ 0 w 3643086"/>
                <a:gd name="connsiteY4" fmla="*/ 0 h 3236685"/>
                <a:gd name="connsiteX0" fmla="*/ 0 w 3643086"/>
                <a:gd name="connsiteY0" fmla="*/ 0 h 3236685"/>
                <a:gd name="connsiteX1" fmla="*/ 3643086 w 3643086"/>
                <a:gd name="connsiteY1" fmla="*/ 406400 h 3236685"/>
                <a:gd name="connsiteX2" fmla="*/ 3643086 w 3643086"/>
                <a:gd name="connsiteY2" fmla="*/ 3236685 h 3236685"/>
                <a:gd name="connsiteX3" fmla="*/ 0 w 3643086"/>
                <a:gd name="connsiteY3" fmla="*/ 3236685 h 3236685"/>
                <a:gd name="connsiteX4" fmla="*/ 0 w 3643086"/>
                <a:gd name="connsiteY4" fmla="*/ 0 h 3236685"/>
                <a:gd name="connsiteX0" fmla="*/ 0 w 3643086"/>
                <a:gd name="connsiteY0" fmla="*/ 0 h 3236685"/>
                <a:gd name="connsiteX1" fmla="*/ 3643086 w 3643086"/>
                <a:gd name="connsiteY1" fmla="*/ 406400 h 3236685"/>
                <a:gd name="connsiteX2" fmla="*/ 3614057 w 3643086"/>
                <a:gd name="connsiteY2" fmla="*/ 2859314 h 3236685"/>
                <a:gd name="connsiteX3" fmla="*/ 0 w 3643086"/>
                <a:gd name="connsiteY3" fmla="*/ 3236685 h 3236685"/>
                <a:gd name="connsiteX4" fmla="*/ 0 w 3643086"/>
                <a:gd name="connsiteY4" fmla="*/ 0 h 323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3086" h="3236685">
                  <a:moveTo>
                    <a:pt x="0" y="0"/>
                  </a:moveTo>
                  <a:lnTo>
                    <a:pt x="3643086" y="406400"/>
                  </a:lnTo>
                  <a:lnTo>
                    <a:pt x="3614057" y="2859314"/>
                  </a:lnTo>
                  <a:lnTo>
                    <a:pt x="0" y="32366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049AFD1-23AF-4A4E-ABA7-D2BD233E39E4}"/>
                </a:ext>
              </a:extLst>
            </p:cNvPr>
            <p:cNvSpPr/>
            <p:nvPr/>
          </p:nvSpPr>
          <p:spPr>
            <a:xfrm>
              <a:off x="7949636" y="694235"/>
              <a:ext cx="3643086" cy="3236685"/>
            </a:xfrm>
            <a:prstGeom prst="roundRect">
              <a:avLst/>
            </a:prstGeom>
            <a:solidFill>
              <a:srgbClr val="FFFF3F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7EB9503-5A3D-4F88-8B0C-117914F53D47}"/>
                </a:ext>
              </a:extLst>
            </p:cNvPr>
            <p:cNvGrpSpPr/>
            <p:nvPr/>
          </p:nvGrpSpPr>
          <p:grpSpPr>
            <a:xfrm>
              <a:off x="8090513" y="1554480"/>
              <a:ext cx="3225277" cy="2258721"/>
              <a:chOff x="1441292" y="-146084"/>
              <a:chExt cx="9607758" cy="6728488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FEF913C-E9B1-4AB5-9608-E21B8BF45249}"/>
                  </a:ext>
                </a:extLst>
              </p:cNvPr>
              <p:cNvSpPr/>
              <p:nvPr/>
            </p:nvSpPr>
            <p:spPr>
              <a:xfrm>
                <a:off x="2107095" y="1590261"/>
                <a:ext cx="8941955" cy="4992143"/>
              </a:xfrm>
              <a:prstGeom prst="ellipse">
                <a:avLst/>
              </a:prstGeom>
              <a:solidFill>
                <a:srgbClr val="CE954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9030871-8C34-4C59-BBCF-8B6ACF3FF087}"/>
                  </a:ext>
                </a:extLst>
              </p:cNvPr>
              <p:cNvSpPr/>
              <p:nvPr/>
            </p:nvSpPr>
            <p:spPr>
              <a:xfrm>
                <a:off x="2620407" y="1928182"/>
                <a:ext cx="7922364" cy="4348365"/>
              </a:xfrm>
              <a:prstGeom prst="ellipse">
                <a:avLst/>
              </a:pr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11">
                <a:extLst>
                  <a:ext uri="{FF2B5EF4-FFF2-40B4-BE49-F238E27FC236}">
                    <a16:creationId xmlns:a16="http://schemas.microsoft.com/office/drawing/2014/main" id="{DC60E5B3-5AC1-487D-AD32-993D6BEA947B}"/>
                  </a:ext>
                </a:extLst>
              </p:cNvPr>
              <p:cNvSpPr/>
              <p:nvPr/>
            </p:nvSpPr>
            <p:spPr>
              <a:xfrm>
                <a:off x="2922084" y="2226098"/>
                <a:ext cx="7285415" cy="3695932"/>
              </a:xfrm>
              <a:custGeom>
                <a:avLst/>
                <a:gdLst>
                  <a:gd name="connsiteX0" fmla="*/ 0 w 7388113"/>
                  <a:gd name="connsiteY0" fmla="*/ 1676400 h 3352800"/>
                  <a:gd name="connsiteX1" fmla="*/ 3694057 w 7388113"/>
                  <a:gd name="connsiteY1" fmla="*/ 0 h 3352800"/>
                  <a:gd name="connsiteX2" fmla="*/ 7388114 w 7388113"/>
                  <a:gd name="connsiteY2" fmla="*/ 1676400 h 3352800"/>
                  <a:gd name="connsiteX3" fmla="*/ 3694057 w 7388113"/>
                  <a:gd name="connsiteY3" fmla="*/ 3352800 h 3352800"/>
                  <a:gd name="connsiteX4" fmla="*/ 0 w 7388113"/>
                  <a:gd name="connsiteY4" fmla="*/ 1676400 h 3352800"/>
                  <a:gd name="connsiteX0" fmla="*/ 3533 w 7391647"/>
                  <a:gd name="connsiteY0" fmla="*/ 1676400 h 3352800"/>
                  <a:gd name="connsiteX1" fmla="*/ 3697590 w 7391647"/>
                  <a:gd name="connsiteY1" fmla="*/ 0 h 3352800"/>
                  <a:gd name="connsiteX2" fmla="*/ 7391647 w 7391647"/>
                  <a:gd name="connsiteY2" fmla="*/ 1676400 h 3352800"/>
                  <a:gd name="connsiteX3" fmla="*/ 3697590 w 7391647"/>
                  <a:gd name="connsiteY3" fmla="*/ 3352800 h 3352800"/>
                  <a:gd name="connsiteX4" fmla="*/ 3533 w 7391647"/>
                  <a:gd name="connsiteY4" fmla="*/ 1676400 h 3352800"/>
                  <a:gd name="connsiteX0" fmla="*/ 2545 w 7284642"/>
                  <a:gd name="connsiteY0" fmla="*/ 1689656 h 3352815"/>
                  <a:gd name="connsiteX1" fmla="*/ 3590585 w 7284642"/>
                  <a:gd name="connsiteY1" fmla="*/ 4 h 3352815"/>
                  <a:gd name="connsiteX2" fmla="*/ 7284642 w 7284642"/>
                  <a:gd name="connsiteY2" fmla="*/ 1676404 h 3352815"/>
                  <a:gd name="connsiteX3" fmla="*/ 3590585 w 7284642"/>
                  <a:gd name="connsiteY3" fmla="*/ 3352804 h 3352815"/>
                  <a:gd name="connsiteX4" fmla="*/ 2545 w 7284642"/>
                  <a:gd name="connsiteY4" fmla="*/ 1689656 h 3352815"/>
                  <a:gd name="connsiteX0" fmla="*/ 2545 w 7284642"/>
                  <a:gd name="connsiteY0" fmla="*/ 1690842 h 3357744"/>
                  <a:gd name="connsiteX1" fmla="*/ 3590585 w 7284642"/>
                  <a:gd name="connsiteY1" fmla="*/ 1190 h 3357744"/>
                  <a:gd name="connsiteX2" fmla="*/ 7284642 w 7284642"/>
                  <a:gd name="connsiteY2" fmla="*/ 1677590 h 3357744"/>
                  <a:gd name="connsiteX3" fmla="*/ 3590585 w 7284642"/>
                  <a:gd name="connsiteY3" fmla="*/ 3353990 h 3357744"/>
                  <a:gd name="connsiteX4" fmla="*/ 2545 w 7284642"/>
                  <a:gd name="connsiteY4" fmla="*/ 1690842 h 3357744"/>
                  <a:gd name="connsiteX0" fmla="*/ 0 w 7282097"/>
                  <a:gd name="connsiteY0" fmla="*/ 1689657 h 3313052"/>
                  <a:gd name="connsiteX1" fmla="*/ 3588040 w 7282097"/>
                  <a:gd name="connsiteY1" fmla="*/ 5 h 3313052"/>
                  <a:gd name="connsiteX2" fmla="*/ 7282097 w 7282097"/>
                  <a:gd name="connsiteY2" fmla="*/ 1676405 h 3313052"/>
                  <a:gd name="connsiteX3" fmla="*/ 3588040 w 7282097"/>
                  <a:gd name="connsiteY3" fmla="*/ 3313049 h 3313052"/>
                  <a:gd name="connsiteX4" fmla="*/ 0 w 7282097"/>
                  <a:gd name="connsiteY4" fmla="*/ 1689657 h 3313052"/>
                  <a:gd name="connsiteX0" fmla="*/ 2544 w 7284641"/>
                  <a:gd name="connsiteY0" fmla="*/ 1691824 h 3323701"/>
                  <a:gd name="connsiteX1" fmla="*/ 3590584 w 7284641"/>
                  <a:gd name="connsiteY1" fmla="*/ 2172 h 3323701"/>
                  <a:gd name="connsiteX2" fmla="*/ 7284641 w 7284641"/>
                  <a:gd name="connsiteY2" fmla="*/ 1678572 h 3323701"/>
                  <a:gd name="connsiteX3" fmla="*/ 3590584 w 7284641"/>
                  <a:gd name="connsiteY3" fmla="*/ 3315216 h 3323701"/>
                  <a:gd name="connsiteX4" fmla="*/ 2544 w 7284641"/>
                  <a:gd name="connsiteY4" fmla="*/ 1691824 h 3323701"/>
                  <a:gd name="connsiteX0" fmla="*/ 2887 w 7284984"/>
                  <a:gd name="connsiteY0" fmla="*/ 1691824 h 3318923"/>
                  <a:gd name="connsiteX1" fmla="*/ 3590927 w 7284984"/>
                  <a:gd name="connsiteY1" fmla="*/ 2172 h 3318923"/>
                  <a:gd name="connsiteX2" fmla="*/ 7284984 w 7284984"/>
                  <a:gd name="connsiteY2" fmla="*/ 1678572 h 3318923"/>
                  <a:gd name="connsiteX3" fmla="*/ 3590927 w 7284984"/>
                  <a:gd name="connsiteY3" fmla="*/ 3315216 h 3318923"/>
                  <a:gd name="connsiteX4" fmla="*/ 2887 w 7284984"/>
                  <a:gd name="connsiteY4" fmla="*/ 1691824 h 3318923"/>
                  <a:gd name="connsiteX0" fmla="*/ 2939 w 7285036"/>
                  <a:gd name="connsiteY0" fmla="*/ 1691824 h 3344367"/>
                  <a:gd name="connsiteX1" fmla="*/ 3590979 w 7285036"/>
                  <a:gd name="connsiteY1" fmla="*/ 2172 h 3344367"/>
                  <a:gd name="connsiteX2" fmla="*/ 7285036 w 7285036"/>
                  <a:gd name="connsiteY2" fmla="*/ 1678572 h 3344367"/>
                  <a:gd name="connsiteX3" fmla="*/ 3590979 w 7285036"/>
                  <a:gd name="connsiteY3" fmla="*/ 3315216 h 3344367"/>
                  <a:gd name="connsiteX4" fmla="*/ 2939 w 7285036"/>
                  <a:gd name="connsiteY4" fmla="*/ 1691824 h 3344367"/>
                  <a:gd name="connsiteX0" fmla="*/ 2905 w 7285002"/>
                  <a:gd name="connsiteY0" fmla="*/ 1691824 h 3318923"/>
                  <a:gd name="connsiteX1" fmla="*/ 3590945 w 7285002"/>
                  <a:gd name="connsiteY1" fmla="*/ 2172 h 3318923"/>
                  <a:gd name="connsiteX2" fmla="*/ 7285002 w 7285002"/>
                  <a:gd name="connsiteY2" fmla="*/ 1678572 h 3318923"/>
                  <a:gd name="connsiteX3" fmla="*/ 3590945 w 7285002"/>
                  <a:gd name="connsiteY3" fmla="*/ 3315216 h 3318923"/>
                  <a:gd name="connsiteX4" fmla="*/ 2905 w 7285002"/>
                  <a:gd name="connsiteY4" fmla="*/ 1691824 h 3318923"/>
                  <a:gd name="connsiteX0" fmla="*/ 386 w 7282483"/>
                  <a:gd name="connsiteY0" fmla="*/ 1689657 h 3692977"/>
                  <a:gd name="connsiteX1" fmla="*/ 3588426 w 7282483"/>
                  <a:gd name="connsiteY1" fmla="*/ 5 h 3692977"/>
                  <a:gd name="connsiteX2" fmla="*/ 7282483 w 7282483"/>
                  <a:gd name="connsiteY2" fmla="*/ 1676405 h 3692977"/>
                  <a:gd name="connsiteX3" fmla="*/ 3399740 w 7282483"/>
                  <a:gd name="connsiteY3" fmla="*/ 3690421 h 3692977"/>
                  <a:gd name="connsiteX4" fmla="*/ 386 w 7282483"/>
                  <a:gd name="connsiteY4" fmla="*/ 1689657 h 3692977"/>
                  <a:gd name="connsiteX0" fmla="*/ 2131 w 7284228"/>
                  <a:gd name="connsiteY0" fmla="*/ 1689657 h 3692977"/>
                  <a:gd name="connsiteX1" fmla="*/ 3590171 w 7284228"/>
                  <a:gd name="connsiteY1" fmla="*/ 5 h 3692977"/>
                  <a:gd name="connsiteX2" fmla="*/ 7284228 w 7284228"/>
                  <a:gd name="connsiteY2" fmla="*/ 1676405 h 3692977"/>
                  <a:gd name="connsiteX3" fmla="*/ 3401485 w 7284228"/>
                  <a:gd name="connsiteY3" fmla="*/ 3690421 h 3692977"/>
                  <a:gd name="connsiteX4" fmla="*/ 2131 w 7284228"/>
                  <a:gd name="connsiteY4" fmla="*/ 1689657 h 3692977"/>
                  <a:gd name="connsiteX0" fmla="*/ 2131 w 7284228"/>
                  <a:gd name="connsiteY0" fmla="*/ 1689657 h 3695669"/>
                  <a:gd name="connsiteX1" fmla="*/ 3590171 w 7284228"/>
                  <a:gd name="connsiteY1" fmla="*/ 5 h 3695669"/>
                  <a:gd name="connsiteX2" fmla="*/ 7284228 w 7284228"/>
                  <a:gd name="connsiteY2" fmla="*/ 1676405 h 3695669"/>
                  <a:gd name="connsiteX3" fmla="*/ 3401485 w 7284228"/>
                  <a:gd name="connsiteY3" fmla="*/ 3690421 h 3695669"/>
                  <a:gd name="connsiteX4" fmla="*/ 2131 w 7284228"/>
                  <a:gd name="connsiteY4" fmla="*/ 1689657 h 3695669"/>
                  <a:gd name="connsiteX0" fmla="*/ 3318 w 7285415"/>
                  <a:gd name="connsiteY0" fmla="*/ 1689920 h 3695932"/>
                  <a:gd name="connsiteX1" fmla="*/ 3591358 w 7285415"/>
                  <a:gd name="connsiteY1" fmla="*/ 268 h 3695932"/>
                  <a:gd name="connsiteX2" fmla="*/ 7285415 w 7285415"/>
                  <a:gd name="connsiteY2" fmla="*/ 1676668 h 3695932"/>
                  <a:gd name="connsiteX3" fmla="*/ 3402672 w 7285415"/>
                  <a:gd name="connsiteY3" fmla="*/ 3690684 h 3695932"/>
                  <a:gd name="connsiteX4" fmla="*/ 3318 w 7285415"/>
                  <a:gd name="connsiteY4" fmla="*/ 1689920 h 3695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85415" h="3695932">
                    <a:moveTo>
                      <a:pt x="3318" y="1689920"/>
                    </a:moveTo>
                    <a:cubicBezTo>
                      <a:pt x="-81348" y="145937"/>
                      <a:pt x="1463275" y="16991"/>
                      <a:pt x="3591358" y="268"/>
                    </a:cubicBezTo>
                    <a:cubicBezTo>
                      <a:pt x="5719441" y="-16455"/>
                      <a:pt x="7285415" y="750818"/>
                      <a:pt x="7285415" y="1676668"/>
                    </a:cubicBezTo>
                    <a:cubicBezTo>
                      <a:pt x="7198330" y="3241147"/>
                      <a:pt x="4934407" y="3754736"/>
                      <a:pt x="3402672" y="3690684"/>
                    </a:cubicBezTo>
                    <a:cubicBezTo>
                      <a:pt x="1870937" y="3626632"/>
                      <a:pt x="87984" y="3233903"/>
                      <a:pt x="3318" y="1689920"/>
                    </a:cubicBezTo>
                    <a:close/>
                  </a:path>
                </a:pathLst>
              </a:custGeom>
              <a:solidFill>
                <a:srgbClr val="F9D63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15">
                <a:extLst>
                  <a:ext uri="{FF2B5EF4-FFF2-40B4-BE49-F238E27FC236}">
                    <a16:creationId xmlns:a16="http://schemas.microsoft.com/office/drawing/2014/main" id="{3D471BCB-0686-432D-AD13-3AEA4992D4CD}"/>
                  </a:ext>
                </a:extLst>
              </p:cNvPr>
              <p:cNvSpPr/>
              <p:nvPr/>
            </p:nvSpPr>
            <p:spPr>
              <a:xfrm rot="8336234" flipV="1">
                <a:off x="3465099" y="4170522"/>
                <a:ext cx="3194890" cy="326990"/>
              </a:xfrm>
              <a:custGeom>
                <a:avLst/>
                <a:gdLst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91756 h 91756"/>
                  <a:gd name="connsiteX4" fmla="*/ 0 w 3051525"/>
                  <a:gd name="connsiteY4" fmla="*/ 0 h 91756"/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0 h 91756"/>
                  <a:gd name="connsiteX0" fmla="*/ 0 w 3095406"/>
                  <a:gd name="connsiteY0" fmla="*/ 196138 h 196138"/>
                  <a:gd name="connsiteX1" fmla="*/ 3095406 w 3095406"/>
                  <a:gd name="connsiteY1" fmla="*/ 0 h 196138"/>
                  <a:gd name="connsiteX2" fmla="*/ 3095406 w 3095406"/>
                  <a:gd name="connsiteY2" fmla="*/ 91756 h 196138"/>
                  <a:gd name="connsiteX3" fmla="*/ 0 w 3095406"/>
                  <a:gd name="connsiteY3" fmla="*/ 196138 h 196138"/>
                  <a:gd name="connsiteX0" fmla="*/ 0 w 3095406"/>
                  <a:gd name="connsiteY0" fmla="*/ 104382 h 104382"/>
                  <a:gd name="connsiteX1" fmla="*/ 3095406 w 3095406"/>
                  <a:gd name="connsiteY1" fmla="*/ 0 h 104382"/>
                  <a:gd name="connsiteX2" fmla="*/ 0 w 3095406"/>
                  <a:gd name="connsiteY2" fmla="*/ 104382 h 104382"/>
                  <a:gd name="connsiteX0" fmla="*/ 0 w 3194890"/>
                  <a:gd name="connsiteY0" fmla="*/ 323697 h 323697"/>
                  <a:gd name="connsiteX1" fmla="*/ 3194890 w 3194890"/>
                  <a:gd name="connsiteY1" fmla="*/ 0 h 323697"/>
                  <a:gd name="connsiteX2" fmla="*/ 0 w 3194890"/>
                  <a:gd name="connsiteY2" fmla="*/ 323697 h 323697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4890" h="326990">
                    <a:moveTo>
                      <a:pt x="0" y="326990"/>
                    </a:moveTo>
                    <a:cubicBezTo>
                      <a:pt x="1064963" y="219091"/>
                      <a:pt x="2214014" y="-31546"/>
                      <a:pt x="3194890" y="3293"/>
                    </a:cubicBezTo>
                    <a:cubicBezTo>
                      <a:pt x="2121602" y="232139"/>
                      <a:pt x="1064963" y="219091"/>
                      <a:pt x="0" y="32699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15">
                <a:extLst>
                  <a:ext uri="{FF2B5EF4-FFF2-40B4-BE49-F238E27FC236}">
                    <a16:creationId xmlns:a16="http://schemas.microsoft.com/office/drawing/2014/main" id="{B4808E97-6737-4011-849D-5C2C4C2D634A}"/>
                  </a:ext>
                </a:extLst>
              </p:cNvPr>
              <p:cNvSpPr/>
              <p:nvPr/>
            </p:nvSpPr>
            <p:spPr>
              <a:xfrm rot="2375698" flipV="1">
                <a:off x="6557758" y="4210773"/>
                <a:ext cx="2570580" cy="139609"/>
              </a:xfrm>
              <a:custGeom>
                <a:avLst/>
                <a:gdLst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91756 h 91756"/>
                  <a:gd name="connsiteX4" fmla="*/ 0 w 3051525"/>
                  <a:gd name="connsiteY4" fmla="*/ 0 h 91756"/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0 h 91756"/>
                  <a:gd name="connsiteX0" fmla="*/ 0 w 3095406"/>
                  <a:gd name="connsiteY0" fmla="*/ 196138 h 196138"/>
                  <a:gd name="connsiteX1" fmla="*/ 3095406 w 3095406"/>
                  <a:gd name="connsiteY1" fmla="*/ 0 h 196138"/>
                  <a:gd name="connsiteX2" fmla="*/ 3095406 w 3095406"/>
                  <a:gd name="connsiteY2" fmla="*/ 91756 h 196138"/>
                  <a:gd name="connsiteX3" fmla="*/ 0 w 3095406"/>
                  <a:gd name="connsiteY3" fmla="*/ 196138 h 196138"/>
                  <a:gd name="connsiteX0" fmla="*/ 0 w 3095406"/>
                  <a:gd name="connsiteY0" fmla="*/ 104382 h 104382"/>
                  <a:gd name="connsiteX1" fmla="*/ 3095406 w 3095406"/>
                  <a:gd name="connsiteY1" fmla="*/ 0 h 104382"/>
                  <a:gd name="connsiteX2" fmla="*/ 0 w 3095406"/>
                  <a:gd name="connsiteY2" fmla="*/ 104382 h 104382"/>
                  <a:gd name="connsiteX0" fmla="*/ 0 w 3194890"/>
                  <a:gd name="connsiteY0" fmla="*/ 323697 h 323697"/>
                  <a:gd name="connsiteX1" fmla="*/ 3194890 w 3194890"/>
                  <a:gd name="connsiteY1" fmla="*/ 0 h 323697"/>
                  <a:gd name="connsiteX2" fmla="*/ 0 w 3194890"/>
                  <a:gd name="connsiteY2" fmla="*/ 323697 h 323697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2603609"/>
                  <a:gd name="connsiteY0" fmla="*/ 115981 h 118504"/>
                  <a:gd name="connsiteX1" fmla="*/ 2603609 w 2603609"/>
                  <a:gd name="connsiteY1" fmla="*/ 13977 h 118504"/>
                  <a:gd name="connsiteX2" fmla="*/ 0 w 2603609"/>
                  <a:gd name="connsiteY2" fmla="*/ 115981 h 118504"/>
                  <a:gd name="connsiteX0" fmla="*/ 0 w 2570580"/>
                  <a:gd name="connsiteY0" fmla="*/ 139609 h 139609"/>
                  <a:gd name="connsiteX1" fmla="*/ 2570580 w 2570580"/>
                  <a:gd name="connsiteY1" fmla="*/ 10286 h 139609"/>
                  <a:gd name="connsiteX2" fmla="*/ 0 w 2570580"/>
                  <a:gd name="connsiteY2" fmla="*/ 139609 h 139609"/>
                  <a:gd name="connsiteX0" fmla="*/ 0 w 2570580"/>
                  <a:gd name="connsiteY0" fmla="*/ 139609 h 139609"/>
                  <a:gd name="connsiteX1" fmla="*/ 2570580 w 2570580"/>
                  <a:gd name="connsiteY1" fmla="*/ 10286 h 139609"/>
                  <a:gd name="connsiteX2" fmla="*/ 0 w 2570580"/>
                  <a:gd name="connsiteY2" fmla="*/ 139609 h 139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70580" h="139609">
                    <a:moveTo>
                      <a:pt x="0" y="139609"/>
                    </a:moveTo>
                    <a:cubicBezTo>
                      <a:pt x="1064963" y="31710"/>
                      <a:pt x="1589704" y="-24553"/>
                      <a:pt x="2570580" y="10286"/>
                    </a:cubicBezTo>
                    <a:cubicBezTo>
                      <a:pt x="1497292" y="239132"/>
                      <a:pt x="1064963" y="31710"/>
                      <a:pt x="0" y="139609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15">
                <a:extLst>
                  <a:ext uri="{FF2B5EF4-FFF2-40B4-BE49-F238E27FC236}">
                    <a16:creationId xmlns:a16="http://schemas.microsoft.com/office/drawing/2014/main" id="{BDAE2F22-A0AC-4B20-BA0B-FA706D82EFBD}"/>
                  </a:ext>
                </a:extLst>
              </p:cNvPr>
              <p:cNvSpPr/>
              <p:nvPr/>
            </p:nvSpPr>
            <p:spPr>
              <a:xfrm flipV="1">
                <a:off x="6808152" y="3337795"/>
                <a:ext cx="3351630" cy="351423"/>
              </a:xfrm>
              <a:custGeom>
                <a:avLst/>
                <a:gdLst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91756 h 91756"/>
                  <a:gd name="connsiteX4" fmla="*/ 0 w 3051525"/>
                  <a:gd name="connsiteY4" fmla="*/ 0 h 91756"/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0 h 91756"/>
                  <a:gd name="connsiteX0" fmla="*/ 0 w 3095406"/>
                  <a:gd name="connsiteY0" fmla="*/ 196138 h 196138"/>
                  <a:gd name="connsiteX1" fmla="*/ 3095406 w 3095406"/>
                  <a:gd name="connsiteY1" fmla="*/ 0 h 196138"/>
                  <a:gd name="connsiteX2" fmla="*/ 3095406 w 3095406"/>
                  <a:gd name="connsiteY2" fmla="*/ 91756 h 196138"/>
                  <a:gd name="connsiteX3" fmla="*/ 0 w 3095406"/>
                  <a:gd name="connsiteY3" fmla="*/ 196138 h 196138"/>
                  <a:gd name="connsiteX0" fmla="*/ 0 w 3095406"/>
                  <a:gd name="connsiteY0" fmla="*/ 104382 h 104382"/>
                  <a:gd name="connsiteX1" fmla="*/ 3095406 w 3095406"/>
                  <a:gd name="connsiteY1" fmla="*/ 0 h 104382"/>
                  <a:gd name="connsiteX2" fmla="*/ 0 w 3095406"/>
                  <a:gd name="connsiteY2" fmla="*/ 104382 h 104382"/>
                  <a:gd name="connsiteX0" fmla="*/ 0 w 3194890"/>
                  <a:gd name="connsiteY0" fmla="*/ 323697 h 323697"/>
                  <a:gd name="connsiteX1" fmla="*/ 3194890 w 3194890"/>
                  <a:gd name="connsiteY1" fmla="*/ 0 h 323697"/>
                  <a:gd name="connsiteX2" fmla="*/ 0 w 3194890"/>
                  <a:gd name="connsiteY2" fmla="*/ 323697 h 323697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2603609"/>
                  <a:gd name="connsiteY0" fmla="*/ 115981 h 118504"/>
                  <a:gd name="connsiteX1" fmla="*/ 2603609 w 2603609"/>
                  <a:gd name="connsiteY1" fmla="*/ 13977 h 118504"/>
                  <a:gd name="connsiteX2" fmla="*/ 0 w 2603609"/>
                  <a:gd name="connsiteY2" fmla="*/ 115981 h 118504"/>
                  <a:gd name="connsiteX0" fmla="*/ 0 w 2570580"/>
                  <a:gd name="connsiteY0" fmla="*/ 139609 h 139609"/>
                  <a:gd name="connsiteX1" fmla="*/ 2570580 w 2570580"/>
                  <a:gd name="connsiteY1" fmla="*/ 10286 h 139609"/>
                  <a:gd name="connsiteX2" fmla="*/ 0 w 2570580"/>
                  <a:gd name="connsiteY2" fmla="*/ 139609 h 139609"/>
                  <a:gd name="connsiteX0" fmla="*/ 0 w 2570580"/>
                  <a:gd name="connsiteY0" fmla="*/ 139609 h 139609"/>
                  <a:gd name="connsiteX1" fmla="*/ 2570580 w 2570580"/>
                  <a:gd name="connsiteY1" fmla="*/ 10286 h 139609"/>
                  <a:gd name="connsiteX2" fmla="*/ 0 w 2570580"/>
                  <a:gd name="connsiteY2" fmla="*/ 139609 h 139609"/>
                  <a:gd name="connsiteX0" fmla="*/ 0 w 3351630"/>
                  <a:gd name="connsiteY0" fmla="*/ 351423 h 351423"/>
                  <a:gd name="connsiteX1" fmla="*/ 3351630 w 3351630"/>
                  <a:gd name="connsiteY1" fmla="*/ 3025 h 351423"/>
                  <a:gd name="connsiteX2" fmla="*/ 0 w 3351630"/>
                  <a:gd name="connsiteY2" fmla="*/ 351423 h 35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1630" h="351423">
                    <a:moveTo>
                      <a:pt x="0" y="351423"/>
                    </a:moveTo>
                    <a:cubicBezTo>
                      <a:pt x="1064963" y="243524"/>
                      <a:pt x="2370754" y="-31814"/>
                      <a:pt x="3351630" y="3025"/>
                    </a:cubicBezTo>
                    <a:cubicBezTo>
                      <a:pt x="2278342" y="231871"/>
                      <a:pt x="1064963" y="243524"/>
                      <a:pt x="0" y="351423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15">
                <a:extLst>
                  <a:ext uri="{FF2B5EF4-FFF2-40B4-BE49-F238E27FC236}">
                    <a16:creationId xmlns:a16="http://schemas.microsoft.com/office/drawing/2014/main" id="{87072136-1489-4051-8C76-82D05D37D7AE}"/>
                  </a:ext>
                </a:extLst>
              </p:cNvPr>
              <p:cNvSpPr/>
              <p:nvPr/>
            </p:nvSpPr>
            <p:spPr>
              <a:xfrm rot="8268751" flipV="1">
                <a:off x="6663689" y="2703805"/>
                <a:ext cx="1413775" cy="263164"/>
              </a:xfrm>
              <a:custGeom>
                <a:avLst/>
                <a:gdLst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91756 h 91756"/>
                  <a:gd name="connsiteX4" fmla="*/ 0 w 3051525"/>
                  <a:gd name="connsiteY4" fmla="*/ 0 h 91756"/>
                  <a:gd name="connsiteX0" fmla="*/ 0 w 3051525"/>
                  <a:gd name="connsiteY0" fmla="*/ 0 h 91756"/>
                  <a:gd name="connsiteX1" fmla="*/ 3051525 w 3051525"/>
                  <a:gd name="connsiteY1" fmla="*/ 0 h 91756"/>
                  <a:gd name="connsiteX2" fmla="*/ 3051525 w 3051525"/>
                  <a:gd name="connsiteY2" fmla="*/ 91756 h 91756"/>
                  <a:gd name="connsiteX3" fmla="*/ 0 w 3051525"/>
                  <a:gd name="connsiteY3" fmla="*/ 0 h 91756"/>
                  <a:gd name="connsiteX0" fmla="*/ 0 w 3095406"/>
                  <a:gd name="connsiteY0" fmla="*/ 196138 h 196138"/>
                  <a:gd name="connsiteX1" fmla="*/ 3095406 w 3095406"/>
                  <a:gd name="connsiteY1" fmla="*/ 0 h 196138"/>
                  <a:gd name="connsiteX2" fmla="*/ 3095406 w 3095406"/>
                  <a:gd name="connsiteY2" fmla="*/ 91756 h 196138"/>
                  <a:gd name="connsiteX3" fmla="*/ 0 w 3095406"/>
                  <a:gd name="connsiteY3" fmla="*/ 196138 h 196138"/>
                  <a:gd name="connsiteX0" fmla="*/ 0 w 3095406"/>
                  <a:gd name="connsiteY0" fmla="*/ 104382 h 104382"/>
                  <a:gd name="connsiteX1" fmla="*/ 3095406 w 3095406"/>
                  <a:gd name="connsiteY1" fmla="*/ 0 h 104382"/>
                  <a:gd name="connsiteX2" fmla="*/ 0 w 3095406"/>
                  <a:gd name="connsiteY2" fmla="*/ 104382 h 104382"/>
                  <a:gd name="connsiteX0" fmla="*/ 0 w 3194890"/>
                  <a:gd name="connsiteY0" fmla="*/ 323697 h 323697"/>
                  <a:gd name="connsiteX1" fmla="*/ 3194890 w 3194890"/>
                  <a:gd name="connsiteY1" fmla="*/ 0 h 323697"/>
                  <a:gd name="connsiteX2" fmla="*/ 0 w 3194890"/>
                  <a:gd name="connsiteY2" fmla="*/ 323697 h 323697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3194890"/>
                  <a:gd name="connsiteY0" fmla="*/ 326990 h 326990"/>
                  <a:gd name="connsiteX1" fmla="*/ 3194890 w 3194890"/>
                  <a:gd name="connsiteY1" fmla="*/ 3293 h 326990"/>
                  <a:gd name="connsiteX2" fmla="*/ 0 w 3194890"/>
                  <a:gd name="connsiteY2" fmla="*/ 326990 h 326990"/>
                  <a:gd name="connsiteX0" fmla="*/ 0 w 2603609"/>
                  <a:gd name="connsiteY0" fmla="*/ 115981 h 118504"/>
                  <a:gd name="connsiteX1" fmla="*/ 2603609 w 2603609"/>
                  <a:gd name="connsiteY1" fmla="*/ 13977 h 118504"/>
                  <a:gd name="connsiteX2" fmla="*/ 0 w 2603609"/>
                  <a:gd name="connsiteY2" fmla="*/ 115981 h 118504"/>
                  <a:gd name="connsiteX0" fmla="*/ 0 w 2570580"/>
                  <a:gd name="connsiteY0" fmla="*/ 139609 h 139609"/>
                  <a:gd name="connsiteX1" fmla="*/ 2570580 w 2570580"/>
                  <a:gd name="connsiteY1" fmla="*/ 10286 h 139609"/>
                  <a:gd name="connsiteX2" fmla="*/ 0 w 2570580"/>
                  <a:gd name="connsiteY2" fmla="*/ 139609 h 139609"/>
                  <a:gd name="connsiteX0" fmla="*/ 0 w 2570580"/>
                  <a:gd name="connsiteY0" fmla="*/ 139609 h 139609"/>
                  <a:gd name="connsiteX1" fmla="*/ 2570580 w 2570580"/>
                  <a:gd name="connsiteY1" fmla="*/ 10286 h 139609"/>
                  <a:gd name="connsiteX2" fmla="*/ 0 w 2570580"/>
                  <a:gd name="connsiteY2" fmla="*/ 139609 h 139609"/>
                  <a:gd name="connsiteX0" fmla="*/ 0 w 3351630"/>
                  <a:gd name="connsiteY0" fmla="*/ 351423 h 351423"/>
                  <a:gd name="connsiteX1" fmla="*/ 3351630 w 3351630"/>
                  <a:gd name="connsiteY1" fmla="*/ 3025 h 351423"/>
                  <a:gd name="connsiteX2" fmla="*/ 0 w 3351630"/>
                  <a:gd name="connsiteY2" fmla="*/ 351423 h 35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1630" h="351423">
                    <a:moveTo>
                      <a:pt x="0" y="351423"/>
                    </a:moveTo>
                    <a:cubicBezTo>
                      <a:pt x="1064963" y="243524"/>
                      <a:pt x="2370754" y="-31814"/>
                      <a:pt x="3351630" y="3025"/>
                    </a:cubicBezTo>
                    <a:cubicBezTo>
                      <a:pt x="2278342" y="231871"/>
                      <a:pt x="1064963" y="243524"/>
                      <a:pt x="0" y="351423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AB198F0F-5340-420B-8B2A-25F55B893BD8}"/>
                  </a:ext>
                </a:extLst>
              </p:cNvPr>
              <p:cNvGrpSpPr/>
              <p:nvPr/>
            </p:nvGrpSpPr>
            <p:grpSpPr>
              <a:xfrm>
                <a:off x="4811438" y="4636309"/>
                <a:ext cx="832320" cy="536309"/>
                <a:chOff x="4811438" y="4636309"/>
                <a:chExt cx="832320" cy="536309"/>
              </a:xfrm>
            </p:grpSpPr>
            <p:sp>
              <p:nvSpPr>
                <p:cNvPr id="171" name="Rectangle 5">
                  <a:extLst>
                    <a:ext uri="{FF2B5EF4-FFF2-40B4-BE49-F238E27FC236}">
                      <a16:creationId xmlns:a16="http://schemas.microsoft.com/office/drawing/2014/main" id="{570CE7C3-2F47-41A8-9505-7F8C7FFA63E5}"/>
                    </a:ext>
                  </a:extLst>
                </p:cNvPr>
                <p:cNvSpPr/>
                <p:nvPr/>
              </p:nvSpPr>
              <p:spPr>
                <a:xfrm rot="339536">
                  <a:off x="4811438" y="4636309"/>
                  <a:ext cx="832320" cy="434877"/>
                </a:xfrm>
                <a:custGeom>
                  <a:avLst/>
                  <a:gdLst>
                    <a:gd name="connsiteX0" fmla="*/ 0 w 249685"/>
                    <a:gd name="connsiteY0" fmla="*/ 0 h 45719"/>
                    <a:gd name="connsiteX1" fmla="*/ 249685 w 249685"/>
                    <a:gd name="connsiteY1" fmla="*/ 0 h 45719"/>
                    <a:gd name="connsiteX2" fmla="*/ 249685 w 249685"/>
                    <a:gd name="connsiteY2" fmla="*/ 45719 h 45719"/>
                    <a:gd name="connsiteX3" fmla="*/ 0 w 249685"/>
                    <a:gd name="connsiteY3" fmla="*/ 45719 h 45719"/>
                    <a:gd name="connsiteX4" fmla="*/ 0 w 249685"/>
                    <a:gd name="connsiteY4" fmla="*/ 0 h 45719"/>
                    <a:gd name="connsiteX0" fmla="*/ 18133 w 267818"/>
                    <a:gd name="connsiteY0" fmla="*/ 0 h 184709"/>
                    <a:gd name="connsiteX1" fmla="*/ 267818 w 267818"/>
                    <a:gd name="connsiteY1" fmla="*/ 0 h 184709"/>
                    <a:gd name="connsiteX2" fmla="*/ 267818 w 267818"/>
                    <a:gd name="connsiteY2" fmla="*/ 45719 h 184709"/>
                    <a:gd name="connsiteX3" fmla="*/ 0 w 267818"/>
                    <a:gd name="connsiteY3" fmla="*/ 184709 h 184709"/>
                    <a:gd name="connsiteX4" fmla="*/ 18133 w 267818"/>
                    <a:gd name="connsiteY4" fmla="*/ 0 h 184709"/>
                    <a:gd name="connsiteX0" fmla="*/ 18133 w 277779"/>
                    <a:gd name="connsiteY0" fmla="*/ 0 h 210641"/>
                    <a:gd name="connsiteX1" fmla="*/ 267818 w 277779"/>
                    <a:gd name="connsiteY1" fmla="*/ 0 h 210641"/>
                    <a:gd name="connsiteX2" fmla="*/ 277779 w 277779"/>
                    <a:gd name="connsiteY2" fmla="*/ 210641 h 210641"/>
                    <a:gd name="connsiteX3" fmla="*/ 0 w 277779"/>
                    <a:gd name="connsiteY3" fmla="*/ 184709 h 210641"/>
                    <a:gd name="connsiteX4" fmla="*/ 18133 w 277779"/>
                    <a:gd name="connsiteY4" fmla="*/ 0 h 210641"/>
                    <a:gd name="connsiteX0" fmla="*/ 18133 w 485464"/>
                    <a:gd name="connsiteY0" fmla="*/ 0 h 219400"/>
                    <a:gd name="connsiteX1" fmla="*/ 267818 w 485464"/>
                    <a:gd name="connsiteY1" fmla="*/ 0 h 219400"/>
                    <a:gd name="connsiteX2" fmla="*/ 277779 w 485464"/>
                    <a:gd name="connsiteY2" fmla="*/ 210641 h 219400"/>
                    <a:gd name="connsiteX3" fmla="*/ 0 w 485464"/>
                    <a:gd name="connsiteY3" fmla="*/ 184709 h 219400"/>
                    <a:gd name="connsiteX4" fmla="*/ 18133 w 485464"/>
                    <a:gd name="connsiteY4" fmla="*/ 0 h 219400"/>
                    <a:gd name="connsiteX0" fmla="*/ 18133 w 480765"/>
                    <a:gd name="connsiteY0" fmla="*/ 93847 h 310729"/>
                    <a:gd name="connsiteX1" fmla="*/ 248947 w 480765"/>
                    <a:gd name="connsiteY1" fmla="*/ 0 h 310729"/>
                    <a:gd name="connsiteX2" fmla="*/ 277779 w 480765"/>
                    <a:gd name="connsiteY2" fmla="*/ 304488 h 310729"/>
                    <a:gd name="connsiteX3" fmla="*/ 0 w 480765"/>
                    <a:gd name="connsiteY3" fmla="*/ 278556 h 310729"/>
                    <a:gd name="connsiteX4" fmla="*/ 18133 w 480765"/>
                    <a:gd name="connsiteY4" fmla="*/ 93847 h 310729"/>
                    <a:gd name="connsiteX0" fmla="*/ 18133 w 617529"/>
                    <a:gd name="connsiteY0" fmla="*/ 93847 h 310157"/>
                    <a:gd name="connsiteX1" fmla="*/ 248947 w 617529"/>
                    <a:gd name="connsiteY1" fmla="*/ 0 h 310157"/>
                    <a:gd name="connsiteX2" fmla="*/ 277779 w 617529"/>
                    <a:gd name="connsiteY2" fmla="*/ 304488 h 310157"/>
                    <a:gd name="connsiteX3" fmla="*/ 0 w 617529"/>
                    <a:gd name="connsiteY3" fmla="*/ 278556 h 310157"/>
                    <a:gd name="connsiteX4" fmla="*/ 18133 w 617529"/>
                    <a:gd name="connsiteY4" fmla="*/ 93847 h 310157"/>
                    <a:gd name="connsiteX0" fmla="*/ 18133 w 506189"/>
                    <a:gd name="connsiteY0" fmla="*/ 93847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4" fmla="*/ 18133 w 506189"/>
                    <a:gd name="connsiteY4" fmla="*/ 93847 h 409581"/>
                    <a:gd name="connsiteX0" fmla="*/ 0 w 506189"/>
                    <a:gd name="connsiteY0" fmla="*/ 278556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0" fmla="*/ 62221 w 568410"/>
                    <a:gd name="connsiteY0" fmla="*/ 295940 h 426965"/>
                    <a:gd name="connsiteX1" fmla="*/ 311168 w 568410"/>
                    <a:gd name="connsiteY1" fmla="*/ 17384 h 426965"/>
                    <a:gd name="connsiteX2" fmla="*/ 340000 w 568410"/>
                    <a:gd name="connsiteY2" fmla="*/ 321872 h 426965"/>
                    <a:gd name="connsiteX3" fmla="*/ 62221 w 568410"/>
                    <a:gd name="connsiteY3" fmla="*/ 295940 h 426965"/>
                    <a:gd name="connsiteX0" fmla="*/ 224298 w 730487"/>
                    <a:gd name="connsiteY0" fmla="*/ 291873 h 422898"/>
                    <a:gd name="connsiteX1" fmla="*/ 473245 w 730487"/>
                    <a:gd name="connsiteY1" fmla="*/ 13317 h 422898"/>
                    <a:gd name="connsiteX2" fmla="*/ 502077 w 730487"/>
                    <a:gd name="connsiteY2" fmla="*/ 317805 h 422898"/>
                    <a:gd name="connsiteX3" fmla="*/ 224298 w 730487"/>
                    <a:gd name="connsiteY3" fmla="*/ 291873 h 422898"/>
                    <a:gd name="connsiteX0" fmla="*/ 215716 w 721905"/>
                    <a:gd name="connsiteY0" fmla="*/ 288712 h 419737"/>
                    <a:gd name="connsiteX1" fmla="*/ 464663 w 721905"/>
                    <a:gd name="connsiteY1" fmla="*/ 10156 h 419737"/>
                    <a:gd name="connsiteX2" fmla="*/ 493495 w 721905"/>
                    <a:gd name="connsiteY2" fmla="*/ 314644 h 419737"/>
                    <a:gd name="connsiteX3" fmla="*/ 215716 w 721905"/>
                    <a:gd name="connsiteY3" fmla="*/ 288712 h 419737"/>
                    <a:gd name="connsiteX0" fmla="*/ 212948 w 719137"/>
                    <a:gd name="connsiteY0" fmla="*/ 288153 h 419178"/>
                    <a:gd name="connsiteX1" fmla="*/ 461895 w 719137"/>
                    <a:gd name="connsiteY1" fmla="*/ 9597 h 419178"/>
                    <a:gd name="connsiteX2" fmla="*/ 490727 w 719137"/>
                    <a:gd name="connsiteY2" fmla="*/ 314085 h 419178"/>
                    <a:gd name="connsiteX3" fmla="*/ 212948 w 719137"/>
                    <a:gd name="connsiteY3" fmla="*/ 288153 h 419178"/>
                    <a:gd name="connsiteX0" fmla="*/ 212948 w 820321"/>
                    <a:gd name="connsiteY0" fmla="*/ 288153 h 422764"/>
                    <a:gd name="connsiteX1" fmla="*/ 461895 w 820321"/>
                    <a:gd name="connsiteY1" fmla="*/ 9597 h 422764"/>
                    <a:gd name="connsiteX2" fmla="*/ 490727 w 820321"/>
                    <a:gd name="connsiteY2" fmla="*/ 314085 h 422764"/>
                    <a:gd name="connsiteX3" fmla="*/ 212948 w 820321"/>
                    <a:gd name="connsiteY3" fmla="*/ 288153 h 422764"/>
                    <a:gd name="connsiteX0" fmla="*/ 234401 w 841774"/>
                    <a:gd name="connsiteY0" fmla="*/ 299510 h 434121"/>
                    <a:gd name="connsiteX1" fmla="*/ 483348 w 841774"/>
                    <a:gd name="connsiteY1" fmla="*/ 20954 h 434121"/>
                    <a:gd name="connsiteX2" fmla="*/ 512180 w 841774"/>
                    <a:gd name="connsiteY2" fmla="*/ 325442 h 434121"/>
                    <a:gd name="connsiteX3" fmla="*/ 234401 w 841774"/>
                    <a:gd name="connsiteY3" fmla="*/ 299510 h 434121"/>
                    <a:gd name="connsiteX0" fmla="*/ 241713 w 832320"/>
                    <a:gd name="connsiteY0" fmla="*/ 276270 h 434877"/>
                    <a:gd name="connsiteX1" fmla="*/ 473894 w 832320"/>
                    <a:gd name="connsiteY1" fmla="*/ 21710 h 434877"/>
                    <a:gd name="connsiteX2" fmla="*/ 502726 w 832320"/>
                    <a:gd name="connsiteY2" fmla="*/ 326198 h 434877"/>
                    <a:gd name="connsiteX3" fmla="*/ 241713 w 832320"/>
                    <a:gd name="connsiteY3" fmla="*/ 276270 h 434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2320" h="434877">
                      <a:moveTo>
                        <a:pt x="241713" y="276270"/>
                      </a:moveTo>
                      <a:cubicBezTo>
                        <a:pt x="-71415" y="468340"/>
                        <a:pt x="-161745" y="-117825"/>
                        <a:pt x="473894" y="21710"/>
                      </a:cubicBezTo>
                      <a:cubicBezTo>
                        <a:pt x="1178884" y="89397"/>
                        <a:pt x="652254" y="671563"/>
                        <a:pt x="502726" y="326198"/>
                      </a:cubicBezTo>
                      <a:lnTo>
                        <a:pt x="241713" y="27627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7">
                  <a:extLst>
                    <a:ext uri="{FF2B5EF4-FFF2-40B4-BE49-F238E27FC236}">
                      <a16:creationId xmlns:a16="http://schemas.microsoft.com/office/drawing/2014/main" id="{967B3CEB-CD68-4E3F-BF3E-617293968D45}"/>
                    </a:ext>
                  </a:extLst>
                </p:cNvPr>
                <p:cNvSpPr/>
                <p:nvPr/>
              </p:nvSpPr>
              <p:spPr>
                <a:xfrm rot="2218974">
                  <a:off x="4936158" y="4756042"/>
                  <a:ext cx="382551" cy="416576"/>
                </a:xfrm>
                <a:custGeom>
                  <a:avLst/>
                  <a:gdLst>
                    <a:gd name="connsiteX0" fmla="*/ 0 w 345134"/>
                    <a:gd name="connsiteY0" fmla="*/ 0 h 247650"/>
                    <a:gd name="connsiteX1" fmla="*/ 345134 w 345134"/>
                    <a:gd name="connsiteY1" fmla="*/ 0 h 247650"/>
                    <a:gd name="connsiteX2" fmla="*/ 345134 w 345134"/>
                    <a:gd name="connsiteY2" fmla="*/ 247650 h 247650"/>
                    <a:gd name="connsiteX3" fmla="*/ 0 w 345134"/>
                    <a:gd name="connsiteY3" fmla="*/ 247650 h 247650"/>
                    <a:gd name="connsiteX4" fmla="*/ 0 w 345134"/>
                    <a:gd name="connsiteY4" fmla="*/ 0 h 247650"/>
                    <a:gd name="connsiteX0" fmla="*/ 0 w 345134"/>
                    <a:gd name="connsiteY0" fmla="*/ 0 h 327025"/>
                    <a:gd name="connsiteX1" fmla="*/ 345134 w 345134"/>
                    <a:gd name="connsiteY1" fmla="*/ 0 h 327025"/>
                    <a:gd name="connsiteX2" fmla="*/ 345134 w 345134"/>
                    <a:gd name="connsiteY2" fmla="*/ 247650 h 327025"/>
                    <a:gd name="connsiteX3" fmla="*/ 156 w 345134"/>
                    <a:gd name="connsiteY3" fmla="*/ 327025 h 327025"/>
                    <a:gd name="connsiteX4" fmla="*/ 0 w 345134"/>
                    <a:gd name="connsiteY4" fmla="*/ 0 h 327025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3056" h="416576">
                      <a:moveTo>
                        <a:pt x="39171" y="67883"/>
                      </a:moveTo>
                      <a:lnTo>
                        <a:pt x="353056" y="0"/>
                      </a:lnTo>
                      <a:cubicBezTo>
                        <a:pt x="222721" y="260598"/>
                        <a:pt x="346512" y="281318"/>
                        <a:pt x="344978" y="337201"/>
                      </a:cubicBezTo>
                      <a:lnTo>
                        <a:pt x="0" y="416576"/>
                      </a:lnTo>
                      <a:cubicBezTo>
                        <a:pt x="16940" y="337167"/>
                        <a:pt x="155960" y="282933"/>
                        <a:pt x="39171" y="67883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 7">
                  <a:extLst>
                    <a:ext uri="{FF2B5EF4-FFF2-40B4-BE49-F238E27FC236}">
                      <a16:creationId xmlns:a16="http://schemas.microsoft.com/office/drawing/2014/main" id="{C959FBC3-0049-452A-8068-B26FD9FBCD9C}"/>
                    </a:ext>
                  </a:extLst>
                </p:cNvPr>
                <p:cNvSpPr/>
                <p:nvPr/>
              </p:nvSpPr>
              <p:spPr>
                <a:xfrm rot="1565570">
                  <a:off x="5060364" y="4728958"/>
                  <a:ext cx="382551" cy="16890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5" name="Rectangle 9">
                <a:extLst>
                  <a:ext uri="{FF2B5EF4-FFF2-40B4-BE49-F238E27FC236}">
                    <a16:creationId xmlns:a16="http://schemas.microsoft.com/office/drawing/2014/main" id="{19245A3E-864A-40F8-A6D0-3AC527720F18}"/>
                  </a:ext>
                </a:extLst>
              </p:cNvPr>
              <p:cNvSpPr/>
              <p:nvPr/>
            </p:nvSpPr>
            <p:spPr>
              <a:xfrm rot="20222909">
                <a:off x="7701304" y="4982692"/>
                <a:ext cx="659929" cy="337415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">
                <a:extLst>
                  <a:ext uri="{FF2B5EF4-FFF2-40B4-BE49-F238E27FC236}">
                    <a16:creationId xmlns:a16="http://schemas.microsoft.com/office/drawing/2014/main" id="{A77620CD-6C0D-4599-943C-33A636ECF3A9}"/>
                  </a:ext>
                </a:extLst>
              </p:cNvPr>
              <p:cNvSpPr/>
              <p:nvPr/>
            </p:nvSpPr>
            <p:spPr>
              <a:xfrm>
                <a:off x="5607688" y="4058974"/>
                <a:ext cx="2036126" cy="1448517"/>
              </a:xfrm>
              <a:custGeom>
                <a:avLst/>
                <a:gdLst>
                  <a:gd name="connsiteX0" fmla="*/ 0 w 1176476"/>
                  <a:gd name="connsiteY0" fmla="*/ 0 h 514831"/>
                  <a:gd name="connsiteX1" fmla="*/ 1176476 w 1176476"/>
                  <a:gd name="connsiteY1" fmla="*/ 0 h 514831"/>
                  <a:gd name="connsiteX2" fmla="*/ 1176476 w 1176476"/>
                  <a:gd name="connsiteY2" fmla="*/ 514831 h 514831"/>
                  <a:gd name="connsiteX3" fmla="*/ 0 w 1176476"/>
                  <a:gd name="connsiteY3" fmla="*/ 514831 h 514831"/>
                  <a:gd name="connsiteX4" fmla="*/ 0 w 1176476"/>
                  <a:gd name="connsiteY4" fmla="*/ 0 h 514831"/>
                  <a:gd name="connsiteX0" fmla="*/ 0 w 1176476"/>
                  <a:gd name="connsiteY0" fmla="*/ 0 h 619606"/>
                  <a:gd name="connsiteX1" fmla="*/ 1176476 w 1176476"/>
                  <a:gd name="connsiteY1" fmla="*/ 0 h 619606"/>
                  <a:gd name="connsiteX2" fmla="*/ 1176476 w 1176476"/>
                  <a:gd name="connsiteY2" fmla="*/ 514831 h 619606"/>
                  <a:gd name="connsiteX3" fmla="*/ 128588 w 1176476"/>
                  <a:gd name="connsiteY3" fmla="*/ 619606 h 619606"/>
                  <a:gd name="connsiteX4" fmla="*/ 0 w 1176476"/>
                  <a:gd name="connsiteY4" fmla="*/ 0 h 619606"/>
                  <a:gd name="connsiteX0" fmla="*/ 0 w 1214576"/>
                  <a:gd name="connsiteY0" fmla="*/ 0 h 619606"/>
                  <a:gd name="connsiteX1" fmla="*/ 1176476 w 1214576"/>
                  <a:gd name="connsiteY1" fmla="*/ 0 h 619606"/>
                  <a:gd name="connsiteX2" fmla="*/ 1214576 w 1214576"/>
                  <a:gd name="connsiteY2" fmla="*/ 614843 h 619606"/>
                  <a:gd name="connsiteX3" fmla="*/ 128588 w 1214576"/>
                  <a:gd name="connsiteY3" fmla="*/ 619606 h 619606"/>
                  <a:gd name="connsiteX4" fmla="*/ 0 w 1214576"/>
                  <a:gd name="connsiteY4" fmla="*/ 0 h 619606"/>
                  <a:gd name="connsiteX0" fmla="*/ 0 w 1214576"/>
                  <a:gd name="connsiteY0" fmla="*/ 0 h 660900"/>
                  <a:gd name="connsiteX1" fmla="*/ 1176476 w 1214576"/>
                  <a:gd name="connsiteY1" fmla="*/ 0 h 660900"/>
                  <a:gd name="connsiteX2" fmla="*/ 1214576 w 1214576"/>
                  <a:gd name="connsiteY2" fmla="*/ 614843 h 660900"/>
                  <a:gd name="connsiteX3" fmla="*/ 128588 w 1214576"/>
                  <a:gd name="connsiteY3" fmla="*/ 619606 h 660900"/>
                  <a:gd name="connsiteX4" fmla="*/ 0 w 1214576"/>
                  <a:gd name="connsiteY4" fmla="*/ 0 h 660900"/>
                  <a:gd name="connsiteX0" fmla="*/ 0 w 1214576"/>
                  <a:gd name="connsiteY0" fmla="*/ 0 h 635268"/>
                  <a:gd name="connsiteX1" fmla="*/ 1176476 w 1214576"/>
                  <a:gd name="connsiteY1" fmla="*/ 0 h 635268"/>
                  <a:gd name="connsiteX2" fmla="*/ 1214576 w 1214576"/>
                  <a:gd name="connsiteY2" fmla="*/ 614843 h 635268"/>
                  <a:gd name="connsiteX3" fmla="*/ 128588 w 1214576"/>
                  <a:gd name="connsiteY3" fmla="*/ 619606 h 635268"/>
                  <a:gd name="connsiteX4" fmla="*/ 0 w 1214576"/>
                  <a:gd name="connsiteY4" fmla="*/ 0 h 635268"/>
                  <a:gd name="connsiteX0" fmla="*/ 0 w 1214576"/>
                  <a:gd name="connsiteY0" fmla="*/ 0 h 640248"/>
                  <a:gd name="connsiteX1" fmla="*/ 1176476 w 1214576"/>
                  <a:gd name="connsiteY1" fmla="*/ 0 h 640248"/>
                  <a:gd name="connsiteX2" fmla="*/ 1214576 w 1214576"/>
                  <a:gd name="connsiteY2" fmla="*/ 614843 h 640248"/>
                  <a:gd name="connsiteX3" fmla="*/ 128588 w 1214576"/>
                  <a:gd name="connsiteY3" fmla="*/ 619606 h 640248"/>
                  <a:gd name="connsiteX4" fmla="*/ 0 w 1214576"/>
                  <a:gd name="connsiteY4" fmla="*/ 0 h 640248"/>
                  <a:gd name="connsiteX0" fmla="*/ 0 w 1214576"/>
                  <a:gd name="connsiteY0" fmla="*/ 0 h 673888"/>
                  <a:gd name="connsiteX1" fmla="*/ 1176476 w 1214576"/>
                  <a:gd name="connsiteY1" fmla="*/ 0 h 673888"/>
                  <a:gd name="connsiteX2" fmla="*/ 1214576 w 1214576"/>
                  <a:gd name="connsiteY2" fmla="*/ 614843 h 673888"/>
                  <a:gd name="connsiteX3" fmla="*/ 128588 w 1214576"/>
                  <a:gd name="connsiteY3" fmla="*/ 619606 h 673888"/>
                  <a:gd name="connsiteX4" fmla="*/ 0 w 1214576"/>
                  <a:gd name="connsiteY4" fmla="*/ 0 h 673888"/>
                  <a:gd name="connsiteX0" fmla="*/ 257037 w 1471613"/>
                  <a:gd name="connsiteY0" fmla="*/ 0 h 673888"/>
                  <a:gd name="connsiteX1" fmla="*/ 1433513 w 1471613"/>
                  <a:gd name="connsiteY1" fmla="*/ 0 h 673888"/>
                  <a:gd name="connsiteX2" fmla="*/ 1471613 w 1471613"/>
                  <a:gd name="connsiteY2" fmla="*/ 614843 h 673888"/>
                  <a:gd name="connsiteX3" fmla="*/ 385625 w 1471613"/>
                  <a:gd name="connsiteY3" fmla="*/ 619606 h 673888"/>
                  <a:gd name="connsiteX4" fmla="*/ 0 w 1471613"/>
                  <a:gd name="connsiteY4" fmla="*/ 252412 h 673888"/>
                  <a:gd name="connsiteX5" fmla="*/ 257037 w 1471613"/>
                  <a:gd name="connsiteY5" fmla="*/ 0 h 673888"/>
                  <a:gd name="connsiteX0" fmla="*/ 347805 w 1562381"/>
                  <a:gd name="connsiteY0" fmla="*/ 0 h 673888"/>
                  <a:gd name="connsiteX1" fmla="*/ 1524281 w 1562381"/>
                  <a:gd name="connsiteY1" fmla="*/ 0 h 673888"/>
                  <a:gd name="connsiteX2" fmla="*/ 1562381 w 1562381"/>
                  <a:gd name="connsiteY2" fmla="*/ 614843 h 673888"/>
                  <a:gd name="connsiteX3" fmla="*/ 476393 w 1562381"/>
                  <a:gd name="connsiteY3" fmla="*/ 619606 h 673888"/>
                  <a:gd name="connsiteX4" fmla="*/ 90768 w 1562381"/>
                  <a:gd name="connsiteY4" fmla="*/ 252412 h 673888"/>
                  <a:gd name="connsiteX5" fmla="*/ 9807 w 1562381"/>
                  <a:gd name="connsiteY5" fmla="*/ 76199 h 673888"/>
                  <a:gd name="connsiteX6" fmla="*/ 347805 w 1562381"/>
                  <a:gd name="connsiteY6" fmla="*/ 0 h 673888"/>
                  <a:gd name="connsiteX0" fmla="*/ 181118 w 1562381"/>
                  <a:gd name="connsiteY0" fmla="*/ 0 h 726276"/>
                  <a:gd name="connsiteX1" fmla="*/ 1524281 w 1562381"/>
                  <a:gd name="connsiteY1" fmla="*/ 52388 h 726276"/>
                  <a:gd name="connsiteX2" fmla="*/ 1562381 w 1562381"/>
                  <a:gd name="connsiteY2" fmla="*/ 667231 h 726276"/>
                  <a:gd name="connsiteX3" fmla="*/ 476393 w 1562381"/>
                  <a:gd name="connsiteY3" fmla="*/ 671994 h 726276"/>
                  <a:gd name="connsiteX4" fmla="*/ 90768 w 1562381"/>
                  <a:gd name="connsiteY4" fmla="*/ 304800 h 726276"/>
                  <a:gd name="connsiteX5" fmla="*/ 9807 w 1562381"/>
                  <a:gd name="connsiteY5" fmla="*/ 128587 h 726276"/>
                  <a:gd name="connsiteX6" fmla="*/ 181118 w 1562381"/>
                  <a:gd name="connsiteY6" fmla="*/ 0 h 726276"/>
                  <a:gd name="connsiteX0" fmla="*/ 309398 w 1690661"/>
                  <a:gd name="connsiteY0" fmla="*/ 58286 h 784562"/>
                  <a:gd name="connsiteX1" fmla="*/ 1652561 w 1690661"/>
                  <a:gd name="connsiteY1" fmla="*/ 110674 h 784562"/>
                  <a:gd name="connsiteX2" fmla="*/ 1690661 w 1690661"/>
                  <a:gd name="connsiteY2" fmla="*/ 725517 h 784562"/>
                  <a:gd name="connsiteX3" fmla="*/ 604673 w 1690661"/>
                  <a:gd name="connsiteY3" fmla="*/ 730280 h 784562"/>
                  <a:gd name="connsiteX4" fmla="*/ 219048 w 1690661"/>
                  <a:gd name="connsiteY4" fmla="*/ 363086 h 784562"/>
                  <a:gd name="connsiteX5" fmla="*/ 138087 w 1690661"/>
                  <a:gd name="connsiteY5" fmla="*/ 186873 h 784562"/>
                  <a:gd name="connsiteX6" fmla="*/ 309398 w 1690661"/>
                  <a:gd name="connsiteY6" fmla="*/ 58286 h 784562"/>
                  <a:gd name="connsiteX0" fmla="*/ 313339 w 1694602"/>
                  <a:gd name="connsiteY0" fmla="*/ 58286 h 784562"/>
                  <a:gd name="connsiteX1" fmla="*/ 1656502 w 1694602"/>
                  <a:gd name="connsiteY1" fmla="*/ 110674 h 784562"/>
                  <a:gd name="connsiteX2" fmla="*/ 1694602 w 1694602"/>
                  <a:gd name="connsiteY2" fmla="*/ 725517 h 784562"/>
                  <a:gd name="connsiteX3" fmla="*/ 608614 w 1694602"/>
                  <a:gd name="connsiteY3" fmla="*/ 730280 h 784562"/>
                  <a:gd name="connsiteX4" fmla="*/ 222989 w 1694602"/>
                  <a:gd name="connsiteY4" fmla="*/ 363086 h 784562"/>
                  <a:gd name="connsiteX5" fmla="*/ 142028 w 1694602"/>
                  <a:gd name="connsiteY5" fmla="*/ 186873 h 784562"/>
                  <a:gd name="connsiteX6" fmla="*/ 313339 w 1694602"/>
                  <a:gd name="connsiteY6" fmla="*/ 58286 h 784562"/>
                  <a:gd name="connsiteX0" fmla="*/ 321486 w 1702749"/>
                  <a:gd name="connsiteY0" fmla="*/ 58286 h 784562"/>
                  <a:gd name="connsiteX1" fmla="*/ 1664649 w 1702749"/>
                  <a:gd name="connsiteY1" fmla="*/ 110674 h 784562"/>
                  <a:gd name="connsiteX2" fmla="*/ 1702749 w 1702749"/>
                  <a:gd name="connsiteY2" fmla="*/ 725517 h 784562"/>
                  <a:gd name="connsiteX3" fmla="*/ 616761 w 1702749"/>
                  <a:gd name="connsiteY3" fmla="*/ 730280 h 784562"/>
                  <a:gd name="connsiteX4" fmla="*/ 231136 w 1702749"/>
                  <a:gd name="connsiteY4" fmla="*/ 363086 h 784562"/>
                  <a:gd name="connsiteX5" fmla="*/ 150175 w 1702749"/>
                  <a:gd name="connsiteY5" fmla="*/ 186873 h 784562"/>
                  <a:gd name="connsiteX6" fmla="*/ 321486 w 1702749"/>
                  <a:gd name="connsiteY6" fmla="*/ 58286 h 784562"/>
                  <a:gd name="connsiteX0" fmla="*/ 321486 w 1702749"/>
                  <a:gd name="connsiteY0" fmla="*/ 58286 h 784562"/>
                  <a:gd name="connsiteX1" fmla="*/ 640713 w 1702749"/>
                  <a:gd name="connsiteY1" fmla="*/ 86861 h 784562"/>
                  <a:gd name="connsiteX2" fmla="*/ 1664649 w 1702749"/>
                  <a:gd name="connsiteY2" fmla="*/ 110674 h 784562"/>
                  <a:gd name="connsiteX3" fmla="*/ 1702749 w 1702749"/>
                  <a:gd name="connsiteY3" fmla="*/ 725517 h 784562"/>
                  <a:gd name="connsiteX4" fmla="*/ 616761 w 1702749"/>
                  <a:gd name="connsiteY4" fmla="*/ 730280 h 784562"/>
                  <a:gd name="connsiteX5" fmla="*/ 231136 w 1702749"/>
                  <a:gd name="connsiteY5" fmla="*/ 363086 h 784562"/>
                  <a:gd name="connsiteX6" fmla="*/ 150175 w 1702749"/>
                  <a:gd name="connsiteY6" fmla="*/ 186873 h 784562"/>
                  <a:gd name="connsiteX7" fmla="*/ 321486 w 1702749"/>
                  <a:gd name="connsiteY7" fmla="*/ 58286 h 784562"/>
                  <a:gd name="connsiteX0" fmla="*/ 321486 w 1702749"/>
                  <a:gd name="connsiteY0" fmla="*/ 328633 h 1054909"/>
                  <a:gd name="connsiteX1" fmla="*/ 640713 w 1702749"/>
                  <a:gd name="connsiteY1" fmla="*/ 357208 h 1054909"/>
                  <a:gd name="connsiteX2" fmla="*/ 845501 w 1702749"/>
                  <a:gd name="connsiteY2" fmla="*/ 20 h 1054909"/>
                  <a:gd name="connsiteX3" fmla="*/ 1664649 w 1702749"/>
                  <a:gd name="connsiteY3" fmla="*/ 381021 h 1054909"/>
                  <a:gd name="connsiteX4" fmla="*/ 1702749 w 1702749"/>
                  <a:gd name="connsiteY4" fmla="*/ 995864 h 1054909"/>
                  <a:gd name="connsiteX5" fmla="*/ 616761 w 1702749"/>
                  <a:gd name="connsiteY5" fmla="*/ 1000627 h 1054909"/>
                  <a:gd name="connsiteX6" fmla="*/ 231136 w 1702749"/>
                  <a:gd name="connsiteY6" fmla="*/ 633433 h 1054909"/>
                  <a:gd name="connsiteX7" fmla="*/ 150175 w 1702749"/>
                  <a:gd name="connsiteY7" fmla="*/ 457220 h 1054909"/>
                  <a:gd name="connsiteX8" fmla="*/ 321486 w 1702749"/>
                  <a:gd name="connsiteY8" fmla="*/ 328633 h 105490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664649 w 1702749"/>
                  <a:gd name="connsiteY4" fmla="*/ 427301 h 1101189"/>
                  <a:gd name="connsiteX5" fmla="*/ 1702749 w 1702749"/>
                  <a:gd name="connsiteY5" fmla="*/ 1042144 h 1101189"/>
                  <a:gd name="connsiteX6" fmla="*/ 616761 w 1702749"/>
                  <a:gd name="connsiteY6" fmla="*/ 1046907 h 1101189"/>
                  <a:gd name="connsiteX7" fmla="*/ 231136 w 1702749"/>
                  <a:gd name="connsiteY7" fmla="*/ 679713 h 1101189"/>
                  <a:gd name="connsiteX8" fmla="*/ 150175 w 1702749"/>
                  <a:gd name="connsiteY8" fmla="*/ 503500 h 1101189"/>
                  <a:gd name="connsiteX9" fmla="*/ 321486 w 1702749"/>
                  <a:gd name="connsiteY9" fmla="*/ 374913 h 110118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316988 w 1702749"/>
                  <a:gd name="connsiteY4" fmla="*/ 208226 h 1101189"/>
                  <a:gd name="connsiteX5" fmla="*/ 1664649 w 1702749"/>
                  <a:gd name="connsiteY5" fmla="*/ 427301 h 1101189"/>
                  <a:gd name="connsiteX6" fmla="*/ 1702749 w 1702749"/>
                  <a:gd name="connsiteY6" fmla="*/ 1042144 h 1101189"/>
                  <a:gd name="connsiteX7" fmla="*/ 616761 w 1702749"/>
                  <a:gd name="connsiteY7" fmla="*/ 1046907 h 1101189"/>
                  <a:gd name="connsiteX8" fmla="*/ 231136 w 1702749"/>
                  <a:gd name="connsiteY8" fmla="*/ 679713 h 1101189"/>
                  <a:gd name="connsiteX9" fmla="*/ 150175 w 1702749"/>
                  <a:gd name="connsiteY9" fmla="*/ 503500 h 1101189"/>
                  <a:gd name="connsiteX10" fmla="*/ 321486 w 1702749"/>
                  <a:gd name="connsiteY10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21687 w 2036126"/>
                  <a:gd name="connsiteY2" fmla="*/ 308239 h 1101189"/>
                  <a:gd name="connsiteX3" fmla="*/ 845501 w 2036126"/>
                  <a:gd name="connsiteY3" fmla="*/ 46300 h 1101189"/>
                  <a:gd name="connsiteX4" fmla="*/ 1255076 w 2036126"/>
                  <a:gd name="connsiteY4" fmla="*/ 12964 h 1101189"/>
                  <a:gd name="connsiteX5" fmla="*/ 1316988 w 2036126"/>
                  <a:gd name="connsiteY5" fmla="*/ 208226 h 1101189"/>
                  <a:gd name="connsiteX6" fmla="*/ 2036126 w 2036126"/>
                  <a:gd name="connsiteY6" fmla="*/ 313001 h 1101189"/>
                  <a:gd name="connsiteX7" fmla="*/ 1664649 w 2036126"/>
                  <a:gd name="connsiteY7" fmla="*/ 341576 h 1101189"/>
                  <a:gd name="connsiteX8" fmla="*/ 1807525 w 2036126"/>
                  <a:gd name="connsiteY8" fmla="*/ 432064 h 1101189"/>
                  <a:gd name="connsiteX9" fmla="*/ 1950400 w 2036126"/>
                  <a:gd name="connsiteY9" fmla="*/ 789251 h 1101189"/>
                  <a:gd name="connsiteX10" fmla="*/ 1702749 w 2036126"/>
                  <a:gd name="connsiteY10" fmla="*/ 1042144 h 1101189"/>
                  <a:gd name="connsiteX11" fmla="*/ 616761 w 2036126"/>
                  <a:gd name="connsiteY11" fmla="*/ 1046907 h 1101189"/>
                  <a:gd name="connsiteX12" fmla="*/ 231136 w 2036126"/>
                  <a:gd name="connsiteY12" fmla="*/ 679713 h 1101189"/>
                  <a:gd name="connsiteX13" fmla="*/ 150175 w 2036126"/>
                  <a:gd name="connsiteY13" fmla="*/ 503500 h 1101189"/>
                  <a:gd name="connsiteX14" fmla="*/ 321486 w 2036126"/>
                  <a:gd name="connsiteY14" fmla="*/ 374913 h 1101189"/>
                  <a:gd name="connsiteX0" fmla="*/ 321486 w 2036126"/>
                  <a:gd name="connsiteY0" fmla="*/ 374913 h 1448518"/>
                  <a:gd name="connsiteX1" fmla="*/ 640713 w 2036126"/>
                  <a:gd name="connsiteY1" fmla="*/ 403488 h 1448518"/>
                  <a:gd name="connsiteX2" fmla="*/ 821687 w 2036126"/>
                  <a:gd name="connsiteY2" fmla="*/ 308239 h 1448518"/>
                  <a:gd name="connsiteX3" fmla="*/ 845501 w 2036126"/>
                  <a:gd name="connsiteY3" fmla="*/ 46300 h 1448518"/>
                  <a:gd name="connsiteX4" fmla="*/ 1255076 w 2036126"/>
                  <a:gd name="connsiteY4" fmla="*/ 12964 h 1448518"/>
                  <a:gd name="connsiteX5" fmla="*/ 1316988 w 2036126"/>
                  <a:gd name="connsiteY5" fmla="*/ 208226 h 1448518"/>
                  <a:gd name="connsiteX6" fmla="*/ 2036126 w 2036126"/>
                  <a:gd name="connsiteY6" fmla="*/ 313001 h 1448518"/>
                  <a:gd name="connsiteX7" fmla="*/ 1664649 w 2036126"/>
                  <a:gd name="connsiteY7" fmla="*/ 341576 h 1448518"/>
                  <a:gd name="connsiteX8" fmla="*/ 1807525 w 2036126"/>
                  <a:gd name="connsiteY8" fmla="*/ 432064 h 1448518"/>
                  <a:gd name="connsiteX9" fmla="*/ 1950400 w 2036126"/>
                  <a:gd name="connsiteY9" fmla="*/ 789251 h 1448518"/>
                  <a:gd name="connsiteX10" fmla="*/ 1702749 w 2036126"/>
                  <a:gd name="connsiteY10" fmla="*/ 1042144 h 1448518"/>
                  <a:gd name="connsiteX11" fmla="*/ 415956 w 2036126"/>
                  <a:gd name="connsiteY11" fmla="*/ 1448518 h 1448518"/>
                  <a:gd name="connsiteX12" fmla="*/ 231136 w 2036126"/>
                  <a:gd name="connsiteY12" fmla="*/ 679713 h 1448518"/>
                  <a:gd name="connsiteX13" fmla="*/ 150175 w 2036126"/>
                  <a:gd name="connsiteY13" fmla="*/ 503500 h 1448518"/>
                  <a:gd name="connsiteX14" fmla="*/ 321486 w 2036126"/>
                  <a:gd name="connsiteY14" fmla="*/ 374913 h 1448518"/>
                  <a:gd name="connsiteX0" fmla="*/ 321486 w 2036126"/>
                  <a:gd name="connsiteY0" fmla="*/ 374913 h 1448518"/>
                  <a:gd name="connsiteX1" fmla="*/ 640713 w 2036126"/>
                  <a:gd name="connsiteY1" fmla="*/ 403488 h 1448518"/>
                  <a:gd name="connsiteX2" fmla="*/ 821687 w 2036126"/>
                  <a:gd name="connsiteY2" fmla="*/ 308239 h 1448518"/>
                  <a:gd name="connsiteX3" fmla="*/ 845501 w 2036126"/>
                  <a:gd name="connsiteY3" fmla="*/ 46300 h 1448518"/>
                  <a:gd name="connsiteX4" fmla="*/ 1255076 w 2036126"/>
                  <a:gd name="connsiteY4" fmla="*/ 12964 h 1448518"/>
                  <a:gd name="connsiteX5" fmla="*/ 1316988 w 2036126"/>
                  <a:gd name="connsiteY5" fmla="*/ 208226 h 1448518"/>
                  <a:gd name="connsiteX6" fmla="*/ 2036126 w 2036126"/>
                  <a:gd name="connsiteY6" fmla="*/ 313001 h 1448518"/>
                  <a:gd name="connsiteX7" fmla="*/ 1664649 w 2036126"/>
                  <a:gd name="connsiteY7" fmla="*/ 341576 h 1448518"/>
                  <a:gd name="connsiteX8" fmla="*/ 1807525 w 2036126"/>
                  <a:gd name="connsiteY8" fmla="*/ 432064 h 1448518"/>
                  <a:gd name="connsiteX9" fmla="*/ 1950400 w 2036126"/>
                  <a:gd name="connsiteY9" fmla="*/ 789251 h 1448518"/>
                  <a:gd name="connsiteX10" fmla="*/ 1702749 w 2036126"/>
                  <a:gd name="connsiteY10" fmla="*/ 1042144 h 1448518"/>
                  <a:gd name="connsiteX11" fmla="*/ 415956 w 2036126"/>
                  <a:gd name="connsiteY11" fmla="*/ 1448518 h 1448518"/>
                  <a:gd name="connsiteX12" fmla="*/ 231136 w 2036126"/>
                  <a:gd name="connsiteY12" fmla="*/ 679713 h 1448518"/>
                  <a:gd name="connsiteX13" fmla="*/ 150175 w 2036126"/>
                  <a:gd name="connsiteY13" fmla="*/ 503500 h 1448518"/>
                  <a:gd name="connsiteX14" fmla="*/ 321486 w 2036126"/>
                  <a:gd name="connsiteY14" fmla="*/ 374913 h 1448518"/>
                  <a:gd name="connsiteX0" fmla="*/ 321486 w 2036126"/>
                  <a:gd name="connsiteY0" fmla="*/ 374913 h 1448518"/>
                  <a:gd name="connsiteX1" fmla="*/ 640713 w 2036126"/>
                  <a:gd name="connsiteY1" fmla="*/ 403488 h 1448518"/>
                  <a:gd name="connsiteX2" fmla="*/ 821687 w 2036126"/>
                  <a:gd name="connsiteY2" fmla="*/ 308239 h 1448518"/>
                  <a:gd name="connsiteX3" fmla="*/ 845501 w 2036126"/>
                  <a:gd name="connsiteY3" fmla="*/ 46300 h 1448518"/>
                  <a:gd name="connsiteX4" fmla="*/ 1255076 w 2036126"/>
                  <a:gd name="connsiteY4" fmla="*/ 12964 h 1448518"/>
                  <a:gd name="connsiteX5" fmla="*/ 1316988 w 2036126"/>
                  <a:gd name="connsiteY5" fmla="*/ 208226 h 1448518"/>
                  <a:gd name="connsiteX6" fmla="*/ 2036126 w 2036126"/>
                  <a:gd name="connsiteY6" fmla="*/ 313001 h 1448518"/>
                  <a:gd name="connsiteX7" fmla="*/ 1664649 w 2036126"/>
                  <a:gd name="connsiteY7" fmla="*/ 341576 h 1448518"/>
                  <a:gd name="connsiteX8" fmla="*/ 1807525 w 2036126"/>
                  <a:gd name="connsiteY8" fmla="*/ 432064 h 1448518"/>
                  <a:gd name="connsiteX9" fmla="*/ 1950400 w 2036126"/>
                  <a:gd name="connsiteY9" fmla="*/ 789251 h 1448518"/>
                  <a:gd name="connsiteX10" fmla="*/ 1702749 w 2036126"/>
                  <a:gd name="connsiteY10" fmla="*/ 1042144 h 1448518"/>
                  <a:gd name="connsiteX11" fmla="*/ 415956 w 2036126"/>
                  <a:gd name="connsiteY11" fmla="*/ 1448518 h 1448518"/>
                  <a:gd name="connsiteX12" fmla="*/ 231136 w 2036126"/>
                  <a:gd name="connsiteY12" fmla="*/ 679713 h 1448518"/>
                  <a:gd name="connsiteX13" fmla="*/ 150175 w 2036126"/>
                  <a:gd name="connsiteY13" fmla="*/ 503500 h 1448518"/>
                  <a:gd name="connsiteX14" fmla="*/ 321486 w 2036126"/>
                  <a:gd name="connsiteY14" fmla="*/ 374913 h 1448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36126" h="1448518">
                    <a:moveTo>
                      <a:pt x="321486" y="374913"/>
                    </a:moveTo>
                    <a:cubicBezTo>
                      <a:pt x="429483" y="381263"/>
                      <a:pt x="532716" y="397138"/>
                      <a:pt x="640713" y="403488"/>
                    </a:cubicBezTo>
                    <a:cubicBezTo>
                      <a:pt x="708205" y="386819"/>
                      <a:pt x="787556" y="367770"/>
                      <a:pt x="821687" y="308239"/>
                    </a:cubicBezTo>
                    <a:cubicBezTo>
                      <a:pt x="855818" y="248708"/>
                      <a:pt x="757395" y="89956"/>
                      <a:pt x="845501" y="46300"/>
                    </a:cubicBezTo>
                    <a:cubicBezTo>
                      <a:pt x="967738" y="101863"/>
                      <a:pt x="1132839" y="-42599"/>
                      <a:pt x="1255076" y="12964"/>
                    </a:cubicBezTo>
                    <a:cubicBezTo>
                      <a:pt x="1310638" y="70114"/>
                      <a:pt x="1261426" y="151076"/>
                      <a:pt x="1316988" y="208226"/>
                    </a:cubicBezTo>
                    <a:cubicBezTo>
                      <a:pt x="1367788" y="241564"/>
                      <a:pt x="1694813" y="-10849"/>
                      <a:pt x="2036126" y="313001"/>
                    </a:cubicBezTo>
                    <a:lnTo>
                      <a:pt x="1664649" y="341576"/>
                    </a:lnTo>
                    <a:cubicBezTo>
                      <a:pt x="1667824" y="376501"/>
                      <a:pt x="1804350" y="397139"/>
                      <a:pt x="1807525" y="432064"/>
                    </a:cubicBezTo>
                    <a:cubicBezTo>
                      <a:pt x="1731325" y="589226"/>
                      <a:pt x="1964688" y="689239"/>
                      <a:pt x="1950400" y="789251"/>
                    </a:cubicBezTo>
                    <a:cubicBezTo>
                      <a:pt x="1867850" y="873549"/>
                      <a:pt x="1737674" y="914983"/>
                      <a:pt x="1702749" y="1042144"/>
                    </a:cubicBezTo>
                    <a:cubicBezTo>
                      <a:pt x="1315528" y="1399382"/>
                      <a:pt x="573164" y="1299292"/>
                      <a:pt x="415956" y="1448518"/>
                    </a:cubicBezTo>
                    <a:cubicBezTo>
                      <a:pt x="387427" y="1307070"/>
                      <a:pt x="105200" y="821161"/>
                      <a:pt x="231136" y="679713"/>
                    </a:cubicBezTo>
                    <a:cubicBezTo>
                      <a:pt x="237486" y="770200"/>
                      <a:pt x="-232412" y="727338"/>
                      <a:pt x="150175" y="503500"/>
                    </a:cubicBezTo>
                    <a:cubicBezTo>
                      <a:pt x="207279" y="460638"/>
                      <a:pt x="-292831" y="203463"/>
                      <a:pt x="321486" y="374913"/>
                    </a:cubicBezTo>
                    <a:close/>
                  </a:path>
                </a:pathLst>
              </a:cu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2">
                <a:extLst>
                  <a:ext uri="{FF2B5EF4-FFF2-40B4-BE49-F238E27FC236}">
                    <a16:creationId xmlns:a16="http://schemas.microsoft.com/office/drawing/2014/main" id="{7E031CF6-E7B1-4453-B28B-D454F6170F55}"/>
                  </a:ext>
                </a:extLst>
              </p:cNvPr>
              <p:cNvSpPr/>
              <p:nvPr/>
            </p:nvSpPr>
            <p:spPr>
              <a:xfrm>
                <a:off x="6165828" y="3785436"/>
                <a:ext cx="822502" cy="268569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1B4973CA-681A-4079-B8C0-30FD15BE0E90}"/>
                  </a:ext>
                </a:extLst>
              </p:cNvPr>
              <p:cNvSpPr/>
              <p:nvPr/>
            </p:nvSpPr>
            <p:spPr>
              <a:xfrm>
                <a:off x="5911935" y="4371358"/>
                <a:ext cx="1461946" cy="788598"/>
              </a:xfrm>
              <a:prstGeom prst="ellipse">
                <a:avLst/>
              </a:prstGeom>
              <a:solidFill>
                <a:srgbClr val="BE4B4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6879F2B0-757B-429A-8A10-C64542667BEC}"/>
                  </a:ext>
                </a:extLst>
              </p:cNvPr>
              <p:cNvSpPr/>
              <p:nvPr/>
            </p:nvSpPr>
            <p:spPr>
              <a:xfrm rot="10159132">
                <a:off x="5722813" y="4032941"/>
                <a:ext cx="513089" cy="262337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9">
                <a:extLst>
                  <a:ext uri="{FF2B5EF4-FFF2-40B4-BE49-F238E27FC236}">
                    <a16:creationId xmlns:a16="http://schemas.microsoft.com/office/drawing/2014/main" id="{643B4706-DFA3-434E-B74D-88EFC212DC87}"/>
                  </a:ext>
                </a:extLst>
              </p:cNvPr>
              <p:cNvSpPr/>
              <p:nvPr/>
            </p:nvSpPr>
            <p:spPr>
              <a:xfrm rot="10159132">
                <a:off x="5778989" y="5220136"/>
                <a:ext cx="631508" cy="262337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B14B648D-95C7-4A79-986E-4932AAB6ABD7}"/>
                  </a:ext>
                </a:extLst>
              </p:cNvPr>
              <p:cNvGrpSpPr/>
              <p:nvPr/>
            </p:nvGrpSpPr>
            <p:grpSpPr>
              <a:xfrm flipH="1">
                <a:off x="7857647" y="2484860"/>
                <a:ext cx="595689" cy="435337"/>
                <a:chOff x="4376550" y="1768356"/>
                <a:chExt cx="830685" cy="607075"/>
              </a:xfrm>
            </p:grpSpPr>
            <p:sp>
              <p:nvSpPr>
                <p:cNvPr id="168" name="Rectangle 5">
                  <a:extLst>
                    <a:ext uri="{FF2B5EF4-FFF2-40B4-BE49-F238E27FC236}">
                      <a16:creationId xmlns:a16="http://schemas.microsoft.com/office/drawing/2014/main" id="{A35FE38A-C2D4-4EAC-B9F3-A8FDDD124996}"/>
                    </a:ext>
                  </a:extLst>
                </p:cNvPr>
                <p:cNvSpPr/>
                <p:nvPr/>
              </p:nvSpPr>
              <p:spPr>
                <a:xfrm rot="339536">
                  <a:off x="4376550" y="1768356"/>
                  <a:ext cx="830685" cy="496734"/>
                </a:xfrm>
                <a:custGeom>
                  <a:avLst/>
                  <a:gdLst>
                    <a:gd name="connsiteX0" fmla="*/ 0 w 249685"/>
                    <a:gd name="connsiteY0" fmla="*/ 0 h 45719"/>
                    <a:gd name="connsiteX1" fmla="*/ 249685 w 249685"/>
                    <a:gd name="connsiteY1" fmla="*/ 0 h 45719"/>
                    <a:gd name="connsiteX2" fmla="*/ 249685 w 249685"/>
                    <a:gd name="connsiteY2" fmla="*/ 45719 h 45719"/>
                    <a:gd name="connsiteX3" fmla="*/ 0 w 249685"/>
                    <a:gd name="connsiteY3" fmla="*/ 45719 h 45719"/>
                    <a:gd name="connsiteX4" fmla="*/ 0 w 249685"/>
                    <a:gd name="connsiteY4" fmla="*/ 0 h 45719"/>
                    <a:gd name="connsiteX0" fmla="*/ 18133 w 267818"/>
                    <a:gd name="connsiteY0" fmla="*/ 0 h 184709"/>
                    <a:gd name="connsiteX1" fmla="*/ 267818 w 267818"/>
                    <a:gd name="connsiteY1" fmla="*/ 0 h 184709"/>
                    <a:gd name="connsiteX2" fmla="*/ 267818 w 267818"/>
                    <a:gd name="connsiteY2" fmla="*/ 45719 h 184709"/>
                    <a:gd name="connsiteX3" fmla="*/ 0 w 267818"/>
                    <a:gd name="connsiteY3" fmla="*/ 184709 h 184709"/>
                    <a:gd name="connsiteX4" fmla="*/ 18133 w 267818"/>
                    <a:gd name="connsiteY4" fmla="*/ 0 h 184709"/>
                    <a:gd name="connsiteX0" fmla="*/ 18133 w 277779"/>
                    <a:gd name="connsiteY0" fmla="*/ 0 h 210641"/>
                    <a:gd name="connsiteX1" fmla="*/ 267818 w 277779"/>
                    <a:gd name="connsiteY1" fmla="*/ 0 h 210641"/>
                    <a:gd name="connsiteX2" fmla="*/ 277779 w 277779"/>
                    <a:gd name="connsiteY2" fmla="*/ 210641 h 210641"/>
                    <a:gd name="connsiteX3" fmla="*/ 0 w 277779"/>
                    <a:gd name="connsiteY3" fmla="*/ 184709 h 210641"/>
                    <a:gd name="connsiteX4" fmla="*/ 18133 w 277779"/>
                    <a:gd name="connsiteY4" fmla="*/ 0 h 210641"/>
                    <a:gd name="connsiteX0" fmla="*/ 18133 w 485464"/>
                    <a:gd name="connsiteY0" fmla="*/ 0 h 219400"/>
                    <a:gd name="connsiteX1" fmla="*/ 267818 w 485464"/>
                    <a:gd name="connsiteY1" fmla="*/ 0 h 219400"/>
                    <a:gd name="connsiteX2" fmla="*/ 277779 w 485464"/>
                    <a:gd name="connsiteY2" fmla="*/ 210641 h 219400"/>
                    <a:gd name="connsiteX3" fmla="*/ 0 w 485464"/>
                    <a:gd name="connsiteY3" fmla="*/ 184709 h 219400"/>
                    <a:gd name="connsiteX4" fmla="*/ 18133 w 485464"/>
                    <a:gd name="connsiteY4" fmla="*/ 0 h 219400"/>
                    <a:gd name="connsiteX0" fmla="*/ 18133 w 480765"/>
                    <a:gd name="connsiteY0" fmla="*/ 93847 h 310729"/>
                    <a:gd name="connsiteX1" fmla="*/ 248947 w 480765"/>
                    <a:gd name="connsiteY1" fmla="*/ 0 h 310729"/>
                    <a:gd name="connsiteX2" fmla="*/ 277779 w 480765"/>
                    <a:gd name="connsiteY2" fmla="*/ 304488 h 310729"/>
                    <a:gd name="connsiteX3" fmla="*/ 0 w 480765"/>
                    <a:gd name="connsiteY3" fmla="*/ 278556 h 310729"/>
                    <a:gd name="connsiteX4" fmla="*/ 18133 w 480765"/>
                    <a:gd name="connsiteY4" fmla="*/ 93847 h 310729"/>
                    <a:gd name="connsiteX0" fmla="*/ 18133 w 617529"/>
                    <a:gd name="connsiteY0" fmla="*/ 93847 h 310157"/>
                    <a:gd name="connsiteX1" fmla="*/ 248947 w 617529"/>
                    <a:gd name="connsiteY1" fmla="*/ 0 h 310157"/>
                    <a:gd name="connsiteX2" fmla="*/ 277779 w 617529"/>
                    <a:gd name="connsiteY2" fmla="*/ 304488 h 310157"/>
                    <a:gd name="connsiteX3" fmla="*/ 0 w 617529"/>
                    <a:gd name="connsiteY3" fmla="*/ 278556 h 310157"/>
                    <a:gd name="connsiteX4" fmla="*/ 18133 w 617529"/>
                    <a:gd name="connsiteY4" fmla="*/ 93847 h 310157"/>
                    <a:gd name="connsiteX0" fmla="*/ 18133 w 506189"/>
                    <a:gd name="connsiteY0" fmla="*/ 93847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4" fmla="*/ 18133 w 506189"/>
                    <a:gd name="connsiteY4" fmla="*/ 93847 h 409581"/>
                    <a:gd name="connsiteX0" fmla="*/ 0 w 506189"/>
                    <a:gd name="connsiteY0" fmla="*/ 278556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0" fmla="*/ 62221 w 568410"/>
                    <a:gd name="connsiteY0" fmla="*/ 295940 h 426965"/>
                    <a:gd name="connsiteX1" fmla="*/ 311168 w 568410"/>
                    <a:gd name="connsiteY1" fmla="*/ 17384 h 426965"/>
                    <a:gd name="connsiteX2" fmla="*/ 340000 w 568410"/>
                    <a:gd name="connsiteY2" fmla="*/ 321872 h 426965"/>
                    <a:gd name="connsiteX3" fmla="*/ 62221 w 568410"/>
                    <a:gd name="connsiteY3" fmla="*/ 295940 h 426965"/>
                    <a:gd name="connsiteX0" fmla="*/ 224298 w 730487"/>
                    <a:gd name="connsiteY0" fmla="*/ 291873 h 422898"/>
                    <a:gd name="connsiteX1" fmla="*/ 473245 w 730487"/>
                    <a:gd name="connsiteY1" fmla="*/ 13317 h 422898"/>
                    <a:gd name="connsiteX2" fmla="*/ 502077 w 730487"/>
                    <a:gd name="connsiteY2" fmla="*/ 317805 h 422898"/>
                    <a:gd name="connsiteX3" fmla="*/ 224298 w 730487"/>
                    <a:gd name="connsiteY3" fmla="*/ 291873 h 422898"/>
                    <a:gd name="connsiteX0" fmla="*/ 215716 w 721905"/>
                    <a:gd name="connsiteY0" fmla="*/ 288712 h 419737"/>
                    <a:gd name="connsiteX1" fmla="*/ 464663 w 721905"/>
                    <a:gd name="connsiteY1" fmla="*/ 10156 h 419737"/>
                    <a:gd name="connsiteX2" fmla="*/ 493495 w 721905"/>
                    <a:gd name="connsiteY2" fmla="*/ 314644 h 419737"/>
                    <a:gd name="connsiteX3" fmla="*/ 215716 w 721905"/>
                    <a:gd name="connsiteY3" fmla="*/ 288712 h 419737"/>
                    <a:gd name="connsiteX0" fmla="*/ 212948 w 719137"/>
                    <a:gd name="connsiteY0" fmla="*/ 288153 h 419178"/>
                    <a:gd name="connsiteX1" fmla="*/ 461895 w 719137"/>
                    <a:gd name="connsiteY1" fmla="*/ 9597 h 419178"/>
                    <a:gd name="connsiteX2" fmla="*/ 490727 w 719137"/>
                    <a:gd name="connsiteY2" fmla="*/ 314085 h 419178"/>
                    <a:gd name="connsiteX3" fmla="*/ 212948 w 719137"/>
                    <a:gd name="connsiteY3" fmla="*/ 288153 h 419178"/>
                    <a:gd name="connsiteX0" fmla="*/ 212948 w 820321"/>
                    <a:gd name="connsiteY0" fmla="*/ 288153 h 422764"/>
                    <a:gd name="connsiteX1" fmla="*/ 461895 w 820321"/>
                    <a:gd name="connsiteY1" fmla="*/ 9597 h 422764"/>
                    <a:gd name="connsiteX2" fmla="*/ 490727 w 820321"/>
                    <a:gd name="connsiteY2" fmla="*/ 314085 h 422764"/>
                    <a:gd name="connsiteX3" fmla="*/ 212948 w 820321"/>
                    <a:gd name="connsiteY3" fmla="*/ 288153 h 422764"/>
                    <a:gd name="connsiteX0" fmla="*/ 234401 w 841774"/>
                    <a:gd name="connsiteY0" fmla="*/ 299510 h 434121"/>
                    <a:gd name="connsiteX1" fmla="*/ 483348 w 841774"/>
                    <a:gd name="connsiteY1" fmla="*/ 20954 h 434121"/>
                    <a:gd name="connsiteX2" fmla="*/ 512180 w 841774"/>
                    <a:gd name="connsiteY2" fmla="*/ 325442 h 434121"/>
                    <a:gd name="connsiteX3" fmla="*/ 234401 w 841774"/>
                    <a:gd name="connsiteY3" fmla="*/ 299510 h 434121"/>
                    <a:gd name="connsiteX0" fmla="*/ 241713 w 832320"/>
                    <a:gd name="connsiteY0" fmla="*/ 276270 h 434877"/>
                    <a:gd name="connsiteX1" fmla="*/ 473894 w 832320"/>
                    <a:gd name="connsiteY1" fmla="*/ 21710 h 434877"/>
                    <a:gd name="connsiteX2" fmla="*/ 502726 w 832320"/>
                    <a:gd name="connsiteY2" fmla="*/ 326198 h 434877"/>
                    <a:gd name="connsiteX3" fmla="*/ 241713 w 832320"/>
                    <a:gd name="connsiteY3" fmla="*/ 276270 h 434877"/>
                    <a:gd name="connsiteX0" fmla="*/ 244925 w 830683"/>
                    <a:gd name="connsiteY0" fmla="*/ 346831 h 496734"/>
                    <a:gd name="connsiteX1" fmla="*/ 469902 w 830683"/>
                    <a:gd name="connsiteY1" fmla="*/ 19573 h 496734"/>
                    <a:gd name="connsiteX2" fmla="*/ 505938 w 830683"/>
                    <a:gd name="connsiteY2" fmla="*/ 396759 h 496734"/>
                    <a:gd name="connsiteX3" fmla="*/ 244925 w 830683"/>
                    <a:gd name="connsiteY3" fmla="*/ 346831 h 496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0683" h="496734">
                      <a:moveTo>
                        <a:pt x="244925" y="346831"/>
                      </a:moveTo>
                      <a:cubicBezTo>
                        <a:pt x="-68203" y="538901"/>
                        <a:pt x="-165737" y="-119962"/>
                        <a:pt x="469902" y="19573"/>
                      </a:cubicBezTo>
                      <a:cubicBezTo>
                        <a:pt x="1174892" y="87260"/>
                        <a:pt x="655466" y="742124"/>
                        <a:pt x="505938" y="396759"/>
                      </a:cubicBezTo>
                      <a:lnTo>
                        <a:pt x="244925" y="346831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 7">
                  <a:extLst>
                    <a:ext uri="{FF2B5EF4-FFF2-40B4-BE49-F238E27FC236}">
                      <a16:creationId xmlns:a16="http://schemas.microsoft.com/office/drawing/2014/main" id="{A40764C4-87E3-4621-8946-BCE97E1A223F}"/>
                    </a:ext>
                  </a:extLst>
                </p:cNvPr>
                <p:cNvSpPr/>
                <p:nvPr/>
              </p:nvSpPr>
              <p:spPr>
                <a:xfrm rot="2218974">
                  <a:off x="4500553" y="1958855"/>
                  <a:ext cx="382551" cy="416576"/>
                </a:xfrm>
                <a:custGeom>
                  <a:avLst/>
                  <a:gdLst>
                    <a:gd name="connsiteX0" fmla="*/ 0 w 345134"/>
                    <a:gd name="connsiteY0" fmla="*/ 0 h 247650"/>
                    <a:gd name="connsiteX1" fmla="*/ 345134 w 345134"/>
                    <a:gd name="connsiteY1" fmla="*/ 0 h 247650"/>
                    <a:gd name="connsiteX2" fmla="*/ 345134 w 345134"/>
                    <a:gd name="connsiteY2" fmla="*/ 247650 h 247650"/>
                    <a:gd name="connsiteX3" fmla="*/ 0 w 345134"/>
                    <a:gd name="connsiteY3" fmla="*/ 247650 h 247650"/>
                    <a:gd name="connsiteX4" fmla="*/ 0 w 345134"/>
                    <a:gd name="connsiteY4" fmla="*/ 0 h 247650"/>
                    <a:gd name="connsiteX0" fmla="*/ 0 w 345134"/>
                    <a:gd name="connsiteY0" fmla="*/ 0 h 327025"/>
                    <a:gd name="connsiteX1" fmla="*/ 345134 w 345134"/>
                    <a:gd name="connsiteY1" fmla="*/ 0 h 327025"/>
                    <a:gd name="connsiteX2" fmla="*/ 345134 w 345134"/>
                    <a:gd name="connsiteY2" fmla="*/ 247650 h 327025"/>
                    <a:gd name="connsiteX3" fmla="*/ 156 w 345134"/>
                    <a:gd name="connsiteY3" fmla="*/ 327025 h 327025"/>
                    <a:gd name="connsiteX4" fmla="*/ 0 w 345134"/>
                    <a:gd name="connsiteY4" fmla="*/ 0 h 327025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3056" h="416576">
                      <a:moveTo>
                        <a:pt x="39171" y="67883"/>
                      </a:moveTo>
                      <a:lnTo>
                        <a:pt x="353056" y="0"/>
                      </a:lnTo>
                      <a:cubicBezTo>
                        <a:pt x="222721" y="260598"/>
                        <a:pt x="346512" y="281318"/>
                        <a:pt x="344978" y="337201"/>
                      </a:cubicBezTo>
                      <a:lnTo>
                        <a:pt x="0" y="416576"/>
                      </a:lnTo>
                      <a:cubicBezTo>
                        <a:pt x="16940" y="337167"/>
                        <a:pt x="155960" y="282933"/>
                        <a:pt x="39171" y="67883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7">
                  <a:extLst>
                    <a:ext uri="{FF2B5EF4-FFF2-40B4-BE49-F238E27FC236}">
                      <a16:creationId xmlns:a16="http://schemas.microsoft.com/office/drawing/2014/main" id="{114AE71C-4B54-4B4B-85B8-3F7D3F694244}"/>
                    </a:ext>
                  </a:extLst>
                </p:cNvPr>
                <p:cNvSpPr/>
                <p:nvPr/>
              </p:nvSpPr>
              <p:spPr>
                <a:xfrm rot="1565570">
                  <a:off x="4624757" y="1931774"/>
                  <a:ext cx="382551" cy="16890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5" name="Rectangle 9">
                <a:extLst>
                  <a:ext uri="{FF2B5EF4-FFF2-40B4-BE49-F238E27FC236}">
                    <a16:creationId xmlns:a16="http://schemas.microsoft.com/office/drawing/2014/main" id="{21F36DBD-1DE8-432F-9579-09D9D32E6132}"/>
                  </a:ext>
                </a:extLst>
              </p:cNvPr>
              <p:cNvSpPr/>
              <p:nvPr/>
            </p:nvSpPr>
            <p:spPr>
              <a:xfrm rot="1888187">
                <a:off x="7129437" y="3921674"/>
                <a:ext cx="196829" cy="207089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9">
                <a:extLst>
                  <a:ext uri="{FF2B5EF4-FFF2-40B4-BE49-F238E27FC236}">
                    <a16:creationId xmlns:a16="http://schemas.microsoft.com/office/drawing/2014/main" id="{EEE513E1-5C9C-44D7-BE29-6FB5B205A30C}"/>
                  </a:ext>
                </a:extLst>
              </p:cNvPr>
              <p:cNvSpPr/>
              <p:nvPr/>
            </p:nvSpPr>
            <p:spPr>
              <a:xfrm rot="6992984">
                <a:off x="6467217" y="3466179"/>
                <a:ext cx="248116" cy="148405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9">
                <a:extLst>
                  <a:ext uri="{FF2B5EF4-FFF2-40B4-BE49-F238E27FC236}">
                    <a16:creationId xmlns:a16="http://schemas.microsoft.com/office/drawing/2014/main" id="{C4D431F9-FFD7-42BD-A5C7-F9C717B291CA}"/>
                  </a:ext>
                </a:extLst>
              </p:cNvPr>
              <p:cNvSpPr/>
              <p:nvPr/>
            </p:nvSpPr>
            <p:spPr>
              <a:xfrm rot="1800670">
                <a:off x="4505605" y="5045275"/>
                <a:ext cx="248116" cy="148405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0">
                <a:extLst>
                  <a:ext uri="{FF2B5EF4-FFF2-40B4-BE49-F238E27FC236}">
                    <a16:creationId xmlns:a16="http://schemas.microsoft.com/office/drawing/2014/main" id="{9EF40842-1C69-4EB0-A30E-B85E4B3C2AA8}"/>
                  </a:ext>
                </a:extLst>
              </p:cNvPr>
              <p:cNvSpPr/>
              <p:nvPr/>
            </p:nvSpPr>
            <p:spPr>
              <a:xfrm rot="10368020">
                <a:off x="2960471" y="3223831"/>
                <a:ext cx="2034173" cy="1322744"/>
              </a:xfrm>
              <a:custGeom>
                <a:avLst/>
                <a:gdLst>
                  <a:gd name="connsiteX0" fmla="*/ 0 w 1176476"/>
                  <a:gd name="connsiteY0" fmla="*/ 0 h 514831"/>
                  <a:gd name="connsiteX1" fmla="*/ 1176476 w 1176476"/>
                  <a:gd name="connsiteY1" fmla="*/ 0 h 514831"/>
                  <a:gd name="connsiteX2" fmla="*/ 1176476 w 1176476"/>
                  <a:gd name="connsiteY2" fmla="*/ 514831 h 514831"/>
                  <a:gd name="connsiteX3" fmla="*/ 0 w 1176476"/>
                  <a:gd name="connsiteY3" fmla="*/ 514831 h 514831"/>
                  <a:gd name="connsiteX4" fmla="*/ 0 w 1176476"/>
                  <a:gd name="connsiteY4" fmla="*/ 0 h 514831"/>
                  <a:gd name="connsiteX0" fmla="*/ 0 w 1176476"/>
                  <a:gd name="connsiteY0" fmla="*/ 0 h 619606"/>
                  <a:gd name="connsiteX1" fmla="*/ 1176476 w 1176476"/>
                  <a:gd name="connsiteY1" fmla="*/ 0 h 619606"/>
                  <a:gd name="connsiteX2" fmla="*/ 1176476 w 1176476"/>
                  <a:gd name="connsiteY2" fmla="*/ 514831 h 619606"/>
                  <a:gd name="connsiteX3" fmla="*/ 128588 w 1176476"/>
                  <a:gd name="connsiteY3" fmla="*/ 619606 h 619606"/>
                  <a:gd name="connsiteX4" fmla="*/ 0 w 1176476"/>
                  <a:gd name="connsiteY4" fmla="*/ 0 h 619606"/>
                  <a:gd name="connsiteX0" fmla="*/ 0 w 1214576"/>
                  <a:gd name="connsiteY0" fmla="*/ 0 h 619606"/>
                  <a:gd name="connsiteX1" fmla="*/ 1176476 w 1214576"/>
                  <a:gd name="connsiteY1" fmla="*/ 0 h 619606"/>
                  <a:gd name="connsiteX2" fmla="*/ 1214576 w 1214576"/>
                  <a:gd name="connsiteY2" fmla="*/ 614843 h 619606"/>
                  <a:gd name="connsiteX3" fmla="*/ 128588 w 1214576"/>
                  <a:gd name="connsiteY3" fmla="*/ 619606 h 619606"/>
                  <a:gd name="connsiteX4" fmla="*/ 0 w 1214576"/>
                  <a:gd name="connsiteY4" fmla="*/ 0 h 619606"/>
                  <a:gd name="connsiteX0" fmla="*/ 0 w 1214576"/>
                  <a:gd name="connsiteY0" fmla="*/ 0 h 660900"/>
                  <a:gd name="connsiteX1" fmla="*/ 1176476 w 1214576"/>
                  <a:gd name="connsiteY1" fmla="*/ 0 h 660900"/>
                  <a:gd name="connsiteX2" fmla="*/ 1214576 w 1214576"/>
                  <a:gd name="connsiteY2" fmla="*/ 614843 h 660900"/>
                  <a:gd name="connsiteX3" fmla="*/ 128588 w 1214576"/>
                  <a:gd name="connsiteY3" fmla="*/ 619606 h 660900"/>
                  <a:gd name="connsiteX4" fmla="*/ 0 w 1214576"/>
                  <a:gd name="connsiteY4" fmla="*/ 0 h 660900"/>
                  <a:gd name="connsiteX0" fmla="*/ 0 w 1214576"/>
                  <a:gd name="connsiteY0" fmla="*/ 0 h 635268"/>
                  <a:gd name="connsiteX1" fmla="*/ 1176476 w 1214576"/>
                  <a:gd name="connsiteY1" fmla="*/ 0 h 635268"/>
                  <a:gd name="connsiteX2" fmla="*/ 1214576 w 1214576"/>
                  <a:gd name="connsiteY2" fmla="*/ 614843 h 635268"/>
                  <a:gd name="connsiteX3" fmla="*/ 128588 w 1214576"/>
                  <a:gd name="connsiteY3" fmla="*/ 619606 h 635268"/>
                  <a:gd name="connsiteX4" fmla="*/ 0 w 1214576"/>
                  <a:gd name="connsiteY4" fmla="*/ 0 h 635268"/>
                  <a:gd name="connsiteX0" fmla="*/ 0 w 1214576"/>
                  <a:gd name="connsiteY0" fmla="*/ 0 h 640248"/>
                  <a:gd name="connsiteX1" fmla="*/ 1176476 w 1214576"/>
                  <a:gd name="connsiteY1" fmla="*/ 0 h 640248"/>
                  <a:gd name="connsiteX2" fmla="*/ 1214576 w 1214576"/>
                  <a:gd name="connsiteY2" fmla="*/ 614843 h 640248"/>
                  <a:gd name="connsiteX3" fmla="*/ 128588 w 1214576"/>
                  <a:gd name="connsiteY3" fmla="*/ 619606 h 640248"/>
                  <a:gd name="connsiteX4" fmla="*/ 0 w 1214576"/>
                  <a:gd name="connsiteY4" fmla="*/ 0 h 640248"/>
                  <a:gd name="connsiteX0" fmla="*/ 0 w 1214576"/>
                  <a:gd name="connsiteY0" fmla="*/ 0 h 673888"/>
                  <a:gd name="connsiteX1" fmla="*/ 1176476 w 1214576"/>
                  <a:gd name="connsiteY1" fmla="*/ 0 h 673888"/>
                  <a:gd name="connsiteX2" fmla="*/ 1214576 w 1214576"/>
                  <a:gd name="connsiteY2" fmla="*/ 614843 h 673888"/>
                  <a:gd name="connsiteX3" fmla="*/ 128588 w 1214576"/>
                  <a:gd name="connsiteY3" fmla="*/ 619606 h 673888"/>
                  <a:gd name="connsiteX4" fmla="*/ 0 w 1214576"/>
                  <a:gd name="connsiteY4" fmla="*/ 0 h 673888"/>
                  <a:gd name="connsiteX0" fmla="*/ 257037 w 1471613"/>
                  <a:gd name="connsiteY0" fmla="*/ 0 h 673888"/>
                  <a:gd name="connsiteX1" fmla="*/ 1433513 w 1471613"/>
                  <a:gd name="connsiteY1" fmla="*/ 0 h 673888"/>
                  <a:gd name="connsiteX2" fmla="*/ 1471613 w 1471613"/>
                  <a:gd name="connsiteY2" fmla="*/ 614843 h 673888"/>
                  <a:gd name="connsiteX3" fmla="*/ 385625 w 1471613"/>
                  <a:gd name="connsiteY3" fmla="*/ 619606 h 673888"/>
                  <a:gd name="connsiteX4" fmla="*/ 0 w 1471613"/>
                  <a:gd name="connsiteY4" fmla="*/ 252412 h 673888"/>
                  <a:gd name="connsiteX5" fmla="*/ 257037 w 1471613"/>
                  <a:gd name="connsiteY5" fmla="*/ 0 h 673888"/>
                  <a:gd name="connsiteX0" fmla="*/ 347805 w 1562381"/>
                  <a:gd name="connsiteY0" fmla="*/ 0 h 673888"/>
                  <a:gd name="connsiteX1" fmla="*/ 1524281 w 1562381"/>
                  <a:gd name="connsiteY1" fmla="*/ 0 h 673888"/>
                  <a:gd name="connsiteX2" fmla="*/ 1562381 w 1562381"/>
                  <a:gd name="connsiteY2" fmla="*/ 614843 h 673888"/>
                  <a:gd name="connsiteX3" fmla="*/ 476393 w 1562381"/>
                  <a:gd name="connsiteY3" fmla="*/ 619606 h 673888"/>
                  <a:gd name="connsiteX4" fmla="*/ 90768 w 1562381"/>
                  <a:gd name="connsiteY4" fmla="*/ 252412 h 673888"/>
                  <a:gd name="connsiteX5" fmla="*/ 9807 w 1562381"/>
                  <a:gd name="connsiteY5" fmla="*/ 76199 h 673888"/>
                  <a:gd name="connsiteX6" fmla="*/ 347805 w 1562381"/>
                  <a:gd name="connsiteY6" fmla="*/ 0 h 673888"/>
                  <a:gd name="connsiteX0" fmla="*/ 181118 w 1562381"/>
                  <a:gd name="connsiteY0" fmla="*/ 0 h 726276"/>
                  <a:gd name="connsiteX1" fmla="*/ 1524281 w 1562381"/>
                  <a:gd name="connsiteY1" fmla="*/ 52388 h 726276"/>
                  <a:gd name="connsiteX2" fmla="*/ 1562381 w 1562381"/>
                  <a:gd name="connsiteY2" fmla="*/ 667231 h 726276"/>
                  <a:gd name="connsiteX3" fmla="*/ 476393 w 1562381"/>
                  <a:gd name="connsiteY3" fmla="*/ 671994 h 726276"/>
                  <a:gd name="connsiteX4" fmla="*/ 90768 w 1562381"/>
                  <a:gd name="connsiteY4" fmla="*/ 304800 h 726276"/>
                  <a:gd name="connsiteX5" fmla="*/ 9807 w 1562381"/>
                  <a:gd name="connsiteY5" fmla="*/ 128587 h 726276"/>
                  <a:gd name="connsiteX6" fmla="*/ 181118 w 1562381"/>
                  <a:gd name="connsiteY6" fmla="*/ 0 h 726276"/>
                  <a:gd name="connsiteX0" fmla="*/ 309398 w 1690661"/>
                  <a:gd name="connsiteY0" fmla="*/ 58286 h 784562"/>
                  <a:gd name="connsiteX1" fmla="*/ 1652561 w 1690661"/>
                  <a:gd name="connsiteY1" fmla="*/ 110674 h 784562"/>
                  <a:gd name="connsiteX2" fmla="*/ 1690661 w 1690661"/>
                  <a:gd name="connsiteY2" fmla="*/ 725517 h 784562"/>
                  <a:gd name="connsiteX3" fmla="*/ 604673 w 1690661"/>
                  <a:gd name="connsiteY3" fmla="*/ 730280 h 784562"/>
                  <a:gd name="connsiteX4" fmla="*/ 219048 w 1690661"/>
                  <a:gd name="connsiteY4" fmla="*/ 363086 h 784562"/>
                  <a:gd name="connsiteX5" fmla="*/ 138087 w 1690661"/>
                  <a:gd name="connsiteY5" fmla="*/ 186873 h 784562"/>
                  <a:gd name="connsiteX6" fmla="*/ 309398 w 1690661"/>
                  <a:gd name="connsiteY6" fmla="*/ 58286 h 784562"/>
                  <a:gd name="connsiteX0" fmla="*/ 313339 w 1694602"/>
                  <a:gd name="connsiteY0" fmla="*/ 58286 h 784562"/>
                  <a:gd name="connsiteX1" fmla="*/ 1656502 w 1694602"/>
                  <a:gd name="connsiteY1" fmla="*/ 110674 h 784562"/>
                  <a:gd name="connsiteX2" fmla="*/ 1694602 w 1694602"/>
                  <a:gd name="connsiteY2" fmla="*/ 725517 h 784562"/>
                  <a:gd name="connsiteX3" fmla="*/ 608614 w 1694602"/>
                  <a:gd name="connsiteY3" fmla="*/ 730280 h 784562"/>
                  <a:gd name="connsiteX4" fmla="*/ 222989 w 1694602"/>
                  <a:gd name="connsiteY4" fmla="*/ 363086 h 784562"/>
                  <a:gd name="connsiteX5" fmla="*/ 142028 w 1694602"/>
                  <a:gd name="connsiteY5" fmla="*/ 186873 h 784562"/>
                  <a:gd name="connsiteX6" fmla="*/ 313339 w 1694602"/>
                  <a:gd name="connsiteY6" fmla="*/ 58286 h 784562"/>
                  <a:gd name="connsiteX0" fmla="*/ 321486 w 1702749"/>
                  <a:gd name="connsiteY0" fmla="*/ 58286 h 784562"/>
                  <a:gd name="connsiteX1" fmla="*/ 1664649 w 1702749"/>
                  <a:gd name="connsiteY1" fmla="*/ 110674 h 784562"/>
                  <a:gd name="connsiteX2" fmla="*/ 1702749 w 1702749"/>
                  <a:gd name="connsiteY2" fmla="*/ 725517 h 784562"/>
                  <a:gd name="connsiteX3" fmla="*/ 616761 w 1702749"/>
                  <a:gd name="connsiteY3" fmla="*/ 730280 h 784562"/>
                  <a:gd name="connsiteX4" fmla="*/ 231136 w 1702749"/>
                  <a:gd name="connsiteY4" fmla="*/ 363086 h 784562"/>
                  <a:gd name="connsiteX5" fmla="*/ 150175 w 1702749"/>
                  <a:gd name="connsiteY5" fmla="*/ 186873 h 784562"/>
                  <a:gd name="connsiteX6" fmla="*/ 321486 w 1702749"/>
                  <a:gd name="connsiteY6" fmla="*/ 58286 h 784562"/>
                  <a:gd name="connsiteX0" fmla="*/ 321486 w 1702749"/>
                  <a:gd name="connsiteY0" fmla="*/ 58286 h 784562"/>
                  <a:gd name="connsiteX1" fmla="*/ 640713 w 1702749"/>
                  <a:gd name="connsiteY1" fmla="*/ 86861 h 784562"/>
                  <a:gd name="connsiteX2" fmla="*/ 1664649 w 1702749"/>
                  <a:gd name="connsiteY2" fmla="*/ 110674 h 784562"/>
                  <a:gd name="connsiteX3" fmla="*/ 1702749 w 1702749"/>
                  <a:gd name="connsiteY3" fmla="*/ 725517 h 784562"/>
                  <a:gd name="connsiteX4" fmla="*/ 616761 w 1702749"/>
                  <a:gd name="connsiteY4" fmla="*/ 730280 h 784562"/>
                  <a:gd name="connsiteX5" fmla="*/ 231136 w 1702749"/>
                  <a:gd name="connsiteY5" fmla="*/ 363086 h 784562"/>
                  <a:gd name="connsiteX6" fmla="*/ 150175 w 1702749"/>
                  <a:gd name="connsiteY6" fmla="*/ 186873 h 784562"/>
                  <a:gd name="connsiteX7" fmla="*/ 321486 w 1702749"/>
                  <a:gd name="connsiteY7" fmla="*/ 58286 h 784562"/>
                  <a:gd name="connsiteX0" fmla="*/ 321486 w 1702749"/>
                  <a:gd name="connsiteY0" fmla="*/ 328633 h 1054909"/>
                  <a:gd name="connsiteX1" fmla="*/ 640713 w 1702749"/>
                  <a:gd name="connsiteY1" fmla="*/ 357208 h 1054909"/>
                  <a:gd name="connsiteX2" fmla="*/ 845501 w 1702749"/>
                  <a:gd name="connsiteY2" fmla="*/ 20 h 1054909"/>
                  <a:gd name="connsiteX3" fmla="*/ 1664649 w 1702749"/>
                  <a:gd name="connsiteY3" fmla="*/ 381021 h 1054909"/>
                  <a:gd name="connsiteX4" fmla="*/ 1702749 w 1702749"/>
                  <a:gd name="connsiteY4" fmla="*/ 995864 h 1054909"/>
                  <a:gd name="connsiteX5" fmla="*/ 616761 w 1702749"/>
                  <a:gd name="connsiteY5" fmla="*/ 1000627 h 1054909"/>
                  <a:gd name="connsiteX6" fmla="*/ 231136 w 1702749"/>
                  <a:gd name="connsiteY6" fmla="*/ 633433 h 1054909"/>
                  <a:gd name="connsiteX7" fmla="*/ 150175 w 1702749"/>
                  <a:gd name="connsiteY7" fmla="*/ 457220 h 1054909"/>
                  <a:gd name="connsiteX8" fmla="*/ 321486 w 1702749"/>
                  <a:gd name="connsiteY8" fmla="*/ 328633 h 105490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664649 w 1702749"/>
                  <a:gd name="connsiteY4" fmla="*/ 427301 h 1101189"/>
                  <a:gd name="connsiteX5" fmla="*/ 1702749 w 1702749"/>
                  <a:gd name="connsiteY5" fmla="*/ 1042144 h 1101189"/>
                  <a:gd name="connsiteX6" fmla="*/ 616761 w 1702749"/>
                  <a:gd name="connsiteY6" fmla="*/ 1046907 h 1101189"/>
                  <a:gd name="connsiteX7" fmla="*/ 231136 w 1702749"/>
                  <a:gd name="connsiteY7" fmla="*/ 679713 h 1101189"/>
                  <a:gd name="connsiteX8" fmla="*/ 150175 w 1702749"/>
                  <a:gd name="connsiteY8" fmla="*/ 503500 h 1101189"/>
                  <a:gd name="connsiteX9" fmla="*/ 321486 w 1702749"/>
                  <a:gd name="connsiteY9" fmla="*/ 374913 h 110118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316988 w 1702749"/>
                  <a:gd name="connsiteY4" fmla="*/ 208226 h 1101189"/>
                  <a:gd name="connsiteX5" fmla="*/ 1664649 w 1702749"/>
                  <a:gd name="connsiteY5" fmla="*/ 427301 h 1101189"/>
                  <a:gd name="connsiteX6" fmla="*/ 1702749 w 1702749"/>
                  <a:gd name="connsiteY6" fmla="*/ 1042144 h 1101189"/>
                  <a:gd name="connsiteX7" fmla="*/ 616761 w 1702749"/>
                  <a:gd name="connsiteY7" fmla="*/ 1046907 h 1101189"/>
                  <a:gd name="connsiteX8" fmla="*/ 231136 w 1702749"/>
                  <a:gd name="connsiteY8" fmla="*/ 679713 h 1101189"/>
                  <a:gd name="connsiteX9" fmla="*/ 150175 w 1702749"/>
                  <a:gd name="connsiteY9" fmla="*/ 503500 h 1101189"/>
                  <a:gd name="connsiteX10" fmla="*/ 321486 w 1702749"/>
                  <a:gd name="connsiteY10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21687 w 2036126"/>
                  <a:gd name="connsiteY2" fmla="*/ 308239 h 1101189"/>
                  <a:gd name="connsiteX3" fmla="*/ 845501 w 2036126"/>
                  <a:gd name="connsiteY3" fmla="*/ 46300 h 1101189"/>
                  <a:gd name="connsiteX4" fmla="*/ 1255076 w 2036126"/>
                  <a:gd name="connsiteY4" fmla="*/ 12964 h 1101189"/>
                  <a:gd name="connsiteX5" fmla="*/ 1316988 w 2036126"/>
                  <a:gd name="connsiteY5" fmla="*/ 208226 h 1101189"/>
                  <a:gd name="connsiteX6" fmla="*/ 2036126 w 2036126"/>
                  <a:gd name="connsiteY6" fmla="*/ 313001 h 1101189"/>
                  <a:gd name="connsiteX7" fmla="*/ 1664649 w 2036126"/>
                  <a:gd name="connsiteY7" fmla="*/ 341576 h 1101189"/>
                  <a:gd name="connsiteX8" fmla="*/ 1807525 w 2036126"/>
                  <a:gd name="connsiteY8" fmla="*/ 432064 h 1101189"/>
                  <a:gd name="connsiteX9" fmla="*/ 1950400 w 2036126"/>
                  <a:gd name="connsiteY9" fmla="*/ 789251 h 1101189"/>
                  <a:gd name="connsiteX10" fmla="*/ 1702749 w 2036126"/>
                  <a:gd name="connsiteY10" fmla="*/ 1042144 h 1101189"/>
                  <a:gd name="connsiteX11" fmla="*/ 616761 w 2036126"/>
                  <a:gd name="connsiteY11" fmla="*/ 1046907 h 1101189"/>
                  <a:gd name="connsiteX12" fmla="*/ 231136 w 2036126"/>
                  <a:gd name="connsiteY12" fmla="*/ 679713 h 1101189"/>
                  <a:gd name="connsiteX13" fmla="*/ 150175 w 2036126"/>
                  <a:gd name="connsiteY13" fmla="*/ 503500 h 1101189"/>
                  <a:gd name="connsiteX14" fmla="*/ 321486 w 2036126"/>
                  <a:gd name="connsiteY14" fmla="*/ 374913 h 1101189"/>
                  <a:gd name="connsiteX0" fmla="*/ 321486 w 2036126"/>
                  <a:gd name="connsiteY0" fmla="*/ 374913 h 1256414"/>
                  <a:gd name="connsiteX1" fmla="*/ 640713 w 2036126"/>
                  <a:gd name="connsiteY1" fmla="*/ 403488 h 1256414"/>
                  <a:gd name="connsiteX2" fmla="*/ 821687 w 2036126"/>
                  <a:gd name="connsiteY2" fmla="*/ 308239 h 1256414"/>
                  <a:gd name="connsiteX3" fmla="*/ 845501 w 2036126"/>
                  <a:gd name="connsiteY3" fmla="*/ 46300 h 1256414"/>
                  <a:gd name="connsiteX4" fmla="*/ 1255076 w 2036126"/>
                  <a:gd name="connsiteY4" fmla="*/ 12964 h 1256414"/>
                  <a:gd name="connsiteX5" fmla="*/ 1316988 w 2036126"/>
                  <a:gd name="connsiteY5" fmla="*/ 208226 h 1256414"/>
                  <a:gd name="connsiteX6" fmla="*/ 2036126 w 2036126"/>
                  <a:gd name="connsiteY6" fmla="*/ 313001 h 1256414"/>
                  <a:gd name="connsiteX7" fmla="*/ 1664649 w 2036126"/>
                  <a:gd name="connsiteY7" fmla="*/ 341576 h 1256414"/>
                  <a:gd name="connsiteX8" fmla="*/ 1807525 w 2036126"/>
                  <a:gd name="connsiteY8" fmla="*/ 432064 h 1256414"/>
                  <a:gd name="connsiteX9" fmla="*/ 1950400 w 2036126"/>
                  <a:gd name="connsiteY9" fmla="*/ 789251 h 1256414"/>
                  <a:gd name="connsiteX10" fmla="*/ 1702749 w 2036126"/>
                  <a:gd name="connsiteY10" fmla="*/ 1042144 h 1256414"/>
                  <a:gd name="connsiteX11" fmla="*/ 761471 w 2036126"/>
                  <a:gd name="connsiteY11" fmla="*/ 1256411 h 1256414"/>
                  <a:gd name="connsiteX12" fmla="*/ 616761 w 2036126"/>
                  <a:gd name="connsiteY12" fmla="*/ 1046907 h 1256414"/>
                  <a:gd name="connsiteX13" fmla="*/ 231136 w 2036126"/>
                  <a:gd name="connsiteY13" fmla="*/ 679713 h 1256414"/>
                  <a:gd name="connsiteX14" fmla="*/ 150175 w 2036126"/>
                  <a:gd name="connsiteY14" fmla="*/ 503500 h 1256414"/>
                  <a:gd name="connsiteX15" fmla="*/ 321486 w 2036126"/>
                  <a:gd name="connsiteY15" fmla="*/ 374913 h 1256414"/>
                  <a:gd name="connsiteX0" fmla="*/ 321486 w 2036126"/>
                  <a:gd name="connsiteY0" fmla="*/ 374913 h 1256413"/>
                  <a:gd name="connsiteX1" fmla="*/ 640713 w 2036126"/>
                  <a:gd name="connsiteY1" fmla="*/ 403488 h 1256413"/>
                  <a:gd name="connsiteX2" fmla="*/ 821687 w 2036126"/>
                  <a:gd name="connsiteY2" fmla="*/ 308239 h 1256413"/>
                  <a:gd name="connsiteX3" fmla="*/ 845501 w 2036126"/>
                  <a:gd name="connsiteY3" fmla="*/ 46300 h 1256413"/>
                  <a:gd name="connsiteX4" fmla="*/ 1255076 w 2036126"/>
                  <a:gd name="connsiteY4" fmla="*/ 12964 h 1256413"/>
                  <a:gd name="connsiteX5" fmla="*/ 1316988 w 2036126"/>
                  <a:gd name="connsiteY5" fmla="*/ 208226 h 1256413"/>
                  <a:gd name="connsiteX6" fmla="*/ 2036126 w 2036126"/>
                  <a:gd name="connsiteY6" fmla="*/ 313001 h 1256413"/>
                  <a:gd name="connsiteX7" fmla="*/ 1664649 w 2036126"/>
                  <a:gd name="connsiteY7" fmla="*/ 341576 h 1256413"/>
                  <a:gd name="connsiteX8" fmla="*/ 1807525 w 2036126"/>
                  <a:gd name="connsiteY8" fmla="*/ 432064 h 1256413"/>
                  <a:gd name="connsiteX9" fmla="*/ 1950400 w 2036126"/>
                  <a:gd name="connsiteY9" fmla="*/ 789251 h 1256413"/>
                  <a:gd name="connsiteX10" fmla="*/ 1702749 w 2036126"/>
                  <a:gd name="connsiteY10" fmla="*/ 1042144 h 1256413"/>
                  <a:gd name="connsiteX11" fmla="*/ 761471 w 2036126"/>
                  <a:gd name="connsiteY11" fmla="*/ 1256411 h 1256413"/>
                  <a:gd name="connsiteX12" fmla="*/ 659766 w 2036126"/>
                  <a:gd name="connsiteY12" fmla="*/ 985134 h 1256413"/>
                  <a:gd name="connsiteX13" fmla="*/ 231136 w 2036126"/>
                  <a:gd name="connsiteY13" fmla="*/ 679713 h 1256413"/>
                  <a:gd name="connsiteX14" fmla="*/ 150175 w 2036126"/>
                  <a:gd name="connsiteY14" fmla="*/ 503500 h 1256413"/>
                  <a:gd name="connsiteX15" fmla="*/ 321486 w 2036126"/>
                  <a:gd name="connsiteY15" fmla="*/ 374913 h 1256413"/>
                  <a:gd name="connsiteX0" fmla="*/ 321486 w 2036126"/>
                  <a:gd name="connsiteY0" fmla="*/ 374913 h 1256411"/>
                  <a:gd name="connsiteX1" fmla="*/ 640713 w 2036126"/>
                  <a:gd name="connsiteY1" fmla="*/ 403488 h 1256411"/>
                  <a:gd name="connsiteX2" fmla="*/ 821687 w 2036126"/>
                  <a:gd name="connsiteY2" fmla="*/ 308239 h 1256411"/>
                  <a:gd name="connsiteX3" fmla="*/ 845501 w 2036126"/>
                  <a:gd name="connsiteY3" fmla="*/ 46300 h 1256411"/>
                  <a:gd name="connsiteX4" fmla="*/ 1255076 w 2036126"/>
                  <a:gd name="connsiteY4" fmla="*/ 12964 h 1256411"/>
                  <a:gd name="connsiteX5" fmla="*/ 1316988 w 2036126"/>
                  <a:gd name="connsiteY5" fmla="*/ 208226 h 1256411"/>
                  <a:gd name="connsiteX6" fmla="*/ 2036126 w 2036126"/>
                  <a:gd name="connsiteY6" fmla="*/ 313001 h 1256411"/>
                  <a:gd name="connsiteX7" fmla="*/ 1664649 w 2036126"/>
                  <a:gd name="connsiteY7" fmla="*/ 341576 h 1256411"/>
                  <a:gd name="connsiteX8" fmla="*/ 1807525 w 2036126"/>
                  <a:gd name="connsiteY8" fmla="*/ 432064 h 1256411"/>
                  <a:gd name="connsiteX9" fmla="*/ 1950400 w 2036126"/>
                  <a:gd name="connsiteY9" fmla="*/ 789251 h 1256411"/>
                  <a:gd name="connsiteX10" fmla="*/ 1702749 w 2036126"/>
                  <a:gd name="connsiteY10" fmla="*/ 1042144 h 1256411"/>
                  <a:gd name="connsiteX11" fmla="*/ 761471 w 2036126"/>
                  <a:gd name="connsiteY11" fmla="*/ 1256411 h 1256411"/>
                  <a:gd name="connsiteX12" fmla="*/ 659766 w 2036126"/>
                  <a:gd name="connsiteY12" fmla="*/ 985134 h 1256411"/>
                  <a:gd name="connsiteX13" fmla="*/ 231136 w 2036126"/>
                  <a:gd name="connsiteY13" fmla="*/ 679713 h 1256411"/>
                  <a:gd name="connsiteX14" fmla="*/ 150175 w 2036126"/>
                  <a:gd name="connsiteY14" fmla="*/ 503500 h 1256411"/>
                  <a:gd name="connsiteX15" fmla="*/ 321486 w 2036126"/>
                  <a:gd name="connsiteY15" fmla="*/ 374913 h 1256411"/>
                  <a:gd name="connsiteX0" fmla="*/ 321486 w 2036126"/>
                  <a:gd name="connsiteY0" fmla="*/ 374913 h 1256411"/>
                  <a:gd name="connsiteX1" fmla="*/ 640713 w 2036126"/>
                  <a:gd name="connsiteY1" fmla="*/ 403488 h 1256411"/>
                  <a:gd name="connsiteX2" fmla="*/ 821687 w 2036126"/>
                  <a:gd name="connsiteY2" fmla="*/ 308239 h 1256411"/>
                  <a:gd name="connsiteX3" fmla="*/ 845501 w 2036126"/>
                  <a:gd name="connsiteY3" fmla="*/ 46300 h 1256411"/>
                  <a:gd name="connsiteX4" fmla="*/ 1255076 w 2036126"/>
                  <a:gd name="connsiteY4" fmla="*/ 12964 h 1256411"/>
                  <a:gd name="connsiteX5" fmla="*/ 1316988 w 2036126"/>
                  <a:gd name="connsiteY5" fmla="*/ 208226 h 1256411"/>
                  <a:gd name="connsiteX6" fmla="*/ 2036126 w 2036126"/>
                  <a:gd name="connsiteY6" fmla="*/ 313001 h 1256411"/>
                  <a:gd name="connsiteX7" fmla="*/ 1664649 w 2036126"/>
                  <a:gd name="connsiteY7" fmla="*/ 341576 h 1256411"/>
                  <a:gd name="connsiteX8" fmla="*/ 1807525 w 2036126"/>
                  <a:gd name="connsiteY8" fmla="*/ 432064 h 1256411"/>
                  <a:gd name="connsiteX9" fmla="*/ 1950400 w 2036126"/>
                  <a:gd name="connsiteY9" fmla="*/ 789251 h 1256411"/>
                  <a:gd name="connsiteX10" fmla="*/ 1702749 w 2036126"/>
                  <a:gd name="connsiteY10" fmla="*/ 1042144 h 1256411"/>
                  <a:gd name="connsiteX11" fmla="*/ 761471 w 2036126"/>
                  <a:gd name="connsiteY11" fmla="*/ 1256411 h 1256411"/>
                  <a:gd name="connsiteX12" fmla="*/ 659766 w 2036126"/>
                  <a:gd name="connsiteY12" fmla="*/ 985134 h 1256411"/>
                  <a:gd name="connsiteX13" fmla="*/ 231136 w 2036126"/>
                  <a:gd name="connsiteY13" fmla="*/ 679713 h 1256411"/>
                  <a:gd name="connsiteX14" fmla="*/ 150175 w 2036126"/>
                  <a:gd name="connsiteY14" fmla="*/ 503500 h 1256411"/>
                  <a:gd name="connsiteX15" fmla="*/ 321486 w 2036126"/>
                  <a:gd name="connsiteY15" fmla="*/ 374913 h 1256411"/>
                  <a:gd name="connsiteX0" fmla="*/ 321486 w 2036126"/>
                  <a:gd name="connsiteY0" fmla="*/ 374913 h 1256411"/>
                  <a:gd name="connsiteX1" fmla="*/ 640713 w 2036126"/>
                  <a:gd name="connsiteY1" fmla="*/ 403488 h 1256411"/>
                  <a:gd name="connsiteX2" fmla="*/ 821687 w 2036126"/>
                  <a:gd name="connsiteY2" fmla="*/ 308239 h 1256411"/>
                  <a:gd name="connsiteX3" fmla="*/ 845501 w 2036126"/>
                  <a:gd name="connsiteY3" fmla="*/ 46300 h 1256411"/>
                  <a:gd name="connsiteX4" fmla="*/ 1255076 w 2036126"/>
                  <a:gd name="connsiteY4" fmla="*/ 12964 h 1256411"/>
                  <a:gd name="connsiteX5" fmla="*/ 1316988 w 2036126"/>
                  <a:gd name="connsiteY5" fmla="*/ 208226 h 1256411"/>
                  <a:gd name="connsiteX6" fmla="*/ 2036126 w 2036126"/>
                  <a:gd name="connsiteY6" fmla="*/ 313001 h 1256411"/>
                  <a:gd name="connsiteX7" fmla="*/ 1664649 w 2036126"/>
                  <a:gd name="connsiteY7" fmla="*/ 341576 h 1256411"/>
                  <a:gd name="connsiteX8" fmla="*/ 1807525 w 2036126"/>
                  <a:gd name="connsiteY8" fmla="*/ 432064 h 1256411"/>
                  <a:gd name="connsiteX9" fmla="*/ 1950400 w 2036126"/>
                  <a:gd name="connsiteY9" fmla="*/ 789251 h 1256411"/>
                  <a:gd name="connsiteX10" fmla="*/ 1702749 w 2036126"/>
                  <a:gd name="connsiteY10" fmla="*/ 1042144 h 1256411"/>
                  <a:gd name="connsiteX11" fmla="*/ 761471 w 2036126"/>
                  <a:gd name="connsiteY11" fmla="*/ 1256411 h 1256411"/>
                  <a:gd name="connsiteX12" fmla="*/ 659766 w 2036126"/>
                  <a:gd name="connsiteY12" fmla="*/ 985134 h 1256411"/>
                  <a:gd name="connsiteX13" fmla="*/ 231136 w 2036126"/>
                  <a:gd name="connsiteY13" fmla="*/ 679713 h 1256411"/>
                  <a:gd name="connsiteX14" fmla="*/ 150175 w 2036126"/>
                  <a:gd name="connsiteY14" fmla="*/ 503500 h 1256411"/>
                  <a:gd name="connsiteX15" fmla="*/ 321486 w 2036126"/>
                  <a:gd name="connsiteY15" fmla="*/ 374913 h 1256411"/>
                  <a:gd name="connsiteX0" fmla="*/ 321486 w 2036126"/>
                  <a:gd name="connsiteY0" fmla="*/ 374913 h 1259765"/>
                  <a:gd name="connsiteX1" fmla="*/ 640713 w 2036126"/>
                  <a:gd name="connsiteY1" fmla="*/ 403488 h 1259765"/>
                  <a:gd name="connsiteX2" fmla="*/ 821687 w 2036126"/>
                  <a:gd name="connsiteY2" fmla="*/ 308239 h 1259765"/>
                  <a:gd name="connsiteX3" fmla="*/ 845501 w 2036126"/>
                  <a:gd name="connsiteY3" fmla="*/ 46300 h 1259765"/>
                  <a:gd name="connsiteX4" fmla="*/ 1255076 w 2036126"/>
                  <a:gd name="connsiteY4" fmla="*/ 12964 h 1259765"/>
                  <a:gd name="connsiteX5" fmla="*/ 1316988 w 2036126"/>
                  <a:gd name="connsiteY5" fmla="*/ 208226 h 1259765"/>
                  <a:gd name="connsiteX6" fmla="*/ 2036126 w 2036126"/>
                  <a:gd name="connsiteY6" fmla="*/ 313001 h 1259765"/>
                  <a:gd name="connsiteX7" fmla="*/ 1664649 w 2036126"/>
                  <a:gd name="connsiteY7" fmla="*/ 341576 h 1259765"/>
                  <a:gd name="connsiteX8" fmla="*/ 1807525 w 2036126"/>
                  <a:gd name="connsiteY8" fmla="*/ 432064 h 1259765"/>
                  <a:gd name="connsiteX9" fmla="*/ 1950400 w 2036126"/>
                  <a:gd name="connsiteY9" fmla="*/ 789251 h 1259765"/>
                  <a:gd name="connsiteX10" fmla="*/ 1702749 w 2036126"/>
                  <a:gd name="connsiteY10" fmla="*/ 1042144 h 1259765"/>
                  <a:gd name="connsiteX11" fmla="*/ 1152002 w 2036126"/>
                  <a:gd name="connsiteY11" fmla="*/ 1052925 h 1259765"/>
                  <a:gd name="connsiteX12" fmla="*/ 761471 w 2036126"/>
                  <a:gd name="connsiteY12" fmla="*/ 1256411 h 1259765"/>
                  <a:gd name="connsiteX13" fmla="*/ 659766 w 2036126"/>
                  <a:gd name="connsiteY13" fmla="*/ 985134 h 1259765"/>
                  <a:gd name="connsiteX14" fmla="*/ 231136 w 2036126"/>
                  <a:gd name="connsiteY14" fmla="*/ 679713 h 1259765"/>
                  <a:gd name="connsiteX15" fmla="*/ 150175 w 2036126"/>
                  <a:gd name="connsiteY15" fmla="*/ 503500 h 1259765"/>
                  <a:gd name="connsiteX16" fmla="*/ 321486 w 2036126"/>
                  <a:gd name="connsiteY16" fmla="*/ 374913 h 1259765"/>
                  <a:gd name="connsiteX0" fmla="*/ 321486 w 2036126"/>
                  <a:gd name="connsiteY0" fmla="*/ 374913 h 1257497"/>
                  <a:gd name="connsiteX1" fmla="*/ 640713 w 2036126"/>
                  <a:gd name="connsiteY1" fmla="*/ 403488 h 1257497"/>
                  <a:gd name="connsiteX2" fmla="*/ 821687 w 2036126"/>
                  <a:gd name="connsiteY2" fmla="*/ 308239 h 1257497"/>
                  <a:gd name="connsiteX3" fmla="*/ 845501 w 2036126"/>
                  <a:gd name="connsiteY3" fmla="*/ 46300 h 1257497"/>
                  <a:gd name="connsiteX4" fmla="*/ 1255076 w 2036126"/>
                  <a:gd name="connsiteY4" fmla="*/ 12964 h 1257497"/>
                  <a:gd name="connsiteX5" fmla="*/ 1316988 w 2036126"/>
                  <a:gd name="connsiteY5" fmla="*/ 208226 h 1257497"/>
                  <a:gd name="connsiteX6" fmla="*/ 2036126 w 2036126"/>
                  <a:gd name="connsiteY6" fmla="*/ 313001 h 1257497"/>
                  <a:gd name="connsiteX7" fmla="*/ 1664649 w 2036126"/>
                  <a:gd name="connsiteY7" fmla="*/ 341576 h 1257497"/>
                  <a:gd name="connsiteX8" fmla="*/ 1807525 w 2036126"/>
                  <a:gd name="connsiteY8" fmla="*/ 432064 h 1257497"/>
                  <a:gd name="connsiteX9" fmla="*/ 1950400 w 2036126"/>
                  <a:gd name="connsiteY9" fmla="*/ 789251 h 1257497"/>
                  <a:gd name="connsiteX10" fmla="*/ 1702749 w 2036126"/>
                  <a:gd name="connsiteY10" fmla="*/ 1042144 h 1257497"/>
                  <a:gd name="connsiteX11" fmla="*/ 1152002 w 2036126"/>
                  <a:gd name="connsiteY11" fmla="*/ 1052925 h 1257497"/>
                  <a:gd name="connsiteX12" fmla="*/ 761471 w 2036126"/>
                  <a:gd name="connsiteY12" fmla="*/ 1256411 h 1257497"/>
                  <a:gd name="connsiteX13" fmla="*/ 659766 w 2036126"/>
                  <a:gd name="connsiteY13" fmla="*/ 985134 h 1257497"/>
                  <a:gd name="connsiteX14" fmla="*/ 231136 w 2036126"/>
                  <a:gd name="connsiteY14" fmla="*/ 679713 h 1257497"/>
                  <a:gd name="connsiteX15" fmla="*/ 150175 w 2036126"/>
                  <a:gd name="connsiteY15" fmla="*/ 503500 h 1257497"/>
                  <a:gd name="connsiteX16" fmla="*/ 321486 w 2036126"/>
                  <a:gd name="connsiteY16" fmla="*/ 374913 h 1257497"/>
                  <a:gd name="connsiteX0" fmla="*/ 505645 w 2036126"/>
                  <a:gd name="connsiteY0" fmla="*/ 183761 h 1257497"/>
                  <a:gd name="connsiteX1" fmla="*/ 640713 w 2036126"/>
                  <a:gd name="connsiteY1" fmla="*/ 403488 h 1257497"/>
                  <a:gd name="connsiteX2" fmla="*/ 821687 w 2036126"/>
                  <a:gd name="connsiteY2" fmla="*/ 308239 h 1257497"/>
                  <a:gd name="connsiteX3" fmla="*/ 845501 w 2036126"/>
                  <a:gd name="connsiteY3" fmla="*/ 46300 h 1257497"/>
                  <a:gd name="connsiteX4" fmla="*/ 1255076 w 2036126"/>
                  <a:gd name="connsiteY4" fmla="*/ 12964 h 1257497"/>
                  <a:gd name="connsiteX5" fmla="*/ 1316988 w 2036126"/>
                  <a:gd name="connsiteY5" fmla="*/ 208226 h 1257497"/>
                  <a:gd name="connsiteX6" fmla="*/ 2036126 w 2036126"/>
                  <a:gd name="connsiteY6" fmla="*/ 313001 h 1257497"/>
                  <a:gd name="connsiteX7" fmla="*/ 1664649 w 2036126"/>
                  <a:gd name="connsiteY7" fmla="*/ 341576 h 1257497"/>
                  <a:gd name="connsiteX8" fmla="*/ 1807525 w 2036126"/>
                  <a:gd name="connsiteY8" fmla="*/ 432064 h 1257497"/>
                  <a:gd name="connsiteX9" fmla="*/ 1950400 w 2036126"/>
                  <a:gd name="connsiteY9" fmla="*/ 789251 h 1257497"/>
                  <a:gd name="connsiteX10" fmla="*/ 1702749 w 2036126"/>
                  <a:gd name="connsiteY10" fmla="*/ 1042144 h 1257497"/>
                  <a:gd name="connsiteX11" fmla="*/ 1152002 w 2036126"/>
                  <a:gd name="connsiteY11" fmla="*/ 1052925 h 1257497"/>
                  <a:gd name="connsiteX12" fmla="*/ 761471 w 2036126"/>
                  <a:gd name="connsiteY12" fmla="*/ 1256411 h 1257497"/>
                  <a:gd name="connsiteX13" fmla="*/ 659766 w 2036126"/>
                  <a:gd name="connsiteY13" fmla="*/ 985134 h 1257497"/>
                  <a:gd name="connsiteX14" fmla="*/ 231136 w 2036126"/>
                  <a:gd name="connsiteY14" fmla="*/ 679713 h 1257497"/>
                  <a:gd name="connsiteX15" fmla="*/ 150175 w 2036126"/>
                  <a:gd name="connsiteY15" fmla="*/ 503500 h 1257497"/>
                  <a:gd name="connsiteX16" fmla="*/ 505645 w 2036126"/>
                  <a:gd name="connsiteY16" fmla="*/ 183761 h 1257497"/>
                  <a:gd name="connsiteX0" fmla="*/ 449537 w 1980018"/>
                  <a:gd name="connsiteY0" fmla="*/ 183761 h 1257497"/>
                  <a:gd name="connsiteX1" fmla="*/ 584605 w 1980018"/>
                  <a:gd name="connsiteY1" fmla="*/ 403488 h 1257497"/>
                  <a:gd name="connsiteX2" fmla="*/ 765579 w 1980018"/>
                  <a:gd name="connsiteY2" fmla="*/ 308239 h 1257497"/>
                  <a:gd name="connsiteX3" fmla="*/ 789393 w 1980018"/>
                  <a:gd name="connsiteY3" fmla="*/ 46300 h 1257497"/>
                  <a:gd name="connsiteX4" fmla="*/ 1198968 w 1980018"/>
                  <a:gd name="connsiteY4" fmla="*/ 12964 h 1257497"/>
                  <a:gd name="connsiteX5" fmla="*/ 1260880 w 1980018"/>
                  <a:gd name="connsiteY5" fmla="*/ 208226 h 1257497"/>
                  <a:gd name="connsiteX6" fmla="*/ 1980018 w 1980018"/>
                  <a:gd name="connsiteY6" fmla="*/ 313001 h 1257497"/>
                  <a:gd name="connsiteX7" fmla="*/ 1608541 w 1980018"/>
                  <a:gd name="connsiteY7" fmla="*/ 341576 h 1257497"/>
                  <a:gd name="connsiteX8" fmla="*/ 1751417 w 1980018"/>
                  <a:gd name="connsiteY8" fmla="*/ 432064 h 1257497"/>
                  <a:gd name="connsiteX9" fmla="*/ 1894292 w 1980018"/>
                  <a:gd name="connsiteY9" fmla="*/ 789251 h 1257497"/>
                  <a:gd name="connsiteX10" fmla="*/ 1646641 w 1980018"/>
                  <a:gd name="connsiteY10" fmla="*/ 1042144 h 1257497"/>
                  <a:gd name="connsiteX11" fmla="*/ 1095894 w 1980018"/>
                  <a:gd name="connsiteY11" fmla="*/ 1052925 h 1257497"/>
                  <a:gd name="connsiteX12" fmla="*/ 705363 w 1980018"/>
                  <a:gd name="connsiteY12" fmla="*/ 1256411 h 1257497"/>
                  <a:gd name="connsiteX13" fmla="*/ 603658 w 1980018"/>
                  <a:gd name="connsiteY13" fmla="*/ 985134 h 1257497"/>
                  <a:gd name="connsiteX14" fmla="*/ 175028 w 1980018"/>
                  <a:gd name="connsiteY14" fmla="*/ 679713 h 1257497"/>
                  <a:gd name="connsiteX15" fmla="*/ 94067 w 1980018"/>
                  <a:gd name="connsiteY15" fmla="*/ 503500 h 1257497"/>
                  <a:gd name="connsiteX16" fmla="*/ 449537 w 1980018"/>
                  <a:gd name="connsiteY16" fmla="*/ 183761 h 1257497"/>
                  <a:gd name="connsiteX0" fmla="*/ 457191 w 1987672"/>
                  <a:gd name="connsiteY0" fmla="*/ 183761 h 1257497"/>
                  <a:gd name="connsiteX1" fmla="*/ 592259 w 1987672"/>
                  <a:gd name="connsiteY1" fmla="*/ 403488 h 1257497"/>
                  <a:gd name="connsiteX2" fmla="*/ 773233 w 1987672"/>
                  <a:gd name="connsiteY2" fmla="*/ 308239 h 1257497"/>
                  <a:gd name="connsiteX3" fmla="*/ 797047 w 1987672"/>
                  <a:gd name="connsiteY3" fmla="*/ 46300 h 1257497"/>
                  <a:gd name="connsiteX4" fmla="*/ 1206622 w 1987672"/>
                  <a:gd name="connsiteY4" fmla="*/ 12964 h 1257497"/>
                  <a:gd name="connsiteX5" fmla="*/ 1268534 w 1987672"/>
                  <a:gd name="connsiteY5" fmla="*/ 208226 h 1257497"/>
                  <a:gd name="connsiteX6" fmla="*/ 1987672 w 1987672"/>
                  <a:gd name="connsiteY6" fmla="*/ 313001 h 1257497"/>
                  <a:gd name="connsiteX7" fmla="*/ 1616195 w 1987672"/>
                  <a:gd name="connsiteY7" fmla="*/ 341576 h 1257497"/>
                  <a:gd name="connsiteX8" fmla="*/ 1759071 w 1987672"/>
                  <a:gd name="connsiteY8" fmla="*/ 432064 h 1257497"/>
                  <a:gd name="connsiteX9" fmla="*/ 1901946 w 1987672"/>
                  <a:gd name="connsiteY9" fmla="*/ 789251 h 1257497"/>
                  <a:gd name="connsiteX10" fmla="*/ 1654295 w 1987672"/>
                  <a:gd name="connsiteY10" fmla="*/ 1042144 h 1257497"/>
                  <a:gd name="connsiteX11" fmla="*/ 1103548 w 1987672"/>
                  <a:gd name="connsiteY11" fmla="*/ 1052925 h 1257497"/>
                  <a:gd name="connsiteX12" fmla="*/ 713017 w 1987672"/>
                  <a:gd name="connsiteY12" fmla="*/ 1256411 h 1257497"/>
                  <a:gd name="connsiteX13" fmla="*/ 611312 w 1987672"/>
                  <a:gd name="connsiteY13" fmla="*/ 985134 h 1257497"/>
                  <a:gd name="connsiteX14" fmla="*/ 182682 w 1987672"/>
                  <a:gd name="connsiteY14" fmla="*/ 679713 h 1257497"/>
                  <a:gd name="connsiteX15" fmla="*/ 92405 w 1987672"/>
                  <a:gd name="connsiteY15" fmla="*/ 399915 h 1257497"/>
                  <a:gd name="connsiteX16" fmla="*/ 457191 w 1987672"/>
                  <a:gd name="connsiteY16" fmla="*/ 183761 h 1257497"/>
                  <a:gd name="connsiteX0" fmla="*/ 457191 w 1987672"/>
                  <a:gd name="connsiteY0" fmla="*/ 183761 h 1257497"/>
                  <a:gd name="connsiteX1" fmla="*/ 592259 w 1987672"/>
                  <a:gd name="connsiteY1" fmla="*/ 403488 h 1257497"/>
                  <a:gd name="connsiteX2" fmla="*/ 773233 w 1987672"/>
                  <a:gd name="connsiteY2" fmla="*/ 308239 h 1257497"/>
                  <a:gd name="connsiteX3" fmla="*/ 797047 w 1987672"/>
                  <a:gd name="connsiteY3" fmla="*/ 46300 h 1257497"/>
                  <a:gd name="connsiteX4" fmla="*/ 1206622 w 1987672"/>
                  <a:gd name="connsiteY4" fmla="*/ 12964 h 1257497"/>
                  <a:gd name="connsiteX5" fmla="*/ 1268534 w 1987672"/>
                  <a:gd name="connsiteY5" fmla="*/ 208226 h 1257497"/>
                  <a:gd name="connsiteX6" fmla="*/ 1987672 w 1987672"/>
                  <a:gd name="connsiteY6" fmla="*/ 313001 h 1257497"/>
                  <a:gd name="connsiteX7" fmla="*/ 1616195 w 1987672"/>
                  <a:gd name="connsiteY7" fmla="*/ 341576 h 1257497"/>
                  <a:gd name="connsiteX8" fmla="*/ 1759071 w 1987672"/>
                  <a:gd name="connsiteY8" fmla="*/ 432064 h 1257497"/>
                  <a:gd name="connsiteX9" fmla="*/ 1901946 w 1987672"/>
                  <a:gd name="connsiteY9" fmla="*/ 789251 h 1257497"/>
                  <a:gd name="connsiteX10" fmla="*/ 1654295 w 1987672"/>
                  <a:gd name="connsiteY10" fmla="*/ 1042144 h 1257497"/>
                  <a:gd name="connsiteX11" fmla="*/ 1103548 w 1987672"/>
                  <a:gd name="connsiteY11" fmla="*/ 1052925 h 1257497"/>
                  <a:gd name="connsiteX12" fmla="*/ 713017 w 1987672"/>
                  <a:gd name="connsiteY12" fmla="*/ 1256411 h 1257497"/>
                  <a:gd name="connsiteX13" fmla="*/ 611312 w 1987672"/>
                  <a:gd name="connsiteY13" fmla="*/ 985134 h 1257497"/>
                  <a:gd name="connsiteX14" fmla="*/ 182682 w 1987672"/>
                  <a:gd name="connsiteY14" fmla="*/ 679713 h 1257497"/>
                  <a:gd name="connsiteX15" fmla="*/ 92405 w 1987672"/>
                  <a:gd name="connsiteY15" fmla="*/ 399915 h 1257497"/>
                  <a:gd name="connsiteX16" fmla="*/ 457191 w 1987672"/>
                  <a:gd name="connsiteY16" fmla="*/ 183761 h 1257497"/>
                  <a:gd name="connsiteX0" fmla="*/ 457191 w 1987672"/>
                  <a:gd name="connsiteY0" fmla="*/ 183761 h 1257497"/>
                  <a:gd name="connsiteX1" fmla="*/ 592259 w 1987672"/>
                  <a:gd name="connsiteY1" fmla="*/ 403488 h 1257497"/>
                  <a:gd name="connsiteX2" fmla="*/ 773233 w 1987672"/>
                  <a:gd name="connsiteY2" fmla="*/ 308239 h 1257497"/>
                  <a:gd name="connsiteX3" fmla="*/ 797047 w 1987672"/>
                  <a:gd name="connsiteY3" fmla="*/ 46300 h 1257497"/>
                  <a:gd name="connsiteX4" fmla="*/ 1206622 w 1987672"/>
                  <a:gd name="connsiteY4" fmla="*/ 12964 h 1257497"/>
                  <a:gd name="connsiteX5" fmla="*/ 1268534 w 1987672"/>
                  <a:gd name="connsiteY5" fmla="*/ 208226 h 1257497"/>
                  <a:gd name="connsiteX6" fmla="*/ 1987672 w 1987672"/>
                  <a:gd name="connsiteY6" fmla="*/ 313001 h 1257497"/>
                  <a:gd name="connsiteX7" fmla="*/ 1616195 w 1987672"/>
                  <a:gd name="connsiteY7" fmla="*/ 341576 h 1257497"/>
                  <a:gd name="connsiteX8" fmla="*/ 1759071 w 1987672"/>
                  <a:gd name="connsiteY8" fmla="*/ 432064 h 1257497"/>
                  <a:gd name="connsiteX9" fmla="*/ 1901946 w 1987672"/>
                  <a:gd name="connsiteY9" fmla="*/ 789251 h 1257497"/>
                  <a:gd name="connsiteX10" fmla="*/ 1654295 w 1987672"/>
                  <a:gd name="connsiteY10" fmla="*/ 1042144 h 1257497"/>
                  <a:gd name="connsiteX11" fmla="*/ 1103548 w 1987672"/>
                  <a:gd name="connsiteY11" fmla="*/ 1052925 h 1257497"/>
                  <a:gd name="connsiteX12" fmla="*/ 713017 w 1987672"/>
                  <a:gd name="connsiteY12" fmla="*/ 1256411 h 1257497"/>
                  <a:gd name="connsiteX13" fmla="*/ 611312 w 1987672"/>
                  <a:gd name="connsiteY13" fmla="*/ 985134 h 1257497"/>
                  <a:gd name="connsiteX14" fmla="*/ 182682 w 1987672"/>
                  <a:gd name="connsiteY14" fmla="*/ 679713 h 1257497"/>
                  <a:gd name="connsiteX15" fmla="*/ 92405 w 1987672"/>
                  <a:gd name="connsiteY15" fmla="*/ 399915 h 1257497"/>
                  <a:gd name="connsiteX16" fmla="*/ 457191 w 1987672"/>
                  <a:gd name="connsiteY16" fmla="*/ 183761 h 1257497"/>
                  <a:gd name="connsiteX0" fmla="*/ 462019 w 1992500"/>
                  <a:gd name="connsiteY0" fmla="*/ 183761 h 1257497"/>
                  <a:gd name="connsiteX1" fmla="*/ 597087 w 1992500"/>
                  <a:gd name="connsiteY1" fmla="*/ 403488 h 1257497"/>
                  <a:gd name="connsiteX2" fmla="*/ 778061 w 1992500"/>
                  <a:gd name="connsiteY2" fmla="*/ 308239 h 1257497"/>
                  <a:gd name="connsiteX3" fmla="*/ 801875 w 1992500"/>
                  <a:gd name="connsiteY3" fmla="*/ 46300 h 1257497"/>
                  <a:gd name="connsiteX4" fmla="*/ 1211450 w 1992500"/>
                  <a:gd name="connsiteY4" fmla="*/ 12964 h 1257497"/>
                  <a:gd name="connsiteX5" fmla="*/ 1273362 w 1992500"/>
                  <a:gd name="connsiteY5" fmla="*/ 208226 h 1257497"/>
                  <a:gd name="connsiteX6" fmla="*/ 1992500 w 1992500"/>
                  <a:gd name="connsiteY6" fmla="*/ 313001 h 1257497"/>
                  <a:gd name="connsiteX7" fmla="*/ 1621023 w 1992500"/>
                  <a:gd name="connsiteY7" fmla="*/ 341576 h 1257497"/>
                  <a:gd name="connsiteX8" fmla="*/ 1763899 w 1992500"/>
                  <a:gd name="connsiteY8" fmla="*/ 432064 h 1257497"/>
                  <a:gd name="connsiteX9" fmla="*/ 1906774 w 1992500"/>
                  <a:gd name="connsiteY9" fmla="*/ 789251 h 1257497"/>
                  <a:gd name="connsiteX10" fmla="*/ 1659123 w 1992500"/>
                  <a:gd name="connsiteY10" fmla="*/ 1042144 h 1257497"/>
                  <a:gd name="connsiteX11" fmla="*/ 1108376 w 1992500"/>
                  <a:gd name="connsiteY11" fmla="*/ 1052925 h 1257497"/>
                  <a:gd name="connsiteX12" fmla="*/ 717845 w 1992500"/>
                  <a:gd name="connsiteY12" fmla="*/ 1256411 h 1257497"/>
                  <a:gd name="connsiteX13" fmla="*/ 616140 w 1992500"/>
                  <a:gd name="connsiteY13" fmla="*/ 985134 h 1257497"/>
                  <a:gd name="connsiteX14" fmla="*/ 161314 w 1992500"/>
                  <a:gd name="connsiteY14" fmla="*/ 836416 h 1257497"/>
                  <a:gd name="connsiteX15" fmla="*/ 97233 w 1992500"/>
                  <a:gd name="connsiteY15" fmla="*/ 399915 h 1257497"/>
                  <a:gd name="connsiteX16" fmla="*/ 462019 w 1992500"/>
                  <a:gd name="connsiteY16" fmla="*/ 183761 h 1257497"/>
                  <a:gd name="connsiteX0" fmla="*/ 469199 w 1999680"/>
                  <a:gd name="connsiteY0" fmla="*/ 183761 h 1257497"/>
                  <a:gd name="connsiteX1" fmla="*/ 604267 w 1999680"/>
                  <a:gd name="connsiteY1" fmla="*/ 403488 h 1257497"/>
                  <a:gd name="connsiteX2" fmla="*/ 785241 w 1999680"/>
                  <a:gd name="connsiteY2" fmla="*/ 308239 h 1257497"/>
                  <a:gd name="connsiteX3" fmla="*/ 809055 w 1999680"/>
                  <a:gd name="connsiteY3" fmla="*/ 46300 h 1257497"/>
                  <a:gd name="connsiteX4" fmla="*/ 1218630 w 1999680"/>
                  <a:gd name="connsiteY4" fmla="*/ 12964 h 1257497"/>
                  <a:gd name="connsiteX5" fmla="*/ 1280542 w 1999680"/>
                  <a:gd name="connsiteY5" fmla="*/ 208226 h 1257497"/>
                  <a:gd name="connsiteX6" fmla="*/ 1999680 w 1999680"/>
                  <a:gd name="connsiteY6" fmla="*/ 313001 h 1257497"/>
                  <a:gd name="connsiteX7" fmla="*/ 1628203 w 1999680"/>
                  <a:gd name="connsiteY7" fmla="*/ 341576 h 1257497"/>
                  <a:gd name="connsiteX8" fmla="*/ 1771079 w 1999680"/>
                  <a:gd name="connsiteY8" fmla="*/ 432064 h 1257497"/>
                  <a:gd name="connsiteX9" fmla="*/ 1913954 w 1999680"/>
                  <a:gd name="connsiteY9" fmla="*/ 789251 h 1257497"/>
                  <a:gd name="connsiteX10" fmla="*/ 1666303 w 1999680"/>
                  <a:gd name="connsiteY10" fmla="*/ 1042144 h 1257497"/>
                  <a:gd name="connsiteX11" fmla="*/ 1115556 w 1999680"/>
                  <a:gd name="connsiteY11" fmla="*/ 1052925 h 1257497"/>
                  <a:gd name="connsiteX12" fmla="*/ 725025 w 1999680"/>
                  <a:gd name="connsiteY12" fmla="*/ 1256411 h 1257497"/>
                  <a:gd name="connsiteX13" fmla="*/ 623320 w 1999680"/>
                  <a:gd name="connsiteY13" fmla="*/ 985134 h 1257497"/>
                  <a:gd name="connsiteX14" fmla="*/ 168494 w 1999680"/>
                  <a:gd name="connsiteY14" fmla="*/ 836416 h 1257497"/>
                  <a:gd name="connsiteX15" fmla="*/ 104413 w 1999680"/>
                  <a:gd name="connsiteY15" fmla="*/ 399915 h 1257497"/>
                  <a:gd name="connsiteX16" fmla="*/ 469199 w 1999680"/>
                  <a:gd name="connsiteY16" fmla="*/ 183761 h 1257497"/>
                  <a:gd name="connsiteX0" fmla="*/ 469199 w 1999680"/>
                  <a:gd name="connsiteY0" fmla="*/ 251698 h 1325434"/>
                  <a:gd name="connsiteX1" fmla="*/ 604267 w 1999680"/>
                  <a:gd name="connsiteY1" fmla="*/ 471425 h 1325434"/>
                  <a:gd name="connsiteX2" fmla="*/ 785241 w 1999680"/>
                  <a:gd name="connsiteY2" fmla="*/ 376176 h 1325434"/>
                  <a:gd name="connsiteX3" fmla="*/ 809055 w 1999680"/>
                  <a:gd name="connsiteY3" fmla="*/ 114237 h 1325434"/>
                  <a:gd name="connsiteX4" fmla="*/ 1208484 w 1999680"/>
                  <a:gd name="connsiteY4" fmla="*/ 9215 h 1325434"/>
                  <a:gd name="connsiteX5" fmla="*/ 1280542 w 1999680"/>
                  <a:gd name="connsiteY5" fmla="*/ 276163 h 1325434"/>
                  <a:gd name="connsiteX6" fmla="*/ 1999680 w 1999680"/>
                  <a:gd name="connsiteY6" fmla="*/ 380938 h 1325434"/>
                  <a:gd name="connsiteX7" fmla="*/ 1628203 w 1999680"/>
                  <a:gd name="connsiteY7" fmla="*/ 409513 h 1325434"/>
                  <a:gd name="connsiteX8" fmla="*/ 1771079 w 1999680"/>
                  <a:gd name="connsiteY8" fmla="*/ 500001 h 1325434"/>
                  <a:gd name="connsiteX9" fmla="*/ 1913954 w 1999680"/>
                  <a:gd name="connsiteY9" fmla="*/ 857188 h 1325434"/>
                  <a:gd name="connsiteX10" fmla="*/ 1666303 w 1999680"/>
                  <a:gd name="connsiteY10" fmla="*/ 1110081 h 1325434"/>
                  <a:gd name="connsiteX11" fmla="*/ 1115556 w 1999680"/>
                  <a:gd name="connsiteY11" fmla="*/ 1120862 h 1325434"/>
                  <a:gd name="connsiteX12" fmla="*/ 725025 w 1999680"/>
                  <a:gd name="connsiteY12" fmla="*/ 1324348 h 1325434"/>
                  <a:gd name="connsiteX13" fmla="*/ 623320 w 1999680"/>
                  <a:gd name="connsiteY13" fmla="*/ 1053071 h 1325434"/>
                  <a:gd name="connsiteX14" fmla="*/ 168494 w 1999680"/>
                  <a:gd name="connsiteY14" fmla="*/ 904353 h 1325434"/>
                  <a:gd name="connsiteX15" fmla="*/ 104413 w 1999680"/>
                  <a:gd name="connsiteY15" fmla="*/ 467852 h 1325434"/>
                  <a:gd name="connsiteX16" fmla="*/ 469199 w 1999680"/>
                  <a:gd name="connsiteY16" fmla="*/ 251698 h 1325434"/>
                  <a:gd name="connsiteX0" fmla="*/ 469199 w 1999680"/>
                  <a:gd name="connsiteY0" fmla="*/ 253645 h 1327381"/>
                  <a:gd name="connsiteX1" fmla="*/ 604267 w 1999680"/>
                  <a:gd name="connsiteY1" fmla="*/ 473372 h 1327381"/>
                  <a:gd name="connsiteX2" fmla="*/ 785241 w 1999680"/>
                  <a:gd name="connsiteY2" fmla="*/ 378123 h 1327381"/>
                  <a:gd name="connsiteX3" fmla="*/ 795328 w 1999680"/>
                  <a:gd name="connsiteY3" fmla="*/ 72847 h 1327381"/>
                  <a:gd name="connsiteX4" fmla="*/ 1208484 w 1999680"/>
                  <a:gd name="connsiteY4" fmla="*/ 11162 h 1327381"/>
                  <a:gd name="connsiteX5" fmla="*/ 1280542 w 1999680"/>
                  <a:gd name="connsiteY5" fmla="*/ 278110 h 1327381"/>
                  <a:gd name="connsiteX6" fmla="*/ 1999680 w 1999680"/>
                  <a:gd name="connsiteY6" fmla="*/ 382885 h 1327381"/>
                  <a:gd name="connsiteX7" fmla="*/ 1628203 w 1999680"/>
                  <a:gd name="connsiteY7" fmla="*/ 411460 h 1327381"/>
                  <a:gd name="connsiteX8" fmla="*/ 1771079 w 1999680"/>
                  <a:gd name="connsiteY8" fmla="*/ 501948 h 1327381"/>
                  <a:gd name="connsiteX9" fmla="*/ 1913954 w 1999680"/>
                  <a:gd name="connsiteY9" fmla="*/ 859135 h 1327381"/>
                  <a:gd name="connsiteX10" fmla="*/ 1666303 w 1999680"/>
                  <a:gd name="connsiteY10" fmla="*/ 1112028 h 1327381"/>
                  <a:gd name="connsiteX11" fmla="*/ 1115556 w 1999680"/>
                  <a:gd name="connsiteY11" fmla="*/ 1122809 h 1327381"/>
                  <a:gd name="connsiteX12" fmla="*/ 725025 w 1999680"/>
                  <a:gd name="connsiteY12" fmla="*/ 1326295 h 1327381"/>
                  <a:gd name="connsiteX13" fmla="*/ 623320 w 1999680"/>
                  <a:gd name="connsiteY13" fmla="*/ 1055018 h 1327381"/>
                  <a:gd name="connsiteX14" fmla="*/ 168494 w 1999680"/>
                  <a:gd name="connsiteY14" fmla="*/ 906300 h 1327381"/>
                  <a:gd name="connsiteX15" fmla="*/ 104413 w 1999680"/>
                  <a:gd name="connsiteY15" fmla="*/ 469799 h 1327381"/>
                  <a:gd name="connsiteX16" fmla="*/ 469199 w 1999680"/>
                  <a:gd name="connsiteY16" fmla="*/ 253645 h 1327381"/>
                  <a:gd name="connsiteX0" fmla="*/ 469199 w 1914586"/>
                  <a:gd name="connsiteY0" fmla="*/ 253645 h 1327381"/>
                  <a:gd name="connsiteX1" fmla="*/ 604267 w 1914586"/>
                  <a:gd name="connsiteY1" fmla="*/ 473372 h 1327381"/>
                  <a:gd name="connsiteX2" fmla="*/ 785241 w 1914586"/>
                  <a:gd name="connsiteY2" fmla="*/ 378123 h 1327381"/>
                  <a:gd name="connsiteX3" fmla="*/ 795328 w 1914586"/>
                  <a:gd name="connsiteY3" fmla="*/ 72847 h 1327381"/>
                  <a:gd name="connsiteX4" fmla="*/ 1208484 w 1914586"/>
                  <a:gd name="connsiteY4" fmla="*/ 11162 h 1327381"/>
                  <a:gd name="connsiteX5" fmla="*/ 1280542 w 1914586"/>
                  <a:gd name="connsiteY5" fmla="*/ 278110 h 1327381"/>
                  <a:gd name="connsiteX6" fmla="*/ 1628203 w 1914586"/>
                  <a:gd name="connsiteY6" fmla="*/ 411460 h 1327381"/>
                  <a:gd name="connsiteX7" fmla="*/ 1771079 w 1914586"/>
                  <a:gd name="connsiteY7" fmla="*/ 501948 h 1327381"/>
                  <a:gd name="connsiteX8" fmla="*/ 1913954 w 1914586"/>
                  <a:gd name="connsiteY8" fmla="*/ 859135 h 1327381"/>
                  <a:gd name="connsiteX9" fmla="*/ 1666303 w 1914586"/>
                  <a:gd name="connsiteY9" fmla="*/ 1112028 h 1327381"/>
                  <a:gd name="connsiteX10" fmla="*/ 1115556 w 1914586"/>
                  <a:gd name="connsiteY10" fmla="*/ 1122809 h 1327381"/>
                  <a:gd name="connsiteX11" fmla="*/ 725025 w 1914586"/>
                  <a:gd name="connsiteY11" fmla="*/ 1326295 h 1327381"/>
                  <a:gd name="connsiteX12" fmla="*/ 623320 w 1914586"/>
                  <a:gd name="connsiteY12" fmla="*/ 1055018 h 1327381"/>
                  <a:gd name="connsiteX13" fmla="*/ 168494 w 1914586"/>
                  <a:gd name="connsiteY13" fmla="*/ 906300 h 1327381"/>
                  <a:gd name="connsiteX14" fmla="*/ 104413 w 1914586"/>
                  <a:gd name="connsiteY14" fmla="*/ 469799 h 1327381"/>
                  <a:gd name="connsiteX15" fmla="*/ 469199 w 1914586"/>
                  <a:gd name="connsiteY15" fmla="*/ 253645 h 1327381"/>
                  <a:gd name="connsiteX0" fmla="*/ 469199 w 1914586"/>
                  <a:gd name="connsiteY0" fmla="*/ 253645 h 1327381"/>
                  <a:gd name="connsiteX1" fmla="*/ 604267 w 1914586"/>
                  <a:gd name="connsiteY1" fmla="*/ 473372 h 1327381"/>
                  <a:gd name="connsiteX2" fmla="*/ 785241 w 1914586"/>
                  <a:gd name="connsiteY2" fmla="*/ 378123 h 1327381"/>
                  <a:gd name="connsiteX3" fmla="*/ 795328 w 1914586"/>
                  <a:gd name="connsiteY3" fmla="*/ 72847 h 1327381"/>
                  <a:gd name="connsiteX4" fmla="*/ 1208484 w 1914586"/>
                  <a:gd name="connsiteY4" fmla="*/ 11162 h 1327381"/>
                  <a:gd name="connsiteX5" fmla="*/ 1280542 w 1914586"/>
                  <a:gd name="connsiteY5" fmla="*/ 278110 h 1327381"/>
                  <a:gd name="connsiteX6" fmla="*/ 1771079 w 1914586"/>
                  <a:gd name="connsiteY6" fmla="*/ 501948 h 1327381"/>
                  <a:gd name="connsiteX7" fmla="*/ 1913954 w 1914586"/>
                  <a:gd name="connsiteY7" fmla="*/ 859135 h 1327381"/>
                  <a:gd name="connsiteX8" fmla="*/ 1666303 w 1914586"/>
                  <a:gd name="connsiteY8" fmla="*/ 1112028 h 1327381"/>
                  <a:gd name="connsiteX9" fmla="*/ 1115556 w 1914586"/>
                  <a:gd name="connsiteY9" fmla="*/ 1122809 h 1327381"/>
                  <a:gd name="connsiteX10" fmla="*/ 725025 w 1914586"/>
                  <a:gd name="connsiteY10" fmla="*/ 1326295 h 1327381"/>
                  <a:gd name="connsiteX11" fmla="*/ 623320 w 1914586"/>
                  <a:gd name="connsiteY11" fmla="*/ 1055018 h 1327381"/>
                  <a:gd name="connsiteX12" fmla="*/ 168494 w 1914586"/>
                  <a:gd name="connsiteY12" fmla="*/ 906300 h 1327381"/>
                  <a:gd name="connsiteX13" fmla="*/ 104413 w 1914586"/>
                  <a:gd name="connsiteY13" fmla="*/ 469799 h 1327381"/>
                  <a:gd name="connsiteX14" fmla="*/ 469199 w 1914586"/>
                  <a:gd name="connsiteY14" fmla="*/ 253645 h 1327381"/>
                  <a:gd name="connsiteX0" fmla="*/ 469199 w 1914586"/>
                  <a:gd name="connsiteY0" fmla="*/ 253645 h 1327381"/>
                  <a:gd name="connsiteX1" fmla="*/ 604267 w 1914586"/>
                  <a:gd name="connsiteY1" fmla="*/ 473372 h 1327381"/>
                  <a:gd name="connsiteX2" fmla="*/ 785241 w 1914586"/>
                  <a:gd name="connsiteY2" fmla="*/ 378123 h 1327381"/>
                  <a:gd name="connsiteX3" fmla="*/ 795328 w 1914586"/>
                  <a:gd name="connsiteY3" fmla="*/ 72847 h 1327381"/>
                  <a:gd name="connsiteX4" fmla="*/ 1208484 w 1914586"/>
                  <a:gd name="connsiteY4" fmla="*/ 11162 h 1327381"/>
                  <a:gd name="connsiteX5" fmla="*/ 1280542 w 1914586"/>
                  <a:gd name="connsiteY5" fmla="*/ 278110 h 1327381"/>
                  <a:gd name="connsiteX6" fmla="*/ 1771079 w 1914586"/>
                  <a:gd name="connsiteY6" fmla="*/ 501948 h 1327381"/>
                  <a:gd name="connsiteX7" fmla="*/ 1913954 w 1914586"/>
                  <a:gd name="connsiteY7" fmla="*/ 859135 h 1327381"/>
                  <a:gd name="connsiteX8" fmla="*/ 1666303 w 1914586"/>
                  <a:gd name="connsiteY8" fmla="*/ 1112028 h 1327381"/>
                  <a:gd name="connsiteX9" fmla="*/ 1115556 w 1914586"/>
                  <a:gd name="connsiteY9" fmla="*/ 1122809 h 1327381"/>
                  <a:gd name="connsiteX10" fmla="*/ 725025 w 1914586"/>
                  <a:gd name="connsiteY10" fmla="*/ 1326295 h 1327381"/>
                  <a:gd name="connsiteX11" fmla="*/ 623320 w 1914586"/>
                  <a:gd name="connsiteY11" fmla="*/ 1055018 h 1327381"/>
                  <a:gd name="connsiteX12" fmla="*/ 168494 w 1914586"/>
                  <a:gd name="connsiteY12" fmla="*/ 906300 h 1327381"/>
                  <a:gd name="connsiteX13" fmla="*/ 104413 w 1914586"/>
                  <a:gd name="connsiteY13" fmla="*/ 469799 h 1327381"/>
                  <a:gd name="connsiteX14" fmla="*/ 469199 w 1914586"/>
                  <a:gd name="connsiteY14" fmla="*/ 253645 h 1327381"/>
                  <a:gd name="connsiteX0" fmla="*/ 469199 w 1914625"/>
                  <a:gd name="connsiteY0" fmla="*/ 253645 h 1327381"/>
                  <a:gd name="connsiteX1" fmla="*/ 604267 w 1914625"/>
                  <a:gd name="connsiteY1" fmla="*/ 473372 h 1327381"/>
                  <a:gd name="connsiteX2" fmla="*/ 785241 w 1914625"/>
                  <a:gd name="connsiteY2" fmla="*/ 378123 h 1327381"/>
                  <a:gd name="connsiteX3" fmla="*/ 795328 w 1914625"/>
                  <a:gd name="connsiteY3" fmla="*/ 72847 h 1327381"/>
                  <a:gd name="connsiteX4" fmla="*/ 1208484 w 1914625"/>
                  <a:gd name="connsiteY4" fmla="*/ 11162 h 1327381"/>
                  <a:gd name="connsiteX5" fmla="*/ 1280542 w 1914625"/>
                  <a:gd name="connsiteY5" fmla="*/ 278110 h 1327381"/>
                  <a:gd name="connsiteX6" fmla="*/ 1785170 w 1914625"/>
                  <a:gd name="connsiteY6" fmla="*/ 567733 h 1327381"/>
                  <a:gd name="connsiteX7" fmla="*/ 1913954 w 1914625"/>
                  <a:gd name="connsiteY7" fmla="*/ 859135 h 1327381"/>
                  <a:gd name="connsiteX8" fmla="*/ 1666303 w 1914625"/>
                  <a:gd name="connsiteY8" fmla="*/ 1112028 h 1327381"/>
                  <a:gd name="connsiteX9" fmla="*/ 1115556 w 1914625"/>
                  <a:gd name="connsiteY9" fmla="*/ 1122809 h 1327381"/>
                  <a:gd name="connsiteX10" fmla="*/ 725025 w 1914625"/>
                  <a:gd name="connsiteY10" fmla="*/ 1326295 h 1327381"/>
                  <a:gd name="connsiteX11" fmla="*/ 623320 w 1914625"/>
                  <a:gd name="connsiteY11" fmla="*/ 1055018 h 1327381"/>
                  <a:gd name="connsiteX12" fmla="*/ 168494 w 1914625"/>
                  <a:gd name="connsiteY12" fmla="*/ 906300 h 1327381"/>
                  <a:gd name="connsiteX13" fmla="*/ 104413 w 1914625"/>
                  <a:gd name="connsiteY13" fmla="*/ 469799 h 1327381"/>
                  <a:gd name="connsiteX14" fmla="*/ 469199 w 1914625"/>
                  <a:gd name="connsiteY14" fmla="*/ 253645 h 1327381"/>
                  <a:gd name="connsiteX0" fmla="*/ 469199 w 1914625"/>
                  <a:gd name="connsiteY0" fmla="*/ 253645 h 1327381"/>
                  <a:gd name="connsiteX1" fmla="*/ 604267 w 1914625"/>
                  <a:gd name="connsiteY1" fmla="*/ 473372 h 1327381"/>
                  <a:gd name="connsiteX2" fmla="*/ 785241 w 1914625"/>
                  <a:gd name="connsiteY2" fmla="*/ 378123 h 1327381"/>
                  <a:gd name="connsiteX3" fmla="*/ 795328 w 1914625"/>
                  <a:gd name="connsiteY3" fmla="*/ 72847 h 1327381"/>
                  <a:gd name="connsiteX4" fmla="*/ 1208484 w 1914625"/>
                  <a:gd name="connsiteY4" fmla="*/ 11162 h 1327381"/>
                  <a:gd name="connsiteX5" fmla="*/ 1280542 w 1914625"/>
                  <a:gd name="connsiteY5" fmla="*/ 278110 h 1327381"/>
                  <a:gd name="connsiteX6" fmla="*/ 1785170 w 1914625"/>
                  <a:gd name="connsiteY6" fmla="*/ 567733 h 1327381"/>
                  <a:gd name="connsiteX7" fmla="*/ 1913954 w 1914625"/>
                  <a:gd name="connsiteY7" fmla="*/ 859135 h 1327381"/>
                  <a:gd name="connsiteX8" fmla="*/ 1666303 w 1914625"/>
                  <a:gd name="connsiteY8" fmla="*/ 1112028 h 1327381"/>
                  <a:gd name="connsiteX9" fmla="*/ 1115556 w 1914625"/>
                  <a:gd name="connsiteY9" fmla="*/ 1122809 h 1327381"/>
                  <a:gd name="connsiteX10" fmla="*/ 725025 w 1914625"/>
                  <a:gd name="connsiteY10" fmla="*/ 1326295 h 1327381"/>
                  <a:gd name="connsiteX11" fmla="*/ 623320 w 1914625"/>
                  <a:gd name="connsiteY11" fmla="*/ 1055018 h 1327381"/>
                  <a:gd name="connsiteX12" fmla="*/ 168494 w 1914625"/>
                  <a:gd name="connsiteY12" fmla="*/ 906300 h 1327381"/>
                  <a:gd name="connsiteX13" fmla="*/ 104413 w 1914625"/>
                  <a:gd name="connsiteY13" fmla="*/ 469799 h 1327381"/>
                  <a:gd name="connsiteX14" fmla="*/ 469199 w 1914625"/>
                  <a:gd name="connsiteY14" fmla="*/ 253645 h 1327381"/>
                  <a:gd name="connsiteX0" fmla="*/ 469199 w 1914625"/>
                  <a:gd name="connsiteY0" fmla="*/ 253645 h 1327381"/>
                  <a:gd name="connsiteX1" fmla="*/ 604267 w 1914625"/>
                  <a:gd name="connsiteY1" fmla="*/ 473372 h 1327381"/>
                  <a:gd name="connsiteX2" fmla="*/ 785241 w 1914625"/>
                  <a:gd name="connsiteY2" fmla="*/ 378123 h 1327381"/>
                  <a:gd name="connsiteX3" fmla="*/ 795328 w 1914625"/>
                  <a:gd name="connsiteY3" fmla="*/ 72847 h 1327381"/>
                  <a:gd name="connsiteX4" fmla="*/ 1208484 w 1914625"/>
                  <a:gd name="connsiteY4" fmla="*/ 11162 h 1327381"/>
                  <a:gd name="connsiteX5" fmla="*/ 1280542 w 1914625"/>
                  <a:gd name="connsiteY5" fmla="*/ 278110 h 1327381"/>
                  <a:gd name="connsiteX6" fmla="*/ 1785170 w 1914625"/>
                  <a:gd name="connsiteY6" fmla="*/ 567733 h 1327381"/>
                  <a:gd name="connsiteX7" fmla="*/ 1913954 w 1914625"/>
                  <a:gd name="connsiteY7" fmla="*/ 859135 h 1327381"/>
                  <a:gd name="connsiteX8" fmla="*/ 1666303 w 1914625"/>
                  <a:gd name="connsiteY8" fmla="*/ 1112028 h 1327381"/>
                  <a:gd name="connsiteX9" fmla="*/ 1115556 w 1914625"/>
                  <a:gd name="connsiteY9" fmla="*/ 1122809 h 1327381"/>
                  <a:gd name="connsiteX10" fmla="*/ 725025 w 1914625"/>
                  <a:gd name="connsiteY10" fmla="*/ 1326295 h 1327381"/>
                  <a:gd name="connsiteX11" fmla="*/ 623320 w 1914625"/>
                  <a:gd name="connsiteY11" fmla="*/ 1055018 h 1327381"/>
                  <a:gd name="connsiteX12" fmla="*/ 168494 w 1914625"/>
                  <a:gd name="connsiteY12" fmla="*/ 906300 h 1327381"/>
                  <a:gd name="connsiteX13" fmla="*/ 104413 w 1914625"/>
                  <a:gd name="connsiteY13" fmla="*/ 469799 h 1327381"/>
                  <a:gd name="connsiteX14" fmla="*/ 469199 w 1914625"/>
                  <a:gd name="connsiteY14" fmla="*/ 253645 h 1327381"/>
                  <a:gd name="connsiteX0" fmla="*/ 469199 w 1914625"/>
                  <a:gd name="connsiteY0" fmla="*/ 253645 h 1327381"/>
                  <a:gd name="connsiteX1" fmla="*/ 604267 w 1914625"/>
                  <a:gd name="connsiteY1" fmla="*/ 473372 h 1327381"/>
                  <a:gd name="connsiteX2" fmla="*/ 785241 w 1914625"/>
                  <a:gd name="connsiteY2" fmla="*/ 378123 h 1327381"/>
                  <a:gd name="connsiteX3" fmla="*/ 795328 w 1914625"/>
                  <a:gd name="connsiteY3" fmla="*/ 72847 h 1327381"/>
                  <a:gd name="connsiteX4" fmla="*/ 1208484 w 1914625"/>
                  <a:gd name="connsiteY4" fmla="*/ 11162 h 1327381"/>
                  <a:gd name="connsiteX5" fmla="*/ 1280542 w 1914625"/>
                  <a:gd name="connsiteY5" fmla="*/ 278110 h 1327381"/>
                  <a:gd name="connsiteX6" fmla="*/ 1785170 w 1914625"/>
                  <a:gd name="connsiteY6" fmla="*/ 567733 h 1327381"/>
                  <a:gd name="connsiteX7" fmla="*/ 1913954 w 1914625"/>
                  <a:gd name="connsiteY7" fmla="*/ 859135 h 1327381"/>
                  <a:gd name="connsiteX8" fmla="*/ 1666303 w 1914625"/>
                  <a:gd name="connsiteY8" fmla="*/ 1112028 h 1327381"/>
                  <a:gd name="connsiteX9" fmla="*/ 1115556 w 1914625"/>
                  <a:gd name="connsiteY9" fmla="*/ 1122809 h 1327381"/>
                  <a:gd name="connsiteX10" fmla="*/ 725025 w 1914625"/>
                  <a:gd name="connsiteY10" fmla="*/ 1326295 h 1327381"/>
                  <a:gd name="connsiteX11" fmla="*/ 623320 w 1914625"/>
                  <a:gd name="connsiteY11" fmla="*/ 1055018 h 1327381"/>
                  <a:gd name="connsiteX12" fmla="*/ 168494 w 1914625"/>
                  <a:gd name="connsiteY12" fmla="*/ 906300 h 1327381"/>
                  <a:gd name="connsiteX13" fmla="*/ 104413 w 1914625"/>
                  <a:gd name="connsiteY13" fmla="*/ 469799 h 1327381"/>
                  <a:gd name="connsiteX14" fmla="*/ 469199 w 1914625"/>
                  <a:gd name="connsiteY14" fmla="*/ 253645 h 1327381"/>
                  <a:gd name="connsiteX0" fmla="*/ 469199 w 1914625"/>
                  <a:gd name="connsiteY0" fmla="*/ 245268 h 1319004"/>
                  <a:gd name="connsiteX1" fmla="*/ 604267 w 1914625"/>
                  <a:gd name="connsiteY1" fmla="*/ 464995 h 1319004"/>
                  <a:gd name="connsiteX2" fmla="*/ 785241 w 1914625"/>
                  <a:gd name="connsiteY2" fmla="*/ 369746 h 1319004"/>
                  <a:gd name="connsiteX3" fmla="*/ 795328 w 1914625"/>
                  <a:gd name="connsiteY3" fmla="*/ 64470 h 1319004"/>
                  <a:gd name="connsiteX4" fmla="*/ 1024844 w 1914625"/>
                  <a:gd name="connsiteY4" fmla="*/ 312515 h 1319004"/>
                  <a:gd name="connsiteX5" fmla="*/ 1208484 w 1914625"/>
                  <a:gd name="connsiteY5" fmla="*/ 2785 h 1319004"/>
                  <a:gd name="connsiteX6" fmla="*/ 1280542 w 1914625"/>
                  <a:gd name="connsiteY6" fmla="*/ 269733 h 1319004"/>
                  <a:gd name="connsiteX7" fmla="*/ 1785170 w 1914625"/>
                  <a:gd name="connsiteY7" fmla="*/ 559356 h 1319004"/>
                  <a:gd name="connsiteX8" fmla="*/ 1913954 w 1914625"/>
                  <a:gd name="connsiteY8" fmla="*/ 850758 h 1319004"/>
                  <a:gd name="connsiteX9" fmla="*/ 1666303 w 1914625"/>
                  <a:gd name="connsiteY9" fmla="*/ 1103651 h 1319004"/>
                  <a:gd name="connsiteX10" fmla="*/ 1115556 w 1914625"/>
                  <a:gd name="connsiteY10" fmla="*/ 1114432 h 1319004"/>
                  <a:gd name="connsiteX11" fmla="*/ 725025 w 1914625"/>
                  <a:gd name="connsiteY11" fmla="*/ 1317918 h 1319004"/>
                  <a:gd name="connsiteX12" fmla="*/ 623320 w 1914625"/>
                  <a:gd name="connsiteY12" fmla="*/ 1046641 h 1319004"/>
                  <a:gd name="connsiteX13" fmla="*/ 168494 w 1914625"/>
                  <a:gd name="connsiteY13" fmla="*/ 897923 h 1319004"/>
                  <a:gd name="connsiteX14" fmla="*/ 104413 w 1914625"/>
                  <a:gd name="connsiteY14" fmla="*/ 461422 h 1319004"/>
                  <a:gd name="connsiteX15" fmla="*/ 469199 w 1914625"/>
                  <a:gd name="connsiteY15" fmla="*/ 245268 h 1319004"/>
                  <a:gd name="connsiteX0" fmla="*/ 469199 w 1914625"/>
                  <a:gd name="connsiteY0" fmla="*/ 249008 h 1322744"/>
                  <a:gd name="connsiteX1" fmla="*/ 604267 w 1914625"/>
                  <a:gd name="connsiteY1" fmla="*/ 468735 h 1322744"/>
                  <a:gd name="connsiteX2" fmla="*/ 785241 w 1914625"/>
                  <a:gd name="connsiteY2" fmla="*/ 373486 h 1322744"/>
                  <a:gd name="connsiteX3" fmla="*/ 795328 w 1914625"/>
                  <a:gd name="connsiteY3" fmla="*/ 68210 h 1322744"/>
                  <a:gd name="connsiteX4" fmla="*/ 1024844 w 1914625"/>
                  <a:gd name="connsiteY4" fmla="*/ 316255 h 1322744"/>
                  <a:gd name="connsiteX5" fmla="*/ 1208484 w 1914625"/>
                  <a:gd name="connsiteY5" fmla="*/ 6525 h 1322744"/>
                  <a:gd name="connsiteX6" fmla="*/ 1280542 w 1914625"/>
                  <a:gd name="connsiteY6" fmla="*/ 273473 h 1322744"/>
                  <a:gd name="connsiteX7" fmla="*/ 1785170 w 1914625"/>
                  <a:gd name="connsiteY7" fmla="*/ 563096 h 1322744"/>
                  <a:gd name="connsiteX8" fmla="*/ 1913954 w 1914625"/>
                  <a:gd name="connsiteY8" fmla="*/ 854498 h 1322744"/>
                  <a:gd name="connsiteX9" fmla="*/ 1666303 w 1914625"/>
                  <a:gd name="connsiteY9" fmla="*/ 1107391 h 1322744"/>
                  <a:gd name="connsiteX10" fmla="*/ 1115556 w 1914625"/>
                  <a:gd name="connsiteY10" fmla="*/ 1118172 h 1322744"/>
                  <a:gd name="connsiteX11" fmla="*/ 725025 w 1914625"/>
                  <a:gd name="connsiteY11" fmla="*/ 1321658 h 1322744"/>
                  <a:gd name="connsiteX12" fmla="*/ 623320 w 1914625"/>
                  <a:gd name="connsiteY12" fmla="*/ 1050381 h 1322744"/>
                  <a:gd name="connsiteX13" fmla="*/ 168494 w 1914625"/>
                  <a:gd name="connsiteY13" fmla="*/ 901663 h 1322744"/>
                  <a:gd name="connsiteX14" fmla="*/ 104413 w 1914625"/>
                  <a:gd name="connsiteY14" fmla="*/ 465162 h 1322744"/>
                  <a:gd name="connsiteX15" fmla="*/ 469199 w 1914625"/>
                  <a:gd name="connsiteY15" fmla="*/ 249008 h 1322744"/>
                  <a:gd name="connsiteX0" fmla="*/ 469199 w 1914625"/>
                  <a:gd name="connsiteY0" fmla="*/ 249008 h 1322744"/>
                  <a:gd name="connsiteX1" fmla="*/ 604267 w 1914625"/>
                  <a:gd name="connsiteY1" fmla="*/ 468735 h 1322744"/>
                  <a:gd name="connsiteX2" fmla="*/ 785241 w 1914625"/>
                  <a:gd name="connsiteY2" fmla="*/ 373486 h 1322744"/>
                  <a:gd name="connsiteX3" fmla="*/ 795328 w 1914625"/>
                  <a:gd name="connsiteY3" fmla="*/ 68210 h 1322744"/>
                  <a:gd name="connsiteX4" fmla="*/ 1024844 w 1914625"/>
                  <a:gd name="connsiteY4" fmla="*/ 316255 h 1322744"/>
                  <a:gd name="connsiteX5" fmla="*/ 1208484 w 1914625"/>
                  <a:gd name="connsiteY5" fmla="*/ 6525 h 1322744"/>
                  <a:gd name="connsiteX6" fmla="*/ 1280542 w 1914625"/>
                  <a:gd name="connsiteY6" fmla="*/ 273473 h 1322744"/>
                  <a:gd name="connsiteX7" fmla="*/ 1785170 w 1914625"/>
                  <a:gd name="connsiteY7" fmla="*/ 563096 h 1322744"/>
                  <a:gd name="connsiteX8" fmla="*/ 1913954 w 1914625"/>
                  <a:gd name="connsiteY8" fmla="*/ 854498 h 1322744"/>
                  <a:gd name="connsiteX9" fmla="*/ 1666303 w 1914625"/>
                  <a:gd name="connsiteY9" fmla="*/ 1107391 h 1322744"/>
                  <a:gd name="connsiteX10" fmla="*/ 1115556 w 1914625"/>
                  <a:gd name="connsiteY10" fmla="*/ 1118172 h 1322744"/>
                  <a:gd name="connsiteX11" fmla="*/ 725025 w 1914625"/>
                  <a:gd name="connsiteY11" fmla="*/ 1321658 h 1322744"/>
                  <a:gd name="connsiteX12" fmla="*/ 623320 w 1914625"/>
                  <a:gd name="connsiteY12" fmla="*/ 1050381 h 1322744"/>
                  <a:gd name="connsiteX13" fmla="*/ 168494 w 1914625"/>
                  <a:gd name="connsiteY13" fmla="*/ 901663 h 1322744"/>
                  <a:gd name="connsiteX14" fmla="*/ 104413 w 1914625"/>
                  <a:gd name="connsiteY14" fmla="*/ 465162 h 1322744"/>
                  <a:gd name="connsiteX15" fmla="*/ 469199 w 1914625"/>
                  <a:gd name="connsiteY15" fmla="*/ 249008 h 1322744"/>
                  <a:gd name="connsiteX0" fmla="*/ 469199 w 1914625"/>
                  <a:gd name="connsiteY0" fmla="*/ 249008 h 1322744"/>
                  <a:gd name="connsiteX1" fmla="*/ 604267 w 1914625"/>
                  <a:gd name="connsiteY1" fmla="*/ 468735 h 1322744"/>
                  <a:gd name="connsiteX2" fmla="*/ 785241 w 1914625"/>
                  <a:gd name="connsiteY2" fmla="*/ 373486 h 1322744"/>
                  <a:gd name="connsiteX3" fmla="*/ 795328 w 1914625"/>
                  <a:gd name="connsiteY3" fmla="*/ 68210 h 1322744"/>
                  <a:gd name="connsiteX4" fmla="*/ 1024844 w 1914625"/>
                  <a:gd name="connsiteY4" fmla="*/ 316255 h 1322744"/>
                  <a:gd name="connsiteX5" fmla="*/ 1208484 w 1914625"/>
                  <a:gd name="connsiteY5" fmla="*/ 6525 h 1322744"/>
                  <a:gd name="connsiteX6" fmla="*/ 1280542 w 1914625"/>
                  <a:gd name="connsiteY6" fmla="*/ 273473 h 1322744"/>
                  <a:gd name="connsiteX7" fmla="*/ 1785170 w 1914625"/>
                  <a:gd name="connsiteY7" fmla="*/ 563096 h 1322744"/>
                  <a:gd name="connsiteX8" fmla="*/ 1913954 w 1914625"/>
                  <a:gd name="connsiteY8" fmla="*/ 854498 h 1322744"/>
                  <a:gd name="connsiteX9" fmla="*/ 1666303 w 1914625"/>
                  <a:gd name="connsiteY9" fmla="*/ 1107391 h 1322744"/>
                  <a:gd name="connsiteX10" fmla="*/ 1115556 w 1914625"/>
                  <a:gd name="connsiteY10" fmla="*/ 1118172 h 1322744"/>
                  <a:gd name="connsiteX11" fmla="*/ 725025 w 1914625"/>
                  <a:gd name="connsiteY11" fmla="*/ 1321658 h 1322744"/>
                  <a:gd name="connsiteX12" fmla="*/ 623320 w 1914625"/>
                  <a:gd name="connsiteY12" fmla="*/ 1050381 h 1322744"/>
                  <a:gd name="connsiteX13" fmla="*/ 168494 w 1914625"/>
                  <a:gd name="connsiteY13" fmla="*/ 901663 h 1322744"/>
                  <a:gd name="connsiteX14" fmla="*/ 104413 w 1914625"/>
                  <a:gd name="connsiteY14" fmla="*/ 465162 h 1322744"/>
                  <a:gd name="connsiteX15" fmla="*/ 469199 w 1914625"/>
                  <a:gd name="connsiteY15" fmla="*/ 249008 h 1322744"/>
                  <a:gd name="connsiteX0" fmla="*/ 469199 w 2034092"/>
                  <a:gd name="connsiteY0" fmla="*/ 249008 h 1322744"/>
                  <a:gd name="connsiteX1" fmla="*/ 604267 w 2034092"/>
                  <a:gd name="connsiteY1" fmla="*/ 468735 h 1322744"/>
                  <a:gd name="connsiteX2" fmla="*/ 785241 w 2034092"/>
                  <a:gd name="connsiteY2" fmla="*/ 373486 h 1322744"/>
                  <a:gd name="connsiteX3" fmla="*/ 795328 w 2034092"/>
                  <a:gd name="connsiteY3" fmla="*/ 68210 h 1322744"/>
                  <a:gd name="connsiteX4" fmla="*/ 1024844 w 2034092"/>
                  <a:gd name="connsiteY4" fmla="*/ 316255 h 1322744"/>
                  <a:gd name="connsiteX5" fmla="*/ 1208484 w 2034092"/>
                  <a:gd name="connsiteY5" fmla="*/ 6525 h 1322744"/>
                  <a:gd name="connsiteX6" fmla="*/ 1280542 w 2034092"/>
                  <a:gd name="connsiteY6" fmla="*/ 273473 h 1322744"/>
                  <a:gd name="connsiteX7" fmla="*/ 1785170 w 2034092"/>
                  <a:gd name="connsiteY7" fmla="*/ 563096 h 1322744"/>
                  <a:gd name="connsiteX8" fmla="*/ 2033653 w 2034092"/>
                  <a:gd name="connsiteY8" fmla="*/ 869619 h 1322744"/>
                  <a:gd name="connsiteX9" fmla="*/ 1666303 w 2034092"/>
                  <a:gd name="connsiteY9" fmla="*/ 1107391 h 1322744"/>
                  <a:gd name="connsiteX10" fmla="*/ 1115556 w 2034092"/>
                  <a:gd name="connsiteY10" fmla="*/ 1118172 h 1322744"/>
                  <a:gd name="connsiteX11" fmla="*/ 725025 w 2034092"/>
                  <a:gd name="connsiteY11" fmla="*/ 1321658 h 1322744"/>
                  <a:gd name="connsiteX12" fmla="*/ 623320 w 2034092"/>
                  <a:gd name="connsiteY12" fmla="*/ 1050381 h 1322744"/>
                  <a:gd name="connsiteX13" fmla="*/ 168494 w 2034092"/>
                  <a:gd name="connsiteY13" fmla="*/ 901663 h 1322744"/>
                  <a:gd name="connsiteX14" fmla="*/ 104413 w 2034092"/>
                  <a:gd name="connsiteY14" fmla="*/ 465162 h 1322744"/>
                  <a:gd name="connsiteX15" fmla="*/ 469199 w 2034092"/>
                  <a:gd name="connsiteY15" fmla="*/ 249008 h 1322744"/>
                  <a:gd name="connsiteX0" fmla="*/ 469199 w 2034173"/>
                  <a:gd name="connsiteY0" fmla="*/ 249008 h 1322744"/>
                  <a:gd name="connsiteX1" fmla="*/ 604267 w 2034173"/>
                  <a:gd name="connsiteY1" fmla="*/ 468735 h 1322744"/>
                  <a:gd name="connsiteX2" fmla="*/ 785241 w 2034173"/>
                  <a:gd name="connsiteY2" fmla="*/ 373486 h 1322744"/>
                  <a:gd name="connsiteX3" fmla="*/ 795328 w 2034173"/>
                  <a:gd name="connsiteY3" fmla="*/ 68210 h 1322744"/>
                  <a:gd name="connsiteX4" fmla="*/ 1024844 w 2034173"/>
                  <a:gd name="connsiteY4" fmla="*/ 316255 h 1322744"/>
                  <a:gd name="connsiteX5" fmla="*/ 1208484 w 2034173"/>
                  <a:gd name="connsiteY5" fmla="*/ 6525 h 1322744"/>
                  <a:gd name="connsiteX6" fmla="*/ 1280542 w 2034173"/>
                  <a:gd name="connsiteY6" fmla="*/ 273473 h 1322744"/>
                  <a:gd name="connsiteX7" fmla="*/ 1785170 w 2034173"/>
                  <a:gd name="connsiteY7" fmla="*/ 563096 h 1322744"/>
                  <a:gd name="connsiteX8" fmla="*/ 2033653 w 2034173"/>
                  <a:gd name="connsiteY8" fmla="*/ 869619 h 1322744"/>
                  <a:gd name="connsiteX9" fmla="*/ 1666303 w 2034173"/>
                  <a:gd name="connsiteY9" fmla="*/ 1107391 h 1322744"/>
                  <a:gd name="connsiteX10" fmla="*/ 1115556 w 2034173"/>
                  <a:gd name="connsiteY10" fmla="*/ 1118172 h 1322744"/>
                  <a:gd name="connsiteX11" fmla="*/ 725025 w 2034173"/>
                  <a:gd name="connsiteY11" fmla="*/ 1321658 h 1322744"/>
                  <a:gd name="connsiteX12" fmla="*/ 623320 w 2034173"/>
                  <a:gd name="connsiteY12" fmla="*/ 1050381 h 1322744"/>
                  <a:gd name="connsiteX13" fmla="*/ 168494 w 2034173"/>
                  <a:gd name="connsiteY13" fmla="*/ 901663 h 1322744"/>
                  <a:gd name="connsiteX14" fmla="*/ 104413 w 2034173"/>
                  <a:gd name="connsiteY14" fmla="*/ 465162 h 1322744"/>
                  <a:gd name="connsiteX15" fmla="*/ 469199 w 2034173"/>
                  <a:gd name="connsiteY15" fmla="*/ 249008 h 1322744"/>
                  <a:gd name="connsiteX0" fmla="*/ 469199 w 2034173"/>
                  <a:gd name="connsiteY0" fmla="*/ 249008 h 1322744"/>
                  <a:gd name="connsiteX1" fmla="*/ 604267 w 2034173"/>
                  <a:gd name="connsiteY1" fmla="*/ 468735 h 1322744"/>
                  <a:gd name="connsiteX2" fmla="*/ 785241 w 2034173"/>
                  <a:gd name="connsiteY2" fmla="*/ 373486 h 1322744"/>
                  <a:gd name="connsiteX3" fmla="*/ 795328 w 2034173"/>
                  <a:gd name="connsiteY3" fmla="*/ 68210 h 1322744"/>
                  <a:gd name="connsiteX4" fmla="*/ 1024844 w 2034173"/>
                  <a:gd name="connsiteY4" fmla="*/ 316255 h 1322744"/>
                  <a:gd name="connsiteX5" fmla="*/ 1208484 w 2034173"/>
                  <a:gd name="connsiteY5" fmla="*/ 6525 h 1322744"/>
                  <a:gd name="connsiteX6" fmla="*/ 1280542 w 2034173"/>
                  <a:gd name="connsiteY6" fmla="*/ 273473 h 1322744"/>
                  <a:gd name="connsiteX7" fmla="*/ 1785170 w 2034173"/>
                  <a:gd name="connsiteY7" fmla="*/ 563096 h 1322744"/>
                  <a:gd name="connsiteX8" fmla="*/ 2033653 w 2034173"/>
                  <a:gd name="connsiteY8" fmla="*/ 869619 h 1322744"/>
                  <a:gd name="connsiteX9" fmla="*/ 1666836 w 2034173"/>
                  <a:gd name="connsiteY9" fmla="*/ 858187 h 1322744"/>
                  <a:gd name="connsiteX10" fmla="*/ 1666303 w 2034173"/>
                  <a:gd name="connsiteY10" fmla="*/ 1107391 h 1322744"/>
                  <a:gd name="connsiteX11" fmla="*/ 1115556 w 2034173"/>
                  <a:gd name="connsiteY11" fmla="*/ 1118172 h 1322744"/>
                  <a:gd name="connsiteX12" fmla="*/ 725025 w 2034173"/>
                  <a:gd name="connsiteY12" fmla="*/ 1321658 h 1322744"/>
                  <a:gd name="connsiteX13" fmla="*/ 623320 w 2034173"/>
                  <a:gd name="connsiteY13" fmla="*/ 1050381 h 1322744"/>
                  <a:gd name="connsiteX14" fmla="*/ 168494 w 2034173"/>
                  <a:gd name="connsiteY14" fmla="*/ 901663 h 1322744"/>
                  <a:gd name="connsiteX15" fmla="*/ 104413 w 2034173"/>
                  <a:gd name="connsiteY15" fmla="*/ 465162 h 1322744"/>
                  <a:gd name="connsiteX16" fmla="*/ 469199 w 2034173"/>
                  <a:gd name="connsiteY16" fmla="*/ 249008 h 1322744"/>
                  <a:gd name="connsiteX0" fmla="*/ 469199 w 2034173"/>
                  <a:gd name="connsiteY0" fmla="*/ 249008 h 1322744"/>
                  <a:gd name="connsiteX1" fmla="*/ 604267 w 2034173"/>
                  <a:gd name="connsiteY1" fmla="*/ 468735 h 1322744"/>
                  <a:gd name="connsiteX2" fmla="*/ 785241 w 2034173"/>
                  <a:gd name="connsiteY2" fmla="*/ 373486 h 1322744"/>
                  <a:gd name="connsiteX3" fmla="*/ 795328 w 2034173"/>
                  <a:gd name="connsiteY3" fmla="*/ 68210 h 1322744"/>
                  <a:gd name="connsiteX4" fmla="*/ 1024844 w 2034173"/>
                  <a:gd name="connsiteY4" fmla="*/ 316255 h 1322744"/>
                  <a:gd name="connsiteX5" fmla="*/ 1208484 w 2034173"/>
                  <a:gd name="connsiteY5" fmla="*/ 6525 h 1322744"/>
                  <a:gd name="connsiteX6" fmla="*/ 1280542 w 2034173"/>
                  <a:gd name="connsiteY6" fmla="*/ 273473 h 1322744"/>
                  <a:gd name="connsiteX7" fmla="*/ 1785170 w 2034173"/>
                  <a:gd name="connsiteY7" fmla="*/ 563096 h 1322744"/>
                  <a:gd name="connsiteX8" fmla="*/ 2033653 w 2034173"/>
                  <a:gd name="connsiteY8" fmla="*/ 869619 h 1322744"/>
                  <a:gd name="connsiteX9" fmla="*/ 1666836 w 2034173"/>
                  <a:gd name="connsiteY9" fmla="*/ 858187 h 1322744"/>
                  <a:gd name="connsiteX10" fmla="*/ 1666303 w 2034173"/>
                  <a:gd name="connsiteY10" fmla="*/ 1107391 h 1322744"/>
                  <a:gd name="connsiteX11" fmla="*/ 1115556 w 2034173"/>
                  <a:gd name="connsiteY11" fmla="*/ 1118172 h 1322744"/>
                  <a:gd name="connsiteX12" fmla="*/ 725025 w 2034173"/>
                  <a:gd name="connsiteY12" fmla="*/ 1321658 h 1322744"/>
                  <a:gd name="connsiteX13" fmla="*/ 623320 w 2034173"/>
                  <a:gd name="connsiteY13" fmla="*/ 1050381 h 1322744"/>
                  <a:gd name="connsiteX14" fmla="*/ 168494 w 2034173"/>
                  <a:gd name="connsiteY14" fmla="*/ 901663 h 1322744"/>
                  <a:gd name="connsiteX15" fmla="*/ 104413 w 2034173"/>
                  <a:gd name="connsiteY15" fmla="*/ 465162 h 1322744"/>
                  <a:gd name="connsiteX16" fmla="*/ 469199 w 2034173"/>
                  <a:gd name="connsiteY16" fmla="*/ 249008 h 1322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34173" h="1322744">
                    <a:moveTo>
                      <a:pt x="469199" y="249008"/>
                    </a:moveTo>
                    <a:cubicBezTo>
                      <a:pt x="577196" y="255358"/>
                      <a:pt x="496270" y="462385"/>
                      <a:pt x="604267" y="468735"/>
                    </a:cubicBezTo>
                    <a:cubicBezTo>
                      <a:pt x="671759" y="452066"/>
                      <a:pt x="751110" y="433017"/>
                      <a:pt x="785241" y="373486"/>
                    </a:cubicBezTo>
                    <a:cubicBezTo>
                      <a:pt x="819372" y="313955"/>
                      <a:pt x="693600" y="102478"/>
                      <a:pt x="795328" y="68210"/>
                    </a:cubicBezTo>
                    <a:cubicBezTo>
                      <a:pt x="905313" y="44585"/>
                      <a:pt x="955985" y="326536"/>
                      <a:pt x="1024844" y="316255"/>
                    </a:cubicBezTo>
                    <a:cubicBezTo>
                      <a:pt x="1093703" y="305974"/>
                      <a:pt x="1002456" y="-52324"/>
                      <a:pt x="1208484" y="6525"/>
                    </a:cubicBezTo>
                    <a:cubicBezTo>
                      <a:pt x="1437725" y="56813"/>
                      <a:pt x="1317854" y="266458"/>
                      <a:pt x="1280542" y="273473"/>
                    </a:cubicBezTo>
                    <a:cubicBezTo>
                      <a:pt x="1917562" y="209481"/>
                      <a:pt x="1833620" y="437712"/>
                      <a:pt x="1785170" y="563096"/>
                    </a:cubicBezTo>
                    <a:cubicBezTo>
                      <a:pt x="1762984" y="672677"/>
                      <a:pt x="2047941" y="769607"/>
                      <a:pt x="2033653" y="869619"/>
                    </a:cubicBezTo>
                    <a:cubicBezTo>
                      <a:pt x="1710040" y="1120429"/>
                      <a:pt x="1728061" y="818558"/>
                      <a:pt x="1666836" y="858187"/>
                    </a:cubicBezTo>
                    <a:cubicBezTo>
                      <a:pt x="1605611" y="897816"/>
                      <a:pt x="1770749" y="1091250"/>
                      <a:pt x="1666303" y="1107391"/>
                    </a:cubicBezTo>
                    <a:cubicBezTo>
                      <a:pt x="1540824" y="1171497"/>
                      <a:pt x="1272436" y="1082461"/>
                      <a:pt x="1115556" y="1118172"/>
                    </a:cubicBezTo>
                    <a:cubicBezTo>
                      <a:pt x="958676" y="1153883"/>
                      <a:pt x="1104516" y="1338529"/>
                      <a:pt x="725025" y="1321658"/>
                    </a:cubicBezTo>
                    <a:cubicBezTo>
                      <a:pt x="188876" y="1271188"/>
                      <a:pt x="943970" y="1212107"/>
                      <a:pt x="623320" y="1050381"/>
                    </a:cubicBezTo>
                    <a:cubicBezTo>
                      <a:pt x="594791" y="908933"/>
                      <a:pt x="197023" y="1043111"/>
                      <a:pt x="168494" y="901663"/>
                    </a:cubicBezTo>
                    <a:cubicBezTo>
                      <a:pt x="135288" y="823941"/>
                      <a:pt x="-149488" y="455638"/>
                      <a:pt x="104413" y="465162"/>
                    </a:cubicBezTo>
                    <a:cubicBezTo>
                      <a:pt x="51268" y="408373"/>
                      <a:pt x="-19617" y="173417"/>
                      <a:pt x="469199" y="249008"/>
                    </a:cubicBezTo>
                    <a:close/>
                  </a:path>
                </a:pathLst>
              </a:cu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7F7A0EF4-40B5-49E3-B391-885C4A552E23}"/>
                  </a:ext>
                </a:extLst>
              </p:cNvPr>
              <p:cNvSpPr/>
              <p:nvPr/>
            </p:nvSpPr>
            <p:spPr>
              <a:xfrm rot="10368020">
                <a:off x="3274652" y="3596790"/>
                <a:ext cx="1461946" cy="788598"/>
              </a:xfrm>
              <a:prstGeom prst="ellipse">
                <a:avLst/>
              </a:prstGeom>
              <a:solidFill>
                <a:srgbClr val="BE4B4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8E718B23-8784-4FB3-9D4B-64B442276BD0}"/>
                  </a:ext>
                </a:extLst>
              </p:cNvPr>
              <p:cNvGrpSpPr/>
              <p:nvPr/>
            </p:nvGrpSpPr>
            <p:grpSpPr>
              <a:xfrm rot="19937347" flipH="1">
                <a:off x="5012001" y="3449163"/>
                <a:ext cx="595687" cy="435336"/>
                <a:chOff x="4812155" y="4565544"/>
                <a:chExt cx="830683" cy="607074"/>
              </a:xfrm>
            </p:grpSpPr>
            <p:sp>
              <p:nvSpPr>
                <p:cNvPr id="165" name="Rectangle 5">
                  <a:extLst>
                    <a:ext uri="{FF2B5EF4-FFF2-40B4-BE49-F238E27FC236}">
                      <a16:creationId xmlns:a16="http://schemas.microsoft.com/office/drawing/2014/main" id="{B1BEF783-B058-4266-A23D-8B1B78118E7C}"/>
                    </a:ext>
                  </a:extLst>
                </p:cNvPr>
                <p:cNvSpPr/>
                <p:nvPr/>
              </p:nvSpPr>
              <p:spPr>
                <a:xfrm rot="339536">
                  <a:off x="4812155" y="4565544"/>
                  <a:ext cx="830683" cy="496735"/>
                </a:xfrm>
                <a:custGeom>
                  <a:avLst/>
                  <a:gdLst>
                    <a:gd name="connsiteX0" fmla="*/ 0 w 249685"/>
                    <a:gd name="connsiteY0" fmla="*/ 0 h 45719"/>
                    <a:gd name="connsiteX1" fmla="*/ 249685 w 249685"/>
                    <a:gd name="connsiteY1" fmla="*/ 0 h 45719"/>
                    <a:gd name="connsiteX2" fmla="*/ 249685 w 249685"/>
                    <a:gd name="connsiteY2" fmla="*/ 45719 h 45719"/>
                    <a:gd name="connsiteX3" fmla="*/ 0 w 249685"/>
                    <a:gd name="connsiteY3" fmla="*/ 45719 h 45719"/>
                    <a:gd name="connsiteX4" fmla="*/ 0 w 249685"/>
                    <a:gd name="connsiteY4" fmla="*/ 0 h 45719"/>
                    <a:gd name="connsiteX0" fmla="*/ 18133 w 267818"/>
                    <a:gd name="connsiteY0" fmla="*/ 0 h 184709"/>
                    <a:gd name="connsiteX1" fmla="*/ 267818 w 267818"/>
                    <a:gd name="connsiteY1" fmla="*/ 0 h 184709"/>
                    <a:gd name="connsiteX2" fmla="*/ 267818 w 267818"/>
                    <a:gd name="connsiteY2" fmla="*/ 45719 h 184709"/>
                    <a:gd name="connsiteX3" fmla="*/ 0 w 267818"/>
                    <a:gd name="connsiteY3" fmla="*/ 184709 h 184709"/>
                    <a:gd name="connsiteX4" fmla="*/ 18133 w 267818"/>
                    <a:gd name="connsiteY4" fmla="*/ 0 h 184709"/>
                    <a:gd name="connsiteX0" fmla="*/ 18133 w 277779"/>
                    <a:gd name="connsiteY0" fmla="*/ 0 h 210641"/>
                    <a:gd name="connsiteX1" fmla="*/ 267818 w 277779"/>
                    <a:gd name="connsiteY1" fmla="*/ 0 h 210641"/>
                    <a:gd name="connsiteX2" fmla="*/ 277779 w 277779"/>
                    <a:gd name="connsiteY2" fmla="*/ 210641 h 210641"/>
                    <a:gd name="connsiteX3" fmla="*/ 0 w 277779"/>
                    <a:gd name="connsiteY3" fmla="*/ 184709 h 210641"/>
                    <a:gd name="connsiteX4" fmla="*/ 18133 w 277779"/>
                    <a:gd name="connsiteY4" fmla="*/ 0 h 210641"/>
                    <a:gd name="connsiteX0" fmla="*/ 18133 w 485464"/>
                    <a:gd name="connsiteY0" fmla="*/ 0 h 219400"/>
                    <a:gd name="connsiteX1" fmla="*/ 267818 w 485464"/>
                    <a:gd name="connsiteY1" fmla="*/ 0 h 219400"/>
                    <a:gd name="connsiteX2" fmla="*/ 277779 w 485464"/>
                    <a:gd name="connsiteY2" fmla="*/ 210641 h 219400"/>
                    <a:gd name="connsiteX3" fmla="*/ 0 w 485464"/>
                    <a:gd name="connsiteY3" fmla="*/ 184709 h 219400"/>
                    <a:gd name="connsiteX4" fmla="*/ 18133 w 485464"/>
                    <a:gd name="connsiteY4" fmla="*/ 0 h 219400"/>
                    <a:gd name="connsiteX0" fmla="*/ 18133 w 480765"/>
                    <a:gd name="connsiteY0" fmla="*/ 93847 h 310729"/>
                    <a:gd name="connsiteX1" fmla="*/ 248947 w 480765"/>
                    <a:gd name="connsiteY1" fmla="*/ 0 h 310729"/>
                    <a:gd name="connsiteX2" fmla="*/ 277779 w 480765"/>
                    <a:gd name="connsiteY2" fmla="*/ 304488 h 310729"/>
                    <a:gd name="connsiteX3" fmla="*/ 0 w 480765"/>
                    <a:gd name="connsiteY3" fmla="*/ 278556 h 310729"/>
                    <a:gd name="connsiteX4" fmla="*/ 18133 w 480765"/>
                    <a:gd name="connsiteY4" fmla="*/ 93847 h 310729"/>
                    <a:gd name="connsiteX0" fmla="*/ 18133 w 617529"/>
                    <a:gd name="connsiteY0" fmla="*/ 93847 h 310157"/>
                    <a:gd name="connsiteX1" fmla="*/ 248947 w 617529"/>
                    <a:gd name="connsiteY1" fmla="*/ 0 h 310157"/>
                    <a:gd name="connsiteX2" fmla="*/ 277779 w 617529"/>
                    <a:gd name="connsiteY2" fmla="*/ 304488 h 310157"/>
                    <a:gd name="connsiteX3" fmla="*/ 0 w 617529"/>
                    <a:gd name="connsiteY3" fmla="*/ 278556 h 310157"/>
                    <a:gd name="connsiteX4" fmla="*/ 18133 w 617529"/>
                    <a:gd name="connsiteY4" fmla="*/ 93847 h 310157"/>
                    <a:gd name="connsiteX0" fmla="*/ 18133 w 506189"/>
                    <a:gd name="connsiteY0" fmla="*/ 93847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4" fmla="*/ 18133 w 506189"/>
                    <a:gd name="connsiteY4" fmla="*/ 93847 h 409581"/>
                    <a:gd name="connsiteX0" fmla="*/ 0 w 506189"/>
                    <a:gd name="connsiteY0" fmla="*/ 278556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0" fmla="*/ 62221 w 568410"/>
                    <a:gd name="connsiteY0" fmla="*/ 295940 h 426965"/>
                    <a:gd name="connsiteX1" fmla="*/ 311168 w 568410"/>
                    <a:gd name="connsiteY1" fmla="*/ 17384 h 426965"/>
                    <a:gd name="connsiteX2" fmla="*/ 340000 w 568410"/>
                    <a:gd name="connsiteY2" fmla="*/ 321872 h 426965"/>
                    <a:gd name="connsiteX3" fmla="*/ 62221 w 568410"/>
                    <a:gd name="connsiteY3" fmla="*/ 295940 h 426965"/>
                    <a:gd name="connsiteX0" fmla="*/ 224298 w 730487"/>
                    <a:gd name="connsiteY0" fmla="*/ 291873 h 422898"/>
                    <a:gd name="connsiteX1" fmla="*/ 473245 w 730487"/>
                    <a:gd name="connsiteY1" fmla="*/ 13317 h 422898"/>
                    <a:gd name="connsiteX2" fmla="*/ 502077 w 730487"/>
                    <a:gd name="connsiteY2" fmla="*/ 317805 h 422898"/>
                    <a:gd name="connsiteX3" fmla="*/ 224298 w 730487"/>
                    <a:gd name="connsiteY3" fmla="*/ 291873 h 422898"/>
                    <a:gd name="connsiteX0" fmla="*/ 215716 w 721905"/>
                    <a:gd name="connsiteY0" fmla="*/ 288712 h 419737"/>
                    <a:gd name="connsiteX1" fmla="*/ 464663 w 721905"/>
                    <a:gd name="connsiteY1" fmla="*/ 10156 h 419737"/>
                    <a:gd name="connsiteX2" fmla="*/ 493495 w 721905"/>
                    <a:gd name="connsiteY2" fmla="*/ 314644 h 419737"/>
                    <a:gd name="connsiteX3" fmla="*/ 215716 w 721905"/>
                    <a:gd name="connsiteY3" fmla="*/ 288712 h 419737"/>
                    <a:gd name="connsiteX0" fmla="*/ 212948 w 719137"/>
                    <a:gd name="connsiteY0" fmla="*/ 288153 h 419178"/>
                    <a:gd name="connsiteX1" fmla="*/ 461895 w 719137"/>
                    <a:gd name="connsiteY1" fmla="*/ 9597 h 419178"/>
                    <a:gd name="connsiteX2" fmla="*/ 490727 w 719137"/>
                    <a:gd name="connsiteY2" fmla="*/ 314085 h 419178"/>
                    <a:gd name="connsiteX3" fmla="*/ 212948 w 719137"/>
                    <a:gd name="connsiteY3" fmla="*/ 288153 h 419178"/>
                    <a:gd name="connsiteX0" fmla="*/ 212948 w 820321"/>
                    <a:gd name="connsiteY0" fmla="*/ 288153 h 422764"/>
                    <a:gd name="connsiteX1" fmla="*/ 461895 w 820321"/>
                    <a:gd name="connsiteY1" fmla="*/ 9597 h 422764"/>
                    <a:gd name="connsiteX2" fmla="*/ 490727 w 820321"/>
                    <a:gd name="connsiteY2" fmla="*/ 314085 h 422764"/>
                    <a:gd name="connsiteX3" fmla="*/ 212948 w 820321"/>
                    <a:gd name="connsiteY3" fmla="*/ 288153 h 422764"/>
                    <a:gd name="connsiteX0" fmla="*/ 234401 w 841774"/>
                    <a:gd name="connsiteY0" fmla="*/ 299510 h 434121"/>
                    <a:gd name="connsiteX1" fmla="*/ 483348 w 841774"/>
                    <a:gd name="connsiteY1" fmla="*/ 20954 h 434121"/>
                    <a:gd name="connsiteX2" fmla="*/ 512180 w 841774"/>
                    <a:gd name="connsiteY2" fmla="*/ 325442 h 434121"/>
                    <a:gd name="connsiteX3" fmla="*/ 234401 w 841774"/>
                    <a:gd name="connsiteY3" fmla="*/ 299510 h 434121"/>
                    <a:gd name="connsiteX0" fmla="*/ 241713 w 832320"/>
                    <a:gd name="connsiteY0" fmla="*/ 276270 h 434877"/>
                    <a:gd name="connsiteX1" fmla="*/ 473894 w 832320"/>
                    <a:gd name="connsiteY1" fmla="*/ 21710 h 434877"/>
                    <a:gd name="connsiteX2" fmla="*/ 502726 w 832320"/>
                    <a:gd name="connsiteY2" fmla="*/ 326198 h 434877"/>
                    <a:gd name="connsiteX3" fmla="*/ 241713 w 832320"/>
                    <a:gd name="connsiteY3" fmla="*/ 276270 h 434877"/>
                    <a:gd name="connsiteX0" fmla="*/ 244925 w 830683"/>
                    <a:gd name="connsiteY0" fmla="*/ 346831 h 496734"/>
                    <a:gd name="connsiteX1" fmla="*/ 469902 w 830683"/>
                    <a:gd name="connsiteY1" fmla="*/ 19573 h 496734"/>
                    <a:gd name="connsiteX2" fmla="*/ 505938 w 830683"/>
                    <a:gd name="connsiteY2" fmla="*/ 396759 h 496734"/>
                    <a:gd name="connsiteX3" fmla="*/ 244925 w 830683"/>
                    <a:gd name="connsiteY3" fmla="*/ 346831 h 496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0683" h="496734">
                      <a:moveTo>
                        <a:pt x="244925" y="346831"/>
                      </a:moveTo>
                      <a:cubicBezTo>
                        <a:pt x="-68203" y="538901"/>
                        <a:pt x="-165737" y="-119962"/>
                        <a:pt x="469902" y="19573"/>
                      </a:cubicBezTo>
                      <a:cubicBezTo>
                        <a:pt x="1174892" y="87260"/>
                        <a:pt x="655466" y="742124"/>
                        <a:pt x="505938" y="396759"/>
                      </a:cubicBezTo>
                      <a:lnTo>
                        <a:pt x="244925" y="346831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Rectangle 7">
                  <a:extLst>
                    <a:ext uri="{FF2B5EF4-FFF2-40B4-BE49-F238E27FC236}">
                      <a16:creationId xmlns:a16="http://schemas.microsoft.com/office/drawing/2014/main" id="{0C5210C0-2722-46C1-A096-5762634B1827}"/>
                    </a:ext>
                  </a:extLst>
                </p:cNvPr>
                <p:cNvSpPr/>
                <p:nvPr/>
              </p:nvSpPr>
              <p:spPr>
                <a:xfrm rot="2218974">
                  <a:off x="4936158" y="4756042"/>
                  <a:ext cx="382551" cy="416576"/>
                </a:xfrm>
                <a:custGeom>
                  <a:avLst/>
                  <a:gdLst>
                    <a:gd name="connsiteX0" fmla="*/ 0 w 345134"/>
                    <a:gd name="connsiteY0" fmla="*/ 0 h 247650"/>
                    <a:gd name="connsiteX1" fmla="*/ 345134 w 345134"/>
                    <a:gd name="connsiteY1" fmla="*/ 0 h 247650"/>
                    <a:gd name="connsiteX2" fmla="*/ 345134 w 345134"/>
                    <a:gd name="connsiteY2" fmla="*/ 247650 h 247650"/>
                    <a:gd name="connsiteX3" fmla="*/ 0 w 345134"/>
                    <a:gd name="connsiteY3" fmla="*/ 247650 h 247650"/>
                    <a:gd name="connsiteX4" fmla="*/ 0 w 345134"/>
                    <a:gd name="connsiteY4" fmla="*/ 0 h 247650"/>
                    <a:gd name="connsiteX0" fmla="*/ 0 w 345134"/>
                    <a:gd name="connsiteY0" fmla="*/ 0 h 327025"/>
                    <a:gd name="connsiteX1" fmla="*/ 345134 w 345134"/>
                    <a:gd name="connsiteY1" fmla="*/ 0 h 327025"/>
                    <a:gd name="connsiteX2" fmla="*/ 345134 w 345134"/>
                    <a:gd name="connsiteY2" fmla="*/ 247650 h 327025"/>
                    <a:gd name="connsiteX3" fmla="*/ 156 w 345134"/>
                    <a:gd name="connsiteY3" fmla="*/ 327025 h 327025"/>
                    <a:gd name="connsiteX4" fmla="*/ 0 w 345134"/>
                    <a:gd name="connsiteY4" fmla="*/ 0 h 327025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3056" h="416576">
                      <a:moveTo>
                        <a:pt x="39171" y="67883"/>
                      </a:moveTo>
                      <a:lnTo>
                        <a:pt x="353056" y="0"/>
                      </a:lnTo>
                      <a:cubicBezTo>
                        <a:pt x="222721" y="260598"/>
                        <a:pt x="346512" y="281318"/>
                        <a:pt x="344978" y="337201"/>
                      </a:cubicBezTo>
                      <a:lnTo>
                        <a:pt x="0" y="416576"/>
                      </a:lnTo>
                      <a:cubicBezTo>
                        <a:pt x="16940" y="337167"/>
                        <a:pt x="155960" y="282933"/>
                        <a:pt x="39171" y="67883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 7">
                  <a:extLst>
                    <a:ext uri="{FF2B5EF4-FFF2-40B4-BE49-F238E27FC236}">
                      <a16:creationId xmlns:a16="http://schemas.microsoft.com/office/drawing/2014/main" id="{B2E80020-6870-4523-AF44-EAFBD54932CD}"/>
                    </a:ext>
                  </a:extLst>
                </p:cNvPr>
                <p:cNvSpPr/>
                <p:nvPr/>
              </p:nvSpPr>
              <p:spPr>
                <a:xfrm rot="1565570">
                  <a:off x="5060364" y="4728958"/>
                  <a:ext cx="382551" cy="16890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1" name="Rectangle 9">
                <a:extLst>
                  <a:ext uri="{FF2B5EF4-FFF2-40B4-BE49-F238E27FC236}">
                    <a16:creationId xmlns:a16="http://schemas.microsoft.com/office/drawing/2014/main" id="{76296E52-241F-4DD7-BC16-080DE8C2C3B3}"/>
                  </a:ext>
                </a:extLst>
              </p:cNvPr>
              <p:cNvSpPr/>
              <p:nvPr/>
            </p:nvSpPr>
            <p:spPr>
              <a:xfrm rot="10159132">
                <a:off x="3428487" y="4535952"/>
                <a:ext cx="513089" cy="262337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9">
                <a:extLst>
                  <a:ext uri="{FF2B5EF4-FFF2-40B4-BE49-F238E27FC236}">
                    <a16:creationId xmlns:a16="http://schemas.microsoft.com/office/drawing/2014/main" id="{7FC5F5B4-FE87-4BFB-9CAC-7B0A1E0D8032}"/>
                  </a:ext>
                </a:extLst>
              </p:cNvPr>
              <p:cNvSpPr/>
              <p:nvPr/>
            </p:nvSpPr>
            <p:spPr>
              <a:xfrm rot="7855816">
                <a:off x="4534440" y="4200647"/>
                <a:ext cx="314181" cy="262337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9">
                <a:extLst>
                  <a:ext uri="{FF2B5EF4-FFF2-40B4-BE49-F238E27FC236}">
                    <a16:creationId xmlns:a16="http://schemas.microsoft.com/office/drawing/2014/main" id="{7210C91E-B492-425F-8828-77DFDA80632B}"/>
                  </a:ext>
                </a:extLst>
              </p:cNvPr>
              <p:cNvSpPr/>
              <p:nvPr/>
            </p:nvSpPr>
            <p:spPr>
              <a:xfrm rot="7855816">
                <a:off x="5735154" y="3374917"/>
                <a:ext cx="314181" cy="262337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">
                <a:extLst>
                  <a:ext uri="{FF2B5EF4-FFF2-40B4-BE49-F238E27FC236}">
                    <a16:creationId xmlns:a16="http://schemas.microsoft.com/office/drawing/2014/main" id="{292524AC-D8C4-4A01-BF68-667DA1EFCDEE}"/>
                  </a:ext>
                </a:extLst>
              </p:cNvPr>
              <p:cNvSpPr/>
              <p:nvPr/>
            </p:nvSpPr>
            <p:spPr>
              <a:xfrm rot="10800000">
                <a:off x="4769024" y="3301467"/>
                <a:ext cx="603961" cy="161342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0">
                <a:extLst>
                  <a:ext uri="{FF2B5EF4-FFF2-40B4-BE49-F238E27FC236}">
                    <a16:creationId xmlns:a16="http://schemas.microsoft.com/office/drawing/2014/main" id="{158487BD-E4F9-4E25-BD92-BD97E0109F33}"/>
                  </a:ext>
                </a:extLst>
              </p:cNvPr>
              <p:cNvSpPr/>
              <p:nvPr/>
            </p:nvSpPr>
            <p:spPr>
              <a:xfrm rot="11119265">
                <a:off x="8125204" y="3711045"/>
                <a:ext cx="1696085" cy="917286"/>
              </a:xfrm>
              <a:custGeom>
                <a:avLst/>
                <a:gdLst>
                  <a:gd name="connsiteX0" fmla="*/ 0 w 1176476"/>
                  <a:gd name="connsiteY0" fmla="*/ 0 h 514831"/>
                  <a:gd name="connsiteX1" fmla="*/ 1176476 w 1176476"/>
                  <a:gd name="connsiteY1" fmla="*/ 0 h 514831"/>
                  <a:gd name="connsiteX2" fmla="*/ 1176476 w 1176476"/>
                  <a:gd name="connsiteY2" fmla="*/ 514831 h 514831"/>
                  <a:gd name="connsiteX3" fmla="*/ 0 w 1176476"/>
                  <a:gd name="connsiteY3" fmla="*/ 514831 h 514831"/>
                  <a:gd name="connsiteX4" fmla="*/ 0 w 1176476"/>
                  <a:gd name="connsiteY4" fmla="*/ 0 h 514831"/>
                  <a:gd name="connsiteX0" fmla="*/ 0 w 1176476"/>
                  <a:gd name="connsiteY0" fmla="*/ 0 h 619606"/>
                  <a:gd name="connsiteX1" fmla="*/ 1176476 w 1176476"/>
                  <a:gd name="connsiteY1" fmla="*/ 0 h 619606"/>
                  <a:gd name="connsiteX2" fmla="*/ 1176476 w 1176476"/>
                  <a:gd name="connsiteY2" fmla="*/ 514831 h 619606"/>
                  <a:gd name="connsiteX3" fmla="*/ 128588 w 1176476"/>
                  <a:gd name="connsiteY3" fmla="*/ 619606 h 619606"/>
                  <a:gd name="connsiteX4" fmla="*/ 0 w 1176476"/>
                  <a:gd name="connsiteY4" fmla="*/ 0 h 619606"/>
                  <a:gd name="connsiteX0" fmla="*/ 0 w 1214576"/>
                  <a:gd name="connsiteY0" fmla="*/ 0 h 619606"/>
                  <a:gd name="connsiteX1" fmla="*/ 1176476 w 1214576"/>
                  <a:gd name="connsiteY1" fmla="*/ 0 h 619606"/>
                  <a:gd name="connsiteX2" fmla="*/ 1214576 w 1214576"/>
                  <a:gd name="connsiteY2" fmla="*/ 614843 h 619606"/>
                  <a:gd name="connsiteX3" fmla="*/ 128588 w 1214576"/>
                  <a:gd name="connsiteY3" fmla="*/ 619606 h 619606"/>
                  <a:gd name="connsiteX4" fmla="*/ 0 w 1214576"/>
                  <a:gd name="connsiteY4" fmla="*/ 0 h 619606"/>
                  <a:gd name="connsiteX0" fmla="*/ 0 w 1214576"/>
                  <a:gd name="connsiteY0" fmla="*/ 0 h 660900"/>
                  <a:gd name="connsiteX1" fmla="*/ 1176476 w 1214576"/>
                  <a:gd name="connsiteY1" fmla="*/ 0 h 660900"/>
                  <a:gd name="connsiteX2" fmla="*/ 1214576 w 1214576"/>
                  <a:gd name="connsiteY2" fmla="*/ 614843 h 660900"/>
                  <a:gd name="connsiteX3" fmla="*/ 128588 w 1214576"/>
                  <a:gd name="connsiteY3" fmla="*/ 619606 h 660900"/>
                  <a:gd name="connsiteX4" fmla="*/ 0 w 1214576"/>
                  <a:gd name="connsiteY4" fmla="*/ 0 h 660900"/>
                  <a:gd name="connsiteX0" fmla="*/ 0 w 1214576"/>
                  <a:gd name="connsiteY0" fmla="*/ 0 h 635268"/>
                  <a:gd name="connsiteX1" fmla="*/ 1176476 w 1214576"/>
                  <a:gd name="connsiteY1" fmla="*/ 0 h 635268"/>
                  <a:gd name="connsiteX2" fmla="*/ 1214576 w 1214576"/>
                  <a:gd name="connsiteY2" fmla="*/ 614843 h 635268"/>
                  <a:gd name="connsiteX3" fmla="*/ 128588 w 1214576"/>
                  <a:gd name="connsiteY3" fmla="*/ 619606 h 635268"/>
                  <a:gd name="connsiteX4" fmla="*/ 0 w 1214576"/>
                  <a:gd name="connsiteY4" fmla="*/ 0 h 635268"/>
                  <a:gd name="connsiteX0" fmla="*/ 0 w 1214576"/>
                  <a:gd name="connsiteY0" fmla="*/ 0 h 640248"/>
                  <a:gd name="connsiteX1" fmla="*/ 1176476 w 1214576"/>
                  <a:gd name="connsiteY1" fmla="*/ 0 h 640248"/>
                  <a:gd name="connsiteX2" fmla="*/ 1214576 w 1214576"/>
                  <a:gd name="connsiteY2" fmla="*/ 614843 h 640248"/>
                  <a:gd name="connsiteX3" fmla="*/ 128588 w 1214576"/>
                  <a:gd name="connsiteY3" fmla="*/ 619606 h 640248"/>
                  <a:gd name="connsiteX4" fmla="*/ 0 w 1214576"/>
                  <a:gd name="connsiteY4" fmla="*/ 0 h 640248"/>
                  <a:gd name="connsiteX0" fmla="*/ 0 w 1214576"/>
                  <a:gd name="connsiteY0" fmla="*/ 0 h 673888"/>
                  <a:gd name="connsiteX1" fmla="*/ 1176476 w 1214576"/>
                  <a:gd name="connsiteY1" fmla="*/ 0 h 673888"/>
                  <a:gd name="connsiteX2" fmla="*/ 1214576 w 1214576"/>
                  <a:gd name="connsiteY2" fmla="*/ 614843 h 673888"/>
                  <a:gd name="connsiteX3" fmla="*/ 128588 w 1214576"/>
                  <a:gd name="connsiteY3" fmla="*/ 619606 h 673888"/>
                  <a:gd name="connsiteX4" fmla="*/ 0 w 1214576"/>
                  <a:gd name="connsiteY4" fmla="*/ 0 h 673888"/>
                  <a:gd name="connsiteX0" fmla="*/ 257037 w 1471613"/>
                  <a:gd name="connsiteY0" fmla="*/ 0 h 673888"/>
                  <a:gd name="connsiteX1" fmla="*/ 1433513 w 1471613"/>
                  <a:gd name="connsiteY1" fmla="*/ 0 h 673888"/>
                  <a:gd name="connsiteX2" fmla="*/ 1471613 w 1471613"/>
                  <a:gd name="connsiteY2" fmla="*/ 614843 h 673888"/>
                  <a:gd name="connsiteX3" fmla="*/ 385625 w 1471613"/>
                  <a:gd name="connsiteY3" fmla="*/ 619606 h 673888"/>
                  <a:gd name="connsiteX4" fmla="*/ 0 w 1471613"/>
                  <a:gd name="connsiteY4" fmla="*/ 252412 h 673888"/>
                  <a:gd name="connsiteX5" fmla="*/ 257037 w 1471613"/>
                  <a:gd name="connsiteY5" fmla="*/ 0 h 673888"/>
                  <a:gd name="connsiteX0" fmla="*/ 347805 w 1562381"/>
                  <a:gd name="connsiteY0" fmla="*/ 0 h 673888"/>
                  <a:gd name="connsiteX1" fmla="*/ 1524281 w 1562381"/>
                  <a:gd name="connsiteY1" fmla="*/ 0 h 673888"/>
                  <a:gd name="connsiteX2" fmla="*/ 1562381 w 1562381"/>
                  <a:gd name="connsiteY2" fmla="*/ 614843 h 673888"/>
                  <a:gd name="connsiteX3" fmla="*/ 476393 w 1562381"/>
                  <a:gd name="connsiteY3" fmla="*/ 619606 h 673888"/>
                  <a:gd name="connsiteX4" fmla="*/ 90768 w 1562381"/>
                  <a:gd name="connsiteY4" fmla="*/ 252412 h 673888"/>
                  <a:gd name="connsiteX5" fmla="*/ 9807 w 1562381"/>
                  <a:gd name="connsiteY5" fmla="*/ 76199 h 673888"/>
                  <a:gd name="connsiteX6" fmla="*/ 347805 w 1562381"/>
                  <a:gd name="connsiteY6" fmla="*/ 0 h 673888"/>
                  <a:gd name="connsiteX0" fmla="*/ 181118 w 1562381"/>
                  <a:gd name="connsiteY0" fmla="*/ 0 h 726276"/>
                  <a:gd name="connsiteX1" fmla="*/ 1524281 w 1562381"/>
                  <a:gd name="connsiteY1" fmla="*/ 52388 h 726276"/>
                  <a:gd name="connsiteX2" fmla="*/ 1562381 w 1562381"/>
                  <a:gd name="connsiteY2" fmla="*/ 667231 h 726276"/>
                  <a:gd name="connsiteX3" fmla="*/ 476393 w 1562381"/>
                  <a:gd name="connsiteY3" fmla="*/ 671994 h 726276"/>
                  <a:gd name="connsiteX4" fmla="*/ 90768 w 1562381"/>
                  <a:gd name="connsiteY4" fmla="*/ 304800 h 726276"/>
                  <a:gd name="connsiteX5" fmla="*/ 9807 w 1562381"/>
                  <a:gd name="connsiteY5" fmla="*/ 128587 h 726276"/>
                  <a:gd name="connsiteX6" fmla="*/ 181118 w 1562381"/>
                  <a:gd name="connsiteY6" fmla="*/ 0 h 726276"/>
                  <a:gd name="connsiteX0" fmla="*/ 309398 w 1690661"/>
                  <a:gd name="connsiteY0" fmla="*/ 58286 h 784562"/>
                  <a:gd name="connsiteX1" fmla="*/ 1652561 w 1690661"/>
                  <a:gd name="connsiteY1" fmla="*/ 110674 h 784562"/>
                  <a:gd name="connsiteX2" fmla="*/ 1690661 w 1690661"/>
                  <a:gd name="connsiteY2" fmla="*/ 725517 h 784562"/>
                  <a:gd name="connsiteX3" fmla="*/ 604673 w 1690661"/>
                  <a:gd name="connsiteY3" fmla="*/ 730280 h 784562"/>
                  <a:gd name="connsiteX4" fmla="*/ 219048 w 1690661"/>
                  <a:gd name="connsiteY4" fmla="*/ 363086 h 784562"/>
                  <a:gd name="connsiteX5" fmla="*/ 138087 w 1690661"/>
                  <a:gd name="connsiteY5" fmla="*/ 186873 h 784562"/>
                  <a:gd name="connsiteX6" fmla="*/ 309398 w 1690661"/>
                  <a:gd name="connsiteY6" fmla="*/ 58286 h 784562"/>
                  <a:gd name="connsiteX0" fmla="*/ 313339 w 1694602"/>
                  <a:gd name="connsiteY0" fmla="*/ 58286 h 784562"/>
                  <a:gd name="connsiteX1" fmla="*/ 1656502 w 1694602"/>
                  <a:gd name="connsiteY1" fmla="*/ 110674 h 784562"/>
                  <a:gd name="connsiteX2" fmla="*/ 1694602 w 1694602"/>
                  <a:gd name="connsiteY2" fmla="*/ 725517 h 784562"/>
                  <a:gd name="connsiteX3" fmla="*/ 608614 w 1694602"/>
                  <a:gd name="connsiteY3" fmla="*/ 730280 h 784562"/>
                  <a:gd name="connsiteX4" fmla="*/ 222989 w 1694602"/>
                  <a:gd name="connsiteY4" fmla="*/ 363086 h 784562"/>
                  <a:gd name="connsiteX5" fmla="*/ 142028 w 1694602"/>
                  <a:gd name="connsiteY5" fmla="*/ 186873 h 784562"/>
                  <a:gd name="connsiteX6" fmla="*/ 313339 w 1694602"/>
                  <a:gd name="connsiteY6" fmla="*/ 58286 h 784562"/>
                  <a:gd name="connsiteX0" fmla="*/ 321486 w 1702749"/>
                  <a:gd name="connsiteY0" fmla="*/ 58286 h 784562"/>
                  <a:gd name="connsiteX1" fmla="*/ 1664649 w 1702749"/>
                  <a:gd name="connsiteY1" fmla="*/ 110674 h 784562"/>
                  <a:gd name="connsiteX2" fmla="*/ 1702749 w 1702749"/>
                  <a:gd name="connsiteY2" fmla="*/ 725517 h 784562"/>
                  <a:gd name="connsiteX3" fmla="*/ 616761 w 1702749"/>
                  <a:gd name="connsiteY3" fmla="*/ 730280 h 784562"/>
                  <a:gd name="connsiteX4" fmla="*/ 231136 w 1702749"/>
                  <a:gd name="connsiteY4" fmla="*/ 363086 h 784562"/>
                  <a:gd name="connsiteX5" fmla="*/ 150175 w 1702749"/>
                  <a:gd name="connsiteY5" fmla="*/ 186873 h 784562"/>
                  <a:gd name="connsiteX6" fmla="*/ 321486 w 1702749"/>
                  <a:gd name="connsiteY6" fmla="*/ 58286 h 784562"/>
                  <a:gd name="connsiteX0" fmla="*/ 321486 w 1702749"/>
                  <a:gd name="connsiteY0" fmla="*/ 58286 h 784562"/>
                  <a:gd name="connsiteX1" fmla="*/ 640713 w 1702749"/>
                  <a:gd name="connsiteY1" fmla="*/ 86861 h 784562"/>
                  <a:gd name="connsiteX2" fmla="*/ 1664649 w 1702749"/>
                  <a:gd name="connsiteY2" fmla="*/ 110674 h 784562"/>
                  <a:gd name="connsiteX3" fmla="*/ 1702749 w 1702749"/>
                  <a:gd name="connsiteY3" fmla="*/ 725517 h 784562"/>
                  <a:gd name="connsiteX4" fmla="*/ 616761 w 1702749"/>
                  <a:gd name="connsiteY4" fmla="*/ 730280 h 784562"/>
                  <a:gd name="connsiteX5" fmla="*/ 231136 w 1702749"/>
                  <a:gd name="connsiteY5" fmla="*/ 363086 h 784562"/>
                  <a:gd name="connsiteX6" fmla="*/ 150175 w 1702749"/>
                  <a:gd name="connsiteY6" fmla="*/ 186873 h 784562"/>
                  <a:gd name="connsiteX7" fmla="*/ 321486 w 1702749"/>
                  <a:gd name="connsiteY7" fmla="*/ 58286 h 784562"/>
                  <a:gd name="connsiteX0" fmla="*/ 321486 w 1702749"/>
                  <a:gd name="connsiteY0" fmla="*/ 328633 h 1054909"/>
                  <a:gd name="connsiteX1" fmla="*/ 640713 w 1702749"/>
                  <a:gd name="connsiteY1" fmla="*/ 357208 h 1054909"/>
                  <a:gd name="connsiteX2" fmla="*/ 845501 w 1702749"/>
                  <a:gd name="connsiteY2" fmla="*/ 20 h 1054909"/>
                  <a:gd name="connsiteX3" fmla="*/ 1664649 w 1702749"/>
                  <a:gd name="connsiteY3" fmla="*/ 381021 h 1054909"/>
                  <a:gd name="connsiteX4" fmla="*/ 1702749 w 1702749"/>
                  <a:gd name="connsiteY4" fmla="*/ 995864 h 1054909"/>
                  <a:gd name="connsiteX5" fmla="*/ 616761 w 1702749"/>
                  <a:gd name="connsiteY5" fmla="*/ 1000627 h 1054909"/>
                  <a:gd name="connsiteX6" fmla="*/ 231136 w 1702749"/>
                  <a:gd name="connsiteY6" fmla="*/ 633433 h 1054909"/>
                  <a:gd name="connsiteX7" fmla="*/ 150175 w 1702749"/>
                  <a:gd name="connsiteY7" fmla="*/ 457220 h 1054909"/>
                  <a:gd name="connsiteX8" fmla="*/ 321486 w 1702749"/>
                  <a:gd name="connsiteY8" fmla="*/ 328633 h 105490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664649 w 1702749"/>
                  <a:gd name="connsiteY4" fmla="*/ 427301 h 1101189"/>
                  <a:gd name="connsiteX5" fmla="*/ 1702749 w 1702749"/>
                  <a:gd name="connsiteY5" fmla="*/ 1042144 h 1101189"/>
                  <a:gd name="connsiteX6" fmla="*/ 616761 w 1702749"/>
                  <a:gd name="connsiteY6" fmla="*/ 1046907 h 1101189"/>
                  <a:gd name="connsiteX7" fmla="*/ 231136 w 1702749"/>
                  <a:gd name="connsiteY7" fmla="*/ 679713 h 1101189"/>
                  <a:gd name="connsiteX8" fmla="*/ 150175 w 1702749"/>
                  <a:gd name="connsiteY8" fmla="*/ 503500 h 1101189"/>
                  <a:gd name="connsiteX9" fmla="*/ 321486 w 1702749"/>
                  <a:gd name="connsiteY9" fmla="*/ 374913 h 110118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316988 w 1702749"/>
                  <a:gd name="connsiteY4" fmla="*/ 208226 h 1101189"/>
                  <a:gd name="connsiteX5" fmla="*/ 1664649 w 1702749"/>
                  <a:gd name="connsiteY5" fmla="*/ 427301 h 1101189"/>
                  <a:gd name="connsiteX6" fmla="*/ 1702749 w 1702749"/>
                  <a:gd name="connsiteY6" fmla="*/ 1042144 h 1101189"/>
                  <a:gd name="connsiteX7" fmla="*/ 616761 w 1702749"/>
                  <a:gd name="connsiteY7" fmla="*/ 1046907 h 1101189"/>
                  <a:gd name="connsiteX8" fmla="*/ 231136 w 1702749"/>
                  <a:gd name="connsiteY8" fmla="*/ 679713 h 1101189"/>
                  <a:gd name="connsiteX9" fmla="*/ 150175 w 1702749"/>
                  <a:gd name="connsiteY9" fmla="*/ 503500 h 1101189"/>
                  <a:gd name="connsiteX10" fmla="*/ 321486 w 1702749"/>
                  <a:gd name="connsiteY10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21687 w 2036126"/>
                  <a:gd name="connsiteY2" fmla="*/ 308239 h 1101189"/>
                  <a:gd name="connsiteX3" fmla="*/ 845501 w 2036126"/>
                  <a:gd name="connsiteY3" fmla="*/ 46300 h 1101189"/>
                  <a:gd name="connsiteX4" fmla="*/ 1255076 w 2036126"/>
                  <a:gd name="connsiteY4" fmla="*/ 12964 h 1101189"/>
                  <a:gd name="connsiteX5" fmla="*/ 1316988 w 2036126"/>
                  <a:gd name="connsiteY5" fmla="*/ 208226 h 1101189"/>
                  <a:gd name="connsiteX6" fmla="*/ 2036126 w 2036126"/>
                  <a:gd name="connsiteY6" fmla="*/ 313001 h 1101189"/>
                  <a:gd name="connsiteX7" fmla="*/ 1664649 w 2036126"/>
                  <a:gd name="connsiteY7" fmla="*/ 341576 h 1101189"/>
                  <a:gd name="connsiteX8" fmla="*/ 1807525 w 2036126"/>
                  <a:gd name="connsiteY8" fmla="*/ 432064 h 1101189"/>
                  <a:gd name="connsiteX9" fmla="*/ 1950400 w 2036126"/>
                  <a:gd name="connsiteY9" fmla="*/ 789251 h 1101189"/>
                  <a:gd name="connsiteX10" fmla="*/ 1702749 w 2036126"/>
                  <a:gd name="connsiteY10" fmla="*/ 1042144 h 1101189"/>
                  <a:gd name="connsiteX11" fmla="*/ 616761 w 2036126"/>
                  <a:gd name="connsiteY11" fmla="*/ 1046907 h 1101189"/>
                  <a:gd name="connsiteX12" fmla="*/ 231136 w 2036126"/>
                  <a:gd name="connsiteY12" fmla="*/ 679713 h 1101189"/>
                  <a:gd name="connsiteX13" fmla="*/ 150175 w 2036126"/>
                  <a:gd name="connsiteY13" fmla="*/ 503500 h 1101189"/>
                  <a:gd name="connsiteX14" fmla="*/ 321486 w 2036126"/>
                  <a:gd name="connsiteY14" fmla="*/ 374913 h 1101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36126" h="1101189">
                    <a:moveTo>
                      <a:pt x="321486" y="374913"/>
                    </a:moveTo>
                    <a:cubicBezTo>
                      <a:pt x="429483" y="381263"/>
                      <a:pt x="532716" y="397138"/>
                      <a:pt x="640713" y="403488"/>
                    </a:cubicBezTo>
                    <a:cubicBezTo>
                      <a:pt x="708205" y="386819"/>
                      <a:pt x="787556" y="367770"/>
                      <a:pt x="821687" y="308239"/>
                    </a:cubicBezTo>
                    <a:cubicBezTo>
                      <a:pt x="855818" y="248708"/>
                      <a:pt x="757395" y="89956"/>
                      <a:pt x="845501" y="46300"/>
                    </a:cubicBezTo>
                    <a:cubicBezTo>
                      <a:pt x="967738" y="101863"/>
                      <a:pt x="1132839" y="-42599"/>
                      <a:pt x="1255076" y="12964"/>
                    </a:cubicBezTo>
                    <a:cubicBezTo>
                      <a:pt x="1310638" y="70114"/>
                      <a:pt x="1261426" y="151076"/>
                      <a:pt x="1316988" y="208226"/>
                    </a:cubicBezTo>
                    <a:cubicBezTo>
                      <a:pt x="1367788" y="241564"/>
                      <a:pt x="1694813" y="-10849"/>
                      <a:pt x="2036126" y="313001"/>
                    </a:cubicBezTo>
                    <a:lnTo>
                      <a:pt x="1664649" y="341576"/>
                    </a:lnTo>
                    <a:cubicBezTo>
                      <a:pt x="1667824" y="376501"/>
                      <a:pt x="1804350" y="397139"/>
                      <a:pt x="1807525" y="432064"/>
                    </a:cubicBezTo>
                    <a:cubicBezTo>
                      <a:pt x="1731325" y="589226"/>
                      <a:pt x="1964688" y="689239"/>
                      <a:pt x="1950400" y="789251"/>
                    </a:cubicBezTo>
                    <a:cubicBezTo>
                      <a:pt x="1867850" y="873549"/>
                      <a:pt x="1737674" y="914983"/>
                      <a:pt x="1702749" y="1042144"/>
                    </a:cubicBezTo>
                    <a:cubicBezTo>
                      <a:pt x="1207403" y="1229470"/>
                      <a:pt x="773969" y="897681"/>
                      <a:pt x="616761" y="1046907"/>
                    </a:cubicBezTo>
                    <a:cubicBezTo>
                      <a:pt x="588232" y="905459"/>
                      <a:pt x="259665" y="821161"/>
                      <a:pt x="231136" y="679713"/>
                    </a:cubicBezTo>
                    <a:cubicBezTo>
                      <a:pt x="237486" y="770200"/>
                      <a:pt x="-232412" y="727338"/>
                      <a:pt x="150175" y="503500"/>
                    </a:cubicBezTo>
                    <a:cubicBezTo>
                      <a:pt x="207279" y="460638"/>
                      <a:pt x="-292831" y="203463"/>
                      <a:pt x="321486" y="374913"/>
                    </a:cubicBezTo>
                    <a:close/>
                  </a:path>
                </a:pathLst>
              </a:cu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F22017C3-D52F-4494-BAE5-87BE1FA9D27F}"/>
                  </a:ext>
                </a:extLst>
              </p:cNvPr>
              <p:cNvSpPr/>
              <p:nvPr/>
            </p:nvSpPr>
            <p:spPr>
              <a:xfrm rot="11119265">
                <a:off x="8238557" y="3835384"/>
                <a:ext cx="1217795" cy="656899"/>
              </a:xfrm>
              <a:prstGeom prst="ellipse">
                <a:avLst/>
              </a:prstGeom>
              <a:solidFill>
                <a:srgbClr val="BE4B4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185D5A6-1E11-4A7F-83D1-6C1B173986CC}"/>
                  </a:ext>
                </a:extLst>
              </p:cNvPr>
              <p:cNvGrpSpPr/>
              <p:nvPr/>
            </p:nvGrpSpPr>
            <p:grpSpPr>
              <a:xfrm rot="2975284" flipH="1">
                <a:off x="7609100" y="3684331"/>
                <a:ext cx="540354" cy="394898"/>
                <a:chOff x="4812155" y="4565544"/>
                <a:chExt cx="830683" cy="607074"/>
              </a:xfrm>
            </p:grpSpPr>
            <p:sp>
              <p:nvSpPr>
                <p:cNvPr id="162" name="Rectangle 5">
                  <a:extLst>
                    <a:ext uri="{FF2B5EF4-FFF2-40B4-BE49-F238E27FC236}">
                      <a16:creationId xmlns:a16="http://schemas.microsoft.com/office/drawing/2014/main" id="{66E1605C-E43A-4EE3-AFF3-1381B8BBB7BB}"/>
                    </a:ext>
                  </a:extLst>
                </p:cNvPr>
                <p:cNvSpPr/>
                <p:nvPr/>
              </p:nvSpPr>
              <p:spPr>
                <a:xfrm rot="339536">
                  <a:off x="4812155" y="4565544"/>
                  <a:ext cx="830683" cy="496735"/>
                </a:xfrm>
                <a:custGeom>
                  <a:avLst/>
                  <a:gdLst>
                    <a:gd name="connsiteX0" fmla="*/ 0 w 249685"/>
                    <a:gd name="connsiteY0" fmla="*/ 0 h 45719"/>
                    <a:gd name="connsiteX1" fmla="*/ 249685 w 249685"/>
                    <a:gd name="connsiteY1" fmla="*/ 0 h 45719"/>
                    <a:gd name="connsiteX2" fmla="*/ 249685 w 249685"/>
                    <a:gd name="connsiteY2" fmla="*/ 45719 h 45719"/>
                    <a:gd name="connsiteX3" fmla="*/ 0 w 249685"/>
                    <a:gd name="connsiteY3" fmla="*/ 45719 h 45719"/>
                    <a:gd name="connsiteX4" fmla="*/ 0 w 249685"/>
                    <a:gd name="connsiteY4" fmla="*/ 0 h 45719"/>
                    <a:gd name="connsiteX0" fmla="*/ 18133 w 267818"/>
                    <a:gd name="connsiteY0" fmla="*/ 0 h 184709"/>
                    <a:gd name="connsiteX1" fmla="*/ 267818 w 267818"/>
                    <a:gd name="connsiteY1" fmla="*/ 0 h 184709"/>
                    <a:gd name="connsiteX2" fmla="*/ 267818 w 267818"/>
                    <a:gd name="connsiteY2" fmla="*/ 45719 h 184709"/>
                    <a:gd name="connsiteX3" fmla="*/ 0 w 267818"/>
                    <a:gd name="connsiteY3" fmla="*/ 184709 h 184709"/>
                    <a:gd name="connsiteX4" fmla="*/ 18133 w 267818"/>
                    <a:gd name="connsiteY4" fmla="*/ 0 h 184709"/>
                    <a:gd name="connsiteX0" fmla="*/ 18133 w 277779"/>
                    <a:gd name="connsiteY0" fmla="*/ 0 h 210641"/>
                    <a:gd name="connsiteX1" fmla="*/ 267818 w 277779"/>
                    <a:gd name="connsiteY1" fmla="*/ 0 h 210641"/>
                    <a:gd name="connsiteX2" fmla="*/ 277779 w 277779"/>
                    <a:gd name="connsiteY2" fmla="*/ 210641 h 210641"/>
                    <a:gd name="connsiteX3" fmla="*/ 0 w 277779"/>
                    <a:gd name="connsiteY3" fmla="*/ 184709 h 210641"/>
                    <a:gd name="connsiteX4" fmla="*/ 18133 w 277779"/>
                    <a:gd name="connsiteY4" fmla="*/ 0 h 210641"/>
                    <a:gd name="connsiteX0" fmla="*/ 18133 w 485464"/>
                    <a:gd name="connsiteY0" fmla="*/ 0 h 219400"/>
                    <a:gd name="connsiteX1" fmla="*/ 267818 w 485464"/>
                    <a:gd name="connsiteY1" fmla="*/ 0 h 219400"/>
                    <a:gd name="connsiteX2" fmla="*/ 277779 w 485464"/>
                    <a:gd name="connsiteY2" fmla="*/ 210641 h 219400"/>
                    <a:gd name="connsiteX3" fmla="*/ 0 w 485464"/>
                    <a:gd name="connsiteY3" fmla="*/ 184709 h 219400"/>
                    <a:gd name="connsiteX4" fmla="*/ 18133 w 485464"/>
                    <a:gd name="connsiteY4" fmla="*/ 0 h 219400"/>
                    <a:gd name="connsiteX0" fmla="*/ 18133 w 480765"/>
                    <a:gd name="connsiteY0" fmla="*/ 93847 h 310729"/>
                    <a:gd name="connsiteX1" fmla="*/ 248947 w 480765"/>
                    <a:gd name="connsiteY1" fmla="*/ 0 h 310729"/>
                    <a:gd name="connsiteX2" fmla="*/ 277779 w 480765"/>
                    <a:gd name="connsiteY2" fmla="*/ 304488 h 310729"/>
                    <a:gd name="connsiteX3" fmla="*/ 0 w 480765"/>
                    <a:gd name="connsiteY3" fmla="*/ 278556 h 310729"/>
                    <a:gd name="connsiteX4" fmla="*/ 18133 w 480765"/>
                    <a:gd name="connsiteY4" fmla="*/ 93847 h 310729"/>
                    <a:gd name="connsiteX0" fmla="*/ 18133 w 617529"/>
                    <a:gd name="connsiteY0" fmla="*/ 93847 h 310157"/>
                    <a:gd name="connsiteX1" fmla="*/ 248947 w 617529"/>
                    <a:gd name="connsiteY1" fmla="*/ 0 h 310157"/>
                    <a:gd name="connsiteX2" fmla="*/ 277779 w 617529"/>
                    <a:gd name="connsiteY2" fmla="*/ 304488 h 310157"/>
                    <a:gd name="connsiteX3" fmla="*/ 0 w 617529"/>
                    <a:gd name="connsiteY3" fmla="*/ 278556 h 310157"/>
                    <a:gd name="connsiteX4" fmla="*/ 18133 w 617529"/>
                    <a:gd name="connsiteY4" fmla="*/ 93847 h 310157"/>
                    <a:gd name="connsiteX0" fmla="*/ 18133 w 506189"/>
                    <a:gd name="connsiteY0" fmla="*/ 93847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4" fmla="*/ 18133 w 506189"/>
                    <a:gd name="connsiteY4" fmla="*/ 93847 h 409581"/>
                    <a:gd name="connsiteX0" fmla="*/ 0 w 506189"/>
                    <a:gd name="connsiteY0" fmla="*/ 278556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0" fmla="*/ 62221 w 568410"/>
                    <a:gd name="connsiteY0" fmla="*/ 295940 h 426965"/>
                    <a:gd name="connsiteX1" fmla="*/ 311168 w 568410"/>
                    <a:gd name="connsiteY1" fmla="*/ 17384 h 426965"/>
                    <a:gd name="connsiteX2" fmla="*/ 340000 w 568410"/>
                    <a:gd name="connsiteY2" fmla="*/ 321872 h 426965"/>
                    <a:gd name="connsiteX3" fmla="*/ 62221 w 568410"/>
                    <a:gd name="connsiteY3" fmla="*/ 295940 h 426965"/>
                    <a:gd name="connsiteX0" fmla="*/ 224298 w 730487"/>
                    <a:gd name="connsiteY0" fmla="*/ 291873 h 422898"/>
                    <a:gd name="connsiteX1" fmla="*/ 473245 w 730487"/>
                    <a:gd name="connsiteY1" fmla="*/ 13317 h 422898"/>
                    <a:gd name="connsiteX2" fmla="*/ 502077 w 730487"/>
                    <a:gd name="connsiteY2" fmla="*/ 317805 h 422898"/>
                    <a:gd name="connsiteX3" fmla="*/ 224298 w 730487"/>
                    <a:gd name="connsiteY3" fmla="*/ 291873 h 422898"/>
                    <a:gd name="connsiteX0" fmla="*/ 215716 w 721905"/>
                    <a:gd name="connsiteY0" fmla="*/ 288712 h 419737"/>
                    <a:gd name="connsiteX1" fmla="*/ 464663 w 721905"/>
                    <a:gd name="connsiteY1" fmla="*/ 10156 h 419737"/>
                    <a:gd name="connsiteX2" fmla="*/ 493495 w 721905"/>
                    <a:gd name="connsiteY2" fmla="*/ 314644 h 419737"/>
                    <a:gd name="connsiteX3" fmla="*/ 215716 w 721905"/>
                    <a:gd name="connsiteY3" fmla="*/ 288712 h 419737"/>
                    <a:gd name="connsiteX0" fmla="*/ 212948 w 719137"/>
                    <a:gd name="connsiteY0" fmla="*/ 288153 h 419178"/>
                    <a:gd name="connsiteX1" fmla="*/ 461895 w 719137"/>
                    <a:gd name="connsiteY1" fmla="*/ 9597 h 419178"/>
                    <a:gd name="connsiteX2" fmla="*/ 490727 w 719137"/>
                    <a:gd name="connsiteY2" fmla="*/ 314085 h 419178"/>
                    <a:gd name="connsiteX3" fmla="*/ 212948 w 719137"/>
                    <a:gd name="connsiteY3" fmla="*/ 288153 h 419178"/>
                    <a:gd name="connsiteX0" fmla="*/ 212948 w 820321"/>
                    <a:gd name="connsiteY0" fmla="*/ 288153 h 422764"/>
                    <a:gd name="connsiteX1" fmla="*/ 461895 w 820321"/>
                    <a:gd name="connsiteY1" fmla="*/ 9597 h 422764"/>
                    <a:gd name="connsiteX2" fmla="*/ 490727 w 820321"/>
                    <a:gd name="connsiteY2" fmla="*/ 314085 h 422764"/>
                    <a:gd name="connsiteX3" fmla="*/ 212948 w 820321"/>
                    <a:gd name="connsiteY3" fmla="*/ 288153 h 422764"/>
                    <a:gd name="connsiteX0" fmla="*/ 234401 w 841774"/>
                    <a:gd name="connsiteY0" fmla="*/ 299510 h 434121"/>
                    <a:gd name="connsiteX1" fmla="*/ 483348 w 841774"/>
                    <a:gd name="connsiteY1" fmla="*/ 20954 h 434121"/>
                    <a:gd name="connsiteX2" fmla="*/ 512180 w 841774"/>
                    <a:gd name="connsiteY2" fmla="*/ 325442 h 434121"/>
                    <a:gd name="connsiteX3" fmla="*/ 234401 w 841774"/>
                    <a:gd name="connsiteY3" fmla="*/ 299510 h 434121"/>
                    <a:gd name="connsiteX0" fmla="*/ 241713 w 832320"/>
                    <a:gd name="connsiteY0" fmla="*/ 276270 h 434877"/>
                    <a:gd name="connsiteX1" fmla="*/ 473894 w 832320"/>
                    <a:gd name="connsiteY1" fmla="*/ 21710 h 434877"/>
                    <a:gd name="connsiteX2" fmla="*/ 502726 w 832320"/>
                    <a:gd name="connsiteY2" fmla="*/ 326198 h 434877"/>
                    <a:gd name="connsiteX3" fmla="*/ 241713 w 832320"/>
                    <a:gd name="connsiteY3" fmla="*/ 276270 h 434877"/>
                    <a:gd name="connsiteX0" fmla="*/ 244925 w 830683"/>
                    <a:gd name="connsiteY0" fmla="*/ 346831 h 496734"/>
                    <a:gd name="connsiteX1" fmla="*/ 469902 w 830683"/>
                    <a:gd name="connsiteY1" fmla="*/ 19573 h 496734"/>
                    <a:gd name="connsiteX2" fmla="*/ 505938 w 830683"/>
                    <a:gd name="connsiteY2" fmla="*/ 396759 h 496734"/>
                    <a:gd name="connsiteX3" fmla="*/ 244925 w 830683"/>
                    <a:gd name="connsiteY3" fmla="*/ 346831 h 496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0683" h="496734">
                      <a:moveTo>
                        <a:pt x="244925" y="346831"/>
                      </a:moveTo>
                      <a:cubicBezTo>
                        <a:pt x="-68203" y="538901"/>
                        <a:pt x="-165737" y="-119962"/>
                        <a:pt x="469902" y="19573"/>
                      </a:cubicBezTo>
                      <a:cubicBezTo>
                        <a:pt x="1174892" y="87260"/>
                        <a:pt x="655466" y="742124"/>
                        <a:pt x="505938" y="396759"/>
                      </a:cubicBezTo>
                      <a:lnTo>
                        <a:pt x="244925" y="346831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 7">
                  <a:extLst>
                    <a:ext uri="{FF2B5EF4-FFF2-40B4-BE49-F238E27FC236}">
                      <a16:creationId xmlns:a16="http://schemas.microsoft.com/office/drawing/2014/main" id="{B18BE86A-3B36-491D-8FE1-A307EC1CB7A3}"/>
                    </a:ext>
                  </a:extLst>
                </p:cNvPr>
                <p:cNvSpPr/>
                <p:nvPr/>
              </p:nvSpPr>
              <p:spPr>
                <a:xfrm rot="2218974">
                  <a:off x="4936158" y="4756042"/>
                  <a:ext cx="382551" cy="416576"/>
                </a:xfrm>
                <a:custGeom>
                  <a:avLst/>
                  <a:gdLst>
                    <a:gd name="connsiteX0" fmla="*/ 0 w 345134"/>
                    <a:gd name="connsiteY0" fmla="*/ 0 h 247650"/>
                    <a:gd name="connsiteX1" fmla="*/ 345134 w 345134"/>
                    <a:gd name="connsiteY1" fmla="*/ 0 h 247650"/>
                    <a:gd name="connsiteX2" fmla="*/ 345134 w 345134"/>
                    <a:gd name="connsiteY2" fmla="*/ 247650 h 247650"/>
                    <a:gd name="connsiteX3" fmla="*/ 0 w 345134"/>
                    <a:gd name="connsiteY3" fmla="*/ 247650 h 247650"/>
                    <a:gd name="connsiteX4" fmla="*/ 0 w 345134"/>
                    <a:gd name="connsiteY4" fmla="*/ 0 h 247650"/>
                    <a:gd name="connsiteX0" fmla="*/ 0 w 345134"/>
                    <a:gd name="connsiteY0" fmla="*/ 0 h 327025"/>
                    <a:gd name="connsiteX1" fmla="*/ 345134 w 345134"/>
                    <a:gd name="connsiteY1" fmla="*/ 0 h 327025"/>
                    <a:gd name="connsiteX2" fmla="*/ 345134 w 345134"/>
                    <a:gd name="connsiteY2" fmla="*/ 247650 h 327025"/>
                    <a:gd name="connsiteX3" fmla="*/ 156 w 345134"/>
                    <a:gd name="connsiteY3" fmla="*/ 327025 h 327025"/>
                    <a:gd name="connsiteX4" fmla="*/ 0 w 345134"/>
                    <a:gd name="connsiteY4" fmla="*/ 0 h 327025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3056" h="416576">
                      <a:moveTo>
                        <a:pt x="39171" y="67883"/>
                      </a:moveTo>
                      <a:lnTo>
                        <a:pt x="353056" y="0"/>
                      </a:lnTo>
                      <a:cubicBezTo>
                        <a:pt x="222721" y="260598"/>
                        <a:pt x="346512" y="281318"/>
                        <a:pt x="344978" y="337201"/>
                      </a:cubicBezTo>
                      <a:lnTo>
                        <a:pt x="0" y="416576"/>
                      </a:lnTo>
                      <a:cubicBezTo>
                        <a:pt x="16940" y="337167"/>
                        <a:pt x="155960" y="282933"/>
                        <a:pt x="39171" y="67883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 7">
                  <a:extLst>
                    <a:ext uri="{FF2B5EF4-FFF2-40B4-BE49-F238E27FC236}">
                      <a16:creationId xmlns:a16="http://schemas.microsoft.com/office/drawing/2014/main" id="{60C4C4A2-5B0D-48CC-A094-30136ED75718}"/>
                    </a:ext>
                  </a:extLst>
                </p:cNvPr>
                <p:cNvSpPr/>
                <p:nvPr/>
              </p:nvSpPr>
              <p:spPr>
                <a:xfrm rot="1565570">
                  <a:off x="5060364" y="4728958"/>
                  <a:ext cx="382551" cy="16890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8" name="Rectangle 12">
                <a:extLst>
                  <a:ext uri="{FF2B5EF4-FFF2-40B4-BE49-F238E27FC236}">
                    <a16:creationId xmlns:a16="http://schemas.microsoft.com/office/drawing/2014/main" id="{7CB375FE-2266-498D-9687-D8F44E952F14}"/>
                  </a:ext>
                </a:extLst>
              </p:cNvPr>
              <p:cNvSpPr/>
              <p:nvPr/>
            </p:nvSpPr>
            <p:spPr>
              <a:xfrm rot="10467436">
                <a:off x="7468450" y="3553783"/>
                <a:ext cx="640596" cy="139838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9">
                <a:extLst>
                  <a:ext uri="{FF2B5EF4-FFF2-40B4-BE49-F238E27FC236}">
                    <a16:creationId xmlns:a16="http://schemas.microsoft.com/office/drawing/2014/main" id="{9716D7C7-30D9-4FBB-B934-3B979A47E43F}"/>
                  </a:ext>
                </a:extLst>
              </p:cNvPr>
              <p:cNvSpPr/>
              <p:nvPr/>
            </p:nvSpPr>
            <p:spPr>
              <a:xfrm rot="10159132">
                <a:off x="8743232" y="4587951"/>
                <a:ext cx="513089" cy="190208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0">
                <a:extLst>
                  <a:ext uri="{FF2B5EF4-FFF2-40B4-BE49-F238E27FC236}">
                    <a16:creationId xmlns:a16="http://schemas.microsoft.com/office/drawing/2014/main" id="{E66D5FC4-4145-4250-ACA8-19662B9B687E}"/>
                  </a:ext>
                </a:extLst>
              </p:cNvPr>
              <p:cNvSpPr/>
              <p:nvPr/>
            </p:nvSpPr>
            <p:spPr>
              <a:xfrm rot="868981">
                <a:off x="7732072" y="2651213"/>
                <a:ext cx="1282830" cy="647691"/>
              </a:xfrm>
              <a:custGeom>
                <a:avLst/>
                <a:gdLst>
                  <a:gd name="connsiteX0" fmla="*/ 0 w 1176476"/>
                  <a:gd name="connsiteY0" fmla="*/ 0 h 514831"/>
                  <a:gd name="connsiteX1" fmla="*/ 1176476 w 1176476"/>
                  <a:gd name="connsiteY1" fmla="*/ 0 h 514831"/>
                  <a:gd name="connsiteX2" fmla="*/ 1176476 w 1176476"/>
                  <a:gd name="connsiteY2" fmla="*/ 514831 h 514831"/>
                  <a:gd name="connsiteX3" fmla="*/ 0 w 1176476"/>
                  <a:gd name="connsiteY3" fmla="*/ 514831 h 514831"/>
                  <a:gd name="connsiteX4" fmla="*/ 0 w 1176476"/>
                  <a:gd name="connsiteY4" fmla="*/ 0 h 514831"/>
                  <a:gd name="connsiteX0" fmla="*/ 0 w 1176476"/>
                  <a:gd name="connsiteY0" fmla="*/ 0 h 619606"/>
                  <a:gd name="connsiteX1" fmla="*/ 1176476 w 1176476"/>
                  <a:gd name="connsiteY1" fmla="*/ 0 h 619606"/>
                  <a:gd name="connsiteX2" fmla="*/ 1176476 w 1176476"/>
                  <a:gd name="connsiteY2" fmla="*/ 514831 h 619606"/>
                  <a:gd name="connsiteX3" fmla="*/ 128588 w 1176476"/>
                  <a:gd name="connsiteY3" fmla="*/ 619606 h 619606"/>
                  <a:gd name="connsiteX4" fmla="*/ 0 w 1176476"/>
                  <a:gd name="connsiteY4" fmla="*/ 0 h 619606"/>
                  <a:gd name="connsiteX0" fmla="*/ 0 w 1214576"/>
                  <a:gd name="connsiteY0" fmla="*/ 0 h 619606"/>
                  <a:gd name="connsiteX1" fmla="*/ 1176476 w 1214576"/>
                  <a:gd name="connsiteY1" fmla="*/ 0 h 619606"/>
                  <a:gd name="connsiteX2" fmla="*/ 1214576 w 1214576"/>
                  <a:gd name="connsiteY2" fmla="*/ 614843 h 619606"/>
                  <a:gd name="connsiteX3" fmla="*/ 128588 w 1214576"/>
                  <a:gd name="connsiteY3" fmla="*/ 619606 h 619606"/>
                  <a:gd name="connsiteX4" fmla="*/ 0 w 1214576"/>
                  <a:gd name="connsiteY4" fmla="*/ 0 h 619606"/>
                  <a:gd name="connsiteX0" fmla="*/ 0 w 1214576"/>
                  <a:gd name="connsiteY0" fmla="*/ 0 h 660900"/>
                  <a:gd name="connsiteX1" fmla="*/ 1176476 w 1214576"/>
                  <a:gd name="connsiteY1" fmla="*/ 0 h 660900"/>
                  <a:gd name="connsiteX2" fmla="*/ 1214576 w 1214576"/>
                  <a:gd name="connsiteY2" fmla="*/ 614843 h 660900"/>
                  <a:gd name="connsiteX3" fmla="*/ 128588 w 1214576"/>
                  <a:gd name="connsiteY3" fmla="*/ 619606 h 660900"/>
                  <a:gd name="connsiteX4" fmla="*/ 0 w 1214576"/>
                  <a:gd name="connsiteY4" fmla="*/ 0 h 660900"/>
                  <a:gd name="connsiteX0" fmla="*/ 0 w 1214576"/>
                  <a:gd name="connsiteY0" fmla="*/ 0 h 635268"/>
                  <a:gd name="connsiteX1" fmla="*/ 1176476 w 1214576"/>
                  <a:gd name="connsiteY1" fmla="*/ 0 h 635268"/>
                  <a:gd name="connsiteX2" fmla="*/ 1214576 w 1214576"/>
                  <a:gd name="connsiteY2" fmla="*/ 614843 h 635268"/>
                  <a:gd name="connsiteX3" fmla="*/ 128588 w 1214576"/>
                  <a:gd name="connsiteY3" fmla="*/ 619606 h 635268"/>
                  <a:gd name="connsiteX4" fmla="*/ 0 w 1214576"/>
                  <a:gd name="connsiteY4" fmla="*/ 0 h 635268"/>
                  <a:gd name="connsiteX0" fmla="*/ 0 w 1214576"/>
                  <a:gd name="connsiteY0" fmla="*/ 0 h 640248"/>
                  <a:gd name="connsiteX1" fmla="*/ 1176476 w 1214576"/>
                  <a:gd name="connsiteY1" fmla="*/ 0 h 640248"/>
                  <a:gd name="connsiteX2" fmla="*/ 1214576 w 1214576"/>
                  <a:gd name="connsiteY2" fmla="*/ 614843 h 640248"/>
                  <a:gd name="connsiteX3" fmla="*/ 128588 w 1214576"/>
                  <a:gd name="connsiteY3" fmla="*/ 619606 h 640248"/>
                  <a:gd name="connsiteX4" fmla="*/ 0 w 1214576"/>
                  <a:gd name="connsiteY4" fmla="*/ 0 h 640248"/>
                  <a:gd name="connsiteX0" fmla="*/ 0 w 1214576"/>
                  <a:gd name="connsiteY0" fmla="*/ 0 h 673888"/>
                  <a:gd name="connsiteX1" fmla="*/ 1176476 w 1214576"/>
                  <a:gd name="connsiteY1" fmla="*/ 0 h 673888"/>
                  <a:gd name="connsiteX2" fmla="*/ 1214576 w 1214576"/>
                  <a:gd name="connsiteY2" fmla="*/ 614843 h 673888"/>
                  <a:gd name="connsiteX3" fmla="*/ 128588 w 1214576"/>
                  <a:gd name="connsiteY3" fmla="*/ 619606 h 673888"/>
                  <a:gd name="connsiteX4" fmla="*/ 0 w 1214576"/>
                  <a:gd name="connsiteY4" fmla="*/ 0 h 673888"/>
                  <a:gd name="connsiteX0" fmla="*/ 257037 w 1471613"/>
                  <a:gd name="connsiteY0" fmla="*/ 0 h 673888"/>
                  <a:gd name="connsiteX1" fmla="*/ 1433513 w 1471613"/>
                  <a:gd name="connsiteY1" fmla="*/ 0 h 673888"/>
                  <a:gd name="connsiteX2" fmla="*/ 1471613 w 1471613"/>
                  <a:gd name="connsiteY2" fmla="*/ 614843 h 673888"/>
                  <a:gd name="connsiteX3" fmla="*/ 385625 w 1471613"/>
                  <a:gd name="connsiteY3" fmla="*/ 619606 h 673888"/>
                  <a:gd name="connsiteX4" fmla="*/ 0 w 1471613"/>
                  <a:gd name="connsiteY4" fmla="*/ 252412 h 673888"/>
                  <a:gd name="connsiteX5" fmla="*/ 257037 w 1471613"/>
                  <a:gd name="connsiteY5" fmla="*/ 0 h 673888"/>
                  <a:gd name="connsiteX0" fmla="*/ 347805 w 1562381"/>
                  <a:gd name="connsiteY0" fmla="*/ 0 h 673888"/>
                  <a:gd name="connsiteX1" fmla="*/ 1524281 w 1562381"/>
                  <a:gd name="connsiteY1" fmla="*/ 0 h 673888"/>
                  <a:gd name="connsiteX2" fmla="*/ 1562381 w 1562381"/>
                  <a:gd name="connsiteY2" fmla="*/ 614843 h 673888"/>
                  <a:gd name="connsiteX3" fmla="*/ 476393 w 1562381"/>
                  <a:gd name="connsiteY3" fmla="*/ 619606 h 673888"/>
                  <a:gd name="connsiteX4" fmla="*/ 90768 w 1562381"/>
                  <a:gd name="connsiteY4" fmla="*/ 252412 h 673888"/>
                  <a:gd name="connsiteX5" fmla="*/ 9807 w 1562381"/>
                  <a:gd name="connsiteY5" fmla="*/ 76199 h 673888"/>
                  <a:gd name="connsiteX6" fmla="*/ 347805 w 1562381"/>
                  <a:gd name="connsiteY6" fmla="*/ 0 h 673888"/>
                  <a:gd name="connsiteX0" fmla="*/ 181118 w 1562381"/>
                  <a:gd name="connsiteY0" fmla="*/ 0 h 726276"/>
                  <a:gd name="connsiteX1" fmla="*/ 1524281 w 1562381"/>
                  <a:gd name="connsiteY1" fmla="*/ 52388 h 726276"/>
                  <a:gd name="connsiteX2" fmla="*/ 1562381 w 1562381"/>
                  <a:gd name="connsiteY2" fmla="*/ 667231 h 726276"/>
                  <a:gd name="connsiteX3" fmla="*/ 476393 w 1562381"/>
                  <a:gd name="connsiteY3" fmla="*/ 671994 h 726276"/>
                  <a:gd name="connsiteX4" fmla="*/ 90768 w 1562381"/>
                  <a:gd name="connsiteY4" fmla="*/ 304800 h 726276"/>
                  <a:gd name="connsiteX5" fmla="*/ 9807 w 1562381"/>
                  <a:gd name="connsiteY5" fmla="*/ 128587 h 726276"/>
                  <a:gd name="connsiteX6" fmla="*/ 181118 w 1562381"/>
                  <a:gd name="connsiteY6" fmla="*/ 0 h 726276"/>
                  <a:gd name="connsiteX0" fmla="*/ 309398 w 1690661"/>
                  <a:gd name="connsiteY0" fmla="*/ 58286 h 784562"/>
                  <a:gd name="connsiteX1" fmla="*/ 1652561 w 1690661"/>
                  <a:gd name="connsiteY1" fmla="*/ 110674 h 784562"/>
                  <a:gd name="connsiteX2" fmla="*/ 1690661 w 1690661"/>
                  <a:gd name="connsiteY2" fmla="*/ 725517 h 784562"/>
                  <a:gd name="connsiteX3" fmla="*/ 604673 w 1690661"/>
                  <a:gd name="connsiteY3" fmla="*/ 730280 h 784562"/>
                  <a:gd name="connsiteX4" fmla="*/ 219048 w 1690661"/>
                  <a:gd name="connsiteY4" fmla="*/ 363086 h 784562"/>
                  <a:gd name="connsiteX5" fmla="*/ 138087 w 1690661"/>
                  <a:gd name="connsiteY5" fmla="*/ 186873 h 784562"/>
                  <a:gd name="connsiteX6" fmla="*/ 309398 w 1690661"/>
                  <a:gd name="connsiteY6" fmla="*/ 58286 h 784562"/>
                  <a:gd name="connsiteX0" fmla="*/ 313339 w 1694602"/>
                  <a:gd name="connsiteY0" fmla="*/ 58286 h 784562"/>
                  <a:gd name="connsiteX1" fmla="*/ 1656502 w 1694602"/>
                  <a:gd name="connsiteY1" fmla="*/ 110674 h 784562"/>
                  <a:gd name="connsiteX2" fmla="*/ 1694602 w 1694602"/>
                  <a:gd name="connsiteY2" fmla="*/ 725517 h 784562"/>
                  <a:gd name="connsiteX3" fmla="*/ 608614 w 1694602"/>
                  <a:gd name="connsiteY3" fmla="*/ 730280 h 784562"/>
                  <a:gd name="connsiteX4" fmla="*/ 222989 w 1694602"/>
                  <a:gd name="connsiteY4" fmla="*/ 363086 h 784562"/>
                  <a:gd name="connsiteX5" fmla="*/ 142028 w 1694602"/>
                  <a:gd name="connsiteY5" fmla="*/ 186873 h 784562"/>
                  <a:gd name="connsiteX6" fmla="*/ 313339 w 1694602"/>
                  <a:gd name="connsiteY6" fmla="*/ 58286 h 784562"/>
                  <a:gd name="connsiteX0" fmla="*/ 321486 w 1702749"/>
                  <a:gd name="connsiteY0" fmla="*/ 58286 h 784562"/>
                  <a:gd name="connsiteX1" fmla="*/ 1664649 w 1702749"/>
                  <a:gd name="connsiteY1" fmla="*/ 110674 h 784562"/>
                  <a:gd name="connsiteX2" fmla="*/ 1702749 w 1702749"/>
                  <a:gd name="connsiteY2" fmla="*/ 725517 h 784562"/>
                  <a:gd name="connsiteX3" fmla="*/ 616761 w 1702749"/>
                  <a:gd name="connsiteY3" fmla="*/ 730280 h 784562"/>
                  <a:gd name="connsiteX4" fmla="*/ 231136 w 1702749"/>
                  <a:gd name="connsiteY4" fmla="*/ 363086 h 784562"/>
                  <a:gd name="connsiteX5" fmla="*/ 150175 w 1702749"/>
                  <a:gd name="connsiteY5" fmla="*/ 186873 h 784562"/>
                  <a:gd name="connsiteX6" fmla="*/ 321486 w 1702749"/>
                  <a:gd name="connsiteY6" fmla="*/ 58286 h 784562"/>
                  <a:gd name="connsiteX0" fmla="*/ 321486 w 1702749"/>
                  <a:gd name="connsiteY0" fmla="*/ 58286 h 784562"/>
                  <a:gd name="connsiteX1" fmla="*/ 640713 w 1702749"/>
                  <a:gd name="connsiteY1" fmla="*/ 86861 h 784562"/>
                  <a:gd name="connsiteX2" fmla="*/ 1664649 w 1702749"/>
                  <a:gd name="connsiteY2" fmla="*/ 110674 h 784562"/>
                  <a:gd name="connsiteX3" fmla="*/ 1702749 w 1702749"/>
                  <a:gd name="connsiteY3" fmla="*/ 725517 h 784562"/>
                  <a:gd name="connsiteX4" fmla="*/ 616761 w 1702749"/>
                  <a:gd name="connsiteY4" fmla="*/ 730280 h 784562"/>
                  <a:gd name="connsiteX5" fmla="*/ 231136 w 1702749"/>
                  <a:gd name="connsiteY5" fmla="*/ 363086 h 784562"/>
                  <a:gd name="connsiteX6" fmla="*/ 150175 w 1702749"/>
                  <a:gd name="connsiteY6" fmla="*/ 186873 h 784562"/>
                  <a:gd name="connsiteX7" fmla="*/ 321486 w 1702749"/>
                  <a:gd name="connsiteY7" fmla="*/ 58286 h 784562"/>
                  <a:gd name="connsiteX0" fmla="*/ 321486 w 1702749"/>
                  <a:gd name="connsiteY0" fmla="*/ 328633 h 1054909"/>
                  <a:gd name="connsiteX1" fmla="*/ 640713 w 1702749"/>
                  <a:gd name="connsiteY1" fmla="*/ 357208 h 1054909"/>
                  <a:gd name="connsiteX2" fmla="*/ 845501 w 1702749"/>
                  <a:gd name="connsiteY2" fmla="*/ 20 h 1054909"/>
                  <a:gd name="connsiteX3" fmla="*/ 1664649 w 1702749"/>
                  <a:gd name="connsiteY3" fmla="*/ 381021 h 1054909"/>
                  <a:gd name="connsiteX4" fmla="*/ 1702749 w 1702749"/>
                  <a:gd name="connsiteY4" fmla="*/ 995864 h 1054909"/>
                  <a:gd name="connsiteX5" fmla="*/ 616761 w 1702749"/>
                  <a:gd name="connsiteY5" fmla="*/ 1000627 h 1054909"/>
                  <a:gd name="connsiteX6" fmla="*/ 231136 w 1702749"/>
                  <a:gd name="connsiteY6" fmla="*/ 633433 h 1054909"/>
                  <a:gd name="connsiteX7" fmla="*/ 150175 w 1702749"/>
                  <a:gd name="connsiteY7" fmla="*/ 457220 h 1054909"/>
                  <a:gd name="connsiteX8" fmla="*/ 321486 w 1702749"/>
                  <a:gd name="connsiteY8" fmla="*/ 328633 h 105490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664649 w 1702749"/>
                  <a:gd name="connsiteY4" fmla="*/ 427301 h 1101189"/>
                  <a:gd name="connsiteX5" fmla="*/ 1702749 w 1702749"/>
                  <a:gd name="connsiteY5" fmla="*/ 1042144 h 1101189"/>
                  <a:gd name="connsiteX6" fmla="*/ 616761 w 1702749"/>
                  <a:gd name="connsiteY6" fmla="*/ 1046907 h 1101189"/>
                  <a:gd name="connsiteX7" fmla="*/ 231136 w 1702749"/>
                  <a:gd name="connsiteY7" fmla="*/ 679713 h 1101189"/>
                  <a:gd name="connsiteX8" fmla="*/ 150175 w 1702749"/>
                  <a:gd name="connsiteY8" fmla="*/ 503500 h 1101189"/>
                  <a:gd name="connsiteX9" fmla="*/ 321486 w 1702749"/>
                  <a:gd name="connsiteY9" fmla="*/ 374913 h 110118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316988 w 1702749"/>
                  <a:gd name="connsiteY4" fmla="*/ 208226 h 1101189"/>
                  <a:gd name="connsiteX5" fmla="*/ 1664649 w 1702749"/>
                  <a:gd name="connsiteY5" fmla="*/ 427301 h 1101189"/>
                  <a:gd name="connsiteX6" fmla="*/ 1702749 w 1702749"/>
                  <a:gd name="connsiteY6" fmla="*/ 1042144 h 1101189"/>
                  <a:gd name="connsiteX7" fmla="*/ 616761 w 1702749"/>
                  <a:gd name="connsiteY7" fmla="*/ 1046907 h 1101189"/>
                  <a:gd name="connsiteX8" fmla="*/ 231136 w 1702749"/>
                  <a:gd name="connsiteY8" fmla="*/ 679713 h 1101189"/>
                  <a:gd name="connsiteX9" fmla="*/ 150175 w 1702749"/>
                  <a:gd name="connsiteY9" fmla="*/ 503500 h 1101189"/>
                  <a:gd name="connsiteX10" fmla="*/ 321486 w 1702749"/>
                  <a:gd name="connsiteY10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21687 w 2036126"/>
                  <a:gd name="connsiteY2" fmla="*/ 308239 h 1101189"/>
                  <a:gd name="connsiteX3" fmla="*/ 845501 w 2036126"/>
                  <a:gd name="connsiteY3" fmla="*/ 46300 h 1101189"/>
                  <a:gd name="connsiteX4" fmla="*/ 1255076 w 2036126"/>
                  <a:gd name="connsiteY4" fmla="*/ 12964 h 1101189"/>
                  <a:gd name="connsiteX5" fmla="*/ 1316988 w 2036126"/>
                  <a:gd name="connsiteY5" fmla="*/ 208226 h 1101189"/>
                  <a:gd name="connsiteX6" fmla="*/ 2036126 w 2036126"/>
                  <a:gd name="connsiteY6" fmla="*/ 313001 h 1101189"/>
                  <a:gd name="connsiteX7" fmla="*/ 1664649 w 2036126"/>
                  <a:gd name="connsiteY7" fmla="*/ 341576 h 1101189"/>
                  <a:gd name="connsiteX8" fmla="*/ 1807525 w 2036126"/>
                  <a:gd name="connsiteY8" fmla="*/ 432064 h 1101189"/>
                  <a:gd name="connsiteX9" fmla="*/ 1950400 w 2036126"/>
                  <a:gd name="connsiteY9" fmla="*/ 789251 h 1101189"/>
                  <a:gd name="connsiteX10" fmla="*/ 1702749 w 2036126"/>
                  <a:gd name="connsiteY10" fmla="*/ 1042144 h 1101189"/>
                  <a:gd name="connsiteX11" fmla="*/ 616761 w 2036126"/>
                  <a:gd name="connsiteY11" fmla="*/ 1046907 h 1101189"/>
                  <a:gd name="connsiteX12" fmla="*/ 231136 w 2036126"/>
                  <a:gd name="connsiteY12" fmla="*/ 679713 h 1101189"/>
                  <a:gd name="connsiteX13" fmla="*/ 150175 w 2036126"/>
                  <a:gd name="connsiteY13" fmla="*/ 503500 h 1101189"/>
                  <a:gd name="connsiteX14" fmla="*/ 321486 w 2036126"/>
                  <a:gd name="connsiteY14" fmla="*/ 374913 h 1101189"/>
                  <a:gd name="connsiteX0" fmla="*/ 321486 w 2036126"/>
                  <a:gd name="connsiteY0" fmla="*/ 374913 h 1101189"/>
                  <a:gd name="connsiteX1" fmla="*/ 821687 w 2036126"/>
                  <a:gd name="connsiteY1" fmla="*/ 308239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845501 w 2036126"/>
                  <a:gd name="connsiteY1" fmla="*/ 46300 h 1101189"/>
                  <a:gd name="connsiteX2" fmla="*/ 1255076 w 2036126"/>
                  <a:gd name="connsiteY2" fmla="*/ 12964 h 1101189"/>
                  <a:gd name="connsiteX3" fmla="*/ 1316988 w 2036126"/>
                  <a:gd name="connsiteY3" fmla="*/ 208226 h 1101189"/>
                  <a:gd name="connsiteX4" fmla="*/ 2036126 w 2036126"/>
                  <a:gd name="connsiteY4" fmla="*/ 313001 h 1101189"/>
                  <a:gd name="connsiteX5" fmla="*/ 1664649 w 2036126"/>
                  <a:gd name="connsiteY5" fmla="*/ 341576 h 1101189"/>
                  <a:gd name="connsiteX6" fmla="*/ 1807525 w 2036126"/>
                  <a:gd name="connsiteY6" fmla="*/ 432064 h 1101189"/>
                  <a:gd name="connsiteX7" fmla="*/ 1950400 w 2036126"/>
                  <a:gd name="connsiteY7" fmla="*/ 789251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845501 w 2036126"/>
                  <a:gd name="connsiteY1" fmla="*/ 46300 h 1101189"/>
                  <a:gd name="connsiteX2" fmla="*/ 1255076 w 2036126"/>
                  <a:gd name="connsiteY2" fmla="*/ 12964 h 1101189"/>
                  <a:gd name="connsiteX3" fmla="*/ 1316988 w 2036126"/>
                  <a:gd name="connsiteY3" fmla="*/ 208226 h 1101189"/>
                  <a:gd name="connsiteX4" fmla="*/ 2036126 w 2036126"/>
                  <a:gd name="connsiteY4" fmla="*/ 313001 h 1101189"/>
                  <a:gd name="connsiteX5" fmla="*/ 1664649 w 2036126"/>
                  <a:gd name="connsiteY5" fmla="*/ 341576 h 1101189"/>
                  <a:gd name="connsiteX6" fmla="*/ 1807525 w 2036126"/>
                  <a:gd name="connsiteY6" fmla="*/ 432064 h 1101189"/>
                  <a:gd name="connsiteX7" fmla="*/ 1950400 w 2036126"/>
                  <a:gd name="connsiteY7" fmla="*/ 789251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09399 w 2024039"/>
                  <a:gd name="connsiteY0" fmla="*/ 374913 h 1101189"/>
                  <a:gd name="connsiteX1" fmla="*/ 833414 w 2024039"/>
                  <a:gd name="connsiteY1" fmla="*/ 46300 h 1101189"/>
                  <a:gd name="connsiteX2" fmla="*/ 1242989 w 2024039"/>
                  <a:gd name="connsiteY2" fmla="*/ 12964 h 1101189"/>
                  <a:gd name="connsiteX3" fmla="*/ 1304901 w 2024039"/>
                  <a:gd name="connsiteY3" fmla="*/ 208226 h 1101189"/>
                  <a:gd name="connsiteX4" fmla="*/ 2024039 w 2024039"/>
                  <a:gd name="connsiteY4" fmla="*/ 313001 h 1101189"/>
                  <a:gd name="connsiteX5" fmla="*/ 1652562 w 2024039"/>
                  <a:gd name="connsiteY5" fmla="*/ 341576 h 1101189"/>
                  <a:gd name="connsiteX6" fmla="*/ 1795438 w 2024039"/>
                  <a:gd name="connsiteY6" fmla="*/ 432064 h 1101189"/>
                  <a:gd name="connsiteX7" fmla="*/ 1938313 w 2024039"/>
                  <a:gd name="connsiteY7" fmla="*/ 789251 h 1101189"/>
                  <a:gd name="connsiteX8" fmla="*/ 1690662 w 2024039"/>
                  <a:gd name="connsiteY8" fmla="*/ 1042144 h 1101189"/>
                  <a:gd name="connsiteX9" fmla="*/ 604674 w 2024039"/>
                  <a:gd name="connsiteY9" fmla="*/ 1046907 h 1101189"/>
                  <a:gd name="connsiteX10" fmla="*/ 138088 w 2024039"/>
                  <a:gd name="connsiteY10" fmla="*/ 503500 h 1101189"/>
                  <a:gd name="connsiteX11" fmla="*/ 309399 w 2024039"/>
                  <a:gd name="connsiteY11" fmla="*/ 374913 h 1101189"/>
                  <a:gd name="connsiteX0" fmla="*/ 316756 w 2031396"/>
                  <a:gd name="connsiteY0" fmla="*/ 374913 h 1101189"/>
                  <a:gd name="connsiteX1" fmla="*/ 840771 w 2031396"/>
                  <a:gd name="connsiteY1" fmla="*/ 46300 h 1101189"/>
                  <a:gd name="connsiteX2" fmla="*/ 1250346 w 2031396"/>
                  <a:gd name="connsiteY2" fmla="*/ 12964 h 1101189"/>
                  <a:gd name="connsiteX3" fmla="*/ 1312258 w 2031396"/>
                  <a:gd name="connsiteY3" fmla="*/ 208226 h 1101189"/>
                  <a:gd name="connsiteX4" fmla="*/ 2031396 w 2031396"/>
                  <a:gd name="connsiteY4" fmla="*/ 313001 h 1101189"/>
                  <a:gd name="connsiteX5" fmla="*/ 1659919 w 2031396"/>
                  <a:gd name="connsiteY5" fmla="*/ 341576 h 1101189"/>
                  <a:gd name="connsiteX6" fmla="*/ 1802795 w 2031396"/>
                  <a:gd name="connsiteY6" fmla="*/ 432064 h 1101189"/>
                  <a:gd name="connsiteX7" fmla="*/ 1945670 w 2031396"/>
                  <a:gd name="connsiteY7" fmla="*/ 789251 h 1101189"/>
                  <a:gd name="connsiteX8" fmla="*/ 1698019 w 2031396"/>
                  <a:gd name="connsiteY8" fmla="*/ 1042144 h 1101189"/>
                  <a:gd name="connsiteX9" fmla="*/ 612031 w 2031396"/>
                  <a:gd name="connsiteY9" fmla="*/ 1046907 h 1101189"/>
                  <a:gd name="connsiteX10" fmla="*/ 145445 w 2031396"/>
                  <a:gd name="connsiteY10" fmla="*/ 503500 h 1101189"/>
                  <a:gd name="connsiteX11" fmla="*/ 316756 w 2031396"/>
                  <a:gd name="connsiteY11" fmla="*/ 374913 h 1101189"/>
                  <a:gd name="connsiteX0" fmla="*/ 316758 w 2031398"/>
                  <a:gd name="connsiteY0" fmla="*/ 374913 h 1101189"/>
                  <a:gd name="connsiteX1" fmla="*/ 840773 w 2031398"/>
                  <a:gd name="connsiteY1" fmla="*/ 46300 h 1101189"/>
                  <a:gd name="connsiteX2" fmla="*/ 1250348 w 2031398"/>
                  <a:gd name="connsiteY2" fmla="*/ 12964 h 1101189"/>
                  <a:gd name="connsiteX3" fmla="*/ 2031398 w 2031398"/>
                  <a:gd name="connsiteY3" fmla="*/ 313001 h 1101189"/>
                  <a:gd name="connsiteX4" fmla="*/ 1659921 w 2031398"/>
                  <a:gd name="connsiteY4" fmla="*/ 341576 h 1101189"/>
                  <a:gd name="connsiteX5" fmla="*/ 1802797 w 2031398"/>
                  <a:gd name="connsiteY5" fmla="*/ 432064 h 1101189"/>
                  <a:gd name="connsiteX6" fmla="*/ 1945672 w 2031398"/>
                  <a:gd name="connsiteY6" fmla="*/ 789251 h 1101189"/>
                  <a:gd name="connsiteX7" fmla="*/ 1698021 w 2031398"/>
                  <a:gd name="connsiteY7" fmla="*/ 1042144 h 1101189"/>
                  <a:gd name="connsiteX8" fmla="*/ 612033 w 2031398"/>
                  <a:gd name="connsiteY8" fmla="*/ 1046907 h 1101189"/>
                  <a:gd name="connsiteX9" fmla="*/ 145447 w 2031398"/>
                  <a:gd name="connsiteY9" fmla="*/ 503500 h 1101189"/>
                  <a:gd name="connsiteX10" fmla="*/ 316758 w 2031398"/>
                  <a:gd name="connsiteY10" fmla="*/ 374913 h 1101189"/>
                  <a:gd name="connsiteX0" fmla="*/ 2031398 w 2185032"/>
                  <a:gd name="connsiteY0" fmla="*/ 313001 h 1101189"/>
                  <a:gd name="connsiteX1" fmla="*/ 1659921 w 2185032"/>
                  <a:gd name="connsiteY1" fmla="*/ 341576 h 1101189"/>
                  <a:gd name="connsiteX2" fmla="*/ 1802797 w 2185032"/>
                  <a:gd name="connsiteY2" fmla="*/ 432064 h 1101189"/>
                  <a:gd name="connsiteX3" fmla="*/ 1945672 w 2185032"/>
                  <a:gd name="connsiteY3" fmla="*/ 789251 h 1101189"/>
                  <a:gd name="connsiteX4" fmla="*/ 1698021 w 2185032"/>
                  <a:gd name="connsiteY4" fmla="*/ 1042144 h 1101189"/>
                  <a:gd name="connsiteX5" fmla="*/ 612033 w 2185032"/>
                  <a:gd name="connsiteY5" fmla="*/ 1046907 h 1101189"/>
                  <a:gd name="connsiteX6" fmla="*/ 145447 w 2185032"/>
                  <a:gd name="connsiteY6" fmla="*/ 503500 h 1101189"/>
                  <a:gd name="connsiteX7" fmla="*/ 316758 w 2185032"/>
                  <a:gd name="connsiteY7" fmla="*/ 374913 h 1101189"/>
                  <a:gd name="connsiteX8" fmla="*/ 840773 w 2185032"/>
                  <a:gd name="connsiteY8" fmla="*/ 46300 h 1101189"/>
                  <a:gd name="connsiteX9" fmla="*/ 1250348 w 2185032"/>
                  <a:gd name="connsiteY9" fmla="*/ 12964 h 1101189"/>
                  <a:gd name="connsiteX10" fmla="*/ 2185032 w 2185032"/>
                  <a:gd name="connsiteY10" fmla="*/ 466635 h 1101189"/>
                  <a:gd name="connsiteX0" fmla="*/ 2031398 w 2031398"/>
                  <a:gd name="connsiteY0" fmla="*/ 313001 h 1101189"/>
                  <a:gd name="connsiteX1" fmla="*/ 1659921 w 2031398"/>
                  <a:gd name="connsiteY1" fmla="*/ 341576 h 1101189"/>
                  <a:gd name="connsiteX2" fmla="*/ 1802797 w 2031398"/>
                  <a:gd name="connsiteY2" fmla="*/ 432064 h 1101189"/>
                  <a:gd name="connsiteX3" fmla="*/ 1945672 w 2031398"/>
                  <a:gd name="connsiteY3" fmla="*/ 789251 h 1101189"/>
                  <a:gd name="connsiteX4" fmla="*/ 1698021 w 2031398"/>
                  <a:gd name="connsiteY4" fmla="*/ 1042144 h 1101189"/>
                  <a:gd name="connsiteX5" fmla="*/ 612033 w 2031398"/>
                  <a:gd name="connsiteY5" fmla="*/ 1046907 h 1101189"/>
                  <a:gd name="connsiteX6" fmla="*/ 145447 w 2031398"/>
                  <a:gd name="connsiteY6" fmla="*/ 503500 h 1101189"/>
                  <a:gd name="connsiteX7" fmla="*/ 316758 w 2031398"/>
                  <a:gd name="connsiteY7" fmla="*/ 374913 h 1101189"/>
                  <a:gd name="connsiteX8" fmla="*/ 840773 w 2031398"/>
                  <a:gd name="connsiteY8" fmla="*/ 46300 h 1101189"/>
                  <a:gd name="connsiteX9" fmla="*/ 1250348 w 2031398"/>
                  <a:gd name="connsiteY9" fmla="*/ 12964 h 1101189"/>
                  <a:gd name="connsiteX0" fmla="*/ 1659921 w 1946305"/>
                  <a:gd name="connsiteY0" fmla="*/ 341576 h 1101189"/>
                  <a:gd name="connsiteX1" fmla="*/ 1802797 w 1946305"/>
                  <a:gd name="connsiteY1" fmla="*/ 432064 h 1101189"/>
                  <a:gd name="connsiteX2" fmla="*/ 1945672 w 1946305"/>
                  <a:gd name="connsiteY2" fmla="*/ 789251 h 1101189"/>
                  <a:gd name="connsiteX3" fmla="*/ 1698021 w 1946305"/>
                  <a:gd name="connsiteY3" fmla="*/ 1042144 h 1101189"/>
                  <a:gd name="connsiteX4" fmla="*/ 612033 w 1946305"/>
                  <a:gd name="connsiteY4" fmla="*/ 1046907 h 1101189"/>
                  <a:gd name="connsiteX5" fmla="*/ 145447 w 1946305"/>
                  <a:gd name="connsiteY5" fmla="*/ 503500 h 1101189"/>
                  <a:gd name="connsiteX6" fmla="*/ 316758 w 1946305"/>
                  <a:gd name="connsiteY6" fmla="*/ 374913 h 1101189"/>
                  <a:gd name="connsiteX7" fmla="*/ 840773 w 1946305"/>
                  <a:gd name="connsiteY7" fmla="*/ 46300 h 1101189"/>
                  <a:gd name="connsiteX8" fmla="*/ 1250348 w 1946305"/>
                  <a:gd name="connsiteY8" fmla="*/ 12964 h 1101189"/>
                  <a:gd name="connsiteX0" fmla="*/ 2274233 w 2274249"/>
                  <a:gd name="connsiteY0" fmla="*/ 224221 h 1101189"/>
                  <a:gd name="connsiteX1" fmla="*/ 1802797 w 2274249"/>
                  <a:gd name="connsiteY1" fmla="*/ 432064 h 1101189"/>
                  <a:gd name="connsiteX2" fmla="*/ 1945672 w 2274249"/>
                  <a:gd name="connsiteY2" fmla="*/ 789251 h 1101189"/>
                  <a:gd name="connsiteX3" fmla="*/ 1698021 w 2274249"/>
                  <a:gd name="connsiteY3" fmla="*/ 1042144 h 1101189"/>
                  <a:gd name="connsiteX4" fmla="*/ 612033 w 2274249"/>
                  <a:gd name="connsiteY4" fmla="*/ 1046907 h 1101189"/>
                  <a:gd name="connsiteX5" fmla="*/ 145447 w 2274249"/>
                  <a:gd name="connsiteY5" fmla="*/ 503500 h 1101189"/>
                  <a:gd name="connsiteX6" fmla="*/ 316758 w 2274249"/>
                  <a:gd name="connsiteY6" fmla="*/ 374913 h 1101189"/>
                  <a:gd name="connsiteX7" fmla="*/ 840773 w 2274249"/>
                  <a:gd name="connsiteY7" fmla="*/ 46300 h 1101189"/>
                  <a:gd name="connsiteX8" fmla="*/ 1250348 w 2274249"/>
                  <a:gd name="connsiteY8" fmla="*/ 12964 h 1101189"/>
                  <a:gd name="connsiteX0" fmla="*/ 1802797 w 1946304"/>
                  <a:gd name="connsiteY0" fmla="*/ 432064 h 1101189"/>
                  <a:gd name="connsiteX1" fmla="*/ 1945672 w 1946304"/>
                  <a:gd name="connsiteY1" fmla="*/ 789251 h 1101189"/>
                  <a:gd name="connsiteX2" fmla="*/ 1698021 w 1946304"/>
                  <a:gd name="connsiteY2" fmla="*/ 1042144 h 1101189"/>
                  <a:gd name="connsiteX3" fmla="*/ 612033 w 1946304"/>
                  <a:gd name="connsiteY3" fmla="*/ 1046907 h 1101189"/>
                  <a:gd name="connsiteX4" fmla="*/ 145447 w 1946304"/>
                  <a:gd name="connsiteY4" fmla="*/ 503500 h 1101189"/>
                  <a:gd name="connsiteX5" fmla="*/ 316758 w 1946304"/>
                  <a:gd name="connsiteY5" fmla="*/ 374913 h 1101189"/>
                  <a:gd name="connsiteX6" fmla="*/ 840773 w 1946304"/>
                  <a:gd name="connsiteY6" fmla="*/ 46300 h 1101189"/>
                  <a:gd name="connsiteX7" fmla="*/ 1250348 w 1946304"/>
                  <a:gd name="connsiteY7" fmla="*/ 12964 h 1101189"/>
                  <a:gd name="connsiteX0" fmla="*/ 1945672 w 1945672"/>
                  <a:gd name="connsiteY0" fmla="*/ 789251 h 1101189"/>
                  <a:gd name="connsiteX1" fmla="*/ 1698021 w 1945672"/>
                  <a:gd name="connsiteY1" fmla="*/ 1042144 h 1101189"/>
                  <a:gd name="connsiteX2" fmla="*/ 612033 w 1945672"/>
                  <a:gd name="connsiteY2" fmla="*/ 1046907 h 1101189"/>
                  <a:gd name="connsiteX3" fmla="*/ 145447 w 1945672"/>
                  <a:gd name="connsiteY3" fmla="*/ 503500 h 1101189"/>
                  <a:gd name="connsiteX4" fmla="*/ 316758 w 1945672"/>
                  <a:gd name="connsiteY4" fmla="*/ 374913 h 1101189"/>
                  <a:gd name="connsiteX5" fmla="*/ 840773 w 1945672"/>
                  <a:gd name="connsiteY5" fmla="*/ 46300 h 1101189"/>
                  <a:gd name="connsiteX6" fmla="*/ 1250348 w 1945672"/>
                  <a:gd name="connsiteY6" fmla="*/ 12964 h 1101189"/>
                  <a:gd name="connsiteX0" fmla="*/ 1945672 w 1945672"/>
                  <a:gd name="connsiteY0" fmla="*/ 776287 h 1088225"/>
                  <a:gd name="connsiteX1" fmla="*/ 1698021 w 1945672"/>
                  <a:gd name="connsiteY1" fmla="*/ 1029180 h 1088225"/>
                  <a:gd name="connsiteX2" fmla="*/ 612033 w 1945672"/>
                  <a:gd name="connsiteY2" fmla="*/ 1033943 h 1088225"/>
                  <a:gd name="connsiteX3" fmla="*/ 145447 w 1945672"/>
                  <a:gd name="connsiteY3" fmla="*/ 490536 h 1088225"/>
                  <a:gd name="connsiteX4" fmla="*/ 316758 w 1945672"/>
                  <a:gd name="connsiteY4" fmla="*/ 361949 h 1088225"/>
                  <a:gd name="connsiteX5" fmla="*/ 840773 w 1945672"/>
                  <a:gd name="connsiteY5" fmla="*/ 33336 h 1088225"/>
                  <a:gd name="connsiteX6" fmla="*/ 1250348 w 1945672"/>
                  <a:gd name="connsiteY6" fmla="*/ 0 h 1088225"/>
                  <a:gd name="connsiteX0" fmla="*/ 2121293 w 2121292"/>
                  <a:gd name="connsiteY0" fmla="*/ 400349 h 1088225"/>
                  <a:gd name="connsiteX1" fmla="*/ 1698021 w 2121292"/>
                  <a:gd name="connsiteY1" fmla="*/ 1029180 h 1088225"/>
                  <a:gd name="connsiteX2" fmla="*/ 612033 w 2121292"/>
                  <a:gd name="connsiteY2" fmla="*/ 1033943 h 1088225"/>
                  <a:gd name="connsiteX3" fmla="*/ 145447 w 2121292"/>
                  <a:gd name="connsiteY3" fmla="*/ 490536 h 1088225"/>
                  <a:gd name="connsiteX4" fmla="*/ 316758 w 2121292"/>
                  <a:gd name="connsiteY4" fmla="*/ 361949 h 1088225"/>
                  <a:gd name="connsiteX5" fmla="*/ 840773 w 2121292"/>
                  <a:gd name="connsiteY5" fmla="*/ 33336 h 1088225"/>
                  <a:gd name="connsiteX6" fmla="*/ 1250348 w 2121292"/>
                  <a:gd name="connsiteY6" fmla="*/ 0 h 1088225"/>
                  <a:gd name="connsiteX0" fmla="*/ 1823289 w 1823289"/>
                  <a:gd name="connsiteY0" fmla="*/ 14517 h 1088225"/>
                  <a:gd name="connsiteX1" fmla="*/ 1698021 w 1823289"/>
                  <a:gd name="connsiteY1" fmla="*/ 1029180 h 1088225"/>
                  <a:gd name="connsiteX2" fmla="*/ 612033 w 1823289"/>
                  <a:gd name="connsiteY2" fmla="*/ 1033943 h 1088225"/>
                  <a:gd name="connsiteX3" fmla="*/ 145447 w 1823289"/>
                  <a:gd name="connsiteY3" fmla="*/ 490536 h 1088225"/>
                  <a:gd name="connsiteX4" fmla="*/ 316758 w 1823289"/>
                  <a:gd name="connsiteY4" fmla="*/ 361949 h 1088225"/>
                  <a:gd name="connsiteX5" fmla="*/ 840773 w 1823289"/>
                  <a:gd name="connsiteY5" fmla="*/ 33336 h 1088225"/>
                  <a:gd name="connsiteX6" fmla="*/ 1250348 w 1823289"/>
                  <a:gd name="connsiteY6" fmla="*/ 0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7" fmla="*/ 1823289 w 2155359"/>
                  <a:gd name="connsiteY7" fmla="*/ 14517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7" fmla="*/ 1823289 w 2155359"/>
                  <a:gd name="connsiteY7" fmla="*/ 14517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7" fmla="*/ 1823289 w 2155359"/>
                  <a:gd name="connsiteY7" fmla="*/ 14517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7" fmla="*/ 1976923 w 2155359"/>
                  <a:gd name="connsiteY7" fmla="*/ 168151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7" fmla="*/ 1976923 w 2155359"/>
                  <a:gd name="connsiteY7" fmla="*/ 168151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0" fmla="*/ 1823289 w 2155359"/>
                  <a:gd name="connsiteY0" fmla="*/ 14517 h 1088225"/>
                  <a:gd name="connsiteX1" fmla="*/ 1698021 w 2155359"/>
                  <a:gd name="connsiteY1" fmla="*/ 1029180 h 1088225"/>
                  <a:gd name="connsiteX2" fmla="*/ 612033 w 2155359"/>
                  <a:gd name="connsiteY2" fmla="*/ 1033943 h 1088225"/>
                  <a:gd name="connsiteX3" fmla="*/ 145447 w 2155359"/>
                  <a:gd name="connsiteY3" fmla="*/ 490536 h 1088225"/>
                  <a:gd name="connsiteX4" fmla="*/ 316758 w 2155359"/>
                  <a:gd name="connsiteY4" fmla="*/ 361949 h 1088225"/>
                  <a:gd name="connsiteX5" fmla="*/ 840773 w 2155359"/>
                  <a:gd name="connsiteY5" fmla="*/ 33336 h 1088225"/>
                  <a:gd name="connsiteX6" fmla="*/ 1250348 w 2155359"/>
                  <a:gd name="connsiteY6" fmla="*/ 0 h 1088225"/>
                  <a:gd name="connsiteX7" fmla="*/ 1823289 w 2155359"/>
                  <a:gd name="connsiteY7" fmla="*/ 14517 h 108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55359" h="1088225">
                    <a:moveTo>
                      <a:pt x="1823289" y="14517"/>
                    </a:moveTo>
                    <a:cubicBezTo>
                      <a:pt x="2622263" y="152105"/>
                      <a:pt x="1732946" y="902019"/>
                      <a:pt x="1698021" y="1029180"/>
                    </a:cubicBezTo>
                    <a:cubicBezTo>
                      <a:pt x="1202675" y="1216506"/>
                      <a:pt x="769241" y="884717"/>
                      <a:pt x="612033" y="1033943"/>
                    </a:cubicBezTo>
                    <a:cubicBezTo>
                      <a:pt x="353271" y="944169"/>
                      <a:pt x="-285427" y="759598"/>
                      <a:pt x="145447" y="490536"/>
                    </a:cubicBezTo>
                    <a:cubicBezTo>
                      <a:pt x="202551" y="447674"/>
                      <a:pt x="-297559" y="190499"/>
                      <a:pt x="316758" y="361949"/>
                    </a:cubicBezTo>
                    <a:cubicBezTo>
                      <a:pt x="246908" y="110587"/>
                      <a:pt x="685175" y="93661"/>
                      <a:pt x="840773" y="33336"/>
                    </a:cubicBezTo>
                    <a:cubicBezTo>
                      <a:pt x="991743" y="40156"/>
                      <a:pt x="1037399" y="9191"/>
                      <a:pt x="1250348" y="0"/>
                    </a:cubicBezTo>
                    <a:lnTo>
                      <a:pt x="1823289" y="14517"/>
                    </a:lnTo>
                    <a:close/>
                  </a:path>
                </a:pathLst>
              </a:cu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462E27F1-0F37-4FC3-935B-0BB7723EAF43}"/>
                  </a:ext>
                </a:extLst>
              </p:cNvPr>
              <p:cNvSpPr/>
              <p:nvPr/>
            </p:nvSpPr>
            <p:spPr>
              <a:xfrm rot="868981">
                <a:off x="7991599" y="2766570"/>
                <a:ext cx="870123" cy="469359"/>
              </a:xfrm>
              <a:prstGeom prst="ellipse">
                <a:avLst/>
              </a:prstGeom>
              <a:solidFill>
                <a:srgbClr val="BE4B4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2">
                <a:extLst>
                  <a:ext uri="{FF2B5EF4-FFF2-40B4-BE49-F238E27FC236}">
                    <a16:creationId xmlns:a16="http://schemas.microsoft.com/office/drawing/2014/main" id="{6023A3FC-340C-41AC-915A-E64379772CD8}"/>
                  </a:ext>
                </a:extLst>
              </p:cNvPr>
              <p:cNvSpPr/>
              <p:nvPr/>
            </p:nvSpPr>
            <p:spPr>
              <a:xfrm rot="10467436">
                <a:off x="7105322" y="3067054"/>
                <a:ext cx="640596" cy="139838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2">
                <a:extLst>
                  <a:ext uri="{FF2B5EF4-FFF2-40B4-BE49-F238E27FC236}">
                    <a16:creationId xmlns:a16="http://schemas.microsoft.com/office/drawing/2014/main" id="{54D717E9-B64B-42D3-B0BD-EAD15F51B47D}"/>
                  </a:ext>
                </a:extLst>
              </p:cNvPr>
              <p:cNvSpPr/>
              <p:nvPr/>
            </p:nvSpPr>
            <p:spPr>
              <a:xfrm rot="10467436">
                <a:off x="9203370" y="3381838"/>
                <a:ext cx="640596" cy="139838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9">
                <a:extLst>
                  <a:ext uri="{FF2B5EF4-FFF2-40B4-BE49-F238E27FC236}">
                    <a16:creationId xmlns:a16="http://schemas.microsoft.com/office/drawing/2014/main" id="{DCA1E94A-4CAF-48F6-864C-5DC4405E62C6}"/>
                  </a:ext>
                </a:extLst>
              </p:cNvPr>
              <p:cNvSpPr/>
              <p:nvPr/>
            </p:nvSpPr>
            <p:spPr>
              <a:xfrm rot="20222909">
                <a:off x="9059536" y="3211375"/>
                <a:ext cx="507077" cy="144294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0">
                <a:extLst>
                  <a:ext uri="{FF2B5EF4-FFF2-40B4-BE49-F238E27FC236}">
                    <a16:creationId xmlns:a16="http://schemas.microsoft.com/office/drawing/2014/main" id="{9A2DFEC4-9C6D-439A-9425-132691B8FBF7}"/>
                  </a:ext>
                </a:extLst>
              </p:cNvPr>
              <p:cNvSpPr/>
              <p:nvPr/>
            </p:nvSpPr>
            <p:spPr>
              <a:xfrm rot="10517485">
                <a:off x="6291368" y="2362215"/>
                <a:ext cx="1013789" cy="572196"/>
              </a:xfrm>
              <a:custGeom>
                <a:avLst/>
                <a:gdLst>
                  <a:gd name="connsiteX0" fmla="*/ 0 w 1176476"/>
                  <a:gd name="connsiteY0" fmla="*/ 0 h 514831"/>
                  <a:gd name="connsiteX1" fmla="*/ 1176476 w 1176476"/>
                  <a:gd name="connsiteY1" fmla="*/ 0 h 514831"/>
                  <a:gd name="connsiteX2" fmla="*/ 1176476 w 1176476"/>
                  <a:gd name="connsiteY2" fmla="*/ 514831 h 514831"/>
                  <a:gd name="connsiteX3" fmla="*/ 0 w 1176476"/>
                  <a:gd name="connsiteY3" fmla="*/ 514831 h 514831"/>
                  <a:gd name="connsiteX4" fmla="*/ 0 w 1176476"/>
                  <a:gd name="connsiteY4" fmla="*/ 0 h 514831"/>
                  <a:gd name="connsiteX0" fmla="*/ 0 w 1176476"/>
                  <a:gd name="connsiteY0" fmla="*/ 0 h 619606"/>
                  <a:gd name="connsiteX1" fmla="*/ 1176476 w 1176476"/>
                  <a:gd name="connsiteY1" fmla="*/ 0 h 619606"/>
                  <a:gd name="connsiteX2" fmla="*/ 1176476 w 1176476"/>
                  <a:gd name="connsiteY2" fmla="*/ 514831 h 619606"/>
                  <a:gd name="connsiteX3" fmla="*/ 128588 w 1176476"/>
                  <a:gd name="connsiteY3" fmla="*/ 619606 h 619606"/>
                  <a:gd name="connsiteX4" fmla="*/ 0 w 1176476"/>
                  <a:gd name="connsiteY4" fmla="*/ 0 h 619606"/>
                  <a:gd name="connsiteX0" fmla="*/ 0 w 1214576"/>
                  <a:gd name="connsiteY0" fmla="*/ 0 h 619606"/>
                  <a:gd name="connsiteX1" fmla="*/ 1176476 w 1214576"/>
                  <a:gd name="connsiteY1" fmla="*/ 0 h 619606"/>
                  <a:gd name="connsiteX2" fmla="*/ 1214576 w 1214576"/>
                  <a:gd name="connsiteY2" fmla="*/ 614843 h 619606"/>
                  <a:gd name="connsiteX3" fmla="*/ 128588 w 1214576"/>
                  <a:gd name="connsiteY3" fmla="*/ 619606 h 619606"/>
                  <a:gd name="connsiteX4" fmla="*/ 0 w 1214576"/>
                  <a:gd name="connsiteY4" fmla="*/ 0 h 619606"/>
                  <a:gd name="connsiteX0" fmla="*/ 0 w 1214576"/>
                  <a:gd name="connsiteY0" fmla="*/ 0 h 660900"/>
                  <a:gd name="connsiteX1" fmla="*/ 1176476 w 1214576"/>
                  <a:gd name="connsiteY1" fmla="*/ 0 h 660900"/>
                  <a:gd name="connsiteX2" fmla="*/ 1214576 w 1214576"/>
                  <a:gd name="connsiteY2" fmla="*/ 614843 h 660900"/>
                  <a:gd name="connsiteX3" fmla="*/ 128588 w 1214576"/>
                  <a:gd name="connsiteY3" fmla="*/ 619606 h 660900"/>
                  <a:gd name="connsiteX4" fmla="*/ 0 w 1214576"/>
                  <a:gd name="connsiteY4" fmla="*/ 0 h 660900"/>
                  <a:gd name="connsiteX0" fmla="*/ 0 w 1214576"/>
                  <a:gd name="connsiteY0" fmla="*/ 0 h 635268"/>
                  <a:gd name="connsiteX1" fmla="*/ 1176476 w 1214576"/>
                  <a:gd name="connsiteY1" fmla="*/ 0 h 635268"/>
                  <a:gd name="connsiteX2" fmla="*/ 1214576 w 1214576"/>
                  <a:gd name="connsiteY2" fmla="*/ 614843 h 635268"/>
                  <a:gd name="connsiteX3" fmla="*/ 128588 w 1214576"/>
                  <a:gd name="connsiteY3" fmla="*/ 619606 h 635268"/>
                  <a:gd name="connsiteX4" fmla="*/ 0 w 1214576"/>
                  <a:gd name="connsiteY4" fmla="*/ 0 h 635268"/>
                  <a:gd name="connsiteX0" fmla="*/ 0 w 1214576"/>
                  <a:gd name="connsiteY0" fmla="*/ 0 h 640248"/>
                  <a:gd name="connsiteX1" fmla="*/ 1176476 w 1214576"/>
                  <a:gd name="connsiteY1" fmla="*/ 0 h 640248"/>
                  <a:gd name="connsiteX2" fmla="*/ 1214576 w 1214576"/>
                  <a:gd name="connsiteY2" fmla="*/ 614843 h 640248"/>
                  <a:gd name="connsiteX3" fmla="*/ 128588 w 1214576"/>
                  <a:gd name="connsiteY3" fmla="*/ 619606 h 640248"/>
                  <a:gd name="connsiteX4" fmla="*/ 0 w 1214576"/>
                  <a:gd name="connsiteY4" fmla="*/ 0 h 640248"/>
                  <a:gd name="connsiteX0" fmla="*/ 0 w 1214576"/>
                  <a:gd name="connsiteY0" fmla="*/ 0 h 673888"/>
                  <a:gd name="connsiteX1" fmla="*/ 1176476 w 1214576"/>
                  <a:gd name="connsiteY1" fmla="*/ 0 h 673888"/>
                  <a:gd name="connsiteX2" fmla="*/ 1214576 w 1214576"/>
                  <a:gd name="connsiteY2" fmla="*/ 614843 h 673888"/>
                  <a:gd name="connsiteX3" fmla="*/ 128588 w 1214576"/>
                  <a:gd name="connsiteY3" fmla="*/ 619606 h 673888"/>
                  <a:gd name="connsiteX4" fmla="*/ 0 w 1214576"/>
                  <a:gd name="connsiteY4" fmla="*/ 0 h 673888"/>
                  <a:gd name="connsiteX0" fmla="*/ 257037 w 1471613"/>
                  <a:gd name="connsiteY0" fmla="*/ 0 h 673888"/>
                  <a:gd name="connsiteX1" fmla="*/ 1433513 w 1471613"/>
                  <a:gd name="connsiteY1" fmla="*/ 0 h 673888"/>
                  <a:gd name="connsiteX2" fmla="*/ 1471613 w 1471613"/>
                  <a:gd name="connsiteY2" fmla="*/ 614843 h 673888"/>
                  <a:gd name="connsiteX3" fmla="*/ 385625 w 1471613"/>
                  <a:gd name="connsiteY3" fmla="*/ 619606 h 673888"/>
                  <a:gd name="connsiteX4" fmla="*/ 0 w 1471613"/>
                  <a:gd name="connsiteY4" fmla="*/ 252412 h 673888"/>
                  <a:gd name="connsiteX5" fmla="*/ 257037 w 1471613"/>
                  <a:gd name="connsiteY5" fmla="*/ 0 h 673888"/>
                  <a:gd name="connsiteX0" fmla="*/ 347805 w 1562381"/>
                  <a:gd name="connsiteY0" fmla="*/ 0 h 673888"/>
                  <a:gd name="connsiteX1" fmla="*/ 1524281 w 1562381"/>
                  <a:gd name="connsiteY1" fmla="*/ 0 h 673888"/>
                  <a:gd name="connsiteX2" fmla="*/ 1562381 w 1562381"/>
                  <a:gd name="connsiteY2" fmla="*/ 614843 h 673888"/>
                  <a:gd name="connsiteX3" fmla="*/ 476393 w 1562381"/>
                  <a:gd name="connsiteY3" fmla="*/ 619606 h 673888"/>
                  <a:gd name="connsiteX4" fmla="*/ 90768 w 1562381"/>
                  <a:gd name="connsiteY4" fmla="*/ 252412 h 673888"/>
                  <a:gd name="connsiteX5" fmla="*/ 9807 w 1562381"/>
                  <a:gd name="connsiteY5" fmla="*/ 76199 h 673888"/>
                  <a:gd name="connsiteX6" fmla="*/ 347805 w 1562381"/>
                  <a:gd name="connsiteY6" fmla="*/ 0 h 673888"/>
                  <a:gd name="connsiteX0" fmla="*/ 181118 w 1562381"/>
                  <a:gd name="connsiteY0" fmla="*/ 0 h 726276"/>
                  <a:gd name="connsiteX1" fmla="*/ 1524281 w 1562381"/>
                  <a:gd name="connsiteY1" fmla="*/ 52388 h 726276"/>
                  <a:gd name="connsiteX2" fmla="*/ 1562381 w 1562381"/>
                  <a:gd name="connsiteY2" fmla="*/ 667231 h 726276"/>
                  <a:gd name="connsiteX3" fmla="*/ 476393 w 1562381"/>
                  <a:gd name="connsiteY3" fmla="*/ 671994 h 726276"/>
                  <a:gd name="connsiteX4" fmla="*/ 90768 w 1562381"/>
                  <a:gd name="connsiteY4" fmla="*/ 304800 h 726276"/>
                  <a:gd name="connsiteX5" fmla="*/ 9807 w 1562381"/>
                  <a:gd name="connsiteY5" fmla="*/ 128587 h 726276"/>
                  <a:gd name="connsiteX6" fmla="*/ 181118 w 1562381"/>
                  <a:gd name="connsiteY6" fmla="*/ 0 h 726276"/>
                  <a:gd name="connsiteX0" fmla="*/ 309398 w 1690661"/>
                  <a:gd name="connsiteY0" fmla="*/ 58286 h 784562"/>
                  <a:gd name="connsiteX1" fmla="*/ 1652561 w 1690661"/>
                  <a:gd name="connsiteY1" fmla="*/ 110674 h 784562"/>
                  <a:gd name="connsiteX2" fmla="*/ 1690661 w 1690661"/>
                  <a:gd name="connsiteY2" fmla="*/ 725517 h 784562"/>
                  <a:gd name="connsiteX3" fmla="*/ 604673 w 1690661"/>
                  <a:gd name="connsiteY3" fmla="*/ 730280 h 784562"/>
                  <a:gd name="connsiteX4" fmla="*/ 219048 w 1690661"/>
                  <a:gd name="connsiteY4" fmla="*/ 363086 h 784562"/>
                  <a:gd name="connsiteX5" fmla="*/ 138087 w 1690661"/>
                  <a:gd name="connsiteY5" fmla="*/ 186873 h 784562"/>
                  <a:gd name="connsiteX6" fmla="*/ 309398 w 1690661"/>
                  <a:gd name="connsiteY6" fmla="*/ 58286 h 784562"/>
                  <a:gd name="connsiteX0" fmla="*/ 313339 w 1694602"/>
                  <a:gd name="connsiteY0" fmla="*/ 58286 h 784562"/>
                  <a:gd name="connsiteX1" fmla="*/ 1656502 w 1694602"/>
                  <a:gd name="connsiteY1" fmla="*/ 110674 h 784562"/>
                  <a:gd name="connsiteX2" fmla="*/ 1694602 w 1694602"/>
                  <a:gd name="connsiteY2" fmla="*/ 725517 h 784562"/>
                  <a:gd name="connsiteX3" fmla="*/ 608614 w 1694602"/>
                  <a:gd name="connsiteY3" fmla="*/ 730280 h 784562"/>
                  <a:gd name="connsiteX4" fmla="*/ 222989 w 1694602"/>
                  <a:gd name="connsiteY4" fmla="*/ 363086 h 784562"/>
                  <a:gd name="connsiteX5" fmla="*/ 142028 w 1694602"/>
                  <a:gd name="connsiteY5" fmla="*/ 186873 h 784562"/>
                  <a:gd name="connsiteX6" fmla="*/ 313339 w 1694602"/>
                  <a:gd name="connsiteY6" fmla="*/ 58286 h 784562"/>
                  <a:gd name="connsiteX0" fmla="*/ 321486 w 1702749"/>
                  <a:gd name="connsiteY0" fmla="*/ 58286 h 784562"/>
                  <a:gd name="connsiteX1" fmla="*/ 1664649 w 1702749"/>
                  <a:gd name="connsiteY1" fmla="*/ 110674 h 784562"/>
                  <a:gd name="connsiteX2" fmla="*/ 1702749 w 1702749"/>
                  <a:gd name="connsiteY2" fmla="*/ 725517 h 784562"/>
                  <a:gd name="connsiteX3" fmla="*/ 616761 w 1702749"/>
                  <a:gd name="connsiteY3" fmla="*/ 730280 h 784562"/>
                  <a:gd name="connsiteX4" fmla="*/ 231136 w 1702749"/>
                  <a:gd name="connsiteY4" fmla="*/ 363086 h 784562"/>
                  <a:gd name="connsiteX5" fmla="*/ 150175 w 1702749"/>
                  <a:gd name="connsiteY5" fmla="*/ 186873 h 784562"/>
                  <a:gd name="connsiteX6" fmla="*/ 321486 w 1702749"/>
                  <a:gd name="connsiteY6" fmla="*/ 58286 h 784562"/>
                  <a:gd name="connsiteX0" fmla="*/ 321486 w 1702749"/>
                  <a:gd name="connsiteY0" fmla="*/ 58286 h 784562"/>
                  <a:gd name="connsiteX1" fmla="*/ 640713 w 1702749"/>
                  <a:gd name="connsiteY1" fmla="*/ 86861 h 784562"/>
                  <a:gd name="connsiteX2" fmla="*/ 1664649 w 1702749"/>
                  <a:gd name="connsiteY2" fmla="*/ 110674 h 784562"/>
                  <a:gd name="connsiteX3" fmla="*/ 1702749 w 1702749"/>
                  <a:gd name="connsiteY3" fmla="*/ 725517 h 784562"/>
                  <a:gd name="connsiteX4" fmla="*/ 616761 w 1702749"/>
                  <a:gd name="connsiteY4" fmla="*/ 730280 h 784562"/>
                  <a:gd name="connsiteX5" fmla="*/ 231136 w 1702749"/>
                  <a:gd name="connsiteY5" fmla="*/ 363086 h 784562"/>
                  <a:gd name="connsiteX6" fmla="*/ 150175 w 1702749"/>
                  <a:gd name="connsiteY6" fmla="*/ 186873 h 784562"/>
                  <a:gd name="connsiteX7" fmla="*/ 321486 w 1702749"/>
                  <a:gd name="connsiteY7" fmla="*/ 58286 h 784562"/>
                  <a:gd name="connsiteX0" fmla="*/ 321486 w 1702749"/>
                  <a:gd name="connsiteY0" fmla="*/ 328633 h 1054909"/>
                  <a:gd name="connsiteX1" fmla="*/ 640713 w 1702749"/>
                  <a:gd name="connsiteY1" fmla="*/ 357208 h 1054909"/>
                  <a:gd name="connsiteX2" fmla="*/ 845501 w 1702749"/>
                  <a:gd name="connsiteY2" fmla="*/ 20 h 1054909"/>
                  <a:gd name="connsiteX3" fmla="*/ 1664649 w 1702749"/>
                  <a:gd name="connsiteY3" fmla="*/ 381021 h 1054909"/>
                  <a:gd name="connsiteX4" fmla="*/ 1702749 w 1702749"/>
                  <a:gd name="connsiteY4" fmla="*/ 995864 h 1054909"/>
                  <a:gd name="connsiteX5" fmla="*/ 616761 w 1702749"/>
                  <a:gd name="connsiteY5" fmla="*/ 1000627 h 1054909"/>
                  <a:gd name="connsiteX6" fmla="*/ 231136 w 1702749"/>
                  <a:gd name="connsiteY6" fmla="*/ 633433 h 1054909"/>
                  <a:gd name="connsiteX7" fmla="*/ 150175 w 1702749"/>
                  <a:gd name="connsiteY7" fmla="*/ 457220 h 1054909"/>
                  <a:gd name="connsiteX8" fmla="*/ 321486 w 1702749"/>
                  <a:gd name="connsiteY8" fmla="*/ 328633 h 105490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664649 w 1702749"/>
                  <a:gd name="connsiteY4" fmla="*/ 427301 h 1101189"/>
                  <a:gd name="connsiteX5" fmla="*/ 1702749 w 1702749"/>
                  <a:gd name="connsiteY5" fmla="*/ 1042144 h 1101189"/>
                  <a:gd name="connsiteX6" fmla="*/ 616761 w 1702749"/>
                  <a:gd name="connsiteY6" fmla="*/ 1046907 h 1101189"/>
                  <a:gd name="connsiteX7" fmla="*/ 231136 w 1702749"/>
                  <a:gd name="connsiteY7" fmla="*/ 679713 h 1101189"/>
                  <a:gd name="connsiteX8" fmla="*/ 150175 w 1702749"/>
                  <a:gd name="connsiteY8" fmla="*/ 503500 h 1101189"/>
                  <a:gd name="connsiteX9" fmla="*/ 321486 w 1702749"/>
                  <a:gd name="connsiteY9" fmla="*/ 374913 h 110118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316988 w 1702749"/>
                  <a:gd name="connsiteY4" fmla="*/ 208226 h 1101189"/>
                  <a:gd name="connsiteX5" fmla="*/ 1664649 w 1702749"/>
                  <a:gd name="connsiteY5" fmla="*/ 427301 h 1101189"/>
                  <a:gd name="connsiteX6" fmla="*/ 1702749 w 1702749"/>
                  <a:gd name="connsiteY6" fmla="*/ 1042144 h 1101189"/>
                  <a:gd name="connsiteX7" fmla="*/ 616761 w 1702749"/>
                  <a:gd name="connsiteY7" fmla="*/ 1046907 h 1101189"/>
                  <a:gd name="connsiteX8" fmla="*/ 231136 w 1702749"/>
                  <a:gd name="connsiteY8" fmla="*/ 679713 h 1101189"/>
                  <a:gd name="connsiteX9" fmla="*/ 150175 w 1702749"/>
                  <a:gd name="connsiteY9" fmla="*/ 503500 h 1101189"/>
                  <a:gd name="connsiteX10" fmla="*/ 321486 w 1702749"/>
                  <a:gd name="connsiteY10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21687 w 2036126"/>
                  <a:gd name="connsiteY2" fmla="*/ 308239 h 1101189"/>
                  <a:gd name="connsiteX3" fmla="*/ 845501 w 2036126"/>
                  <a:gd name="connsiteY3" fmla="*/ 46300 h 1101189"/>
                  <a:gd name="connsiteX4" fmla="*/ 1255076 w 2036126"/>
                  <a:gd name="connsiteY4" fmla="*/ 12964 h 1101189"/>
                  <a:gd name="connsiteX5" fmla="*/ 1316988 w 2036126"/>
                  <a:gd name="connsiteY5" fmla="*/ 208226 h 1101189"/>
                  <a:gd name="connsiteX6" fmla="*/ 2036126 w 2036126"/>
                  <a:gd name="connsiteY6" fmla="*/ 313001 h 1101189"/>
                  <a:gd name="connsiteX7" fmla="*/ 1664649 w 2036126"/>
                  <a:gd name="connsiteY7" fmla="*/ 341576 h 1101189"/>
                  <a:gd name="connsiteX8" fmla="*/ 1807525 w 2036126"/>
                  <a:gd name="connsiteY8" fmla="*/ 432064 h 1101189"/>
                  <a:gd name="connsiteX9" fmla="*/ 1950400 w 2036126"/>
                  <a:gd name="connsiteY9" fmla="*/ 789251 h 1101189"/>
                  <a:gd name="connsiteX10" fmla="*/ 1702749 w 2036126"/>
                  <a:gd name="connsiteY10" fmla="*/ 1042144 h 1101189"/>
                  <a:gd name="connsiteX11" fmla="*/ 616761 w 2036126"/>
                  <a:gd name="connsiteY11" fmla="*/ 1046907 h 1101189"/>
                  <a:gd name="connsiteX12" fmla="*/ 231136 w 2036126"/>
                  <a:gd name="connsiteY12" fmla="*/ 679713 h 1101189"/>
                  <a:gd name="connsiteX13" fmla="*/ 150175 w 2036126"/>
                  <a:gd name="connsiteY13" fmla="*/ 503500 h 1101189"/>
                  <a:gd name="connsiteX14" fmla="*/ 321486 w 2036126"/>
                  <a:gd name="connsiteY14" fmla="*/ 374913 h 1101189"/>
                  <a:gd name="connsiteX0" fmla="*/ 321486 w 2036126"/>
                  <a:gd name="connsiteY0" fmla="*/ 374913 h 1101189"/>
                  <a:gd name="connsiteX1" fmla="*/ 821687 w 2036126"/>
                  <a:gd name="connsiteY1" fmla="*/ 308239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845501 w 2036126"/>
                  <a:gd name="connsiteY1" fmla="*/ 46300 h 1101189"/>
                  <a:gd name="connsiteX2" fmla="*/ 1255076 w 2036126"/>
                  <a:gd name="connsiteY2" fmla="*/ 12964 h 1101189"/>
                  <a:gd name="connsiteX3" fmla="*/ 1316988 w 2036126"/>
                  <a:gd name="connsiteY3" fmla="*/ 208226 h 1101189"/>
                  <a:gd name="connsiteX4" fmla="*/ 2036126 w 2036126"/>
                  <a:gd name="connsiteY4" fmla="*/ 313001 h 1101189"/>
                  <a:gd name="connsiteX5" fmla="*/ 1664649 w 2036126"/>
                  <a:gd name="connsiteY5" fmla="*/ 341576 h 1101189"/>
                  <a:gd name="connsiteX6" fmla="*/ 1807525 w 2036126"/>
                  <a:gd name="connsiteY6" fmla="*/ 432064 h 1101189"/>
                  <a:gd name="connsiteX7" fmla="*/ 1950400 w 2036126"/>
                  <a:gd name="connsiteY7" fmla="*/ 789251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845501 w 2036126"/>
                  <a:gd name="connsiteY1" fmla="*/ 46300 h 1101189"/>
                  <a:gd name="connsiteX2" fmla="*/ 1255076 w 2036126"/>
                  <a:gd name="connsiteY2" fmla="*/ 12964 h 1101189"/>
                  <a:gd name="connsiteX3" fmla="*/ 1316988 w 2036126"/>
                  <a:gd name="connsiteY3" fmla="*/ 208226 h 1101189"/>
                  <a:gd name="connsiteX4" fmla="*/ 2036126 w 2036126"/>
                  <a:gd name="connsiteY4" fmla="*/ 313001 h 1101189"/>
                  <a:gd name="connsiteX5" fmla="*/ 1664649 w 2036126"/>
                  <a:gd name="connsiteY5" fmla="*/ 341576 h 1101189"/>
                  <a:gd name="connsiteX6" fmla="*/ 1807525 w 2036126"/>
                  <a:gd name="connsiteY6" fmla="*/ 432064 h 1101189"/>
                  <a:gd name="connsiteX7" fmla="*/ 1950400 w 2036126"/>
                  <a:gd name="connsiteY7" fmla="*/ 789251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497462 w 2036126"/>
                  <a:gd name="connsiteY12" fmla="*/ 550889 h 1101189"/>
                  <a:gd name="connsiteX0" fmla="*/ 321486 w 2036126"/>
                  <a:gd name="connsiteY0" fmla="*/ 374913 h 1101189"/>
                  <a:gd name="connsiteX1" fmla="*/ 845501 w 2036126"/>
                  <a:gd name="connsiteY1" fmla="*/ 46300 h 1101189"/>
                  <a:gd name="connsiteX2" fmla="*/ 1255076 w 2036126"/>
                  <a:gd name="connsiteY2" fmla="*/ 12964 h 1101189"/>
                  <a:gd name="connsiteX3" fmla="*/ 1316988 w 2036126"/>
                  <a:gd name="connsiteY3" fmla="*/ 208226 h 1101189"/>
                  <a:gd name="connsiteX4" fmla="*/ 2036126 w 2036126"/>
                  <a:gd name="connsiteY4" fmla="*/ 313001 h 1101189"/>
                  <a:gd name="connsiteX5" fmla="*/ 1664649 w 2036126"/>
                  <a:gd name="connsiteY5" fmla="*/ 341576 h 1101189"/>
                  <a:gd name="connsiteX6" fmla="*/ 1807525 w 2036126"/>
                  <a:gd name="connsiteY6" fmla="*/ 432064 h 1101189"/>
                  <a:gd name="connsiteX7" fmla="*/ 1950400 w 2036126"/>
                  <a:gd name="connsiteY7" fmla="*/ 789251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497462 w 2036126"/>
                  <a:gd name="connsiteY12" fmla="*/ 550889 h 1101189"/>
                  <a:gd name="connsiteX0" fmla="*/ 321486 w 2036126"/>
                  <a:gd name="connsiteY0" fmla="*/ 374913 h 1101189"/>
                  <a:gd name="connsiteX1" fmla="*/ 845501 w 2036126"/>
                  <a:gd name="connsiteY1" fmla="*/ 46300 h 1101189"/>
                  <a:gd name="connsiteX2" fmla="*/ 1255076 w 2036126"/>
                  <a:gd name="connsiteY2" fmla="*/ 12964 h 1101189"/>
                  <a:gd name="connsiteX3" fmla="*/ 1316988 w 2036126"/>
                  <a:gd name="connsiteY3" fmla="*/ 208226 h 1101189"/>
                  <a:gd name="connsiteX4" fmla="*/ 2036126 w 2036126"/>
                  <a:gd name="connsiteY4" fmla="*/ 313001 h 1101189"/>
                  <a:gd name="connsiteX5" fmla="*/ 1664649 w 2036126"/>
                  <a:gd name="connsiteY5" fmla="*/ 341576 h 1101189"/>
                  <a:gd name="connsiteX6" fmla="*/ 1807525 w 2036126"/>
                  <a:gd name="connsiteY6" fmla="*/ 432064 h 1101189"/>
                  <a:gd name="connsiteX7" fmla="*/ 1950400 w 2036126"/>
                  <a:gd name="connsiteY7" fmla="*/ 789251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0" fmla="*/ 321486 w 1951033"/>
                  <a:gd name="connsiteY0" fmla="*/ 374913 h 1101189"/>
                  <a:gd name="connsiteX1" fmla="*/ 845501 w 1951033"/>
                  <a:gd name="connsiteY1" fmla="*/ 46300 h 1101189"/>
                  <a:gd name="connsiteX2" fmla="*/ 1255076 w 1951033"/>
                  <a:gd name="connsiteY2" fmla="*/ 12964 h 1101189"/>
                  <a:gd name="connsiteX3" fmla="*/ 1316988 w 1951033"/>
                  <a:gd name="connsiteY3" fmla="*/ 208226 h 1101189"/>
                  <a:gd name="connsiteX4" fmla="*/ 1664649 w 1951033"/>
                  <a:gd name="connsiteY4" fmla="*/ 341576 h 1101189"/>
                  <a:gd name="connsiteX5" fmla="*/ 1807525 w 1951033"/>
                  <a:gd name="connsiteY5" fmla="*/ 432064 h 1101189"/>
                  <a:gd name="connsiteX6" fmla="*/ 1950400 w 1951033"/>
                  <a:gd name="connsiteY6" fmla="*/ 789251 h 1101189"/>
                  <a:gd name="connsiteX7" fmla="*/ 1702749 w 1951033"/>
                  <a:gd name="connsiteY7" fmla="*/ 1042144 h 1101189"/>
                  <a:gd name="connsiteX8" fmla="*/ 616761 w 1951033"/>
                  <a:gd name="connsiteY8" fmla="*/ 1046907 h 1101189"/>
                  <a:gd name="connsiteX9" fmla="*/ 231136 w 1951033"/>
                  <a:gd name="connsiteY9" fmla="*/ 679713 h 1101189"/>
                  <a:gd name="connsiteX10" fmla="*/ 150175 w 1951033"/>
                  <a:gd name="connsiteY10" fmla="*/ 503500 h 1101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1033" h="1101189">
                    <a:moveTo>
                      <a:pt x="321486" y="374913"/>
                    </a:moveTo>
                    <a:cubicBezTo>
                      <a:pt x="304117" y="241754"/>
                      <a:pt x="689903" y="106625"/>
                      <a:pt x="845501" y="46300"/>
                    </a:cubicBezTo>
                    <a:cubicBezTo>
                      <a:pt x="967738" y="101863"/>
                      <a:pt x="1132839" y="-42599"/>
                      <a:pt x="1255076" y="12964"/>
                    </a:cubicBezTo>
                    <a:cubicBezTo>
                      <a:pt x="1310638" y="70114"/>
                      <a:pt x="1261426" y="151076"/>
                      <a:pt x="1316988" y="208226"/>
                    </a:cubicBezTo>
                    <a:cubicBezTo>
                      <a:pt x="1385250" y="262995"/>
                      <a:pt x="1582893" y="304270"/>
                      <a:pt x="1664649" y="341576"/>
                    </a:cubicBezTo>
                    <a:cubicBezTo>
                      <a:pt x="1667824" y="376501"/>
                      <a:pt x="1804350" y="397139"/>
                      <a:pt x="1807525" y="432064"/>
                    </a:cubicBezTo>
                    <a:cubicBezTo>
                      <a:pt x="1731325" y="589226"/>
                      <a:pt x="1964688" y="689239"/>
                      <a:pt x="1950400" y="789251"/>
                    </a:cubicBezTo>
                    <a:cubicBezTo>
                      <a:pt x="1867850" y="873549"/>
                      <a:pt x="1737674" y="914983"/>
                      <a:pt x="1702749" y="1042144"/>
                    </a:cubicBezTo>
                    <a:cubicBezTo>
                      <a:pt x="1207403" y="1229470"/>
                      <a:pt x="773969" y="897681"/>
                      <a:pt x="616761" y="1046907"/>
                    </a:cubicBezTo>
                    <a:cubicBezTo>
                      <a:pt x="588232" y="905459"/>
                      <a:pt x="259665" y="821161"/>
                      <a:pt x="231136" y="679713"/>
                    </a:cubicBezTo>
                    <a:cubicBezTo>
                      <a:pt x="237486" y="770200"/>
                      <a:pt x="-232412" y="727338"/>
                      <a:pt x="150175" y="503500"/>
                    </a:cubicBezTo>
                  </a:path>
                </a:pathLst>
              </a:cu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B1752A87-360A-4470-9035-2B4B3075B7C1}"/>
                  </a:ext>
                </a:extLst>
              </p:cNvPr>
              <p:cNvSpPr/>
              <p:nvPr/>
            </p:nvSpPr>
            <p:spPr>
              <a:xfrm rot="10517485">
                <a:off x="6295783" y="2328327"/>
                <a:ext cx="759651" cy="409769"/>
              </a:xfrm>
              <a:prstGeom prst="ellipse">
                <a:avLst/>
              </a:prstGeom>
              <a:solidFill>
                <a:srgbClr val="BE4B4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2">
                <a:extLst>
                  <a:ext uri="{FF2B5EF4-FFF2-40B4-BE49-F238E27FC236}">
                    <a16:creationId xmlns:a16="http://schemas.microsoft.com/office/drawing/2014/main" id="{5EC6D879-C4F0-4E9B-BEB4-41F26B2DAA17}"/>
                  </a:ext>
                </a:extLst>
              </p:cNvPr>
              <p:cNvSpPr/>
              <p:nvPr/>
            </p:nvSpPr>
            <p:spPr>
              <a:xfrm rot="11816762">
                <a:off x="7078104" y="2329880"/>
                <a:ext cx="423147" cy="92370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4772FF8F-CBB7-4CED-AFE8-4E1532738FB6}"/>
                  </a:ext>
                </a:extLst>
              </p:cNvPr>
              <p:cNvGrpSpPr/>
              <p:nvPr/>
            </p:nvGrpSpPr>
            <p:grpSpPr>
              <a:xfrm>
                <a:off x="1441292" y="-146084"/>
                <a:ext cx="5003218" cy="3506301"/>
                <a:chOff x="1441292" y="-146084"/>
                <a:chExt cx="5003218" cy="3506301"/>
              </a:xfrm>
            </p:grpSpPr>
            <p:sp>
              <p:nvSpPr>
                <p:cNvPr id="149" name="Rectangle 21">
                  <a:extLst>
                    <a:ext uri="{FF2B5EF4-FFF2-40B4-BE49-F238E27FC236}">
                      <a16:creationId xmlns:a16="http://schemas.microsoft.com/office/drawing/2014/main" id="{BB7E5136-0C52-44BC-8250-974C46C1650E}"/>
                    </a:ext>
                  </a:extLst>
                </p:cNvPr>
                <p:cNvSpPr/>
                <p:nvPr/>
              </p:nvSpPr>
              <p:spPr>
                <a:xfrm>
                  <a:off x="2504749" y="1299995"/>
                  <a:ext cx="3939761" cy="1901260"/>
                </a:xfrm>
                <a:custGeom>
                  <a:avLst/>
                  <a:gdLst>
                    <a:gd name="connsiteX0" fmla="*/ 0 w 2234982"/>
                    <a:gd name="connsiteY0" fmla="*/ 0 h 494854"/>
                    <a:gd name="connsiteX1" fmla="*/ 2234982 w 2234982"/>
                    <a:gd name="connsiteY1" fmla="*/ 0 h 494854"/>
                    <a:gd name="connsiteX2" fmla="*/ 2234982 w 2234982"/>
                    <a:gd name="connsiteY2" fmla="*/ 494854 h 494854"/>
                    <a:gd name="connsiteX3" fmla="*/ 0 w 2234982"/>
                    <a:gd name="connsiteY3" fmla="*/ 494854 h 494854"/>
                    <a:gd name="connsiteX4" fmla="*/ 0 w 2234982"/>
                    <a:gd name="connsiteY4" fmla="*/ 0 h 494854"/>
                    <a:gd name="connsiteX0" fmla="*/ 0 w 3692307"/>
                    <a:gd name="connsiteY0" fmla="*/ 0 h 1371154"/>
                    <a:gd name="connsiteX1" fmla="*/ 2234982 w 3692307"/>
                    <a:gd name="connsiteY1" fmla="*/ 0 h 1371154"/>
                    <a:gd name="connsiteX2" fmla="*/ 3692307 w 3692307"/>
                    <a:gd name="connsiteY2" fmla="*/ 1371154 h 1371154"/>
                    <a:gd name="connsiteX3" fmla="*/ 0 w 3692307"/>
                    <a:gd name="connsiteY3" fmla="*/ 494854 h 1371154"/>
                    <a:gd name="connsiteX4" fmla="*/ 0 w 3692307"/>
                    <a:gd name="connsiteY4" fmla="*/ 0 h 1371154"/>
                    <a:gd name="connsiteX0" fmla="*/ 0 w 3692307"/>
                    <a:gd name="connsiteY0" fmla="*/ 0 h 1371154"/>
                    <a:gd name="connsiteX1" fmla="*/ 2234982 w 3692307"/>
                    <a:gd name="connsiteY1" fmla="*/ 0 h 1371154"/>
                    <a:gd name="connsiteX2" fmla="*/ 3692307 w 3692307"/>
                    <a:gd name="connsiteY2" fmla="*/ 1371154 h 1371154"/>
                    <a:gd name="connsiteX3" fmla="*/ 0 w 3692307"/>
                    <a:gd name="connsiteY3" fmla="*/ 494854 h 1371154"/>
                    <a:gd name="connsiteX4" fmla="*/ 0 w 3692307"/>
                    <a:gd name="connsiteY4" fmla="*/ 0 h 1371154"/>
                    <a:gd name="connsiteX0" fmla="*/ 1076325 w 4768632"/>
                    <a:gd name="connsiteY0" fmla="*/ 0 h 1371154"/>
                    <a:gd name="connsiteX1" fmla="*/ 3311307 w 4768632"/>
                    <a:gd name="connsiteY1" fmla="*/ 0 h 1371154"/>
                    <a:gd name="connsiteX2" fmla="*/ 4768632 w 4768632"/>
                    <a:gd name="connsiteY2" fmla="*/ 1371154 h 1371154"/>
                    <a:gd name="connsiteX3" fmla="*/ 0 w 4768632"/>
                    <a:gd name="connsiteY3" fmla="*/ 561529 h 1371154"/>
                    <a:gd name="connsiteX4" fmla="*/ 1076325 w 4768632"/>
                    <a:gd name="connsiteY4" fmla="*/ 0 h 1371154"/>
                    <a:gd name="connsiteX0" fmla="*/ 1076325 w 4768632"/>
                    <a:gd name="connsiteY0" fmla="*/ 0 h 1371154"/>
                    <a:gd name="connsiteX1" fmla="*/ 3311307 w 4768632"/>
                    <a:gd name="connsiteY1" fmla="*/ 0 h 1371154"/>
                    <a:gd name="connsiteX2" fmla="*/ 4768632 w 4768632"/>
                    <a:gd name="connsiteY2" fmla="*/ 1371154 h 1371154"/>
                    <a:gd name="connsiteX3" fmla="*/ 0 w 4768632"/>
                    <a:gd name="connsiteY3" fmla="*/ 561529 h 1371154"/>
                    <a:gd name="connsiteX4" fmla="*/ 1076325 w 4768632"/>
                    <a:gd name="connsiteY4" fmla="*/ 0 h 1371154"/>
                    <a:gd name="connsiteX0" fmla="*/ 1076325 w 4825782"/>
                    <a:gd name="connsiteY0" fmla="*/ 0 h 1299716"/>
                    <a:gd name="connsiteX1" fmla="*/ 3311307 w 4825782"/>
                    <a:gd name="connsiteY1" fmla="*/ 0 h 1299716"/>
                    <a:gd name="connsiteX2" fmla="*/ 4825782 w 4825782"/>
                    <a:gd name="connsiteY2" fmla="*/ 1299716 h 1299716"/>
                    <a:gd name="connsiteX3" fmla="*/ 0 w 4825782"/>
                    <a:gd name="connsiteY3" fmla="*/ 561529 h 1299716"/>
                    <a:gd name="connsiteX4" fmla="*/ 1076325 w 4825782"/>
                    <a:gd name="connsiteY4" fmla="*/ 0 h 1299716"/>
                    <a:gd name="connsiteX0" fmla="*/ 1076325 w 4768632"/>
                    <a:gd name="connsiteY0" fmla="*/ 0 h 1352103"/>
                    <a:gd name="connsiteX1" fmla="*/ 3311307 w 4768632"/>
                    <a:gd name="connsiteY1" fmla="*/ 0 h 1352103"/>
                    <a:gd name="connsiteX2" fmla="*/ 4768632 w 4768632"/>
                    <a:gd name="connsiteY2" fmla="*/ 1352103 h 1352103"/>
                    <a:gd name="connsiteX3" fmla="*/ 0 w 4768632"/>
                    <a:gd name="connsiteY3" fmla="*/ 561529 h 1352103"/>
                    <a:gd name="connsiteX4" fmla="*/ 1076325 w 4768632"/>
                    <a:gd name="connsiteY4" fmla="*/ 0 h 1352103"/>
                    <a:gd name="connsiteX0" fmla="*/ 1076325 w 4830545"/>
                    <a:gd name="connsiteY0" fmla="*/ 0 h 1342578"/>
                    <a:gd name="connsiteX1" fmla="*/ 3311307 w 4830545"/>
                    <a:gd name="connsiteY1" fmla="*/ 0 h 1342578"/>
                    <a:gd name="connsiteX2" fmla="*/ 4830545 w 4830545"/>
                    <a:gd name="connsiteY2" fmla="*/ 1342578 h 1342578"/>
                    <a:gd name="connsiteX3" fmla="*/ 0 w 4830545"/>
                    <a:gd name="connsiteY3" fmla="*/ 561529 h 1342578"/>
                    <a:gd name="connsiteX4" fmla="*/ 1076325 w 4830545"/>
                    <a:gd name="connsiteY4" fmla="*/ 0 h 1342578"/>
                    <a:gd name="connsiteX0" fmla="*/ 1076325 w 4830545"/>
                    <a:gd name="connsiteY0" fmla="*/ 0 h 1405862"/>
                    <a:gd name="connsiteX1" fmla="*/ 3311307 w 4830545"/>
                    <a:gd name="connsiteY1" fmla="*/ 0 h 1405862"/>
                    <a:gd name="connsiteX2" fmla="*/ 4830545 w 4830545"/>
                    <a:gd name="connsiteY2" fmla="*/ 1342578 h 1405862"/>
                    <a:gd name="connsiteX3" fmla="*/ 2418542 w 4830545"/>
                    <a:gd name="connsiteY3" fmla="*/ 1087537 h 1405862"/>
                    <a:gd name="connsiteX4" fmla="*/ 0 w 4830545"/>
                    <a:gd name="connsiteY4" fmla="*/ 561529 h 1405862"/>
                    <a:gd name="connsiteX5" fmla="*/ 1076325 w 4830545"/>
                    <a:gd name="connsiteY5" fmla="*/ 0 h 1405862"/>
                    <a:gd name="connsiteX0" fmla="*/ 1076325 w 4830545"/>
                    <a:gd name="connsiteY0" fmla="*/ 0 h 1342578"/>
                    <a:gd name="connsiteX1" fmla="*/ 3311307 w 4830545"/>
                    <a:gd name="connsiteY1" fmla="*/ 0 h 1342578"/>
                    <a:gd name="connsiteX2" fmla="*/ 4830545 w 4830545"/>
                    <a:gd name="connsiteY2" fmla="*/ 1342578 h 1342578"/>
                    <a:gd name="connsiteX3" fmla="*/ 2418542 w 4830545"/>
                    <a:gd name="connsiteY3" fmla="*/ 1087537 h 1342578"/>
                    <a:gd name="connsiteX4" fmla="*/ 0 w 4830545"/>
                    <a:gd name="connsiteY4" fmla="*/ 561529 h 1342578"/>
                    <a:gd name="connsiteX5" fmla="*/ 1076325 w 4830545"/>
                    <a:gd name="connsiteY5" fmla="*/ 0 h 1342578"/>
                    <a:gd name="connsiteX0" fmla="*/ 1076475 w 4830695"/>
                    <a:gd name="connsiteY0" fmla="*/ 0 h 1342578"/>
                    <a:gd name="connsiteX1" fmla="*/ 3311457 w 4830695"/>
                    <a:gd name="connsiteY1" fmla="*/ 0 h 1342578"/>
                    <a:gd name="connsiteX2" fmla="*/ 4830695 w 4830695"/>
                    <a:gd name="connsiteY2" fmla="*/ 1342578 h 1342578"/>
                    <a:gd name="connsiteX3" fmla="*/ 2418692 w 4830695"/>
                    <a:gd name="connsiteY3" fmla="*/ 1087537 h 1342578"/>
                    <a:gd name="connsiteX4" fmla="*/ 928029 w 4830695"/>
                    <a:gd name="connsiteY4" fmla="*/ 920849 h 1342578"/>
                    <a:gd name="connsiteX5" fmla="*/ 150 w 4830695"/>
                    <a:gd name="connsiteY5" fmla="*/ 561529 h 1342578"/>
                    <a:gd name="connsiteX6" fmla="*/ 1076475 w 4830695"/>
                    <a:gd name="connsiteY6" fmla="*/ 0 h 1342578"/>
                    <a:gd name="connsiteX0" fmla="*/ 1076475 w 4830695"/>
                    <a:gd name="connsiteY0" fmla="*/ 0 h 1342578"/>
                    <a:gd name="connsiteX1" fmla="*/ 3311457 w 4830695"/>
                    <a:gd name="connsiteY1" fmla="*/ 0 h 1342578"/>
                    <a:gd name="connsiteX2" fmla="*/ 4830695 w 4830695"/>
                    <a:gd name="connsiteY2" fmla="*/ 1342578 h 1342578"/>
                    <a:gd name="connsiteX3" fmla="*/ 2418692 w 4830695"/>
                    <a:gd name="connsiteY3" fmla="*/ 1087537 h 1342578"/>
                    <a:gd name="connsiteX4" fmla="*/ 928029 w 4830695"/>
                    <a:gd name="connsiteY4" fmla="*/ 920849 h 1342578"/>
                    <a:gd name="connsiteX5" fmla="*/ 150 w 4830695"/>
                    <a:gd name="connsiteY5" fmla="*/ 561529 h 1342578"/>
                    <a:gd name="connsiteX6" fmla="*/ 1076475 w 4830695"/>
                    <a:gd name="connsiteY6" fmla="*/ 0 h 1342578"/>
                    <a:gd name="connsiteX0" fmla="*/ 1076565 w 4830785"/>
                    <a:gd name="connsiteY0" fmla="*/ 0 h 1342578"/>
                    <a:gd name="connsiteX1" fmla="*/ 3311547 w 4830785"/>
                    <a:gd name="connsiteY1" fmla="*/ 0 h 1342578"/>
                    <a:gd name="connsiteX2" fmla="*/ 4830785 w 4830785"/>
                    <a:gd name="connsiteY2" fmla="*/ 1342578 h 1342578"/>
                    <a:gd name="connsiteX3" fmla="*/ 2418782 w 4830785"/>
                    <a:gd name="connsiteY3" fmla="*/ 1087537 h 1342578"/>
                    <a:gd name="connsiteX4" fmla="*/ 928119 w 4830785"/>
                    <a:gd name="connsiteY4" fmla="*/ 920849 h 1342578"/>
                    <a:gd name="connsiteX5" fmla="*/ 240 w 4830785"/>
                    <a:gd name="connsiteY5" fmla="*/ 561529 h 1342578"/>
                    <a:gd name="connsiteX6" fmla="*/ 1076565 w 4830785"/>
                    <a:gd name="connsiteY6" fmla="*/ 0 h 1342578"/>
                    <a:gd name="connsiteX0" fmla="*/ 1076565 w 4830785"/>
                    <a:gd name="connsiteY0" fmla="*/ 298450 h 1641028"/>
                    <a:gd name="connsiteX1" fmla="*/ 3241697 w 4830785"/>
                    <a:gd name="connsiteY1" fmla="*/ 0 h 1641028"/>
                    <a:gd name="connsiteX2" fmla="*/ 4830785 w 4830785"/>
                    <a:gd name="connsiteY2" fmla="*/ 1641028 h 1641028"/>
                    <a:gd name="connsiteX3" fmla="*/ 2418782 w 4830785"/>
                    <a:gd name="connsiteY3" fmla="*/ 1385987 h 1641028"/>
                    <a:gd name="connsiteX4" fmla="*/ 928119 w 4830785"/>
                    <a:gd name="connsiteY4" fmla="*/ 1219299 h 1641028"/>
                    <a:gd name="connsiteX5" fmla="*/ 240 w 4830785"/>
                    <a:gd name="connsiteY5" fmla="*/ 859979 h 1641028"/>
                    <a:gd name="connsiteX6" fmla="*/ 1076565 w 4830785"/>
                    <a:gd name="connsiteY6" fmla="*/ 298450 h 1641028"/>
                    <a:gd name="connsiteX0" fmla="*/ 1076565 w 4830785"/>
                    <a:gd name="connsiteY0" fmla="*/ 830593 h 2173171"/>
                    <a:gd name="connsiteX1" fmla="*/ 3241697 w 4830785"/>
                    <a:gd name="connsiteY1" fmla="*/ 532143 h 2173171"/>
                    <a:gd name="connsiteX2" fmla="*/ 4830785 w 4830785"/>
                    <a:gd name="connsiteY2" fmla="*/ 2173171 h 2173171"/>
                    <a:gd name="connsiteX3" fmla="*/ 2418782 w 4830785"/>
                    <a:gd name="connsiteY3" fmla="*/ 1918130 h 2173171"/>
                    <a:gd name="connsiteX4" fmla="*/ 928119 w 4830785"/>
                    <a:gd name="connsiteY4" fmla="*/ 1751442 h 2173171"/>
                    <a:gd name="connsiteX5" fmla="*/ 240 w 4830785"/>
                    <a:gd name="connsiteY5" fmla="*/ 1392122 h 2173171"/>
                    <a:gd name="connsiteX6" fmla="*/ 1076565 w 4830785"/>
                    <a:gd name="connsiteY6" fmla="*/ 830593 h 2173171"/>
                    <a:gd name="connsiteX0" fmla="*/ 240 w 4830785"/>
                    <a:gd name="connsiteY0" fmla="*/ 859979 h 1641028"/>
                    <a:gd name="connsiteX1" fmla="*/ 3241697 w 4830785"/>
                    <a:gd name="connsiteY1" fmla="*/ 0 h 1641028"/>
                    <a:gd name="connsiteX2" fmla="*/ 4830785 w 4830785"/>
                    <a:gd name="connsiteY2" fmla="*/ 1641028 h 1641028"/>
                    <a:gd name="connsiteX3" fmla="*/ 2418782 w 4830785"/>
                    <a:gd name="connsiteY3" fmla="*/ 1385987 h 1641028"/>
                    <a:gd name="connsiteX4" fmla="*/ 928119 w 4830785"/>
                    <a:gd name="connsiteY4" fmla="*/ 1219299 h 1641028"/>
                    <a:gd name="connsiteX5" fmla="*/ 240 w 4830785"/>
                    <a:gd name="connsiteY5" fmla="*/ 859979 h 1641028"/>
                    <a:gd name="connsiteX0" fmla="*/ 240 w 4830785"/>
                    <a:gd name="connsiteY0" fmla="*/ 1091542 h 1872591"/>
                    <a:gd name="connsiteX1" fmla="*/ 3241697 w 4830785"/>
                    <a:gd name="connsiteY1" fmla="*/ 231563 h 1872591"/>
                    <a:gd name="connsiteX2" fmla="*/ 4830785 w 4830785"/>
                    <a:gd name="connsiteY2" fmla="*/ 1872591 h 1872591"/>
                    <a:gd name="connsiteX3" fmla="*/ 2418782 w 4830785"/>
                    <a:gd name="connsiteY3" fmla="*/ 1617550 h 1872591"/>
                    <a:gd name="connsiteX4" fmla="*/ 928119 w 4830785"/>
                    <a:gd name="connsiteY4" fmla="*/ 1450862 h 1872591"/>
                    <a:gd name="connsiteX5" fmla="*/ 240 w 4830785"/>
                    <a:gd name="connsiteY5" fmla="*/ 1091542 h 1872591"/>
                    <a:gd name="connsiteX0" fmla="*/ 21604 w 4852149"/>
                    <a:gd name="connsiteY0" fmla="*/ 1120211 h 1901260"/>
                    <a:gd name="connsiteX1" fmla="*/ 3263061 w 4852149"/>
                    <a:gd name="connsiteY1" fmla="*/ 260232 h 1901260"/>
                    <a:gd name="connsiteX2" fmla="*/ 4852149 w 4852149"/>
                    <a:gd name="connsiteY2" fmla="*/ 1901260 h 1901260"/>
                    <a:gd name="connsiteX3" fmla="*/ 2440146 w 4852149"/>
                    <a:gd name="connsiteY3" fmla="*/ 1646219 h 1901260"/>
                    <a:gd name="connsiteX4" fmla="*/ 949483 w 4852149"/>
                    <a:gd name="connsiteY4" fmla="*/ 1479531 h 1901260"/>
                    <a:gd name="connsiteX5" fmla="*/ 21604 w 4852149"/>
                    <a:gd name="connsiteY5" fmla="*/ 1120211 h 19012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52149" h="1901260">
                      <a:moveTo>
                        <a:pt x="21604" y="1120211"/>
                      </a:moveTo>
                      <a:cubicBezTo>
                        <a:pt x="-288560" y="598601"/>
                        <a:pt x="2836625" y="-500858"/>
                        <a:pt x="3263061" y="260232"/>
                      </a:cubicBezTo>
                      <a:lnTo>
                        <a:pt x="4852149" y="1901260"/>
                      </a:lnTo>
                      <a:cubicBezTo>
                        <a:pt x="4071530" y="1881697"/>
                        <a:pt x="3245237" y="1776394"/>
                        <a:pt x="2440146" y="1646219"/>
                      </a:cubicBezTo>
                      <a:cubicBezTo>
                        <a:pt x="1765889" y="1656099"/>
                        <a:pt x="1352573" y="1567199"/>
                        <a:pt x="949483" y="1479531"/>
                      </a:cubicBezTo>
                      <a:cubicBezTo>
                        <a:pt x="341605" y="1510926"/>
                        <a:pt x="11150" y="1263367"/>
                        <a:pt x="21604" y="1120211"/>
                      </a:cubicBezTo>
                      <a:close/>
                    </a:path>
                  </a:pathLst>
                </a:custGeom>
                <a:solidFill>
                  <a:srgbClr val="FFFF3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21">
                  <a:extLst>
                    <a:ext uri="{FF2B5EF4-FFF2-40B4-BE49-F238E27FC236}">
                      <a16:creationId xmlns:a16="http://schemas.microsoft.com/office/drawing/2014/main" id="{288FB0C5-D4C7-46E6-B431-967273C96B94}"/>
                    </a:ext>
                  </a:extLst>
                </p:cNvPr>
                <p:cNvSpPr/>
                <p:nvPr/>
              </p:nvSpPr>
              <p:spPr>
                <a:xfrm>
                  <a:off x="1441292" y="768368"/>
                  <a:ext cx="4852149" cy="1901260"/>
                </a:xfrm>
                <a:custGeom>
                  <a:avLst/>
                  <a:gdLst>
                    <a:gd name="connsiteX0" fmla="*/ 0 w 2234982"/>
                    <a:gd name="connsiteY0" fmla="*/ 0 h 494854"/>
                    <a:gd name="connsiteX1" fmla="*/ 2234982 w 2234982"/>
                    <a:gd name="connsiteY1" fmla="*/ 0 h 494854"/>
                    <a:gd name="connsiteX2" fmla="*/ 2234982 w 2234982"/>
                    <a:gd name="connsiteY2" fmla="*/ 494854 h 494854"/>
                    <a:gd name="connsiteX3" fmla="*/ 0 w 2234982"/>
                    <a:gd name="connsiteY3" fmla="*/ 494854 h 494854"/>
                    <a:gd name="connsiteX4" fmla="*/ 0 w 2234982"/>
                    <a:gd name="connsiteY4" fmla="*/ 0 h 494854"/>
                    <a:gd name="connsiteX0" fmla="*/ 0 w 3692307"/>
                    <a:gd name="connsiteY0" fmla="*/ 0 h 1371154"/>
                    <a:gd name="connsiteX1" fmla="*/ 2234982 w 3692307"/>
                    <a:gd name="connsiteY1" fmla="*/ 0 h 1371154"/>
                    <a:gd name="connsiteX2" fmla="*/ 3692307 w 3692307"/>
                    <a:gd name="connsiteY2" fmla="*/ 1371154 h 1371154"/>
                    <a:gd name="connsiteX3" fmla="*/ 0 w 3692307"/>
                    <a:gd name="connsiteY3" fmla="*/ 494854 h 1371154"/>
                    <a:gd name="connsiteX4" fmla="*/ 0 w 3692307"/>
                    <a:gd name="connsiteY4" fmla="*/ 0 h 1371154"/>
                    <a:gd name="connsiteX0" fmla="*/ 0 w 3692307"/>
                    <a:gd name="connsiteY0" fmla="*/ 0 h 1371154"/>
                    <a:gd name="connsiteX1" fmla="*/ 2234982 w 3692307"/>
                    <a:gd name="connsiteY1" fmla="*/ 0 h 1371154"/>
                    <a:gd name="connsiteX2" fmla="*/ 3692307 w 3692307"/>
                    <a:gd name="connsiteY2" fmla="*/ 1371154 h 1371154"/>
                    <a:gd name="connsiteX3" fmla="*/ 0 w 3692307"/>
                    <a:gd name="connsiteY3" fmla="*/ 494854 h 1371154"/>
                    <a:gd name="connsiteX4" fmla="*/ 0 w 3692307"/>
                    <a:gd name="connsiteY4" fmla="*/ 0 h 1371154"/>
                    <a:gd name="connsiteX0" fmla="*/ 1076325 w 4768632"/>
                    <a:gd name="connsiteY0" fmla="*/ 0 h 1371154"/>
                    <a:gd name="connsiteX1" fmla="*/ 3311307 w 4768632"/>
                    <a:gd name="connsiteY1" fmla="*/ 0 h 1371154"/>
                    <a:gd name="connsiteX2" fmla="*/ 4768632 w 4768632"/>
                    <a:gd name="connsiteY2" fmla="*/ 1371154 h 1371154"/>
                    <a:gd name="connsiteX3" fmla="*/ 0 w 4768632"/>
                    <a:gd name="connsiteY3" fmla="*/ 561529 h 1371154"/>
                    <a:gd name="connsiteX4" fmla="*/ 1076325 w 4768632"/>
                    <a:gd name="connsiteY4" fmla="*/ 0 h 1371154"/>
                    <a:gd name="connsiteX0" fmla="*/ 1076325 w 4768632"/>
                    <a:gd name="connsiteY0" fmla="*/ 0 h 1371154"/>
                    <a:gd name="connsiteX1" fmla="*/ 3311307 w 4768632"/>
                    <a:gd name="connsiteY1" fmla="*/ 0 h 1371154"/>
                    <a:gd name="connsiteX2" fmla="*/ 4768632 w 4768632"/>
                    <a:gd name="connsiteY2" fmla="*/ 1371154 h 1371154"/>
                    <a:gd name="connsiteX3" fmla="*/ 0 w 4768632"/>
                    <a:gd name="connsiteY3" fmla="*/ 561529 h 1371154"/>
                    <a:gd name="connsiteX4" fmla="*/ 1076325 w 4768632"/>
                    <a:gd name="connsiteY4" fmla="*/ 0 h 1371154"/>
                    <a:gd name="connsiteX0" fmla="*/ 1076325 w 4825782"/>
                    <a:gd name="connsiteY0" fmla="*/ 0 h 1299716"/>
                    <a:gd name="connsiteX1" fmla="*/ 3311307 w 4825782"/>
                    <a:gd name="connsiteY1" fmla="*/ 0 h 1299716"/>
                    <a:gd name="connsiteX2" fmla="*/ 4825782 w 4825782"/>
                    <a:gd name="connsiteY2" fmla="*/ 1299716 h 1299716"/>
                    <a:gd name="connsiteX3" fmla="*/ 0 w 4825782"/>
                    <a:gd name="connsiteY3" fmla="*/ 561529 h 1299716"/>
                    <a:gd name="connsiteX4" fmla="*/ 1076325 w 4825782"/>
                    <a:gd name="connsiteY4" fmla="*/ 0 h 1299716"/>
                    <a:gd name="connsiteX0" fmla="*/ 1076325 w 4768632"/>
                    <a:gd name="connsiteY0" fmla="*/ 0 h 1352103"/>
                    <a:gd name="connsiteX1" fmla="*/ 3311307 w 4768632"/>
                    <a:gd name="connsiteY1" fmla="*/ 0 h 1352103"/>
                    <a:gd name="connsiteX2" fmla="*/ 4768632 w 4768632"/>
                    <a:gd name="connsiteY2" fmla="*/ 1352103 h 1352103"/>
                    <a:gd name="connsiteX3" fmla="*/ 0 w 4768632"/>
                    <a:gd name="connsiteY3" fmla="*/ 561529 h 1352103"/>
                    <a:gd name="connsiteX4" fmla="*/ 1076325 w 4768632"/>
                    <a:gd name="connsiteY4" fmla="*/ 0 h 1352103"/>
                    <a:gd name="connsiteX0" fmla="*/ 1076325 w 4830545"/>
                    <a:gd name="connsiteY0" fmla="*/ 0 h 1342578"/>
                    <a:gd name="connsiteX1" fmla="*/ 3311307 w 4830545"/>
                    <a:gd name="connsiteY1" fmla="*/ 0 h 1342578"/>
                    <a:gd name="connsiteX2" fmla="*/ 4830545 w 4830545"/>
                    <a:gd name="connsiteY2" fmla="*/ 1342578 h 1342578"/>
                    <a:gd name="connsiteX3" fmla="*/ 0 w 4830545"/>
                    <a:gd name="connsiteY3" fmla="*/ 561529 h 1342578"/>
                    <a:gd name="connsiteX4" fmla="*/ 1076325 w 4830545"/>
                    <a:gd name="connsiteY4" fmla="*/ 0 h 1342578"/>
                    <a:gd name="connsiteX0" fmla="*/ 1076325 w 4830545"/>
                    <a:gd name="connsiteY0" fmla="*/ 0 h 1405862"/>
                    <a:gd name="connsiteX1" fmla="*/ 3311307 w 4830545"/>
                    <a:gd name="connsiteY1" fmla="*/ 0 h 1405862"/>
                    <a:gd name="connsiteX2" fmla="*/ 4830545 w 4830545"/>
                    <a:gd name="connsiteY2" fmla="*/ 1342578 h 1405862"/>
                    <a:gd name="connsiteX3" fmla="*/ 2418542 w 4830545"/>
                    <a:gd name="connsiteY3" fmla="*/ 1087537 h 1405862"/>
                    <a:gd name="connsiteX4" fmla="*/ 0 w 4830545"/>
                    <a:gd name="connsiteY4" fmla="*/ 561529 h 1405862"/>
                    <a:gd name="connsiteX5" fmla="*/ 1076325 w 4830545"/>
                    <a:gd name="connsiteY5" fmla="*/ 0 h 1405862"/>
                    <a:gd name="connsiteX0" fmla="*/ 1076325 w 4830545"/>
                    <a:gd name="connsiteY0" fmla="*/ 0 h 1342578"/>
                    <a:gd name="connsiteX1" fmla="*/ 3311307 w 4830545"/>
                    <a:gd name="connsiteY1" fmla="*/ 0 h 1342578"/>
                    <a:gd name="connsiteX2" fmla="*/ 4830545 w 4830545"/>
                    <a:gd name="connsiteY2" fmla="*/ 1342578 h 1342578"/>
                    <a:gd name="connsiteX3" fmla="*/ 2418542 w 4830545"/>
                    <a:gd name="connsiteY3" fmla="*/ 1087537 h 1342578"/>
                    <a:gd name="connsiteX4" fmla="*/ 0 w 4830545"/>
                    <a:gd name="connsiteY4" fmla="*/ 561529 h 1342578"/>
                    <a:gd name="connsiteX5" fmla="*/ 1076325 w 4830545"/>
                    <a:gd name="connsiteY5" fmla="*/ 0 h 1342578"/>
                    <a:gd name="connsiteX0" fmla="*/ 1076475 w 4830695"/>
                    <a:gd name="connsiteY0" fmla="*/ 0 h 1342578"/>
                    <a:gd name="connsiteX1" fmla="*/ 3311457 w 4830695"/>
                    <a:gd name="connsiteY1" fmla="*/ 0 h 1342578"/>
                    <a:gd name="connsiteX2" fmla="*/ 4830695 w 4830695"/>
                    <a:gd name="connsiteY2" fmla="*/ 1342578 h 1342578"/>
                    <a:gd name="connsiteX3" fmla="*/ 2418692 w 4830695"/>
                    <a:gd name="connsiteY3" fmla="*/ 1087537 h 1342578"/>
                    <a:gd name="connsiteX4" fmla="*/ 928029 w 4830695"/>
                    <a:gd name="connsiteY4" fmla="*/ 920849 h 1342578"/>
                    <a:gd name="connsiteX5" fmla="*/ 150 w 4830695"/>
                    <a:gd name="connsiteY5" fmla="*/ 561529 h 1342578"/>
                    <a:gd name="connsiteX6" fmla="*/ 1076475 w 4830695"/>
                    <a:gd name="connsiteY6" fmla="*/ 0 h 1342578"/>
                    <a:gd name="connsiteX0" fmla="*/ 1076475 w 4830695"/>
                    <a:gd name="connsiteY0" fmla="*/ 0 h 1342578"/>
                    <a:gd name="connsiteX1" fmla="*/ 3311457 w 4830695"/>
                    <a:gd name="connsiteY1" fmla="*/ 0 h 1342578"/>
                    <a:gd name="connsiteX2" fmla="*/ 4830695 w 4830695"/>
                    <a:gd name="connsiteY2" fmla="*/ 1342578 h 1342578"/>
                    <a:gd name="connsiteX3" fmla="*/ 2418692 w 4830695"/>
                    <a:gd name="connsiteY3" fmla="*/ 1087537 h 1342578"/>
                    <a:gd name="connsiteX4" fmla="*/ 928029 w 4830695"/>
                    <a:gd name="connsiteY4" fmla="*/ 920849 h 1342578"/>
                    <a:gd name="connsiteX5" fmla="*/ 150 w 4830695"/>
                    <a:gd name="connsiteY5" fmla="*/ 561529 h 1342578"/>
                    <a:gd name="connsiteX6" fmla="*/ 1076475 w 4830695"/>
                    <a:gd name="connsiteY6" fmla="*/ 0 h 1342578"/>
                    <a:gd name="connsiteX0" fmla="*/ 1076565 w 4830785"/>
                    <a:gd name="connsiteY0" fmla="*/ 0 h 1342578"/>
                    <a:gd name="connsiteX1" fmla="*/ 3311547 w 4830785"/>
                    <a:gd name="connsiteY1" fmla="*/ 0 h 1342578"/>
                    <a:gd name="connsiteX2" fmla="*/ 4830785 w 4830785"/>
                    <a:gd name="connsiteY2" fmla="*/ 1342578 h 1342578"/>
                    <a:gd name="connsiteX3" fmla="*/ 2418782 w 4830785"/>
                    <a:gd name="connsiteY3" fmla="*/ 1087537 h 1342578"/>
                    <a:gd name="connsiteX4" fmla="*/ 928119 w 4830785"/>
                    <a:gd name="connsiteY4" fmla="*/ 920849 h 1342578"/>
                    <a:gd name="connsiteX5" fmla="*/ 240 w 4830785"/>
                    <a:gd name="connsiteY5" fmla="*/ 561529 h 1342578"/>
                    <a:gd name="connsiteX6" fmla="*/ 1076565 w 4830785"/>
                    <a:gd name="connsiteY6" fmla="*/ 0 h 1342578"/>
                    <a:gd name="connsiteX0" fmla="*/ 1076565 w 4830785"/>
                    <a:gd name="connsiteY0" fmla="*/ 298450 h 1641028"/>
                    <a:gd name="connsiteX1" fmla="*/ 3241697 w 4830785"/>
                    <a:gd name="connsiteY1" fmla="*/ 0 h 1641028"/>
                    <a:gd name="connsiteX2" fmla="*/ 4830785 w 4830785"/>
                    <a:gd name="connsiteY2" fmla="*/ 1641028 h 1641028"/>
                    <a:gd name="connsiteX3" fmla="*/ 2418782 w 4830785"/>
                    <a:gd name="connsiteY3" fmla="*/ 1385987 h 1641028"/>
                    <a:gd name="connsiteX4" fmla="*/ 928119 w 4830785"/>
                    <a:gd name="connsiteY4" fmla="*/ 1219299 h 1641028"/>
                    <a:gd name="connsiteX5" fmla="*/ 240 w 4830785"/>
                    <a:gd name="connsiteY5" fmla="*/ 859979 h 1641028"/>
                    <a:gd name="connsiteX6" fmla="*/ 1076565 w 4830785"/>
                    <a:gd name="connsiteY6" fmla="*/ 298450 h 1641028"/>
                    <a:gd name="connsiteX0" fmla="*/ 1076565 w 4830785"/>
                    <a:gd name="connsiteY0" fmla="*/ 830593 h 2173171"/>
                    <a:gd name="connsiteX1" fmla="*/ 3241697 w 4830785"/>
                    <a:gd name="connsiteY1" fmla="*/ 532143 h 2173171"/>
                    <a:gd name="connsiteX2" fmla="*/ 4830785 w 4830785"/>
                    <a:gd name="connsiteY2" fmla="*/ 2173171 h 2173171"/>
                    <a:gd name="connsiteX3" fmla="*/ 2418782 w 4830785"/>
                    <a:gd name="connsiteY3" fmla="*/ 1918130 h 2173171"/>
                    <a:gd name="connsiteX4" fmla="*/ 928119 w 4830785"/>
                    <a:gd name="connsiteY4" fmla="*/ 1751442 h 2173171"/>
                    <a:gd name="connsiteX5" fmla="*/ 240 w 4830785"/>
                    <a:gd name="connsiteY5" fmla="*/ 1392122 h 2173171"/>
                    <a:gd name="connsiteX6" fmla="*/ 1076565 w 4830785"/>
                    <a:gd name="connsiteY6" fmla="*/ 830593 h 2173171"/>
                    <a:gd name="connsiteX0" fmla="*/ 240 w 4830785"/>
                    <a:gd name="connsiteY0" fmla="*/ 859979 h 1641028"/>
                    <a:gd name="connsiteX1" fmla="*/ 3241697 w 4830785"/>
                    <a:gd name="connsiteY1" fmla="*/ 0 h 1641028"/>
                    <a:gd name="connsiteX2" fmla="*/ 4830785 w 4830785"/>
                    <a:gd name="connsiteY2" fmla="*/ 1641028 h 1641028"/>
                    <a:gd name="connsiteX3" fmla="*/ 2418782 w 4830785"/>
                    <a:gd name="connsiteY3" fmla="*/ 1385987 h 1641028"/>
                    <a:gd name="connsiteX4" fmla="*/ 928119 w 4830785"/>
                    <a:gd name="connsiteY4" fmla="*/ 1219299 h 1641028"/>
                    <a:gd name="connsiteX5" fmla="*/ 240 w 4830785"/>
                    <a:gd name="connsiteY5" fmla="*/ 859979 h 1641028"/>
                    <a:gd name="connsiteX0" fmla="*/ 240 w 4830785"/>
                    <a:gd name="connsiteY0" fmla="*/ 1091542 h 1872591"/>
                    <a:gd name="connsiteX1" fmla="*/ 3241697 w 4830785"/>
                    <a:gd name="connsiteY1" fmla="*/ 231563 h 1872591"/>
                    <a:gd name="connsiteX2" fmla="*/ 4830785 w 4830785"/>
                    <a:gd name="connsiteY2" fmla="*/ 1872591 h 1872591"/>
                    <a:gd name="connsiteX3" fmla="*/ 2418782 w 4830785"/>
                    <a:gd name="connsiteY3" fmla="*/ 1617550 h 1872591"/>
                    <a:gd name="connsiteX4" fmla="*/ 928119 w 4830785"/>
                    <a:gd name="connsiteY4" fmla="*/ 1450862 h 1872591"/>
                    <a:gd name="connsiteX5" fmla="*/ 240 w 4830785"/>
                    <a:gd name="connsiteY5" fmla="*/ 1091542 h 1872591"/>
                    <a:gd name="connsiteX0" fmla="*/ 21604 w 4852149"/>
                    <a:gd name="connsiteY0" fmla="*/ 1120211 h 1901260"/>
                    <a:gd name="connsiteX1" fmla="*/ 3263061 w 4852149"/>
                    <a:gd name="connsiteY1" fmla="*/ 260232 h 1901260"/>
                    <a:gd name="connsiteX2" fmla="*/ 4852149 w 4852149"/>
                    <a:gd name="connsiteY2" fmla="*/ 1901260 h 1901260"/>
                    <a:gd name="connsiteX3" fmla="*/ 2440146 w 4852149"/>
                    <a:gd name="connsiteY3" fmla="*/ 1646219 h 1901260"/>
                    <a:gd name="connsiteX4" fmla="*/ 949483 w 4852149"/>
                    <a:gd name="connsiteY4" fmla="*/ 1479531 h 1901260"/>
                    <a:gd name="connsiteX5" fmla="*/ 21604 w 4852149"/>
                    <a:gd name="connsiteY5" fmla="*/ 1120211 h 19012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52149" h="1901260">
                      <a:moveTo>
                        <a:pt x="21604" y="1120211"/>
                      </a:moveTo>
                      <a:cubicBezTo>
                        <a:pt x="-288560" y="598601"/>
                        <a:pt x="2836625" y="-500858"/>
                        <a:pt x="3263061" y="260232"/>
                      </a:cubicBezTo>
                      <a:lnTo>
                        <a:pt x="4852149" y="1901260"/>
                      </a:lnTo>
                      <a:cubicBezTo>
                        <a:pt x="4071530" y="1881697"/>
                        <a:pt x="3245237" y="1776394"/>
                        <a:pt x="2440146" y="1646219"/>
                      </a:cubicBezTo>
                      <a:cubicBezTo>
                        <a:pt x="1765889" y="1656099"/>
                        <a:pt x="1352573" y="1567199"/>
                        <a:pt x="949483" y="1479531"/>
                      </a:cubicBezTo>
                      <a:cubicBezTo>
                        <a:pt x="341605" y="1510926"/>
                        <a:pt x="11150" y="1263367"/>
                        <a:pt x="21604" y="1120211"/>
                      </a:cubicBezTo>
                      <a:close/>
                    </a:path>
                  </a:pathLst>
                </a:custGeom>
                <a:solidFill>
                  <a:srgbClr val="F5D49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Flowchart: Merge 20">
                  <a:extLst>
                    <a:ext uri="{FF2B5EF4-FFF2-40B4-BE49-F238E27FC236}">
                      <a16:creationId xmlns:a16="http://schemas.microsoft.com/office/drawing/2014/main" id="{E5DC5E9D-4C0E-429C-AD57-2A36BCE8A115}"/>
                    </a:ext>
                  </a:extLst>
                </p:cNvPr>
                <p:cNvSpPr/>
                <p:nvPr/>
              </p:nvSpPr>
              <p:spPr>
                <a:xfrm rot="18196177">
                  <a:off x="1816716" y="21391"/>
                  <a:ext cx="2775339" cy="2440390"/>
                </a:xfrm>
                <a:custGeom>
                  <a:avLst/>
                  <a:gdLst>
                    <a:gd name="connsiteX0" fmla="*/ 0 w 10000"/>
                    <a:gd name="connsiteY0" fmla="*/ 0 h 10000"/>
                    <a:gd name="connsiteX1" fmla="*/ 10000 w 10000"/>
                    <a:gd name="connsiteY1" fmla="*/ 0 h 10000"/>
                    <a:gd name="connsiteX2" fmla="*/ 5000 w 10000"/>
                    <a:gd name="connsiteY2" fmla="*/ 10000 h 10000"/>
                    <a:gd name="connsiteX3" fmla="*/ 0 w 10000"/>
                    <a:gd name="connsiteY3" fmla="*/ 0 h 10000"/>
                    <a:gd name="connsiteX0" fmla="*/ 0 w 11086"/>
                    <a:gd name="connsiteY0" fmla="*/ 0 h 26016"/>
                    <a:gd name="connsiteX1" fmla="*/ 11086 w 11086"/>
                    <a:gd name="connsiteY1" fmla="*/ 16016 h 26016"/>
                    <a:gd name="connsiteX2" fmla="*/ 6086 w 11086"/>
                    <a:gd name="connsiteY2" fmla="*/ 26016 h 26016"/>
                    <a:gd name="connsiteX3" fmla="*/ 0 w 11086"/>
                    <a:gd name="connsiteY3" fmla="*/ 0 h 26016"/>
                    <a:gd name="connsiteX0" fmla="*/ 0 w 7587"/>
                    <a:gd name="connsiteY0" fmla="*/ 0 h 26016"/>
                    <a:gd name="connsiteX1" fmla="*/ 7587 w 7587"/>
                    <a:gd name="connsiteY1" fmla="*/ 11701 h 26016"/>
                    <a:gd name="connsiteX2" fmla="*/ 6086 w 7587"/>
                    <a:gd name="connsiteY2" fmla="*/ 26016 h 26016"/>
                    <a:gd name="connsiteX3" fmla="*/ 0 w 7587"/>
                    <a:gd name="connsiteY3" fmla="*/ 0 h 26016"/>
                    <a:gd name="connsiteX0" fmla="*/ 0 w 9576"/>
                    <a:gd name="connsiteY0" fmla="*/ 0 h 10000"/>
                    <a:gd name="connsiteX1" fmla="*/ 9576 w 9576"/>
                    <a:gd name="connsiteY1" fmla="*/ 4448 h 10000"/>
                    <a:gd name="connsiteX2" fmla="*/ 8022 w 9576"/>
                    <a:gd name="connsiteY2" fmla="*/ 10000 h 10000"/>
                    <a:gd name="connsiteX3" fmla="*/ 0 w 9576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7469"/>
                    <a:gd name="connsiteX1" fmla="*/ 10124 w 10124"/>
                    <a:gd name="connsiteY1" fmla="*/ 4487 h 7469"/>
                    <a:gd name="connsiteX2" fmla="*/ 8309 w 10124"/>
                    <a:gd name="connsiteY2" fmla="*/ 7469 h 7469"/>
                    <a:gd name="connsiteX3" fmla="*/ 0 w 10124"/>
                    <a:gd name="connsiteY3" fmla="*/ 0 h 7469"/>
                    <a:gd name="connsiteX0" fmla="*/ 0 w 10843"/>
                    <a:gd name="connsiteY0" fmla="*/ 0 h 10000"/>
                    <a:gd name="connsiteX1" fmla="*/ 10843 w 10843"/>
                    <a:gd name="connsiteY1" fmla="*/ 6040 h 10000"/>
                    <a:gd name="connsiteX2" fmla="*/ 8207 w 10843"/>
                    <a:gd name="connsiteY2" fmla="*/ 10000 h 10000"/>
                    <a:gd name="connsiteX3" fmla="*/ 0 w 10843"/>
                    <a:gd name="connsiteY3" fmla="*/ 0 h 10000"/>
                    <a:gd name="connsiteX0" fmla="*/ 0 w 10790"/>
                    <a:gd name="connsiteY0" fmla="*/ 0 h 10308"/>
                    <a:gd name="connsiteX1" fmla="*/ 10790 w 10790"/>
                    <a:gd name="connsiteY1" fmla="*/ 6348 h 10308"/>
                    <a:gd name="connsiteX2" fmla="*/ 8154 w 10790"/>
                    <a:gd name="connsiteY2" fmla="*/ 10308 h 10308"/>
                    <a:gd name="connsiteX3" fmla="*/ 0 w 10790"/>
                    <a:gd name="connsiteY3" fmla="*/ 0 h 10308"/>
                    <a:gd name="connsiteX0" fmla="*/ 0 w 10790"/>
                    <a:gd name="connsiteY0" fmla="*/ 0 h 10308"/>
                    <a:gd name="connsiteX1" fmla="*/ 10790 w 10790"/>
                    <a:gd name="connsiteY1" fmla="*/ 6348 h 10308"/>
                    <a:gd name="connsiteX2" fmla="*/ 8154 w 10790"/>
                    <a:gd name="connsiteY2" fmla="*/ 10308 h 10308"/>
                    <a:gd name="connsiteX3" fmla="*/ 0 w 10790"/>
                    <a:gd name="connsiteY3" fmla="*/ 0 h 10308"/>
                    <a:gd name="connsiteX0" fmla="*/ 0 w 10790"/>
                    <a:gd name="connsiteY0" fmla="*/ 6 h 10314"/>
                    <a:gd name="connsiteX1" fmla="*/ 10790 w 10790"/>
                    <a:gd name="connsiteY1" fmla="*/ 6354 h 10314"/>
                    <a:gd name="connsiteX2" fmla="*/ 8154 w 10790"/>
                    <a:gd name="connsiteY2" fmla="*/ 10314 h 10314"/>
                    <a:gd name="connsiteX3" fmla="*/ 0 w 10790"/>
                    <a:gd name="connsiteY3" fmla="*/ 6 h 10314"/>
                    <a:gd name="connsiteX0" fmla="*/ 0 w 10790"/>
                    <a:gd name="connsiteY0" fmla="*/ 6 h 10314"/>
                    <a:gd name="connsiteX1" fmla="*/ 10790 w 10790"/>
                    <a:gd name="connsiteY1" fmla="*/ 6354 h 10314"/>
                    <a:gd name="connsiteX2" fmla="*/ 8154 w 10790"/>
                    <a:gd name="connsiteY2" fmla="*/ 10314 h 10314"/>
                    <a:gd name="connsiteX3" fmla="*/ 0 w 10790"/>
                    <a:gd name="connsiteY3" fmla="*/ 6 h 10314"/>
                    <a:gd name="connsiteX0" fmla="*/ 0 w 11682"/>
                    <a:gd name="connsiteY0" fmla="*/ 6 h 10314"/>
                    <a:gd name="connsiteX1" fmla="*/ 11682 w 11682"/>
                    <a:gd name="connsiteY1" fmla="*/ 6443 h 10314"/>
                    <a:gd name="connsiteX2" fmla="*/ 8154 w 11682"/>
                    <a:gd name="connsiteY2" fmla="*/ 10314 h 10314"/>
                    <a:gd name="connsiteX3" fmla="*/ 0 w 11682"/>
                    <a:gd name="connsiteY3" fmla="*/ 6 h 10314"/>
                    <a:gd name="connsiteX0" fmla="*/ 0 w 11682"/>
                    <a:gd name="connsiteY0" fmla="*/ 6 h 10314"/>
                    <a:gd name="connsiteX1" fmla="*/ 11682 w 11682"/>
                    <a:gd name="connsiteY1" fmla="*/ 6443 h 10314"/>
                    <a:gd name="connsiteX2" fmla="*/ 8154 w 11682"/>
                    <a:gd name="connsiteY2" fmla="*/ 10314 h 10314"/>
                    <a:gd name="connsiteX3" fmla="*/ 0 w 11682"/>
                    <a:gd name="connsiteY3" fmla="*/ 6 h 10314"/>
                    <a:gd name="connsiteX0" fmla="*/ 0 w 11682"/>
                    <a:gd name="connsiteY0" fmla="*/ 0 h 10308"/>
                    <a:gd name="connsiteX1" fmla="*/ 11682 w 11682"/>
                    <a:gd name="connsiteY1" fmla="*/ 6437 h 10308"/>
                    <a:gd name="connsiteX2" fmla="*/ 8154 w 11682"/>
                    <a:gd name="connsiteY2" fmla="*/ 10308 h 10308"/>
                    <a:gd name="connsiteX3" fmla="*/ 0 w 11682"/>
                    <a:gd name="connsiteY3" fmla="*/ 0 h 10308"/>
                    <a:gd name="connsiteX0" fmla="*/ 6 w 11688"/>
                    <a:gd name="connsiteY0" fmla="*/ 294 h 10602"/>
                    <a:gd name="connsiteX1" fmla="*/ 6519 w 11688"/>
                    <a:gd name="connsiteY1" fmla="*/ 3229 h 10602"/>
                    <a:gd name="connsiteX2" fmla="*/ 11688 w 11688"/>
                    <a:gd name="connsiteY2" fmla="*/ 6731 h 10602"/>
                    <a:gd name="connsiteX3" fmla="*/ 8160 w 11688"/>
                    <a:gd name="connsiteY3" fmla="*/ 10602 h 10602"/>
                    <a:gd name="connsiteX4" fmla="*/ 6 w 11688"/>
                    <a:gd name="connsiteY4" fmla="*/ 294 h 10602"/>
                    <a:gd name="connsiteX0" fmla="*/ 6 w 12002"/>
                    <a:gd name="connsiteY0" fmla="*/ 294 h 10602"/>
                    <a:gd name="connsiteX1" fmla="*/ 6519 w 12002"/>
                    <a:gd name="connsiteY1" fmla="*/ 3229 h 10602"/>
                    <a:gd name="connsiteX2" fmla="*/ 12002 w 12002"/>
                    <a:gd name="connsiteY2" fmla="*/ 6779 h 10602"/>
                    <a:gd name="connsiteX3" fmla="*/ 8160 w 12002"/>
                    <a:gd name="connsiteY3" fmla="*/ 10602 h 10602"/>
                    <a:gd name="connsiteX4" fmla="*/ 6 w 12002"/>
                    <a:gd name="connsiteY4" fmla="*/ 294 h 10602"/>
                    <a:gd name="connsiteX0" fmla="*/ 6 w 12002"/>
                    <a:gd name="connsiteY0" fmla="*/ 294 h 10602"/>
                    <a:gd name="connsiteX1" fmla="*/ 6519 w 12002"/>
                    <a:gd name="connsiteY1" fmla="*/ 3229 h 10602"/>
                    <a:gd name="connsiteX2" fmla="*/ 12002 w 12002"/>
                    <a:gd name="connsiteY2" fmla="*/ 6779 h 10602"/>
                    <a:gd name="connsiteX3" fmla="*/ 8160 w 12002"/>
                    <a:gd name="connsiteY3" fmla="*/ 10602 h 10602"/>
                    <a:gd name="connsiteX4" fmla="*/ 6 w 12002"/>
                    <a:gd name="connsiteY4" fmla="*/ 294 h 10602"/>
                    <a:gd name="connsiteX0" fmla="*/ 6 w 12154"/>
                    <a:gd name="connsiteY0" fmla="*/ 294 h 10857"/>
                    <a:gd name="connsiteX1" fmla="*/ 6519 w 12154"/>
                    <a:gd name="connsiteY1" fmla="*/ 3229 h 10857"/>
                    <a:gd name="connsiteX2" fmla="*/ 12002 w 12154"/>
                    <a:gd name="connsiteY2" fmla="*/ 6779 h 10857"/>
                    <a:gd name="connsiteX3" fmla="*/ 10352 w 12154"/>
                    <a:gd name="connsiteY3" fmla="*/ 7441 h 10857"/>
                    <a:gd name="connsiteX4" fmla="*/ 8160 w 12154"/>
                    <a:gd name="connsiteY4" fmla="*/ 10602 h 10857"/>
                    <a:gd name="connsiteX5" fmla="*/ 6 w 12154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1 w 11997"/>
                    <a:gd name="connsiteY0" fmla="*/ 81 h 10644"/>
                    <a:gd name="connsiteX1" fmla="*/ 6514 w 11997"/>
                    <a:gd name="connsiteY1" fmla="*/ 3016 h 10644"/>
                    <a:gd name="connsiteX2" fmla="*/ 11997 w 11997"/>
                    <a:gd name="connsiteY2" fmla="*/ 6566 h 10644"/>
                    <a:gd name="connsiteX3" fmla="*/ 10347 w 11997"/>
                    <a:gd name="connsiteY3" fmla="*/ 7228 h 10644"/>
                    <a:gd name="connsiteX4" fmla="*/ 8155 w 11997"/>
                    <a:gd name="connsiteY4" fmla="*/ 10389 h 10644"/>
                    <a:gd name="connsiteX5" fmla="*/ 1 w 11997"/>
                    <a:gd name="connsiteY5" fmla="*/ 81 h 10644"/>
                    <a:gd name="connsiteX0" fmla="*/ 1 w 11997"/>
                    <a:gd name="connsiteY0" fmla="*/ 125 h 10688"/>
                    <a:gd name="connsiteX1" fmla="*/ 6514 w 11997"/>
                    <a:gd name="connsiteY1" fmla="*/ 3060 h 10688"/>
                    <a:gd name="connsiteX2" fmla="*/ 11997 w 11997"/>
                    <a:gd name="connsiteY2" fmla="*/ 6610 h 10688"/>
                    <a:gd name="connsiteX3" fmla="*/ 10347 w 11997"/>
                    <a:gd name="connsiteY3" fmla="*/ 7272 h 10688"/>
                    <a:gd name="connsiteX4" fmla="*/ 8155 w 11997"/>
                    <a:gd name="connsiteY4" fmla="*/ 10433 h 10688"/>
                    <a:gd name="connsiteX5" fmla="*/ 1 w 11997"/>
                    <a:gd name="connsiteY5" fmla="*/ 125 h 10688"/>
                    <a:gd name="connsiteX0" fmla="*/ 893 w 12889"/>
                    <a:gd name="connsiteY0" fmla="*/ 277 h 10840"/>
                    <a:gd name="connsiteX1" fmla="*/ 7406 w 12889"/>
                    <a:gd name="connsiteY1" fmla="*/ 3212 h 10840"/>
                    <a:gd name="connsiteX2" fmla="*/ 12889 w 12889"/>
                    <a:gd name="connsiteY2" fmla="*/ 6762 h 10840"/>
                    <a:gd name="connsiteX3" fmla="*/ 11239 w 12889"/>
                    <a:gd name="connsiteY3" fmla="*/ 7424 h 10840"/>
                    <a:gd name="connsiteX4" fmla="*/ 9047 w 12889"/>
                    <a:gd name="connsiteY4" fmla="*/ 10585 h 10840"/>
                    <a:gd name="connsiteX5" fmla="*/ 894 w 12889"/>
                    <a:gd name="connsiteY5" fmla="*/ 1310 h 10840"/>
                    <a:gd name="connsiteX6" fmla="*/ 893 w 12889"/>
                    <a:gd name="connsiteY6" fmla="*/ 277 h 10840"/>
                    <a:gd name="connsiteX0" fmla="*/ 555 w 12551"/>
                    <a:gd name="connsiteY0" fmla="*/ 126 h 10689"/>
                    <a:gd name="connsiteX1" fmla="*/ 7068 w 12551"/>
                    <a:gd name="connsiteY1" fmla="*/ 3061 h 10689"/>
                    <a:gd name="connsiteX2" fmla="*/ 12551 w 12551"/>
                    <a:gd name="connsiteY2" fmla="*/ 6611 h 10689"/>
                    <a:gd name="connsiteX3" fmla="*/ 10901 w 12551"/>
                    <a:gd name="connsiteY3" fmla="*/ 7273 h 10689"/>
                    <a:gd name="connsiteX4" fmla="*/ 8709 w 12551"/>
                    <a:gd name="connsiteY4" fmla="*/ 10434 h 10689"/>
                    <a:gd name="connsiteX5" fmla="*/ 556 w 12551"/>
                    <a:gd name="connsiteY5" fmla="*/ 1159 h 10689"/>
                    <a:gd name="connsiteX6" fmla="*/ 555 w 12551"/>
                    <a:gd name="connsiteY6" fmla="*/ 126 h 10689"/>
                    <a:gd name="connsiteX0" fmla="*/ 343 w 12339"/>
                    <a:gd name="connsiteY0" fmla="*/ 126 h 10689"/>
                    <a:gd name="connsiteX1" fmla="*/ 6856 w 12339"/>
                    <a:gd name="connsiteY1" fmla="*/ 3061 h 10689"/>
                    <a:gd name="connsiteX2" fmla="*/ 12339 w 12339"/>
                    <a:gd name="connsiteY2" fmla="*/ 6611 h 10689"/>
                    <a:gd name="connsiteX3" fmla="*/ 10689 w 12339"/>
                    <a:gd name="connsiteY3" fmla="*/ 7273 h 10689"/>
                    <a:gd name="connsiteX4" fmla="*/ 8497 w 12339"/>
                    <a:gd name="connsiteY4" fmla="*/ 10434 h 10689"/>
                    <a:gd name="connsiteX5" fmla="*/ 344 w 12339"/>
                    <a:gd name="connsiteY5" fmla="*/ 1159 h 10689"/>
                    <a:gd name="connsiteX6" fmla="*/ 343 w 12339"/>
                    <a:gd name="connsiteY6" fmla="*/ 126 h 10689"/>
                    <a:gd name="connsiteX0" fmla="*/ 251 w 12247"/>
                    <a:gd name="connsiteY0" fmla="*/ 126 h 10689"/>
                    <a:gd name="connsiteX1" fmla="*/ 6764 w 12247"/>
                    <a:gd name="connsiteY1" fmla="*/ 3061 h 10689"/>
                    <a:gd name="connsiteX2" fmla="*/ 12247 w 12247"/>
                    <a:gd name="connsiteY2" fmla="*/ 6611 h 10689"/>
                    <a:gd name="connsiteX3" fmla="*/ 10597 w 12247"/>
                    <a:gd name="connsiteY3" fmla="*/ 7273 h 10689"/>
                    <a:gd name="connsiteX4" fmla="*/ 8405 w 12247"/>
                    <a:gd name="connsiteY4" fmla="*/ 10434 h 10689"/>
                    <a:gd name="connsiteX5" fmla="*/ 252 w 12247"/>
                    <a:gd name="connsiteY5" fmla="*/ 1159 h 10689"/>
                    <a:gd name="connsiteX6" fmla="*/ 251 w 12247"/>
                    <a:gd name="connsiteY6" fmla="*/ 126 h 10689"/>
                    <a:gd name="connsiteX0" fmla="*/ 34 w 13390"/>
                    <a:gd name="connsiteY0" fmla="*/ 130 h 10635"/>
                    <a:gd name="connsiteX1" fmla="*/ 7907 w 13390"/>
                    <a:gd name="connsiteY1" fmla="*/ 3007 h 10635"/>
                    <a:gd name="connsiteX2" fmla="*/ 13390 w 13390"/>
                    <a:gd name="connsiteY2" fmla="*/ 6557 h 10635"/>
                    <a:gd name="connsiteX3" fmla="*/ 11740 w 13390"/>
                    <a:gd name="connsiteY3" fmla="*/ 7219 h 10635"/>
                    <a:gd name="connsiteX4" fmla="*/ 9548 w 13390"/>
                    <a:gd name="connsiteY4" fmla="*/ 10380 h 10635"/>
                    <a:gd name="connsiteX5" fmla="*/ 1395 w 13390"/>
                    <a:gd name="connsiteY5" fmla="*/ 1105 h 10635"/>
                    <a:gd name="connsiteX6" fmla="*/ 34 w 13390"/>
                    <a:gd name="connsiteY6" fmla="*/ 130 h 10635"/>
                    <a:gd name="connsiteX0" fmla="*/ 41 w 13397"/>
                    <a:gd name="connsiteY0" fmla="*/ 130 h 10635"/>
                    <a:gd name="connsiteX1" fmla="*/ 7914 w 13397"/>
                    <a:gd name="connsiteY1" fmla="*/ 3007 h 10635"/>
                    <a:gd name="connsiteX2" fmla="*/ 13397 w 13397"/>
                    <a:gd name="connsiteY2" fmla="*/ 6557 h 10635"/>
                    <a:gd name="connsiteX3" fmla="*/ 11747 w 13397"/>
                    <a:gd name="connsiteY3" fmla="*/ 7219 h 10635"/>
                    <a:gd name="connsiteX4" fmla="*/ 9555 w 13397"/>
                    <a:gd name="connsiteY4" fmla="*/ 10380 h 10635"/>
                    <a:gd name="connsiteX5" fmla="*/ 1174 w 13397"/>
                    <a:gd name="connsiteY5" fmla="*/ 1216 h 10635"/>
                    <a:gd name="connsiteX6" fmla="*/ 41 w 13397"/>
                    <a:gd name="connsiteY6" fmla="*/ 130 h 10635"/>
                    <a:gd name="connsiteX0" fmla="*/ 30 w 13386"/>
                    <a:gd name="connsiteY0" fmla="*/ 130 h 10635"/>
                    <a:gd name="connsiteX1" fmla="*/ 7903 w 13386"/>
                    <a:gd name="connsiteY1" fmla="*/ 3007 h 10635"/>
                    <a:gd name="connsiteX2" fmla="*/ 13386 w 13386"/>
                    <a:gd name="connsiteY2" fmla="*/ 6557 h 10635"/>
                    <a:gd name="connsiteX3" fmla="*/ 11736 w 13386"/>
                    <a:gd name="connsiteY3" fmla="*/ 7219 h 10635"/>
                    <a:gd name="connsiteX4" fmla="*/ 9544 w 13386"/>
                    <a:gd name="connsiteY4" fmla="*/ 10380 h 10635"/>
                    <a:gd name="connsiteX5" fmla="*/ 1163 w 13386"/>
                    <a:gd name="connsiteY5" fmla="*/ 1216 h 10635"/>
                    <a:gd name="connsiteX6" fmla="*/ 30 w 13386"/>
                    <a:gd name="connsiteY6" fmla="*/ 130 h 10635"/>
                    <a:gd name="connsiteX0" fmla="*/ 30 w 13612"/>
                    <a:gd name="connsiteY0" fmla="*/ 130 h 10658"/>
                    <a:gd name="connsiteX1" fmla="*/ 7903 w 13612"/>
                    <a:gd name="connsiteY1" fmla="*/ 3007 h 10658"/>
                    <a:gd name="connsiteX2" fmla="*/ 13386 w 13612"/>
                    <a:gd name="connsiteY2" fmla="*/ 6557 h 10658"/>
                    <a:gd name="connsiteX3" fmla="*/ 13003 w 13612"/>
                    <a:gd name="connsiteY3" fmla="*/ 7609 h 10658"/>
                    <a:gd name="connsiteX4" fmla="*/ 9544 w 13612"/>
                    <a:gd name="connsiteY4" fmla="*/ 10380 h 10658"/>
                    <a:gd name="connsiteX5" fmla="*/ 1163 w 13612"/>
                    <a:gd name="connsiteY5" fmla="*/ 1216 h 10658"/>
                    <a:gd name="connsiteX6" fmla="*/ 30 w 13612"/>
                    <a:gd name="connsiteY6" fmla="*/ 130 h 10658"/>
                    <a:gd name="connsiteX0" fmla="*/ 30 w 13612"/>
                    <a:gd name="connsiteY0" fmla="*/ 130 h 9011"/>
                    <a:gd name="connsiteX1" fmla="*/ 7903 w 13612"/>
                    <a:gd name="connsiteY1" fmla="*/ 3007 h 9011"/>
                    <a:gd name="connsiteX2" fmla="*/ 13386 w 13612"/>
                    <a:gd name="connsiteY2" fmla="*/ 6557 h 9011"/>
                    <a:gd name="connsiteX3" fmla="*/ 13003 w 13612"/>
                    <a:gd name="connsiteY3" fmla="*/ 7609 h 9011"/>
                    <a:gd name="connsiteX4" fmla="*/ 7637 w 13612"/>
                    <a:gd name="connsiteY4" fmla="*/ 8531 h 9011"/>
                    <a:gd name="connsiteX5" fmla="*/ 1163 w 13612"/>
                    <a:gd name="connsiteY5" fmla="*/ 1216 h 9011"/>
                    <a:gd name="connsiteX6" fmla="*/ 30 w 13612"/>
                    <a:gd name="connsiteY6" fmla="*/ 130 h 9011"/>
                    <a:gd name="connsiteX0" fmla="*/ 22 w 10000"/>
                    <a:gd name="connsiteY0" fmla="*/ 144 h 9588"/>
                    <a:gd name="connsiteX1" fmla="*/ 5806 w 10000"/>
                    <a:gd name="connsiteY1" fmla="*/ 3337 h 9588"/>
                    <a:gd name="connsiteX2" fmla="*/ 9834 w 10000"/>
                    <a:gd name="connsiteY2" fmla="*/ 7277 h 9588"/>
                    <a:gd name="connsiteX3" fmla="*/ 9553 w 10000"/>
                    <a:gd name="connsiteY3" fmla="*/ 8444 h 9588"/>
                    <a:gd name="connsiteX4" fmla="*/ 5419 w 10000"/>
                    <a:gd name="connsiteY4" fmla="*/ 8937 h 9588"/>
                    <a:gd name="connsiteX5" fmla="*/ 854 w 10000"/>
                    <a:gd name="connsiteY5" fmla="*/ 1349 h 9588"/>
                    <a:gd name="connsiteX6" fmla="*/ 22 w 10000"/>
                    <a:gd name="connsiteY6" fmla="*/ 144 h 9588"/>
                    <a:gd name="connsiteX0" fmla="*/ 22 w 9890"/>
                    <a:gd name="connsiteY0" fmla="*/ 150 h 10000"/>
                    <a:gd name="connsiteX1" fmla="*/ 5806 w 9890"/>
                    <a:gd name="connsiteY1" fmla="*/ 3480 h 10000"/>
                    <a:gd name="connsiteX2" fmla="*/ 9446 w 9890"/>
                    <a:gd name="connsiteY2" fmla="*/ 7608 h 10000"/>
                    <a:gd name="connsiteX3" fmla="*/ 9553 w 9890"/>
                    <a:gd name="connsiteY3" fmla="*/ 8807 h 10000"/>
                    <a:gd name="connsiteX4" fmla="*/ 5419 w 9890"/>
                    <a:gd name="connsiteY4" fmla="*/ 9321 h 10000"/>
                    <a:gd name="connsiteX5" fmla="*/ 854 w 9890"/>
                    <a:gd name="connsiteY5" fmla="*/ 1407 h 10000"/>
                    <a:gd name="connsiteX6" fmla="*/ 22 w 9890"/>
                    <a:gd name="connsiteY6" fmla="*/ 150 h 10000"/>
                    <a:gd name="connsiteX0" fmla="*/ 22 w 10000"/>
                    <a:gd name="connsiteY0" fmla="*/ 150 h 10000"/>
                    <a:gd name="connsiteX1" fmla="*/ 5871 w 10000"/>
                    <a:gd name="connsiteY1" fmla="*/ 3480 h 10000"/>
                    <a:gd name="connsiteX2" fmla="*/ 9551 w 10000"/>
                    <a:gd name="connsiteY2" fmla="*/ 7608 h 10000"/>
                    <a:gd name="connsiteX3" fmla="*/ 9659 w 10000"/>
                    <a:gd name="connsiteY3" fmla="*/ 8807 h 10000"/>
                    <a:gd name="connsiteX4" fmla="*/ 5479 w 10000"/>
                    <a:gd name="connsiteY4" fmla="*/ 9321 h 10000"/>
                    <a:gd name="connsiteX5" fmla="*/ 863 w 10000"/>
                    <a:gd name="connsiteY5" fmla="*/ 1407 h 10000"/>
                    <a:gd name="connsiteX6" fmla="*/ 22 w 10000"/>
                    <a:gd name="connsiteY6" fmla="*/ 150 h 10000"/>
                    <a:gd name="connsiteX0" fmla="*/ 22 w 10000"/>
                    <a:gd name="connsiteY0" fmla="*/ 0 h 9850"/>
                    <a:gd name="connsiteX1" fmla="*/ 9551 w 10000"/>
                    <a:gd name="connsiteY1" fmla="*/ 7458 h 9850"/>
                    <a:gd name="connsiteX2" fmla="*/ 9659 w 10000"/>
                    <a:gd name="connsiteY2" fmla="*/ 8657 h 9850"/>
                    <a:gd name="connsiteX3" fmla="*/ 5479 w 10000"/>
                    <a:gd name="connsiteY3" fmla="*/ 9171 h 9850"/>
                    <a:gd name="connsiteX4" fmla="*/ 863 w 10000"/>
                    <a:gd name="connsiteY4" fmla="*/ 1257 h 9850"/>
                    <a:gd name="connsiteX5" fmla="*/ 22 w 10000"/>
                    <a:gd name="connsiteY5" fmla="*/ 0 h 9850"/>
                    <a:gd name="connsiteX0" fmla="*/ 22 w 10000"/>
                    <a:gd name="connsiteY0" fmla="*/ 0 h 10000"/>
                    <a:gd name="connsiteX1" fmla="*/ 9551 w 10000"/>
                    <a:gd name="connsiteY1" fmla="*/ 7572 h 10000"/>
                    <a:gd name="connsiteX2" fmla="*/ 9659 w 10000"/>
                    <a:gd name="connsiteY2" fmla="*/ 8789 h 10000"/>
                    <a:gd name="connsiteX3" fmla="*/ 5479 w 10000"/>
                    <a:gd name="connsiteY3" fmla="*/ 9311 h 10000"/>
                    <a:gd name="connsiteX4" fmla="*/ 863 w 10000"/>
                    <a:gd name="connsiteY4" fmla="*/ 1276 h 10000"/>
                    <a:gd name="connsiteX5" fmla="*/ 22 w 10000"/>
                    <a:gd name="connsiteY5" fmla="*/ 0 h 10000"/>
                    <a:gd name="connsiteX0" fmla="*/ 22 w 10000"/>
                    <a:gd name="connsiteY0" fmla="*/ 133 h 10133"/>
                    <a:gd name="connsiteX1" fmla="*/ 9551 w 10000"/>
                    <a:gd name="connsiteY1" fmla="*/ 7705 h 10133"/>
                    <a:gd name="connsiteX2" fmla="*/ 9659 w 10000"/>
                    <a:gd name="connsiteY2" fmla="*/ 8922 h 10133"/>
                    <a:gd name="connsiteX3" fmla="*/ 5479 w 10000"/>
                    <a:gd name="connsiteY3" fmla="*/ 9444 h 10133"/>
                    <a:gd name="connsiteX4" fmla="*/ 863 w 10000"/>
                    <a:gd name="connsiteY4" fmla="*/ 1409 h 10133"/>
                    <a:gd name="connsiteX5" fmla="*/ 22 w 10000"/>
                    <a:gd name="connsiteY5" fmla="*/ 133 h 10133"/>
                    <a:gd name="connsiteX0" fmla="*/ 22 w 9819"/>
                    <a:gd name="connsiteY0" fmla="*/ 133 h 10133"/>
                    <a:gd name="connsiteX1" fmla="*/ 9551 w 9819"/>
                    <a:gd name="connsiteY1" fmla="*/ 7705 h 10133"/>
                    <a:gd name="connsiteX2" fmla="*/ 9659 w 9819"/>
                    <a:gd name="connsiteY2" fmla="*/ 8922 h 10133"/>
                    <a:gd name="connsiteX3" fmla="*/ 5479 w 9819"/>
                    <a:gd name="connsiteY3" fmla="*/ 9444 h 10133"/>
                    <a:gd name="connsiteX4" fmla="*/ 863 w 9819"/>
                    <a:gd name="connsiteY4" fmla="*/ 1409 h 10133"/>
                    <a:gd name="connsiteX5" fmla="*/ 22 w 9819"/>
                    <a:gd name="connsiteY5" fmla="*/ 133 h 10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819" h="10133">
                      <a:moveTo>
                        <a:pt x="22" y="133"/>
                      </a:moveTo>
                      <a:cubicBezTo>
                        <a:pt x="2342" y="-719"/>
                        <a:pt x="7080" y="2602"/>
                        <a:pt x="9551" y="7705"/>
                      </a:cubicBezTo>
                      <a:cubicBezTo>
                        <a:pt x="9507" y="7793"/>
                        <a:pt x="10093" y="8963"/>
                        <a:pt x="9659" y="8922"/>
                      </a:cubicBezTo>
                      <a:cubicBezTo>
                        <a:pt x="9183" y="9670"/>
                        <a:pt x="6779" y="10925"/>
                        <a:pt x="5479" y="9444"/>
                      </a:cubicBezTo>
                      <a:cubicBezTo>
                        <a:pt x="4252" y="8221"/>
                        <a:pt x="1874" y="3428"/>
                        <a:pt x="863" y="1409"/>
                      </a:cubicBezTo>
                      <a:cubicBezTo>
                        <a:pt x="930" y="739"/>
                        <a:pt x="-167" y="674"/>
                        <a:pt x="22" y="133"/>
                      </a:cubicBezTo>
                      <a:close/>
                    </a:path>
                  </a:pathLst>
                </a:custGeom>
                <a:solidFill>
                  <a:srgbClr val="CE954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Flowchart: Merge 20">
                  <a:extLst>
                    <a:ext uri="{FF2B5EF4-FFF2-40B4-BE49-F238E27FC236}">
                      <a16:creationId xmlns:a16="http://schemas.microsoft.com/office/drawing/2014/main" id="{01AC6082-AA91-4509-A563-603752A8F122}"/>
                    </a:ext>
                  </a:extLst>
                </p:cNvPr>
                <p:cNvSpPr/>
                <p:nvPr/>
              </p:nvSpPr>
              <p:spPr>
                <a:xfrm rot="18196177">
                  <a:off x="2476533" y="40224"/>
                  <a:ext cx="2571345" cy="3024971"/>
                </a:xfrm>
                <a:custGeom>
                  <a:avLst/>
                  <a:gdLst>
                    <a:gd name="connsiteX0" fmla="*/ 0 w 10000"/>
                    <a:gd name="connsiteY0" fmla="*/ 0 h 10000"/>
                    <a:gd name="connsiteX1" fmla="*/ 10000 w 10000"/>
                    <a:gd name="connsiteY1" fmla="*/ 0 h 10000"/>
                    <a:gd name="connsiteX2" fmla="*/ 5000 w 10000"/>
                    <a:gd name="connsiteY2" fmla="*/ 10000 h 10000"/>
                    <a:gd name="connsiteX3" fmla="*/ 0 w 10000"/>
                    <a:gd name="connsiteY3" fmla="*/ 0 h 10000"/>
                    <a:gd name="connsiteX0" fmla="*/ 0 w 11086"/>
                    <a:gd name="connsiteY0" fmla="*/ 0 h 26016"/>
                    <a:gd name="connsiteX1" fmla="*/ 11086 w 11086"/>
                    <a:gd name="connsiteY1" fmla="*/ 16016 h 26016"/>
                    <a:gd name="connsiteX2" fmla="*/ 6086 w 11086"/>
                    <a:gd name="connsiteY2" fmla="*/ 26016 h 26016"/>
                    <a:gd name="connsiteX3" fmla="*/ 0 w 11086"/>
                    <a:gd name="connsiteY3" fmla="*/ 0 h 26016"/>
                    <a:gd name="connsiteX0" fmla="*/ 0 w 7587"/>
                    <a:gd name="connsiteY0" fmla="*/ 0 h 26016"/>
                    <a:gd name="connsiteX1" fmla="*/ 7587 w 7587"/>
                    <a:gd name="connsiteY1" fmla="*/ 11701 h 26016"/>
                    <a:gd name="connsiteX2" fmla="*/ 6086 w 7587"/>
                    <a:gd name="connsiteY2" fmla="*/ 26016 h 26016"/>
                    <a:gd name="connsiteX3" fmla="*/ 0 w 7587"/>
                    <a:gd name="connsiteY3" fmla="*/ 0 h 26016"/>
                    <a:gd name="connsiteX0" fmla="*/ 0 w 9576"/>
                    <a:gd name="connsiteY0" fmla="*/ 0 h 10000"/>
                    <a:gd name="connsiteX1" fmla="*/ 9576 w 9576"/>
                    <a:gd name="connsiteY1" fmla="*/ 4448 h 10000"/>
                    <a:gd name="connsiteX2" fmla="*/ 8022 w 9576"/>
                    <a:gd name="connsiteY2" fmla="*/ 10000 h 10000"/>
                    <a:gd name="connsiteX3" fmla="*/ 0 w 9576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7469"/>
                    <a:gd name="connsiteX1" fmla="*/ 10124 w 10124"/>
                    <a:gd name="connsiteY1" fmla="*/ 4487 h 7469"/>
                    <a:gd name="connsiteX2" fmla="*/ 8309 w 10124"/>
                    <a:gd name="connsiteY2" fmla="*/ 7469 h 7469"/>
                    <a:gd name="connsiteX3" fmla="*/ 0 w 10124"/>
                    <a:gd name="connsiteY3" fmla="*/ 0 h 7469"/>
                    <a:gd name="connsiteX0" fmla="*/ 0 w 10843"/>
                    <a:gd name="connsiteY0" fmla="*/ 0 h 10000"/>
                    <a:gd name="connsiteX1" fmla="*/ 10843 w 10843"/>
                    <a:gd name="connsiteY1" fmla="*/ 6040 h 10000"/>
                    <a:gd name="connsiteX2" fmla="*/ 8207 w 10843"/>
                    <a:gd name="connsiteY2" fmla="*/ 10000 h 10000"/>
                    <a:gd name="connsiteX3" fmla="*/ 0 w 10843"/>
                    <a:gd name="connsiteY3" fmla="*/ 0 h 10000"/>
                    <a:gd name="connsiteX0" fmla="*/ 0 w 10790"/>
                    <a:gd name="connsiteY0" fmla="*/ 0 h 10308"/>
                    <a:gd name="connsiteX1" fmla="*/ 10790 w 10790"/>
                    <a:gd name="connsiteY1" fmla="*/ 6348 h 10308"/>
                    <a:gd name="connsiteX2" fmla="*/ 8154 w 10790"/>
                    <a:gd name="connsiteY2" fmla="*/ 10308 h 10308"/>
                    <a:gd name="connsiteX3" fmla="*/ 0 w 10790"/>
                    <a:gd name="connsiteY3" fmla="*/ 0 h 10308"/>
                    <a:gd name="connsiteX0" fmla="*/ 0 w 10790"/>
                    <a:gd name="connsiteY0" fmla="*/ 0 h 10308"/>
                    <a:gd name="connsiteX1" fmla="*/ 10790 w 10790"/>
                    <a:gd name="connsiteY1" fmla="*/ 6348 h 10308"/>
                    <a:gd name="connsiteX2" fmla="*/ 8154 w 10790"/>
                    <a:gd name="connsiteY2" fmla="*/ 10308 h 10308"/>
                    <a:gd name="connsiteX3" fmla="*/ 0 w 10790"/>
                    <a:gd name="connsiteY3" fmla="*/ 0 h 10308"/>
                    <a:gd name="connsiteX0" fmla="*/ 0 w 10790"/>
                    <a:gd name="connsiteY0" fmla="*/ 6 h 10314"/>
                    <a:gd name="connsiteX1" fmla="*/ 10790 w 10790"/>
                    <a:gd name="connsiteY1" fmla="*/ 6354 h 10314"/>
                    <a:gd name="connsiteX2" fmla="*/ 8154 w 10790"/>
                    <a:gd name="connsiteY2" fmla="*/ 10314 h 10314"/>
                    <a:gd name="connsiteX3" fmla="*/ 0 w 10790"/>
                    <a:gd name="connsiteY3" fmla="*/ 6 h 10314"/>
                    <a:gd name="connsiteX0" fmla="*/ 0 w 10790"/>
                    <a:gd name="connsiteY0" fmla="*/ 6 h 10314"/>
                    <a:gd name="connsiteX1" fmla="*/ 10790 w 10790"/>
                    <a:gd name="connsiteY1" fmla="*/ 6354 h 10314"/>
                    <a:gd name="connsiteX2" fmla="*/ 8154 w 10790"/>
                    <a:gd name="connsiteY2" fmla="*/ 10314 h 10314"/>
                    <a:gd name="connsiteX3" fmla="*/ 0 w 10790"/>
                    <a:gd name="connsiteY3" fmla="*/ 6 h 10314"/>
                    <a:gd name="connsiteX0" fmla="*/ 0 w 11682"/>
                    <a:gd name="connsiteY0" fmla="*/ 6 h 10314"/>
                    <a:gd name="connsiteX1" fmla="*/ 11682 w 11682"/>
                    <a:gd name="connsiteY1" fmla="*/ 6443 h 10314"/>
                    <a:gd name="connsiteX2" fmla="*/ 8154 w 11682"/>
                    <a:gd name="connsiteY2" fmla="*/ 10314 h 10314"/>
                    <a:gd name="connsiteX3" fmla="*/ 0 w 11682"/>
                    <a:gd name="connsiteY3" fmla="*/ 6 h 10314"/>
                    <a:gd name="connsiteX0" fmla="*/ 0 w 11682"/>
                    <a:gd name="connsiteY0" fmla="*/ 6 h 10314"/>
                    <a:gd name="connsiteX1" fmla="*/ 11682 w 11682"/>
                    <a:gd name="connsiteY1" fmla="*/ 6443 h 10314"/>
                    <a:gd name="connsiteX2" fmla="*/ 8154 w 11682"/>
                    <a:gd name="connsiteY2" fmla="*/ 10314 h 10314"/>
                    <a:gd name="connsiteX3" fmla="*/ 0 w 11682"/>
                    <a:gd name="connsiteY3" fmla="*/ 6 h 10314"/>
                    <a:gd name="connsiteX0" fmla="*/ 0 w 11682"/>
                    <a:gd name="connsiteY0" fmla="*/ 0 h 10308"/>
                    <a:gd name="connsiteX1" fmla="*/ 11682 w 11682"/>
                    <a:gd name="connsiteY1" fmla="*/ 6437 h 10308"/>
                    <a:gd name="connsiteX2" fmla="*/ 8154 w 11682"/>
                    <a:gd name="connsiteY2" fmla="*/ 10308 h 10308"/>
                    <a:gd name="connsiteX3" fmla="*/ 0 w 11682"/>
                    <a:gd name="connsiteY3" fmla="*/ 0 h 10308"/>
                    <a:gd name="connsiteX0" fmla="*/ 6 w 11688"/>
                    <a:gd name="connsiteY0" fmla="*/ 294 h 10602"/>
                    <a:gd name="connsiteX1" fmla="*/ 6519 w 11688"/>
                    <a:gd name="connsiteY1" fmla="*/ 3229 h 10602"/>
                    <a:gd name="connsiteX2" fmla="*/ 11688 w 11688"/>
                    <a:gd name="connsiteY2" fmla="*/ 6731 h 10602"/>
                    <a:gd name="connsiteX3" fmla="*/ 8160 w 11688"/>
                    <a:gd name="connsiteY3" fmla="*/ 10602 h 10602"/>
                    <a:gd name="connsiteX4" fmla="*/ 6 w 11688"/>
                    <a:gd name="connsiteY4" fmla="*/ 294 h 10602"/>
                    <a:gd name="connsiteX0" fmla="*/ 6 w 12002"/>
                    <a:gd name="connsiteY0" fmla="*/ 294 h 10602"/>
                    <a:gd name="connsiteX1" fmla="*/ 6519 w 12002"/>
                    <a:gd name="connsiteY1" fmla="*/ 3229 h 10602"/>
                    <a:gd name="connsiteX2" fmla="*/ 12002 w 12002"/>
                    <a:gd name="connsiteY2" fmla="*/ 6779 h 10602"/>
                    <a:gd name="connsiteX3" fmla="*/ 8160 w 12002"/>
                    <a:gd name="connsiteY3" fmla="*/ 10602 h 10602"/>
                    <a:gd name="connsiteX4" fmla="*/ 6 w 12002"/>
                    <a:gd name="connsiteY4" fmla="*/ 294 h 10602"/>
                    <a:gd name="connsiteX0" fmla="*/ 6 w 12002"/>
                    <a:gd name="connsiteY0" fmla="*/ 294 h 10602"/>
                    <a:gd name="connsiteX1" fmla="*/ 6519 w 12002"/>
                    <a:gd name="connsiteY1" fmla="*/ 3229 h 10602"/>
                    <a:gd name="connsiteX2" fmla="*/ 12002 w 12002"/>
                    <a:gd name="connsiteY2" fmla="*/ 6779 h 10602"/>
                    <a:gd name="connsiteX3" fmla="*/ 8160 w 12002"/>
                    <a:gd name="connsiteY3" fmla="*/ 10602 h 10602"/>
                    <a:gd name="connsiteX4" fmla="*/ 6 w 12002"/>
                    <a:gd name="connsiteY4" fmla="*/ 294 h 10602"/>
                    <a:gd name="connsiteX0" fmla="*/ 6 w 12154"/>
                    <a:gd name="connsiteY0" fmla="*/ 294 h 10857"/>
                    <a:gd name="connsiteX1" fmla="*/ 6519 w 12154"/>
                    <a:gd name="connsiteY1" fmla="*/ 3229 h 10857"/>
                    <a:gd name="connsiteX2" fmla="*/ 12002 w 12154"/>
                    <a:gd name="connsiteY2" fmla="*/ 6779 h 10857"/>
                    <a:gd name="connsiteX3" fmla="*/ 10352 w 12154"/>
                    <a:gd name="connsiteY3" fmla="*/ 7441 h 10857"/>
                    <a:gd name="connsiteX4" fmla="*/ 8160 w 12154"/>
                    <a:gd name="connsiteY4" fmla="*/ 10602 h 10857"/>
                    <a:gd name="connsiteX5" fmla="*/ 6 w 12154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6 w 12002"/>
                    <a:gd name="connsiteY0" fmla="*/ 294 h 10857"/>
                    <a:gd name="connsiteX1" fmla="*/ 6519 w 12002"/>
                    <a:gd name="connsiteY1" fmla="*/ 3229 h 10857"/>
                    <a:gd name="connsiteX2" fmla="*/ 12002 w 12002"/>
                    <a:gd name="connsiteY2" fmla="*/ 6779 h 10857"/>
                    <a:gd name="connsiteX3" fmla="*/ 10352 w 12002"/>
                    <a:gd name="connsiteY3" fmla="*/ 7441 h 10857"/>
                    <a:gd name="connsiteX4" fmla="*/ 8160 w 12002"/>
                    <a:gd name="connsiteY4" fmla="*/ 10602 h 10857"/>
                    <a:gd name="connsiteX5" fmla="*/ 6 w 12002"/>
                    <a:gd name="connsiteY5" fmla="*/ 294 h 10857"/>
                    <a:gd name="connsiteX0" fmla="*/ 1 w 11997"/>
                    <a:gd name="connsiteY0" fmla="*/ 81 h 10644"/>
                    <a:gd name="connsiteX1" fmla="*/ 6514 w 11997"/>
                    <a:gd name="connsiteY1" fmla="*/ 3016 h 10644"/>
                    <a:gd name="connsiteX2" fmla="*/ 11997 w 11997"/>
                    <a:gd name="connsiteY2" fmla="*/ 6566 h 10644"/>
                    <a:gd name="connsiteX3" fmla="*/ 10347 w 11997"/>
                    <a:gd name="connsiteY3" fmla="*/ 7228 h 10644"/>
                    <a:gd name="connsiteX4" fmla="*/ 8155 w 11997"/>
                    <a:gd name="connsiteY4" fmla="*/ 10389 h 10644"/>
                    <a:gd name="connsiteX5" fmla="*/ 1 w 11997"/>
                    <a:gd name="connsiteY5" fmla="*/ 81 h 10644"/>
                    <a:gd name="connsiteX0" fmla="*/ 1 w 11997"/>
                    <a:gd name="connsiteY0" fmla="*/ 125 h 10688"/>
                    <a:gd name="connsiteX1" fmla="*/ 6514 w 11997"/>
                    <a:gd name="connsiteY1" fmla="*/ 3060 h 10688"/>
                    <a:gd name="connsiteX2" fmla="*/ 11997 w 11997"/>
                    <a:gd name="connsiteY2" fmla="*/ 6610 h 10688"/>
                    <a:gd name="connsiteX3" fmla="*/ 10347 w 11997"/>
                    <a:gd name="connsiteY3" fmla="*/ 7272 h 10688"/>
                    <a:gd name="connsiteX4" fmla="*/ 8155 w 11997"/>
                    <a:gd name="connsiteY4" fmla="*/ 10433 h 10688"/>
                    <a:gd name="connsiteX5" fmla="*/ 1 w 11997"/>
                    <a:gd name="connsiteY5" fmla="*/ 125 h 10688"/>
                    <a:gd name="connsiteX0" fmla="*/ 893 w 12889"/>
                    <a:gd name="connsiteY0" fmla="*/ 277 h 10840"/>
                    <a:gd name="connsiteX1" fmla="*/ 7406 w 12889"/>
                    <a:gd name="connsiteY1" fmla="*/ 3212 h 10840"/>
                    <a:gd name="connsiteX2" fmla="*/ 12889 w 12889"/>
                    <a:gd name="connsiteY2" fmla="*/ 6762 h 10840"/>
                    <a:gd name="connsiteX3" fmla="*/ 11239 w 12889"/>
                    <a:gd name="connsiteY3" fmla="*/ 7424 h 10840"/>
                    <a:gd name="connsiteX4" fmla="*/ 9047 w 12889"/>
                    <a:gd name="connsiteY4" fmla="*/ 10585 h 10840"/>
                    <a:gd name="connsiteX5" fmla="*/ 894 w 12889"/>
                    <a:gd name="connsiteY5" fmla="*/ 1310 h 10840"/>
                    <a:gd name="connsiteX6" fmla="*/ 893 w 12889"/>
                    <a:gd name="connsiteY6" fmla="*/ 277 h 10840"/>
                    <a:gd name="connsiteX0" fmla="*/ 555 w 12551"/>
                    <a:gd name="connsiteY0" fmla="*/ 126 h 10689"/>
                    <a:gd name="connsiteX1" fmla="*/ 7068 w 12551"/>
                    <a:gd name="connsiteY1" fmla="*/ 3061 h 10689"/>
                    <a:gd name="connsiteX2" fmla="*/ 12551 w 12551"/>
                    <a:gd name="connsiteY2" fmla="*/ 6611 h 10689"/>
                    <a:gd name="connsiteX3" fmla="*/ 10901 w 12551"/>
                    <a:gd name="connsiteY3" fmla="*/ 7273 h 10689"/>
                    <a:gd name="connsiteX4" fmla="*/ 8709 w 12551"/>
                    <a:gd name="connsiteY4" fmla="*/ 10434 h 10689"/>
                    <a:gd name="connsiteX5" fmla="*/ 556 w 12551"/>
                    <a:gd name="connsiteY5" fmla="*/ 1159 h 10689"/>
                    <a:gd name="connsiteX6" fmla="*/ 555 w 12551"/>
                    <a:gd name="connsiteY6" fmla="*/ 126 h 10689"/>
                    <a:gd name="connsiteX0" fmla="*/ 343 w 12339"/>
                    <a:gd name="connsiteY0" fmla="*/ 126 h 10689"/>
                    <a:gd name="connsiteX1" fmla="*/ 6856 w 12339"/>
                    <a:gd name="connsiteY1" fmla="*/ 3061 h 10689"/>
                    <a:gd name="connsiteX2" fmla="*/ 12339 w 12339"/>
                    <a:gd name="connsiteY2" fmla="*/ 6611 h 10689"/>
                    <a:gd name="connsiteX3" fmla="*/ 10689 w 12339"/>
                    <a:gd name="connsiteY3" fmla="*/ 7273 h 10689"/>
                    <a:gd name="connsiteX4" fmla="*/ 8497 w 12339"/>
                    <a:gd name="connsiteY4" fmla="*/ 10434 h 10689"/>
                    <a:gd name="connsiteX5" fmla="*/ 344 w 12339"/>
                    <a:gd name="connsiteY5" fmla="*/ 1159 h 10689"/>
                    <a:gd name="connsiteX6" fmla="*/ 343 w 12339"/>
                    <a:gd name="connsiteY6" fmla="*/ 126 h 10689"/>
                    <a:gd name="connsiteX0" fmla="*/ 251 w 12247"/>
                    <a:gd name="connsiteY0" fmla="*/ 126 h 10689"/>
                    <a:gd name="connsiteX1" fmla="*/ 6764 w 12247"/>
                    <a:gd name="connsiteY1" fmla="*/ 3061 h 10689"/>
                    <a:gd name="connsiteX2" fmla="*/ 12247 w 12247"/>
                    <a:gd name="connsiteY2" fmla="*/ 6611 h 10689"/>
                    <a:gd name="connsiteX3" fmla="*/ 10597 w 12247"/>
                    <a:gd name="connsiteY3" fmla="*/ 7273 h 10689"/>
                    <a:gd name="connsiteX4" fmla="*/ 8405 w 12247"/>
                    <a:gd name="connsiteY4" fmla="*/ 10434 h 10689"/>
                    <a:gd name="connsiteX5" fmla="*/ 252 w 12247"/>
                    <a:gd name="connsiteY5" fmla="*/ 1159 h 10689"/>
                    <a:gd name="connsiteX6" fmla="*/ 251 w 12247"/>
                    <a:gd name="connsiteY6" fmla="*/ 126 h 10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247" h="10689">
                      <a:moveTo>
                        <a:pt x="251" y="126"/>
                      </a:moveTo>
                      <a:cubicBezTo>
                        <a:pt x="235" y="-423"/>
                        <a:pt x="5457" y="871"/>
                        <a:pt x="6764" y="3061"/>
                      </a:cubicBezTo>
                      <a:cubicBezTo>
                        <a:pt x="8711" y="4134"/>
                        <a:pt x="10377" y="5703"/>
                        <a:pt x="12247" y="6611"/>
                      </a:cubicBezTo>
                      <a:cubicBezTo>
                        <a:pt x="12187" y="6687"/>
                        <a:pt x="11735" y="7199"/>
                        <a:pt x="10597" y="7273"/>
                      </a:cubicBezTo>
                      <a:cubicBezTo>
                        <a:pt x="9957" y="7910"/>
                        <a:pt x="10154" y="11694"/>
                        <a:pt x="8405" y="10434"/>
                      </a:cubicBezTo>
                      <a:cubicBezTo>
                        <a:pt x="6752" y="9394"/>
                        <a:pt x="1611" y="2877"/>
                        <a:pt x="252" y="1159"/>
                      </a:cubicBezTo>
                      <a:cubicBezTo>
                        <a:pt x="-153" y="949"/>
                        <a:pt x="-4" y="586"/>
                        <a:pt x="251" y="126"/>
                      </a:cubicBezTo>
                      <a:close/>
                    </a:path>
                  </a:pathLst>
                </a:custGeom>
                <a:solidFill>
                  <a:srgbClr val="D9A26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Flowchart: Merge 20">
                  <a:extLst>
                    <a:ext uri="{FF2B5EF4-FFF2-40B4-BE49-F238E27FC236}">
                      <a16:creationId xmlns:a16="http://schemas.microsoft.com/office/drawing/2014/main" id="{16682AD2-2A18-4744-8CB3-976FC266A069}"/>
                    </a:ext>
                  </a:extLst>
                </p:cNvPr>
                <p:cNvSpPr/>
                <p:nvPr/>
              </p:nvSpPr>
              <p:spPr>
                <a:xfrm rot="18196177">
                  <a:off x="2651541" y="313402"/>
                  <a:ext cx="2269426" cy="2916299"/>
                </a:xfrm>
                <a:custGeom>
                  <a:avLst/>
                  <a:gdLst>
                    <a:gd name="connsiteX0" fmla="*/ 0 w 10000"/>
                    <a:gd name="connsiteY0" fmla="*/ 0 h 10000"/>
                    <a:gd name="connsiteX1" fmla="*/ 10000 w 10000"/>
                    <a:gd name="connsiteY1" fmla="*/ 0 h 10000"/>
                    <a:gd name="connsiteX2" fmla="*/ 5000 w 10000"/>
                    <a:gd name="connsiteY2" fmla="*/ 10000 h 10000"/>
                    <a:gd name="connsiteX3" fmla="*/ 0 w 10000"/>
                    <a:gd name="connsiteY3" fmla="*/ 0 h 10000"/>
                    <a:gd name="connsiteX0" fmla="*/ 0 w 11086"/>
                    <a:gd name="connsiteY0" fmla="*/ 0 h 26016"/>
                    <a:gd name="connsiteX1" fmla="*/ 11086 w 11086"/>
                    <a:gd name="connsiteY1" fmla="*/ 16016 h 26016"/>
                    <a:gd name="connsiteX2" fmla="*/ 6086 w 11086"/>
                    <a:gd name="connsiteY2" fmla="*/ 26016 h 26016"/>
                    <a:gd name="connsiteX3" fmla="*/ 0 w 11086"/>
                    <a:gd name="connsiteY3" fmla="*/ 0 h 26016"/>
                    <a:gd name="connsiteX0" fmla="*/ 0 w 7587"/>
                    <a:gd name="connsiteY0" fmla="*/ 0 h 26016"/>
                    <a:gd name="connsiteX1" fmla="*/ 7587 w 7587"/>
                    <a:gd name="connsiteY1" fmla="*/ 11701 h 26016"/>
                    <a:gd name="connsiteX2" fmla="*/ 6086 w 7587"/>
                    <a:gd name="connsiteY2" fmla="*/ 26016 h 26016"/>
                    <a:gd name="connsiteX3" fmla="*/ 0 w 7587"/>
                    <a:gd name="connsiteY3" fmla="*/ 0 h 26016"/>
                    <a:gd name="connsiteX0" fmla="*/ 0 w 9576"/>
                    <a:gd name="connsiteY0" fmla="*/ 0 h 10000"/>
                    <a:gd name="connsiteX1" fmla="*/ 9576 w 9576"/>
                    <a:gd name="connsiteY1" fmla="*/ 4448 h 10000"/>
                    <a:gd name="connsiteX2" fmla="*/ 8022 w 9576"/>
                    <a:gd name="connsiteY2" fmla="*/ 10000 h 10000"/>
                    <a:gd name="connsiteX3" fmla="*/ 0 w 9576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7469"/>
                    <a:gd name="connsiteX1" fmla="*/ 10124 w 10124"/>
                    <a:gd name="connsiteY1" fmla="*/ 4487 h 7469"/>
                    <a:gd name="connsiteX2" fmla="*/ 8309 w 10124"/>
                    <a:gd name="connsiteY2" fmla="*/ 7469 h 7469"/>
                    <a:gd name="connsiteX3" fmla="*/ 0 w 10124"/>
                    <a:gd name="connsiteY3" fmla="*/ 0 h 7469"/>
                    <a:gd name="connsiteX0" fmla="*/ 0 w 10843"/>
                    <a:gd name="connsiteY0" fmla="*/ 0 h 10000"/>
                    <a:gd name="connsiteX1" fmla="*/ 10843 w 10843"/>
                    <a:gd name="connsiteY1" fmla="*/ 6040 h 10000"/>
                    <a:gd name="connsiteX2" fmla="*/ 8207 w 10843"/>
                    <a:gd name="connsiteY2" fmla="*/ 10000 h 10000"/>
                    <a:gd name="connsiteX3" fmla="*/ 0 w 10843"/>
                    <a:gd name="connsiteY3" fmla="*/ 0 h 10000"/>
                    <a:gd name="connsiteX0" fmla="*/ 0 w 10790"/>
                    <a:gd name="connsiteY0" fmla="*/ 0 h 10308"/>
                    <a:gd name="connsiteX1" fmla="*/ 10790 w 10790"/>
                    <a:gd name="connsiteY1" fmla="*/ 6348 h 10308"/>
                    <a:gd name="connsiteX2" fmla="*/ 8154 w 10790"/>
                    <a:gd name="connsiteY2" fmla="*/ 10308 h 10308"/>
                    <a:gd name="connsiteX3" fmla="*/ 0 w 10790"/>
                    <a:gd name="connsiteY3" fmla="*/ 0 h 10308"/>
                    <a:gd name="connsiteX0" fmla="*/ 0 w 10790"/>
                    <a:gd name="connsiteY0" fmla="*/ 0 h 10308"/>
                    <a:gd name="connsiteX1" fmla="*/ 10790 w 10790"/>
                    <a:gd name="connsiteY1" fmla="*/ 6348 h 10308"/>
                    <a:gd name="connsiteX2" fmla="*/ 8154 w 10790"/>
                    <a:gd name="connsiteY2" fmla="*/ 10308 h 10308"/>
                    <a:gd name="connsiteX3" fmla="*/ 0 w 10790"/>
                    <a:gd name="connsiteY3" fmla="*/ 0 h 10308"/>
                    <a:gd name="connsiteX0" fmla="*/ 0 w 10790"/>
                    <a:gd name="connsiteY0" fmla="*/ 6 h 10314"/>
                    <a:gd name="connsiteX1" fmla="*/ 10790 w 10790"/>
                    <a:gd name="connsiteY1" fmla="*/ 6354 h 10314"/>
                    <a:gd name="connsiteX2" fmla="*/ 8154 w 10790"/>
                    <a:gd name="connsiteY2" fmla="*/ 10314 h 10314"/>
                    <a:gd name="connsiteX3" fmla="*/ 0 w 10790"/>
                    <a:gd name="connsiteY3" fmla="*/ 6 h 10314"/>
                    <a:gd name="connsiteX0" fmla="*/ 0 w 10790"/>
                    <a:gd name="connsiteY0" fmla="*/ 6 h 10314"/>
                    <a:gd name="connsiteX1" fmla="*/ 10790 w 10790"/>
                    <a:gd name="connsiteY1" fmla="*/ 6354 h 10314"/>
                    <a:gd name="connsiteX2" fmla="*/ 8154 w 10790"/>
                    <a:gd name="connsiteY2" fmla="*/ 10314 h 10314"/>
                    <a:gd name="connsiteX3" fmla="*/ 0 w 10790"/>
                    <a:gd name="connsiteY3" fmla="*/ 6 h 10314"/>
                    <a:gd name="connsiteX0" fmla="*/ 0 w 10752"/>
                    <a:gd name="connsiteY0" fmla="*/ 6 h 10332"/>
                    <a:gd name="connsiteX1" fmla="*/ 10752 w 10752"/>
                    <a:gd name="connsiteY1" fmla="*/ 6372 h 10332"/>
                    <a:gd name="connsiteX2" fmla="*/ 8116 w 10752"/>
                    <a:gd name="connsiteY2" fmla="*/ 10332 h 10332"/>
                    <a:gd name="connsiteX3" fmla="*/ 0 w 10752"/>
                    <a:gd name="connsiteY3" fmla="*/ 6 h 10332"/>
                    <a:gd name="connsiteX0" fmla="*/ 0 w 10809"/>
                    <a:gd name="connsiteY0" fmla="*/ 7 h 10305"/>
                    <a:gd name="connsiteX1" fmla="*/ 10809 w 10809"/>
                    <a:gd name="connsiteY1" fmla="*/ 6345 h 10305"/>
                    <a:gd name="connsiteX2" fmla="*/ 8173 w 10809"/>
                    <a:gd name="connsiteY2" fmla="*/ 10305 h 10305"/>
                    <a:gd name="connsiteX3" fmla="*/ 0 w 10809"/>
                    <a:gd name="connsiteY3" fmla="*/ 7 h 10305"/>
                    <a:gd name="connsiteX0" fmla="*/ 0 w 10809"/>
                    <a:gd name="connsiteY0" fmla="*/ 7 h 10305"/>
                    <a:gd name="connsiteX1" fmla="*/ 10809 w 10809"/>
                    <a:gd name="connsiteY1" fmla="*/ 6345 h 10305"/>
                    <a:gd name="connsiteX2" fmla="*/ 8173 w 10809"/>
                    <a:gd name="connsiteY2" fmla="*/ 10305 h 10305"/>
                    <a:gd name="connsiteX3" fmla="*/ 0 w 10809"/>
                    <a:gd name="connsiteY3" fmla="*/ 7 h 10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09" h="10305">
                      <a:moveTo>
                        <a:pt x="0" y="7"/>
                      </a:moveTo>
                      <a:cubicBezTo>
                        <a:pt x="3091" y="-166"/>
                        <a:pt x="6076" y="3373"/>
                        <a:pt x="10809" y="6345"/>
                      </a:cubicBezTo>
                      <a:cubicBezTo>
                        <a:pt x="10399" y="7920"/>
                        <a:pt x="9052" y="8985"/>
                        <a:pt x="8173" y="10305"/>
                      </a:cubicBezTo>
                      <a:cubicBezTo>
                        <a:pt x="5795" y="5658"/>
                        <a:pt x="1197" y="3257"/>
                        <a:pt x="0" y="7"/>
                      </a:cubicBezTo>
                      <a:close/>
                    </a:path>
                  </a:pathLst>
                </a:custGeom>
                <a:solidFill>
                  <a:srgbClr val="D97F4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Flowchart: Merge 20">
                  <a:extLst>
                    <a:ext uri="{FF2B5EF4-FFF2-40B4-BE49-F238E27FC236}">
                      <a16:creationId xmlns:a16="http://schemas.microsoft.com/office/drawing/2014/main" id="{1AB96E99-9DF8-48FE-ADFA-BDBC530AD7E7}"/>
                    </a:ext>
                  </a:extLst>
                </p:cNvPr>
                <p:cNvSpPr/>
                <p:nvPr/>
              </p:nvSpPr>
              <p:spPr>
                <a:xfrm rot="18196177">
                  <a:off x="3289411" y="225713"/>
                  <a:ext cx="2147683" cy="3796930"/>
                </a:xfrm>
                <a:custGeom>
                  <a:avLst/>
                  <a:gdLst>
                    <a:gd name="connsiteX0" fmla="*/ 0 w 10000"/>
                    <a:gd name="connsiteY0" fmla="*/ 0 h 10000"/>
                    <a:gd name="connsiteX1" fmla="*/ 10000 w 10000"/>
                    <a:gd name="connsiteY1" fmla="*/ 0 h 10000"/>
                    <a:gd name="connsiteX2" fmla="*/ 5000 w 10000"/>
                    <a:gd name="connsiteY2" fmla="*/ 10000 h 10000"/>
                    <a:gd name="connsiteX3" fmla="*/ 0 w 10000"/>
                    <a:gd name="connsiteY3" fmla="*/ 0 h 10000"/>
                    <a:gd name="connsiteX0" fmla="*/ 0 w 11086"/>
                    <a:gd name="connsiteY0" fmla="*/ 0 h 26016"/>
                    <a:gd name="connsiteX1" fmla="*/ 11086 w 11086"/>
                    <a:gd name="connsiteY1" fmla="*/ 16016 h 26016"/>
                    <a:gd name="connsiteX2" fmla="*/ 6086 w 11086"/>
                    <a:gd name="connsiteY2" fmla="*/ 26016 h 26016"/>
                    <a:gd name="connsiteX3" fmla="*/ 0 w 11086"/>
                    <a:gd name="connsiteY3" fmla="*/ 0 h 26016"/>
                    <a:gd name="connsiteX0" fmla="*/ 0 w 7587"/>
                    <a:gd name="connsiteY0" fmla="*/ 0 h 26016"/>
                    <a:gd name="connsiteX1" fmla="*/ 7587 w 7587"/>
                    <a:gd name="connsiteY1" fmla="*/ 11701 h 26016"/>
                    <a:gd name="connsiteX2" fmla="*/ 6086 w 7587"/>
                    <a:gd name="connsiteY2" fmla="*/ 26016 h 26016"/>
                    <a:gd name="connsiteX3" fmla="*/ 0 w 7587"/>
                    <a:gd name="connsiteY3" fmla="*/ 0 h 26016"/>
                    <a:gd name="connsiteX0" fmla="*/ 0 w 9576"/>
                    <a:gd name="connsiteY0" fmla="*/ 0 h 10000"/>
                    <a:gd name="connsiteX1" fmla="*/ 9576 w 9576"/>
                    <a:gd name="connsiteY1" fmla="*/ 4448 h 10000"/>
                    <a:gd name="connsiteX2" fmla="*/ 8022 w 9576"/>
                    <a:gd name="connsiteY2" fmla="*/ 10000 h 10000"/>
                    <a:gd name="connsiteX3" fmla="*/ 0 w 9576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124"/>
                    <a:gd name="connsiteY0" fmla="*/ 0 h 10000"/>
                    <a:gd name="connsiteX1" fmla="*/ 10124 w 10124"/>
                    <a:gd name="connsiteY1" fmla="*/ 4487 h 10000"/>
                    <a:gd name="connsiteX2" fmla="*/ 8377 w 10124"/>
                    <a:gd name="connsiteY2" fmla="*/ 10000 h 10000"/>
                    <a:gd name="connsiteX3" fmla="*/ 0 w 10124"/>
                    <a:gd name="connsiteY3" fmla="*/ 0 h 10000"/>
                    <a:gd name="connsiteX0" fmla="*/ 0 w 10441"/>
                    <a:gd name="connsiteY0" fmla="*/ 0 h 10000"/>
                    <a:gd name="connsiteX1" fmla="*/ 10441 w 10441"/>
                    <a:gd name="connsiteY1" fmla="*/ 4614 h 10000"/>
                    <a:gd name="connsiteX2" fmla="*/ 8377 w 10441"/>
                    <a:gd name="connsiteY2" fmla="*/ 10000 h 10000"/>
                    <a:gd name="connsiteX3" fmla="*/ 0 w 10441"/>
                    <a:gd name="connsiteY3" fmla="*/ 0 h 10000"/>
                    <a:gd name="connsiteX0" fmla="*/ 0 w 10356"/>
                    <a:gd name="connsiteY0" fmla="*/ 0 h 10021"/>
                    <a:gd name="connsiteX1" fmla="*/ 10356 w 10356"/>
                    <a:gd name="connsiteY1" fmla="*/ 4635 h 10021"/>
                    <a:gd name="connsiteX2" fmla="*/ 8292 w 10356"/>
                    <a:gd name="connsiteY2" fmla="*/ 10021 h 10021"/>
                    <a:gd name="connsiteX3" fmla="*/ 0 w 10356"/>
                    <a:gd name="connsiteY3" fmla="*/ 0 h 10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356" h="10021">
                      <a:moveTo>
                        <a:pt x="0" y="0"/>
                      </a:moveTo>
                      <a:cubicBezTo>
                        <a:pt x="3564" y="737"/>
                        <a:pt x="6265" y="2404"/>
                        <a:pt x="10356" y="4635"/>
                      </a:cubicBezTo>
                      <a:lnTo>
                        <a:pt x="8292" y="10021"/>
                      </a:lnTo>
                      <a:cubicBezTo>
                        <a:pt x="5884" y="6550"/>
                        <a:pt x="3033" y="3397"/>
                        <a:pt x="0" y="0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24">
                  <a:extLst>
                    <a:ext uri="{FF2B5EF4-FFF2-40B4-BE49-F238E27FC236}">
                      <a16:creationId xmlns:a16="http://schemas.microsoft.com/office/drawing/2014/main" id="{2480D30B-C218-4899-B756-1905D2AB4C40}"/>
                    </a:ext>
                  </a:extLst>
                </p:cNvPr>
                <p:cNvSpPr/>
                <p:nvPr/>
              </p:nvSpPr>
              <p:spPr>
                <a:xfrm>
                  <a:off x="5580891" y="2348575"/>
                  <a:ext cx="174454" cy="1011642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0 w 67711"/>
                    <a:gd name="connsiteY0" fmla="*/ 309563 h 699380"/>
                    <a:gd name="connsiteX1" fmla="*/ 67711 w 67711"/>
                    <a:gd name="connsiteY1" fmla="*/ 0 h 699380"/>
                    <a:gd name="connsiteX2" fmla="*/ 67711 w 67711"/>
                    <a:gd name="connsiteY2" fmla="*/ 699380 h 699380"/>
                    <a:gd name="connsiteX3" fmla="*/ 9525 w 67711"/>
                    <a:gd name="connsiteY3" fmla="*/ 699380 h 699380"/>
                    <a:gd name="connsiteX4" fmla="*/ 0 w 67711"/>
                    <a:gd name="connsiteY4" fmla="*/ 309563 h 699380"/>
                    <a:gd name="connsiteX0" fmla="*/ 0 w 67711"/>
                    <a:gd name="connsiteY0" fmla="*/ 309563 h 699380"/>
                    <a:gd name="connsiteX1" fmla="*/ 1036 w 67711"/>
                    <a:gd name="connsiteY1" fmla="*/ 0 h 699380"/>
                    <a:gd name="connsiteX2" fmla="*/ 67711 w 67711"/>
                    <a:gd name="connsiteY2" fmla="*/ 699380 h 699380"/>
                    <a:gd name="connsiteX3" fmla="*/ 9525 w 67711"/>
                    <a:gd name="connsiteY3" fmla="*/ 699380 h 699380"/>
                    <a:gd name="connsiteX4" fmla="*/ 0 w 67711"/>
                    <a:gd name="connsiteY4" fmla="*/ 309563 h 699380"/>
                    <a:gd name="connsiteX0" fmla="*/ 54343 w 122054"/>
                    <a:gd name="connsiteY0" fmla="*/ 309563 h 699380"/>
                    <a:gd name="connsiteX1" fmla="*/ 55379 w 122054"/>
                    <a:gd name="connsiteY1" fmla="*/ 0 h 699380"/>
                    <a:gd name="connsiteX2" fmla="*/ 122054 w 122054"/>
                    <a:gd name="connsiteY2" fmla="*/ 699380 h 699380"/>
                    <a:gd name="connsiteX3" fmla="*/ 63868 w 122054"/>
                    <a:gd name="connsiteY3" fmla="*/ 699380 h 699380"/>
                    <a:gd name="connsiteX4" fmla="*/ 54343 w 122054"/>
                    <a:gd name="connsiteY4" fmla="*/ 309563 h 699380"/>
                    <a:gd name="connsiteX0" fmla="*/ 54343 w 122054"/>
                    <a:gd name="connsiteY0" fmla="*/ 309563 h 699380"/>
                    <a:gd name="connsiteX1" fmla="*/ 55379 w 122054"/>
                    <a:gd name="connsiteY1" fmla="*/ 0 h 699380"/>
                    <a:gd name="connsiteX2" fmla="*/ 122054 w 122054"/>
                    <a:gd name="connsiteY2" fmla="*/ 699380 h 699380"/>
                    <a:gd name="connsiteX3" fmla="*/ 63868 w 122054"/>
                    <a:gd name="connsiteY3" fmla="*/ 699380 h 699380"/>
                    <a:gd name="connsiteX4" fmla="*/ 54343 w 122054"/>
                    <a:gd name="connsiteY4" fmla="*/ 309563 h 699380"/>
                    <a:gd name="connsiteX0" fmla="*/ 54343 w 63871"/>
                    <a:gd name="connsiteY0" fmla="*/ 309563 h 699380"/>
                    <a:gd name="connsiteX1" fmla="*/ 55379 w 63871"/>
                    <a:gd name="connsiteY1" fmla="*/ 0 h 699380"/>
                    <a:gd name="connsiteX2" fmla="*/ 63868 w 63871"/>
                    <a:gd name="connsiteY2" fmla="*/ 699380 h 699380"/>
                    <a:gd name="connsiteX3" fmla="*/ 54343 w 63871"/>
                    <a:gd name="connsiteY3" fmla="*/ 309563 h 699380"/>
                    <a:gd name="connsiteX0" fmla="*/ 54343 w 96556"/>
                    <a:gd name="connsiteY0" fmla="*/ 309566 h 699383"/>
                    <a:gd name="connsiteX1" fmla="*/ 55379 w 96556"/>
                    <a:gd name="connsiteY1" fmla="*/ 3 h 699383"/>
                    <a:gd name="connsiteX2" fmla="*/ 63868 w 96556"/>
                    <a:gd name="connsiteY2" fmla="*/ 699383 h 699383"/>
                    <a:gd name="connsiteX3" fmla="*/ 54343 w 96556"/>
                    <a:gd name="connsiteY3" fmla="*/ 309566 h 699383"/>
                    <a:gd name="connsiteX0" fmla="*/ 54343 w 96556"/>
                    <a:gd name="connsiteY0" fmla="*/ 309566 h 699565"/>
                    <a:gd name="connsiteX1" fmla="*/ 55379 w 96556"/>
                    <a:gd name="connsiteY1" fmla="*/ 3 h 699565"/>
                    <a:gd name="connsiteX2" fmla="*/ 63868 w 96556"/>
                    <a:gd name="connsiteY2" fmla="*/ 699383 h 699565"/>
                    <a:gd name="connsiteX3" fmla="*/ 54343 w 96556"/>
                    <a:gd name="connsiteY3" fmla="*/ 309566 h 699565"/>
                    <a:gd name="connsiteX0" fmla="*/ 54343 w 186975"/>
                    <a:gd name="connsiteY0" fmla="*/ 309566 h 718773"/>
                    <a:gd name="connsiteX1" fmla="*/ 55379 w 186975"/>
                    <a:gd name="connsiteY1" fmla="*/ 3 h 718773"/>
                    <a:gd name="connsiteX2" fmla="*/ 63868 w 186975"/>
                    <a:gd name="connsiteY2" fmla="*/ 699383 h 718773"/>
                    <a:gd name="connsiteX3" fmla="*/ 54343 w 186975"/>
                    <a:gd name="connsiteY3" fmla="*/ 309566 h 718773"/>
                    <a:gd name="connsiteX0" fmla="*/ 54343 w 76250"/>
                    <a:gd name="connsiteY0" fmla="*/ 309563 h 699562"/>
                    <a:gd name="connsiteX1" fmla="*/ 55379 w 76250"/>
                    <a:gd name="connsiteY1" fmla="*/ 0 h 699562"/>
                    <a:gd name="connsiteX2" fmla="*/ 72197 w 76250"/>
                    <a:gd name="connsiteY2" fmla="*/ 333386 h 699562"/>
                    <a:gd name="connsiteX3" fmla="*/ 63868 w 76250"/>
                    <a:gd name="connsiteY3" fmla="*/ 699380 h 699562"/>
                    <a:gd name="connsiteX4" fmla="*/ 54343 w 76250"/>
                    <a:gd name="connsiteY4" fmla="*/ 309563 h 699562"/>
                    <a:gd name="connsiteX0" fmla="*/ 54343 w 172847"/>
                    <a:gd name="connsiteY0" fmla="*/ 309563 h 721802"/>
                    <a:gd name="connsiteX1" fmla="*/ 55379 w 172847"/>
                    <a:gd name="connsiteY1" fmla="*/ 0 h 721802"/>
                    <a:gd name="connsiteX2" fmla="*/ 72197 w 172847"/>
                    <a:gd name="connsiteY2" fmla="*/ 333386 h 721802"/>
                    <a:gd name="connsiteX3" fmla="*/ 63868 w 172847"/>
                    <a:gd name="connsiteY3" fmla="*/ 699380 h 721802"/>
                    <a:gd name="connsiteX4" fmla="*/ 54343 w 172847"/>
                    <a:gd name="connsiteY4" fmla="*/ 309563 h 721802"/>
                    <a:gd name="connsiteX0" fmla="*/ 54343 w 172847"/>
                    <a:gd name="connsiteY0" fmla="*/ 311011 h 723250"/>
                    <a:gd name="connsiteX1" fmla="*/ 55379 w 172847"/>
                    <a:gd name="connsiteY1" fmla="*/ 1448 h 723250"/>
                    <a:gd name="connsiteX2" fmla="*/ 72197 w 172847"/>
                    <a:gd name="connsiteY2" fmla="*/ 334834 h 723250"/>
                    <a:gd name="connsiteX3" fmla="*/ 63868 w 172847"/>
                    <a:gd name="connsiteY3" fmla="*/ 700828 h 723250"/>
                    <a:gd name="connsiteX4" fmla="*/ 54343 w 172847"/>
                    <a:gd name="connsiteY4" fmla="*/ 311011 h 723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847" h="723250">
                      <a:moveTo>
                        <a:pt x="54343" y="311011"/>
                      </a:moveTo>
                      <a:cubicBezTo>
                        <a:pt x="54688" y="207823"/>
                        <a:pt x="-68791" y="33198"/>
                        <a:pt x="55379" y="1448"/>
                      </a:cubicBezTo>
                      <a:cubicBezTo>
                        <a:pt x="190117" y="-20775"/>
                        <a:pt x="70782" y="218271"/>
                        <a:pt x="72197" y="334834"/>
                      </a:cubicBezTo>
                      <a:cubicBezTo>
                        <a:pt x="73612" y="451397"/>
                        <a:pt x="303381" y="816718"/>
                        <a:pt x="63868" y="700828"/>
                      </a:cubicBezTo>
                      <a:cubicBezTo>
                        <a:pt x="-29795" y="709002"/>
                        <a:pt x="57518" y="440950"/>
                        <a:pt x="54343" y="311011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73">
                  <a:extLst>
                    <a:ext uri="{FF2B5EF4-FFF2-40B4-BE49-F238E27FC236}">
                      <a16:creationId xmlns:a16="http://schemas.microsoft.com/office/drawing/2014/main" id="{9FFA3EDE-CA11-4EAA-9326-C4AD71FAF3DE}"/>
                    </a:ext>
                  </a:extLst>
                </p:cNvPr>
                <p:cNvSpPr/>
                <p:nvPr/>
              </p:nvSpPr>
              <p:spPr>
                <a:xfrm rot="20883524">
                  <a:off x="5051701" y="2289399"/>
                  <a:ext cx="196608" cy="986583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3941 w 58186"/>
                    <a:gd name="connsiteY0" fmla="*/ 0 h 718018"/>
                    <a:gd name="connsiteX1" fmla="*/ 58186 w 58186"/>
                    <a:gd name="connsiteY1" fmla="*/ 18638 h 718018"/>
                    <a:gd name="connsiteX2" fmla="*/ 58186 w 58186"/>
                    <a:gd name="connsiteY2" fmla="*/ 718018 h 718018"/>
                    <a:gd name="connsiteX3" fmla="*/ 0 w 58186"/>
                    <a:gd name="connsiteY3" fmla="*/ 718018 h 718018"/>
                    <a:gd name="connsiteX4" fmla="*/ 3941 w 58186"/>
                    <a:gd name="connsiteY4" fmla="*/ 0 h 718018"/>
                    <a:gd name="connsiteX0" fmla="*/ 65681 w 119926"/>
                    <a:gd name="connsiteY0" fmla="*/ 0 h 718018"/>
                    <a:gd name="connsiteX1" fmla="*/ 119926 w 119926"/>
                    <a:gd name="connsiteY1" fmla="*/ 18638 h 718018"/>
                    <a:gd name="connsiteX2" fmla="*/ 119926 w 119926"/>
                    <a:gd name="connsiteY2" fmla="*/ 718018 h 718018"/>
                    <a:gd name="connsiteX3" fmla="*/ 0 w 119926"/>
                    <a:gd name="connsiteY3" fmla="*/ 641679 h 718018"/>
                    <a:gd name="connsiteX4" fmla="*/ 65681 w 119926"/>
                    <a:gd name="connsiteY4" fmla="*/ 0 h 718018"/>
                    <a:gd name="connsiteX0" fmla="*/ 65681 w 119926"/>
                    <a:gd name="connsiteY0" fmla="*/ 0 h 699113"/>
                    <a:gd name="connsiteX1" fmla="*/ 119926 w 119926"/>
                    <a:gd name="connsiteY1" fmla="*/ 18638 h 699113"/>
                    <a:gd name="connsiteX2" fmla="*/ 99584 w 119926"/>
                    <a:gd name="connsiteY2" fmla="*/ 699113 h 699113"/>
                    <a:gd name="connsiteX3" fmla="*/ 0 w 119926"/>
                    <a:gd name="connsiteY3" fmla="*/ 641679 h 699113"/>
                    <a:gd name="connsiteX4" fmla="*/ 65681 w 119926"/>
                    <a:gd name="connsiteY4" fmla="*/ 0 h 699113"/>
                    <a:gd name="connsiteX0" fmla="*/ 65681 w 119926"/>
                    <a:gd name="connsiteY0" fmla="*/ 0 h 699113"/>
                    <a:gd name="connsiteX1" fmla="*/ 119926 w 119926"/>
                    <a:gd name="connsiteY1" fmla="*/ 18638 h 699113"/>
                    <a:gd name="connsiteX2" fmla="*/ 99584 w 119926"/>
                    <a:gd name="connsiteY2" fmla="*/ 699113 h 699113"/>
                    <a:gd name="connsiteX3" fmla="*/ 0 w 119926"/>
                    <a:gd name="connsiteY3" fmla="*/ 641679 h 699113"/>
                    <a:gd name="connsiteX4" fmla="*/ 65681 w 119926"/>
                    <a:gd name="connsiteY4" fmla="*/ 0 h 699113"/>
                    <a:gd name="connsiteX0" fmla="*/ 65681 w 119926"/>
                    <a:gd name="connsiteY0" fmla="*/ 0 h 699113"/>
                    <a:gd name="connsiteX1" fmla="*/ 119926 w 119926"/>
                    <a:gd name="connsiteY1" fmla="*/ 18638 h 699113"/>
                    <a:gd name="connsiteX2" fmla="*/ 99584 w 119926"/>
                    <a:gd name="connsiteY2" fmla="*/ 699113 h 699113"/>
                    <a:gd name="connsiteX3" fmla="*/ 0 w 119926"/>
                    <a:gd name="connsiteY3" fmla="*/ 641679 h 699113"/>
                    <a:gd name="connsiteX4" fmla="*/ 65681 w 119926"/>
                    <a:gd name="connsiteY4" fmla="*/ 0 h 699113"/>
                    <a:gd name="connsiteX0" fmla="*/ 47043 w 119926"/>
                    <a:gd name="connsiteY0" fmla="*/ 0 h 703055"/>
                    <a:gd name="connsiteX1" fmla="*/ 119926 w 119926"/>
                    <a:gd name="connsiteY1" fmla="*/ 22580 h 703055"/>
                    <a:gd name="connsiteX2" fmla="*/ 99584 w 119926"/>
                    <a:gd name="connsiteY2" fmla="*/ 703055 h 703055"/>
                    <a:gd name="connsiteX3" fmla="*/ 0 w 119926"/>
                    <a:gd name="connsiteY3" fmla="*/ 645621 h 703055"/>
                    <a:gd name="connsiteX4" fmla="*/ 47043 w 119926"/>
                    <a:gd name="connsiteY4" fmla="*/ 0 h 703055"/>
                    <a:gd name="connsiteX0" fmla="*/ 47043 w 99584"/>
                    <a:gd name="connsiteY0" fmla="*/ 0 h 703055"/>
                    <a:gd name="connsiteX1" fmla="*/ 96629 w 99584"/>
                    <a:gd name="connsiteY1" fmla="*/ 17653 h 703055"/>
                    <a:gd name="connsiteX2" fmla="*/ 99584 w 99584"/>
                    <a:gd name="connsiteY2" fmla="*/ 703055 h 703055"/>
                    <a:gd name="connsiteX3" fmla="*/ 0 w 99584"/>
                    <a:gd name="connsiteY3" fmla="*/ 645621 h 703055"/>
                    <a:gd name="connsiteX4" fmla="*/ 47043 w 99584"/>
                    <a:gd name="connsiteY4" fmla="*/ 0 h 703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584" h="703055">
                      <a:moveTo>
                        <a:pt x="47043" y="0"/>
                      </a:moveTo>
                      <a:lnTo>
                        <a:pt x="96629" y="17653"/>
                      </a:lnTo>
                      <a:cubicBezTo>
                        <a:pt x="89848" y="244478"/>
                        <a:pt x="83067" y="471303"/>
                        <a:pt x="99584" y="703055"/>
                      </a:cubicBezTo>
                      <a:lnTo>
                        <a:pt x="0" y="645621"/>
                      </a:lnTo>
                      <a:cubicBezTo>
                        <a:pt x="45853" y="517926"/>
                        <a:pt x="45729" y="239339"/>
                        <a:pt x="47043" y="0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74">
                  <a:extLst>
                    <a:ext uri="{FF2B5EF4-FFF2-40B4-BE49-F238E27FC236}">
                      <a16:creationId xmlns:a16="http://schemas.microsoft.com/office/drawing/2014/main" id="{2ABEC373-0B30-41D9-8B9E-BA851406CED0}"/>
                    </a:ext>
                  </a:extLst>
                </p:cNvPr>
                <p:cNvSpPr/>
                <p:nvPr/>
              </p:nvSpPr>
              <p:spPr>
                <a:xfrm rot="21230601">
                  <a:off x="4592816" y="2217348"/>
                  <a:ext cx="187214" cy="983324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0 w 123455"/>
                    <a:gd name="connsiteY0" fmla="*/ 0 h 716001"/>
                    <a:gd name="connsiteX1" fmla="*/ 58186 w 123455"/>
                    <a:gd name="connsiteY1" fmla="*/ 0 h 716001"/>
                    <a:gd name="connsiteX2" fmla="*/ 123455 w 123455"/>
                    <a:gd name="connsiteY2" fmla="*/ 716001 h 716001"/>
                    <a:gd name="connsiteX3" fmla="*/ 0 w 123455"/>
                    <a:gd name="connsiteY3" fmla="*/ 699380 h 716001"/>
                    <a:gd name="connsiteX4" fmla="*/ 0 w 123455"/>
                    <a:gd name="connsiteY4" fmla="*/ 0 h 716001"/>
                    <a:gd name="connsiteX0" fmla="*/ 34816 w 158271"/>
                    <a:gd name="connsiteY0" fmla="*/ 0 h 716001"/>
                    <a:gd name="connsiteX1" fmla="*/ 93002 w 158271"/>
                    <a:gd name="connsiteY1" fmla="*/ 0 h 716001"/>
                    <a:gd name="connsiteX2" fmla="*/ 158271 w 158271"/>
                    <a:gd name="connsiteY2" fmla="*/ 716001 h 716001"/>
                    <a:gd name="connsiteX3" fmla="*/ 0 w 158271"/>
                    <a:gd name="connsiteY3" fmla="*/ 666884 h 716001"/>
                    <a:gd name="connsiteX4" fmla="*/ 34816 w 158271"/>
                    <a:gd name="connsiteY4" fmla="*/ 0 h 716001"/>
                    <a:gd name="connsiteX0" fmla="*/ 0 w 158271"/>
                    <a:gd name="connsiteY0" fmla="*/ 666884 h 716001"/>
                    <a:gd name="connsiteX1" fmla="*/ 93002 w 158271"/>
                    <a:gd name="connsiteY1" fmla="*/ 0 h 716001"/>
                    <a:gd name="connsiteX2" fmla="*/ 158271 w 158271"/>
                    <a:gd name="connsiteY2" fmla="*/ 716001 h 716001"/>
                    <a:gd name="connsiteX3" fmla="*/ 0 w 158271"/>
                    <a:gd name="connsiteY3" fmla="*/ 666884 h 716001"/>
                    <a:gd name="connsiteX0" fmla="*/ 0 w 158271"/>
                    <a:gd name="connsiteY0" fmla="*/ 658808 h 707925"/>
                    <a:gd name="connsiteX1" fmla="*/ 34649 w 158271"/>
                    <a:gd name="connsiteY1" fmla="*/ 0 h 707925"/>
                    <a:gd name="connsiteX2" fmla="*/ 158271 w 158271"/>
                    <a:gd name="connsiteY2" fmla="*/ 707925 h 707925"/>
                    <a:gd name="connsiteX3" fmla="*/ 0 w 158271"/>
                    <a:gd name="connsiteY3" fmla="*/ 658808 h 707925"/>
                    <a:gd name="connsiteX0" fmla="*/ 0 w 158271"/>
                    <a:gd name="connsiteY0" fmla="*/ 658808 h 707925"/>
                    <a:gd name="connsiteX1" fmla="*/ 34649 w 158271"/>
                    <a:gd name="connsiteY1" fmla="*/ 0 h 707925"/>
                    <a:gd name="connsiteX2" fmla="*/ 158271 w 158271"/>
                    <a:gd name="connsiteY2" fmla="*/ 707925 h 707925"/>
                    <a:gd name="connsiteX3" fmla="*/ 0 w 158271"/>
                    <a:gd name="connsiteY3" fmla="*/ 658808 h 707925"/>
                    <a:gd name="connsiteX0" fmla="*/ 0 w 158271"/>
                    <a:gd name="connsiteY0" fmla="*/ 658808 h 707925"/>
                    <a:gd name="connsiteX1" fmla="*/ 34649 w 158271"/>
                    <a:gd name="connsiteY1" fmla="*/ 0 h 707925"/>
                    <a:gd name="connsiteX2" fmla="*/ 158271 w 158271"/>
                    <a:gd name="connsiteY2" fmla="*/ 707925 h 707925"/>
                    <a:gd name="connsiteX3" fmla="*/ 0 w 158271"/>
                    <a:gd name="connsiteY3" fmla="*/ 658808 h 707925"/>
                    <a:gd name="connsiteX0" fmla="*/ 0 w 158271"/>
                    <a:gd name="connsiteY0" fmla="*/ 658808 h 707925"/>
                    <a:gd name="connsiteX1" fmla="*/ 34649 w 158271"/>
                    <a:gd name="connsiteY1" fmla="*/ 0 h 707925"/>
                    <a:gd name="connsiteX2" fmla="*/ 158271 w 158271"/>
                    <a:gd name="connsiteY2" fmla="*/ 707925 h 707925"/>
                    <a:gd name="connsiteX3" fmla="*/ 0 w 158271"/>
                    <a:gd name="connsiteY3" fmla="*/ 658808 h 707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8271" h="707925">
                      <a:moveTo>
                        <a:pt x="0" y="658808"/>
                      </a:moveTo>
                      <a:cubicBezTo>
                        <a:pt x="37544" y="509071"/>
                        <a:pt x="23099" y="219603"/>
                        <a:pt x="34649" y="0"/>
                      </a:cubicBezTo>
                      <a:cubicBezTo>
                        <a:pt x="98509" y="247998"/>
                        <a:pt x="72406" y="486293"/>
                        <a:pt x="158271" y="707925"/>
                      </a:cubicBezTo>
                      <a:lnTo>
                        <a:pt x="0" y="658808"/>
                      </a:ln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Rectangle 75">
                  <a:extLst>
                    <a:ext uri="{FF2B5EF4-FFF2-40B4-BE49-F238E27FC236}">
                      <a16:creationId xmlns:a16="http://schemas.microsoft.com/office/drawing/2014/main" id="{B5598441-04BB-42F9-9A32-E8E882269A8F}"/>
                    </a:ext>
                  </a:extLst>
                </p:cNvPr>
                <p:cNvSpPr/>
                <p:nvPr/>
              </p:nvSpPr>
              <p:spPr>
                <a:xfrm>
                  <a:off x="4307913" y="2143511"/>
                  <a:ext cx="179757" cy="1009232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0 w 124861"/>
                    <a:gd name="connsiteY0" fmla="*/ 38100 h 699380"/>
                    <a:gd name="connsiteX1" fmla="*/ 124861 w 124861"/>
                    <a:gd name="connsiteY1" fmla="*/ 0 h 699380"/>
                    <a:gd name="connsiteX2" fmla="*/ 124861 w 124861"/>
                    <a:gd name="connsiteY2" fmla="*/ 699380 h 699380"/>
                    <a:gd name="connsiteX3" fmla="*/ 66675 w 124861"/>
                    <a:gd name="connsiteY3" fmla="*/ 699380 h 699380"/>
                    <a:gd name="connsiteX4" fmla="*/ 0 w 124861"/>
                    <a:gd name="connsiteY4" fmla="*/ 38100 h 699380"/>
                    <a:gd name="connsiteX0" fmla="*/ 0 w 124861"/>
                    <a:gd name="connsiteY0" fmla="*/ 0 h 661280"/>
                    <a:gd name="connsiteX1" fmla="*/ 48661 w 124861"/>
                    <a:gd name="connsiteY1" fmla="*/ 85725 h 661280"/>
                    <a:gd name="connsiteX2" fmla="*/ 124861 w 124861"/>
                    <a:gd name="connsiteY2" fmla="*/ 661280 h 661280"/>
                    <a:gd name="connsiteX3" fmla="*/ 66675 w 124861"/>
                    <a:gd name="connsiteY3" fmla="*/ 661280 h 661280"/>
                    <a:gd name="connsiteX4" fmla="*/ 0 w 124861"/>
                    <a:gd name="connsiteY4" fmla="*/ 0 h 661280"/>
                    <a:gd name="connsiteX0" fmla="*/ 0 w 201061"/>
                    <a:gd name="connsiteY0" fmla="*/ 0 h 675567"/>
                    <a:gd name="connsiteX1" fmla="*/ 48661 w 201061"/>
                    <a:gd name="connsiteY1" fmla="*/ 85725 h 675567"/>
                    <a:gd name="connsiteX2" fmla="*/ 201061 w 201061"/>
                    <a:gd name="connsiteY2" fmla="*/ 675567 h 675567"/>
                    <a:gd name="connsiteX3" fmla="*/ 66675 w 201061"/>
                    <a:gd name="connsiteY3" fmla="*/ 661280 h 675567"/>
                    <a:gd name="connsiteX4" fmla="*/ 0 w 201061"/>
                    <a:gd name="connsiteY4" fmla="*/ 0 h 675567"/>
                    <a:gd name="connsiteX0" fmla="*/ 0 w 201061"/>
                    <a:gd name="connsiteY0" fmla="*/ 0 h 675567"/>
                    <a:gd name="connsiteX1" fmla="*/ 48661 w 201061"/>
                    <a:gd name="connsiteY1" fmla="*/ 85725 h 675567"/>
                    <a:gd name="connsiteX2" fmla="*/ 201061 w 201061"/>
                    <a:gd name="connsiteY2" fmla="*/ 675567 h 675567"/>
                    <a:gd name="connsiteX3" fmla="*/ 4763 w 201061"/>
                    <a:gd name="connsiteY3" fmla="*/ 661280 h 675567"/>
                    <a:gd name="connsiteX4" fmla="*/ 0 w 201061"/>
                    <a:gd name="connsiteY4" fmla="*/ 0 h 675567"/>
                    <a:gd name="connsiteX0" fmla="*/ 0 w 201061"/>
                    <a:gd name="connsiteY0" fmla="*/ 0 h 675567"/>
                    <a:gd name="connsiteX1" fmla="*/ 86761 w 201061"/>
                    <a:gd name="connsiteY1" fmla="*/ 9525 h 675567"/>
                    <a:gd name="connsiteX2" fmla="*/ 201061 w 201061"/>
                    <a:gd name="connsiteY2" fmla="*/ 675567 h 675567"/>
                    <a:gd name="connsiteX3" fmla="*/ 4763 w 201061"/>
                    <a:gd name="connsiteY3" fmla="*/ 661280 h 675567"/>
                    <a:gd name="connsiteX4" fmla="*/ 0 w 201061"/>
                    <a:gd name="connsiteY4" fmla="*/ 0 h 675567"/>
                    <a:gd name="connsiteX0" fmla="*/ 0 w 201061"/>
                    <a:gd name="connsiteY0" fmla="*/ 0 h 675567"/>
                    <a:gd name="connsiteX1" fmla="*/ 86761 w 201061"/>
                    <a:gd name="connsiteY1" fmla="*/ 9525 h 675567"/>
                    <a:gd name="connsiteX2" fmla="*/ 201061 w 201061"/>
                    <a:gd name="connsiteY2" fmla="*/ 675567 h 675567"/>
                    <a:gd name="connsiteX3" fmla="*/ 4763 w 201061"/>
                    <a:gd name="connsiteY3" fmla="*/ 661280 h 675567"/>
                    <a:gd name="connsiteX4" fmla="*/ 0 w 201061"/>
                    <a:gd name="connsiteY4" fmla="*/ 0 h 675567"/>
                    <a:gd name="connsiteX0" fmla="*/ 0 w 201061"/>
                    <a:gd name="connsiteY0" fmla="*/ 0 h 675567"/>
                    <a:gd name="connsiteX1" fmla="*/ 86761 w 201061"/>
                    <a:gd name="connsiteY1" fmla="*/ 9525 h 675567"/>
                    <a:gd name="connsiteX2" fmla="*/ 201061 w 201061"/>
                    <a:gd name="connsiteY2" fmla="*/ 675567 h 675567"/>
                    <a:gd name="connsiteX3" fmla="*/ 4763 w 201061"/>
                    <a:gd name="connsiteY3" fmla="*/ 661280 h 675567"/>
                    <a:gd name="connsiteX4" fmla="*/ 0 w 201061"/>
                    <a:gd name="connsiteY4" fmla="*/ 0 h 675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061" h="675567">
                      <a:moveTo>
                        <a:pt x="0" y="0"/>
                      </a:moveTo>
                      <a:lnTo>
                        <a:pt x="86761" y="9525"/>
                      </a:lnTo>
                      <a:cubicBezTo>
                        <a:pt x="58186" y="231539"/>
                        <a:pt x="162961" y="453553"/>
                        <a:pt x="201061" y="675567"/>
                      </a:cubicBezTo>
                      <a:lnTo>
                        <a:pt x="4763" y="661280"/>
                      </a:lnTo>
                      <a:cubicBezTo>
                        <a:pt x="3175" y="440853"/>
                        <a:pt x="63500" y="220427"/>
                        <a:pt x="0" y="0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76">
                  <a:extLst>
                    <a:ext uri="{FF2B5EF4-FFF2-40B4-BE49-F238E27FC236}">
                      <a16:creationId xmlns:a16="http://schemas.microsoft.com/office/drawing/2014/main" id="{A6F9F5F9-0BCE-486F-B256-CAF0693914DA}"/>
                    </a:ext>
                  </a:extLst>
                </p:cNvPr>
                <p:cNvSpPr/>
                <p:nvPr/>
              </p:nvSpPr>
              <p:spPr>
                <a:xfrm>
                  <a:off x="3892751" y="2088869"/>
                  <a:ext cx="219603" cy="1078162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0 w 129624"/>
                    <a:gd name="connsiteY0" fmla="*/ 0 h 713667"/>
                    <a:gd name="connsiteX1" fmla="*/ 129624 w 129624"/>
                    <a:gd name="connsiteY1" fmla="*/ 14287 h 713667"/>
                    <a:gd name="connsiteX2" fmla="*/ 129624 w 129624"/>
                    <a:gd name="connsiteY2" fmla="*/ 713667 h 713667"/>
                    <a:gd name="connsiteX3" fmla="*/ 71438 w 129624"/>
                    <a:gd name="connsiteY3" fmla="*/ 713667 h 713667"/>
                    <a:gd name="connsiteX4" fmla="*/ 0 w 129624"/>
                    <a:gd name="connsiteY4" fmla="*/ 0 h 713667"/>
                    <a:gd name="connsiteX0" fmla="*/ 0 w 129624"/>
                    <a:gd name="connsiteY0" fmla="*/ 0 h 713667"/>
                    <a:gd name="connsiteX1" fmla="*/ 96286 w 129624"/>
                    <a:gd name="connsiteY1" fmla="*/ 14287 h 713667"/>
                    <a:gd name="connsiteX2" fmla="*/ 129624 w 129624"/>
                    <a:gd name="connsiteY2" fmla="*/ 713667 h 713667"/>
                    <a:gd name="connsiteX3" fmla="*/ 71438 w 129624"/>
                    <a:gd name="connsiteY3" fmla="*/ 713667 h 713667"/>
                    <a:gd name="connsiteX4" fmla="*/ 0 w 129624"/>
                    <a:gd name="connsiteY4" fmla="*/ 0 h 713667"/>
                    <a:gd name="connsiteX0" fmla="*/ 0 w 224874"/>
                    <a:gd name="connsiteY0" fmla="*/ 0 h 742242"/>
                    <a:gd name="connsiteX1" fmla="*/ 96286 w 224874"/>
                    <a:gd name="connsiteY1" fmla="*/ 14287 h 742242"/>
                    <a:gd name="connsiteX2" fmla="*/ 224874 w 224874"/>
                    <a:gd name="connsiteY2" fmla="*/ 742242 h 742242"/>
                    <a:gd name="connsiteX3" fmla="*/ 71438 w 224874"/>
                    <a:gd name="connsiteY3" fmla="*/ 713667 h 742242"/>
                    <a:gd name="connsiteX4" fmla="*/ 0 w 224874"/>
                    <a:gd name="connsiteY4" fmla="*/ 0 h 742242"/>
                    <a:gd name="connsiteX0" fmla="*/ 0 w 224874"/>
                    <a:gd name="connsiteY0" fmla="*/ 0 h 742242"/>
                    <a:gd name="connsiteX1" fmla="*/ 96286 w 224874"/>
                    <a:gd name="connsiteY1" fmla="*/ 14287 h 742242"/>
                    <a:gd name="connsiteX2" fmla="*/ 224874 w 224874"/>
                    <a:gd name="connsiteY2" fmla="*/ 742242 h 742242"/>
                    <a:gd name="connsiteX3" fmla="*/ 71438 w 224874"/>
                    <a:gd name="connsiteY3" fmla="*/ 713667 h 742242"/>
                    <a:gd name="connsiteX4" fmla="*/ 0 w 224874"/>
                    <a:gd name="connsiteY4" fmla="*/ 0 h 742242"/>
                    <a:gd name="connsiteX0" fmla="*/ 0 w 224874"/>
                    <a:gd name="connsiteY0" fmla="*/ 0 h 742242"/>
                    <a:gd name="connsiteX1" fmla="*/ 96286 w 224874"/>
                    <a:gd name="connsiteY1" fmla="*/ 14287 h 742242"/>
                    <a:gd name="connsiteX2" fmla="*/ 224874 w 224874"/>
                    <a:gd name="connsiteY2" fmla="*/ 742242 h 742242"/>
                    <a:gd name="connsiteX3" fmla="*/ 71438 w 224874"/>
                    <a:gd name="connsiteY3" fmla="*/ 713667 h 742242"/>
                    <a:gd name="connsiteX4" fmla="*/ 0 w 224874"/>
                    <a:gd name="connsiteY4" fmla="*/ 0 h 742242"/>
                    <a:gd name="connsiteX0" fmla="*/ 0 w 224874"/>
                    <a:gd name="connsiteY0" fmla="*/ 0 h 742242"/>
                    <a:gd name="connsiteX1" fmla="*/ 96286 w 224874"/>
                    <a:gd name="connsiteY1" fmla="*/ 14287 h 742242"/>
                    <a:gd name="connsiteX2" fmla="*/ 224874 w 224874"/>
                    <a:gd name="connsiteY2" fmla="*/ 742242 h 742242"/>
                    <a:gd name="connsiteX3" fmla="*/ 71438 w 224874"/>
                    <a:gd name="connsiteY3" fmla="*/ 713667 h 742242"/>
                    <a:gd name="connsiteX4" fmla="*/ 0 w 224874"/>
                    <a:gd name="connsiteY4" fmla="*/ 0 h 742242"/>
                    <a:gd name="connsiteX0" fmla="*/ 0 w 224874"/>
                    <a:gd name="connsiteY0" fmla="*/ 0 h 742242"/>
                    <a:gd name="connsiteX1" fmla="*/ 96286 w 224874"/>
                    <a:gd name="connsiteY1" fmla="*/ 14287 h 742242"/>
                    <a:gd name="connsiteX2" fmla="*/ 224874 w 224874"/>
                    <a:gd name="connsiteY2" fmla="*/ 742242 h 742242"/>
                    <a:gd name="connsiteX3" fmla="*/ 71438 w 224874"/>
                    <a:gd name="connsiteY3" fmla="*/ 713667 h 742242"/>
                    <a:gd name="connsiteX4" fmla="*/ 0 w 224874"/>
                    <a:gd name="connsiteY4" fmla="*/ 0 h 742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4874" h="742242">
                      <a:moveTo>
                        <a:pt x="0" y="0"/>
                      </a:moveTo>
                      <a:lnTo>
                        <a:pt x="96286" y="14287"/>
                      </a:lnTo>
                      <a:cubicBezTo>
                        <a:pt x="139149" y="256939"/>
                        <a:pt x="129623" y="666278"/>
                        <a:pt x="224874" y="742242"/>
                      </a:cubicBezTo>
                      <a:lnTo>
                        <a:pt x="71438" y="713667"/>
                      </a:lnTo>
                      <a:cubicBezTo>
                        <a:pt x="47625" y="475778"/>
                        <a:pt x="76200" y="333139"/>
                        <a:pt x="0" y="0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77">
                  <a:extLst>
                    <a:ext uri="{FF2B5EF4-FFF2-40B4-BE49-F238E27FC236}">
                      <a16:creationId xmlns:a16="http://schemas.microsoft.com/office/drawing/2014/main" id="{A0CC3438-1DE2-4A2B-A974-791B3977818B}"/>
                    </a:ext>
                  </a:extLst>
                </p:cNvPr>
                <p:cNvSpPr/>
                <p:nvPr/>
              </p:nvSpPr>
              <p:spPr>
                <a:xfrm>
                  <a:off x="3667079" y="2034444"/>
                  <a:ext cx="79479" cy="1078162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0 w 91523"/>
                    <a:gd name="connsiteY0" fmla="*/ 0 h 704143"/>
                    <a:gd name="connsiteX1" fmla="*/ 58186 w 91523"/>
                    <a:gd name="connsiteY1" fmla="*/ 0 h 704143"/>
                    <a:gd name="connsiteX2" fmla="*/ 91523 w 91523"/>
                    <a:gd name="connsiteY2" fmla="*/ 704143 h 704143"/>
                    <a:gd name="connsiteX3" fmla="*/ 0 w 91523"/>
                    <a:gd name="connsiteY3" fmla="*/ 699380 h 704143"/>
                    <a:gd name="connsiteX4" fmla="*/ 0 w 91523"/>
                    <a:gd name="connsiteY4" fmla="*/ 0 h 704143"/>
                    <a:gd name="connsiteX0" fmla="*/ 0 w 91523"/>
                    <a:gd name="connsiteY0" fmla="*/ 0 h 704143"/>
                    <a:gd name="connsiteX1" fmla="*/ 58186 w 91523"/>
                    <a:gd name="connsiteY1" fmla="*/ 0 h 704143"/>
                    <a:gd name="connsiteX2" fmla="*/ 91523 w 91523"/>
                    <a:gd name="connsiteY2" fmla="*/ 704143 h 704143"/>
                    <a:gd name="connsiteX3" fmla="*/ 42862 w 91523"/>
                    <a:gd name="connsiteY3" fmla="*/ 699380 h 704143"/>
                    <a:gd name="connsiteX4" fmla="*/ 0 w 91523"/>
                    <a:gd name="connsiteY4" fmla="*/ 0 h 704143"/>
                    <a:gd name="connsiteX0" fmla="*/ 0 w 91523"/>
                    <a:gd name="connsiteY0" fmla="*/ 0 h 718431"/>
                    <a:gd name="connsiteX1" fmla="*/ 58186 w 91523"/>
                    <a:gd name="connsiteY1" fmla="*/ 14288 h 718431"/>
                    <a:gd name="connsiteX2" fmla="*/ 91523 w 91523"/>
                    <a:gd name="connsiteY2" fmla="*/ 718431 h 718431"/>
                    <a:gd name="connsiteX3" fmla="*/ 42862 w 91523"/>
                    <a:gd name="connsiteY3" fmla="*/ 713668 h 718431"/>
                    <a:gd name="connsiteX4" fmla="*/ 0 w 91523"/>
                    <a:gd name="connsiteY4" fmla="*/ 0 h 718431"/>
                    <a:gd name="connsiteX0" fmla="*/ 11608 w 103131"/>
                    <a:gd name="connsiteY0" fmla="*/ 0 h 718431"/>
                    <a:gd name="connsiteX1" fmla="*/ 69794 w 103131"/>
                    <a:gd name="connsiteY1" fmla="*/ 14288 h 718431"/>
                    <a:gd name="connsiteX2" fmla="*/ 103131 w 103131"/>
                    <a:gd name="connsiteY2" fmla="*/ 718431 h 718431"/>
                    <a:gd name="connsiteX3" fmla="*/ 54470 w 103131"/>
                    <a:gd name="connsiteY3" fmla="*/ 713668 h 718431"/>
                    <a:gd name="connsiteX4" fmla="*/ 11608 w 103131"/>
                    <a:gd name="connsiteY4" fmla="*/ 0 h 718431"/>
                    <a:gd name="connsiteX0" fmla="*/ 10631 w 102154"/>
                    <a:gd name="connsiteY0" fmla="*/ 0 h 725343"/>
                    <a:gd name="connsiteX1" fmla="*/ 68817 w 102154"/>
                    <a:gd name="connsiteY1" fmla="*/ 14288 h 725343"/>
                    <a:gd name="connsiteX2" fmla="*/ 102154 w 102154"/>
                    <a:gd name="connsiteY2" fmla="*/ 718431 h 725343"/>
                    <a:gd name="connsiteX3" fmla="*/ 53493 w 102154"/>
                    <a:gd name="connsiteY3" fmla="*/ 713668 h 725343"/>
                    <a:gd name="connsiteX4" fmla="*/ 10631 w 102154"/>
                    <a:gd name="connsiteY4" fmla="*/ 0 h 725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154" h="725343">
                      <a:moveTo>
                        <a:pt x="10631" y="0"/>
                      </a:moveTo>
                      <a:lnTo>
                        <a:pt x="68817" y="14288"/>
                      </a:lnTo>
                      <a:lnTo>
                        <a:pt x="102154" y="718431"/>
                      </a:lnTo>
                      <a:lnTo>
                        <a:pt x="53493" y="713668"/>
                      </a:lnTo>
                      <a:cubicBezTo>
                        <a:pt x="48731" y="804391"/>
                        <a:pt x="-27470" y="347427"/>
                        <a:pt x="10631" y="0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78">
                  <a:extLst>
                    <a:ext uri="{FF2B5EF4-FFF2-40B4-BE49-F238E27FC236}">
                      <a16:creationId xmlns:a16="http://schemas.microsoft.com/office/drawing/2014/main" id="{FC9B8081-6FD2-4DEB-9B19-30F698A72AA5}"/>
                    </a:ext>
                  </a:extLst>
                </p:cNvPr>
                <p:cNvSpPr/>
                <p:nvPr/>
              </p:nvSpPr>
              <p:spPr>
                <a:xfrm rot="20781475">
                  <a:off x="3248583" y="1971614"/>
                  <a:ext cx="182328" cy="1068004"/>
                </a:xfrm>
                <a:custGeom>
                  <a:avLst/>
                  <a:gdLst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58186 w 58186"/>
                    <a:gd name="connsiteY2" fmla="*/ 699380 h 699380"/>
                    <a:gd name="connsiteX3" fmla="*/ 0 w 58186"/>
                    <a:gd name="connsiteY3" fmla="*/ 699380 h 699380"/>
                    <a:gd name="connsiteX4" fmla="*/ 0 w 58186"/>
                    <a:gd name="connsiteY4" fmla="*/ 0 h 699380"/>
                    <a:gd name="connsiteX0" fmla="*/ 0 w 58186"/>
                    <a:gd name="connsiteY0" fmla="*/ 0 h 699380"/>
                    <a:gd name="connsiteX1" fmla="*/ 58186 w 58186"/>
                    <a:gd name="connsiteY1" fmla="*/ 0 h 699380"/>
                    <a:gd name="connsiteX2" fmla="*/ 0 w 58186"/>
                    <a:gd name="connsiteY2" fmla="*/ 699380 h 699380"/>
                    <a:gd name="connsiteX3" fmla="*/ 0 w 58186"/>
                    <a:gd name="connsiteY3" fmla="*/ 0 h 699380"/>
                    <a:gd name="connsiteX0" fmla="*/ 12762 w 70948"/>
                    <a:gd name="connsiteY0" fmla="*/ 0 h 691383"/>
                    <a:gd name="connsiteX1" fmla="*/ 70948 w 70948"/>
                    <a:gd name="connsiteY1" fmla="*/ 0 h 691383"/>
                    <a:gd name="connsiteX2" fmla="*/ 0 w 70948"/>
                    <a:gd name="connsiteY2" fmla="*/ 691383 h 691383"/>
                    <a:gd name="connsiteX3" fmla="*/ 12762 w 70948"/>
                    <a:gd name="connsiteY3" fmla="*/ 0 h 691383"/>
                    <a:gd name="connsiteX0" fmla="*/ 12762 w 70948"/>
                    <a:gd name="connsiteY0" fmla="*/ 0 h 703575"/>
                    <a:gd name="connsiteX1" fmla="*/ 70948 w 70948"/>
                    <a:gd name="connsiteY1" fmla="*/ 0 h 703575"/>
                    <a:gd name="connsiteX2" fmla="*/ 0 w 70948"/>
                    <a:gd name="connsiteY2" fmla="*/ 691383 h 703575"/>
                    <a:gd name="connsiteX3" fmla="*/ 12762 w 70948"/>
                    <a:gd name="connsiteY3" fmla="*/ 0 h 703575"/>
                    <a:gd name="connsiteX0" fmla="*/ 26682 w 84868"/>
                    <a:gd name="connsiteY0" fmla="*/ 0 h 703575"/>
                    <a:gd name="connsiteX1" fmla="*/ 84868 w 84868"/>
                    <a:gd name="connsiteY1" fmla="*/ 0 h 703575"/>
                    <a:gd name="connsiteX2" fmla="*/ 13920 w 84868"/>
                    <a:gd name="connsiteY2" fmla="*/ 691383 h 703575"/>
                    <a:gd name="connsiteX3" fmla="*/ 26682 w 84868"/>
                    <a:gd name="connsiteY3" fmla="*/ 0 h 703575"/>
                    <a:gd name="connsiteX0" fmla="*/ 10131 w 91458"/>
                    <a:gd name="connsiteY0" fmla="*/ 0 h 709192"/>
                    <a:gd name="connsiteX1" fmla="*/ 91458 w 91458"/>
                    <a:gd name="connsiteY1" fmla="*/ 5617 h 709192"/>
                    <a:gd name="connsiteX2" fmla="*/ 20510 w 91458"/>
                    <a:gd name="connsiteY2" fmla="*/ 697000 h 709192"/>
                    <a:gd name="connsiteX3" fmla="*/ 10131 w 91458"/>
                    <a:gd name="connsiteY3" fmla="*/ 0 h 709192"/>
                    <a:gd name="connsiteX0" fmla="*/ 10131 w 63297"/>
                    <a:gd name="connsiteY0" fmla="*/ 0 h 709152"/>
                    <a:gd name="connsiteX1" fmla="*/ 62565 w 63297"/>
                    <a:gd name="connsiteY1" fmla="*/ 3506 h 709152"/>
                    <a:gd name="connsiteX2" fmla="*/ 20510 w 63297"/>
                    <a:gd name="connsiteY2" fmla="*/ 697000 h 709152"/>
                    <a:gd name="connsiteX3" fmla="*/ 10131 w 63297"/>
                    <a:gd name="connsiteY3" fmla="*/ 0 h 709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297" h="709152">
                      <a:moveTo>
                        <a:pt x="10131" y="0"/>
                      </a:moveTo>
                      <a:lnTo>
                        <a:pt x="62565" y="3506"/>
                      </a:lnTo>
                      <a:cubicBezTo>
                        <a:pt x="38916" y="233967"/>
                        <a:pt x="100735" y="798820"/>
                        <a:pt x="20510" y="697000"/>
                      </a:cubicBezTo>
                      <a:cubicBezTo>
                        <a:pt x="-15404" y="672423"/>
                        <a:pt x="5877" y="230461"/>
                        <a:pt x="10131" y="0"/>
                      </a:cubicBezTo>
                      <a:close/>
                    </a:path>
                  </a:pathLst>
                </a:custGeom>
                <a:solidFill>
                  <a:srgbClr val="F9D6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9" name="Rectangle 10">
                <a:extLst>
                  <a:ext uri="{FF2B5EF4-FFF2-40B4-BE49-F238E27FC236}">
                    <a16:creationId xmlns:a16="http://schemas.microsoft.com/office/drawing/2014/main" id="{258F730B-D6FC-476A-A0A0-30550ED6E5E6}"/>
                  </a:ext>
                </a:extLst>
              </p:cNvPr>
              <p:cNvSpPr/>
              <p:nvPr/>
            </p:nvSpPr>
            <p:spPr>
              <a:xfrm>
                <a:off x="3607098" y="1374693"/>
                <a:ext cx="1409724" cy="762415"/>
              </a:xfrm>
              <a:custGeom>
                <a:avLst/>
                <a:gdLst>
                  <a:gd name="connsiteX0" fmla="*/ 0 w 1176476"/>
                  <a:gd name="connsiteY0" fmla="*/ 0 h 514831"/>
                  <a:gd name="connsiteX1" fmla="*/ 1176476 w 1176476"/>
                  <a:gd name="connsiteY1" fmla="*/ 0 h 514831"/>
                  <a:gd name="connsiteX2" fmla="*/ 1176476 w 1176476"/>
                  <a:gd name="connsiteY2" fmla="*/ 514831 h 514831"/>
                  <a:gd name="connsiteX3" fmla="*/ 0 w 1176476"/>
                  <a:gd name="connsiteY3" fmla="*/ 514831 h 514831"/>
                  <a:gd name="connsiteX4" fmla="*/ 0 w 1176476"/>
                  <a:gd name="connsiteY4" fmla="*/ 0 h 514831"/>
                  <a:gd name="connsiteX0" fmla="*/ 0 w 1176476"/>
                  <a:gd name="connsiteY0" fmla="*/ 0 h 619606"/>
                  <a:gd name="connsiteX1" fmla="*/ 1176476 w 1176476"/>
                  <a:gd name="connsiteY1" fmla="*/ 0 h 619606"/>
                  <a:gd name="connsiteX2" fmla="*/ 1176476 w 1176476"/>
                  <a:gd name="connsiteY2" fmla="*/ 514831 h 619606"/>
                  <a:gd name="connsiteX3" fmla="*/ 128588 w 1176476"/>
                  <a:gd name="connsiteY3" fmla="*/ 619606 h 619606"/>
                  <a:gd name="connsiteX4" fmla="*/ 0 w 1176476"/>
                  <a:gd name="connsiteY4" fmla="*/ 0 h 619606"/>
                  <a:gd name="connsiteX0" fmla="*/ 0 w 1214576"/>
                  <a:gd name="connsiteY0" fmla="*/ 0 h 619606"/>
                  <a:gd name="connsiteX1" fmla="*/ 1176476 w 1214576"/>
                  <a:gd name="connsiteY1" fmla="*/ 0 h 619606"/>
                  <a:gd name="connsiteX2" fmla="*/ 1214576 w 1214576"/>
                  <a:gd name="connsiteY2" fmla="*/ 614843 h 619606"/>
                  <a:gd name="connsiteX3" fmla="*/ 128588 w 1214576"/>
                  <a:gd name="connsiteY3" fmla="*/ 619606 h 619606"/>
                  <a:gd name="connsiteX4" fmla="*/ 0 w 1214576"/>
                  <a:gd name="connsiteY4" fmla="*/ 0 h 619606"/>
                  <a:gd name="connsiteX0" fmla="*/ 0 w 1214576"/>
                  <a:gd name="connsiteY0" fmla="*/ 0 h 660900"/>
                  <a:gd name="connsiteX1" fmla="*/ 1176476 w 1214576"/>
                  <a:gd name="connsiteY1" fmla="*/ 0 h 660900"/>
                  <a:gd name="connsiteX2" fmla="*/ 1214576 w 1214576"/>
                  <a:gd name="connsiteY2" fmla="*/ 614843 h 660900"/>
                  <a:gd name="connsiteX3" fmla="*/ 128588 w 1214576"/>
                  <a:gd name="connsiteY3" fmla="*/ 619606 h 660900"/>
                  <a:gd name="connsiteX4" fmla="*/ 0 w 1214576"/>
                  <a:gd name="connsiteY4" fmla="*/ 0 h 660900"/>
                  <a:gd name="connsiteX0" fmla="*/ 0 w 1214576"/>
                  <a:gd name="connsiteY0" fmla="*/ 0 h 635268"/>
                  <a:gd name="connsiteX1" fmla="*/ 1176476 w 1214576"/>
                  <a:gd name="connsiteY1" fmla="*/ 0 h 635268"/>
                  <a:gd name="connsiteX2" fmla="*/ 1214576 w 1214576"/>
                  <a:gd name="connsiteY2" fmla="*/ 614843 h 635268"/>
                  <a:gd name="connsiteX3" fmla="*/ 128588 w 1214576"/>
                  <a:gd name="connsiteY3" fmla="*/ 619606 h 635268"/>
                  <a:gd name="connsiteX4" fmla="*/ 0 w 1214576"/>
                  <a:gd name="connsiteY4" fmla="*/ 0 h 635268"/>
                  <a:gd name="connsiteX0" fmla="*/ 0 w 1214576"/>
                  <a:gd name="connsiteY0" fmla="*/ 0 h 640248"/>
                  <a:gd name="connsiteX1" fmla="*/ 1176476 w 1214576"/>
                  <a:gd name="connsiteY1" fmla="*/ 0 h 640248"/>
                  <a:gd name="connsiteX2" fmla="*/ 1214576 w 1214576"/>
                  <a:gd name="connsiteY2" fmla="*/ 614843 h 640248"/>
                  <a:gd name="connsiteX3" fmla="*/ 128588 w 1214576"/>
                  <a:gd name="connsiteY3" fmla="*/ 619606 h 640248"/>
                  <a:gd name="connsiteX4" fmla="*/ 0 w 1214576"/>
                  <a:gd name="connsiteY4" fmla="*/ 0 h 640248"/>
                  <a:gd name="connsiteX0" fmla="*/ 0 w 1214576"/>
                  <a:gd name="connsiteY0" fmla="*/ 0 h 673888"/>
                  <a:gd name="connsiteX1" fmla="*/ 1176476 w 1214576"/>
                  <a:gd name="connsiteY1" fmla="*/ 0 h 673888"/>
                  <a:gd name="connsiteX2" fmla="*/ 1214576 w 1214576"/>
                  <a:gd name="connsiteY2" fmla="*/ 614843 h 673888"/>
                  <a:gd name="connsiteX3" fmla="*/ 128588 w 1214576"/>
                  <a:gd name="connsiteY3" fmla="*/ 619606 h 673888"/>
                  <a:gd name="connsiteX4" fmla="*/ 0 w 1214576"/>
                  <a:gd name="connsiteY4" fmla="*/ 0 h 673888"/>
                  <a:gd name="connsiteX0" fmla="*/ 257037 w 1471613"/>
                  <a:gd name="connsiteY0" fmla="*/ 0 h 673888"/>
                  <a:gd name="connsiteX1" fmla="*/ 1433513 w 1471613"/>
                  <a:gd name="connsiteY1" fmla="*/ 0 h 673888"/>
                  <a:gd name="connsiteX2" fmla="*/ 1471613 w 1471613"/>
                  <a:gd name="connsiteY2" fmla="*/ 614843 h 673888"/>
                  <a:gd name="connsiteX3" fmla="*/ 385625 w 1471613"/>
                  <a:gd name="connsiteY3" fmla="*/ 619606 h 673888"/>
                  <a:gd name="connsiteX4" fmla="*/ 0 w 1471613"/>
                  <a:gd name="connsiteY4" fmla="*/ 252412 h 673888"/>
                  <a:gd name="connsiteX5" fmla="*/ 257037 w 1471613"/>
                  <a:gd name="connsiteY5" fmla="*/ 0 h 673888"/>
                  <a:gd name="connsiteX0" fmla="*/ 347805 w 1562381"/>
                  <a:gd name="connsiteY0" fmla="*/ 0 h 673888"/>
                  <a:gd name="connsiteX1" fmla="*/ 1524281 w 1562381"/>
                  <a:gd name="connsiteY1" fmla="*/ 0 h 673888"/>
                  <a:gd name="connsiteX2" fmla="*/ 1562381 w 1562381"/>
                  <a:gd name="connsiteY2" fmla="*/ 614843 h 673888"/>
                  <a:gd name="connsiteX3" fmla="*/ 476393 w 1562381"/>
                  <a:gd name="connsiteY3" fmla="*/ 619606 h 673888"/>
                  <a:gd name="connsiteX4" fmla="*/ 90768 w 1562381"/>
                  <a:gd name="connsiteY4" fmla="*/ 252412 h 673888"/>
                  <a:gd name="connsiteX5" fmla="*/ 9807 w 1562381"/>
                  <a:gd name="connsiteY5" fmla="*/ 76199 h 673888"/>
                  <a:gd name="connsiteX6" fmla="*/ 347805 w 1562381"/>
                  <a:gd name="connsiteY6" fmla="*/ 0 h 673888"/>
                  <a:gd name="connsiteX0" fmla="*/ 181118 w 1562381"/>
                  <a:gd name="connsiteY0" fmla="*/ 0 h 726276"/>
                  <a:gd name="connsiteX1" fmla="*/ 1524281 w 1562381"/>
                  <a:gd name="connsiteY1" fmla="*/ 52388 h 726276"/>
                  <a:gd name="connsiteX2" fmla="*/ 1562381 w 1562381"/>
                  <a:gd name="connsiteY2" fmla="*/ 667231 h 726276"/>
                  <a:gd name="connsiteX3" fmla="*/ 476393 w 1562381"/>
                  <a:gd name="connsiteY3" fmla="*/ 671994 h 726276"/>
                  <a:gd name="connsiteX4" fmla="*/ 90768 w 1562381"/>
                  <a:gd name="connsiteY4" fmla="*/ 304800 h 726276"/>
                  <a:gd name="connsiteX5" fmla="*/ 9807 w 1562381"/>
                  <a:gd name="connsiteY5" fmla="*/ 128587 h 726276"/>
                  <a:gd name="connsiteX6" fmla="*/ 181118 w 1562381"/>
                  <a:gd name="connsiteY6" fmla="*/ 0 h 726276"/>
                  <a:gd name="connsiteX0" fmla="*/ 309398 w 1690661"/>
                  <a:gd name="connsiteY0" fmla="*/ 58286 h 784562"/>
                  <a:gd name="connsiteX1" fmla="*/ 1652561 w 1690661"/>
                  <a:gd name="connsiteY1" fmla="*/ 110674 h 784562"/>
                  <a:gd name="connsiteX2" fmla="*/ 1690661 w 1690661"/>
                  <a:gd name="connsiteY2" fmla="*/ 725517 h 784562"/>
                  <a:gd name="connsiteX3" fmla="*/ 604673 w 1690661"/>
                  <a:gd name="connsiteY3" fmla="*/ 730280 h 784562"/>
                  <a:gd name="connsiteX4" fmla="*/ 219048 w 1690661"/>
                  <a:gd name="connsiteY4" fmla="*/ 363086 h 784562"/>
                  <a:gd name="connsiteX5" fmla="*/ 138087 w 1690661"/>
                  <a:gd name="connsiteY5" fmla="*/ 186873 h 784562"/>
                  <a:gd name="connsiteX6" fmla="*/ 309398 w 1690661"/>
                  <a:gd name="connsiteY6" fmla="*/ 58286 h 784562"/>
                  <a:gd name="connsiteX0" fmla="*/ 313339 w 1694602"/>
                  <a:gd name="connsiteY0" fmla="*/ 58286 h 784562"/>
                  <a:gd name="connsiteX1" fmla="*/ 1656502 w 1694602"/>
                  <a:gd name="connsiteY1" fmla="*/ 110674 h 784562"/>
                  <a:gd name="connsiteX2" fmla="*/ 1694602 w 1694602"/>
                  <a:gd name="connsiteY2" fmla="*/ 725517 h 784562"/>
                  <a:gd name="connsiteX3" fmla="*/ 608614 w 1694602"/>
                  <a:gd name="connsiteY3" fmla="*/ 730280 h 784562"/>
                  <a:gd name="connsiteX4" fmla="*/ 222989 w 1694602"/>
                  <a:gd name="connsiteY4" fmla="*/ 363086 h 784562"/>
                  <a:gd name="connsiteX5" fmla="*/ 142028 w 1694602"/>
                  <a:gd name="connsiteY5" fmla="*/ 186873 h 784562"/>
                  <a:gd name="connsiteX6" fmla="*/ 313339 w 1694602"/>
                  <a:gd name="connsiteY6" fmla="*/ 58286 h 784562"/>
                  <a:gd name="connsiteX0" fmla="*/ 321486 w 1702749"/>
                  <a:gd name="connsiteY0" fmla="*/ 58286 h 784562"/>
                  <a:gd name="connsiteX1" fmla="*/ 1664649 w 1702749"/>
                  <a:gd name="connsiteY1" fmla="*/ 110674 h 784562"/>
                  <a:gd name="connsiteX2" fmla="*/ 1702749 w 1702749"/>
                  <a:gd name="connsiteY2" fmla="*/ 725517 h 784562"/>
                  <a:gd name="connsiteX3" fmla="*/ 616761 w 1702749"/>
                  <a:gd name="connsiteY3" fmla="*/ 730280 h 784562"/>
                  <a:gd name="connsiteX4" fmla="*/ 231136 w 1702749"/>
                  <a:gd name="connsiteY4" fmla="*/ 363086 h 784562"/>
                  <a:gd name="connsiteX5" fmla="*/ 150175 w 1702749"/>
                  <a:gd name="connsiteY5" fmla="*/ 186873 h 784562"/>
                  <a:gd name="connsiteX6" fmla="*/ 321486 w 1702749"/>
                  <a:gd name="connsiteY6" fmla="*/ 58286 h 784562"/>
                  <a:gd name="connsiteX0" fmla="*/ 321486 w 1702749"/>
                  <a:gd name="connsiteY0" fmla="*/ 58286 h 784562"/>
                  <a:gd name="connsiteX1" fmla="*/ 640713 w 1702749"/>
                  <a:gd name="connsiteY1" fmla="*/ 86861 h 784562"/>
                  <a:gd name="connsiteX2" fmla="*/ 1664649 w 1702749"/>
                  <a:gd name="connsiteY2" fmla="*/ 110674 h 784562"/>
                  <a:gd name="connsiteX3" fmla="*/ 1702749 w 1702749"/>
                  <a:gd name="connsiteY3" fmla="*/ 725517 h 784562"/>
                  <a:gd name="connsiteX4" fmla="*/ 616761 w 1702749"/>
                  <a:gd name="connsiteY4" fmla="*/ 730280 h 784562"/>
                  <a:gd name="connsiteX5" fmla="*/ 231136 w 1702749"/>
                  <a:gd name="connsiteY5" fmla="*/ 363086 h 784562"/>
                  <a:gd name="connsiteX6" fmla="*/ 150175 w 1702749"/>
                  <a:gd name="connsiteY6" fmla="*/ 186873 h 784562"/>
                  <a:gd name="connsiteX7" fmla="*/ 321486 w 1702749"/>
                  <a:gd name="connsiteY7" fmla="*/ 58286 h 784562"/>
                  <a:gd name="connsiteX0" fmla="*/ 321486 w 1702749"/>
                  <a:gd name="connsiteY0" fmla="*/ 328633 h 1054909"/>
                  <a:gd name="connsiteX1" fmla="*/ 640713 w 1702749"/>
                  <a:gd name="connsiteY1" fmla="*/ 357208 h 1054909"/>
                  <a:gd name="connsiteX2" fmla="*/ 845501 w 1702749"/>
                  <a:gd name="connsiteY2" fmla="*/ 20 h 1054909"/>
                  <a:gd name="connsiteX3" fmla="*/ 1664649 w 1702749"/>
                  <a:gd name="connsiteY3" fmla="*/ 381021 h 1054909"/>
                  <a:gd name="connsiteX4" fmla="*/ 1702749 w 1702749"/>
                  <a:gd name="connsiteY4" fmla="*/ 995864 h 1054909"/>
                  <a:gd name="connsiteX5" fmla="*/ 616761 w 1702749"/>
                  <a:gd name="connsiteY5" fmla="*/ 1000627 h 1054909"/>
                  <a:gd name="connsiteX6" fmla="*/ 231136 w 1702749"/>
                  <a:gd name="connsiteY6" fmla="*/ 633433 h 1054909"/>
                  <a:gd name="connsiteX7" fmla="*/ 150175 w 1702749"/>
                  <a:gd name="connsiteY7" fmla="*/ 457220 h 1054909"/>
                  <a:gd name="connsiteX8" fmla="*/ 321486 w 1702749"/>
                  <a:gd name="connsiteY8" fmla="*/ 328633 h 105490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664649 w 1702749"/>
                  <a:gd name="connsiteY4" fmla="*/ 427301 h 1101189"/>
                  <a:gd name="connsiteX5" fmla="*/ 1702749 w 1702749"/>
                  <a:gd name="connsiteY5" fmla="*/ 1042144 h 1101189"/>
                  <a:gd name="connsiteX6" fmla="*/ 616761 w 1702749"/>
                  <a:gd name="connsiteY6" fmla="*/ 1046907 h 1101189"/>
                  <a:gd name="connsiteX7" fmla="*/ 231136 w 1702749"/>
                  <a:gd name="connsiteY7" fmla="*/ 679713 h 1101189"/>
                  <a:gd name="connsiteX8" fmla="*/ 150175 w 1702749"/>
                  <a:gd name="connsiteY8" fmla="*/ 503500 h 1101189"/>
                  <a:gd name="connsiteX9" fmla="*/ 321486 w 1702749"/>
                  <a:gd name="connsiteY9" fmla="*/ 374913 h 1101189"/>
                  <a:gd name="connsiteX0" fmla="*/ 321486 w 1702749"/>
                  <a:gd name="connsiteY0" fmla="*/ 374913 h 1101189"/>
                  <a:gd name="connsiteX1" fmla="*/ 640713 w 1702749"/>
                  <a:gd name="connsiteY1" fmla="*/ 403488 h 1101189"/>
                  <a:gd name="connsiteX2" fmla="*/ 845501 w 1702749"/>
                  <a:gd name="connsiteY2" fmla="*/ 46300 h 1101189"/>
                  <a:gd name="connsiteX3" fmla="*/ 1255076 w 1702749"/>
                  <a:gd name="connsiteY3" fmla="*/ 12964 h 1101189"/>
                  <a:gd name="connsiteX4" fmla="*/ 1316988 w 1702749"/>
                  <a:gd name="connsiteY4" fmla="*/ 208226 h 1101189"/>
                  <a:gd name="connsiteX5" fmla="*/ 1664649 w 1702749"/>
                  <a:gd name="connsiteY5" fmla="*/ 427301 h 1101189"/>
                  <a:gd name="connsiteX6" fmla="*/ 1702749 w 1702749"/>
                  <a:gd name="connsiteY6" fmla="*/ 1042144 h 1101189"/>
                  <a:gd name="connsiteX7" fmla="*/ 616761 w 1702749"/>
                  <a:gd name="connsiteY7" fmla="*/ 1046907 h 1101189"/>
                  <a:gd name="connsiteX8" fmla="*/ 231136 w 1702749"/>
                  <a:gd name="connsiteY8" fmla="*/ 679713 h 1101189"/>
                  <a:gd name="connsiteX9" fmla="*/ 150175 w 1702749"/>
                  <a:gd name="connsiteY9" fmla="*/ 503500 h 1101189"/>
                  <a:gd name="connsiteX10" fmla="*/ 321486 w 1702749"/>
                  <a:gd name="connsiteY10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427301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702749 w 2036126"/>
                  <a:gd name="connsiteY7" fmla="*/ 1042144 h 1101189"/>
                  <a:gd name="connsiteX8" fmla="*/ 616761 w 2036126"/>
                  <a:gd name="connsiteY8" fmla="*/ 1046907 h 1101189"/>
                  <a:gd name="connsiteX9" fmla="*/ 231136 w 2036126"/>
                  <a:gd name="connsiteY9" fmla="*/ 679713 h 1101189"/>
                  <a:gd name="connsiteX10" fmla="*/ 150175 w 2036126"/>
                  <a:gd name="connsiteY10" fmla="*/ 503500 h 1101189"/>
                  <a:gd name="connsiteX11" fmla="*/ 321486 w 2036126"/>
                  <a:gd name="connsiteY11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702749 w 2036126"/>
                  <a:gd name="connsiteY8" fmla="*/ 1042144 h 1101189"/>
                  <a:gd name="connsiteX9" fmla="*/ 616761 w 2036126"/>
                  <a:gd name="connsiteY9" fmla="*/ 1046907 h 1101189"/>
                  <a:gd name="connsiteX10" fmla="*/ 231136 w 2036126"/>
                  <a:gd name="connsiteY10" fmla="*/ 679713 h 1101189"/>
                  <a:gd name="connsiteX11" fmla="*/ 150175 w 2036126"/>
                  <a:gd name="connsiteY11" fmla="*/ 503500 h 1101189"/>
                  <a:gd name="connsiteX12" fmla="*/ 321486 w 2036126"/>
                  <a:gd name="connsiteY12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45501 w 2036126"/>
                  <a:gd name="connsiteY2" fmla="*/ 46300 h 1101189"/>
                  <a:gd name="connsiteX3" fmla="*/ 1255076 w 2036126"/>
                  <a:gd name="connsiteY3" fmla="*/ 12964 h 1101189"/>
                  <a:gd name="connsiteX4" fmla="*/ 1316988 w 2036126"/>
                  <a:gd name="connsiteY4" fmla="*/ 208226 h 1101189"/>
                  <a:gd name="connsiteX5" fmla="*/ 2036126 w 2036126"/>
                  <a:gd name="connsiteY5" fmla="*/ 313001 h 1101189"/>
                  <a:gd name="connsiteX6" fmla="*/ 1664649 w 2036126"/>
                  <a:gd name="connsiteY6" fmla="*/ 341576 h 1101189"/>
                  <a:gd name="connsiteX7" fmla="*/ 1807525 w 2036126"/>
                  <a:gd name="connsiteY7" fmla="*/ 432064 h 1101189"/>
                  <a:gd name="connsiteX8" fmla="*/ 1950400 w 2036126"/>
                  <a:gd name="connsiteY8" fmla="*/ 789251 h 1101189"/>
                  <a:gd name="connsiteX9" fmla="*/ 1702749 w 2036126"/>
                  <a:gd name="connsiteY9" fmla="*/ 1042144 h 1101189"/>
                  <a:gd name="connsiteX10" fmla="*/ 616761 w 2036126"/>
                  <a:gd name="connsiteY10" fmla="*/ 1046907 h 1101189"/>
                  <a:gd name="connsiteX11" fmla="*/ 231136 w 2036126"/>
                  <a:gd name="connsiteY11" fmla="*/ 679713 h 1101189"/>
                  <a:gd name="connsiteX12" fmla="*/ 150175 w 2036126"/>
                  <a:gd name="connsiteY12" fmla="*/ 503500 h 1101189"/>
                  <a:gd name="connsiteX13" fmla="*/ 321486 w 2036126"/>
                  <a:gd name="connsiteY13" fmla="*/ 374913 h 1101189"/>
                  <a:gd name="connsiteX0" fmla="*/ 321486 w 2036126"/>
                  <a:gd name="connsiteY0" fmla="*/ 374913 h 1101189"/>
                  <a:gd name="connsiteX1" fmla="*/ 640713 w 2036126"/>
                  <a:gd name="connsiteY1" fmla="*/ 403488 h 1101189"/>
                  <a:gd name="connsiteX2" fmla="*/ 821687 w 2036126"/>
                  <a:gd name="connsiteY2" fmla="*/ 308239 h 1101189"/>
                  <a:gd name="connsiteX3" fmla="*/ 845501 w 2036126"/>
                  <a:gd name="connsiteY3" fmla="*/ 46300 h 1101189"/>
                  <a:gd name="connsiteX4" fmla="*/ 1255076 w 2036126"/>
                  <a:gd name="connsiteY4" fmla="*/ 12964 h 1101189"/>
                  <a:gd name="connsiteX5" fmla="*/ 1316988 w 2036126"/>
                  <a:gd name="connsiteY5" fmla="*/ 208226 h 1101189"/>
                  <a:gd name="connsiteX6" fmla="*/ 2036126 w 2036126"/>
                  <a:gd name="connsiteY6" fmla="*/ 313001 h 1101189"/>
                  <a:gd name="connsiteX7" fmla="*/ 1664649 w 2036126"/>
                  <a:gd name="connsiteY7" fmla="*/ 341576 h 1101189"/>
                  <a:gd name="connsiteX8" fmla="*/ 1807525 w 2036126"/>
                  <a:gd name="connsiteY8" fmla="*/ 432064 h 1101189"/>
                  <a:gd name="connsiteX9" fmla="*/ 1950400 w 2036126"/>
                  <a:gd name="connsiteY9" fmla="*/ 789251 h 1101189"/>
                  <a:gd name="connsiteX10" fmla="*/ 1702749 w 2036126"/>
                  <a:gd name="connsiteY10" fmla="*/ 1042144 h 1101189"/>
                  <a:gd name="connsiteX11" fmla="*/ 616761 w 2036126"/>
                  <a:gd name="connsiteY11" fmla="*/ 1046907 h 1101189"/>
                  <a:gd name="connsiteX12" fmla="*/ 231136 w 2036126"/>
                  <a:gd name="connsiteY12" fmla="*/ 679713 h 1101189"/>
                  <a:gd name="connsiteX13" fmla="*/ 150175 w 2036126"/>
                  <a:gd name="connsiteY13" fmla="*/ 503500 h 1101189"/>
                  <a:gd name="connsiteX14" fmla="*/ 321486 w 2036126"/>
                  <a:gd name="connsiteY14" fmla="*/ 374913 h 1101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36126" h="1101189">
                    <a:moveTo>
                      <a:pt x="321486" y="374913"/>
                    </a:moveTo>
                    <a:cubicBezTo>
                      <a:pt x="429483" y="381263"/>
                      <a:pt x="532716" y="397138"/>
                      <a:pt x="640713" y="403488"/>
                    </a:cubicBezTo>
                    <a:cubicBezTo>
                      <a:pt x="708205" y="386819"/>
                      <a:pt x="787556" y="367770"/>
                      <a:pt x="821687" y="308239"/>
                    </a:cubicBezTo>
                    <a:cubicBezTo>
                      <a:pt x="855818" y="248708"/>
                      <a:pt x="757395" y="89956"/>
                      <a:pt x="845501" y="46300"/>
                    </a:cubicBezTo>
                    <a:cubicBezTo>
                      <a:pt x="967738" y="101863"/>
                      <a:pt x="1132839" y="-42599"/>
                      <a:pt x="1255076" y="12964"/>
                    </a:cubicBezTo>
                    <a:cubicBezTo>
                      <a:pt x="1310638" y="70114"/>
                      <a:pt x="1261426" y="151076"/>
                      <a:pt x="1316988" y="208226"/>
                    </a:cubicBezTo>
                    <a:cubicBezTo>
                      <a:pt x="1367788" y="241564"/>
                      <a:pt x="1694813" y="-10849"/>
                      <a:pt x="2036126" y="313001"/>
                    </a:cubicBezTo>
                    <a:lnTo>
                      <a:pt x="1664649" y="341576"/>
                    </a:lnTo>
                    <a:cubicBezTo>
                      <a:pt x="1667824" y="376501"/>
                      <a:pt x="1804350" y="397139"/>
                      <a:pt x="1807525" y="432064"/>
                    </a:cubicBezTo>
                    <a:cubicBezTo>
                      <a:pt x="1731325" y="589226"/>
                      <a:pt x="1964688" y="689239"/>
                      <a:pt x="1950400" y="789251"/>
                    </a:cubicBezTo>
                    <a:cubicBezTo>
                      <a:pt x="1867850" y="873549"/>
                      <a:pt x="1737674" y="914983"/>
                      <a:pt x="1702749" y="1042144"/>
                    </a:cubicBezTo>
                    <a:cubicBezTo>
                      <a:pt x="1207403" y="1229470"/>
                      <a:pt x="773969" y="897681"/>
                      <a:pt x="616761" y="1046907"/>
                    </a:cubicBezTo>
                    <a:cubicBezTo>
                      <a:pt x="588232" y="905459"/>
                      <a:pt x="259665" y="821161"/>
                      <a:pt x="231136" y="679713"/>
                    </a:cubicBezTo>
                    <a:cubicBezTo>
                      <a:pt x="237486" y="770200"/>
                      <a:pt x="-232412" y="727338"/>
                      <a:pt x="150175" y="503500"/>
                    </a:cubicBezTo>
                    <a:cubicBezTo>
                      <a:pt x="207279" y="460638"/>
                      <a:pt x="-292831" y="203463"/>
                      <a:pt x="321486" y="374913"/>
                    </a:cubicBezTo>
                    <a:close/>
                  </a:path>
                </a:pathLst>
              </a:custGeom>
              <a:solidFill>
                <a:srgbClr val="D97F4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44EAB144-3C4E-4A6C-AD3E-738F67D6F067}"/>
                  </a:ext>
                </a:extLst>
              </p:cNvPr>
              <p:cNvSpPr/>
              <p:nvPr/>
            </p:nvSpPr>
            <p:spPr>
              <a:xfrm>
                <a:off x="3881359" y="1528828"/>
                <a:ext cx="1012187" cy="545991"/>
              </a:xfrm>
              <a:prstGeom prst="ellipse">
                <a:avLst/>
              </a:prstGeom>
              <a:solidFill>
                <a:srgbClr val="BE4B4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E5D7991-FCDB-40E4-9FE4-FC0DFBD9625E}"/>
                  </a:ext>
                </a:extLst>
              </p:cNvPr>
              <p:cNvGrpSpPr/>
              <p:nvPr/>
            </p:nvGrpSpPr>
            <p:grpSpPr>
              <a:xfrm>
                <a:off x="1467122" y="1627067"/>
                <a:ext cx="1730634" cy="381867"/>
                <a:chOff x="3213187" y="4636309"/>
                <a:chExt cx="2430571" cy="536309"/>
              </a:xfrm>
            </p:grpSpPr>
            <p:sp>
              <p:nvSpPr>
                <p:cNvPr id="145" name="Rectangle 5">
                  <a:extLst>
                    <a:ext uri="{FF2B5EF4-FFF2-40B4-BE49-F238E27FC236}">
                      <a16:creationId xmlns:a16="http://schemas.microsoft.com/office/drawing/2014/main" id="{5CBADB35-35F8-4C0B-BCBD-A9C3299EB930}"/>
                    </a:ext>
                  </a:extLst>
                </p:cNvPr>
                <p:cNvSpPr/>
                <p:nvPr/>
              </p:nvSpPr>
              <p:spPr>
                <a:xfrm rot="339536">
                  <a:off x="4811438" y="4636309"/>
                  <a:ext cx="832320" cy="434877"/>
                </a:xfrm>
                <a:custGeom>
                  <a:avLst/>
                  <a:gdLst>
                    <a:gd name="connsiteX0" fmla="*/ 0 w 249685"/>
                    <a:gd name="connsiteY0" fmla="*/ 0 h 45719"/>
                    <a:gd name="connsiteX1" fmla="*/ 249685 w 249685"/>
                    <a:gd name="connsiteY1" fmla="*/ 0 h 45719"/>
                    <a:gd name="connsiteX2" fmla="*/ 249685 w 249685"/>
                    <a:gd name="connsiteY2" fmla="*/ 45719 h 45719"/>
                    <a:gd name="connsiteX3" fmla="*/ 0 w 249685"/>
                    <a:gd name="connsiteY3" fmla="*/ 45719 h 45719"/>
                    <a:gd name="connsiteX4" fmla="*/ 0 w 249685"/>
                    <a:gd name="connsiteY4" fmla="*/ 0 h 45719"/>
                    <a:gd name="connsiteX0" fmla="*/ 18133 w 267818"/>
                    <a:gd name="connsiteY0" fmla="*/ 0 h 184709"/>
                    <a:gd name="connsiteX1" fmla="*/ 267818 w 267818"/>
                    <a:gd name="connsiteY1" fmla="*/ 0 h 184709"/>
                    <a:gd name="connsiteX2" fmla="*/ 267818 w 267818"/>
                    <a:gd name="connsiteY2" fmla="*/ 45719 h 184709"/>
                    <a:gd name="connsiteX3" fmla="*/ 0 w 267818"/>
                    <a:gd name="connsiteY3" fmla="*/ 184709 h 184709"/>
                    <a:gd name="connsiteX4" fmla="*/ 18133 w 267818"/>
                    <a:gd name="connsiteY4" fmla="*/ 0 h 184709"/>
                    <a:gd name="connsiteX0" fmla="*/ 18133 w 277779"/>
                    <a:gd name="connsiteY0" fmla="*/ 0 h 210641"/>
                    <a:gd name="connsiteX1" fmla="*/ 267818 w 277779"/>
                    <a:gd name="connsiteY1" fmla="*/ 0 h 210641"/>
                    <a:gd name="connsiteX2" fmla="*/ 277779 w 277779"/>
                    <a:gd name="connsiteY2" fmla="*/ 210641 h 210641"/>
                    <a:gd name="connsiteX3" fmla="*/ 0 w 277779"/>
                    <a:gd name="connsiteY3" fmla="*/ 184709 h 210641"/>
                    <a:gd name="connsiteX4" fmla="*/ 18133 w 277779"/>
                    <a:gd name="connsiteY4" fmla="*/ 0 h 210641"/>
                    <a:gd name="connsiteX0" fmla="*/ 18133 w 485464"/>
                    <a:gd name="connsiteY0" fmla="*/ 0 h 219400"/>
                    <a:gd name="connsiteX1" fmla="*/ 267818 w 485464"/>
                    <a:gd name="connsiteY1" fmla="*/ 0 h 219400"/>
                    <a:gd name="connsiteX2" fmla="*/ 277779 w 485464"/>
                    <a:gd name="connsiteY2" fmla="*/ 210641 h 219400"/>
                    <a:gd name="connsiteX3" fmla="*/ 0 w 485464"/>
                    <a:gd name="connsiteY3" fmla="*/ 184709 h 219400"/>
                    <a:gd name="connsiteX4" fmla="*/ 18133 w 485464"/>
                    <a:gd name="connsiteY4" fmla="*/ 0 h 219400"/>
                    <a:gd name="connsiteX0" fmla="*/ 18133 w 480765"/>
                    <a:gd name="connsiteY0" fmla="*/ 93847 h 310729"/>
                    <a:gd name="connsiteX1" fmla="*/ 248947 w 480765"/>
                    <a:gd name="connsiteY1" fmla="*/ 0 h 310729"/>
                    <a:gd name="connsiteX2" fmla="*/ 277779 w 480765"/>
                    <a:gd name="connsiteY2" fmla="*/ 304488 h 310729"/>
                    <a:gd name="connsiteX3" fmla="*/ 0 w 480765"/>
                    <a:gd name="connsiteY3" fmla="*/ 278556 h 310729"/>
                    <a:gd name="connsiteX4" fmla="*/ 18133 w 480765"/>
                    <a:gd name="connsiteY4" fmla="*/ 93847 h 310729"/>
                    <a:gd name="connsiteX0" fmla="*/ 18133 w 617529"/>
                    <a:gd name="connsiteY0" fmla="*/ 93847 h 310157"/>
                    <a:gd name="connsiteX1" fmla="*/ 248947 w 617529"/>
                    <a:gd name="connsiteY1" fmla="*/ 0 h 310157"/>
                    <a:gd name="connsiteX2" fmla="*/ 277779 w 617529"/>
                    <a:gd name="connsiteY2" fmla="*/ 304488 h 310157"/>
                    <a:gd name="connsiteX3" fmla="*/ 0 w 617529"/>
                    <a:gd name="connsiteY3" fmla="*/ 278556 h 310157"/>
                    <a:gd name="connsiteX4" fmla="*/ 18133 w 617529"/>
                    <a:gd name="connsiteY4" fmla="*/ 93847 h 310157"/>
                    <a:gd name="connsiteX0" fmla="*/ 18133 w 506189"/>
                    <a:gd name="connsiteY0" fmla="*/ 93847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4" fmla="*/ 18133 w 506189"/>
                    <a:gd name="connsiteY4" fmla="*/ 93847 h 409581"/>
                    <a:gd name="connsiteX0" fmla="*/ 0 w 506189"/>
                    <a:gd name="connsiteY0" fmla="*/ 278556 h 409581"/>
                    <a:gd name="connsiteX1" fmla="*/ 248947 w 506189"/>
                    <a:gd name="connsiteY1" fmla="*/ 0 h 409581"/>
                    <a:gd name="connsiteX2" fmla="*/ 277779 w 506189"/>
                    <a:gd name="connsiteY2" fmla="*/ 304488 h 409581"/>
                    <a:gd name="connsiteX3" fmla="*/ 0 w 506189"/>
                    <a:gd name="connsiteY3" fmla="*/ 278556 h 409581"/>
                    <a:gd name="connsiteX0" fmla="*/ 62221 w 568410"/>
                    <a:gd name="connsiteY0" fmla="*/ 295940 h 426965"/>
                    <a:gd name="connsiteX1" fmla="*/ 311168 w 568410"/>
                    <a:gd name="connsiteY1" fmla="*/ 17384 h 426965"/>
                    <a:gd name="connsiteX2" fmla="*/ 340000 w 568410"/>
                    <a:gd name="connsiteY2" fmla="*/ 321872 h 426965"/>
                    <a:gd name="connsiteX3" fmla="*/ 62221 w 568410"/>
                    <a:gd name="connsiteY3" fmla="*/ 295940 h 426965"/>
                    <a:gd name="connsiteX0" fmla="*/ 224298 w 730487"/>
                    <a:gd name="connsiteY0" fmla="*/ 291873 h 422898"/>
                    <a:gd name="connsiteX1" fmla="*/ 473245 w 730487"/>
                    <a:gd name="connsiteY1" fmla="*/ 13317 h 422898"/>
                    <a:gd name="connsiteX2" fmla="*/ 502077 w 730487"/>
                    <a:gd name="connsiteY2" fmla="*/ 317805 h 422898"/>
                    <a:gd name="connsiteX3" fmla="*/ 224298 w 730487"/>
                    <a:gd name="connsiteY3" fmla="*/ 291873 h 422898"/>
                    <a:gd name="connsiteX0" fmla="*/ 215716 w 721905"/>
                    <a:gd name="connsiteY0" fmla="*/ 288712 h 419737"/>
                    <a:gd name="connsiteX1" fmla="*/ 464663 w 721905"/>
                    <a:gd name="connsiteY1" fmla="*/ 10156 h 419737"/>
                    <a:gd name="connsiteX2" fmla="*/ 493495 w 721905"/>
                    <a:gd name="connsiteY2" fmla="*/ 314644 h 419737"/>
                    <a:gd name="connsiteX3" fmla="*/ 215716 w 721905"/>
                    <a:gd name="connsiteY3" fmla="*/ 288712 h 419737"/>
                    <a:gd name="connsiteX0" fmla="*/ 212948 w 719137"/>
                    <a:gd name="connsiteY0" fmla="*/ 288153 h 419178"/>
                    <a:gd name="connsiteX1" fmla="*/ 461895 w 719137"/>
                    <a:gd name="connsiteY1" fmla="*/ 9597 h 419178"/>
                    <a:gd name="connsiteX2" fmla="*/ 490727 w 719137"/>
                    <a:gd name="connsiteY2" fmla="*/ 314085 h 419178"/>
                    <a:gd name="connsiteX3" fmla="*/ 212948 w 719137"/>
                    <a:gd name="connsiteY3" fmla="*/ 288153 h 419178"/>
                    <a:gd name="connsiteX0" fmla="*/ 212948 w 820321"/>
                    <a:gd name="connsiteY0" fmla="*/ 288153 h 422764"/>
                    <a:gd name="connsiteX1" fmla="*/ 461895 w 820321"/>
                    <a:gd name="connsiteY1" fmla="*/ 9597 h 422764"/>
                    <a:gd name="connsiteX2" fmla="*/ 490727 w 820321"/>
                    <a:gd name="connsiteY2" fmla="*/ 314085 h 422764"/>
                    <a:gd name="connsiteX3" fmla="*/ 212948 w 820321"/>
                    <a:gd name="connsiteY3" fmla="*/ 288153 h 422764"/>
                    <a:gd name="connsiteX0" fmla="*/ 234401 w 841774"/>
                    <a:gd name="connsiteY0" fmla="*/ 299510 h 434121"/>
                    <a:gd name="connsiteX1" fmla="*/ 483348 w 841774"/>
                    <a:gd name="connsiteY1" fmla="*/ 20954 h 434121"/>
                    <a:gd name="connsiteX2" fmla="*/ 512180 w 841774"/>
                    <a:gd name="connsiteY2" fmla="*/ 325442 h 434121"/>
                    <a:gd name="connsiteX3" fmla="*/ 234401 w 841774"/>
                    <a:gd name="connsiteY3" fmla="*/ 299510 h 434121"/>
                    <a:gd name="connsiteX0" fmla="*/ 241713 w 832320"/>
                    <a:gd name="connsiteY0" fmla="*/ 276270 h 434877"/>
                    <a:gd name="connsiteX1" fmla="*/ 473894 w 832320"/>
                    <a:gd name="connsiteY1" fmla="*/ 21710 h 434877"/>
                    <a:gd name="connsiteX2" fmla="*/ 502726 w 832320"/>
                    <a:gd name="connsiteY2" fmla="*/ 326198 h 434877"/>
                    <a:gd name="connsiteX3" fmla="*/ 241713 w 832320"/>
                    <a:gd name="connsiteY3" fmla="*/ 276270 h 434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2320" h="434877">
                      <a:moveTo>
                        <a:pt x="241713" y="276270"/>
                      </a:moveTo>
                      <a:cubicBezTo>
                        <a:pt x="-71415" y="468340"/>
                        <a:pt x="-161745" y="-117825"/>
                        <a:pt x="473894" y="21710"/>
                      </a:cubicBezTo>
                      <a:cubicBezTo>
                        <a:pt x="1178884" y="89397"/>
                        <a:pt x="652254" y="671563"/>
                        <a:pt x="502726" y="326198"/>
                      </a:cubicBezTo>
                      <a:lnTo>
                        <a:pt x="241713" y="27627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 7">
                  <a:extLst>
                    <a:ext uri="{FF2B5EF4-FFF2-40B4-BE49-F238E27FC236}">
                      <a16:creationId xmlns:a16="http://schemas.microsoft.com/office/drawing/2014/main" id="{789E2D1F-DF68-4B2D-83ED-F05383B3BA2E}"/>
                    </a:ext>
                  </a:extLst>
                </p:cNvPr>
                <p:cNvSpPr/>
                <p:nvPr/>
              </p:nvSpPr>
              <p:spPr>
                <a:xfrm rot="2218974">
                  <a:off x="4936158" y="4756042"/>
                  <a:ext cx="382551" cy="416576"/>
                </a:xfrm>
                <a:custGeom>
                  <a:avLst/>
                  <a:gdLst>
                    <a:gd name="connsiteX0" fmla="*/ 0 w 345134"/>
                    <a:gd name="connsiteY0" fmla="*/ 0 h 247650"/>
                    <a:gd name="connsiteX1" fmla="*/ 345134 w 345134"/>
                    <a:gd name="connsiteY1" fmla="*/ 0 h 247650"/>
                    <a:gd name="connsiteX2" fmla="*/ 345134 w 345134"/>
                    <a:gd name="connsiteY2" fmla="*/ 247650 h 247650"/>
                    <a:gd name="connsiteX3" fmla="*/ 0 w 345134"/>
                    <a:gd name="connsiteY3" fmla="*/ 247650 h 247650"/>
                    <a:gd name="connsiteX4" fmla="*/ 0 w 345134"/>
                    <a:gd name="connsiteY4" fmla="*/ 0 h 247650"/>
                    <a:gd name="connsiteX0" fmla="*/ 0 w 345134"/>
                    <a:gd name="connsiteY0" fmla="*/ 0 h 327025"/>
                    <a:gd name="connsiteX1" fmla="*/ 345134 w 345134"/>
                    <a:gd name="connsiteY1" fmla="*/ 0 h 327025"/>
                    <a:gd name="connsiteX2" fmla="*/ 345134 w 345134"/>
                    <a:gd name="connsiteY2" fmla="*/ 247650 h 327025"/>
                    <a:gd name="connsiteX3" fmla="*/ 156 w 345134"/>
                    <a:gd name="connsiteY3" fmla="*/ 327025 h 327025"/>
                    <a:gd name="connsiteX4" fmla="*/ 0 w 345134"/>
                    <a:gd name="connsiteY4" fmla="*/ 0 h 327025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44978"/>
                    <a:gd name="connsiteY0" fmla="*/ 0 h 348693"/>
                    <a:gd name="connsiteX1" fmla="*/ 344978 w 344978"/>
                    <a:gd name="connsiteY1" fmla="*/ 21668 h 348693"/>
                    <a:gd name="connsiteX2" fmla="*/ 344978 w 344978"/>
                    <a:gd name="connsiteY2" fmla="*/ 269318 h 348693"/>
                    <a:gd name="connsiteX3" fmla="*/ 0 w 344978"/>
                    <a:gd name="connsiteY3" fmla="*/ 348693 h 348693"/>
                    <a:gd name="connsiteX4" fmla="*/ 39171 w 344978"/>
                    <a:gd name="connsiteY4" fmla="*/ 0 h 348693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  <a:gd name="connsiteX0" fmla="*/ 39171 w 353056"/>
                    <a:gd name="connsiteY0" fmla="*/ 67883 h 416576"/>
                    <a:gd name="connsiteX1" fmla="*/ 353056 w 353056"/>
                    <a:gd name="connsiteY1" fmla="*/ 0 h 416576"/>
                    <a:gd name="connsiteX2" fmla="*/ 344978 w 353056"/>
                    <a:gd name="connsiteY2" fmla="*/ 337201 h 416576"/>
                    <a:gd name="connsiteX3" fmla="*/ 0 w 353056"/>
                    <a:gd name="connsiteY3" fmla="*/ 416576 h 416576"/>
                    <a:gd name="connsiteX4" fmla="*/ 39171 w 353056"/>
                    <a:gd name="connsiteY4" fmla="*/ 67883 h 416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3056" h="416576">
                      <a:moveTo>
                        <a:pt x="39171" y="67883"/>
                      </a:moveTo>
                      <a:lnTo>
                        <a:pt x="353056" y="0"/>
                      </a:lnTo>
                      <a:cubicBezTo>
                        <a:pt x="222721" y="260598"/>
                        <a:pt x="346512" y="281318"/>
                        <a:pt x="344978" y="337201"/>
                      </a:cubicBezTo>
                      <a:lnTo>
                        <a:pt x="0" y="416576"/>
                      </a:lnTo>
                      <a:cubicBezTo>
                        <a:pt x="16940" y="337167"/>
                        <a:pt x="155960" y="282933"/>
                        <a:pt x="39171" y="67883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7">
                  <a:extLst>
                    <a:ext uri="{FF2B5EF4-FFF2-40B4-BE49-F238E27FC236}">
                      <a16:creationId xmlns:a16="http://schemas.microsoft.com/office/drawing/2014/main" id="{5F00FE9E-D643-4F88-A878-F66084271071}"/>
                    </a:ext>
                  </a:extLst>
                </p:cNvPr>
                <p:cNvSpPr/>
                <p:nvPr/>
              </p:nvSpPr>
              <p:spPr>
                <a:xfrm rot="1565570">
                  <a:off x="5060364" y="4728958"/>
                  <a:ext cx="382551" cy="16890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7">
                  <a:extLst>
                    <a:ext uri="{FF2B5EF4-FFF2-40B4-BE49-F238E27FC236}">
                      <a16:creationId xmlns:a16="http://schemas.microsoft.com/office/drawing/2014/main" id="{9936CB98-C38E-4508-B453-4D6AEADA07EF}"/>
                    </a:ext>
                  </a:extLst>
                </p:cNvPr>
                <p:cNvSpPr/>
                <p:nvPr/>
              </p:nvSpPr>
              <p:spPr>
                <a:xfrm rot="20368571">
                  <a:off x="3213187" y="4699260"/>
                  <a:ext cx="565356" cy="193338"/>
                </a:xfrm>
                <a:custGeom>
                  <a:avLst/>
                  <a:gdLst>
                    <a:gd name="connsiteX0" fmla="*/ 0 w 272387"/>
                    <a:gd name="connsiteY0" fmla="*/ 0 h 120267"/>
                    <a:gd name="connsiteX1" fmla="*/ 272387 w 272387"/>
                    <a:gd name="connsiteY1" fmla="*/ 0 h 120267"/>
                    <a:gd name="connsiteX2" fmla="*/ 272387 w 272387"/>
                    <a:gd name="connsiteY2" fmla="*/ 120267 h 120267"/>
                    <a:gd name="connsiteX3" fmla="*/ 0 w 272387"/>
                    <a:gd name="connsiteY3" fmla="*/ 120267 h 120267"/>
                    <a:gd name="connsiteX4" fmla="*/ 0 w 272387"/>
                    <a:gd name="connsiteY4" fmla="*/ 0 h 120267"/>
                    <a:gd name="connsiteX0" fmla="*/ 0 w 358602"/>
                    <a:gd name="connsiteY0" fmla="*/ 0 h 120267"/>
                    <a:gd name="connsiteX1" fmla="*/ 272387 w 358602"/>
                    <a:gd name="connsiteY1" fmla="*/ 0 h 120267"/>
                    <a:gd name="connsiteX2" fmla="*/ 272387 w 358602"/>
                    <a:gd name="connsiteY2" fmla="*/ 120267 h 120267"/>
                    <a:gd name="connsiteX3" fmla="*/ 0 w 358602"/>
                    <a:gd name="connsiteY3" fmla="*/ 120267 h 120267"/>
                    <a:gd name="connsiteX4" fmla="*/ 0 w 358602"/>
                    <a:gd name="connsiteY4" fmla="*/ 0 h 120267"/>
                    <a:gd name="connsiteX0" fmla="*/ 0 w 361264"/>
                    <a:gd name="connsiteY0" fmla="*/ 0 h 120267"/>
                    <a:gd name="connsiteX1" fmla="*/ 272387 w 361264"/>
                    <a:gd name="connsiteY1" fmla="*/ 0 h 120267"/>
                    <a:gd name="connsiteX2" fmla="*/ 272387 w 361264"/>
                    <a:gd name="connsiteY2" fmla="*/ 120267 h 120267"/>
                    <a:gd name="connsiteX3" fmla="*/ 0 w 361264"/>
                    <a:gd name="connsiteY3" fmla="*/ 120267 h 120267"/>
                    <a:gd name="connsiteX4" fmla="*/ 0 w 361264"/>
                    <a:gd name="connsiteY4" fmla="*/ 0 h 120267"/>
                    <a:gd name="connsiteX0" fmla="*/ 0 w 359416"/>
                    <a:gd name="connsiteY0" fmla="*/ 0 h 120267"/>
                    <a:gd name="connsiteX1" fmla="*/ 272387 w 359416"/>
                    <a:gd name="connsiteY1" fmla="*/ 0 h 120267"/>
                    <a:gd name="connsiteX2" fmla="*/ 272387 w 359416"/>
                    <a:gd name="connsiteY2" fmla="*/ 120267 h 120267"/>
                    <a:gd name="connsiteX3" fmla="*/ 0 w 359416"/>
                    <a:gd name="connsiteY3" fmla="*/ 120267 h 120267"/>
                    <a:gd name="connsiteX4" fmla="*/ 0 w 359416"/>
                    <a:gd name="connsiteY4" fmla="*/ 0 h 120267"/>
                    <a:gd name="connsiteX0" fmla="*/ 46725 w 406141"/>
                    <a:gd name="connsiteY0" fmla="*/ 19446 h 139713"/>
                    <a:gd name="connsiteX1" fmla="*/ 319112 w 406141"/>
                    <a:gd name="connsiteY1" fmla="*/ 19446 h 139713"/>
                    <a:gd name="connsiteX2" fmla="*/ 319112 w 406141"/>
                    <a:gd name="connsiteY2" fmla="*/ 139713 h 139713"/>
                    <a:gd name="connsiteX3" fmla="*/ 46725 w 406141"/>
                    <a:gd name="connsiteY3" fmla="*/ 139713 h 139713"/>
                    <a:gd name="connsiteX4" fmla="*/ 46725 w 406141"/>
                    <a:gd name="connsiteY4" fmla="*/ 19446 h 139713"/>
                    <a:gd name="connsiteX0" fmla="*/ 43133 w 402549"/>
                    <a:gd name="connsiteY0" fmla="*/ 17395 h 137662"/>
                    <a:gd name="connsiteX1" fmla="*/ 315520 w 402549"/>
                    <a:gd name="connsiteY1" fmla="*/ 17395 h 137662"/>
                    <a:gd name="connsiteX2" fmla="*/ 315520 w 402549"/>
                    <a:gd name="connsiteY2" fmla="*/ 137662 h 137662"/>
                    <a:gd name="connsiteX3" fmla="*/ 43133 w 402549"/>
                    <a:gd name="connsiteY3" fmla="*/ 137662 h 137662"/>
                    <a:gd name="connsiteX4" fmla="*/ 43133 w 402549"/>
                    <a:gd name="connsiteY4" fmla="*/ 17395 h 137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2549" h="137662">
                      <a:moveTo>
                        <a:pt x="43133" y="17395"/>
                      </a:moveTo>
                      <a:lnTo>
                        <a:pt x="315520" y="17395"/>
                      </a:lnTo>
                      <a:cubicBezTo>
                        <a:pt x="509504" y="69081"/>
                        <a:pt x="319157" y="121818"/>
                        <a:pt x="315520" y="137662"/>
                      </a:cubicBezTo>
                      <a:lnTo>
                        <a:pt x="43133" y="137662"/>
                      </a:lnTo>
                      <a:cubicBezTo>
                        <a:pt x="43133" y="97573"/>
                        <a:pt x="-53915" y="-50041"/>
                        <a:pt x="43133" y="17395"/>
                      </a:cubicBezTo>
                      <a:close/>
                    </a:path>
                  </a:pathLst>
                </a:custGeom>
                <a:solidFill>
                  <a:srgbClr val="F5D4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2" name="Rectangle 12">
                <a:extLst>
                  <a:ext uri="{FF2B5EF4-FFF2-40B4-BE49-F238E27FC236}">
                    <a16:creationId xmlns:a16="http://schemas.microsoft.com/office/drawing/2014/main" id="{22AE6629-58FC-47A9-8050-302B7A7DC998}"/>
                  </a:ext>
                </a:extLst>
              </p:cNvPr>
              <p:cNvSpPr/>
              <p:nvPr/>
            </p:nvSpPr>
            <p:spPr>
              <a:xfrm>
                <a:off x="3174839" y="1315289"/>
                <a:ext cx="822502" cy="268569"/>
              </a:xfrm>
              <a:custGeom>
                <a:avLst/>
                <a:gdLst>
                  <a:gd name="connsiteX0" fmla="*/ 0 w 728662"/>
                  <a:gd name="connsiteY0" fmla="*/ 0 h 45719"/>
                  <a:gd name="connsiteX1" fmla="*/ 728662 w 728662"/>
                  <a:gd name="connsiteY1" fmla="*/ 0 h 45719"/>
                  <a:gd name="connsiteX2" fmla="*/ 728662 w 728662"/>
                  <a:gd name="connsiteY2" fmla="*/ 45719 h 45719"/>
                  <a:gd name="connsiteX3" fmla="*/ 0 w 728662"/>
                  <a:gd name="connsiteY3" fmla="*/ 45719 h 45719"/>
                  <a:gd name="connsiteX4" fmla="*/ 0 w 728662"/>
                  <a:gd name="connsiteY4" fmla="*/ 0 h 45719"/>
                  <a:gd name="connsiteX0" fmla="*/ 0 w 728662"/>
                  <a:gd name="connsiteY0" fmla="*/ 0 h 188594"/>
                  <a:gd name="connsiteX1" fmla="*/ 728662 w 728662"/>
                  <a:gd name="connsiteY1" fmla="*/ 0 h 188594"/>
                  <a:gd name="connsiteX2" fmla="*/ 728662 w 728662"/>
                  <a:gd name="connsiteY2" fmla="*/ 45719 h 188594"/>
                  <a:gd name="connsiteX3" fmla="*/ 171450 w 728662"/>
                  <a:gd name="connsiteY3" fmla="*/ 188594 h 188594"/>
                  <a:gd name="connsiteX4" fmla="*/ 0 w 728662"/>
                  <a:gd name="connsiteY4" fmla="*/ 0 h 188594"/>
                  <a:gd name="connsiteX0" fmla="*/ 42011 w 770673"/>
                  <a:gd name="connsiteY0" fmla="*/ 0 h 188594"/>
                  <a:gd name="connsiteX1" fmla="*/ 770673 w 770673"/>
                  <a:gd name="connsiteY1" fmla="*/ 0 h 188594"/>
                  <a:gd name="connsiteX2" fmla="*/ 770673 w 770673"/>
                  <a:gd name="connsiteY2" fmla="*/ 45719 h 188594"/>
                  <a:gd name="connsiteX3" fmla="*/ 213461 w 770673"/>
                  <a:gd name="connsiteY3" fmla="*/ 188594 h 188594"/>
                  <a:gd name="connsiteX4" fmla="*/ 42011 w 770673"/>
                  <a:gd name="connsiteY4" fmla="*/ 0 h 188594"/>
                  <a:gd name="connsiteX0" fmla="*/ 42011 w 770673"/>
                  <a:gd name="connsiteY0" fmla="*/ 37 h 188631"/>
                  <a:gd name="connsiteX1" fmla="*/ 184887 w 770673"/>
                  <a:gd name="connsiteY1" fmla="*/ 93380 h 188631"/>
                  <a:gd name="connsiteX2" fmla="*/ 770673 w 770673"/>
                  <a:gd name="connsiteY2" fmla="*/ 37 h 188631"/>
                  <a:gd name="connsiteX3" fmla="*/ 770673 w 770673"/>
                  <a:gd name="connsiteY3" fmla="*/ 45756 h 188631"/>
                  <a:gd name="connsiteX4" fmla="*/ 213461 w 770673"/>
                  <a:gd name="connsiteY4" fmla="*/ 188631 h 188631"/>
                  <a:gd name="connsiteX5" fmla="*/ 42011 w 770673"/>
                  <a:gd name="connsiteY5" fmla="*/ 37 h 188631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770673 w 770673"/>
                  <a:gd name="connsiteY3" fmla="*/ 20956 h 209550"/>
                  <a:gd name="connsiteX4" fmla="*/ 770673 w 770673"/>
                  <a:gd name="connsiteY4" fmla="*/ 66675 h 209550"/>
                  <a:gd name="connsiteX5" fmla="*/ 213461 w 770673"/>
                  <a:gd name="connsiteY5" fmla="*/ 209550 h 209550"/>
                  <a:gd name="connsiteX6" fmla="*/ 42011 w 770673"/>
                  <a:gd name="connsiteY6" fmla="*/ 20956 h 209550"/>
                  <a:gd name="connsiteX0" fmla="*/ 42011 w 770673"/>
                  <a:gd name="connsiteY0" fmla="*/ 20956 h 209550"/>
                  <a:gd name="connsiteX1" fmla="*/ 184887 w 770673"/>
                  <a:gd name="connsiteY1" fmla="*/ 114299 h 209550"/>
                  <a:gd name="connsiteX2" fmla="*/ 370624 w 770673"/>
                  <a:gd name="connsiteY2" fmla="*/ 0 h 209550"/>
                  <a:gd name="connsiteX3" fmla="*/ 599224 w 770673"/>
                  <a:gd name="connsiteY3" fmla="*/ 80962 h 209550"/>
                  <a:gd name="connsiteX4" fmla="*/ 770673 w 770673"/>
                  <a:gd name="connsiteY4" fmla="*/ 20956 h 209550"/>
                  <a:gd name="connsiteX5" fmla="*/ 770673 w 770673"/>
                  <a:gd name="connsiteY5" fmla="*/ 66675 h 209550"/>
                  <a:gd name="connsiteX6" fmla="*/ 213461 w 770673"/>
                  <a:gd name="connsiteY6" fmla="*/ 209550 h 209550"/>
                  <a:gd name="connsiteX7" fmla="*/ 42011 w 770673"/>
                  <a:gd name="connsiteY7" fmla="*/ 20956 h 209550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770673 w 804011"/>
                  <a:gd name="connsiteY5" fmla="*/ 121919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213461 w 804011"/>
                  <a:gd name="connsiteY6" fmla="*/ 264794 h 264794"/>
                  <a:gd name="connsiteX7" fmla="*/ 42011 w 804011"/>
                  <a:gd name="connsiteY7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6200 h 264794"/>
                  <a:gd name="connsiteX1" fmla="*/ 184887 w 804011"/>
                  <a:gd name="connsiteY1" fmla="*/ 169543 h 264794"/>
                  <a:gd name="connsiteX2" fmla="*/ 370624 w 804011"/>
                  <a:gd name="connsiteY2" fmla="*/ 55244 h 264794"/>
                  <a:gd name="connsiteX3" fmla="*/ 599224 w 804011"/>
                  <a:gd name="connsiteY3" fmla="*/ 136206 h 264794"/>
                  <a:gd name="connsiteX4" fmla="*/ 804011 w 804011"/>
                  <a:gd name="connsiteY4" fmla="*/ 0 h 264794"/>
                  <a:gd name="connsiteX5" fmla="*/ 665898 w 804011"/>
                  <a:gd name="connsiteY5" fmla="*/ 226694 h 264794"/>
                  <a:gd name="connsiteX6" fmla="*/ 384912 w 804011"/>
                  <a:gd name="connsiteY6" fmla="*/ 169544 h 264794"/>
                  <a:gd name="connsiteX7" fmla="*/ 213461 w 804011"/>
                  <a:gd name="connsiteY7" fmla="*/ 264794 h 264794"/>
                  <a:gd name="connsiteX8" fmla="*/ 42011 w 804011"/>
                  <a:gd name="connsiteY8" fmla="*/ 76200 h 264794"/>
                  <a:gd name="connsiteX0" fmla="*/ 42011 w 804011"/>
                  <a:gd name="connsiteY0" fmla="*/ 78857 h 267451"/>
                  <a:gd name="connsiteX1" fmla="*/ 184887 w 804011"/>
                  <a:gd name="connsiteY1" fmla="*/ 172200 h 267451"/>
                  <a:gd name="connsiteX2" fmla="*/ 370624 w 804011"/>
                  <a:gd name="connsiteY2" fmla="*/ 57901 h 267451"/>
                  <a:gd name="connsiteX3" fmla="*/ 599224 w 804011"/>
                  <a:gd name="connsiteY3" fmla="*/ 138863 h 267451"/>
                  <a:gd name="connsiteX4" fmla="*/ 804011 w 804011"/>
                  <a:gd name="connsiteY4" fmla="*/ 2657 h 267451"/>
                  <a:gd name="connsiteX5" fmla="*/ 665898 w 804011"/>
                  <a:gd name="connsiteY5" fmla="*/ 229351 h 267451"/>
                  <a:gd name="connsiteX6" fmla="*/ 384912 w 804011"/>
                  <a:gd name="connsiteY6" fmla="*/ 172201 h 267451"/>
                  <a:gd name="connsiteX7" fmla="*/ 213461 w 804011"/>
                  <a:gd name="connsiteY7" fmla="*/ 267451 h 267451"/>
                  <a:gd name="connsiteX8" fmla="*/ 42011 w 804011"/>
                  <a:gd name="connsiteY8" fmla="*/ 78857 h 267451"/>
                  <a:gd name="connsiteX0" fmla="*/ 42011 w 834328"/>
                  <a:gd name="connsiteY0" fmla="*/ 78857 h 267451"/>
                  <a:gd name="connsiteX1" fmla="*/ 184887 w 834328"/>
                  <a:gd name="connsiteY1" fmla="*/ 172200 h 267451"/>
                  <a:gd name="connsiteX2" fmla="*/ 370624 w 834328"/>
                  <a:gd name="connsiteY2" fmla="*/ 57901 h 267451"/>
                  <a:gd name="connsiteX3" fmla="*/ 599224 w 834328"/>
                  <a:gd name="connsiteY3" fmla="*/ 138863 h 267451"/>
                  <a:gd name="connsiteX4" fmla="*/ 804011 w 834328"/>
                  <a:gd name="connsiteY4" fmla="*/ 2657 h 267451"/>
                  <a:gd name="connsiteX5" fmla="*/ 665898 w 834328"/>
                  <a:gd name="connsiteY5" fmla="*/ 229351 h 267451"/>
                  <a:gd name="connsiteX6" fmla="*/ 384912 w 834328"/>
                  <a:gd name="connsiteY6" fmla="*/ 172201 h 267451"/>
                  <a:gd name="connsiteX7" fmla="*/ 213461 w 834328"/>
                  <a:gd name="connsiteY7" fmla="*/ 267451 h 267451"/>
                  <a:gd name="connsiteX8" fmla="*/ 42011 w 834328"/>
                  <a:gd name="connsiteY8" fmla="*/ 78857 h 267451"/>
                  <a:gd name="connsiteX0" fmla="*/ 71517 w 863834"/>
                  <a:gd name="connsiteY0" fmla="*/ 78857 h 267451"/>
                  <a:gd name="connsiteX1" fmla="*/ 214393 w 863834"/>
                  <a:gd name="connsiteY1" fmla="*/ 172200 h 267451"/>
                  <a:gd name="connsiteX2" fmla="*/ 400130 w 863834"/>
                  <a:gd name="connsiteY2" fmla="*/ 57901 h 267451"/>
                  <a:gd name="connsiteX3" fmla="*/ 628730 w 863834"/>
                  <a:gd name="connsiteY3" fmla="*/ 138863 h 267451"/>
                  <a:gd name="connsiteX4" fmla="*/ 833517 w 863834"/>
                  <a:gd name="connsiteY4" fmla="*/ 2657 h 267451"/>
                  <a:gd name="connsiteX5" fmla="*/ 695404 w 863834"/>
                  <a:gd name="connsiteY5" fmla="*/ 229351 h 267451"/>
                  <a:gd name="connsiteX6" fmla="*/ 414418 w 863834"/>
                  <a:gd name="connsiteY6" fmla="*/ 172201 h 267451"/>
                  <a:gd name="connsiteX7" fmla="*/ 242967 w 863834"/>
                  <a:gd name="connsiteY7" fmla="*/ 267451 h 267451"/>
                  <a:gd name="connsiteX8" fmla="*/ 71517 w 863834"/>
                  <a:gd name="connsiteY8" fmla="*/ 78857 h 267451"/>
                  <a:gd name="connsiteX0" fmla="*/ 71517 w 863834"/>
                  <a:gd name="connsiteY0" fmla="*/ 78857 h 268569"/>
                  <a:gd name="connsiteX1" fmla="*/ 214393 w 863834"/>
                  <a:gd name="connsiteY1" fmla="*/ 172200 h 268569"/>
                  <a:gd name="connsiteX2" fmla="*/ 400130 w 863834"/>
                  <a:gd name="connsiteY2" fmla="*/ 57901 h 268569"/>
                  <a:gd name="connsiteX3" fmla="*/ 628730 w 863834"/>
                  <a:gd name="connsiteY3" fmla="*/ 138863 h 268569"/>
                  <a:gd name="connsiteX4" fmla="*/ 833517 w 863834"/>
                  <a:gd name="connsiteY4" fmla="*/ 2657 h 268569"/>
                  <a:gd name="connsiteX5" fmla="*/ 695404 w 863834"/>
                  <a:gd name="connsiteY5" fmla="*/ 229351 h 268569"/>
                  <a:gd name="connsiteX6" fmla="*/ 414418 w 863834"/>
                  <a:gd name="connsiteY6" fmla="*/ 172201 h 268569"/>
                  <a:gd name="connsiteX7" fmla="*/ 242967 w 863834"/>
                  <a:gd name="connsiteY7" fmla="*/ 267451 h 268569"/>
                  <a:gd name="connsiteX8" fmla="*/ 71517 w 863834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  <a:gd name="connsiteX0" fmla="*/ 30185 w 822502"/>
                  <a:gd name="connsiteY0" fmla="*/ 78857 h 268569"/>
                  <a:gd name="connsiteX1" fmla="*/ 173061 w 822502"/>
                  <a:gd name="connsiteY1" fmla="*/ 172200 h 268569"/>
                  <a:gd name="connsiteX2" fmla="*/ 358798 w 822502"/>
                  <a:gd name="connsiteY2" fmla="*/ 57901 h 268569"/>
                  <a:gd name="connsiteX3" fmla="*/ 587398 w 822502"/>
                  <a:gd name="connsiteY3" fmla="*/ 138863 h 268569"/>
                  <a:gd name="connsiteX4" fmla="*/ 792185 w 822502"/>
                  <a:gd name="connsiteY4" fmla="*/ 2657 h 268569"/>
                  <a:gd name="connsiteX5" fmla="*/ 654072 w 822502"/>
                  <a:gd name="connsiteY5" fmla="*/ 229351 h 268569"/>
                  <a:gd name="connsiteX6" fmla="*/ 373086 w 822502"/>
                  <a:gd name="connsiteY6" fmla="*/ 172201 h 268569"/>
                  <a:gd name="connsiteX7" fmla="*/ 201635 w 822502"/>
                  <a:gd name="connsiteY7" fmla="*/ 267451 h 268569"/>
                  <a:gd name="connsiteX8" fmla="*/ 30185 w 822502"/>
                  <a:gd name="connsiteY8" fmla="*/ 78857 h 26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2502" h="268569">
                    <a:moveTo>
                      <a:pt x="30185" y="78857"/>
                    </a:moveTo>
                    <a:cubicBezTo>
                      <a:pt x="80985" y="76634"/>
                      <a:pt x="122261" y="174423"/>
                      <a:pt x="173061" y="172200"/>
                    </a:cubicBezTo>
                    <a:cubicBezTo>
                      <a:pt x="265136" y="157913"/>
                      <a:pt x="281011" y="72188"/>
                      <a:pt x="358798" y="57901"/>
                    </a:cubicBezTo>
                    <a:cubicBezTo>
                      <a:pt x="431823" y="61076"/>
                      <a:pt x="514373" y="135688"/>
                      <a:pt x="587398" y="138863"/>
                    </a:cubicBezTo>
                    <a:cubicBezTo>
                      <a:pt x="655660" y="93461"/>
                      <a:pt x="704873" y="-18616"/>
                      <a:pt x="792185" y="2657"/>
                    </a:cubicBezTo>
                    <a:cubicBezTo>
                      <a:pt x="855684" y="82984"/>
                      <a:pt x="823935" y="158548"/>
                      <a:pt x="654072" y="229351"/>
                    </a:cubicBezTo>
                    <a:cubicBezTo>
                      <a:pt x="504847" y="251575"/>
                      <a:pt x="465161" y="164264"/>
                      <a:pt x="373086" y="172201"/>
                    </a:cubicBezTo>
                    <a:cubicBezTo>
                      <a:pt x="315936" y="203951"/>
                      <a:pt x="292122" y="278564"/>
                      <a:pt x="201635" y="267451"/>
                    </a:cubicBezTo>
                    <a:cubicBezTo>
                      <a:pt x="-69828" y="247448"/>
                      <a:pt x="1610" y="98860"/>
                      <a:pt x="30185" y="7885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9">
                <a:extLst>
                  <a:ext uri="{FF2B5EF4-FFF2-40B4-BE49-F238E27FC236}">
                    <a16:creationId xmlns:a16="http://schemas.microsoft.com/office/drawing/2014/main" id="{627275E8-1F76-42A9-9B20-1415CCE85B04}"/>
                  </a:ext>
                </a:extLst>
              </p:cNvPr>
              <p:cNvSpPr/>
              <p:nvPr/>
            </p:nvSpPr>
            <p:spPr>
              <a:xfrm rot="10159132">
                <a:off x="5031848" y="2016984"/>
                <a:ext cx="631507" cy="262337"/>
              </a:xfrm>
              <a:custGeom>
                <a:avLst/>
                <a:gdLst>
                  <a:gd name="connsiteX0" fmla="*/ 0 w 404703"/>
                  <a:gd name="connsiteY0" fmla="*/ 0 h 154835"/>
                  <a:gd name="connsiteX1" fmla="*/ 404703 w 404703"/>
                  <a:gd name="connsiteY1" fmla="*/ 0 h 154835"/>
                  <a:gd name="connsiteX2" fmla="*/ 404703 w 404703"/>
                  <a:gd name="connsiteY2" fmla="*/ 154835 h 154835"/>
                  <a:gd name="connsiteX3" fmla="*/ 0 w 404703"/>
                  <a:gd name="connsiteY3" fmla="*/ 154835 h 154835"/>
                  <a:gd name="connsiteX4" fmla="*/ 0 w 404703"/>
                  <a:gd name="connsiteY4" fmla="*/ 0 h 154835"/>
                  <a:gd name="connsiteX0" fmla="*/ 0 w 517853"/>
                  <a:gd name="connsiteY0" fmla="*/ 0 h 290674"/>
                  <a:gd name="connsiteX1" fmla="*/ 404703 w 517853"/>
                  <a:gd name="connsiteY1" fmla="*/ 0 h 290674"/>
                  <a:gd name="connsiteX2" fmla="*/ 517853 w 517853"/>
                  <a:gd name="connsiteY2" fmla="*/ 290674 h 290674"/>
                  <a:gd name="connsiteX3" fmla="*/ 0 w 517853"/>
                  <a:gd name="connsiteY3" fmla="*/ 154835 h 290674"/>
                  <a:gd name="connsiteX4" fmla="*/ 0 w 517853"/>
                  <a:gd name="connsiteY4" fmla="*/ 0 h 290674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17853"/>
                  <a:gd name="connsiteY0" fmla="*/ 45914 h 336588"/>
                  <a:gd name="connsiteX1" fmla="*/ 320707 w 517853"/>
                  <a:gd name="connsiteY1" fmla="*/ 0 h 336588"/>
                  <a:gd name="connsiteX2" fmla="*/ 517853 w 517853"/>
                  <a:gd name="connsiteY2" fmla="*/ 336588 h 336588"/>
                  <a:gd name="connsiteX3" fmla="*/ 0 w 517853"/>
                  <a:gd name="connsiteY3" fmla="*/ 200749 h 336588"/>
                  <a:gd name="connsiteX4" fmla="*/ 0 w 517853"/>
                  <a:gd name="connsiteY4" fmla="*/ 45914 h 336588"/>
                  <a:gd name="connsiteX0" fmla="*/ 0 w 566183"/>
                  <a:gd name="connsiteY0" fmla="*/ 45914 h 336588"/>
                  <a:gd name="connsiteX1" fmla="*/ 320707 w 566183"/>
                  <a:gd name="connsiteY1" fmla="*/ 0 h 336588"/>
                  <a:gd name="connsiteX2" fmla="*/ 517853 w 566183"/>
                  <a:gd name="connsiteY2" fmla="*/ 336588 h 336588"/>
                  <a:gd name="connsiteX3" fmla="*/ 0 w 566183"/>
                  <a:gd name="connsiteY3" fmla="*/ 200749 h 336588"/>
                  <a:gd name="connsiteX4" fmla="*/ 0 w 566183"/>
                  <a:gd name="connsiteY4" fmla="*/ 45914 h 336588"/>
                  <a:gd name="connsiteX0" fmla="*/ 4229 w 570412"/>
                  <a:gd name="connsiteY0" fmla="*/ 45914 h 336588"/>
                  <a:gd name="connsiteX1" fmla="*/ 324936 w 570412"/>
                  <a:gd name="connsiteY1" fmla="*/ 0 h 336588"/>
                  <a:gd name="connsiteX2" fmla="*/ 522082 w 570412"/>
                  <a:gd name="connsiteY2" fmla="*/ 336588 h 336588"/>
                  <a:gd name="connsiteX3" fmla="*/ 0 w 570412"/>
                  <a:gd name="connsiteY3" fmla="*/ 235161 h 336588"/>
                  <a:gd name="connsiteX4" fmla="*/ 4229 w 570412"/>
                  <a:gd name="connsiteY4" fmla="*/ 45914 h 336588"/>
                  <a:gd name="connsiteX0" fmla="*/ 63023 w 629206"/>
                  <a:gd name="connsiteY0" fmla="*/ 45914 h 336588"/>
                  <a:gd name="connsiteX1" fmla="*/ 383730 w 629206"/>
                  <a:gd name="connsiteY1" fmla="*/ 0 h 336588"/>
                  <a:gd name="connsiteX2" fmla="*/ 580876 w 629206"/>
                  <a:gd name="connsiteY2" fmla="*/ 336588 h 336588"/>
                  <a:gd name="connsiteX3" fmla="*/ 58794 w 629206"/>
                  <a:gd name="connsiteY3" fmla="*/ 235161 h 336588"/>
                  <a:gd name="connsiteX4" fmla="*/ 63023 w 629206"/>
                  <a:gd name="connsiteY4" fmla="*/ 45914 h 336588"/>
                  <a:gd name="connsiteX0" fmla="*/ 37005 w 640286"/>
                  <a:gd name="connsiteY0" fmla="*/ 0 h 337415"/>
                  <a:gd name="connsiteX1" fmla="*/ 394810 w 640286"/>
                  <a:gd name="connsiteY1" fmla="*/ 827 h 337415"/>
                  <a:gd name="connsiteX2" fmla="*/ 591956 w 640286"/>
                  <a:gd name="connsiteY2" fmla="*/ 337415 h 337415"/>
                  <a:gd name="connsiteX3" fmla="*/ 69874 w 640286"/>
                  <a:gd name="connsiteY3" fmla="*/ 235988 h 337415"/>
                  <a:gd name="connsiteX4" fmla="*/ 37005 w 640286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  <a:gd name="connsiteX0" fmla="*/ 56648 w 659929"/>
                  <a:gd name="connsiteY0" fmla="*/ 0 h 337415"/>
                  <a:gd name="connsiteX1" fmla="*/ 414453 w 659929"/>
                  <a:gd name="connsiteY1" fmla="*/ 827 h 337415"/>
                  <a:gd name="connsiteX2" fmla="*/ 611599 w 659929"/>
                  <a:gd name="connsiteY2" fmla="*/ 337415 h 337415"/>
                  <a:gd name="connsiteX3" fmla="*/ 89517 w 659929"/>
                  <a:gd name="connsiteY3" fmla="*/ 235988 h 337415"/>
                  <a:gd name="connsiteX4" fmla="*/ 56648 w 659929"/>
                  <a:gd name="connsiteY4" fmla="*/ 0 h 33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9929" h="337415">
                    <a:moveTo>
                      <a:pt x="56648" y="0"/>
                    </a:moveTo>
                    <a:cubicBezTo>
                      <a:pt x="190571" y="63374"/>
                      <a:pt x="295185" y="551"/>
                      <a:pt x="414453" y="827"/>
                    </a:cubicBezTo>
                    <a:cubicBezTo>
                      <a:pt x="703515" y="135198"/>
                      <a:pt x="689934" y="275876"/>
                      <a:pt x="611599" y="337415"/>
                    </a:cubicBezTo>
                    <a:cubicBezTo>
                      <a:pt x="414146" y="236795"/>
                      <a:pt x="263544" y="269797"/>
                      <a:pt x="89517" y="235988"/>
                    </a:cubicBezTo>
                    <a:cubicBezTo>
                      <a:pt x="-44508" y="89693"/>
                      <a:pt x="-4144" y="68966"/>
                      <a:pt x="56648" y="0"/>
                    </a:cubicBezTo>
                    <a:close/>
                  </a:path>
                </a:pathLst>
              </a:custGeom>
              <a:solidFill>
                <a:srgbClr val="91564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05">
                <a:extLst>
                  <a:ext uri="{FF2B5EF4-FFF2-40B4-BE49-F238E27FC236}">
                    <a16:creationId xmlns:a16="http://schemas.microsoft.com/office/drawing/2014/main" id="{F632CA6E-7C45-46E6-9AFE-3A6314F6281F}"/>
                  </a:ext>
                </a:extLst>
              </p:cNvPr>
              <p:cNvSpPr/>
              <p:nvPr/>
            </p:nvSpPr>
            <p:spPr>
              <a:xfrm>
                <a:off x="1900806" y="2278629"/>
                <a:ext cx="1012260" cy="496070"/>
              </a:xfrm>
              <a:custGeom>
                <a:avLst/>
                <a:gdLst>
                  <a:gd name="connsiteX0" fmla="*/ 0 w 1012187"/>
                  <a:gd name="connsiteY0" fmla="*/ 206174 h 412347"/>
                  <a:gd name="connsiteX1" fmla="*/ 506094 w 1012187"/>
                  <a:gd name="connsiteY1" fmla="*/ 0 h 412347"/>
                  <a:gd name="connsiteX2" fmla="*/ 1012188 w 1012187"/>
                  <a:gd name="connsiteY2" fmla="*/ 206174 h 412347"/>
                  <a:gd name="connsiteX3" fmla="*/ 506094 w 1012187"/>
                  <a:gd name="connsiteY3" fmla="*/ 412348 h 412347"/>
                  <a:gd name="connsiteX4" fmla="*/ 0 w 1012187"/>
                  <a:gd name="connsiteY4" fmla="*/ 206174 h 412347"/>
                  <a:gd name="connsiteX0" fmla="*/ 209 w 1012397"/>
                  <a:gd name="connsiteY0" fmla="*/ 244274 h 450448"/>
                  <a:gd name="connsiteX1" fmla="*/ 461853 w 1012397"/>
                  <a:gd name="connsiteY1" fmla="*/ 0 h 450448"/>
                  <a:gd name="connsiteX2" fmla="*/ 1012397 w 1012397"/>
                  <a:gd name="connsiteY2" fmla="*/ 244274 h 450448"/>
                  <a:gd name="connsiteX3" fmla="*/ 506303 w 1012397"/>
                  <a:gd name="connsiteY3" fmla="*/ 450448 h 450448"/>
                  <a:gd name="connsiteX4" fmla="*/ 209 w 1012397"/>
                  <a:gd name="connsiteY4" fmla="*/ 244274 h 450448"/>
                  <a:gd name="connsiteX0" fmla="*/ 83 w 1012271"/>
                  <a:gd name="connsiteY0" fmla="*/ 244274 h 450448"/>
                  <a:gd name="connsiteX1" fmla="*/ 477602 w 1012271"/>
                  <a:gd name="connsiteY1" fmla="*/ 0 h 450448"/>
                  <a:gd name="connsiteX2" fmla="*/ 1012271 w 1012271"/>
                  <a:gd name="connsiteY2" fmla="*/ 244274 h 450448"/>
                  <a:gd name="connsiteX3" fmla="*/ 506177 w 1012271"/>
                  <a:gd name="connsiteY3" fmla="*/ 450448 h 450448"/>
                  <a:gd name="connsiteX4" fmla="*/ 83 w 1012271"/>
                  <a:gd name="connsiteY4" fmla="*/ 244274 h 450448"/>
                  <a:gd name="connsiteX0" fmla="*/ 72 w 1012260"/>
                  <a:gd name="connsiteY0" fmla="*/ 245463 h 451637"/>
                  <a:gd name="connsiteX1" fmla="*/ 477591 w 1012260"/>
                  <a:gd name="connsiteY1" fmla="*/ 1189 h 451637"/>
                  <a:gd name="connsiteX2" fmla="*/ 1012260 w 1012260"/>
                  <a:gd name="connsiteY2" fmla="*/ 245463 h 451637"/>
                  <a:gd name="connsiteX3" fmla="*/ 506166 w 1012260"/>
                  <a:gd name="connsiteY3" fmla="*/ 451637 h 451637"/>
                  <a:gd name="connsiteX4" fmla="*/ 72 w 1012260"/>
                  <a:gd name="connsiteY4" fmla="*/ 245463 h 451637"/>
                  <a:gd name="connsiteX0" fmla="*/ 72 w 1012260"/>
                  <a:gd name="connsiteY0" fmla="*/ 246450 h 452624"/>
                  <a:gd name="connsiteX1" fmla="*/ 477591 w 1012260"/>
                  <a:gd name="connsiteY1" fmla="*/ 2176 h 452624"/>
                  <a:gd name="connsiteX2" fmla="*/ 1012260 w 1012260"/>
                  <a:gd name="connsiteY2" fmla="*/ 246450 h 452624"/>
                  <a:gd name="connsiteX3" fmla="*/ 506166 w 1012260"/>
                  <a:gd name="connsiteY3" fmla="*/ 452624 h 452624"/>
                  <a:gd name="connsiteX4" fmla="*/ 72 w 1012260"/>
                  <a:gd name="connsiteY4" fmla="*/ 246450 h 452624"/>
                  <a:gd name="connsiteX0" fmla="*/ 72 w 1012260"/>
                  <a:gd name="connsiteY0" fmla="*/ 246450 h 488504"/>
                  <a:gd name="connsiteX1" fmla="*/ 477591 w 1012260"/>
                  <a:gd name="connsiteY1" fmla="*/ 2176 h 488504"/>
                  <a:gd name="connsiteX2" fmla="*/ 1012260 w 1012260"/>
                  <a:gd name="connsiteY2" fmla="*/ 246450 h 488504"/>
                  <a:gd name="connsiteX3" fmla="*/ 506166 w 1012260"/>
                  <a:gd name="connsiteY3" fmla="*/ 452624 h 488504"/>
                  <a:gd name="connsiteX4" fmla="*/ 72 w 1012260"/>
                  <a:gd name="connsiteY4" fmla="*/ 246450 h 488504"/>
                  <a:gd name="connsiteX0" fmla="*/ 72 w 1012260"/>
                  <a:gd name="connsiteY0" fmla="*/ 246450 h 496070"/>
                  <a:gd name="connsiteX1" fmla="*/ 477591 w 1012260"/>
                  <a:gd name="connsiteY1" fmla="*/ 2176 h 496070"/>
                  <a:gd name="connsiteX2" fmla="*/ 1012260 w 1012260"/>
                  <a:gd name="connsiteY2" fmla="*/ 246450 h 496070"/>
                  <a:gd name="connsiteX3" fmla="*/ 506166 w 1012260"/>
                  <a:gd name="connsiteY3" fmla="*/ 452624 h 496070"/>
                  <a:gd name="connsiteX4" fmla="*/ 72 w 1012260"/>
                  <a:gd name="connsiteY4" fmla="*/ 246450 h 49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2260" h="496070">
                    <a:moveTo>
                      <a:pt x="72" y="246450"/>
                    </a:moveTo>
                    <a:cubicBezTo>
                      <a:pt x="-4690" y="171375"/>
                      <a:pt x="229833" y="24401"/>
                      <a:pt x="477591" y="2176"/>
                    </a:cubicBezTo>
                    <a:cubicBezTo>
                      <a:pt x="725349" y="-20049"/>
                      <a:pt x="1012260" y="132583"/>
                      <a:pt x="1012260" y="246450"/>
                    </a:cubicBezTo>
                    <a:cubicBezTo>
                      <a:pt x="1012260" y="360317"/>
                      <a:pt x="779324" y="592324"/>
                      <a:pt x="506166" y="452624"/>
                    </a:cubicBezTo>
                    <a:cubicBezTo>
                      <a:pt x="233008" y="312924"/>
                      <a:pt x="4834" y="321525"/>
                      <a:pt x="72" y="246450"/>
                    </a:cubicBezTo>
                    <a:close/>
                  </a:path>
                </a:pathLst>
              </a:custGeom>
              <a:solidFill>
                <a:srgbClr val="FFFF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462C8E-7D67-45A4-B5C2-61F90C7BDD05}"/>
                </a:ext>
              </a:extLst>
            </p:cNvPr>
            <p:cNvSpPr txBox="1"/>
            <p:nvPr/>
          </p:nvSpPr>
          <p:spPr>
            <a:xfrm>
              <a:off x="9293104" y="1074617"/>
              <a:ext cx="26056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/>
                <a:t>5.00$</a:t>
              </a:r>
            </a:p>
          </p:txBody>
        </p:sp>
      </p:grpSp>
      <p:pic>
        <p:nvPicPr>
          <p:cNvPr id="14" name="ttsMP3.com_VoiceText_2025-4-26_23-26-45">
            <a:hlinkClick r:id="" action="ppaction://media"/>
            <a:extLst>
              <a:ext uri="{FF2B5EF4-FFF2-40B4-BE49-F238E27FC236}">
                <a16:creationId xmlns:a16="http://schemas.microsoft.com/office/drawing/2014/main" id="{9EC1E919-0F99-430D-83D5-783DBD1F86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24114" y="566056"/>
            <a:ext cx="609600" cy="609600"/>
          </a:xfrm>
          <a:prstGeom prst="rect">
            <a:avLst/>
          </a:prstGeom>
        </p:spPr>
      </p:pic>
      <p:pic>
        <p:nvPicPr>
          <p:cNvPr id="177" name="1sec">
            <a:hlinkClick r:id="" action="ppaction://media"/>
            <a:extLst>
              <a:ext uri="{FF2B5EF4-FFF2-40B4-BE49-F238E27FC236}">
                <a16:creationId xmlns:a16="http://schemas.microsoft.com/office/drawing/2014/main" id="{BFCCB2AE-B399-4A73-BA19-1FEC5F7D5E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90157" y="566056"/>
            <a:ext cx="609600" cy="609600"/>
          </a:xfrm>
          <a:prstGeom prst="rect">
            <a:avLst/>
          </a:prstGeom>
        </p:spPr>
      </p:pic>
      <p:pic>
        <p:nvPicPr>
          <p:cNvPr id="15" name="ttsMP3.com_VoiceText_2025-4-26_23-27-47">
            <a:hlinkClick r:id="" action="ppaction://media"/>
            <a:extLst>
              <a:ext uri="{FF2B5EF4-FFF2-40B4-BE49-F238E27FC236}">
                <a16:creationId xmlns:a16="http://schemas.microsoft.com/office/drawing/2014/main" id="{8A8661CE-EFB8-4DF9-9B36-0AF5926AD7D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92059" y="566056"/>
            <a:ext cx="609600" cy="609600"/>
          </a:xfrm>
          <a:prstGeom prst="rect">
            <a:avLst/>
          </a:prstGeom>
        </p:spPr>
      </p:pic>
      <p:pic>
        <p:nvPicPr>
          <p:cNvPr id="178" name="1sec">
            <a:hlinkClick r:id="" action="ppaction://media"/>
            <a:extLst>
              <a:ext uri="{FF2B5EF4-FFF2-40B4-BE49-F238E27FC236}">
                <a16:creationId xmlns:a16="http://schemas.microsoft.com/office/drawing/2014/main" id="{5A1DBC58-17C6-4E20-837E-27B100DC893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09423" y="566056"/>
            <a:ext cx="609600" cy="609600"/>
          </a:xfrm>
          <a:prstGeom prst="rect">
            <a:avLst/>
          </a:prstGeom>
        </p:spPr>
      </p:pic>
      <p:pic>
        <p:nvPicPr>
          <p:cNvPr id="179" name="1sec">
            <a:hlinkClick r:id="" action="ppaction://media"/>
            <a:extLst>
              <a:ext uri="{FF2B5EF4-FFF2-40B4-BE49-F238E27FC236}">
                <a16:creationId xmlns:a16="http://schemas.microsoft.com/office/drawing/2014/main" id="{97089789-03DB-4A68-B43B-3DC3A5646A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826787" y="5660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5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44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9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1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8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10EC63E-2120-470F-83FF-41CA1A358F84}"/>
              </a:ext>
            </a:extLst>
          </p:cNvPr>
          <p:cNvSpPr/>
          <p:nvPr/>
        </p:nvSpPr>
        <p:spPr>
          <a:xfrm>
            <a:off x="3430763" y="225956"/>
            <a:ext cx="759619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9E103"/>
                </a:solidFill>
              </a:rPr>
              <a:t>Eu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phonium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ED7D3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7E54C7-302C-4B11-A10C-C3E1D89DB04D}"/>
              </a:ext>
            </a:extLst>
          </p:cNvPr>
          <p:cNvSpPr/>
          <p:nvPr/>
        </p:nvSpPr>
        <p:spPr>
          <a:xfrm>
            <a:off x="1176179" y="225956"/>
            <a:ext cx="1933010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9E103"/>
                </a:solidFill>
              </a:rPr>
              <a:t>Eu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6C9338-AB9B-48DA-B65B-62220C5E1984}"/>
              </a:ext>
            </a:extLst>
          </p:cNvPr>
          <p:cNvGrpSpPr/>
          <p:nvPr/>
        </p:nvGrpSpPr>
        <p:grpSpPr>
          <a:xfrm>
            <a:off x="2697439" y="2033567"/>
            <a:ext cx="6261562" cy="4598477"/>
            <a:chOff x="2988987" y="1139109"/>
            <a:chExt cx="6261562" cy="4598477"/>
          </a:xfrm>
          <a:solidFill>
            <a:srgbClr val="F9E103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3FC331-ECE3-42F0-A3DA-C5492551B2E3}"/>
                </a:ext>
              </a:extLst>
            </p:cNvPr>
            <p:cNvSpPr/>
            <p:nvPr/>
          </p:nvSpPr>
          <p:spPr>
            <a:xfrm>
              <a:off x="5991058" y="1681593"/>
              <a:ext cx="725815" cy="490049"/>
            </a:xfrm>
            <a:custGeom>
              <a:avLst/>
              <a:gdLst>
                <a:gd name="connsiteX0" fmla="*/ 0 w 724716"/>
                <a:gd name="connsiteY0" fmla="*/ 0 h 479300"/>
                <a:gd name="connsiteX1" fmla="*/ 724716 w 724716"/>
                <a:gd name="connsiteY1" fmla="*/ 0 h 479300"/>
                <a:gd name="connsiteX2" fmla="*/ 724716 w 724716"/>
                <a:gd name="connsiteY2" fmla="*/ 479300 h 479300"/>
                <a:gd name="connsiteX3" fmla="*/ 0 w 724716"/>
                <a:gd name="connsiteY3" fmla="*/ 479300 h 479300"/>
                <a:gd name="connsiteX4" fmla="*/ 0 w 724716"/>
                <a:gd name="connsiteY4" fmla="*/ 0 h 479300"/>
                <a:gd name="connsiteX0" fmla="*/ 12700 w 724716"/>
                <a:gd name="connsiteY0" fmla="*/ 57150 h 479300"/>
                <a:gd name="connsiteX1" fmla="*/ 724716 w 724716"/>
                <a:gd name="connsiteY1" fmla="*/ 0 h 479300"/>
                <a:gd name="connsiteX2" fmla="*/ 724716 w 724716"/>
                <a:gd name="connsiteY2" fmla="*/ 479300 h 479300"/>
                <a:gd name="connsiteX3" fmla="*/ 0 w 724716"/>
                <a:gd name="connsiteY3" fmla="*/ 479300 h 479300"/>
                <a:gd name="connsiteX4" fmla="*/ 12700 w 724716"/>
                <a:gd name="connsiteY4" fmla="*/ 57150 h 479300"/>
                <a:gd name="connsiteX0" fmla="*/ 12700 w 724716"/>
                <a:gd name="connsiteY0" fmla="*/ 57150 h 479300"/>
                <a:gd name="connsiteX1" fmla="*/ 724716 w 724716"/>
                <a:gd name="connsiteY1" fmla="*/ 0 h 479300"/>
                <a:gd name="connsiteX2" fmla="*/ 724716 w 724716"/>
                <a:gd name="connsiteY2" fmla="*/ 479300 h 479300"/>
                <a:gd name="connsiteX3" fmla="*/ 0 w 724716"/>
                <a:gd name="connsiteY3" fmla="*/ 479300 h 479300"/>
                <a:gd name="connsiteX4" fmla="*/ 12700 w 724716"/>
                <a:gd name="connsiteY4" fmla="*/ 57150 h 479300"/>
                <a:gd name="connsiteX0" fmla="*/ 12700 w 724716"/>
                <a:gd name="connsiteY0" fmla="*/ 21645 h 443795"/>
                <a:gd name="connsiteX1" fmla="*/ 699316 w 724716"/>
                <a:gd name="connsiteY1" fmla="*/ 8945 h 443795"/>
                <a:gd name="connsiteX2" fmla="*/ 724716 w 724716"/>
                <a:gd name="connsiteY2" fmla="*/ 443795 h 443795"/>
                <a:gd name="connsiteX3" fmla="*/ 0 w 724716"/>
                <a:gd name="connsiteY3" fmla="*/ 443795 h 443795"/>
                <a:gd name="connsiteX4" fmla="*/ 12700 w 724716"/>
                <a:gd name="connsiteY4" fmla="*/ 21645 h 443795"/>
                <a:gd name="connsiteX0" fmla="*/ 12700 w 724716"/>
                <a:gd name="connsiteY0" fmla="*/ 34925 h 457075"/>
                <a:gd name="connsiteX1" fmla="*/ 699316 w 724716"/>
                <a:gd name="connsiteY1" fmla="*/ 22225 h 457075"/>
                <a:gd name="connsiteX2" fmla="*/ 724716 w 724716"/>
                <a:gd name="connsiteY2" fmla="*/ 457075 h 457075"/>
                <a:gd name="connsiteX3" fmla="*/ 0 w 724716"/>
                <a:gd name="connsiteY3" fmla="*/ 457075 h 457075"/>
                <a:gd name="connsiteX4" fmla="*/ 12700 w 724716"/>
                <a:gd name="connsiteY4" fmla="*/ 34925 h 457075"/>
                <a:gd name="connsiteX0" fmla="*/ 12700 w 728898"/>
                <a:gd name="connsiteY0" fmla="*/ 34925 h 457075"/>
                <a:gd name="connsiteX1" fmla="*/ 699316 w 728898"/>
                <a:gd name="connsiteY1" fmla="*/ 22225 h 457075"/>
                <a:gd name="connsiteX2" fmla="*/ 724716 w 728898"/>
                <a:gd name="connsiteY2" fmla="*/ 457075 h 457075"/>
                <a:gd name="connsiteX3" fmla="*/ 0 w 728898"/>
                <a:gd name="connsiteY3" fmla="*/ 457075 h 457075"/>
                <a:gd name="connsiteX4" fmla="*/ 12700 w 728898"/>
                <a:gd name="connsiteY4" fmla="*/ 34925 h 457075"/>
                <a:gd name="connsiteX0" fmla="*/ 12700 w 711466"/>
                <a:gd name="connsiteY0" fmla="*/ 34925 h 482475"/>
                <a:gd name="connsiteX1" fmla="*/ 699316 w 711466"/>
                <a:gd name="connsiteY1" fmla="*/ 22225 h 482475"/>
                <a:gd name="connsiteX2" fmla="*/ 623116 w 711466"/>
                <a:gd name="connsiteY2" fmla="*/ 482475 h 482475"/>
                <a:gd name="connsiteX3" fmla="*/ 0 w 711466"/>
                <a:gd name="connsiteY3" fmla="*/ 457075 h 482475"/>
                <a:gd name="connsiteX4" fmla="*/ 12700 w 711466"/>
                <a:gd name="connsiteY4" fmla="*/ 34925 h 482475"/>
                <a:gd name="connsiteX0" fmla="*/ 12700 w 729722"/>
                <a:gd name="connsiteY0" fmla="*/ 34925 h 483201"/>
                <a:gd name="connsiteX1" fmla="*/ 699316 w 729722"/>
                <a:gd name="connsiteY1" fmla="*/ 22225 h 483201"/>
                <a:gd name="connsiteX2" fmla="*/ 623116 w 729722"/>
                <a:gd name="connsiteY2" fmla="*/ 482475 h 483201"/>
                <a:gd name="connsiteX3" fmla="*/ 0 w 729722"/>
                <a:gd name="connsiteY3" fmla="*/ 457075 h 483201"/>
                <a:gd name="connsiteX4" fmla="*/ 12700 w 729722"/>
                <a:gd name="connsiteY4" fmla="*/ 34925 h 483201"/>
                <a:gd name="connsiteX0" fmla="*/ 12700 w 725191"/>
                <a:gd name="connsiteY0" fmla="*/ 34925 h 482475"/>
                <a:gd name="connsiteX1" fmla="*/ 699316 w 725191"/>
                <a:gd name="connsiteY1" fmla="*/ 22225 h 482475"/>
                <a:gd name="connsiteX2" fmla="*/ 623116 w 725191"/>
                <a:gd name="connsiteY2" fmla="*/ 482475 h 482475"/>
                <a:gd name="connsiteX3" fmla="*/ 0 w 725191"/>
                <a:gd name="connsiteY3" fmla="*/ 457075 h 482475"/>
                <a:gd name="connsiteX4" fmla="*/ 12700 w 725191"/>
                <a:gd name="connsiteY4" fmla="*/ 34925 h 482475"/>
                <a:gd name="connsiteX0" fmla="*/ 0 w 712491"/>
                <a:gd name="connsiteY0" fmla="*/ 34925 h 488825"/>
                <a:gd name="connsiteX1" fmla="*/ 686616 w 712491"/>
                <a:gd name="connsiteY1" fmla="*/ 22225 h 488825"/>
                <a:gd name="connsiteX2" fmla="*/ 610416 w 712491"/>
                <a:gd name="connsiteY2" fmla="*/ 482475 h 488825"/>
                <a:gd name="connsiteX3" fmla="*/ 120650 w 712491"/>
                <a:gd name="connsiteY3" fmla="*/ 488825 h 488825"/>
                <a:gd name="connsiteX4" fmla="*/ 0 w 712491"/>
                <a:gd name="connsiteY4" fmla="*/ 34925 h 488825"/>
                <a:gd name="connsiteX0" fmla="*/ 0 w 712491"/>
                <a:gd name="connsiteY0" fmla="*/ 34925 h 488825"/>
                <a:gd name="connsiteX1" fmla="*/ 686616 w 712491"/>
                <a:gd name="connsiteY1" fmla="*/ 22225 h 488825"/>
                <a:gd name="connsiteX2" fmla="*/ 610416 w 712491"/>
                <a:gd name="connsiteY2" fmla="*/ 482475 h 488825"/>
                <a:gd name="connsiteX3" fmla="*/ 120650 w 712491"/>
                <a:gd name="connsiteY3" fmla="*/ 488825 h 488825"/>
                <a:gd name="connsiteX4" fmla="*/ 0 w 712491"/>
                <a:gd name="connsiteY4" fmla="*/ 34925 h 488825"/>
                <a:gd name="connsiteX0" fmla="*/ 17843 w 730334"/>
                <a:gd name="connsiteY0" fmla="*/ 34925 h 488825"/>
                <a:gd name="connsiteX1" fmla="*/ 704459 w 730334"/>
                <a:gd name="connsiteY1" fmla="*/ 22225 h 488825"/>
                <a:gd name="connsiteX2" fmla="*/ 628259 w 730334"/>
                <a:gd name="connsiteY2" fmla="*/ 482475 h 488825"/>
                <a:gd name="connsiteX3" fmla="*/ 138493 w 730334"/>
                <a:gd name="connsiteY3" fmla="*/ 488825 h 488825"/>
                <a:gd name="connsiteX4" fmla="*/ 17843 w 730334"/>
                <a:gd name="connsiteY4" fmla="*/ 34925 h 488825"/>
                <a:gd name="connsiteX0" fmla="*/ 11075 w 723566"/>
                <a:gd name="connsiteY0" fmla="*/ 34925 h 489551"/>
                <a:gd name="connsiteX1" fmla="*/ 697691 w 723566"/>
                <a:gd name="connsiteY1" fmla="*/ 22225 h 489551"/>
                <a:gd name="connsiteX2" fmla="*/ 621491 w 723566"/>
                <a:gd name="connsiteY2" fmla="*/ 482475 h 489551"/>
                <a:gd name="connsiteX3" fmla="*/ 131725 w 723566"/>
                <a:gd name="connsiteY3" fmla="*/ 488825 h 489551"/>
                <a:gd name="connsiteX4" fmla="*/ 11075 w 723566"/>
                <a:gd name="connsiteY4" fmla="*/ 34925 h 489551"/>
                <a:gd name="connsiteX0" fmla="*/ 14816 w 727307"/>
                <a:gd name="connsiteY0" fmla="*/ 34925 h 490049"/>
                <a:gd name="connsiteX1" fmla="*/ 701432 w 727307"/>
                <a:gd name="connsiteY1" fmla="*/ 22225 h 490049"/>
                <a:gd name="connsiteX2" fmla="*/ 625232 w 727307"/>
                <a:gd name="connsiteY2" fmla="*/ 482475 h 490049"/>
                <a:gd name="connsiteX3" fmla="*/ 135466 w 727307"/>
                <a:gd name="connsiteY3" fmla="*/ 488825 h 490049"/>
                <a:gd name="connsiteX4" fmla="*/ 14816 w 727307"/>
                <a:gd name="connsiteY4" fmla="*/ 34925 h 490049"/>
                <a:gd name="connsiteX0" fmla="*/ 14816 w 730243"/>
                <a:gd name="connsiteY0" fmla="*/ 34925 h 490049"/>
                <a:gd name="connsiteX1" fmla="*/ 701432 w 730243"/>
                <a:gd name="connsiteY1" fmla="*/ 22225 h 490049"/>
                <a:gd name="connsiteX2" fmla="*/ 625232 w 730243"/>
                <a:gd name="connsiteY2" fmla="*/ 482475 h 490049"/>
                <a:gd name="connsiteX3" fmla="*/ 135466 w 730243"/>
                <a:gd name="connsiteY3" fmla="*/ 488825 h 490049"/>
                <a:gd name="connsiteX4" fmla="*/ 14816 w 730243"/>
                <a:gd name="connsiteY4" fmla="*/ 34925 h 490049"/>
                <a:gd name="connsiteX0" fmla="*/ 14816 w 739572"/>
                <a:gd name="connsiteY0" fmla="*/ 34925 h 490049"/>
                <a:gd name="connsiteX1" fmla="*/ 714132 w 739572"/>
                <a:gd name="connsiteY1" fmla="*/ 22225 h 490049"/>
                <a:gd name="connsiteX2" fmla="*/ 625232 w 739572"/>
                <a:gd name="connsiteY2" fmla="*/ 482475 h 490049"/>
                <a:gd name="connsiteX3" fmla="*/ 135466 w 739572"/>
                <a:gd name="connsiteY3" fmla="*/ 488825 h 490049"/>
                <a:gd name="connsiteX4" fmla="*/ 14816 w 739572"/>
                <a:gd name="connsiteY4" fmla="*/ 34925 h 490049"/>
                <a:gd name="connsiteX0" fmla="*/ 14816 w 725815"/>
                <a:gd name="connsiteY0" fmla="*/ 34925 h 490049"/>
                <a:gd name="connsiteX1" fmla="*/ 695082 w 725815"/>
                <a:gd name="connsiteY1" fmla="*/ 22225 h 490049"/>
                <a:gd name="connsiteX2" fmla="*/ 625232 w 725815"/>
                <a:gd name="connsiteY2" fmla="*/ 482475 h 490049"/>
                <a:gd name="connsiteX3" fmla="*/ 135466 w 725815"/>
                <a:gd name="connsiteY3" fmla="*/ 488825 h 490049"/>
                <a:gd name="connsiteX4" fmla="*/ 14816 w 725815"/>
                <a:gd name="connsiteY4" fmla="*/ 34925 h 49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815" h="490049">
                  <a:moveTo>
                    <a:pt x="14816" y="34925"/>
                  </a:moveTo>
                  <a:cubicBezTo>
                    <a:pt x="87055" y="-15875"/>
                    <a:pt x="597443" y="-3175"/>
                    <a:pt x="695082" y="22225"/>
                  </a:cubicBezTo>
                  <a:cubicBezTo>
                    <a:pt x="747999" y="97325"/>
                    <a:pt x="737415" y="483575"/>
                    <a:pt x="625232" y="482475"/>
                  </a:cubicBezTo>
                  <a:lnTo>
                    <a:pt x="135466" y="488825"/>
                  </a:lnTo>
                  <a:cubicBezTo>
                    <a:pt x="-25401" y="515325"/>
                    <a:pt x="-8467" y="103675"/>
                    <a:pt x="14816" y="34925"/>
                  </a:cubicBez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3A1E0D-CB7E-490A-A7B3-1C39F5729E59}"/>
                </a:ext>
              </a:extLst>
            </p:cNvPr>
            <p:cNvSpPr/>
            <p:nvPr/>
          </p:nvSpPr>
          <p:spPr>
            <a:xfrm>
              <a:off x="6165298" y="2171641"/>
              <a:ext cx="400050" cy="1609783"/>
            </a:xfrm>
            <a:prstGeom prst="rect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533D426-B97C-41E1-99FA-2D094C2E8EEF}"/>
                </a:ext>
              </a:extLst>
            </p:cNvPr>
            <p:cNvSpPr/>
            <p:nvPr/>
          </p:nvSpPr>
          <p:spPr>
            <a:xfrm>
              <a:off x="2988987" y="1139109"/>
              <a:ext cx="6261562" cy="4598477"/>
            </a:xfrm>
            <a:custGeom>
              <a:avLst/>
              <a:gdLst>
                <a:gd name="connsiteX0" fmla="*/ 0 w 397565"/>
                <a:gd name="connsiteY0" fmla="*/ 0 h 3379304"/>
                <a:gd name="connsiteX1" fmla="*/ 397565 w 397565"/>
                <a:gd name="connsiteY1" fmla="*/ 0 h 3379304"/>
                <a:gd name="connsiteX2" fmla="*/ 397565 w 397565"/>
                <a:gd name="connsiteY2" fmla="*/ 3379304 h 3379304"/>
                <a:gd name="connsiteX3" fmla="*/ 0 w 397565"/>
                <a:gd name="connsiteY3" fmla="*/ 3379304 h 3379304"/>
                <a:gd name="connsiteX4" fmla="*/ 0 w 397565"/>
                <a:gd name="connsiteY4" fmla="*/ 0 h 3379304"/>
                <a:gd name="connsiteX0" fmla="*/ 79513 w 397565"/>
                <a:gd name="connsiteY0" fmla="*/ 0 h 3551582"/>
                <a:gd name="connsiteX1" fmla="*/ 397565 w 397565"/>
                <a:gd name="connsiteY1" fmla="*/ 172278 h 3551582"/>
                <a:gd name="connsiteX2" fmla="*/ 397565 w 397565"/>
                <a:gd name="connsiteY2" fmla="*/ 3551582 h 3551582"/>
                <a:gd name="connsiteX3" fmla="*/ 0 w 397565"/>
                <a:gd name="connsiteY3" fmla="*/ 3551582 h 3551582"/>
                <a:gd name="connsiteX4" fmla="*/ 79513 w 397565"/>
                <a:gd name="connsiteY4" fmla="*/ 0 h 3551582"/>
                <a:gd name="connsiteX0" fmla="*/ 0 w 5194852"/>
                <a:gd name="connsiteY0" fmla="*/ 1311965 h 3379304"/>
                <a:gd name="connsiteX1" fmla="*/ 5194852 w 5194852"/>
                <a:gd name="connsiteY1" fmla="*/ 0 h 3379304"/>
                <a:gd name="connsiteX2" fmla="*/ 5194852 w 5194852"/>
                <a:gd name="connsiteY2" fmla="*/ 3379304 h 3379304"/>
                <a:gd name="connsiteX3" fmla="*/ 4797287 w 5194852"/>
                <a:gd name="connsiteY3" fmla="*/ 3379304 h 3379304"/>
                <a:gd name="connsiteX4" fmla="*/ 0 w 5194852"/>
                <a:gd name="connsiteY4" fmla="*/ 1311965 h 3379304"/>
                <a:gd name="connsiteX0" fmla="*/ 0 w 5194852"/>
                <a:gd name="connsiteY0" fmla="*/ 1311965 h 3379304"/>
                <a:gd name="connsiteX1" fmla="*/ 5194852 w 5194852"/>
                <a:gd name="connsiteY1" fmla="*/ 0 h 3379304"/>
                <a:gd name="connsiteX2" fmla="*/ 5194852 w 5194852"/>
                <a:gd name="connsiteY2" fmla="*/ 3379304 h 3379304"/>
                <a:gd name="connsiteX3" fmla="*/ 106018 w 5194852"/>
                <a:gd name="connsiteY3" fmla="*/ 2027582 h 3379304"/>
                <a:gd name="connsiteX4" fmla="*/ 0 w 5194852"/>
                <a:gd name="connsiteY4" fmla="*/ 1311965 h 3379304"/>
                <a:gd name="connsiteX0" fmla="*/ 0 w 5194852"/>
                <a:gd name="connsiteY0" fmla="*/ 1510747 h 3578086"/>
                <a:gd name="connsiteX1" fmla="*/ 4863548 w 5194852"/>
                <a:gd name="connsiteY1" fmla="*/ 0 h 3578086"/>
                <a:gd name="connsiteX2" fmla="*/ 5194852 w 5194852"/>
                <a:gd name="connsiteY2" fmla="*/ 3578086 h 3578086"/>
                <a:gd name="connsiteX3" fmla="*/ 106018 w 5194852"/>
                <a:gd name="connsiteY3" fmla="*/ 2226364 h 3578086"/>
                <a:gd name="connsiteX4" fmla="*/ 0 w 5194852"/>
                <a:gd name="connsiteY4" fmla="*/ 1510747 h 3578086"/>
                <a:gd name="connsiteX0" fmla="*/ 0 w 4876800"/>
                <a:gd name="connsiteY0" fmla="*/ 1510747 h 3538330"/>
                <a:gd name="connsiteX1" fmla="*/ 4863548 w 4876800"/>
                <a:gd name="connsiteY1" fmla="*/ 0 h 3538330"/>
                <a:gd name="connsiteX2" fmla="*/ 4876800 w 4876800"/>
                <a:gd name="connsiteY2" fmla="*/ 3538330 h 3538330"/>
                <a:gd name="connsiteX3" fmla="*/ 106018 w 4876800"/>
                <a:gd name="connsiteY3" fmla="*/ 2226364 h 3538330"/>
                <a:gd name="connsiteX4" fmla="*/ 0 w 4876800"/>
                <a:gd name="connsiteY4" fmla="*/ 1510747 h 3538330"/>
                <a:gd name="connsiteX0" fmla="*/ 0 w 5015255"/>
                <a:gd name="connsiteY0" fmla="*/ 1510747 h 3538330"/>
                <a:gd name="connsiteX1" fmla="*/ 4863548 w 5015255"/>
                <a:gd name="connsiteY1" fmla="*/ 0 h 3538330"/>
                <a:gd name="connsiteX2" fmla="*/ 4876800 w 5015255"/>
                <a:gd name="connsiteY2" fmla="*/ 3538330 h 3538330"/>
                <a:gd name="connsiteX3" fmla="*/ 106018 w 5015255"/>
                <a:gd name="connsiteY3" fmla="*/ 2226364 h 3538330"/>
                <a:gd name="connsiteX4" fmla="*/ 0 w 5015255"/>
                <a:gd name="connsiteY4" fmla="*/ 1510747 h 3538330"/>
                <a:gd name="connsiteX0" fmla="*/ 0 w 5071229"/>
                <a:gd name="connsiteY0" fmla="*/ 1510747 h 3538330"/>
                <a:gd name="connsiteX1" fmla="*/ 4863548 w 5071229"/>
                <a:gd name="connsiteY1" fmla="*/ 0 h 3538330"/>
                <a:gd name="connsiteX2" fmla="*/ 4876800 w 5071229"/>
                <a:gd name="connsiteY2" fmla="*/ 3538330 h 3538330"/>
                <a:gd name="connsiteX3" fmla="*/ 106018 w 5071229"/>
                <a:gd name="connsiteY3" fmla="*/ 2226364 h 3538330"/>
                <a:gd name="connsiteX4" fmla="*/ 0 w 5071229"/>
                <a:gd name="connsiteY4" fmla="*/ 1510747 h 3538330"/>
                <a:gd name="connsiteX0" fmla="*/ 26504 w 5097733"/>
                <a:gd name="connsiteY0" fmla="*/ 1510747 h 4137945"/>
                <a:gd name="connsiteX1" fmla="*/ 4890052 w 5097733"/>
                <a:gd name="connsiteY1" fmla="*/ 0 h 4137945"/>
                <a:gd name="connsiteX2" fmla="*/ 4903304 w 5097733"/>
                <a:gd name="connsiteY2" fmla="*/ 3538330 h 4137945"/>
                <a:gd name="connsiteX3" fmla="*/ 132522 w 5097733"/>
                <a:gd name="connsiteY3" fmla="*/ 2226364 h 4137945"/>
                <a:gd name="connsiteX4" fmla="*/ 0 w 5097733"/>
                <a:gd name="connsiteY4" fmla="*/ 4134677 h 4137945"/>
                <a:gd name="connsiteX5" fmla="*/ 26504 w 5097733"/>
                <a:gd name="connsiteY5" fmla="*/ 1510747 h 4137945"/>
                <a:gd name="connsiteX0" fmla="*/ 702365 w 5773594"/>
                <a:gd name="connsiteY0" fmla="*/ 1510747 h 4410751"/>
                <a:gd name="connsiteX1" fmla="*/ 5565913 w 5773594"/>
                <a:gd name="connsiteY1" fmla="*/ 0 h 4410751"/>
                <a:gd name="connsiteX2" fmla="*/ 5579165 w 5773594"/>
                <a:gd name="connsiteY2" fmla="*/ 3538330 h 4410751"/>
                <a:gd name="connsiteX3" fmla="*/ 808383 w 5773594"/>
                <a:gd name="connsiteY3" fmla="*/ 2226364 h 4410751"/>
                <a:gd name="connsiteX4" fmla="*/ 675861 w 5773594"/>
                <a:gd name="connsiteY4" fmla="*/ 4134677 h 4410751"/>
                <a:gd name="connsiteX5" fmla="*/ 0 w 5773594"/>
                <a:gd name="connsiteY5" fmla="*/ 4214190 h 4410751"/>
                <a:gd name="connsiteX6" fmla="*/ 702365 w 5773594"/>
                <a:gd name="connsiteY6" fmla="*/ 1510747 h 4410751"/>
                <a:gd name="connsiteX0" fmla="*/ 1013336 w 6084565"/>
                <a:gd name="connsiteY0" fmla="*/ 1510747 h 4410751"/>
                <a:gd name="connsiteX1" fmla="*/ 5876884 w 6084565"/>
                <a:gd name="connsiteY1" fmla="*/ 0 h 4410751"/>
                <a:gd name="connsiteX2" fmla="*/ 5890136 w 6084565"/>
                <a:gd name="connsiteY2" fmla="*/ 3538330 h 4410751"/>
                <a:gd name="connsiteX3" fmla="*/ 1119354 w 6084565"/>
                <a:gd name="connsiteY3" fmla="*/ 2226364 h 4410751"/>
                <a:gd name="connsiteX4" fmla="*/ 986832 w 6084565"/>
                <a:gd name="connsiteY4" fmla="*/ 4134677 h 4410751"/>
                <a:gd name="connsiteX5" fmla="*/ 310971 w 6084565"/>
                <a:gd name="connsiteY5" fmla="*/ 4214190 h 4410751"/>
                <a:gd name="connsiteX6" fmla="*/ 1013336 w 6084565"/>
                <a:gd name="connsiteY6" fmla="*/ 1510747 h 4410751"/>
                <a:gd name="connsiteX0" fmla="*/ 1145691 w 6216920"/>
                <a:gd name="connsiteY0" fmla="*/ 1510747 h 4410751"/>
                <a:gd name="connsiteX1" fmla="*/ 6009239 w 6216920"/>
                <a:gd name="connsiteY1" fmla="*/ 0 h 4410751"/>
                <a:gd name="connsiteX2" fmla="*/ 6022491 w 6216920"/>
                <a:gd name="connsiteY2" fmla="*/ 3538330 h 4410751"/>
                <a:gd name="connsiteX3" fmla="*/ 1251709 w 6216920"/>
                <a:gd name="connsiteY3" fmla="*/ 2226364 h 4410751"/>
                <a:gd name="connsiteX4" fmla="*/ 1119187 w 6216920"/>
                <a:gd name="connsiteY4" fmla="*/ 4134677 h 4410751"/>
                <a:gd name="connsiteX5" fmla="*/ 443326 w 6216920"/>
                <a:gd name="connsiteY5" fmla="*/ 4214190 h 4410751"/>
                <a:gd name="connsiteX6" fmla="*/ 1145691 w 6216920"/>
                <a:gd name="connsiteY6" fmla="*/ 1510747 h 4410751"/>
                <a:gd name="connsiteX0" fmla="*/ 1145691 w 6216920"/>
                <a:gd name="connsiteY0" fmla="*/ 1510747 h 4410751"/>
                <a:gd name="connsiteX1" fmla="*/ 6009239 w 6216920"/>
                <a:gd name="connsiteY1" fmla="*/ 0 h 4410751"/>
                <a:gd name="connsiteX2" fmla="*/ 6022491 w 6216920"/>
                <a:gd name="connsiteY2" fmla="*/ 3538330 h 4410751"/>
                <a:gd name="connsiteX3" fmla="*/ 1251709 w 6216920"/>
                <a:gd name="connsiteY3" fmla="*/ 2226364 h 4410751"/>
                <a:gd name="connsiteX4" fmla="*/ 1119187 w 6216920"/>
                <a:gd name="connsiteY4" fmla="*/ 4134677 h 4410751"/>
                <a:gd name="connsiteX5" fmla="*/ 443326 w 6216920"/>
                <a:gd name="connsiteY5" fmla="*/ 4214190 h 4410751"/>
                <a:gd name="connsiteX6" fmla="*/ 1145691 w 6216920"/>
                <a:gd name="connsiteY6" fmla="*/ 1510747 h 4410751"/>
                <a:gd name="connsiteX0" fmla="*/ 1145691 w 6216920"/>
                <a:gd name="connsiteY0" fmla="*/ 1510747 h 4410751"/>
                <a:gd name="connsiteX1" fmla="*/ 6009239 w 6216920"/>
                <a:gd name="connsiteY1" fmla="*/ 0 h 4410751"/>
                <a:gd name="connsiteX2" fmla="*/ 6022491 w 6216920"/>
                <a:gd name="connsiteY2" fmla="*/ 3538330 h 4410751"/>
                <a:gd name="connsiteX3" fmla="*/ 1251709 w 6216920"/>
                <a:gd name="connsiteY3" fmla="*/ 2226364 h 4410751"/>
                <a:gd name="connsiteX4" fmla="*/ 1119187 w 6216920"/>
                <a:gd name="connsiteY4" fmla="*/ 4134677 h 4410751"/>
                <a:gd name="connsiteX5" fmla="*/ 443326 w 6216920"/>
                <a:gd name="connsiteY5" fmla="*/ 4214190 h 4410751"/>
                <a:gd name="connsiteX6" fmla="*/ 1145691 w 6216920"/>
                <a:gd name="connsiteY6" fmla="*/ 1510747 h 4410751"/>
                <a:gd name="connsiteX0" fmla="*/ 1145691 w 6216920"/>
                <a:gd name="connsiteY0" fmla="*/ 1510747 h 4410751"/>
                <a:gd name="connsiteX1" fmla="*/ 4949066 w 6216920"/>
                <a:gd name="connsiteY1" fmla="*/ 887895 h 4410751"/>
                <a:gd name="connsiteX2" fmla="*/ 6009239 w 6216920"/>
                <a:gd name="connsiteY2" fmla="*/ 0 h 4410751"/>
                <a:gd name="connsiteX3" fmla="*/ 6022491 w 6216920"/>
                <a:gd name="connsiteY3" fmla="*/ 3538330 h 4410751"/>
                <a:gd name="connsiteX4" fmla="*/ 1251709 w 6216920"/>
                <a:gd name="connsiteY4" fmla="*/ 2226364 h 4410751"/>
                <a:gd name="connsiteX5" fmla="*/ 1119187 w 6216920"/>
                <a:gd name="connsiteY5" fmla="*/ 4134677 h 4410751"/>
                <a:gd name="connsiteX6" fmla="*/ 443326 w 6216920"/>
                <a:gd name="connsiteY6" fmla="*/ 4214190 h 4410751"/>
                <a:gd name="connsiteX7" fmla="*/ 1145691 w 6216920"/>
                <a:gd name="connsiteY7" fmla="*/ 1510747 h 4410751"/>
                <a:gd name="connsiteX0" fmla="*/ 1145691 w 6216920"/>
                <a:gd name="connsiteY0" fmla="*/ 1511327 h 4411331"/>
                <a:gd name="connsiteX1" fmla="*/ 4949066 w 6216920"/>
                <a:gd name="connsiteY1" fmla="*/ 888475 h 4411331"/>
                <a:gd name="connsiteX2" fmla="*/ 6009239 w 6216920"/>
                <a:gd name="connsiteY2" fmla="*/ 580 h 4411331"/>
                <a:gd name="connsiteX3" fmla="*/ 6022491 w 6216920"/>
                <a:gd name="connsiteY3" fmla="*/ 3538910 h 4411331"/>
                <a:gd name="connsiteX4" fmla="*/ 1251709 w 6216920"/>
                <a:gd name="connsiteY4" fmla="*/ 2226944 h 4411331"/>
                <a:gd name="connsiteX5" fmla="*/ 1119187 w 6216920"/>
                <a:gd name="connsiteY5" fmla="*/ 4135257 h 4411331"/>
                <a:gd name="connsiteX6" fmla="*/ 443326 w 6216920"/>
                <a:gd name="connsiteY6" fmla="*/ 4214770 h 4411331"/>
                <a:gd name="connsiteX7" fmla="*/ 1145691 w 6216920"/>
                <a:gd name="connsiteY7" fmla="*/ 1511327 h 4411331"/>
                <a:gd name="connsiteX0" fmla="*/ 1145691 w 6216920"/>
                <a:gd name="connsiteY0" fmla="*/ 1511327 h 4411331"/>
                <a:gd name="connsiteX1" fmla="*/ 4949066 w 6216920"/>
                <a:gd name="connsiteY1" fmla="*/ 888475 h 4411331"/>
                <a:gd name="connsiteX2" fmla="*/ 6009239 w 6216920"/>
                <a:gd name="connsiteY2" fmla="*/ 580 h 4411331"/>
                <a:gd name="connsiteX3" fmla="*/ 6022491 w 6216920"/>
                <a:gd name="connsiteY3" fmla="*/ 3538910 h 4411331"/>
                <a:gd name="connsiteX4" fmla="*/ 1251709 w 6216920"/>
                <a:gd name="connsiteY4" fmla="*/ 2226944 h 4411331"/>
                <a:gd name="connsiteX5" fmla="*/ 1119187 w 6216920"/>
                <a:gd name="connsiteY5" fmla="*/ 4135257 h 4411331"/>
                <a:gd name="connsiteX6" fmla="*/ 443326 w 6216920"/>
                <a:gd name="connsiteY6" fmla="*/ 4214770 h 4411331"/>
                <a:gd name="connsiteX7" fmla="*/ 1145691 w 6216920"/>
                <a:gd name="connsiteY7" fmla="*/ 1511327 h 4411331"/>
                <a:gd name="connsiteX0" fmla="*/ 1145691 w 6216920"/>
                <a:gd name="connsiteY0" fmla="*/ 1511327 h 4411331"/>
                <a:gd name="connsiteX1" fmla="*/ 4949066 w 6216920"/>
                <a:gd name="connsiteY1" fmla="*/ 888475 h 4411331"/>
                <a:gd name="connsiteX2" fmla="*/ 6009239 w 6216920"/>
                <a:gd name="connsiteY2" fmla="*/ 580 h 4411331"/>
                <a:gd name="connsiteX3" fmla="*/ 6022491 w 6216920"/>
                <a:gd name="connsiteY3" fmla="*/ 3538910 h 4411331"/>
                <a:gd name="connsiteX4" fmla="*/ 4988823 w 6216920"/>
                <a:gd name="connsiteY4" fmla="*/ 2598005 h 4411331"/>
                <a:gd name="connsiteX5" fmla="*/ 1251709 w 6216920"/>
                <a:gd name="connsiteY5" fmla="*/ 2226944 h 4411331"/>
                <a:gd name="connsiteX6" fmla="*/ 1119187 w 6216920"/>
                <a:gd name="connsiteY6" fmla="*/ 4135257 h 4411331"/>
                <a:gd name="connsiteX7" fmla="*/ 443326 w 6216920"/>
                <a:gd name="connsiteY7" fmla="*/ 4214770 h 4411331"/>
                <a:gd name="connsiteX8" fmla="*/ 1145691 w 6216920"/>
                <a:gd name="connsiteY8" fmla="*/ 1511327 h 4411331"/>
                <a:gd name="connsiteX0" fmla="*/ 1145691 w 6216920"/>
                <a:gd name="connsiteY0" fmla="*/ 1511327 h 4411331"/>
                <a:gd name="connsiteX1" fmla="*/ 4949066 w 6216920"/>
                <a:gd name="connsiteY1" fmla="*/ 888475 h 4411331"/>
                <a:gd name="connsiteX2" fmla="*/ 6009239 w 6216920"/>
                <a:gd name="connsiteY2" fmla="*/ 580 h 4411331"/>
                <a:gd name="connsiteX3" fmla="*/ 6022491 w 6216920"/>
                <a:gd name="connsiteY3" fmla="*/ 3538910 h 4411331"/>
                <a:gd name="connsiteX4" fmla="*/ 4988823 w 6216920"/>
                <a:gd name="connsiteY4" fmla="*/ 2598005 h 4411331"/>
                <a:gd name="connsiteX5" fmla="*/ 1251709 w 6216920"/>
                <a:gd name="connsiteY5" fmla="*/ 2226944 h 4411331"/>
                <a:gd name="connsiteX6" fmla="*/ 1119187 w 6216920"/>
                <a:gd name="connsiteY6" fmla="*/ 4135257 h 4411331"/>
                <a:gd name="connsiteX7" fmla="*/ 443326 w 6216920"/>
                <a:gd name="connsiteY7" fmla="*/ 4214770 h 4411331"/>
                <a:gd name="connsiteX8" fmla="*/ 1145691 w 6216920"/>
                <a:gd name="connsiteY8" fmla="*/ 1511327 h 4411331"/>
                <a:gd name="connsiteX0" fmla="*/ 1145691 w 6216920"/>
                <a:gd name="connsiteY0" fmla="*/ 1511327 h 4411331"/>
                <a:gd name="connsiteX1" fmla="*/ 4949066 w 6216920"/>
                <a:gd name="connsiteY1" fmla="*/ 888475 h 4411331"/>
                <a:gd name="connsiteX2" fmla="*/ 6009239 w 6216920"/>
                <a:gd name="connsiteY2" fmla="*/ 580 h 4411331"/>
                <a:gd name="connsiteX3" fmla="*/ 6022491 w 6216920"/>
                <a:gd name="connsiteY3" fmla="*/ 3525658 h 4411331"/>
                <a:gd name="connsiteX4" fmla="*/ 4988823 w 6216920"/>
                <a:gd name="connsiteY4" fmla="*/ 2598005 h 4411331"/>
                <a:gd name="connsiteX5" fmla="*/ 1251709 w 6216920"/>
                <a:gd name="connsiteY5" fmla="*/ 2226944 h 4411331"/>
                <a:gd name="connsiteX6" fmla="*/ 1119187 w 6216920"/>
                <a:gd name="connsiteY6" fmla="*/ 4135257 h 4411331"/>
                <a:gd name="connsiteX7" fmla="*/ 443326 w 6216920"/>
                <a:gd name="connsiteY7" fmla="*/ 4214770 h 4411331"/>
                <a:gd name="connsiteX8" fmla="*/ 1145691 w 6216920"/>
                <a:gd name="connsiteY8" fmla="*/ 1511327 h 4411331"/>
                <a:gd name="connsiteX0" fmla="*/ 1145691 w 6239865"/>
                <a:gd name="connsiteY0" fmla="*/ 1511327 h 4411331"/>
                <a:gd name="connsiteX1" fmla="*/ 4949066 w 6239865"/>
                <a:gd name="connsiteY1" fmla="*/ 888475 h 4411331"/>
                <a:gd name="connsiteX2" fmla="*/ 6009239 w 6239865"/>
                <a:gd name="connsiteY2" fmla="*/ 580 h 4411331"/>
                <a:gd name="connsiteX3" fmla="*/ 6022491 w 6239865"/>
                <a:gd name="connsiteY3" fmla="*/ 3525658 h 4411331"/>
                <a:gd name="connsiteX4" fmla="*/ 4988823 w 6239865"/>
                <a:gd name="connsiteY4" fmla="*/ 2598005 h 4411331"/>
                <a:gd name="connsiteX5" fmla="*/ 1251709 w 6239865"/>
                <a:gd name="connsiteY5" fmla="*/ 2226944 h 4411331"/>
                <a:gd name="connsiteX6" fmla="*/ 1119187 w 6239865"/>
                <a:gd name="connsiteY6" fmla="*/ 4135257 h 4411331"/>
                <a:gd name="connsiteX7" fmla="*/ 443326 w 6239865"/>
                <a:gd name="connsiteY7" fmla="*/ 4214770 h 4411331"/>
                <a:gd name="connsiteX8" fmla="*/ 1145691 w 6239865"/>
                <a:gd name="connsiteY8" fmla="*/ 1511327 h 4411331"/>
                <a:gd name="connsiteX0" fmla="*/ 1145691 w 6254415"/>
                <a:gd name="connsiteY0" fmla="*/ 1511327 h 4411331"/>
                <a:gd name="connsiteX1" fmla="*/ 4949066 w 6254415"/>
                <a:gd name="connsiteY1" fmla="*/ 888475 h 4411331"/>
                <a:gd name="connsiteX2" fmla="*/ 6009239 w 6254415"/>
                <a:gd name="connsiteY2" fmla="*/ 580 h 4411331"/>
                <a:gd name="connsiteX3" fmla="*/ 6022491 w 6254415"/>
                <a:gd name="connsiteY3" fmla="*/ 3525658 h 4411331"/>
                <a:gd name="connsiteX4" fmla="*/ 4988823 w 6254415"/>
                <a:gd name="connsiteY4" fmla="*/ 2598005 h 4411331"/>
                <a:gd name="connsiteX5" fmla="*/ 1251709 w 6254415"/>
                <a:gd name="connsiteY5" fmla="*/ 2226944 h 4411331"/>
                <a:gd name="connsiteX6" fmla="*/ 1119187 w 6254415"/>
                <a:gd name="connsiteY6" fmla="*/ 4135257 h 4411331"/>
                <a:gd name="connsiteX7" fmla="*/ 443326 w 6254415"/>
                <a:gd name="connsiteY7" fmla="*/ 4214770 h 4411331"/>
                <a:gd name="connsiteX8" fmla="*/ 1145691 w 6254415"/>
                <a:gd name="connsiteY8" fmla="*/ 1511327 h 4411331"/>
                <a:gd name="connsiteX0" fmla="*/ 1145691 w 6254415"/>
                <a:gd name="connsiteY0" fmla="*/ 1511327 h 4411331"/>
                <a:gd name="connsiteX1" fmla="*/ 4949066 w 6254415"/>
                <a:gd name="connsiteY1" fmla="*/ 888475 h 4411331"/>
                <a:gd name="connsiteX2" fmla="*/ 6009239 w 6254415"/>
                <a:gd name="connsiteY2" fmla="*/ 580 h 4411331"/>
                <a:gd name="connsiteX3" fmla="*/ 6022491 w 6254415"/>
                <a:gd name="connsiteY3" fmla="*/ 3525658 h 4411331"/>
                <a:gd name="connsiteX4" fmla="*/ 4988823 w 6254415"/>
                <a:gd name="connsiteY4" fmla="*/ 2598005 h 4411331"/>
                <a:gd name="connsiteX5" fmla="*/ 1251709 w 6254415"/>
                <a:gd name="connsiteY5" fmla="*/ 2226944 h 4411331"/>
                <a:gd name="connsiteX6" fmla="*/ 1119187 w 6254415"/>
                <a:gd name="connsiteY6" fmla="*/ 4135257 h 4411331"/>
                <a:gd name="connsiteX7" fmla="*/ 443326 w 6254415"/>
                <a:gd name="connsiteY7" fmla="*/ 4214770 h 4411331"/>
                <a:gd name="connsiteX8" fmla="*/ 1145691 w 6254415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988823 w 6261562"/>
                <a:gd name="connsiteY4" fmla="*/ 2598005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988823 w 6261562"/>
                <a:gd name="connsiteY4" fmla="*/ 2598005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988823 w 6261562"/>
                <a:gd name="connsiteY4" fmla="*/ 2598005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988823 w 6261562"/>
                <a:gd name="connsiteY4" fmla="*/ 2607530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988823 w 6261562"/>
                <a:gd name="connsiteY4" fmla="*/ 2607530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579248 w 6261562"/>
                <a:gd name="connsiteY4" fmla="*/ 2359880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579248 w 6261562"/>
                <a:gd name="connsiteY4" fmla="*/ 2359880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579248 w 6261562"/>
                <a:gd name="connsiteY4" fmla="*/ 2359880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327 h 4411331"/>
                <a:gd name="connsiteX1" fmla="*/ 4949066 w 6261562"/>
                <a:gd name="connsiteY1" fmla="*/ 888475 h 4411331"/>
                <a:gd name="connsiteX2" fmla="*/ 6009239 w 6261562"/>
                <a:gd name="connsiteY2" fmla="*/ 580 h 4411331"/>
                <a:gd name="connsiteX3" fmla="*/ 6022491 w 6261562"/>
                <a:gd name="connsiteY3" fmla="*/ 3525658 h 4411331"/>
                <a:gd name="connsiteX4" fmla="*/ 4579248 w 6261562"/>
                <a:gd name="connsiteY4" fmla="*/ 2359880 h 4411331"/>
                <a:gd name="connsiteX5" fmla="*/ 1251709 w 6261562"/>
                <a:gd name="connsiteY5" fmla="*/ 2226944 h 4411331"/>
                <a:gd name="connsiteX6" fmla="*/ 1119187 w 6261562"/>
                <a:gd name="connsiteY6" fmla="*/ 4135257 h 4411331"/>
                <a:gd name="connsiteX7" fmla="*/ 443326 w 6261562"/>
                <a:gd name="connsiteY7" fmla="*/ 4214770 h 4411331"/>
                <a:gd name="connsiteX8" fmla="*/ 1145691 w 6261562"/>
                <a:gd name="connsiteY8" fmla="*/ 1511327 h 4411331"/>
                <a:gd name="connsiteX0" fmla="*/ 1145691 w 6261562"/>
                <a:gd name="connsiteY0" fmla="*/ 1511193 h 4411197"/>
                <a:gd name="connsiteX1" fmla="*/ 4482341 w 6261562"/>
                <a:gd name="connsiteY1" fmla="*/ 1078841 h 4411197"/>
                <a:gd name="connsiteX2" fmla="*/ 6009239 w 6261562"/>
                <a:gd name="connsiteY2" fmla="*/ 446 h 4411197"/>
                <a:gd name="connsiteX3" fmla="*/ 6022491 w 6261562"/>
                <a:gd name="connsiteY3" fmla="*/ 3525524 h 4411197"/>
                <a:gd name="connsiteX4" fmla="*/ 4579248 w 6261562"/>
                <a:gd name="connsiteY4" fmla="*/ 2359746 h 4411197"/>
                <a:gd name="connsiteX5" fmla="*/ 1251709 w 6261562"/>
                <a:gd name="connsiteY5" fmla="*/ 2226810 h 4411197"/>
                <a:gd name="connsiteX6" fmla="*/ 1119187 w 6261562"/>
                <a:gd name="connsiteY6" fmla="*/ 4135123 h 4411197"/>
                <a:gd name="connsiteX7" fmla="*/ 443326 w 6261562"/>
                <a:gd name="connsiteY7" fmla="*/ 4214636 h 4411197"/>
                <a:gd name="connsiteX8" fmla="*/ 1145691 w 6261562"/>
                <a:gd name="connsiteY8" fmla="*/ 1511193 h 4411197"/>
                <a:gd name="connsiteX0" fmla="*/ 1145691 w 6261562"/>
                <a:gd name="connsiteY0" fmla="*/ 1511326 h 4411330"/>
                <a:gd name="connsiteX1" fmla="*/ 4482341 w 6261562"/>
                <a:gd name="connsiteY1" fmla="*/ 1078974 h 4411330"/>
                <a:gd name="connsiteX2" fmla="*/ 6009239 w 6261562"/>
                <a:gd name="connsiteY2" fmla="*/ 579 h 4411330"/>
                <a:gd name="connsiteX3" fmla="*/ 6022491 w 6261562"/>
                <a:gd name="connsiteY3" fmla="*/ 3525657 h 4411330"/>
                <a:gd name="connsiteX4" fmla="*/ 4579248 w 6261562"/>
                <a:gd name="connsiteY4" fmla="*/ 2359879 h 4411330"/>
                <a:gd name="connsiteX5" fmla="*/ 1251709 w 6261562"/>
                <a:gd name="connsiteY5" fmla="*/ 2226943 h 4411330"/>
                <a:gd name="connsiteX6" fmla="*/ 1119187 w 6261562"/>
                <a:gd name="connsiteY6" fmla="*/ 4135256 h 4411330"/>
                <a:gd name="connsiteX7" fmla="*/ 443326 w 6261562"/>
                <a:gd name="connsiteY7" fmla="*/ 4214769 h 4411330"/>
                <a:gd name="connsiteX8" fmla="*/ 1145691 w 6261562"/>
                <a:gd name="connsiteY8" fmla="*/ 1511326 h 4411330"/>
                <a:gd name="connsiteX0" fmla="*/ 1145691 w 6261562"/>
                <a:gd name="connsiteY0" fmla="*/ 1511326 h 4411330"/>
                <a:gd name="connsiteX1" fmla="*/ 4482341 w 6261562"/>
                <a:gd name="connsiteY1" fmla="*/ 1078974 h 4411330"/>
                <a:gd name="connsiteX2" fmla="*/ 6009239 w 6261562"/>
                <a:gd name="connsiteY2" fmla="*/ 579 h 4411330"/>
                <a:gd name="connsiteX3" fmla="*/ 6022491 w 6261562"/>
                <a:gd name="connsiteY3" fmla="*/ 3525657 h 4411330"/>
                <a:gd name="connsiteX4" fmla="*/ 4579248 w 6261562"/>
                <a:gd name="connsiteY4" fmla="*/ 2359879 h 4411330"/>
                <a:gd name="connsiteX5" fmla="*/ 1251709 w 6261562"/>
                <a:gd name="connsiteY5" fmla="*/ 2226943 h 4411330"/>
                <a:gd name="connsiteX6" fmla="*/ 1119187 w 6261562"/>
                <a:gd name="connsiteY6" fmla="*/ 4135256 h 4411330"/>
                <a:gd name="connsiteX7" fmla="*/ 443326 w 6261562"/>
                <a:gd name="connsiteY7" fmla="*/ 4214769 h 4411330"/>
                <a:gd name="connsiteX8" fmla="*/ 1145691 w 6261562"/>
                <a:gd name="connsiteY8" fmla="*/ 1511326 h 4411330"/>
                <a:gd name="connsiteX0" fmla="*/ 1145691 w 6261562"/>
                <a:gd name="connsiteY0" fmla="*/ 1511326 h 4411330"/>
                <a:gd name="connsiteX1" fmla="*/ 4482341 w 6261562"/>
                <a:gd name="connsiteY1" fmla="*/ 1078974 h 4411330"/>
                <a:gd name="connsiteX2" fmla="*/ 6009239 w 6261562"/>
                <a:gd name="connsiteY2" fmla="*/ 579 h 4411330"/>
                <a:gd name="connsiteX3" fmla="*/ 6022491 w 6261562"/>
                <a:gd name="connsiteY3" fmla="*/ 3525657 h 4411330"/>
                <a:gd name="connsiteX4" fmla="*/ 4579248 w 6261562"/>
                <a:gd name="connsiteY4" fmla="*/ 2359879 h 4411330"/>
                <a:gd name="connsiteX5" fmla="*/ 1251709 w 6261562"/>
                <a:gd name="connsiteY5" fmla="*/ 2226943 h 4411330"/>
                <a:gd name="connsiteX6" fmla="*/ 1119187 w 6261562"/>
                <a:gd name="connsiteY6" fmla="*/ 4135256 h 4411330"/>
                <a:gd name="connsiteX7" fmla="*/ 443326 w 6261562"/>
                <a:gd name="connsiteY7" fmla="*/ 4214769 h 4411330"/>
                <a:gd name="connsiteX8" fmla="*/ 1145691 w 6261562"/>
                <a:gd name="connsiteY8" fmla="*/ 1511326 h 4411330"/>
                <a:gd name="connsiteX0" fmla="*/ 1145691 w 6261562"/>
                <a:gd name="connsiteY0" fmla="*/ 1511326 h 4411330"/>
                <a:gd name="connsiteX1" fmla="*/ 4482341 w 6261562"/>
                <a:gd name="connsiteY1" fmla="*/ 1078974 h 4411330"/>
                <a:gd name="connsiteX2" fmla="*/ 6009239 w 6261562"/>
                <a:gd name="connsiteY2" fmla="*/ 579 h 4411330"/>
                <a:gd name="connsiteX3" fmla="*/ 6022491 w 6261562"/>
                <a:gd name="connsiteY3" fmla="*/ 3525657 h 4411330"/>
                <a:gd name="connsiteX4" fmla="*/ 4579248 w 6261562"/>
                <a:gd name="connsiteY4" fmla="*/ 2359879 h 4411330"/>
                <a:gd name="connsiteX5" fmla="*/ 1251709 w 6261562"/>
                <a:gd name="connsiteY5" fmla="*/ 2226943 h 4411330"/>
                <a:gd name="connsiteX6" fmla="*/ 1119187 w 6261562"/>
                <a:gd name="connsiteY6" fmla="*/ 4135256 h 4411330"/>
                <a:gd name="connsiteX7" fmla="*/ 443326 w 6261562"/>
                <a:gd name="connsiteY7" fmla="*/ 4214769 h 4411330"/>
                <a:gd name="connsiteX8" fmla="*/ 1145691 w 6261562"/>
                <a:gd name="connsiteY8" fmla="*/ 1511326 h 4411330"/>
                <a:gd name="connsiteX0" fmla="*/ 1145691 w 6261562"/>
                <a:gd name="connsiteY0" fmla="*/ 1511326 h 4404573"/>
                <a:gd name="connsiteX1" fmla="*/ 4482341 w 6261562"/>
                <a:gd name="connsiteY1" fmla="*/ 1078974 h 4404573"/>
                <a:gd name="connsiteX2" fmla="*/ 6009239 w 6261562"/>
                <a:gd name="connsiteY2" fmla="*/ 579 h 4404573"/>
                <a:gd name="connsiteX3" fmla="*/ 6022491 w 6261562"/>
                <a:gd name="connsiteY3" fmla="*/ 3525657 h 4404573"/>
                <a:gd name="connsiteX4" fmla="*/ 4579248 w 6261562"/>
                <a:gd name="connsiteY4" fmla="*/ 2359879 h 4404573"/>
                <a:gd name="connsiteX5" fmla="*/ 1251709 w 6261562"/>
                <a:gd name="connsiteY5" fmla="*/ 2226943 h 4404573"/>
                <a:gd name="connsiteX6" fmla="*/ 1119187 w 6261562"/>
                <a:gd name="connsiteY6" fmla="*/ 4068581 h 4404573"/>
                <a:gd name="connsiteX7" fmla="*/ 443326 w 6261562"/>
                <a:gd name="connsiteY7" fmla="*/ 4214769 h 4404573"/>
                <a:gd name="connsiteX8" fmla="*/ 1145691 w 6261562"/>
                <a:gd name="connsiteY8" fmla="*/ 1511326 h 4404573"/>
                <a:gd name="connsiteX0" fmla="*/ 1145691 w 6261562"/>
                <a:gd name="connsiteY0" fmla="*/ 1511326 h 4533892"/>
                <a:gd name="connsiteX1" fmla="*/ 4482341 w 6261562"/>
                <a:gd name="connsiteY1" fmla="*/ 1078974 h 4533892"/>
                <a:gd name="connsiteX2" fmla="*/ 6009239 w 6261562"/>
                <a:gd name="connsiteY2" fmla="*/ 579 h 4533892"/>
                <a:gd name="connsiteX3" fmla="*/ 6022491 w 6261562"/>
                <a:gd name="connsiteY3" fmla="*/ 3525657 h 4533892"/>
                <a:gd name="connsiteX4" fmla="*/ 4579248 w 6261562"/>
                <a:gd name="connsiteY4" fmla="*/ 2359879 h 4533892"/>
                <a:gd name="connsiteX5" fmla="*/ 1251709 w 6261562"/>
                <a:gd name="connsiteY5" fmla="*/ 2226943 h 4533892"/>
                <a:gd name="connsiteX6" fmla="*/ 1119187 w 6261562"/>
                <a:gd name="connsiteY6" fmla="*/ 4068581 h 4533892"/>
                <a:gd name="connsiteX7" fmla="*/ 443326 w 6261562"/>
                <a:gd name="connsiteY7" fmla="*/ 4214769 h 4533892"/>
                <a:gd name="connsiteX8" fmla="*/ 1145691 w 6261562"/>
                <a:gd name="connsiteY8" fmla="*/ 1511326 h 4533892"/>
                <a:gd name="connsiteX0" fmla="*/ 1145691 w 6261562"/>
                <a:gd name="connsiteY0" fmla="*/ 1511326 h 4533892"/>
                <a:gd name="connsiteX1" fmla="*/ 4482341 w 6261562"/>
                <a:gd name="connsiteY1" fmla="*/ 1078974 h 4533892"/>
                <a:gd name="connsiteX2" fmla="*/ 6009239 w 6261562"/>
                <a:gd name="connsiteY2" fmla="*/ 579 h 4533892"/>
                <a:gd name="connsiteX3" fmla="*/ 6022491 w 6261562"/>
                <a:gd name="connsiteY3" fmla="*/ 3525657 h 4533892"/>
                <a:gd name="connsiteX4" fmla="*/ 4579248 w 6261562"/>
                <a:gd name="connsiteY4" fmla="*/ 2359879 h 4533892"/>
                <a:gd name="connsiteX5" fmla="*/ 1251709 w 6261562"/>
                <a:gd name="connsiteY5" fmla="*/ 2226943 h 4533892"/>
                <a:gd name="connsiteX6" fmla="*/ 1119187 w 6261562"/>
                <a:gd name="connsiteY6" fmla="*/ 4068581 h 4533892"/>
                <a:gd name="connsiteX7" fmla="*/ 443326 w 6261562"/>
                <a:gd name="connsiteY7" fmla="*/ 4214769 h 4533892"/>
                <a:gd name="connsiteX8" fmla="*/ 1145691 w 6261562"/>
                <a:gd name="connsiteY8" fmla="*/ 1511326 h 4533892"/>
                <a:gd name="connsiteX0" fmla="*/ 1145691 w 6261562"/>
                <a:gd name="connsiteY0" fmla="*/ 1511326 h 4533892"/>
                <a:gd name="connsiteX1" fmla="*/ 4482341 w 6261562"/>
                <a:gd name="connsiteY1" fmla="*/ 1078974 h 4533892"/>
                <a:gd name="connsiteX2" fmla="*/ 6009239 w 6261562"/>
                <a:gd name="connsiteY2" fmla="*/ 579 h 4533892"/>
                <a:gd name="connsiteX3" fmla="*/ 6022491 w 6261562"/>
                <a:gd name="connsiteY3" fmla="*/ 3525657 h 4533892"/>
                <a:gd name="connsiteX4" fmla="*/ 4579248 w 6261562"/>
                <a:gd name="connsiteY4" fmla="*/ 2359879 h 4533892"/>
                <a:gd name="connsiteX5" fmla="*/ 1251709 w 6261562"/>
                <a:gd name="connsiteY5" fmla="*/ 2226943 h 4533892"/>
                <a:gd name="connsiteX6" fmla="*/ 1119187 w 6261562"/>
                <a:gd name="connsiteY6" fmla="*/ 4068581 h 4533892"/>
                <a:gd name="connsiteX7" fmla="*/ 443326 w 6261562"/>
                <a:gd name="connsiteY7" fmla="*/ 4214769 h 4533892"/>
                <a:gd name="connsiteX8" fmla="*/ 1145691 w 6261562"/>
                <a:gd name="connsiteY8" fmla="*/ 1511326 h 4533892"/>
                <a:gd name="connsiteX0" fmla="*/ 1145691 w 6261562"/>
                <a:gd name="connsiteY0" fmla="*/ 1511326 h 4402864"/>
                <a:gd name="connsiteX1" fmla="*/ 4482341 w 6261562"/>
                <a:gd name="connsiteY1" fmla="*/ 1078974 h 4402864"/>
                <a:gd name="connsiteX2" fmla="*/ 6009239 w 6261562"/>
                <a:gd name="connsiteY2" fmla="*/ 579 h 4402864"/>
                <a:gd name="connsiteX3" fmla="*/ 6022491 w 6261562"/>
                <a:gd name="connsiteY3" fmla="*/ 3525657 h 4402864"/>
                <a:gd name="connsiteX4" fmla="*/ 4579248 w 6261562"/>
                <a:gd name="connsiteY4" fmla="*/ 2359879 h 4402864"/>
                <a:gd name="connsiteX5" fmla="*/ 1251709 w 6261562"/>
                <a:gd name="connsiteY5" fmla="*/ 2226943 h 4402864"/>
                <a:gd name="connsiteX6" fmla="*/ 1119187 w 6261562"/>
                <a:gd name="connsiteY6" fmla="*/ 4068581 h 4402864"/>
                <a:gd name="connsiteX7" fmla="*/ 3926163 w 6261562"/>
                <a:gd name="connsiteY7" fmla="*/ 4118691 h 4402864"/>
                <a:gd name="connsiteX8" fmla="*/ 443326 w 6261562"/>
                <a:gd name="connsiteY8" fmla="*/ 4214769 h 4402864"/>
                <a:gd name="connsiteX9" fmla="*/ 1145691 w 6261562"/>
                <a:gd name="connsiteY9" fmla="*/ 1511326 h 4402864"/>
                <a:gd name="connsiteX0" fmla="*/ 1145691 w 6261562"/>
                <a:gd name="connsiteY0" fmla="*/ 1511326 h 4609259"/>
                <a:gd name="connsiteX1" fmla="*/ 4482341 w 6261562"/>
                <a:gd name="connsiteY1" fmla="*/ 1078974 h 4609259"/>
                <a:gd name="connsiteX2" fmla="*/ 6009239 w 6261562"/>
                <a:gd name="connsiteY2" fmla="*/ 579 h 4609259"/>
                <a:gd name="connsiteX3" fmla="*/ 6022491 w 6261562"/>
                <a:gd name="connsiteY3" fmla="*/ 3525657 h 4609259"/>
                <a:gd name="connsiteX4" fmla="*/ 4579248 w 6261562"/>
                <a:gd name="connsiteY4" fmla="*/ 2359879 h 4609259"/>
                <a:gd name="connsiteX5" fmla="*/ 1251709 w 6261562"/>
                <a:gd name="connsiteY5" fmla="*/ 2226943 h 4609259"/>
                <a:gd name="connsiteX6" fmla="*/ 1119187 w 6261562"/>
                <a:gd name="connsiteY6" fmla="*/ 4068581 h 4609259"/>
                <a:gd name="connsiteX7" fmla="*/ 3926163 w 6261562"/>
                <a:gd name="connsiteY7" fmla="*/ 4118691 h 4609259"/>
                <a:gd name="connsiteX8" fmla="*/ 3945213 w 6261562"/>
                <a:gd name="connsiteY8" fmla="*/ 4594941 h 4609259"/>
                <a:gd name="connsiteX9" fmla="*/ 443326 w 6261562"/>
                <a:gd name="connsiteY9" fmla="*/ 4214769 h 4609259"/>
                <a:gd name="connsiteX10" fmla="*/ 1145691 w 6261562"/>
                <a:gd name="connsiteY10" fmla="*/ 1511326 h 4609259"/>
                <a:gd name="connsiteX0" fmla="*/ 1145691 w 6261562"/>
                <a:gd name="connsiteY0" fmla="*/ 1511326 h 4598865"/>
                <a:gd name="connsiteX1" fmla="*/ 4482341 w 6261562"/>
                <a:gd name="connsiteY1" fmla="*/ 1078974 h 4598865"/>
                <a:gd name="connsiteX2" fmla="*/ 6009239 w 6261562"/>
                <a:gd name="connsiteY2" fmla="*/ 579 h 4598865"/>
                <a:gd name="connsiteX3" fmla="*/ 6022491 w 6261562"/>
                <a:gd name="connsiteY3" fmla="*/ 3525657 h 4598865"/>
                <a:gd name="connsiteX4" fmla="*/ 4579248 w 6261562"/>
                <a:gd name="connsiteY4" fmla="*/ 2359879 h 4598865"/>
                <a:gd name="connsiteX5" fmla="*/ 1251709 w 6261562"/>
                <a:gd name="connsiteY5" fmla="*/ 2226943 h 4598865"/>
                <a:gd name="connsiteX6" fmla="*/ 1119187 w 6261562"/>
                <a:gd name="connsiteY6" fmla="*/ 4068581 h 4598865"/>
                <a:gd name="connsiteX7" fmla="*/ 3926163 w 6261562"/>
                <a:gd name="connsiteY7" fmla="*/ 4118691 h 4598865"/>
                <a:gd name="connsiteX8" fmla="*/ 3345138 w 6261562"/>
                <a:gd name="connsiteY8" fmla="*/ 2870916 h 4598865"/>
                <a:gd name="connsiteX9" fmla="*/ 3945213 w 6261562"/>
                <a:gd name="connsiteY9" fmla="*/ 4594941 h 4598865"/>
                <a:gd name="connsiteX10" fmla="*/ 443326 w 6261562"/>
                <a:gd name="connsiteY10" fmla="*/ 4214769 h 4598865"/>
                <a:gd name="connsiteX11" fmla="*/ 1145691 w 6261562"/>
                <a:gd name="connsiteY11" fmla="*/ 1511326 h 4598865"/>
                <a:gd name="connsiteX0" fmla="*/ 1145691 w 6261562"/>
                <a:gd name="connsiteY0" fmla="*/ 1511326 h 4595164"/>
                <a:gd name="connsiteX1" fmla="*/ 4482341 w 6261562"/>
                <a:gd name="connsiteY1" fmla="*/ 1078974 h 4595164"/>
                <a:gd name="connsiteX2" fmla="*/ 6009239 w 6261562"/>
                <a:gd name="connsiteY2" fmla="*/ 579 h 4595164"/>
                <a:gd name="connsiteX3" fmla="*/ 6022491 w 6261562"/>
                <a:gd name="connsiteY3" fmla="*/ 3525657 h 4595164"/>
                <a:gd name="connsiteX4" fmla="*/ 4579248 w 6261562"/>
                <a:gd name="connsiteY4" fmla="*/ 2359879 h 4595164"/>
                <a:gd name="connsiteX5" fmla="*/ 1251709 w 6261562"/>
                <a:gd name="connsiteY5" fmla="*/ 2226943 h 4595164"/>
                <a:gd name="connsiteX6" fmla="*/ 1119187 w 6261562"/>
                <a:gd name="connsiteY6" fmla="*/ 4068581 h 4595164"/>
                <a:gd name="connsiteX7" fmla="*/ 3926163 w 6261562"/>
                <a:gd name="connsiteY7" fmla="*/ 4118691 h 4595164"/>
                <a:gd name="connsiteX8" fmla="*/ 3345138 w 6261562"/>
                <a:gd name="connsiteY8" fmla="*/ 2870916 h 4595164"/>
                <a:gd name="connsiteX9" fmla="*/ 4354788 w 6261562"/>
                <a:gd name="connsiteY9" fmla="*/ 2708991 h 4595164"/>
                <a:gd name="connsiteX10" fmla="*/ 3945213 w 6261562"/>
                <a:gd name="connsiteY10" fmla="*/ 4594941 h 4595164"/>
                <a:gd name="connsiteX11" fmla="*/ 443326 w 6261562"/>
                <a:gd name="connsiteY11" fmla="*/ 4214769 h 4595164"/>
                <a:gd name="connsiteX12" fmla="*/ 1145691 w 6261562"/>
                <a:gd name="connsiteY12" fmla="*/ 1511326 h 4595164"/>
                <a:gd name="connsiteX0" fmla="*/ 1145691 w 6261562"/>
                <a:gd name="connsiteY0" fmla="*/ 1511326 h 4688307"/>
                <a:gd name="connsiteX1" fmla="*/ 4482341 w 6261562"/>
                <a:gd name="connsiteY1" fmla="*/ 1078974 h 4688307"/>
                <a:gd name="connsiteX2" fmla="*/ 6009239 w 6261562"/>
                <a:gd name="connsiteY2" fmla="*/ 579 h 4688307"/>
                <a:gd name="connsiteX3" fmla="*/ 6022491 w 6261562"/>
                <a:gd name="connsiteY3" fmla="*/ 3525657 h 4688307"/>
                <a:gd name="connsiteX4" fmla="*/ 4579248 w 6261562"/>
                <a:gd name="connsiteY4" fmla="*/ 2359879 h 4688307"/>
                <a:gd name="connsiteX5" fmla="*/ 1251709 w 6261562"/>
                <a:gd name="connsiteY5" fmla="*/ 2226943 h 4688307"/>
                <a:gd name="connsiteX6" fmla="*/ 1119187 w 6261562"/>
                <a:gd name="connsiteY6" fmla="*/ 4068581 h 4688307"/>
                <a:gd name="connsiteX7" fmla="*/ 3926163 w 6261562"/>
                <a:gd name="connsiteY7" fmla="*/ 4118691 h 4688307"/>
                <a:gd name="connsiteX8" fmla="*/ 3345138 w 6261562"/>
                <a:gd name="connsiteY8" fmla="*/ 2870916 h 4688307"/>
                <a:gd name="connsiteX9" fmla="*/ 4354788 w 6261562"/>
                <a:gd name="connsiteY9" fmla="*/ 2708991 h 4688307"/>
                <a:gd name="connsiteX10" fmla="*/ 3945213 w 6261562"/>
                <a:gd name="connsiteY10" fmla="*/ 4594941 h 4688307"/>
                <a:gd name="connsiteX11" fmla="*/ 443326 w 6261562"/>
                <a:gd name="connsiteY11" fmla="*/ 4214769 h 4688307"/>
                <a:gd name="connsiteX12" fmla="*/ 1145691 w 6261562"/>
                <a:gd name="connsiteY12" fmla="*/ 1511326 h 4688307"/>
                <a:gd name="connsiteX0" fmla="*/ 1145691 w 6261562"/>
                <a:gd name="connsiteY0" fmla="*/ 1511326 h 4670638"/>
                <a:gd name="connsiteX1" fmla="*/ 4482341 w 6261562"/>
                <a:gd name="connsiteY1" fmla="*/ 1078974 h 4670638"/>
                <a:gd name="connsiteX2" fmla="*/ 6009239 w 6261562"/>
                <a:gd name="connsiteY2" fmla="*/ 579 h 4670638"/>
                <a:gd name="connsiteX3" fmla="*/ 6022491 w 6261562"/>
                <a:gd name="connsiteY3" fmla="*/ 3525657 h 4670638"/>
                <a:gd name="connsiteX4" fmla="*/ 4579248 w 6261562"/>
                <a:gd name="connsiteY4" fmla="*/ 2359879 h 4670638"/>
                <a:gd name="connsiteX5" fmla="*/ 1251709 w 6261562"/>
                <a:gd name="connsiteY5" fmla="*/ 2226943 h 4670638"/>
                <a:gd name="connsiteX6" fmla="*/ 1119187 w 6261562"/>
                <a:gd name="connsiteY6" fmla="*/ 4068581 h 4670638"/>
                <a:gd name="connsiteX7" fmla="*/ 3926163 w 6261562"/>
                <a:gd name="connsiteY7" fmla="*/ 4118691 h 4670638"/>
                <a:gd name="connsiteX8" fmla="*/ 3345138 w 6261562"/>
                <a:gd name="connsiteY8" fmla="*/ 2870916 h 4670638"/>
                <a:gd name="connsiteX9" fmla="*/ 4354788 w 6261562"/>
                <a:gd name="connsiteY9" fmla="*/ 2708991 h 4670638"/>
                <a:gd name="connsiteX10" fmla="*/ 3945213 w 6261562"/>
                <a:gd name="connsiteY10" fmla="*/ 4556841 h 4670638"/>
                <a:gd name="connsiteX11" fmla="*/ 443326 w 6261562"/>
                <a:gd name="connsiteY11" fmla="*/ 4214769 h 4670638"/>
                <a:gd name="connsiteX12" fmla="*/ 1145691 w 6261562"/>
                <a:gd name="connsiteY12" fmla="*/ 1511326 h 4670638"/>
                <a:gd name="connsiteX0" fmla="*/ 1145691 w 6261562"/>
                <a:gd name="connsiteY0" fmla="*/ 1511326 h 4727967"/>
                <a:gd name="connsiteX1" fmla="*/ 4482341 w 6261562"/>
                <a:gd name="connsiteY1" fmla="*/ 1078974 h 4727967"/>
                <a:gd name="connsiteX2" fmla="*/ 6009239 w 6261562"/>
                <a:gd name="connsiteY2" fmla="*/ 579 h 4727967"/>
                <a:gd name="connsiteX3" fmla="*/ 6022491 w 6261562"/>
                <a:gd name="connsiteY3" fmla="*/ 3525657 h 4727967"/>
                <a:gd name="connsiteX4" fmla="*/ 4579248 w 6261562"/>
                <a:gd name="connsiteY4" fmla="*/ 2359879 h 4727967"/>
                <a:gd name="connsiteX5" fmla="*/ 1251709 w 6261562"/>
                <a:gd name="connsiteY5" fmla="*/ 2226943 h 4727967"/>
                <a:gd name="connsiteX6" fmla="*/ 1119187 w 6261562"/>
                <a:gd name="connsiteY6" fmla="*/ 4068581 h 4727967"/>
                <a:gd name="connsiteX7" fmla="*/ 3926163 w 6261562"/>
                <a:gd name="connsiteY7" fmla="*/ 4118691 h 4727967"/>
                <a:gd name="connsiteX8" fmla="*/ 3345138 w 6261562"/>
                <a:gd name="connsiteY8" fmla="*/ 2870916 h 4727967"/>
                <a:gd name="connsiteX9" fmla="*/ 4354788 w 6261562"/>
                <a:gd name="connsiteY9" fmla="*/ 2708991 h 4727967"/>
                <a:gd name="connsiteX10" fmla="*/ 3945213 w 6261562"/>
                <a:gd name="connsiteY10" fmla="*/ 4556841 h 4727967"/>
                <a:gd name="connsiteX11" fmla="*/ 2297388 w 6261562"/>
                <a:gd name="connsiteY11" fmla="*/ 4594941 h 4727967"/>
                <a:gd name="connsiteX12" fmla="*/ 443326 w 6261562"/>
                <a:gd name="connsiteY12" fmla="*/ 4214769 h 4727967"/>
                <a:gd name="connsiteX13" fmla="*/ 1145691 w 6261562"/>
                <a:gd name="connsiteY13" fmla="*/ 1511326 h 4727967"/>
                <a:gd name="connsiteX0" fmla="*/ 1145691 w 6261562"/>
                <a:gd name="connsiteY0" fmla="*/ 1511326 h 4626361"/>
                <a:gd name="connsiteX1" fmla="*/ 4482341 w 6261562"/>
                <a:gd name="connsiteY1" fmla="*/ 1078974 h 4626361"/>
                <a:gd name="connsiteX2" fmla="*/ 6009239 w 6261562"/>
                <a:gd name="connsiteY2" fmla="*/ 579 h 4626361"/>
                <a:gd name="connsiteX3" fmla="*/ 6022491 w 6261562"/>
                <a:gd name="connsiteY3" fmla="*/ 3525657 h 4626361"/>
                <a:gd name="connsiteX4" fmla="*/ 4579248 w 6261562"/>
                <a:gd name="connsiteY4" fmla="*/ 2359879 h 4626361"/>
                <a:gd name="connsiteX5" fmla="*/ 1251709 w 6261562"/>
                <a:gd name="connsiteY5" fmla="*/ 2226943 h 4626361"/>
                <a:gd name="connsiteX6" fmla="*/ 1119187 w 6261562"/>
                <a:gd name="connsiteY6" fmla="*/ 4068581 h 4626361"/>
                <a:gd name="connsiteX7" fmla="*/ 3926163 w 6261562"/>
                <a:gd name="connsiteY7" fmla="*/ 4118691 h 4626361"/>
                <a:gd name="connsiteX8" fmla="*/ 3345138 w 6261562"/>
                <a:gd name="connsiteY8" fmla="*/ 2870916 h 4626361"/>
                <a:gd name="connsiteX9" fmla="*/ 4354788 w 6261562"/>
                <a:gd name="connsiteY9" fmla="*/ 2708991 h 4626361"/>
                <a:gd name="connsiteX10" fmla="*/ 3945213 w 6261562"/>
                <a:gd name="connsiteY10" fmla="*/ 4556841 h 4626361"/>
                <a:gd name="connsiteX11" fmla="*/ 2297388 w 6261562"/>
                <a:gd name="connsiteY11" fmla="*/ 4594941 h 4626361"/>
                <a:gd name="connsiteX12" fmla="*/ 443326 w 6261562"/>
                <a:gd name="connsiteY12" fmla="*/ 4214769 h 4626361"/>
                <a:gd name="connsiteX13" fmla="*/ 1145691 w 6261562"/>
                <a:gd name="connsiteY13" fmla="*/ 1511326 h 4626361"/>
                <a:gd name="connsiteX0" fmla="*/ 1145691 w 6261562"/>
                <a:gd name="connsiteY0" fmla="*/ 1511326 h 4626361"/>
                <a:gd name="connsiteX1" fmla="*/ 4482341 w 6261562"/>
                <a:gd name="connsiteY1" fmla="*/ 1078974 h 4626361"/>
                <a:gd name="connsiteX2" fmla="*/ 6009239 w 6261562"/>
                <a:gd name="connsiteY2" fmla="*/ 579 h 4626361"/>
                <a:gd name="connsiteX3" fmla="*/ 6022491 w 6261562"/>
                <a:gd name="connsiteY3" fmla="*/ 3525657 h 4626361"/>
                <a:gd name="connsiteX4" fmla="*/ 4579248 w 6261562"/>
                <a:gd name="connsiteY4" fmla="*/ 2359879 h 4626361"/>
                <a:gd name="connsiteX5" fmla="*/ 1251709 w 6261562"/>
                <a:gd name="connsiteY5" fmla="*/ 2226943 h 4626361"/>
                <a:gd name="connsiteX6" fmla="*/ 1119187 w 6261562"/>
                <a:gd name="connsiteY6" fmla="*/ 4068581 h 4626361"/>
                <a:gd name="connsiteX7" fmla="*/ 3926163 w 6261562"/>
                <a:gd name="connsiteY7" fmla="*/ 4118691 h 4626361"/>
                <a:gd name="connsiteX8" fmla="*/ 3345138 w 6261562"/>
                <a:gd name="connsiteY8" fmla="*/ 2870916 h 4626361"/>
                <a:gd name="connsiteX9" fmla="*/ 4354788 w 6261562"/>
                <a:gd name="connsiteY9" fmla="*/ 2708991 h 4626361"/>
                <a:gd name="connsiteX10" fmla="*/ 3945213 w 6261562"/>
                <a:gd name="connsiteY10" fmla="*/ 4556841 h 4626361"/>
                <a:gd name="connsiteX11" fmla="*/ 2297388 w 6261562"/>
                <a:gd name="connsiteY11" fmla="*/ 4594941 h 4626361"/>
                <a:gd name="connsiteX12" fmla="*/ 443326 w 6261562"/>
                <a:gd name="connsiteY12" fmla="*/ 4214769 h 4626361"/>
                <a:gd name="connsiteX13" fmla="*/ 1145691 w 6261562"/>
                <a:gd name="connsiteY13" fmla="*/ 1511326 h 4626361"/>
                <a:gd name="connsiteX0" fmla="*/ 1145691 w 6261562"/>
                <a:gd name="connsiteY0" fmla="*/ 1511326 h 4626361"/>
                <a:gd name="connsiteX1" fmla="*/ 4482341 w 6261562"/>
                <a:gd name="connsiteY1" fmla="*/ 1078974 h 4626361"/>
                <a:gd name="connsiteX2" fmla="*/ 6009239 w 6261562"/>
                <a:gd name="connsiteY2" fmla="*/ 579 h 4626361"/>
                <a:gd name="connsiteX3" fmla="*/ 6022491 w 6261562"/>
                <a:gd name="connsiteY3" fmla="*/ 3525657 h 4626361"/>
                <a:gd name="connsiteX4" fmla="*/ 4579248 w 6261562"/>
                <a:gd name="connsiteY4" fmla="*/ 2359879 h 4626361"/>
                <a:gd name="connsiteX5" fmla="*/ 1251709 w 6261562"/>
                <a:gd name="connsiteY5" fmla="*/ 2226943 h 4626361"/>
                <a:gd name="connsiteX6" fmla="*/ 1119187 w 6261562"/>
                <a:gd name="connsiteY6" fmla="*/ 4068581 h 4626361"/>
                <a:gd name="connsiteX7" fmla="*/ 3926163 w 6261562"/>
                <a:gd name="connsiteY7" fmla="*/ 4118691 h 4626361"/>
                <a:gd name="connsiteX8" fmla="*/ 3345138 w 6261562"/>
                <a:gd name="connsiteY8" fmla="*/ 2870916 h 4626361"/>
                <a:gd name="connsiteX9" fmla="*/ 4354788 w 6261562"/>
                <a:gd name="connsiteY9" fmla="*/ 2708991 h 4626361"/>
                <a:gd name="connsiteX10" fmla="*/ 3945213 w 6261562"/>
                <a:gd name="connsiteY10" fmla="*/ 4556841 h 4626361"/>
                <a:gd name="connsiteX11" fmla="*/ 2297388 w 6261562"/>
                <a:gd name="connsiteY11" fmla="*/ 4594941 h 4626361"/>
                <a:gd name="connsiteX12" fmla="*/ 443326 w 6261562"/>
                <a:gd name="connsiteY12" fmla="*/ 4214769 h 4626361"/>
                <a:gd name="connsiteX13" fmla="*/ 1145691 w 6261562"/>
                <a:gd name="connsiteY13" fmla="*/ 1511326 h 4626361"/>
                <a:gd name="connsiteX0" fmla="*/ 1145691 w 6261562"/>
                <a:gd name="connsiteY0" fmla="*/ 1511326 h 4626361"/>
                <a:gd name="connsiteX1" fmla="*/ 4482341 w 6261562"/>
                <a:gd name="connsiteY1" fmla="*/ 1078974 h 4626361"/>
                <a:gd name="connsiteX2" fmla="*/ 6009239 w 6261562"/>
                <a:gd name="connsiteY2" fmla="*/ 579 h 4626361"/>
                <a:gd name="connsiteX3" fmla="*/ 6022491 w 6261562"/>
                <a:gd name="connsiteY3" fmla="*/ 3525657 h 4626361"/>
                <a:gd name="connsiteX4" fmla="*/ 4579248 w 6261562"/>
                <a:gd name="connsiteY4" fmla="*/ 2359879 h 4626361"/>
                <a:gd name="connsiteX5" fmla="*/ 1251709 w 6261562"/>
                <a:gd name="connsiteY5" fmla="*/ 2226943 h 4626361"/>
                <a:gd name="connsiteX6" fmla="*/ 1119187 w 6261562"/>
                <a:gd name="connsiteY6" fmla="*/ 4068581 h 4626361"/>
                <a:gd name="connsiteX7" fmla="*/ 3926163 w 6261562"/>
                <a:gd name="connsiteY7" fmla="*/ 4118691 h 4626361"/>
                <a:gd name="connsiteX8" fmla="*/ 3345138 w 6261562"/>
                <a:gd name="connsiteY8" fmla="*/ 2870916 h 4626361"/>
                <a:gd name="connsiteX9" fmla="*/ 4354788 w 6261562"/>
                <a:gd name="connsiteY9" fmla="*/ 2708991 h 4626361"/>
                <a:gd name="connsiteX10" fmla="*/ 3945213 w 6261562"/>
                <a:gd name="connsiteY10" fmla="*/ 4556841 h 4626361"/>
                <a:gd name="connsiteX11" fmla="*/ 2297388 w 6261562"/>
                <a:gd name="connsiteY11" fmla="*/ 4594941 h 4626361"/>
                <a:gd name="connsiteX12" fmla="*/ 443326 w 6261562"/>
                <a:gd name="connsiteY12" fmla="*/ 4214769 h 4626361"/>
                <a:gd name="connsiteX13" fmla="*/ 1145691 w 6261562"/>
                <a:gd name="connsiteY13" fmla="*/ 1511326 h 4626361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4513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613712"/>
                <a:gd name="connsiteX1" fmla="*/ 4482341 w 6261562"/>
                <a:gd name="connsiteY1" fmla="*/ 1078974 h 4613712"/>
                <a:gd name="connsiteX2" fmla="*/ 6009239 w 6261562"/>
                <a:gd name="connsiteY2" fmla="*/ 579 h 4613712"/>
                <a:gd name="connsiteX3" fmla="*/ 6022491 w 6261562"/>
                <a:gd name="connsiteY3" fmla="*/ 3525657 h 4613712"/>
                <a:gd name="connsiteX4" fmla="*/ 4579248 w 6261562"/>
                <a:gd name="connsiteY4" fmla="*/ 2359879 h 4613712"/>
                <a:gd name="connsiteX5" fmla="*/ 1251709 w 6261562"/>
                <a:gd name="connsiteY5" fmla="*/ 2226943 h 4613712"/>
                <a:gd name="connsiteX6" fmla="*/ 1119187 w 6261562"/>
                <a:gd name="connsiteY6" fmla="*/ 4068581 h 4613712"/>
                <a:gd name="connsiteX7" fmla="*/ 3926163 w 6261562"/>
                <a:gd name="connsiteY7" fmla="*/ 4118691 h 4613712"/>
                <a:gd name="connsiteX8" fmla="*/ 3345138 w 6261562"/>
                <a:gd name="connsiteY8" fmla="*/ 2870916 h 4613712"/>
                <a:gd name="connsiteX9" fmla="*/ 4354788 w 6261562"/>
                <a:gd name="connsiteY9" fmla="*/ 2708991 h 4613712"/>
                <a:gd name="connsiteX10" fmla="*/ 3945213 w 6261562"/>
                <a:gd name="connsiteY10" fmla="*/ 4556841 h 4613712"/>
                <a:gd name="connsiteX11" fmla="*/ 2297388 w 6261562"/>
                <a:gd name="connsiteY11" fmla="*/ 4594941 h 4613712"/>
                <a:gd name="connsiteX12" fmla="*/ 443326 w 6261562"/>
                <a:gd name="connsiteY12" fmla="*/ 4214769 h 4613712"/>
                <a:gd name="connsiteX13" fmla="*/ 1145691 w 6261562"/>
                <a:gd name="connsiteY13" fmla="*/ 1511326 h 4613712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4513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4513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4513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64188 w 6261562"/>
                <a:gd name="connsiteY8" fmla="*/ 288996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64188 w 6261562"/>
                <a:gd name="connsiteY8" fmla="*/ 288996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2608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2608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2608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2608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26088 w 6261562"/>
                <a:gd name="connsiteY8" fmla="*/ 28709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4354788 w 6261562"/>
                <a:gd name="connsiteY9" fmla="*/ 2708991 h 4598477"/>
                <a:gd name="connsiteX10" fmla="*/ 3945213 w 6261562"/>
                <a:gd name="connsiteY10" fmla="*/ 4556841 h 4598477"/>
                <a:gd name="connsiteX11" fmla="*/ 2297388 w 6261562"/>
                <a:gd name="connsiteY11" fmla="*/ 4594941 h 4598477"/>
                <a:gd name="connsiteX12" fmla="*/ 443326 w 6261562"/>
                <a:gd name="connsiteY12" fmla="*/ 4214769 h 4598477"/>
                <a:gd name="connsiteX13" fmla="*/ 1145691 w 6261562"/>
                <a:gd name="connsiteY13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1716363 w 6261562"/>
                <a:gd name="connsiteY9" fmla="*/ 2585166 h 4598477"/>
                <a:gd name="connsiteX10" fmla="*/ 4354788 w 6261562"/>
                <a:gd name="connsiteY10" fmla="*/ 2708991 h 4598477"/>
                <a:gd name="connsiteX11" fmla="*/ 3945213 w 6261562"/>
                <a:gd name="connsiteY11" fmla="*/ 4556841 h 4598477"/>
                <a:gd name="connsiteX12" fmla="*/ 2297388 w 6261562"/>
                <a:gd name="connsiteY12" fmla="*/ 4594941 h 4598477"/>
                <a:gd name="connsiteX13" fmla="*/ 443326 w 6261562"/>
                <a:gd name="connsiteY13" fmla="*/ 4214769 h 4598477"/>
                <a:gd name="connsiteX14" fmla="*/ 1145691 w 6261562"/>
                <a:gd name="connsiteY14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1716363 w 6261562"/>
                <a:gd name="connsiteY9" fmla="*/ 2985216 h 4598477"/>
                <a:gd name="connsiteX10" fmla="*/ 1716363 w 6261562"/>
                <a:gd name="connsiteY10" fmla="*/ 2585166 h 4598477"/>
                <a:gd name="connsiteX11" fmla="*/ 435478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1716363 w 6261562"/>
                <a:gd name="connsiteY9" fmla="*/ 2985216 h 4598477"/>
                <a:gd name="connsiteX10" fmla="*/ 1716363 w 6261562"/>
                <a:gd name="connsiteY10" fmla="*/ 2585166 h 4598477"/>
                <a:gd name="connsiteX11" fmla="*/ 435478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47116 h 4598477"/>
                <a:gd name="connsiteX9" fmla="*/ 1716363 w 6261562"/>
                <a:gd name="connsiteY9" fmla="*/ 2985216 h 4598477"/>
                <a:gd name="connsiteX10" fmla="*/ 1716363 w 6261562"/>
                <a:gd name="connsiteY10" fmla="*/ 2585166 h 4598477"/>
                <a:gd name="connsiteX11" fmla="*/ 435478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18541 h 4598477"/>
                <a:gd name="connsiteX9" fmla="*/ 1716363 w 6261562"/>
                <a:gd name="connsiteY9" fmla="*/ 2985216 h 4598477"/>
                <a:gd name="connsiteX10" fmla="*/ 1716363 w 6261562"/>
                <a:gd name="connsiteY10" fmla="*/ 2585166 h 4598477"/>
                <a:gd name="connsiteX11" fmla="*/ 435478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18541 h 4598477"/>
                <a:gd name="connsiteX9" fmla="*/ 1716363 w 6261562"/>
                <a:gd name="connsiteY9" fmla="*/ 2985216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18541 h 4598477"/>
                <a:gd name="connsiteX9" fmla="*/ 1716363 w 6261562"/>
                <a:gd name="connsiteY9" fmla="*/ 2985216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18541 h 4598477"/>
                <a:gd name="connsiteX9" fmla="*/ 1783038 w 6261562"/>
                <a:gd name="connsiteY9" fmla="*/ 2918541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354663 w 6261562"/>
                <a:gd name="connsiteY8" fmla="*/ 2918541 h 4598477"/>
                <a:gd name="connsiteX9" fmla="*/ 1783038 w 6261562"/>
                <a:gd name="connsiteY9" fmla="*/ 2918541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1716363 w 6261562"/>
                <a:gd name="connsiteY10" fmla="*/ 2585166 h 4598477"/>
                <a:gd name="connsiteX11" fmla="*/ 4373838 w 6261562"/>
                <a:gd name="connsiteY11" fmla="*/ 2708991 h 4598477"/>
                <a:gd name="connsiteX12" fmla="*/ 3945213 w 6261562"/>
                <a:gd name="connsiteY12" fmla="*/ 4556841 h 4598477"/>
                <a:gd name="connsiteX13" fmla="*/ 2297388 w 6261562"/>
                <a:gd name="connsiteY13" fmla="*/ 4594941 h 4598477"/>
                <a:gd name="connsiteX14" fmla="*/ 443326 w 6261562"/>
                <a:gd name="connsiteY14" fmla="*/ 4214769 h 4598477"/>
                <a:gd name="connsiteX15" fmla="*/ 1145691 w 6261562"/>
                <a:gd name="connsiteY15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1592538 w 6261562"/>
                <a:gd name="connsiteY10" fmla="*/ 3775791 h 4598477"/>
                <a:gd name="connsiteX11" fmla="*/ 1716363 w 6261562"/>
                <a:gd name="connsiteY11" fmla="*/ 2585166 h 4598477"/>
                <a:gd name="connsiteX12" fmla="*/ 4373838 w 6261562"/>
                <a:gd name="connsiteY12" fmla="*/ 2708991 h 4598477"/>
                <a:gd name="connsiteX13" fmla="*/ 3945213 w 6261562"/>
                <a:gd name="connsiteY13" fmla="*/ 4556841 h 4598477"/>
                <a:gd name="connsiteX14" fmla="*/ 2297388 w 6261562"/>
                <a:gd name="connsiteY14" fmla="*/ 4594941 h 4598477"/>
                <a:gd name="connsiteX15" fmla="*/ 443326 w 6261562"/>
                <a:gd name="connsiteY15" fmla="*/ 4214769 h 4598477"/>
                <a:gd name="connsiteX16" fmla="*/ 1145691 w 6261562"/>
                <a:gd name="connsiteY16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1592538 w 6261562"/>
                <a:gd name="connsiteY11" fmla="*/ 3775791 h 4598477"/>
                <a:gd name="connsiteX12" fmla="*/ 1716363 w 6261562"/>
                <a:gd name="connsiteY12" fmla="*/ 2585166 h 4598477"/>
                <a:gd name="connsiteX13" fmla="*/ 4373838 w 6261562"/>
                <a:gd name="connsiteY13" fmla="*/ 2708991 h 4598477"/>
                <a:gd name="connsiteX14" fmla="*/ 3945213 w 6261562"/>
                <a:gd name="connsiteY14" fmla="*/ 4556841 h 4598477"/>
                <a:gd name="connsiteX15" fmla="*/ 2297388 w 6261562"/>
                <a:gd name="connsiteY15" fmla="*/ 4594941 h 4598477"/>
                <a:gd name="connsiteX16" fmla="*/ 443326 w 6261562"/>
                <a:gd name="connsiteY16" fmla="*/ 4214769 h 4598477"/>
                <a:gd name="connsiteX17" fmla="*/ 1145691 w 6261562"/>
                <a:gd name="connsiteY17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1592538 w 6261562"/>
                <a:gd name="connsiteY11" fmla="*/ 3775791 h 4598477"/>
                <a:gd name="connsiteX12" fmla="*/ 1716363 w 6261562"/>
                <a:gd name="connsiteY12" fmla="*/ 2585166 h 4598477"/>
                <a:gd name="connsiteX13" fmla="*/ 4373838 w 6261562"/>
                <a:gd name="connsiteY13" fmla="*/ 2708991 h 4598477"/>
                <a:gd name="connsiteX14" fmla="*/ 3945213 w 6261562"/>
                <a:gd name="connsiteY14" fmla="*/ 4556841 h 4598477"/>
                <a:gd name="connsiteX15" fmla="*/ 2297388 w 6261562"/>
                <a:gd name="connsiteY15" fmla="*/ 4594941 h 4598477"/>
                <a:gd name="connsiteX16" fmla="*/ 443326 w 6261562"/>
                <a:gd name="connsiteY16" fmla="*/ 4214769 h 4598477"/>
                <a:gd name="connsiteX17" fmla="*/ 1145691 w 6261562"/>
                <a:gd name="connsiteY17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1592538 w 6261562"/>
                <a:gd name="connsiteY11" fmla="*/ 3775791 h 4598477"/>
                <a:gd name="connsiteX12" fmla="*/ 1716363 w 6261562"/>
                <a:gd name="connsiteY12" fmla="*/ 2585166 h 4598477"/>
                <a:gd name="connsiteX13" fmla="*/ 4373838 w 6261562"/>
                <a:gd name="connsiteY13" fmla="*/ 2708991 h 4598477"/>
                <a:gd name="connsiteX14" fmla="*/ 3945213 w 6261562"/>
                <a:gd name="connsiteY14" fmla="*/ 4556841 h 4598477"/>
                <a:gd name="connsiteX15" fmla="*/ 2297388 w 6261562"/>
                <a:gd name="connsiteY15" fmla="*/ 4594941 h 4598477"/>
                <a:gd name="connsiteX16" fmla="*/ 443326 w 6261562"/>
                <a:gd name="connsiteY16" fmla="*/ 4214769 h 4598477"/>
                <a:gd name="connsiteX17" fmla="*/ 1145691 w 6261562"/>
                <a:gd name="connsiteY17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1592538 w 6261562"/>
                <a:gd name="connsiteY11" fmla="*/ 3775791 h 4598477"/>
                <a:gd name="connsiteX12" fmla="*/ 1716363 w 6261562"/>
                <a:gd name="connsiteY12" fmla="*/ 2585166 h 4598477"/>
                <a:gd name="connsiteX13" fmla="*/ 4373838 w 6261562"/>
                <a:gd name="connsiteY13" fmla="*/ 2708991 h 4598477"/>
                <a:gd name="connsiteX14" fmla="*/ 3945213 w 6261562"/>
                <a:gd name="connsiteY14" fmla="*/ 4556841 h 4598477"/>
                <a:gd name="connsiteX15" fmla="*/ 2297388 w 6261562"/>
                <a:gd name="connsiteY15" fmla="*/ 4594941 h 4598477"/>
                <a:gd name="connsiteX16" fmla="*/ 443326 w 6261562"/>
                <a:gd name="connsiteY16" fmla="*/ 4214769 h 4598477"/>
                <a:gd name="connsiteX17" fmla="*/ 1145691 w 6261562"/>
                <a:gd name="connsiteY17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3249888 w 6261562"/>
                <a:gd name="connsiteY11" fmla="*/ 3756741 h 4598477"/>
                <a:gd name="connsiteX12" fmla="*/ 1592538 w 6261562"/>
                <a:gd name="connsiteY12" fmla="*/ 3775791 h 4598477"/>
                <a:gd name="connsiteX13" fmla="*/ 1716363 w 6261562"/>
                <a:gd name="connsiteY13" fmla="*/ 2585166 h 4598477"/>
                <a:gd name="connsiteX14" fmla="*/ 4373838 w 6261562"/>
                <a:gd name="connsiteY14" fmla="*/ 2708991 h 4598477"/>
                <a:gd name="connsiteX15" fmla="*/ 3945213 w 6261562"/>
                <a:gd name="connsiteY15" fmla="*/ 4556841 h 4598477"/>
                <a:gd name="connsiteX16" fmla="*/ 2297388 w 6261562"/>
                <a:gd name="connsiteY16" fmla="*/ 4594941 h 4598477"/>
                <a:gd name="connsiteX17" fmla="*/ 443326 w 6261562"/>
                <a:gd name="connsiteY17" fmla="*/ 4214769 h 4598477"/>
                <a:gd name="connsiteX18" fmla="*/ 1145691 w 6261562"/>
                <a:gd name="connsiteY18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6146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783038 w 6261562"/>
                <a:gd name="connsiteY9" fmla="*/ 2918541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49888 w 6261562"/>
                <a:gd name="connsiteY12" fmla="*/ 3756741 h 4598477"/>
                <a:gd name="connsiteX13" fmla="*/ 1592538 w 6261562"/>
                <a:gd name="connsiteY13" fmla="*/ 3775791 h 4598477"/>
                <a:gd name="connsiteX14" fmla="*/ 1716363 w 6261562"/>
                <a:gd name="connsiteY14" fmla="*/ 2585166 h 4598477"/>
                <a:gd name="connsiteX15" fmla="*/ 4373838 w 6261562"/>
                <a:gd name="connsiteY15" fmla="*/ 2708991 h 4598477"/>
                <a:gd name="connsiteX16" fmla="*/ 3945213 w 6261562"/>
                <a:gd name="connsiteY16" fmla="*/ 4556841 h 4598477"/>
                <a:gd name="connsiteX17" fmla="*/ 2297388 w 6261562"/>
                <a:gd name="connsiteY17" fmla="*/ 4594941 h 4598477"/>
                <a:gd name="connsiteX18" fmla="*/ 443326 w 6261562"/>
                <a:gd name="connsiteY18" fmla="*/ 4214769 h 4598477"/>
                <a:gd name="connsiteX19" fmla="*/ 1145691 w 6261562"/>
                <a:gd name="connsiteY19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192738 w 6261562"/>
                <a:gd name="connsiteY12" fmla="*/ 2909016 h 4598477"/>
                <a:gd name="connsiteX13" fmla="*/ 3249888 w 6261562"/>
                <a:gd name="connsiteY13" fmla="*/ 3756741 h 4598477"/>
                <a:gd name="connsiteX14" fmla="*/ 1592538 w 6261562"/>
                <a:gd name="connsiteY14" fmla="*/ 3775791 h 4598477"/>
                <a:gd name="connsiteX15" fmla="*/ 1716363 w 6261562"/>
                <a:gd name="connsiteY15" fmla="*/ 2585166 h 4598477"/>
                <a:gd name="connsiteX16" fmla="*/ 4373838 w 6261562"/>
                <a:gd name="connsiteY16" fmla="*/ 2708991 h 4598477"/>
                <a:gd name="connsiteX17" fmla="*/ 3945213 w 6261562"/>
                <a:gd name="connsiteY17" fmla="*/ 4556841 h 4598477"/>
                <a:gd name="connsiteX18" fmla="*/ 2297388 w 6261562"/>
                <a:gd name="connsiteY18" fmla="*/ 4594941 h 4598477"/>
                <a:gd name="connsiteX19" fmla="*/ 443326 w 6261562"/>
                <a:gd name="connsiteY19" fmla="*/ 4214769 h 4598477"/>
                <a:gd name="connsiteX20" fmla="*/ 1145691 w 6261562"/>
                <a:gd name="connsiteY20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192738 w 6261562"/>
                <a:gd name="connsiteY12" fmla="*/ 2909016 h 4598477"/>
                <a:gd name="connsiteX13" fmla="*/ 3602313 w 6261562"/>
                <a:gd name="connsiteY13" fmla="*/ 2975691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602313 w 6261562"/>
                <a:gd name="connsiteY13" fmla="*/ 2975691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611838 w 6261562"/>
                <a:gd name="connsiteY13" fmla="*/ 300426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611838 w 6261562"/>
                <a:gd name="connsiteY13" fmla="*/ 300426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611838 w 6261562"/>
                <a:gd name="connsiteY13" fmla="*/ 300426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611838 w 6261562"/>
                <a:gd name="connsiteY13" fmla="*/ 300426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75691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8521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8521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85216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56641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56641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  <a:gd name="connsiteX0" fmla="*/ 1145691 w 6261562"/>
                <a:gd name="connsiteY0" fmla="*/ 1511326 h 4598477"/>
                <a:gd name="connsiteX1" fmla="*/ 4482341 w 6261562"/>
                <a:gd name="connsiteY1" fmla="*/ 1078974 h 4598477"/>
                <a:gd name="connsiteX2" fmla="*/ 6009239 w 6261562"/>
                <a:gd name="connsiteY2" fmla="*/ 579 h 4598477"/>
                <a:gd name="connsiteX3" fmla="*/ 6022491 w 6261562"/>
                <a:gd name="connsiteY3" fmla="*/ 3525657 h 4598477"/>
                <a:gd name="connsiteX4" fmla="*/ 4579248 w 6261562"/>
                <a:gd name="connsiteY4" fmla="*/ 2359879 h 4598477"/>
                <a:gd name="connsiteX5" fmla="*/ 1251709 w 6261562"/>
                <a:gd name="connsiteY5" fmla="*/ 2226943 h 4598477"/>
                <a:gd name="connsiteX6" fmla="*/ 1119187 w 6261562"/>
                <a:gd name="connsiteY6" fmla="*/ 4068581 h 4598477"/>
                <a:gd name="connsiteX7" fmla="*/ 3926163 w 6261562"/>
                <a:gd name="connsiteY7" fmla="*/ 4118691 h 4598477"/>
                <a:gd name="connsiteX8" fmla="*/ 3764238 w 6261562"/>
                <a:gd name="connsiteY8" fmla="*/ 2928066 h 4598477"/>
                <a:gd name="connsiteX9" fmla="*/ 1811613 w 6261562"/>
                <a:gd name="connsiteY9" fmla="*/ 2947116 h 4598477"/>
                <a:gd name="connsiteX10" fmla="*/ 2097363 w 6261562"/>
                <a:gd name="connsiteY10" fmla="*/ 3480516 h 4598477"/>
                <a:gd name="connsiteX11" fmla="*/ 3116538 w 6261562"/>
                <a:gd name="connsiteY11" fmla="*/ 3442416 h 4598477"/>
                <a:gd name="connsiteX12" fmla="*/ 3202263 w 6261562"/>
                <a:gd name="connsiteY12" fmla="*/ 2947116 h 4598477"/>
                <a:gd name="connsiteX13" fmla="*/ 3573738 w 6261562"/>
                <a:gd name="connsiteY13" fmla="*/ 2956641 h 4598477"/>
                <a:gd name="connsiteX14" fmla="*/ 3249888 w 6261562"/>
                <a:gd name="connsiteY14" fmla="*/ 3756741 h 4598477"/>
                <a:gd name="connsiteX15" fmla="*/ 1592538 w 6261562"/>
                <a:gd name="connsiteY15" fmla="*/ 3775791 h 4598477"/>
                <a:gd name="connsiteX16" fmla="*/ 1716363 w 6261562"/>
                <a:gd name="connsiteY16" fmla="*/ 2585166 h 4598477"/>
                <a:gd name="connsiteX17" fmla="*/ 4373838 w 6261562"/>
                <a:gd name="connsiteY17" fmla="*/ 2708991 h 4598477"/>
                <a:gd name="connsiteX18" fmla="*/ 3945213 w 6261562"/>
                <a:gd name="connsiteY18" fmla="*/ 4556841 h 4598477"/>
                <a:gd name="connsiteX19" fmla="*/ 2297388 w 6261562"/>
                <a:gd name="connsiteY19" fmla="*/ 4594941 h 4598477"/>
                <a:gd name="connsiteX20" fmla="*/ 443326 w 6261562"/>
                <a:gd name="connsiteY20" fmla="*/ 4214769 h 4598477"/>
                <a:gd name="connsiteX21" fmla="*/ 1145691 w 6261562"/>
                <a:gd name="connsiteY21" fmla="*/ 1511326 h 459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61562" h="4598477">
                  <a:moveTo>
                    <a:pt x="1145691" y="1511326"/>
                  </a:moveTo>
                  <a:cubicBezTo>
                    <a:pt x="3033712" y="1340290"/>
                    <a:pt x="3289645" y="1450035"/>
                    <a:pt x="4482341" y="1078974"/>
                  </a:cubicBezTo>
                  <a:cubicBezTo>
                    <a:pt x="5655296" y="592509"/>
                    <a:pt x="5867883" y="-21508"/>
                    <a:pt x="6009239" y="579"/>
                  </a:cubicBezTo>
                  <a:cubicBezTo>
                    <a:pt x="6344960" y="278874"/>
                    <a:pt x="6341924" y="3378227"/>
                    <a:pt x="6022491" y="3525657"/>
                  </a:cubicBezTo>
                  <a:cubicBezTo>
                    <a:pt x="5799413" y="3556578"/>
                    <a:pt x="5298178" y="2673790"/>
                    <a:pt x="4579248" y="2359879"/>
                  </a:cubicBezTo>
                  <a:cubicBezTo>
                    <a:pt x="3784118" y="2036443"/>
                    <a:pt x="1896648" y="1979569"/>
                    <a:pt x="1251709" y="2226943"/>
                  </a:cubicBezTo>
                  <a:cubicBezTo>
                    <a:pt x="119614" y="2691735"/>
                    <a:pt x="784432" y="3870489"/>
                    <a:pt x="1119187" y="4068581"/>
                  </a:cubicBezTo>
                  <a:cubicBezTo>
                    <a:pt x="1422054" y="4250522"/>
                    <a:pt x="3543507" y="4122901"/>
                    <a:pt x="3926163" y="4118691"/>
                  </a:cubicBezTo>
                  <a:cubicBezTo>
                    <a:pt x="4962317" y="3798430"/>
                    <a:pt x="4303988" y="2867741"/>
                    <a:pt x="3764238" y="2928066"/>
                  </a:cubicBezTo>
                  <a:cubicBezTo>
                    <a:pt x="3461026" y="2901079"/>
                    <a:pt x="2084663" y="2959816"/>
                    <a:pt x="1811613" y="2947116"/>
                  </a:cubicBezTo>
                  <a:cubicBezTo>
                    <a:pt x="1446488" y="2986803"/>
                    <a:pt x="1586188" y="3509091"/>
                    <a:pt x="2097363" y="3480516"/>
                  </a:cubicBezTo>
                  <a:cubicBezTo>
                    <a:pt x="2562500" y="3509091"/>
                    <a:pt x="2943501" y="3459879"/>
                    <a:pt x="3116538" y="3442416"/>
                  </a:cubicBezTo>
                  <a:cubicBezTo>
                    <a:pt x="3253063" y="3347166"/>
                    <a:pt x="3180038" y="2894729"/>
                    <a:pt x="3202263" y="2947116"/>
                  </a:cubicBezTo>
                  <a:cubicBezTo>
                    <a:pt x="3240363" y="2932829"/>
                    <a:pt x="3580882" y="2896316"/>
                    <a:pt x="3573738" y="2956641"/>
                  </a:cubicBezTo>
                  <a:cubicBezTo>
                    <a:pt x="3583263" y="3097929"/>
                    <a:pt x="3541988" y="3686891"/>
                    <a:pt x="3249888" y="3756741"/>
                  </a:cubicBezTo>
                  <a:cubicBezTo>
                    <a:pt x="2957788" y="3826591"/>
                    <a:pt x="1838600" y="3880566"/>
                    <a:pt x="1592538" y="3775791"/>
                  </a:cubicBezTo>
                  <a:cubicBezTo>
                    <a:pt x="911500" y="3488454"/>
                    <a:pt x="1252813" y="2602628"/>
                    <a:pt x="1716363" y="2585166"/>
                  </a:cubicBezTo>
                  <a:cubicBezTo>
                    <a:pt x="2179913" y="2567704"/>
                    <a:pt x="4196038" y="2420066"/>
                    <a:pt x="4373838" y="2708991"/>
                  </a:cubicBezTo>
                  <a:cubicBezTo>
                    <a:pt x="4797701" y="2948704"/>
                    <a:pt x="5421588" y="4363166"/>
                    <a:pt x="3945213" y="4556841"/>
                  </a:cubicBezTo>
                  <a:cubicBezTo>
                    <a:pt x="3287988" y="4626691"/>
                    <a:pt x="2947711" y="4585278"/>
                    <a:pt x="2297388" y="4594941"/>
                  </a:cubicBezTo>
                  <a:cubicBezTo>
                    <a:pt x="1751840" y="4595079"/>
                    <a:pt x="730525" y="4608055"/>
                    <a:pt x="443326" y="4214769"/>
                  </a:cubicBezTo>
                  <a:cubicBezTo>
                    <a:pt x="-475491" y="3088334"/>
                    <a:pt x="169447" y="1869135"/>
                    <a:pt x="1145691" y="1511326"/>
                  </a:cubicBezTo>
                  <a:close/>
                </a:path>
              </a:pathLst>
            </a:cu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3CABFD26-6317-4404-AC7C-D91F5F2B32FF}"/>
                </a:ext>
              </a:extLst>
            </p:cNvPr>
            <p:cNvSpPr/>
            <p:nvPr/>
          </p:nvSpPr>
          <p:spPr>
            <a:xfrm>
              <a:off x="4974432" y="4326730"/>
              <a:ext cx="190500" cy="27622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Rounded 20">
              <a:extLst>
                <a:ext uri="{FF2B5EF4-FFF2-40B4-BE49-F238E27FC236}">
                  <a16:creationId xmlns:a16="http://schemas.microsoft.com/office/drawing/2014/main" id="{AD47355E-0381-455B-9C78-EEE1241B81B6}"/>
                </a:ext>
              </a:extLst>
            </p:cNvPr>
            <p:cNvSpPr/>
            <p:nvPr/>
          </p:nvSpPr>
          <p:spPr>
            <a:xfrm>
              <a:off x="5320231" y="4326729"/>
              <a:ext cx="190500" cy="27622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5BD043E3-A728-42BC-AC9D-014C0FFC6775}"/>
                </a:ext>
              </a:extLst>
            </p:cNvPr>
            <p:cNvSpPr/>
            <p:nvPr/>
          </p:nvSpPr>
          <p:spPr>
            <a:xfrm>
              <a:off x="5666031" y="4326729"/>
              <a:ext cx="190500" cy="276225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ttsMP3.com_VoiceText_2025-4-26_23-29-21">
            <a:hlinkClick r:id="" action="ppaction://media"/>
            <a:extLst>
              <a:ext uri="{FF2B5EF4-FFF2-40B4-BE49-F238E27FC236}">
                <a16:creationId xmlns:a16="http://schemas.microsoft.com/office/drawing/2014/main" id="{345E1537-F655-416B-8A3C-96CAF957F3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6579" y="2126343"/>
            <a:ext cx="609600" cy="609600"/>
          </a:xfrm>
          <a:prstGeom prst="rect">
            <a:avLst/>
          </a:prstGeom>
        </p:spPr>
      </p:pic>
      <p:pic>
        <p:nvPicPr>
          <p:cNvPr id="27" name="1sec">
            <a:hlinkClick r:id="" action="ppaction://media"/>
            <a:extLst>
              <a:ext uri="{FF2B5EF4-FFF2-40B4-BE49-F238E27FC236}">
                <a16:creationId xmlns:a16="http://schemas.microsoft.com/office/drawing/2014/main" id="{2CA31B34-30B4-4FB2-9D09-54501C75ED3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93762" y="2126343"/>
            <a:ext cx="609600" cy="609600"/>
          </a:xfrm>
          <a:prstGeom prst="rect">
            <a:avLst/>
          </a:prstGeom>
        </p:spPr>
      </p:pic>
      <p:pic>
        <p:nvPicPr>
          <p:cNvPr id="12" name="ttsMP3.com_VoiceText_2025-4-26_23-30-35">
            <a:hlinkClick r:id="" action="ppaction://media"/>
            <a:extLst>
              <a:ext uri="{FF2B5EF4-FFF2-40B4-BE49-F238E27FC236}">
                <a16:creationId xmlns:a16="http://schemas.microsoft.com/office/drawing/2014/main" id="{7F1D0CCE-A6C6-42CE-9663-80DFE4C991E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87839" y="2126343"/>
            <a:ext cx="609600" cy="609600"/>
          </a:xfrm>
          <a:prstGeom prst="rect">
            <a:avLst/>
          </a:prstGeom>
        </p:spPr>
      </p:pic>
      <p:pic>
        <p:nvPicPr>
          <p:cNvPr id="29" name="1sec">
            <a:hlinkClick r:id="" action="ppaction://media"/>
            <a:extLst>
              <a:ext uri="{FF2B5EF4-FFF2-40B4-BE49-F238E27FC236}">
                <a16:creationId xmlns:a16="http://schemas.microsoft.com/office/drawing/2014/main" id="{254B1FBE-3502-4F5E-AF31-44FC7343382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94797" y="2069853"/>
            <a:ext cx="609600" cy="609600"/>
          </a:xfrm>
          <a:prstGeom prst="rect">
            <a:avLst/>
          </a:prstGeom>
        </p:spPr>
      </p:pic>
      <p:pic>
        <p:nvPicPr>
          <p:cNvPr id="30" name="1sec">
            <a:hlinkClick r:id="" action="ppaction://media"/>
            <a:extLst>
              <a:ext uri="{FF2B5EF4-FFF2-40B4-BE49-F238E27FC236}">
                <a16:creationId xmlns:a16="http://schemas.microsoft.com/office/drawing/2014/main" id="{F6A6F5E9-E276-45BF-8DFD-97268541404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91218" y="203356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3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4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0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01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72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77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6F2224-B766-4A59-B238-0050C0DF58CE}"/>
              </a:ext>
            </a:extLst>
          </p:cNvPr>
          <p:cNvSpPr/>
          <p:nvPr/>
        </p:nvSpPr>
        <p:spPr>
          <a:xfrm>
            <a:off x="8748392" y="639809"/>
            <a:ext cx="327784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P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460342-6C16-4604-BB12-A8F7FD271A6C}"/>
              </a:ext>
            </a:extLst>
          </p:cNvPr>
          <p:cNvSpPr/>
          <p:nvPr/>
        </p:nvSpPr>
        <p:spPr>
          <a:xfrm>
            <a:off x="6142342" y="639809"/>
            <a:ext cx="2420641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ew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60CB02-3FE4-4D66-9289-F1FF8AE60E62}"/>
              </a:ext>
            </a:extLst>
          </p:cNvPr>
          <p:cNvGrpSpPr/>
          <p:nvPr/>
        </p:nvGrpSpPr>
        <p:grpSpPr>
          <a:xfrm>
            <a:off x="446133" y="944609"/>
            <a:ext cx="6595246" cy="5748799"/>
            <a:chOff x="720165" y="1238366"/>
            <a:chExt cx="6025119" cy="5251843"/>
          </a:xfrm>
        </p:grpSpPr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4FDBA3D2-0CB5-4E45-ABBD-0EF504BE64DF}"/>
                </a:ext>
              </a:extLst>
            </p:cNvPr>
            <p:cNvSpPr/>
            <p:nvPr/>
          </p:nvSpPr>
          <p:spPr>
            <a:xfrm>
              <a:off x="4642317" y="1238366"/>
              <a:ext cx="2102967" cy="3994293"/>
            </a:xfrm>
            <a:custGeom>
              <a:avLst/>
              <a:gdLst>
                <a:gd name="connsiteX0" fmla="*/ 0 w 655320"/>
                <a:gd name="connsiteY0" fmla="*/ 0 h 1325880"/>
                <a:gd name="connsiteX1" fmla="*/ 655320 w 655320"/>
                <a:gd name="connsiteY1" fmla="*/ 0 h 1325880"/>
                <a:gd name="connsiteX2" fmla="*/ 655320 w 655320"/>
                <a:gd name="connsiteY2" fmla="*/ 1325880 h 1325880"/>
                <a:gd name="connsiteX3" fmla="*/ 0 w 655320"/>
                <a:gd name="connsiteY3" fmla="*/ 1325880 h 1325880"/>
                <a:gd name="connsiteX4" fmla="*/ 0 w 655320"/>
                <a:gd name="connsiteY4" fmla="*/ 0 h 1325880"/>
                <a:gd name="connsiteX0" fmla="*/ 0 w 1051560"/>
                <a:gd name="connsiteY0" fmla="*/ 0 h 1325880"/>
                <a:gd name="connsiteX1" fmla="*/ 1051560 w 1051560"/>
                <a:gd name="connsiteY1" fmla="*/ 906780 h 1325880"/>
                <a:gd name="connsiteX2" fmla="*/ 655320 w 1051560"/>
                <a:gd name="connsiteY2" fmla="*/ 1325880 h 1325880"/>
                <a:gd name="connsiteX3" fmla="*/ 0 w 1051560"/>
                <a:gd name="connsiteY3" fmla="*/ 1325880 h 1325880"/>
                <a:gd name="connsiteX4" fmla="*/ 0 w 1051560"/>
                <a:gd name="connsiteY4" fmla="*/ 0 h 1325880"/>
                <a:gd name="connsiteX0" fmla="*/ 0 w 1920240"/>
                <a:gd name="connsiteY0" fmla="*/ 0 h 1325880"/>
                <a:gd name="connsiteX1" fmla="*/ 1051560 w 1920240"/>
                <a:gd name="connsiteY1" fmla="*/ 906780 h 1325880"/>
                <a:gd name="connsiteX2" fmla="*/ 1920240 w 1920240"/>
                <a:gd name="connsiteY2" fmla="*/ 1089660 h 1325880"/>
                <a:gd name="connsiteX3" fmla="*/ 0 w 1920240"/>
                <a:gd name="connsiteY3" fmla="*/ 1325880 h 1325880"/>
                <a:gd name="connsiteX4" fmla="*/ 0 w 1920240"/>
                <a:gd name="connsiteY4" fmla="*/ 0 h 1325880"/>
                <a:gd name="connsiteX0" fmla="*/ 0 w 2058401"/>
                <a:gd name="connsiteY0" fmla="*/ 0 h 1562100"/>
                <a:gd name="connsiteX1" fmla="*/ 1051560 w 2058401"/>
                <a:gd name="connsiteY1" fmla="*/ 906780 h 1562100"/>
                <a:gd name="connsiteX2" fmla="*/ 1920240 w 2058401"/>
                <a:gd name="connsiteY2" fmla="*/ 1089660 h 1562100"/>
                <a:gd name="connsiteX3" fmla="*/ 1935480 w 2058401"/>
                <a:gd name="connsiteY3" fmla="*/ 1562100 h 1562100"/>
                <a:gd name="connsiteX4" fmla="*/ 0 w 2058401"/>
                <a:gd name="connsiteY4" fmla="*/ 1325880 h 1562100"/>
                <a:gd name="connsiteX5" fmla="*/ 0 w 2058401"/>
                <a:gd name="connsiteY5" fmla="*/ 0 h 1562100"/>
                <a:gd name="connsiteX0" fmla="*/ 0 w 2058401"/>
                <a:gd name="connsiteY0" fmla="*/ 0 h 2279549"/>
                <a:gd name="connsiteX1" fmla="*/ 1051560 w 2058401"/>
                <a:gd name="connsiteY1" fmla="*/ 906780 h 2279549"/>
                <a:gd name="connsiteX2" fmla="*/ 1920240 w 2058401"/>
                <a:gd name="connsiteY2" fmla="*/ 1089660 h 2279549"/>
                <a:gd name="connsiteX3" fmla="*/ 1935480 w 2058401"/>
                <a:gd name="connsiteY3" fmla="*/ 1562100 h 2279549"/>
                <a:gd name="connsiteX4" fmla="*/ 1943100 w 2058401"/>
                <a:gd name="connsiteY4" fmla="*/ 2278380 h 2279549"/>
                <a:gd name="connsiteX5" fmla="*/ 0 w 2058401"/>
                <a:gd name="connsiteY5" fmla="*/ 1325880 h 2279549"/>
                <a:gd name="connsiteX6" fmla="*/ 0 w 2058401"/>
                <a:gd name="connsiteY6" fmla="*/ 0 h 2279549"/>
                <a:gd name="connsiteX0" fmla="*/ 0 w 2058401"/>
                <a:gd name="connsiteY0" fmla="*/ 0 h 2806114"/>
                <a:gd name="connsiteX1" fmla="*/ 1051560 w 2058401"/>
                <a:gd name="connsiteY1" fmla="*/ 906780 h 2806114"/>
                <a:gd name="connsiteX2" fmla="*/ 1920240 w 2058401"/>
                <a:gd name="connsiteY2" fmla="*/ 1089660 h 2806114"/>
                <a:gd name="connsiteX3" fmla="*/ 1935480 w 2058401"/>
                <a:gd name="connsiteY3" fmla="*/ 1562100 h 2806114"/>
                <a:gd name="connsiteX4" fmla="*/ 1943100 w 2058401"/>
                <a:gd name="connsiteY4" fmla="*/ 2278380 h 2806114"/>
                <a:gd name="connsiteX5" fmla="*/ 1531620 w 2058401"/>
                <a:gd name="connsiteY5" fmla="*/ 2804160 h 2806114"/>
                <a:gd name="connsiteX6" fmla="*/ 0 w 2058401"/>
                <a:gd name="connsiteY6" fmla="*/ 1325880 h 2806114"/>
                <a:gd name="connsiteX7" fmla="*/ 0 w 2058401"/>
                <a:gd name="connsiteY7" fmla="*/ 0 h 2806114"/>
                <a:gd name="connsiteX0" fmla="*/ 171 w 2058572"/>
                <a:gd name="connsiteY0" fmla="*/ 0 h 2806114"/>
                <a:gd name="connsiteX1" fmla="*/ 1051731 w 2058572"/>
                <a:gd name="connsiteY1" fmla="*/ 906780 h 2806114"/>
                <a:gd name="connsiteX2" fmla="*/ 1920411 w 2058572"/>
                <a:gd name="connsiteY2" fmla="*/ 1089660 h 2806114"/>
                <a:gd name="connsiteX3" fmla="*/ 1935651 w 2058572"/>
                <a:gd name="connsiteY3" fmla="*/ 1562100 h 2806114"/>
                <a:gd name="connsiteX4" fmla="*/ 1943271 w 2058572"/>
                <a:gd name="connsiteY4" fmla="*/ 2278380 h 2806114"/>
                <a:gd name="connsiteX5" fmla="*/ 1531791 w 2058572"/>
                <a:gd name="connsiteY5" fmla="*/ 2804160 h 2806114"/>
                <a:gd name="connsiteX6" fmla="*/ 171 w 2058572"/>
                <a:gd name="connsiteY6" fmla="*/ 1325880 h 2806114"/>
                <a:gd name="connsiteX7" fmla="*/ 99231 w 2058572"/>
                <a:gd name="connsiteY7" fmla="*/ 330199 h 2806114"/>
                <a:gd name="connsiteX8" fmla="*/ 171 w 2058572"/>
                <a:gd name="connsiteY8" fmla="*/ 0 h 2806114"/>
                <a:gd name="connsiteX0" fmla="*/ 0 w 2058401"/>
                <a:gd name="connsiteY0" fmla="*/ 0 h 2806114"/>
                <a:gd name="connsiteX1" fmla="*/ 1051560 w 2058401"/>
                <a:gd name="connsiteY1" fmla="*/ 906780 h 2806114"/>
                <a:gd name="connsiteX2" fmla="*/ 1920240 w 2058401"/>
                <a:gd name="connsiteY2" fmla="*/ 1089660 h 2806114"/>
                <a:gd name="connsiteX3" fmla="*/ 1935480 w 2058401"/>
                <a:gd name="connsiteY3" fmla="*/ 1562100 h 2806114"/>
                <a:gd name="connsiteX4" fmla="*/ 1943100 w 2058401"/>
                <a:gd name="connsiteY4" fmla="*/ 2278380 h 2806114"/>
                <a:gd name="connsiteX5" fmla="*/ 1531620 w 2058401"/>
                <a:gd name="connsiteY5" fmla="*/ 2804160 h 2806114"/>
                <a:gd name="connsiteX6" fmla="*/ 368300 w 2058401"/>
                <a:gd name="connsiteY6" fmla="*/ 2684780 h 2806114"/>
                <a:gd name="connsiteX7" fmla="*/ 99060 w 2058401"/>
                <a:gd name="connsiteY7" fmla="*/ 330199 h 2806114"/>
                <a:gd name="connsiteX8" fmla="*/ 0 w 2058401"/>
                <a:gd name="connsiteY8" fmla="*/ 0 h 2806114"/>
                <a:gd name="connsiteX0" fmla="*/ 0 w 2058401"/>
                <a:gd name="connsiteY0" fmla="*/ 0 h 3049462"/>
                <a:gd name="connsiteX1" fmla="*/ 1051560 w 2058401"/>
                <a:gd name="connsiteY1" fmla="*/ 906780 h 3049462"/>
                <a:gd name="connsiteX2" fmla="*/ 1920240 w 2058401"/>
                <a:gd name="connsiteY2" fmla="*/ 1089660 h 3049462"/>
                <a:gd name="connsiteX3" fmla="*/ 1935480 w 2058401"/>
                <a:gd name="connsiteY3" fmla="*/ 1562100 h 3049462"/>
                <a:gd name="connsiteX4" fmla="*/ 1943100 w 2058401"/>
                <a:gd name="connsiteY4" fmla="*/ 2278380 h 3049462"/>
                <a:gd name="connsiteX5" fmla="*/ 1531620 w 2058401"/>
                <a:gd name="connsiteY5" fmla="*/ 2804160 h 3049462"/>
                <a:gd name="connsiteX6" fmla="*/ 226060 w 2058401"/>
                <a:gd name="connsiteY6" fmla="*/ 3047999 h 3049462"/>
                <a:gd name="connsiteX7" fmla="*/ 368300 w 2058401"/>
                <a:gd name="connsiteY7" fmla="*/ 2684780 h 3049462"/>
                <a:gd name="connsiteX8" fmla="*/ 99060 w 2058401"/>
                <a:gd name="connsiteY8" fmla="*/ 330199 h 3049462"/>
                <a:gd name="connsiteX9" fmla="*/ 0 w 2058401"/>
                <a:gd name="connsiteY9" fmla="*/ 0 h 3049462"/>
                <a:gd name="connsiteX0" fmla="*/ 0 w 2058401"/>
                <a:gd name="connsiteY0" fmla="*/ 0 h 3146426"/>
                <a:gd name="connsiteX1" fmla="*/ 1051560 w 2058401"/>
                <a:gd name="connsiteY1" fmla="*/ 906780 h 3146426"/>
                <a:gd name="connsiteX2" fmla="*/ 1920240 w 2058401"/>
                <a:gd name="connsiteY2" fmla="*/ 1089660 h 3146426"/>
                <a:gd name="connsiteX3" fmla="*/ 1935480 w 2058401"/>
                <a:gd name="connsiteY3" fmla="*/ 1562100 h 3146426"/>
                <a:gd name="connsiteX4" fmla="*/ 1943100 w 2058401"/>
                <a:gd name="connsiteY4" fmla="*/ 2278380 h 3146426"/>
                <a:gd name="connsiteX5" fmla="*/ 1531620 w 2058401"/>
                <a:gd name="connsiteY5" fmla="*/ 2804160 h 3146426"/>
                <a:gd name="connsiteX6" fmla="*/ 1673860 w 2058401"/>
                <a:gd name="connsiteY6" fmla="*/ 3136899 h 3146426"/>
                <a:gd name="connsiteX7" fmla="*/ 226060 w 2058401"/>
                <a:gd name="connsiteY7" fmla="*/ 3047999 h 3146426"/>
                <a:gd name="connsiteX8" fmla="*/ 368300 w 2058401"/>
                <a:gd name="connsiteY8" fmla="*/ 2684780 h 3146426"/>
                <a:gd name="connsiteX9" fmla="*/ 99060 w 2058401"/>
                <a:gd name="connsiteY9" fmla="*/ 330199 h 3146426"/>
                <a:gd name="connsiteX10" fmla="*/ 0 w 2058401"/>
                <a:gd name="connsiteY10" fmla="*/ 0 h 3146426"/>
                <a:gd name="connsiteX0" fmla="*/ 0 w 2058401"/>
                <a:gd name="connsiteY0" fmla="*/ 0 h 3505683"/>
                <a:gd name="connsiteX1" fmla="*/ 1051560 w 2058401"/>
                <a:gd name="connsiteY1" fmla="*/ 906780 h 3505683"/>
                <a:gd name="connsiteX2" fmla="*/ 1920240 w 2058401"/>
                <a:gd name="connsiteY2" fmla="*/ 1089660 h 3505683"/>
                <a:gd name="connsiteX3" fmla="*/ 1935480 w 2058401"/>
                <a:gd name="connsiteY3" fmla="*/ 1562100 h 3505683"/>
                <a:gd name="connsiteX4" fmla="*/ 1943100 w 2058401"/>
                <a:gd name="connsiteY4" fmla="*/ 2278380 h 3505683"/>
                <a:gd name="connsiteX5" fmla="*/ 1531620 w 2058401"/>
                <a:gd name="connsiteY5" fmla="*/ 2804160 h 3505683"/>
                <a:gd name="connsiteX6" fmla="*/ 1673860 w 2058401"/>
                <a:gd name="connsiteY6" fmla="*/ 3136899 h 3505683"/>
                <a:gd name="connsiteX7" fmla="*/ 1699260 w 2058401"/>
                <a:gd name="connsiteY7" fmla="*/ 3505199 h 3505683"/>
                <a:gd name="connsiteX8" fmla="*/ 226060 w 2058401"/>
                <a:gd name="connsiteY8" fmla="*/ 3047999 h 3505683"/>
                <a:gd name="connsiteX9" fmla="*/ 368300 w 2058401"/>
                <a:gd name="connsiteY9" fmla="*/ 2684780 h 3505683"/>
                <a:gd name="connsiteX10" fmla="*/ 99060 w 2058401"/>
                <a:gd name="connsiteY10" fmla="*/ 330199 h 3505683"/>
                <a:gd name="connsiteX11" fmla="*/ 0 w 2058401"/>
                <a:gd name="connsiteY11" fmla="*/ 0 h 3505683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673860 w 2058401"/>
                <a:gd name="connsiteY6" fmla="*/ 3136899 h 3631306"/>
                <a:gd name="connsiteX7" fmla="*/ 1699260 w 2058401"/>
                <a:gd name="connsiteY7" fmla="*/ 3505199 h 3631306"/>
                <a:gd name="connsiteX8" fmla="*/ 1623060 w 2058401"/>
                <a:gd name="connsiteY8" fmla="*/ 3606799 h 3631306"/>
                <a:gd name="connsiteX9" fmla="*/ 226060 w 2058401"/>
                <a:gd name="connsiteY9" fmla="*/ 3047999 h 3631306"/>
                <a:gd name="connsiteX10" fmla="*/ 368300 w 2058401"/>
                <a:gd name="connsiteY10" fmla="*/ 2684780 h 3631306"/>
                <a:gd name="connsiteX11" fmla="*/ 99060 w 2058401"/>
                <a:gd name="connsiteY11" fmla="*/ 330199 h 3631306"/>
                <a:gd name="connsiteX12" fmla="*/ 0 w 2058401"/>
                <a:gd name="connsiteY12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673860 w 2058401"/>
                <a:gd name="connsiteY6" fmla="*/ 3136899 h 3631306"/>
                <a:gd name="connsiteX7" fmla="*/ 1699260 w 2058401"/>
                <a:gd name="connsiteY7" fmla="*/ 3505199 h 3631306"/>
                <a:gd name="connsiteX8" fmla="*/ 162306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673860 w 2058401"/>
                <a:gd name="connsiteY6" fmla="*/ 313689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99223"/>
                <a:gd name="connsiteY0" fmla="*/ 0 h 3631306"/>
                <a:gd name="connsiteX1" fmla="*/ 1051560 w 2099223"/>
                <a:gd name="connsiteY1" fmla="*/ 906780 h 3631306"/>
                <a:gd name="connsiteX2" fmla="*/ 1920240 w 2099223"/>
                <a:gd name="connsiteY2" fmla="*/ 1089660 h 3631306"/>
                <a:gd name="connsiteX3" fmla="*/ 1981200 w 2099223"/>
                <a:gd name="connsiteY3" fmla="*/ 1562100 h 3631306"/>
                <a:gd name="connsiteX4" fmla="*/ 1958340 w 2099223"/>
                <a:gd name="connsiteY4" fmla="*/ 2293620 h 3631306"/>
                <a:gd name="connsiteX5" fmla="*/ 1531620 w 2099223"/>
                <a:gd name="connsiteY5" fmla="*/ 2804160 h 3631306"/>
                <a:gd name="connsiteX6" fmla="*/ 1742440 w 2099223"/>
                <a:gd name="connsiteY6" fmla="*/ 3144519 h 3631306"/>
                <a:gd name="connsiteX7" fmla="*/ 1699260 w 2099223"/>
                <a:gd name="connsiteY7" fmla="*/ 3505199 h 3631306"/>
                <a:gd name="connsiteX8" fmla="*/ 1592580 w 2099223"/>
                <a:gd name="connsiteY8" fmla="*/ 3606799 h 3631306"/>
                <a:gd name="connsiteX9" fmla="*/ 264160 w 2099223"/>
                <a:gd name="connsiteY9" fmla="*/ 3365498 h 3631306"/>
                <a:gd name="connsiteX10" fmla="*/ 226060 w 2099223"/>
                <a:gd name="connsiteY10" fmla="*/ 3047999 h 3631306"/>
                <a:gd name="connsiteX11" fmla="*/ 368300 w 2099223"/>
                <a:gd name="connsiteY11" fmla="*/ 2684780 h 3631306"/>
                <a:gd name="connsiteX12" fmla="*/ 99060 w 2099223"/>
                <a:gd name="connsiteY12" fmla="*/ 330199 h 3631306"/>
                <a:gd name="connsiteX13" fmla="*/ 0 w 2099223"/>
                <a:gd name="connsiteY13" fmla="*/ 0 h 3631306"/>
                <a:gd name="connsiteX0" fmla="*/ 0 w 2099223"/>
                <a:gd name="connsiteY0" fmla="*/ 0 h 3631306"/>
                <a:gd name="connsiteX1" fmla="*/ 1051560 w 2099223"/>
                <a:gd name="connsiteY1" fmla="*/ 906780 h 3631306"/>
                <a:gd name="connsiteX2" fmla="*/ 1920240 w 2099223"/>
                <a:gd name="connsiteY2" fmla="*/ 1089660 h 3631306"/>
                <a:gd name="connsiteX3" fmla="*/ 1981200 w 2099223"/>
                <a:gd name="connsiteY3" fmla="*/ 1562100 h 3631306"/>
                <a:gd name="connsiteX4" fmla="*/ 1958340 w 2099223"/>
                <a:gd name="connsiteY4" fmla="*/ 2293620 h 3631306"/>
                <a:gd name="connsiteX5" fmla="*/ 1531620 w 2099223"/>
                <a:gd name="connsiteY5" fmla="*/ 2804160 h 3631306"/>
                <a:gd name="connsiteX6" fmla="*/ 1742440 w 2099223"/>
                <a:gd name="connsiteY6" fmla="*/ 3144519 h 3631306"/>
                <a:gd name="connsiteX7" fmla="*/ 1699260 w 2099223"/>
                <a:gd name="connsiteY7" fmla="*/ 3505199 h 3631306"/>
                <a:gd name="connsiteX8" fmla="*/ 1592580 w 2099223"/>
                <a:gd name="connsiteY8" fmla="*/ 3606799 h 3631306"/>
                <a:gd name="connsiteX9" fmla="*/ 264160 w 2099223"/>
                <a:gd name="connsiteY9" fmla="*/ 3365498 h 3631306"/>
                <a:gd name="connsiteX10" fmla="*/ 226060 w 2099223"/>
                <a:gd name="connsiteY10" fmla="*/ 3047999 h 3631306"/>
                <a:gd name="connsiteX11" fmla="*/ 368300 w 2099223"/>
                <a:gd name="connsiteY11" fmla="*/ 2684780 h 3631306"/>
                <a:gd name="connsiteX12" fmla="*/ 99060 w 2099223"/>
                <a:gd name="connsiteY12" fmla="*/ 330199 h 3631306"/>
                <a:gd name="connsiteX13" fmla="*/ 0 w 2099223"/>
                <a:gd name="connsiteY13" fmla="*/ 0 h 3631306"/>
                <a:gd name="connsiteX0" fmla="*/ 0 w 2099223"/>
                <a:gd name="connsiteY0" fmla="*/ 0 h 3631306"/>
                <a:gd name="connsiteX1" fmla="*/ 1051560 w 2099223"/>
                <a:gd name="connsiteY1" fmla="*/ 906780 h 3631306"/>
                <a:gd name="connsiteX2" fmla="*/ 1920240 w 2099223"/>
                <a:gd name="connsiteY2" fmla="*/ 1089660 h 3631306"/>
                <a:gd name="connsiteX3" fmla="*/ 1981200 w 2099223"/>
                <a:gd name="connsiteY3" fmla="*/ 1562100 h 3631306"/>
                <a:gd name="connsiteX4" fmla="*/ 1958340 w 2099223"/>
                <a:gd name="connsiteY4" fmla="*/ 2293620 h 3631306"/>
                <a:gd name="connsiteX5" fmla="*/ 1531620 w 2099223"/>
                <a:gd name="connsiteY5" fmla="*/ 2804160 h 3631306"/>
                <a:gd name="connsiteX6" fmla="*/ 1742440 w 2099223"/>
                <a:gd name="connsiteY6" fmla="*/ 3144519 h 3631306"/>
                <a:gd name="connsiteX7" fmla="*/ 1699260 w 2099223"/>
                <a:gd name="connsiteY7" fmla="*/ 3505199 h 3631306"/>
                <a:gd name="connsiteX8" fmla="*/ 1592580 w 2099223"/>
                <a:gd name="connsiteY8" fmla="*/ 3606799 h 3631306"/>
                <a:gd name="connsiteX9" fmla="*/ 264160 w 2099223"/>
                <a:gd name="connsiteY9" fmla="*/ 3365498 h 3631306"/>
                <a:gd name="connsiteX10" fmla="*/ 226060 w 2099223"/>
                <a:gd name="connsiteY10" fmla="*/ 3047999 h 3631306"/>
                <a:gd name="connsiteX11" fmla="*/ 368300 w 2099223"/>
                <a:gd name="connsiteY11" fmla="*/ 2684780 h 3631306"/>
                <a:gd name="connsiteX12" fmla="*/ 99060 w 2099223"/>
                <a:gd name="connsiteY12" fmla="*/ 330199 h 3631306"/>
                <a:gd name="connsiteX13" fmla="*/ 0 w 2099223"/>
                <a:gd name="connsiteY13" fmla="*/ 0 h 3631306"/>
                <a:gd name="connsiteX0" fmla="*/ 0 w 2100011"/>
                <a:gd name="connsiteY0" fmla="*/ 0 h 3631306"/>
                <a:gd name="connsiteX1" fmla="*/ 1051560 w 2100011"/>
                <a:gd name="connsiteY1" fmla="*/ 906780 h 3631306"/>
                <a:gd name="connsiteX2" fmla="*/ 1927860 w 2100011"/>
                <a:gd name="connsiteY2" fmla="*/ 1074420 h 3631306"/>
                <a:gd name="connsiteX3" fmla="*/ 1981200 w 2100011"/>
                <a:gd name="connsiteY3" fmla="*/ 1562100 h 3631306"/>
                <a:gd name="connsiteX4" fmla="*/ 1958340 w 2100011"/>
                <a:gd name="connsiteY4" fmla="*/ 2293620 h 3631306"/>
                <a:gd name="connsiteX5" fmla="*/ 1531620 w 2100011"/>
                <a:gd name="connsiteY5" fmla="*/ 2804160 h 3631306"/>
                <a:gd name="connsiteX6" fmla="*/ 1742440 w 2100011"/>
                <a:gd name="connsiteY6" fmla="*/ 3144519 h 3631306"/>
                <a:gd name="connsiteX7" fmla="*/ 1699260 w 2100011"/>
                <a:gd name="connsiteY7" fmla="*/ 3505199 h 3631306"/>
                <a:gd name="connsiteX8" fmla="*/ 1592580 w 2100011"/>
                <a:gd name="connsiteY8" fmla="*/ 3606799 h 3631306"/>
                <a:gd name="connsiteX9" fmla="*/ 264160 w 2100011"/>
                <a:gd name="connsiteY9" fmla="*/ 3365498 h 3631306"/>
                <a:gd name="connsiteX10" fmla="*/ 226060 w 2100011"/>
                <a:gd name="connsiteY10" fmla="*/ 3047999 h 3631306"/>
                <a:gd name="connsiteX11" fmla="*/ 368300 w 2100011"/>
                <a:gd name="connsiteY11" fmla="*/ 2684780 h 3631306"/>
                <a:gd name="connsiteX12" fmla="*/ 99060 w 2100011"/>
                <a:gd name="connsiteY12" fmla="*/ 330199 h 3631306"/>
                <a:gd name="connsiteX13" fmla="*/ 0 w 2100011"/>
                <a:gd name="connsiteY13" fmla="*/ 0 h 3631306"/>
                <a:gd name="connsiteX0" fmla="*/ 0 w 2187475"/>
                <a:gd name="connsiteY0" fmla="*/ 0 h 3631306"/>
                <a:gd name="connsiteX1" fmla="*/ 1051560 w 2187475"/>
                <a:gd name="connsiteY1" fmla="*/ 906780 h 3631306"/>
                <a:gd name="connsiteX2" fmla="*/ 1927860 w 2187475"/>
                <a:gd name="connsiteY2" fmla="*/ 1074420 h 3631306"/>
                <a:gd name="connsiteX3" fmla="*/ 1981200 w 2187475"/>
                <a:gd name="connsiteY3" fmla="*/ 1562100 h 3631306"/>
                <a:gd name="connsiteX4" fmla="*/ 1958340 w 2187475"/>
                <a:gd name="connsiteY4" fmla="*/ 2293620 h 3631306"/>
                <a:gd name="connsiteX5" fmla="*/ 1531620 w 2187475"/>
                <a:gd name="connsiteY5" fmla="*/ 2804160 h 3631306"/>
                <a:gd name="connsiteX6" fmla="*/ 1742440 w 2187475"/>
                <a:gd name="connsiteY6" fmla="*/ 3144519 h 3631306"/>
                <a:gd name="connsiteX7" fmla="*/ 1699260 w 2187475"/>
                <a:gd name="connsiteY7" fmla="*/ 3505199 h 3631306"/>
                <a:gd name="connsiteX8" fmla="*/ 1592580 w 2187475"/>
                <a:gd name="connsiteY8" fmla="*/ 3606799 h 3631306"/>
                <a:gd name="connsiteX9" fmla="*/ 264160 w 2187475"/>
                <a:gd name="connsiteY9" fmla="*/ 3365498 h 3631306"/>
                <a:gd name="connsiteX10" fmla="*/ 226060 w 2187475"/>
                <a:gd name="connsiteY10" fmla="*/ 3047999 h 3631306"/>
                <a:gd name="connsiteX11" fmla="*/ 368300 w 2187475"/>
                <a:gd name="connsiteY11" fmla="*/ 2684780 h 3631306"/>
                <a:gd name="connsiteX12" fmla="*/ 99060 w 2187475"/>
                <a:gd name="connsiteY12" fmla="*/ 330199 h 3631306"/>
                <a:gd name="connsiteX13" fmla="*/ 0 w 2187475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7442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210858 h 3842164"/>
                <a:gd name="connsiteX1" fmla="*/ 1066800 w 2076402"/>
                <a:gd name="connsiteY1" fmla="*/ 1094778 h 3842164"/>
                <a:gd name="connsiteX2" fmla="*/ 1927860 w 2076402"/>
                <a:gd name="connsiteY2" fmla="*/ 1270038 h 3842164"/>
                <a:gd name="connsiteX3" fmla="*/ 1981200 w 2076402"/>
                <a:gd name="connsiteY3" fmla="*/ 1772958 h 3842164"/>
                <a:gd name="connsiteX4" fmla="*/ 1958340 w 2076402"/>
                <a:gd name="connsiteY4" fmla="*/ 2504478 h 3842164"/>
                <a:gd name="connsiteX5" fmla="*/ 1531620 w 2076402"/>
                <a:gd name="connsiteY5" fmla="*/ 3015018 h 3842164"/>
                <a:gd name="connsiteX6" fmla="*/ 1742440 w 2076402"/>
                <a:gd name="connsiteY6" fmla="*/ 3355377 h 3842164"/>
                <a:gd name="connsiteX7" fmla="*/ 1699260 w 2076402"/>
                <a:gd name="connsiteY7" fmla="*/ 3716057 h 3842164"/>
                <a:gd name="connsiteX8" fmla="*/ 1592580 w 2076402"/>
                <a:gd name="connsiteY8" fmla="*/ 3817657 h 3842164"/>
                <a:gd name="connsiteX9" fmla="*/ 264160 w 2076402"/>
                <a:gd name="connsiteY9" fmla="*/ 3576356 h 3842164"/>
                <a:gd name="connsiteX10" fmla="*/ 226060 w 2076402"/>
                <a:gd name="connsiteY10" fmla="*/ 3258857 h 3842164"/>
                <a:gd name="connsiteX11" fmla="*/ 368300 w 2076402"/>
                <a:gd name="connsiteY11" fmla="*/ 2895638 h 3842164"/>
                <a:gd name="connsiteX12" fmla="*/ 99060 w 2076402"/>
                <a:gd name="connsiteY12" fmla="*/ 541057 h 3842164"/>
                <a:gd name="connsiteX13" fmla="*/ 0 w 2076402"/>
                <a:gd name="connsiteY13" fmla="*/ 210858 h 3842164"/>
                <a:gd name="connsiteX0" fmla="*/ 14113 w 2090515"/>
                <a:gd name="connsiteY0" fmla="*/ 379641 h 4010947"/>
                <a:gd name="connsiteX1" fmla="*/ 1080913 w 2090515"/>
                <a:gd name="connsiteY1" fmla="*/ 1263561 h 4010947"/>
                <a:gd name="connsiteX2" fmla="*/ 1941973 w 2090515"/>
                <a:gd name="connsiteY2" fmla="*/ 1438821 h 4010947"/>
                <a:gd name="connsiteX3" fmla="*/ 1995313 w 2090515"/>
                <a:gd name="connsiteY3" fmla="*/ 1941741 h 4010947"/>
                <a:gd name="connsiteX4" fmla="*/ 1972453 w 2090515"/>
                <a:gd name="connsiteY4" fmla="*/ 2673261 h 4010947"/>
                <a:gd name="connsiteX5" fmla="*/ 1545733 w 2090515"/>
                <a:gd name="connsiteY5" fmla="*/ 3183801 h 4010947"/>
                <a:gd name="connsiteX6" fmla="*/ 1756553 w 2090515"/>
                <a:gd name="connsiteY6" fmla="*/ 3524160 h 4010947"/>
                <a:gd name="connsiteX7" fmla="*/ 1713373 w 2090515"/>
                <a:gd name="connsiteY7" fmla="*/ 3884840 h 4010947"/>
                <a:gd name="connsiteX8" fmla="*/ 1606693 w 2090515"/>
                <a:gd name="connsiteY8" fmla="*/ 3986440 h 4010947"/>
                <a:gd name="connsiteX9" fmla="*/ 278273 w 2090515"/>
                <a:gd name="connsiteY9" fmla="*/ 3745139 h 4010947"/>
                <a:gd name="connsiteX10" fmla="*/ 240173 w 2090515"/>
                <a:gd name="connsiteY10" fmla="*/ 3427640 h 4010947"/>
                <a:gd name="connsiteX11" fmla="*/ 382413 w 2090515"/>
                <a:gd name="connsiteY11" fmla="*/ 3064421 h 4010947"/>
                <a:gd name="connsiteX12" fmla="*/ 113173 w 2090515"/>
                <a:gd name="connsiteY12" fmla="*/ 709840 h 4010947"/>
                <a:gd name="connsiteX13" fmla="*/ 14113 w 2090515"/>
                <a:gd name="connsiteY13" fmla="*/ 379641 h 4010947"/>
                <a:gd name="connsiteX0" fmla="*/ 0 w 2076402"/>
                <a:gd name="connsiteY0" fmla="*/ 182907 h 3814213"/>
                <a:gd name="connsiteX1" fmla="*/ 632461 w 2076402"/>
                <a:gd name="connsiteY1" fmla="*/ 49556 h 3814213"/>
                <a:gd name="connsiteX2" fmla="*/ 1066800 w 2076402"/>
                <a:gd name="connsiteY2" fmla="*/ 1066827 h 3814213"/>
                <a:gd name="connsiteX3" fmla="*/ 1927860 w 2076402"/>
                <a:gd name="connsiteY3" fmla="*/ 1242087 h 3814213"/>
                <a:gd name="connsiteX4" fmla="*/ 1981200 w 2076402"/>
                <a:gd name="connsiteY4" fmla="*/ 1745007 h 3814213"/>
                <a:gd name="connsiteX5" fmla="*/ 1958340 w 2076402"/>
                <a:gd name="connsiteY5" fmla="*/ 2476527 h 3814213"/>
                <a:gd name="connsiteX6" fmla="*/ 1531620 w 2076402"/>
                <a:gd name="connsiteY6" fmla="*/ 2987067 h 3814213"/>
                <a:gd name="connsiteX7" fmla="*/ 1742440 w 2076402"/>
                <a:gd name="connsiteY7" fmla="*/ 3327426 h 3814213"/>
                <a:gd name="connsiteX8" fmla="*/ 1699260 w 2076402"/>
                <a:gd name="connsiteY8" fmla="*/ 3688106 h 3814213"/>
                <a:gd name="connsiteX9" fmla="*/ 1592580 w 2076402"/>
                <a:gd name="connsiteY9" fmla="*/ 3789706 h 3814213"/>
                <a:gd name="connsiteX10" fmla="*/ 264160 w 2076402"/>
                <a:gd name="connsiteY10" fmla="*/ 3548405 h 3814213"/>
                <a:gd name="connsiteX11" fmla="*/ 226060 w 2076402"/>
                <a:gd name="connsiteY11" fmla="*/ 3230906 h 3814213"/>
                <a:gd name="connsiteX12" fmla="*/ 368300 w 2076402"/>
                <a:gd name="connsiteY12" fmla="*/ 2867687 h 3814213"/>
                <a:gd name="connsiteX13" fmla="*/ 99060 w 2076402"/>
                <a:gd name="connsiteY13" fmla="*/ 513106 h 3814213"/>
                <a:gd name="connsiteX14" fmla="*/ 0 w 2076402"/>
                <a:gd name="connsiteY14" fmla="*/ 182907 h 3814213"/>
                <a:gd name="connsiteX0" fmla="*/ 23892 w 2100294"/>
                <a:gd name="connsiteY0" fmla="*/ 294066 h 3925372"/>
                <a:gd name="connsiteX1" fmla="*/ 656353 w 2100294"/>
                <a:gd name="connsiteY1" fmla="*/ 160715 h 3925372"/>
                <a:gd name="connsiteX2" fmla="*/ 1090692 w 2100294"/>
                <a:gd name="connsiteY2" fmla="*/ 1177986 h 3925372"/>
                <a:gd name="connsiteX3" fmla="*/ 1951752 w 2100294"/>
                <a:gd name="connsiteY3" fmla="*/ 1353246 h 3925372"/>
                <a:gd name="connsiteX4" fmla="*/ 2005092 w 2100294"/>
                <a:gd name="connsiteY4" fmla="*/ 1856166 h 3925372"/>
                <a:gd name="connsiteX5" fmla="*/ 1982232 w 2100294"/>
                <a:gd name="connsiteY5" fmla="*/ 2587686 h 3925372"/>
                <a:gd name="connsiteX6" fmla="*/ 1555512 w 2100294"/>
                <a:gd name="connsiteY6" fmla="*/ 3098226 h 3925372"/>
                <a:gd name="connsiteX7" fmla="*/ 1766332 w 2100294"/>
                <a:gd name="connsiteY7" fmla="*/ 3438585 h 3925372"/>
                <a:gd name="connsiteX8" fmla="*/ 1723152 w 2100294"/>
                <a:gd name="connsiteY8" fmla="*/ 3799265 h 3925372"/>
                <a:gd name="connsiteX9" fmla="*/ 1616472 w 2100294"/>
                <a:gd name="connsiteY9" fmla="*/ 3900865 h 3925372"/>
                <a:gd name="connsiteX10" fmla="*/ 288052 w 2100294"/>
                <a:gd name="connsiteY10" fmla="*/ 3659564 h 3925372"/>
                <a:gd name="connsiteX11" fmla="*/ 249952 w 2100294"/>
                <a:gd name="connsiteY11" fmla="*/ 3342065 h 3925372"/>
                <a:gd name="connsiteX12" fmla="*/ 392192 w 2100294"/>
                <a:gd name="connsiteY12" fmla="*/ 2978846 h 3925372"/>
                <a:gd name="connsiteX13" fmla="*/ 122952 w 2100294"/>
                <a:gd name="connsiteY13" fmla="*/ 624265 h 3925372"/>
                <a:gd name="connsiteX14" fmla="*/ 23892 w 2100294"/>
                <a:gd name="connsiteY14" fmla="*/ 294066 h 3925372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3995129"/>
                <a:gd name="connsiteX1" fmla="*/ 659026 w 2102967"/>
                <a:gd name="connsiteY1" fmla="*/ 253881 h 3995129"/>
                <a:gd name="connsiteX2" fmla="*/ 1093365 w 2102967"/>
                <a:gd name="connsiteY2" fmla="*/ 1271152 h 3995129"/>
                <a:gd name="connsiteX3" fmla="*/ 1954425 w 2102967"/>
                <a:gd name="connsiteY3" fmla="*/ 1446412 h 3995129"/>
                <a:gd name="connsiteX4" fmla="*/ 2007765 w 2102967"/>
                <a:gd name="connsiteY4" fmla="*/ 1949332 h 3995129"/>
                <a:gd name="connsiteX5" fmla="*/ 1984905 w 2102967"/>
                <a:gd name="connsiteY5" fmla="*/ 2680852 h 3995129"/>
                <a:gd name="connsiteX6" fmla="*/ 1558185 w 2102967"/>
                <a:gd name="connsiteY6" fmla="*/ 3191392 h 3995129"/>
                <a:gd name="connsiteX7" fmla="*/ 1769005 w 2102967"/>
                <a:gd name="connsiteY7" fmla="*/ 3531751 h 3995129"/>
                <a:gd name="connsiteX8" fmla="*/ 1725825 w 2102967"/>
                <a:gd name="connsiteY8" fmla="*/ 3892431 h 3995129"/>
                <a:gd name="connsiteX9" fmla="*/ 1619145 w 2102967"/>
                <a:gd name="connsiteY9" fmla="*/ 3994031 h 3995129"/>
                <a:gd name="connsiteX10" fmla="*/ 290725 w 2102967"/>
                <a:gd name="connsiteY10" fmla="*/ 3752730 h 3995129"/>
                <a:gd name="connsiteX11" fmla="*/ 252625 w 2102967"/>
                <a:gd name="connsiteY11" fmla="*/ 3435231 h 3995129"/>
                <a:gd name="connsiteX12" fmla="*/ 394865 w 2102967"/>
                <a:gd name="connsiteY12" fmla="*/ 3072012 h 3995129"/>
                <a:gd name="connsiteX13" fmla="*/ 125625 w 2102967"/>
                <a:gd name="connsiteY13" fmla="*/ 717431 h 3995129"/>
                <a:gd name="connsiteX14" fmla="*/ 26565 w 2102967"/>
                <a:gd name="connsiteY14" fmla="*/ 387232 h 3995129"/>
                <a:gd name="connsiteX0" fmla="*/ 26565 w 2102967"/>
                <a:gd name="connsiteY0" fmla="*/ 387232 h 3995129"/>
                <a:gd name="connsiteX1" fmla="*/ 659026 w 2102967"/>
                <a:gd name="connsiteY1" fmla="*/ 253881 h 3995129"/>
                <a:gd name="connsiteX2" fmla="*/ 1093365 w 2102967"/>
                <a:gd name="connsiteY2" fmla="*/ 1271152 h 3995129"/>
                <a:gd name="connsiteX3" fmla="*/ 1954425 w 2102967"/>
                <a:gd name="connsiteY3" fmla="*/ 1446412 h 3995129"/>
                <a:gd name="connsiteX4" fmla="*/ 2007765 w 2102967"/>
                <a:gd name="connsiteY4" fmla="*/ 1949332 h 3995129"/>
                <a:gd name="connsiteX5" fmla="*/ 1984905 w 2102967"/>
                <a:gd name="connsiteY5" fmla="*/ 2680852 h 3995129"/>
                <a:gd name="connsiteX6" fmla="*/ 1558185 w 2102967"/>
                <a:gd name="connsiteY6" fmla="*/ 3191392 h 3995129"/>
                <a:gd name="connsiteX7" fmla="*/ 1769005 w 2102967"/>
                <a:gd name="connsiteY7" fmla="*/ 3531751 h 3995129"/>
                <a:gd name="connsiteX8" fmla="*/ 1725825 w 2102967"/>
                <a:gd name="connsiteY8" fmla="*/ 3892431 h 3995129"/>
                <a:gd name="connsiteX9" fmla="*/ 1619145 w 2102967"/>
                <a:gd name="connsiteY9" fmla="*/ 3994031 h 3995129"/>
                <a:gd name="connsiteX10" fmla="*/ 290725 w 2102967"/>
                <a:gd name="connsiteY10" fmla="*/ 3752730 h 3995129"/>
                <a:gd name="connsiteX11" fmla="*/ 252625 w 2102967"/>
                <a:gd name="connsiteY11" fmla="*/ 3435231 h 3995129"/>
                <a:gd name="connsiteX12" fmla="*/ 394865 w 2102967"/>
                <a:gd name="connsiteY12" fmla="*/ 3072012 h 3995129"/>
                <a:gd name="connsiteX13" fmla="*/ 125625 w 2102967"/>
                <a:gd name="connsiteY13" fmla="*/ 717431 h 3995129"/>
                <a:gd name="connsiteX14" fmla="*/ 26565 w 2102967"/>
                <a:gd name="connsiteY14" fmla="*/ 387232 h 3995129"/>
                <a:gd name="connsiteX0" fmla="*/ 26565 w 2102967"/>
                <a:gd name="connsiteY0" fmla="*/ 387232 h 3995871"/>
                <a:gd name="connsiteX1" fmla="*/ 659026 w 2102967"/>
                <a:gd name="connsiteY1" fmla="*/ 253881 h 3995871"/>
                <a:gd name="connsiteX2" fmla="*/ 1093365 w 2102967"/>
                <a:gd name="connsiteY2" fmla="*/ 1271152 h 3995871"/>
                <a:gd name="connsiteX3" fmla="*/ 1954425 w 2102967"/>
                <a:gd name="connsiteY3" fmla="*/ 1446412 h 3995871"/>
                <a:gd name="connsiteX4" fmla="*/ 2007765 w 2102967"/>
                <a:gd name="connsiteY4" fmla="*/ 1949332 h 3995871"/>
                <a:gd name="connsiteX5" fmla="*/ 1984905 w 2102967"/>
                <a:gd name="connsiteY5" fmla="*/ 2680852 h 3995871"/>
                <a:gd name="connsiteX6" fmla="*/ 1558185 w 2102967"/>
                <a:gd name="connsiteY6" fmla="*/ 3191392 h 3995871"/>
                <a:gd name="connsiteX7" fmla="*/ 1769005 w 2102967"/>
                <a:gd name="connsiteY7" fmla="*/ 3531751 h 3995871"/>
                <a:gd name="connsiteX8" fmla="*/ 1773450 w 2102967"/>
                <a:gd name="connsiteY8" fmla="*/ 3918625 h 3995871"/>
                <a:gd name="connsiteX9" fmla="*/ 1619145 w 2102967"/>
                <a:gd name="connsiteY9" fmla="*/ 3994031 h 3995871"/>
                <a:gd name="connsiteX10" fmla="*/ 290725 w 2102967"/>
                <a:gd name="connsiteY10" fmla="*/ 3752730 h 3995871"/>
                <a:gd name="connsiteX11" fmla="*/ 252625 w 2102967"/>
                <a:gd name="connsiteY11" fmla="*/ 3435231 h 3995871"/>
                <a:gd name="connsiteX12" fmla="*/ 394865 w 2102967"/>
                <a:gd name="connsiteY12" fmla="*/ 3072012 h 3995871"/>
                <a:gd name="connsiteX13" fmla="*/ 125625 w 2102967"/>
                <a:gd name="connsiteY13" fmla="*/ 717431 h 3995871"/>
                <a:gd name="connsiteX14" fmla="*/ 26565 w 2102967"/>
                <a:gd name="connsiteY14" fmla="*/ 387232 h 3995871"/>
                <a:gd name="connsiteX0" fmla="*/ 26565 w 2102967"/>
                <a:gd name="connsiteY0" fmla="*/ 387232 h 3995218"/>
                <a:gd name="connsiteX1" fmla="*/ 659026 w 2102967"/>
                <a:gd name="connsiteY1" fmla="*/ 253881 h 3995218"/>
                <a:gd name="connsiteX2" fmla="*/ 1093365 w 2102967"/>
                <a:gd name="connsiteY2" fmla="*/ 1271152 h 3995218"/>
                <a:gd name="connsiteX3" fmla="*/ 1954425 w 2102967"/>
                <a:gd name="connsiteY3" fmla="*/ 1446412 h 3995218"/>
                <a:gd name="connsiteX4" fmla="*/ 2007765 w 2102967"/>
                <a:gd name="connsiteY4" fmla="*/ 1949332 h 3995218"/>
                <a:gd name="connsiteX5" fmla="*/ 1984905 w 2102967"/>
                <a:gd name="connsiteY5" fmla="*/ 2680852 h 3995218"/>
                <a:gd name="connsiteX6" fmla="*/ 1558185 w 2102967"/>
                <a:gd name="connsiteY6" fmla="*/ 3191392 h 3995218"/>
                <a:gd name="connsiteX7" fmla="*/ 1769005 w 2102967"/>
                <a:gd name="connsiteY7" fmla="*/ 3531751 h 3995218"/>
                <a:gd name="connsiteX8" fmla="*/ 1766306 w 2102967"/>
                <a:gd name="connsiteY8" fmla="*/ 3897194 h 3995218"/>
                <a:gd name="connsiteX9" fmla="*/ 1619145 w 2102967"/>
                <a:gd name="connsiteY9" fmla="*/ 3994031 h 3995218"/>
                <a:gd name="connsiteX10" fmla="*/ 290725 w 2102967"/>
                <a:gd name="connsiteY10" fmla="*/ 3752730 h 3995218"/>
                <a:gd name="connsiteX11" fmla="*/ 252625 w 2102967"/>
                <a:gd name="connsiteY11" fmla="*/ 3435231 h 3995218"/>
                <a:gd name="connsiteX12" fmla="*/ 394865 w 2102967"/>
                <a:gd name="connsiteY12" fmla="*/ 3072012 h 3995218"/>
                <a:gd name="connsiteX13" fmla="*/ 125625 w 2102967"/>
                <a:gd name="connsiteY13" fmla="*/ 717431 h 3995218"/>
                <a:gd name="connsiteX14" fmla="*/ 26565 w 2102967"/>
                <a:gd name="connsiteY14" fmla="*/ 387232 h 3995218"/>
                <a:gd name="connsiteX0" fmla="*/ 26565 w 2102967"/>
                <a:gd name="connsiteY0" fmla="*/ 387232 h 3994960"/>
                <a:gd name="connsiteX1" fmla="*/ 659026 w 2102967"/>
                <a:gd name="connsiteY1" fmla="*/ 253881 h 3994960"/>
                <a:gd name="connsiteX2" fmla="*/ 1093365 w 2102967"/>
                <a:gd name="connsiteY2" fmla="*/ 1271152 h 3994960"/>
                <a:gd name="connsiteX3" fmla="*/ 1954425 w 2102967"/>
                <a:gd name="connsiteY3" fmla="*/ 1446412 h 3994960"/>
                <a:gd name="connsiteX4" fmla="*/ 2007765 w 2102967"/>
                <a:gd name="connsiteY4" fmla="*/ 1949332 h 3994960"/>
                <a:gd name="connsiteX5" fmla="*/ 1984905 w 2102967"/>
                <a:gd name="connsiteY5" fmla="*/ 2680852 h 3994960"/>
                <a:gd name="connsiteX6" fmla="*/ 1558185 w 2102967"/>
                <a:gd name="connsiteY6" fmla="*/ 3191392 h 3994960"/>
                <a:gd name="connsiteX7" fmla="*/ 1769005 w 2102967"/>
                <a:gd name="connsiteY7" fmla="*/ 3531751 h 3994960"/>
                <a:gd name="connsiteX8" fmla="*/ 1766306 w 2102967"/>
                <a:gd name="connsiteY8" fmla="*/ 3897194 h 3994960"/>
                <a:gd name="connsiteX9" fmla="*/ 1619145 w 2102967"/>
                <a:gd name="connsiteY9" fmla="*/ 3994031 h 3994960"/>
                <a:gd name="connsiteX10" fmla="*/ 290725 w 2102967"/>
                <a:gd name="connsiteY10" fmla="*/ 3752730 h 3994960"/>
                <a:gd name="connsiteX11" fmla="*/ 252625 w 2102967"/>
                <a:gd name="connsiteY11" fmla="*/ 3435231 h 3994960"/>
                <a:gd name="connsiteX12" fmla="*/ 394865 w 2102967"/>
                <a:gd name="connsiteY12" fmla="*/ 3072012 h 3994960"/>
                <a:gd name="connsiteX13" fmla="*/ 125625 w 2102967"/>
                <a:gd name="connsiteY13" fmla="*/ 717431 h 3994960"/>
                <a:gd name="connsiteX14" fmla="*/ 26565 w 2102967"/>
                <a:gd name="connsiteY14" fmla="*/ 387232 h 3994960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1861 w 2102967"/>
                <a:gd name="connsiteY7" fmla="*/ 3536513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608985 w 2102967"/>
                <a:gd name="connsiteY6" fmla="*/ 3191392 h 3994293"/>
                <a:gd name="connsiteX7" fmla="*/ 1761861 w 2102967"/>
                <a:gd name="connsiteY7" fmla="*/ 3536513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608985 w 2102967"/>
                <a:gd name="connsiteY6" fmla="*/ 3191392 h 3994293"/>
                <a:gd name="connsiteX7" fmla="*/ 1761861 w 2102967"/>
                <a:gd name="connsiteY7" fmla="*/ 3536513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02967" h="3994293">
                  <a:moveTo>
                    <a:pt x="26565" y="387232"/>
                  </a:moveTo>
                  <a:cubicBezTo>
                    <a:pt x="-124247" y="-71026"/>
                    <a:pt x="405026" y="-131564"/>
                    <a:pt x="659026" y="253881"/>
                  </a:cubicBezTo>
                  <a:cubicBezTo>
                    <a:pt x="836826" y="401201"/>
                    <a:pt x="866353" y="1091447"/>
                    <a:pt x="1093365" y="1271152"/>
                  </a:cubicBezTo>
                  <a:cubicBezTo>
                    <a:pt x="1377845" y="1542932"/>
                    <a:pt x="1624225" y="1243212"/>
                    <a:pt x="1954425" y="1446412"/>
                  </a:cubicBezTo>
                  <a:cubicBezTo>
                    <a:pt x="2078885" y="1514992"/>
                    <a:pt x="2188105" y="1812172"/>
                    <a:pt x="2007765" y="1949332"/>
                  </a:cubicBezTo>
                  <a:cubicBezTo>
                    <a:pt x="1972205" y="2035692"/>
                    <a:pt x="2081425" y="2571632"/>
                    <a:pt x="1984905" y="2680852"/>
                  </a:cubicBezTo>
                  <a:cubicBezTo>
                    <a:pt x="1931565" y="2754512"/>
                    <a:pt x="1723285" y="2972952"/>
                    <a:pt x="1608985" y="3191392"/>
                  </a:cubicBezTo>
                  <a:cubicBezTo>
                    <a:pt x="1614912" y="3409832"/>
                    <a:pt x="1644174" y="3396813"/>
                    <a:pt x="1761861" y="3536513"/>
                  </a:cubicBezTo>
                  <a:cubicBezTo>
                    <a:pt x="1769958" y="3608903"/>
                    <a:pt x="1793294" y="3805331"/>
                    <a:pt x="1766306" y="3897194"/>
                  </a:cubicBezTo>
                  <a:cubicBezTo>
                    <a:pt x="1725295" y="3937675"/>
                    <a:pt x="1643221" y="3998793"/>
                    <a:pt x="1619145" y="3994031"/>
                  </a:cubicBezTo>
                  <a:cubicBezTo>
                    <a:pt x="1422295" y="3941114"/>
                    <a:pt x="523558" y="3845863"/>
                    <a:pt x="290725" y="3752730"/>
                  </a:cubicBezTo>
                  <a:cubicBezTo>
                    <a:pt x="229342" y="3707222"/>
                    <a:pt x="277602" y="3519051"/>
                    <a:pt x="252625" y="3435231"/>
                  </a:cubicBezTo>
                  <a:cubicBezTo>
                    <a:pt x="300038" y="3314158"/>
                    <a:pt x="395077" y="3288335"/>
                    <a:pt x="394865" y="3072012"/>
                  </a:cubicBezTo>
                  <a:cubicBezTo>
                    <a:pt x="389785" y="2731652"/>
                    <a:pt x="130705" y="1057791"/>
                    <a:pt x="125625" y="717431"/>
                  </a:cubicBezTo>
                  <a:cubicBezTo>
                    <a:pt x="92605" y="607365"/>
                    <a:pt x="126260" y="535398"/>
                    <a:pt x="26565" y="387232"/>
                  </a:cubicBezTo>
                  <a:close/>
                </a:path>
              </a:pathLst>
            </a:cu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3C36949E-D57D-494C-B8AF-9E99948A999F}"/>
                </a:ext>
              </a:extLst>
            </p:cNvPr>
            <p:cNvSpPr/>
            <p:nvPr/>
          </p:nvSpPr>
          <p:spPr>
            <a:xfrm>
              <a:off x="2834368" y="3558611"/>
              <a:ext cx="3355523" cy="1457887"/>
            </a:xfrm>
            <a:custGeom>
              <a:avLst/>
              <a:gdLst>
                <a:gd name="connsiteX0" fmla="*/ 0 w 2469698"/>
                <a:gd name="connsiteY0" fmla="*/ 0 h 305362"/>
                <a:gd name="connsiteX1" fmla="*/ 2469698 w 2469698"/>
                <a:gd name="connsiteY1" fmla="*/ 0 h 305362"/>
                <a:gd name="connsiteX2" fmla="*/ 2469698 w 2469698"/>
                <a:gd name="connsiteY2" fmla="*/ 305362 h 305362"/>
                <a:gd name="connsiteX3" fmla="*/ 0 w 2469698"/>
                <a:gd name="connsiteY3" fmla="*/ 305362 h 305362"/>
                <a:gd name="connsiteX4" fmla="*/ 0 w 2469698"/>
                <a:gd name="connsiteY4" fmla="*/ 0 h 305362"/>
                <a:gd name="connsiteX0" fmla="*/ 0 w 3260273"/>
                <a:gd name="connsiteY0" fmla="*/ 676275 h 981637"/>
                <a:gd name="connsiteX1" fmla="*/ 3260273 w 3260273"/>
                <a:gd name="connsiteY1" fmla="*/ 0 h 981637"/>
                <a:gd name="connsiteX2" fmla="*/ 2469698 w 3260273"/>
                <a:gd name="connsiteY2" fmla="*/ 981637 h 981637"/>
                <a:gd name="connsiteX3" fmla="*/ 0 w 3260273"/>
                <a:gd name="connsiteY3" fmla="*/ 981637 h 981637"/>
                <a:gd name="connsiteX4" fmla="*/ 0 w 3260273"/>
                <a:gd name="connsiteY4" fmla="*/ 676275 h 981637"/>
                <a:gd name="connsiteX0" fmla="*/ 0 w 3288848"/>
                <a:gd name="connsiteY0" fmla="*/ 676275 h 981637"/>
                <a:gd name="connsiteX1" fmla="*/ 3260273 w 3288848"/>
                <a:gd name="connsiteY1" fmla="*/ 0 h 981637"/>
                <a:gd name="connsiteX2" fmla="*/ 3288848 w 3288848"/>
                <a:gd name="connsiteY2" fmla="*/ 372037 h 981637"/>
                <a:gd name="connsiteX3" fmla="*/ 0 w 3288848"/>
                <a:gd name="connsiteY3" fmla="*/ 981637 h 981637"/>
                <a:gd name="connsiteX4" fmla="*/ 0 w 3288848"/>
                <a:gd name="connsiteY4" fmla="*/ 676275 h 981637"/>
                <a:gd name="connsiteX0" fmla="*/ 0 w 3288848"/>
                <a:gd name="connsiteY0" fmla="*/ 676275 h 1400737"/>
                <a:gd name="connsiteX1" fmla="*/ 3260273 w 3288848"/>
                <a:gd name="connsiteY1" fmla="*/ 0 h 1400737"/>
                <a:gd name="connsiteX2" fmla="*/ 3288848 w 3288848"/>
                <a:gd name="connsiteY2" fmla="*/ 372037 h 1400737"/>
                <a:gd name="connsiteX3" fmla="*/ 0 w 3288848"/>
                <a:gd name="connsiteY3" fmla="*/ 1400737 h 1400737"/>
                <a:gd name="connsiteX4" fmla="*/ 0 w 3288848"/>
                <a:gd name="connsiteY4" fmla="*/ 676275 h 1400737"/>
                <a:gd name="connsiteX0" fmla="*/ 0 w 3422198"/>
                <a:gd name="connsiteY0" fmla="*/ 1066800 h 1400737"/>
                <a:gd name="connsiteX1" fmla="*/ 3393623 w 3422198"/>
                <a:gd name="connsiteY1" fmla="*/ 0 h 1400737"/>
                <a:gd name="connsiteX2" fmla="*/ 3422198 w 3422198"/>
                <a:gd name="connsiteY2" fmla="*/ 372037 h 1400737"/>
                <a:gd name="connsiteX3" fmla="*/ 133350 w 3422198"/>
                <a:gd name="connsiteY3" fmla="*/ 1400737 h 1400737"/>
                <a:gd name="connsiteX4" fmla="*/ 0 w 3422198"/>
                <a:gd name="connsiteY4" fmla="*/ 1066800 h 1400737"/>
                <a:gd name="connsiteX0" fmla="*/ 0 w 3393623"/>
                <a:gd name="connsiteY0" fmla="*/ 1066800 h 1400737"/>
                <a:gd name="connsiteX1" fmla="*/ 3393623 w 3393623"/>
                <a:gd name="connsiteY1" fmla="*/ 0 h 1400737"/>
                <a:gd name="connsiteX2" fmla="*/ 3393623 w 3393623"/>
                <a:gd name="connsiteY2" fmla="*/ 362512 h 1400737"/>
                <a:gd name="connsiteX3" fmla="*/ 133350 w 3393623"/>
                <a:gd name="connsiteY3" fmla="*/ 1400737 h 1400737"/>
                <a:gd name="connsiteX4" fmla="*/ 0 w 3393623"/>
                <a:gd name="connsiteY4" fmla="*/ 1066800 h 1400737"/>
                <a:gd name="connsiteX0" fmla="*/ 0 w 3374573"/>
                <a:gd name="connsiteY0" fmla="*/ 1019175 h 1400737"/>
                <a:gd name="connsiteX1" fmla="*/ 3374573 w 3374573"/>
                <a:gd name="connsiteY1" fmla="*/ 0 h 1400737"/>
                <a:gd name="connsiteX2" fmla="*/ 3374573 w 3374573"/>
                <a:gd name="connsiteY2" fmla="*/ 362512 h 1400737"/>
                <a:gd name="connsiteX3" fmla="*/ 114300 w 3374573"/>
                <a:gd name="connsiteY3" fmla="*/ 1400737 h 1400737"/>
                <a:gd name="connsiteX4" fmla="*/ 0 w 3374573"/>
                <a:gd name="connsiteY4" fmla="*/ 1019175 h 1400737"/>
                <a:gd name="connsiteX0" fmla="*/ 0 w 3374573"/>
                <a:gd name="connsiteY0" fmla="*/ 1076325 h 1457887"/>
                <a:gd name="connsiteX1" fmla="*/ 3355523 w 3374573"/>
                <a:gd name="connsiteY1" fmla="*/ 0 h 1457887"/>
                <a:gd name="connsiteX2" fmla="*/ 3374573 w 3374573"/>
                <a:gd name="connsiteY2" fmla="*/ 419662 h 1457887"/>
                <a:gd name="connsiteX3" fmla="*/ 114300 w 3374573"/>
                <a:gd name="connsiteY3" fmla="*/ 1457887 h 1457887"/>
                <a:gd name="connsiteX4" fmla="*/ 0 w 3374573"/>
                <a:gd name="connsiteY4" fmla="*/ 1076325 h 1457887"/>
                <a:gd name="connsiteX0" fmla="*/ 0 w 3374573"/>
                <a:gd name="connsiteY0" fmla="*/ 1019175 h 1457887"/>
                <a:gd name="connsiteX1" fmla="*/ 3355523 w 3374573"/>
                <a:gd name="connsiteY1" fmla="*/ 0 h 1457887"/>
                <a:gd name="connsiteX2" fmla="*/ 3374573 w 3374573"/>
                <a:gd name="connsiteY2" fmla="*/ 419662 h 1457887"/>
                <a:gd name="connsiteX3" fmla="*/ 114300 w 3374573"/>
                <a:gd name="connsiteY3" fmla="*/ 1457887 h 1457887"/>
                <a:gd name="connsiteX4" fmla="*/ 0 w 3374573"/>
                <a:gd name="connsiteY4" fmla="*/ 1019175 h 1457887"/>
                <a:gd name="connsiteX0" fmla="*/ 0 w 3355523"/>
                <a:gd name="connsiteY0" fmla="*/ 962025 h 1457887"/>
                <a:gd name="connsiteX1" fmla="*/ 3336473 w 3355523"/>
                <a:gd name="connsiteY1" fmla="*/ 0 h 1457887"/>
                <a:gd name="connsiteX2" fmla="*/ 3355523 w 3355523"/>
                <a:gd name="connsiteY2" fmla="*/ 419662 h 1457887"/>
                <a:gd name="connsiteX3" fmla="*/ 95250 w 3355523"/>
                <a:gd name="connsiteY3" fmla="*/ 1457887 h 1457887"/>
                <a:gd name="connsiteX4" fmla="*/ 0 w 3355523"/>
                <a:gd name="connsiteY4" fmla="*/ 962025 h 1457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5523" h="1457887">
                  <a:moveTo>
                    <a:pt x="0" y="962025"/>
                  </a:moveTo>
                  <a:lnTo>
                    <a:pt x="3336473" y="0"/>
                  </a:lnTo>
                  <a:lnTo>
                    <a:pt x="3355523" y="419662"/>
                  </a:lnTo>
                  <a:lnTo>
                    <a:pt x="95250" y="1457887"/>
                  </a:lnTo>
                  <a:lnTo>
                    <a:pt x="0" y="962025"/>
                  </a:lnTo>
                  <a:close/>
                </a:path>
              </a:pathLst>
            </a:cu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">
              <a:extLst>
                <a:ext uri="{FF2B5EF4-FFF2-40B4-BE49-F238E27FC236}">
                  <a16:creationId xmlns:a16="http://schemas.microsoft.com/office/drawing/2014/main" id="{351BC05C-AF40-45BE-B537-0D9674EF03D4}"/>
                </a:ext>
              </a:extLst>
            </p:cNvPr>
            <p:cNvSpPr/>
            <p:nvPr/>
          </p:nvSpPr>
          <p:spPr>
            <a:xfrm>
              <a:off x="1174933" y="1511555"/>
              <a:ext cx="4224383" cy="2712101"/>
            </a:xfrm>
            <a:custGeom>
              <a:avLst/>
              <a:gdLst>
                <a:gd name="connsiteX0" fmla="*/ 0 w 3614057"/>
                <a:gd name="connsiteY0" fmla="*/ 0 h 1683657"/>
                <a:gd name="connsiteX1" fmla="*/ 3614057 w 3614057"/>
                <a:gd name="connsiteY1" fmla="*/ 0 h 1683657"/>
                <a:gd name="connsiteX2" fmla="*/ 3614057 w 3614057"/>
                <a:gd name="connsiteY2" fmla="*/ 1683657 h 1683657"/>
                <a:gd name="connsiteX3" fmla="*/ 0 w 3614057"/>
                <a:gd name="connsiteY3" fmla="*/ 1683657 h 1683657"/>
                <a:gd name="connsiteX4" fmla="*/ 0 w 3614057"/>
                <a:gd name="connsiteY4" fmla="*/ 0 h 1683657"/>
                <a:gd name="connsiteX0" fmla="*/ 0 w 3628572"/>
                <a:gd name="connsiteY0" fmla="*/ 217714 h 1901371"/>
                <a:gd name="connsiteX1" fmla="*/ 3628572 w 3628572"/>
                <a:gd name="connsiteY1" fmla="*/ 0 h 1901371"/>
                <a:gd name="connsiteX2" fmla="*/ 3614057 w 3628572"/>
                <a:gd name="connsiteY2" fmla="*/ 1901371 h 1901371"/>
                <a:gd name="connsiteX3" fmla="*/ 0 w 3628572"/>
                <a:gd name="connsiteY3" fmla="*/ 1901371 h 1901371"/>
                <a:gd name="connsiteX4" fmla="*/ 0 w 3628572"/>
                <a:gd name="connsiteY4" fmla="*/ 217714 h 1901371"/>
                <a:gd name="connsiteX0" fmla="*/ 0 w 3744686"/>
                <a:gd name="connsiteY0" fmla="*/ 130628 h 1901371"/>
                <a:gd name="connsiteX1" fmla="*/ 3744686 w 3744686"/>
                <a:gd name="connsiteY1" fmla="*/ 0 h 1901371"/>
                <a:gd name="connsiteX2" fmla="*/ 3730171 w 3744686"/>
                <a:gd name="connsiteY2" fmla="*/ 1901371 h 1901371"/>
                <a:gd name="connsiteX3" fmla="*/ 116114 w 3744686"/>
                <a:gd name="connsiteY3" fmla="*/ 1901371 h 1901371"/>
                <a:gd name="connsiteX4" fmla="*/ 0 w 3744686"/>
                <a:gd name="connsiteY4" fmla="*/ 130628 h 1901371"/>
                <a:gd name="connsiteX0" fmla="*/ 0 w 4209143"/>
                <a:gd name="connsiteY0" fmla="*/ 130628 h 1915885"/>
                <a:gd name="connsiteX1" fmla="*/ 3744686 w 4209143"/>
                <a:gd name="connsiteY1" fmla="*/ 0 h 1915885"/>
                <a:gd name="connsiteX2" fmla="*/ 4209143 w 4209143"/>
                <a:gd name="connsiteY2" fmla="*/ 1915885 h 1915885"/>
                <a:gd name="connsiteX3" fmla="*/ 116114 w 4209143"/>
                <a:gd name="connsiteY3" fmla="*/ 1901371 h 1915885"/>
                <a:gd name="connsiteX4" fmla="*/ 0 w 4209143"/>
                <a:gd name="connsiteY4" fmla="*/ 130628 h 1915885"/>
                <a:gd name="connsiteX0" fmla="*/ 0 w 4209143"/>
                <a:gd name="connsiteY0" fmla="*/ 130628 h 2583543"/>
                <a:gd name="connsiteX1" fmla="*/ 3744686 w 4209143"/>
                <a:gd name="connsiteY1" fmla="*/ 0 h 2583543"/>
                <a:gd name="connsiteX2" fmla="*/ 4209143 w 4209143"/>
                <a:gd name="connsiteY2" fmla="*/ 1915885 h 2583543"/>
                <a:gd name="connsiteX3" fmla="*/ 682171 w 4209143"/>
                <a:gd name="connsiteY3" fmla="*/ 2583543 h 2583543"/>
                <a:gd name="connsiteX4" fmla="*/ 0 w 4209143"/>
                <a:gd name="connsiteY4" fmla="*/ 130628 h 2583543"/>
                <a:gd name="connsiteX0" fmla="*/ 0 w 4209143"/>
                <a:gd name="connsiteY0" fmla="*/ 130628 h 2496457"/>
                <a:gd name="connsiteX1" fmla="*/ 3744686 w 4209143"/>
                <a:gd name="connsiteY1" fmla="*/ 0 h 2496457"/>
                <a:gd name="connsiteX2" fmla="*/ 4209143 w 4209143"/>
                <a:gd name="connsiteY2" fmla="*/ 1915885 h 2496457"/>
                <a:gd name="connsiteX3" fmla="*/ 319314 w 4209143"/>
                <a:gd name="connsiteY3" fmla="*/ 2496457 h 2496457"/>
                <a:gd name="connsiteX4" fmla="*/ 0 w 4209143"/>
                <a:gd name="connsiteY4" fmla="*/ 130628 h 2496457"/>
                <a:gd name="connsiteX0" fmla="*/ 0 w 4209143"/>
                <a:gd name="connsiteY0" fmla="*/ 130628 h 2627086"/>
                <a:gd name="connsiteX1" fmla="*/ 3744686 w 4209143"/>
                <a:gd name="connsiteY1" fmla="*/ 0 h 2627086"/>
                <a:gd name="connsiteX2" fmla="*/ 4209143 w 4209143"/>
                <a:gd name="connsiteY2" fmla="*/ 1915885 h 2627086"/>
                <a:gd name="connsiteX3" fmla="*/ 377371 w 4209143"/>
                <a:gd name="connsiteY3" fmla="*/ 2627086 h 2627086"/>
                <a:gd name="connsiteX4" fmla="*/ 0 w 4209143"/>
                <a:gd name="connsiteY4" fmla="*/ 130628 h 2627086"/>
                <a:gd name="connsiteX0" fmla="*/ 0 w 4209143"/>
                <a:gd name="connsiteY0" fmla="*/ 174171 h 2670629"/>
                <a:gd name="connsiteX1" fmla="*/ 3744686 w 4209143"/>
                <a:gd name="connsiteY1" fmla="*/ 0 h 2670629"/>
                <a:gd name="connsiteX2" fmla="*/ 4209143 w 4209143"/>
                <a:gd name="connsiteY2" fmla="*/ 1959428 h 2670629"/>
                <a:gd name="connsiteX3" fmla="*/ 377371 w 4209143"/>
                <a:gd name="connsiteY3" fmla="*/ 2670629 h 2670629"/>
                <a:gd name="connsiteX4" fmla="*/ 0 w 4209143"/>
                <a:gd name="connsiteY4" fmla="*/ 174171 h 2670629"/>
                <a:gd name="connsiteX0" fmla="*/ 0 w 4209143"/>
                <a:gd name="connsiteY0" fmla="*/ 174171 h 2670629"/>
                <a:gd name="connsiteX1" fmla="*/ 3773714 w 4209143"/>
                <a:gd name="connsiteY1" fmla="*/ 0 h 2670629"/>
                <a:gd name="connsiteX2" fmla="*/ 4209143 w 4209143"/>
                <a:gd name="connsiteY2" fmla="*/ 1959428 h 2670629"/>
                <a:gd name="connsiteX3" fmla="*/ 377371 w 4209143"/>
                <a:gd name="connsiteY3" fmla="*/ 2670629 h 2670629"/>
                <a:gd name="connsiteX4" fmla="*/ 0 w 4209143"/>
                <a:gd name="connsiteY4" fmla="*/ 174171 h 2670629"/>
                <a:gd name="connsiteX0" fmla="*/ 0 w 4209143"/>
                <a:gd name="connsiteY0" fmla="*/ 181791 h 2678249"/>
                <a:gd name="connsiteX1" fmla="*/ 3766094 w 4209143"/>
                <a:gd name="connsiteY1" fmla="*/ 0 h 2678249"/>
                <a:gd name="connsiteX2" fmla="*/ 4209143 w 4209143"/>
                <a:gd name="connsiteY2" fmla="*/ 1967048 h 2678249"/>
                <a:gd name="connsiteX3" fmla="*/ 377371 w 4209143"/>
                <a:gd name="connsiteY3" fmla="*/ 2678249 h 2678249"/>
                <a:gd name="connsiteX4" fmla="*/ 0 w 4209143"/>
                <a:gd name="connsiteY4" fmla="*/ 181791 h 2678249"/>
                <a:gd name="connsiteX0" fmla="*/ 0 w 4209143"/>
                <a:gd name="connsiteY0" fmla="*/ 166551 h 2663009"/>
                <a:gd name="connsiteX1" fmla="*/ 3781334 w 4209143"/>
                <a:gd name="connsiteY1" fmla="*/ 0 h 2663009"/>
                <a:gd name="connsiteX2" fmla="*/ 4209143 w 4209143"/>
                <a:gd name="connsiteY2" fmla="*/ 1951808 h 2663009"/>
                <a:gd name="connsiteX3" fmla="*/ 377371 w 4209143"/>
                <a:gd name="connsiteY3" fmla="*/ 2663009 h 2663009"/>
                <a:gd name="connsiteX4" fmla="*/ 0 w 4209143"/>
                <a:gd name="connsiteY4" fmla="*/ 166551 h 2663009"/>
                <a:gd name="connsiteX0" fmla="*/ 0 w 4209143"/>
                <a:gd name="connsiteY0" fmla="*/ 166551 h 2663009"/>
                <a:gd name="connsiteX1" fmla="*/ 3781334 w 4209143"/>
                <a:gd name="connsiteY1" fmla="*/ 0 h 2663009"/>
                <a:gd name="connsiteX2" fmla="*/ 4209143 w 4209143"/>
                <a:gd name="connsiteY2" fmla="*/ 1951808 h 2663009"/>
                <a:gd name="connsiteX3" fmla="*/ 377371 w 4209143"/>
                <a:gd name="connsiteY3" fmla="*/ 2663009 h 2663009"/>
                <a:gd name="connsiteX4" fmla="*/ 0 w 4209143"/>
                <a:gd name="connsiteY4" fmla="*/ 166551 h 2663009"/>
                <a:gd name="connsiteX0" fmla="*/ 0 w 4209143"/>
                <a:gd name="connsiteY0" fmla="*/ 166551 h 2663009"/>
                <a:gd name="connsiteX1" fmla="*/ 3781334 w 4209143"/>
                <a:gd name="connsiteY1" fmla="*/ 0 h 2663009"/>
                <a:gd name="connsiteX2" fmla="*/ 4209143 w 4209143"/>
                <a:gd name="connsiteY2" fmla="*/ 1951808 h 2663009"/>
                <a:gd name="connsiteX3" fmla="*/ 377371 w 4209143"/>
                <a:gd name="connsiteY3" fmla="*/ 2663009 h 2663009"/>
                <a:gd name="connsiteX4" fmla="*/ 0 w 4209143"/>
                <a:gd name="connsiteY4" fmla="*/ 166551 h 2663009"/>
                <a:gd name="connsiteX0" fmla="*/ 0 w 4209143"/>
                <a:gd name="connsiteY0" fmla="*/ 209488 h 2705946"/>
                <a:gd name="connsiteX1" fmla="*/ 3781334 w 4209143"/>
                <a:gd name="connsiteY1" fmla="*/ 42937 h 2705946"/>
                <a:gd name="connsiteX2" fmla="*/ 4209143 w 4209143"/>
                <a:gd name="connsiteY2" fmla="*/ 1994745 h 2705946"/>
                <a:gd name="connsiteX3" fmla="*/ 377371 w 4209143"/>
                <a:gd name="connsiteY3" fmla="*/ 2705946 h 2705946"/>
                <a:gd name="connsiteX4" fmla="*/ 0 w 4209143"/>
                <a:gd name="connsiteY4" fmla="*/ 209488 h 2705946"/>
                <a:gd name="connsiteX0" fmla="*/ 0 w 4224383"/>
                <a:gd name="connsiteY0" fmla="*/ 169923 h 2712101"/>
                <a:gd name="connsiteX1" fmla="*/ 3796574 w 4224383"/>
                <a:gd name="connsiteY1" fmla="*/ 49092 h 2712101"/>
                <a:gd name="connsiteX2" fmla="*/ 4224383 w 4224383"/>
                <a:gd name="connsiteY2" fmla="*/ 2000900 h 2712101"/>
                <a:gd name="connsiteX3" fmla="*/ 392611 w 4224383"/>
                <a:gd name="connsiteY3" fmla="*/ 2712101 h 2712101"/>
                <a:gd name="connsiteX4" fmla="*/ 0 w 4224383"/>
                <a:gd name="connsiteY4" fmla="*/ 169923 h 27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4383" h="2712101">
                  <a:moveTo>
                    <a:pt x="0" y="169923"/>
                  </a:moveTo>
                  <a:cubicBezTo>
                    <a:pt x="1260445" y="114406"/>
                    <a:pt x="3709609" y="-93511"/>
                    <a:pt x="3796574" y="49092"/>
                  </a:cubicBezTo>
                  <a:cubicBezTo>
                    <a:pt x="3885837" y="143435"/>
                    <a:pt x="4081780" y="1350297"/>
                    <a:pt x="4224383" y="2000900"/>
                  </a:cubicBezTo>
                  <a:lnTo>
                    <a:pt x="392611" y="2712101"/>
                  </a:lnTo>
                  <a:lnTo>
                    <a:pt x="0" y="169923"/>
                  </a:lnTo>
                  <a:close/>
                </a:path>
              </a:pathLst>
            </a:custGeom>
            <a:solidFill>
              <a:srgbClr val="FFFF3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308AEF6E-8EB3-44C1-BACF-F249588BF9AF}"/>
                </a:ext>
              </a:extLst>
            </p:cNvPr>
            <p:cNvSpPr/>
            <p:nvPr/>
          </p:nvSpPr>
          <p:spPr>
            <a:xfrm>
              <a:off x="1958068" y="3197224"/>
              <a:ext cx="4546820" cy="1562100"/>
            </a:xfrm>
            <a:custGeom>
              <a:avLst/>
              <a:gdLst>
                <a:gd name="connsiteX0" fmla="*/ 0 w 2590800"/>
                <a:gd name="connsiteY0" fmla="*/ 0 h 361950"/>
                <a:gd name="connsiteX1" fmla="*/ 2590800 w 2590800"/>
                <a:gd name="connsiteY1" fmla="*/ 0 h 361950"/>
                <a:gd name="connsiteX2" fmla="*/ 2590800 w 2590800"/>
                <a:gd name="connsiteY2" fmla="*/ 361950 h 361950"/>
                <a:gd name="connsiteX3" fmla="*/ 0 w 2590800"/>
                <a:gd name="connsiteY3" fmla="*/ 361950 h 361950"/>
                <a:gd name="connsiteX4" fmla="*/ 0 w 2590800"/>
                <a:gd name="connsiteY4" fmla="*/ 0 h 361950"/>
                <a:gd name="connsiteX0" fmla="*/ 0 w 3086100"/>
                <a:gd name="connsiteY0" fmla="*/ 409575 h 771525"/>
                <a:gd name="connsiteX1" fmla="*/ 3086100 w 3086100"/>
                <a:gd name="connsiteY1" fmla="*/ 0 h 771525"/>
                <a:gd name="connsiteX2" fmla="*/ 2590800 w 3086100"/>
                <a:gd name="connsiteY2" fmla="*/ 771525 h 771525"/>
                <a:gd name="connsiteX3" fmla="*/ 0 w 3086100"/>
                <a:gd name="connsiteY3" fmla="*/ 771525 h 771525"/>
                <a:gd name="connsiteX4" fmla="*/ 0 w 3086100"/>
                <a:gd name="connsiteY4" fmla="*/ 409575 h 771525"/>
                <a:gd name="connsiteX0" fmla="*/ 0 w 4181475"/>
                <a:gd name="connsiteY0" fmla="*/ 409575 h 771525"/>
                <a:gd name="connsiteX1" fmla="*/ 3086100 w 4181475"/>
                <a:gd name="connsiteY1" fmla="*/ 0 h 771525"/>
                <a:gd name="connsiteX2" fmla="*/ 4181475 w 4181475"/>
                <a:gd name="connsiteY2" fmla="*/ 57150 h 771525"/>
                <a:gd name="connsiteX3" fmla="*/ 0 w 4181475"/>
                <a:gd name="connsiteY3" fmla="*/ 771525 h 771525"/>
                <a:gd name="connsiteX4" fmla="*/ 0 w 4181475"/>
                <a:gd name="connsiteY4" fmla="*/ 409575 h 771525"/>
                <a:gd name="connsiteX0" fmla="*/ 0 w 4257380"/>
                <a:gd name="connsiteY0" fmla="*/ 409575 h 771525"/>
                <a:gd name="connsiteX1" fmla="*/ 3086100 w 4257380"/>
                <a:gd name="connsiteY1" fmla="*/ 0 h 771525"/>
                <a:gd name="connsiteX2" fmla="*/ 4181475 w 4257380"/>
                <a:gd name="connsiteY2" fmla="*/ 57150 h 771525"/>
                <a:gd name="connsiteX3" fmla="*/ 4210050 w 4257380"/>
                <a:gd name="connsiteY3" fmla="*/ 371476 h 771525"/>
                <a:gd name="connsiteX4" fmla="*/ 0 w 4257380"/>
                <a:gd name="connsiteY4" fmla="*/ 771525 h 771525"/>
                <a:gd name="connsiteX5" fmla="*/ 0 w 4257380"/>
                <a:gd name="connsiteY5" fmla="*/ 409575 h 771525"/>
                <a:gd name="connsiteX0" fmla="*/ 0 w 4257380"/>
                <a:gd name="connsiteY0" fmla="*/ 409575 h 1562100"/>
                <a:gd name="connsiteX1" fmla="*/ 3086100 w 4257380"/>
                <a:gd name="connsiteY1" fmla="*/ 0 h 1562100"/>
                <a:gd name="connsiteX2" fmla="*/ 4181475 w 4257380"/>
                <a:gd name="connsiteY2" fmla="*/ 57150 h 1562100"/>
                <a:gd name="connsiteX3" fmla="*/ 4210050 w 4257380"/>
                <a:gd name="connsiteY3" fmla="*/ 371476 h 1562100"/>
                <a:gd name="connsiteX4" fmla="*/ 485775 w 4257380"/>
                <a:gd name="connsiteY4" fmla="*/ 1562100 h 1562100"/>
                <a:gd name="connsiteX5" fmla="*/ 0 w 4257380"/>
                <a:gd name="connsiteY5" fmla="*/ 409575 h 1562100"/>
                <a:gd name="connsiteX0" fmla="*/ 0 w 4552655"/>
                <a:gd name="connsiteY0" fmla="*/ 857250 h 1562100"/>
                <a:gd name="connsiteX1" fmla="*/ 3381375 w 4552655"/>
                <a:gd name="connsiteY1" fmla="*/ 0 h 1562100"/>
                <a:gd name="connsiteX2" fmla="*/ 4476750 w 4552655"/>
                <a:gd name="connsiteY2" fmla="*/ 57150 h 1562100"/>
                <a:gd name="connsiteX3" fmla="*/ 4505325 w 4552655"/>
                <a:gd name="connsiteY3" fmla="*/ 371476 h 1562100"/>
                <a:gd name="connsiteX4" fmla="*/ 781050 w 4552655"/>
                <a:gd name="connsiteY4" fmla="*/ 1562100 h 1562100"/>
                <a:gd name="connsiteX5" fmla="*/ 0 w 4552655"/>
                <a:gd name="connsiteY5" fmla="*/ 857250 h 1562100"/>
                <a:gd name="connsiteX0" fmla="*/ 0 w 4593297"/>
                <a:gd name="connsiteY0" fmla="*/ 857250 h 1562100"/>
                <a:gd name="connsiteX1" fmla="*/ 3381375 w 4593297"/>
                <a:gd name="connsiteY1" fmla="*/ 0 h 1562100"/>
                <a:gd name="connsiteX2" fmla="*/ 4476750 w 4593297"/>
                <a:gd name="connsiteY2" fmla="*/ 57150 h 1562100"/>
                <a:gd name="connsiteX3" fmla="*/ 4505325 w 4593297"/>
                <a:gd name="connsiteY3" fmla="*/ 371476 h 1562100"/>
                <a:gd name="connsiteX4" fmla="*/ 781050 w 4593297"/>
                <a:gd name="connsiteY4" fmla="*/ 1562100 h 1562100"/>
                <a:gd name="connsiteX5" fmla="*/ 0 w 4593297"/>
                <a:gd name="connsiteY5" fmla="*/ 857250 h 1562100"/>
                <a:gd name="connsiteX0" fmla="*/ 0 w 4546820"/>
                <a:gd name="connsiteY0" fmla="*/ 857250 h 1562100"/>
                <a:gd name="connsiteX1" fmla="*/ 3381375 w 4546820"/>
                <a:gd name="connsiteY1" fmla="*/ 0 h 1562100"/>
                <a:gd name="connsiteX2" fmla="*/ 4476750 w 4546820"/>
                <a:gd name="connsiteY2" fmla="*/ 57150 h 1562100"/>
                <a:gd name="connsiteX3" fmla="*/ 4505325 w 4546820"/>
                <a:gd name="connsiteY3" fmla="*/ 371476 h 1562100"/>
                <a:gd name="connsiteX4" fmla="*/ 781050 w 4546820"/>
                <a:gd name="connsiteY4" fmla="*/ 1562100 h 1562100"/>
                <a:gd name="connsiteX5" fmla="*/ 0 w 4546820"/>
                <a:gd name="connsiteY5" fmla="*/ 857250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46820" h="1562100">
                  <a:moveTo>
                    <a:pt x="0" y="857250"/>
                  </a:moveTo>
                  <a:lnTo>
                    <a:pt x="3381375" y="0"/>
                  </a:lnTo>
                  <a:lnTo>
                    <a:pt x="4476750" y="57150"/>
                  </a:lnTo>
                  <a:cubicBezTo>
                    <a:pt x="4553585" y="82550"/>
                    <a:pt x="4573270" y="262256"/>
                    <a:pt x="4505325" y="371476"/>
                  </a:cubicBezTo>
                  <a:lnTo>
                    <a:pt x="781050" y="156210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8F45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B189C7-C9EB-4B3F-BD5D-928D5730F752}"/>
                </a:ext>
              </a:extLst>
            </p:cNvPr>
            <p:cNvGrpSpPr/>
            <p:nvPr/>
          </p:nvGrpSpPr>
          <p:grpSpPr>
            <a:xfrm>
              <a:off x="2002985" y="3185641"/>
              <a:ext cx="4546819" cy="1562100"/>
              <a:chOff x="7050236" y="3235512"/>
              <a:chExt cx="4546819" cy="1562100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C96A0BB-0CAE-4FB7-A957-E7325E5BACAD}"/>
                  </a:ext>
                </a:extLst>
              </p:cNvPr>
              <p:cNvSpPr/>
              <p:nvPr/>
            </p:nvSpPr>
            <p:spPr>
              <a:xfrm>
                <a:off x="10299029" y="3235512"/>
                <a:ext cx="251480" cy="260821"/>
              </a:xfrm>
              <a:custGeom>
                <a:avLst/>
                <a:gdLst>
                  <a:gd name="connsiteX0" fmla="*/ 132581 w 251480"/>
                  <a:gd name="connsiteY0" fmla="*/ 0 h 260821"/>
                  <a:gd name="connsiteX1" fmla="*/ 190773 w 251480"/>
                  <a:gd name="connsiteY1" fmla="*/ 3036 h 260821"/>
                  <a:gd name="connsiteX2" fmla="*/ 214652 w 251480"/>
                  <a:gd name="connsiteY2" fmla="*/ 21022 h 260821"/>
                  <a:gd name="connsiteX3" fmla="*/ 251480 w 251480"/>
                  <a:gd name="connsiteY3" fmla="*/ 120350 h 260821"/>
                  <a:gd name="connsiteX4" fmla="*/ 125740 w 251480"/>
                  <a:gd name="connsiteY4" fmla="*/ 260821 h 260821"/>
                  <a:gd name="connsiteX5" fmla="*/ 0 w 251480"/>
                  <a:gd name="connsiteY5" fmla="*/ 120350 h 260821"/>
                  <a:gd name="connsiteX6" fmla="*/ 9881 w 251480"/>
                  <a:gd name="connsiteY6" fmla="*/ 65672 h 260821"/>
                  <a:gd name="connsiteX7" fmla="*/ 34511 w 251480"/>
                  <a:gd name="connsiteY7" fmla="*/ 24863 h 260821"/>
                  <a:gd name="connsiteX8" fmla="*/ 132581 w 251480"/>
                  <a:gd name="connsiteY8" fmla="*/ 0 h 260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480" h="260821">
                    <a:moveTo>
                      <a:pt x="132581" y="0"/>
                    </a:moveTo>
                    <a:lnTo>
                      <a:pt x="190773" y="3036"/>
                    </a:lnTo>
                    <a:lnTo>
                      <a:pt x="214652" y="21022"/>
                    </a:lnTo>
                    <a:cubicBezTo>
                      <a:pt x="237406" y="46442"/>
                      <a:pt x="251480" y="81560"/>
                      <a:pt x="251480" y="120350"/>
                    </a:cubicBezTo>
                    <a:cubicBezTo>
                      <a:pt x="251480" y="197930"/>
                      <a:pt x="195184" y="260821"/>
                      <a:pt x="125740" y="260821"/>
                    </a:cubicBezTo>
                    <a:cubicBezTo>
                      <a:pt x="56296" y="260821"/>
                      <a:pt x="0" y="197930"/>
                      <a:pt x="0" y="120350"/>
                    </a:cubicBezTo>
                    <a:cubicBezTo>
                      <a:pt x="0" y="100955"/>
                      <a:pt x="3518" y="82478"/>
                      <a:pt x="9881" y="65672"/>
                    </a:cubicBezTo>
                    <a:lnTo>
                      <a:pt x="34511" y="24863"/>
                    </a:lnTo>
                    <a:lnTo>
                      <a:pt x="132581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B9639EE-194A-42BE-A3AE-9C75FA5732F2}"/>
                  </a:ext>
                </a:extLst>
              </p:cNvPr>
              <p:cNvSpPr/>
              <p:nvPr/>
            </p:nvSpPr>
            <p:spPr>
              <a:xfrm>
                <a:off x="10828723" y="3265237"/>
                <a:ext cx="768332" cy="571665"/>
              </a:xfrm>
              <a:custGeom>
                <a:avLst/>
                <a:gdLst>
                  <a:gd name="connsiteX0" fmla="*/ 172617 w 768332"/>
                  <a:gd name="connsiteY0" fmla="*/ 0 h 571665"/>
                  <a:gd name="connsiteX1" fmla="*/ 698262 w 768332"/>
                  <a:gd name="connsiteY1" fmla="*/ 27425 h 571665"/>
                  <a:gd name="connsiteX2" fmla="*/ 726837 w 768332"/>
                  <a:gd name="connsiteY2" fmla="*/ 341751 h 571665"/>
                  <a:gd name="connsiteX3" fmla="*/ 7667 w 768332"/>
                  <a:gd name="connsiteY3" fmla="*/ 571665 h 571665"/>
                  <a:gd name="connsiteX4" fmla="*/ 0 w 768332"/>
                  <a:gd name="connsiteY4" fmla="*/ 486706 h 571665"/>
                  <a:gd name="connsiteX5" fmla="*/ 109833 w 768332"/>
                  <a:gd name="connsiteY5" fmla="*/ 85010 h 571665"/>
                  <a:gd name="connsiteX6" fmla="*/ 172617 w 768332"/>
                  <a:gd name="connsiteY6" fmla="*/ 0 h 57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8332" h="571665">
                    <a:moveTo>
                      <a:pt x="172617" y="0"/>
                    </a:moveTo>
                    <a:lnTo>
                      <a:pt x="698262" y="27425"/>
                    </a:lnTo>
                    <a:cubicBezTo>
                      <a:pt x="775097" y="52825"/>
                      <a:pt x="794782" y="232531"/>
                      <a:pt x="726837" y="341751"/>
                    </a:cubicBezTo>
                    <a:lnTo>
                      <a:pt x="7667" y="571665"/>
                    </a:lnTo>
                    <a:lnTo>
                      <a:pt x="0" y="486706"/>
                    </a:lnTo>
                    <a:cubicBezTo>
                      <a:pt x="0" y="337908"/>
                      <a:pt x="40490" y="199676"/>
                      <a:pt x="109833" y="85010"/>
                    </a:cubicBezTo>
                    <a:lnTo>
                      <a:pt x="172617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F2C1DEEE-051B-446D-95F9-C00B0A5B5D2D}"/>
                  </a:ext>
                </a:extLst>
              </p:cNvPr>
              <p:cNvSpPr/>
              <p:nvPr/>
            </p:nvSpPr>
            <p:spPr>
              <a:xfrm>
                <a:off x="8780127" y="3407353"/>
                <a:ext cx="973666" cy="404671"/>
              </a:xfrm>
              <a:custGeom>
                <a:avLst/>
                <a:gdLst>
                  <a:gd name="connsiteX0" fmla="*/ 973666 w 973666"/>
                  <a:gd name="connsiteY0" fmla="*/ 0 h 404671"/>
                  <a:gd name="connsiteX1" fmla="*/ 930954 w 973666"/>
                  <a:gd name="connsiteY1" fmla="*/ 87910 h 404671"/>
                  <a:gd name="connsiteX2" fmla="*/ 397676 w 973666"/>
                  <a:gd name="connsiteY2" fmla="*/ 404671 h 404671"/>
                  <a:gd name="connsiteX3" fmla="*/ 38107 w 973666"/>
                  <a:gd name="connsiteY3" fmla="*/ 281970 h 404671"/>
                  <a:gd name="connsiteX4" fmla="*/ 0 w 973666"/>
                  <a:gd name="connsiteY4" fmla="*/ 246845 h 404671"/>
                  <a:gd name="connsiteX5" fmla="*/ 973666 w 973666"/>
                  <a:gd name="connsiteY5" fmla="*/ 0 h 404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3666" h="404671">
                    <a:moveTo>
                      <a:pt x="973666" y="0"/>
                    </a:moveTo>
                    <a:lnTo>
                      <a:pt x="930954" y="87910"/>
                    </a:lnTo>
                    <a:cubicBezTo>
                      <a:pt x="815382" y="279021"/>
                      <a:pt x="619664" y="404671"/>
                      <a:pt x="397676" y="404671"/>
                    </a:cubicBezTo>
                    <a:cubicBezTo>
                      <a:pt x="264484" y="404671"/>
                      <a:pt x="140748" y="359437"/>
                      <a:pt x="38107" y="281970"/>
                    </a:cubicBezTo>
                    <a:lnTo>
                      <a:pt x="0" y="246845"/>
                    </a:lnTo>
                    <a:lnTo>
                      <a:pt x="973666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131B1BC5-E05B-44E2-987A-A8B38FB63AF7}"/>
                  </a:ext>
                </a:extLst>
              </p:cNvPr>
              <p:cNvSpPr/>
              <p:nvPr/>
            </p:nvSpPr>
            <p:spPr>
              <a:xfrm>
                <a:off x="9843900" y="3832144"/>
                <a:ext cx="104016" cy="116202"/>
              </a:xfrm>
              <a:custGeom>
                <a:avLst/>
                <a:gdLst>
                  <a:gd name="connsiteX0" fmla="*/ 52008 w 104016"/>
                  <a:gd name="connsiteY0" fmla="*/ 0 h 116202"/>
                  <a:gd name="connsiteX1" fmla="*/ 104016 w 104016"/>
                  <a:gd name="connsiteY1" fmla="*/ 58101 h 116202"/>
                  <a:gd name="connsiteX2" fmla="*/ 52008 w 104016"/>
                  <a:gd name="connsiteY2" fmla="*/ 116202 h 116202"/>
                  <a:gd name="connsiteX3" fmla="*/ 0 w 104016"/>
                  <a:gd name="connsiteY3" fmla="*/ 58101 h 116202"/>
                  <a:gd name="connsiteX4" fmla="*/ 52008 w 104016"/>
                  <a:gd name="connsiteY4" fmla="*/ 0 h 116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16" h="116202">
                    <a:moveTo>
                      <a:pt x="52008" y="0"/>
                    </a:moveTo>
                    <a:cubicBezTo>
                      <a:pt x="80731" y="0"/>
                      <a:pt x="104016" y="26013"/>
                      <a:pt x="104016" y="58101"/>
                    </a:cubicBezTo>
                    <a:cubicBezTo>
                      <a:pt x="104016" y="90189"/>
                      <a:pt x="80731" y="116202"/>
                      <a:pt x="52008" y="116202"/>
                    </a:cubicBezTo>
                    <a:cubicBezTo>
                      <a:pt x="23285" y="116202"/>
                      <a:pt x="0" y="90189"/>
                      <a:pt x="0" y="58101"/>
                    </a:cubicBezTo>
                    <a:cubicBezTo>
                      <a:pt x="0" y="26013"/>
                      <a:pt x="23285" y="0"/>
                      <a:pt x="52008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D7EC91D-FA84-4F4C-8C51-1E1B37C53981}"/>
                  </a:ext>
                </a:extLst>
              </p:cNvPr>
              <p:cNvSpPr/>
              <p:nvPr/>
            </p:nvSpPr>
            <p:spPr>
              <a:xfrm>
                <a:off x="7851267" y="3978273"/>
                <a:ext cx="104016" cy="116202"/>
              </a:xfrm>
              <a:custGeom>
                <a:avLst/>
                <a:gdLst>
                  <a:gd name="connsiteX0" fmla="*/ 52008 w 104016"/>
                  <a:gd name="connsiteY0" fmla="*/ 0 h 116202"/>
                  <a:gd name="connsiteX1" fmla="*/ 104016 w 104016"/>
                  <a:gd name="connsiteY1" fmla="*/ 58101 h 116202"/>
                  <a:gd name="connsiteX2" fmla="*/ 52008 w 104016"/>
                  <a:gd name="connsiteY2" fmla="*/ 116202 h 116202"/>
                  <a:gd name="connsiteX3" fmla="*/ 0 w 104016"/>
                  <a:gd name="connsiteY3" fmla="*/ 58101 h 116202"/>
                  <a:gd name="connsiteX4" fmla="*/ 52008 w 104016"/>
                  <a:gd name="connsiteY4" fmla="*/ 0 h 116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16" h="116202">
                    <a:moveTo>
                      <a:pt x="52008" y="0"/>
                    </a:moveTo>
                    <a:cubicBezTo>
                      <a:pt x="80731" y="0"/>
                      <a:pt x="104016" y="26013"/>
                      <a:pt x="104016" y="58101"/>
                    </a:cubicBezTo>
                    <a:cubicBezTo>
                      <a:pt x="104016" y="90189"/>
                      <a:pt x="80731" y="116202"/>
                      <a:pt x="52008" y="116202"/>
                    </a:cubicBezTo>
                    <a:cubicBezTo>
                      <a:pt x="23285" y="116202"/>
                      <a:pt x="0" y="90189"/>
                      <a:pt x="0" y="58101"/>
                    </a:cubicBezTo>
                    <a:cubicBezTo>
                      <a:pt x="0" y="26013"/>
                      <a:pt x="23285" y="0"/>
                      <a:pt x="52008" y="0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1E029C7-888F-4B39-A8D3-D35362AED026}"/>
                  </a:ext>
                </a:extLst>
              </p:cNvPr>
              <p:cNvSpPr/>
              <p:nvPr/>
            </p:nvSpPr>
            <p:spPr>
              <a:xfrm>
                <a:off x="8711612" y="4023875"/>
                <a:ext cx="251480" cy="280942"/>
              </a:xfrm>
              <a:custGeom>
                <a:avLst/>
                <a:gdLst>
                  <a:gd name="connsiteX0" fmla="*/ 125740 w 251480"/>
                  <a:gd name="connsiteY0" fmla="*/ 0 h 280942"/>
                  <a:gd name="connsiteX1" fmla="*/ 251480 w 251480"/>
                  <a:gd name="connsiteY1" fmla="*/ 140471 h 280942"/>
                  <a:gd name="connsiteX2" fmla="*/ 125740 w 251480"/>
                  <a:gd name="connsiteY2" fmla="*/ 280942 h 280942"/>
                  <a:gd name="connsiteX3" fmla="*/ 0 w 251480"/>
                  <a:gd name="connsiteY3" fmla="*/ 140471 h 280942"/>
                  <a:gd name="connsiteX4" fmla="*/ 125740 w 251480"/>
                  <a:gd name="connsiteY4" fmla="*/ 0 h 280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1480" h="280942">
                    <a:moveTo>
                      <a:pt x="125740" y="0"/>
                    </a:moveTo>
                    <a:cubicBezTo>
                      <a:pt x="195184" y="0"/>
                      <a:pt x="251480" y="62891"/>
                      <a:pt x="251480" y="140471"/>
                    </a:cubicBezTo>
                    <a:cubicBezTo>
                      <a:pt x="251480" y="218051"/>
                      <a:pt x="195184" y="280942"/>
                      <a:pt x="125740" y="280942"/>
                    </a:cubicBezTo>
                    <a:cubicBezTo>
                      <a:pt x="56296" y="280942"/>
                      <a:pt x="0" y="218051"/>
                      <a:pt x="0" y="140471"/>
                    </a:cubicBezTo>
                    <a:cubicBezTo>
                      <a:pt x="0" y="62891"/>
                      <a:pt x="56296" y="0"/>
                      <a:pt x="125740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850F77E-F0FD-4108-A168-72F3B9F178E8}"/>
                  </a:ext>
                </a:extLst>
              </p:cNvPr>
              <p:cNvSpPr/>
              <p:nvPr/>
            </p:nvSpPr>
            <p:spPr>
              <a:xfrm>
                <a:off x="7572614" y="4298041"/>
                <a:ext cx="991219" cy="499571"/>
              </a:xfrm>
              <a:custGeom>
                <a:avLst/>
                <a:gdLst>
                  <a:gd name="connsiteX0" fmla="*/ 495888 w 991219"/>
                  <a:gd name="connsiteY0" fmla="*/ 0 h 499571"/>
                  <a:gd name="connsiteX1" fmla="*/ 950636 w 991219"/>
                  <a:gd name="connsiteY1" fmla="*/ 210431 h 499571"/>
                  <a:gd name="connsiteX2" fmla="*/ 991219 w 991219"/>
                  <a:gd name="connsiteY2" fmla="*/ 265381 h 499571"/>
                  <a:gd name="connsiteX3" fmla="*/ 258672 w 991219"/>
                  <a:gd name="connsiteY3" fmla="*/ 499571 h 499571"/>
                  <a:gd name="connsiteX4" fmla="*/ 0 w 991219"/>
                  <a:gd name="connsiteY4" fmla="*/ 266135 h 499571"/>
                  <a:gd name="connsiteX5" fmla="*/ 41140 w 991219"/>
                  <a:gd name="connsiteY5" fmla="*/ 210431 h 499571"/>
                  <a:gd name="connsiteX6" fmla="*/ 495888 w 991219"/>
                  <a:gd name="connsiteY6" fmla="*/ 0 h 499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1219" h="499571">
                    <a:moveTo>
                      <a:pt x="495888" y="0"/>
                    </a:moveTo>
                    <a:cubicBezTo>
                      <a:pt x="673478" y="0"/>
                      <a:pt x="834256" y="80416"/>
                      <a:pt x="950636" y="210431"/>
                    </a:cubicBezTo>
                    <a:lnTo>
                      <a:pt x="991219" y="265381"/>
                    </a:lnTo>
                    <a:lnTo>
                      <a:pt x="258672" y="499571"/>
                    </a:lnTo>
                    <a:lnTo>
                      <a:pt x="0" y="266135"/>
                    </a:lnTo>
                    <a:lnTo>
                      <a:pt x="41140" y="210431"/>
                    </a:lnTo>
                    <a:cubicBezTo>
                      <a:pt x="157520" y="80416"/>
                      <a:pt x="318298" y="0"/>
                      <a:pt x="495888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A7834B9-B450-4C31-B366-6FC27DEA05F7}"/>
                  </a:ext>
                </a:extLst>
              </p:cNvPr>
              <p:cNvSpPr/>
              <p:nvPr/>
            </p:nvSpPr>
            <p:spPr>
              <a:xfrm>
                <a:off x="7050236" y="3238547"/>
                <a:ext cx="3951105" cy="1325628"/>
              </a:xfrm>
              <a:custGeom>
                <a:avLst/>
                <a:gdLst>
                  <a:gd name="connsiteX0" fmla="*/ 3439567 w 3951105"/>
                  <a:gd name="connsiteY0" fmla="*/ 0 h 1325628"/>
                  <a:gd name="connsiteX1" fmla="*/ 3951105 w 3951105"/>
                  <a:gd name="connsiteY1" fmla="*/ 26689 h 1325628"/>
                  <a:gd name="connsiteX2" fmla="*/ 3888321 w 3951105"/>
                  <a:gd name="connsiteY2" fmla="*/ 111699 h 1325628"/>
                  <a:gd name="connsiteX3" fmla="*/ 3778488 w 3951105"/>
                  <a:gd name="connsiteY3" fmla="*/ 513395 h 1325628"/>
                  <a:gd name="connsiteX4" fmla="*/ 3786155 w 3951105"/>
                  <a:gd name="connsiteY4" fmla="*/ 598354 h 1325628"/>
                  <a:gd name="connsiteX5" fmla="*/ 1513597 w 3951105"/>
                  <a:gd name="connsiteY5" fmla="*/ 1324874 h 1325628"/>
                  <a:gd name="connsiteX6" fmla="*/ 1473014 w 3951105"/>
                  <a:gd name="connsiteY6" fmla="*/ 1269924 h 1325628"/>
                  <a:gd name="connsiteX7" fmla="*/ 1018266 w 3951105"/>
                  <a:gd name="connsiteY7" fmla="*/ 1059493 h 1325628"/>
                  <a:gd name="connsiteX8" fmla="*/ 563518 w 3951105"/>
                  <a:gd name="connsiteY8" fmla="*/ 1269924 h 1325628"/>
                  <a:gd name="connsiteX9" fmla="*/ 522378 w 3951105"/>
                  <a:gd name="connsiteY9" fmla="*/ 1325628 h 1325628"/>
                  <a:gd name="connsiteX10" fmla="*/ 0 w 3951105"/>
                  <a:gd name="connsiteY10" fmla="*/ 854214 h 1325628"/>
                  <a:gd name="connsiteX11" fmla="*/ 1729892 w 3951105"/>
                  <a:gd name="connsiteY11" fmla="*/ 415650 h 1325628"/>
                  <a:gd name="connsiteX12" fmla="*/ 1767999 w 3951105"/>
                  <a:gd name="connsiteY12" fmla="*/ 450775 h 1325628"/>
                  <a:gd name="connsiteX13" fmla="*/ 2127568 w 3951105"/>
                  <a:gd name="connsiteY13" fmla="*/ 573476 h 1325628"/>
                  <a:gd name="connsiteX14" fmla="*/ 2660846 w 3951105"/>
                  <a:gd name="connsiteY14" fmla="*/ 256715 h 1325628"/>
                  <a:gd name="connsiteX15" fmla="*/ 2703558 w 3951105"/>
                  <a:gd name="connsiteY15" fmla="*/ 168805 h 1325628"/>
                  <a:gd name="connsiteX16" fmla="*/ 3283305 w 3951105"/>
                  <a:gd name="connsiteY16" fmla="*/ 21827 h 1325628"/>
                  <a:gd name="connsiteX17" fmla="*/ 3258675 w 3951105"/>
                  <a:gd name="connsiteY17" fmla="*/ 62636 h 1325628"/>
                  <a:gd name="connsiteX18" fmla="*/ 3248794 w 3951105"/>
                  <a:gd name="connsiteY18" fmla="*/ 117314 h 1325628"/>
                  <a:gd name="connsiteX19" fmla="*/ 3374534 w 3951105"/>
                  <a:gd name="connsiteY19" fmla="*/ 257785 h 1325628"/>
                  <a:gd name="connsiteX20" fmla="*/ 3500274 w 3951105"/>
                  <a:gd name="connsiteY20" fmla="*/ 117314 h 1325628"/>
                  <a:gd name="connsiteX21" fmla="*/ 3463446 w 3951105"/>
                  <a:gd name="connsiteY21" fmla="*/ 17986 h 1325628"/>
                  <a:gd name="connsiteX22" fmla="*/ 3439567 w 3951105"/>
                  <a:gd name="connsiteY22" fmla="*/ 0 h 1325628"/>
                  <a:gd name="connsiteX23" fmla="*/ 2845673 w 3951105"/>
                  <a:gd name="connsiteY23" fmla="*/ 593597 h 1325628"/>
                  <a:gd name="connsiteX24" fmla="*/ 2793665 w 3951105"/>
                  <a:gd name="connsiteY24" fmla="*/ 651698 h 1325628"/>
                  <a:gd name="connsiteX25" fmla="*/ 2845673 w 3951105"/>
                  <a:gd name="connsiteY25" fmla="*/ 709799 h 1325628"/>
                  <a:gd name="connsiteX26" fmla="*/ 2897681 w 3951105"/>
                  <a:gd name="connsiteY26" fmla="*/ 651698 h 1325628"/>
                  <a:gd name="connsiteX27" fmla="*/ 2845673 w 3951105"/>
                  <a:gd name="connsiteY27" fmla="*/ 593597 h 1325628"/>
                  <a:gd name="connsiteX28" fmla="*/ 853040 w 3951105"/>
                  <a:gd name="connsiteY28" fmla="*/ 739726 h 1325628"/>
                  <a:gd name="connsiteX29" fmla="*/ 801032 w 3951105"/>
                  <a:gd name="connsiteY29" fmla="*/ 797827 h 1325628"/>
                  <a:gd name="connsiteX30" fmla="*/ 853040 w 3951105"/>
                  <a:gd name="connsiteY30" fmla="*/ 855928 h 1325628"/>
                  <a:gd name="connsiteX31" fmla="*/ 905048 w 3951105"/>
                  <a:gd name="connsiteY31" fmla="*/ 797827 h 1325628"/>
                  <a:gd name="connsiteX32" fmla="*/ 853040 w 3951105"/>
                  <a:gd name="connsiteY32" fmla="*/ 739726 h 1325628"/>
                  <a:gd name="connsiteX33" fmla="*/ 1787117 w 3951105"/>
                  <a:gd name="connsiteY33" fmla="*/ 785328 h 1325628"/>
                  <a:gd name="connsiteX34" fmla="*/ 1661377 w 3951105"/>
                  <a:gd name="connsiteY34" fmla="*/ 925799 h 1325628"/>
                  <a:gd name="connsiteX35" fmla="*/ 1787117 w 3951105"/>
                  <a:gd name="connsiteY35" fmla="*/ 1066270 h 1325628"/>
                  <a:gd name="connsiteX36" fmla="*/ 1912857 w 3951105"/>
                  <a:gd name="connsiteY36" fmla="*/ 925799 h 1325628"/>
                  <a:gd name="connsiteX37" fmla="*/ 1787117 w 3951105"/>
                  <a:gd name="connsiteY37" fmla="*/ 785328 h 132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51105" h="1325628">
                    <a:moveTo>
                      <a:pt x="3439567" y="0"/>
                    </a:moveTo>
                    <a:lnTo>
                      <a:pt x="3951105" y="26689"/>
                    </a:lnTo>
                    <a:lnTo>
                      <a:pt x="3888321" y="111699"/>
                    </a:lnTo>
                    <a:cubicBezTo>
                      <a:pt x="3818978" y="226365"/>
                      <a:pt x="3778488" y="364597"/>
                      <a:pt x="3778488" y="513395"/>
                    </a:cubicBezTo>
                    <a:lnTo>
                      <a:pt x="3786155" y="598354"/>
                    </a:lnTo>
                    <a:lnTo>
                      <a:pt x="1513597" y="1324874"/>
                    </a:lnTo>
                    <a:lnTo>
                      <a:pt x="1473014" y="1269924"/>
                    </a:lnTo>
                    <a:cubicBezTo>
                      <a:pt x="1356634" y="1139909"/>
                      <a:pt x="1195856" y="1059493"/>
                      <a:pt x="1018266" y="1059493"/>
                    </a:cubicBezTo>
                    <a:cubicBezTo>
                      <a:pt x="840676" y="1059493"/>
                      <a:pt x="679898" y="1139909"/>
                      <a:pt x="563518" y="1269924"/>
                    </a:cubicBezTo>
                    <a:lnTo>
                      <a:pt x="522378" y="1325628"/>
                    </a:lnTo>
                    <a:lnTo>
                      <a:pt x="0" y="854214"/>
                    </a:lnTo>
                    <a:lnTo>
                      <a:pt x="1729892" y="415650"/>
                    </a:lnTo>
                    <a:lnTo>
                      <a:pt x="1767999" y="450775"/>
                    </a:lnTo>
                    <a:cubicBezTo>
                      <a:pt x="1870640" y="528242"/>
                      <a:pt x="1994376" y="573476"/>
                      <a:pt x="2127568" y="573476"/>
                    </a:cubicBezTo>
                    <a:cubicBezTo>
                      <a:pt x="2349556" y="573476"/>
                      <a:pt x="2545274" y="447826"/>
                      <a:pt x="2660846" y="256715"/>
                    </a:cubicBezTo>
                    <a:lnTo>
                      <a:pt x="2703558" y="168805"/>
                    </a:lnTo>
                    <a:lnTo>
                      <a:pt x="3283305" y="21827"/>
                    </a:lnTo>
                    <a:lnTo>
                      <a:pt x="3258675" y="62636"/>
                    </a:lnTo>
                    <a:cubicBezTo>
                      <a:pt x="3252312" y="79442"/>
                      <a:pt x="3248794" y="97919"/>
                      <a:pt x="3248794" y="117314"/>
                    </a:cubicBezTo>
                    <a:cubicBezTo>
                      <a:pt x="3248794" y="194894"/>
                      <a:pt x="3305090" y="257785"/>
                      <a:pt x="3374534" y="257785"/>
                    </a:cubicBezTo>
                    <a:cubicBezTo>
                      <a:pt x="3443978" y="257785"/>
                      <a:pt x="3500274" y="194894"/>
                      <a:pt x="3500274" y="117314"/>
                    </a:cubicBezTo>
                    <a:cubicBezTo>
                      <a:pt x="3500274" y="78524"/>
                      <a:pt x="3486200" y="43406"/>
                      <a:pt x="3463446" y="17986"/>
                    </a:cubicBezTo>
                    <a:lnTo>
                      <a:pt x="3439567" y="0"/>
                    </a:lnTo>
                    <a:close/>
                    <a:moveTo>
                      <a:pt x="2845673" y="593597"/>
                    </a:moveTo>
                    <a:cubicBezTo>
                      <a:pt x="2816950" y="593597"/>
                      <a:pt x="2793665" y="619610"/>
                      <a:pt x="2793665" y="651698"/>
                    </a:cubicBezTo>
                    <a:cubicBezTo>
                      <a:pt x="2793665" y="683786"/>
                      <a:pt x="2816950" y="709799"/>
                      <a:pt x="2845673" y="709799"/>
                    </a:cubicBezTo>
                    <a:cubicBezTo>
                      <a:pt x="2874396" y="709799"/>
                      <a:pt x="2897681" y="683786"/>
                      <a:pt x="2897681" y="651698"/>
                    </a:cubicBezTo>
                    <a:cubicBezTo>
                      <a:pt x="2897681" y="619610"/>
                      <a:pt x="2874396" y="593597"/>
                      <a:pt x="2845673" y="593597"/>
                    </a:cubicBezTo>
                    <a:close/>
                    <a:moveTo>
                      <a:pt x="853040" y="739726"/>
                    </a:moveTo>
                    <a:cubicBezTo>
                      <a:pt x="824317" y="739726"/>
                      <a:pt x="801032" y="765739"/>
                      <a:pt x="801032" y="797827"/>
                    </a:cubicBezTo>
                    <a:cubicBezTo>
                      <a:pt x="801032" y="829915"/>
                      <a:pt x="824317" y="855928"/>
                      <a:pt x="853040" y="855928"/>
                    </a:cubicBezTo>
                    <a:cubicBezTo>
                      <a:pt x="881763" y="855928"/>
                      <a:pt x="905048" y="829915"/>
                      <a:pt x="905048" y="797827"/>
                    </a:cubicBezTo>
                    <a:cubicBezTo>
                      <a:pt x="905048" y="765739"/>
                      <a:pt x="881763" y="739726"/>
                      <a:pt x="853040" y="739726"/>
                    </a:cubicBezTo>
                    <a:close/>
                    <a:moveTo>
                      <a:pt x="1787117" y="785328"/>
                    </a:moveTo>
                    <a:cubicBezTo>
                      <a:pt x="1717673" y="785328"/>
                      <a:pt x="1661377" y="848219"/>
                      <a:pt x="1661377" y="925799"/>
                    </a:cubicBezTo>
                    <a:cubicBezTo>
                      <a:pt x="1661377" y="1003379"/>
                      <a:pt x="1717673" y="1066270"/>
                      <a:pt x="1787117" y="1066270"/>
                    </a:cubicBezTo>
                    <a:cubicBezTo>
                      <a:pt x="1856561" y="1066270"/>
                      <a:pt x="1912857" y="1003379"/>
                      <a:pt x="1912857" y="925799"/>
                    </a:cubicBezTo>
                    <a:cubicBezTo>
                      <a:pt x="1912857" y="848219"/>
                      <a:pt x="1856561" y="785328"/>
                      <a:pt x="1787117" y="785328"/>
                    </a:cubicBezTo>
                    <a:close/>
                  </a:path>
                </a:pathLst>
              </a:custGeom>
              <a:solidFill>
                <a:srgbClr val="FFFF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141F7FF0-7F8D-435F-8091-A8E2D40BE510}"/>
                </a:ext>
              </a:extLst>
            </p:cNvPr>
            <p:cNvSpPr/>
            <p:nvPr/>
          </p:nvSpPr>
          <p:spPr>
            <a:xfrm>
              <a:off x="720165" y="1443174"/>
              <a:ext cx="2358538" cy="5047035"/>
            </a:xfrm>
            <a:custGeom>
              <a:avLst/>
              <a:gdLst>
                <a:gd name="connsiteX0" fmla="*/ 0 w 655320"/>
                <a:gd name="connsiteY0" fmla="*/ 0 h 1325880"/>
                <a:gd name="connsiteX1" fmla="*/ 655320 w 655320"/>
                <a:gd name="connsiteY1" fmla="*/ 0 h 1325880"/>
                <a:gd name="connsiteX2" fmla="*/ 655320 w 655320"/>
                <a:gd name="connsiteY2" fmla="*/ 1325880 h 1325880"/>
                <a:gd name="connsiteX3" fmla="*/ 0 w 655320"/>
                <a:gd name="connsiteY3" fmla="*/ 1325880 h 1325880"/>
                <a:gd name="connsiteX4" fmla="*/ 0 w 655320"/>
                <a:gd name="connsiteY4" fmla="*/ 0 h 1325880"/>
                <a:gd name="connsiteX0" fmla="*/ 0 w 1051560"/>
                <a:gd name="connsiteY0" fmla="*/ 0 h 1325880"/>
                <a:gd name="connsiteX1" fmla="*/ 1051560 w 1051560"/>
                <a:gd name="connsiteY1" fmla="*/ 906780 h 1325880"/>
                <a:gd name="connsiteX2" fmla="*/ 655320 w 1051560"/>
                <a:gd name="connsiteY2" fmla="*/ 1325880 h 1325880"/>
                <a:gd name="connsiteX3" fmla="*/ 0 w 1051560"/>
                <a:gd name="connsiteY3" fmla="*/ 1325880 h 1325880"/>
                <a:gd name="connsiteX4" fmla="*/ 0 w 1051560"/>
                <a:gd name="connsiteY4" fmla="*/ 0 h 1325880"/>
                <a:gd name="connsiteX0" fmla="*/ 0 w 1920240"/>
                <a:gd name="connsiteY0" fmla="*/ 0 h 1325880"/>
                <a:gd name="connsiteX1" fmla="*/ 1051560 w 1920240"/>
                <a:gd name="connsiteY1" fmla="*/ 906780 h 1325880"/>
                <a:gd name="connsiteX2" fmla="*/ 1920240 w 1920240"/>
                <a:gd name="connsiteY2" fmla="*/ 1089660 h 1325880"/>
                <a:gd name="connsiteX3" fmla="*/ 0 w 1920240"/>
                <a:gd name="connsiteY3" fmla="*/ 1325880 h 1325880"/>
                <a:gd name="connsiteX4" fmla="*/ 0 w 1920240"/>
                <a:gd name="connsiteY4" fmla="*/ 0 h 1325880"/>
                <a:gd name="connsiteX0" fmla="*/ 0 w 2058401"/>
                <a:gd name="connsiteY0" fmla="*/ 0 h 1562100"/>
                <a:gd name="connsiteX1" fmla="*/ 1051560 w 2058401"/>
                <a:gd name="connsiteY1" fmla="*/ 906780 h 1562100"/>
                <a:gd name="connsiteX2" fmla="*/ 1920240 w 2058401"/>
                <a:gd name="connsiteY2" fmla="*/ 1089660 h 1562100"/>
                <a:gd name="connsiteX3" fmla="*/ 1935480 w 2058401"/>
                <a:gd name="connsiteY3" fmla="*/ 1562100 h 1562100"/>
                <a:gd name="connsiteX4" fmla="*/ 0 w 2058401"/>
                <a:gd name="connsiteY4" fmla="*/ 1325880 h 1562100"/>
                <a:gd name="connsiteX5" fmla="*/ 0 w 2058401"/>
                <a:gd name="connsiteY5" fmla="*/ 0 h 1562100"/>
                <a:gd name="connsiteX0" fmla="*/ 0 w 2058401"/>
                <a:gd name="connsiteY0" fmla="*/ 0 h 2279549"/>
                <a:gd name="connsiteX1" fmla="*/ 1051560 w 2058401"/>
                <a:gd name="connsiteY1" fmla="*/ 906780 h 2279549"/>
                <a:gd name="connsiteX2" fmla="*/ 1920240 w 2058401"/>
                <a:gd name="connsiteY2" fmla="*/ 1089660 h 2279549"/>
                <a:gd name="connsiteX3" fmla="*/ 1935480 w 2058401"/>
                <a:gd name="connsiteY3" fmla="*/ 1562100 h 2279549"/>
                <a:gd name="connsiteX4" fmla="*/ 1943100 w 2058401"/>
                <a:gd name="connsiteY4" fmla="*/ 2278380 h 2279549"/>
                <a:gd name="connsiteX5" fmla="*/ 0 w 2058401"/>
                <a:gd name="connsiteY5" fmla="*/ 1325880 h 2279549"/>
                <a:gd name="connsiteX6" fmla="*/ 0 w 2058401"/>
                <a:gd name="connsiteY6" fmla="*/ 0 h 2279549"/>
                <a:gd name="connsiteX0" fmla="*/ 0 w 2058401"/>
                <a:gd name="connsiteY0" fmla="*/ 0 h 2806114"/>
                <a:gd name="connsiteX1" fmla="*/ 1051560 w 2058401"/>
                <a:gd name="connsiteY1" fmla="*/ 906780 h 2806114"/>
                <a:gd name="connsiteX2" fmla="*/ 1920240 w 2058401"/>
                <a:gd name="connsiteY2" fmla="*/ 1089660 h 2806114"/>
                <a:gd name="connsiteX3" fmla="*/ 1935480 w 2058401"/>
                <a:gd name="connsiteY3" fmla="*/ 1562100 h 2806114"/>
                <a:gd name="connsiteX4" fmla="*/ 1943100 w 2058401"/>
                <a:gd name="connsiteY4" fmla="*/ 2278380 h 2806114"/>
                <a:gd name="connsiteX5" fmla="*/ 1531620 w 2058401"/>
                <a:gd name="connsiteY5" fmla="*/ 2804160 h 2806114"/>
                <a:gd name="connsiteX6" fmla="*/ 0 w 2058401"/>
                <a:gd name="connsiteY6" fmla="*/ 1325880 h 2806114"/>
                <a:gd name="connsiteX7" fmla="*/ 0 w 2058401"/>
                <a:gd name="connsiteY7" fmla="*/ 0 h 2806114"/>
                <a:gd name="connsiteX0" fmla="*/ 171 w 2058572"/>
                <a:gd name="connsiteY0" fmla="*/ 0 h 2806114"/>
                <a:gd name="connsiteX1" fmla="*/ 1051731 w 2058572"/>
                <a:gd name="connsiteY1" fmla="*/ 906780 h 2806114"/>
                <a:gd name="connsiteX2" fmla="*/ 1920411 w 2058572"/>
                <a:gd name="connsiteY2" fmla="*/ 1089660 h 2806114"/>
                <a:gd name="connsiteX3" fmla="*/ 1935651 w 2058572"/>
                <a:gd name="connsiteY3" fmla="*/ 1562100 h 2806114"/>
                <a:gd name="connsiteX4" fmla="*/ 1943271 w 2058572"/>
                <a:gd name="connsiteY4" fmla="*/ 2278380 h 2806114"/>
                <a:gd name="connsiteX5" fmla="*/ 1531791 w 2058572"/>
                <a:gd name="connsiteY5" fmla="*/ 2804160 h 2806114"/>
                <a:gd name="connsiteX6" fmla="*/ 171 w 2058572"/>
                <a:gd name="connsiteY6" fmla="*/ 1325880 h 2806114"/>
                <a:gd name="connsiteX7" fmla="*/ 99231 w 2058572"/>
                <a:gd name="connsiteY7" fmla="*/ 330199 h 2806114"/>
                <a:gd name="connsiteX8" fmla="*/ 171 w 2058572"/>
                <a:gd name="connsiteY8" fmla="*/ 0 h 2806114"/>
                <a:gd name="connsiteX0" fmla="*/ 0 w 2058401"/>
                <a:gd name="connsiteY0" fmla="*/ 0 h 2806114"/>
                <a:gd name="connsiteX1" fmla="*/ 1051560 w 2058401"/>
                <a:gd name="connsiteY1" fmla="*/ 906780 h 2806114"/>
                <a:gd name="connsiteX2" fmla="*/ 1920240 w 2058401"/>
                <a:gd name="connsiteY2" fmla="*/ 1089660 h 2806114"/>
                <a:gd name="connsiteX3" fmla="*/ 1935480 w 2058401"/>
                <a:gd name="connsiteY3" fmla="*/ 1562100 h 2806114"/>
                <a:gd name="connsiteX4" fmla="*/ 1943100 w 2058401"/>
                <a:gd name="connsiteY4" fmla="*/ 2278380 h 2806114"/>
                <a:gd name="connsiteX5" fmla="*/ 1531620 w 2058401"/>
                <a:gd name="connsiteY5" fmla="*/ 2804160 h 2806114"/>
                <a:gd name="connsiteX6" fmla="*/ 368300 w 2058401"/>
                <a:gd name="connsiteY6" fmla="*/ 2684780 h 2806114"/>
                <a:gd name="connsiteX7" fmla="*/ 99060 w 2058401"/>
                <a:gd name="connsiteY7" fmla="*/ 330199 h 2806114"/>
                <a:gd name="connsiteX8" fmla="*/ 0 w 2058401"/>
                <a:gd name="connsiteY8" fmla="*/ 0 h 2806114"/>
                <a:gd name="connsiteX0" fmla="*/ 0 w 2058401"/>
                <a:gd name="connsiteY0" fmla="*/ 0 h 3049462"/>
                <a:gd name="connsiteX1" fmla="*/ 1051560 w 2058401"/>
                <a:gd name="connsiteY1" fmla="*/ 906780 h 3049462"/>
                <a:gd name="connsiteX2" fmla="*/ 1920240 w 2058401"/>
                <a:gd name="connsiteY2" fmla="*/ 1089660 h 3049462"/>
                <a:gd name="connsiteX3" fmla="*/ 1935480 w 2058401"/>
                <a:gd name="connsiteY3" fmla="*/ 1562100 h 3049462"/>
                <a:gd name="connsiteX4" fmla="*/ 1943100 w 2058401"/>
                <a:gd name="connsiteY4" fmla="*/ 2278380 h 3049462"/>
                <a:gd name="connsiteX5" fmla="*/ 1531620 w 2058401"/>
                <a:gd name="connsiteY5" fmla="*/ 2804160 h 3049462"/>
                <a:gd name="connsiteX6" fmla="*/ 226060 w 2058401"/>
                <a:gd name="connsiteY6" fmla="*/ 3047999 h 3049462"/>
                <a:gd name="connsiteX7" fmla="*/ 368300 w 2058401"/>
                <a:gd name="connsiteY7" fmla="*/ 2684780 h 3049462"/>
                <a:gd name="connsiteX8" fmla="*/ 99060 w 2058401"/>
                <a:gd name="connsiteY8" fmla="*/ 330199 h 3049462"/>
                <a:gd name="connsiteX9" fmla="*/ 0 w 2058401"/>
                <a:gd name="connsiteY9" fmla="*/ 0 h 3049462"/>
                <a:gd name="connsiteX0" fmla="*/ 0 w 2058401"/>
                <a:gd name="connsiteY0" fmla="*/ 0 h 3146426"/>
                <a:gd name="connsiteX1" fmla="*/ 1051560 w 2058401"/>
                <a:gd name="connsiteY1" fmla="*/ 906780 h 3146426"/>
                <a:gd name="connsiteX2" fmla="*/ 1920240 w 2058401"/>
                <a:gd name="connsiteY2" fmla="*/ 1089660 h 3146426"/>
                <a:gd name="connsiteX3" fmla="*/ 1935480 w 2058401"/>
                <a:gd name="connsiteY3" fmla="*/ 1562100 h 3146426"/>
                <a:gd name="connsiteX4" fmla="*/ 1943100 w 2058401"/>
                <a:gd name="connsiteY4" fmla="*/ 2278380 h 3146426"/>
                <a:gd name="connsiteX5" fmla="*/ 1531620 w 2058401"/>
                <a:gd name="connsiteY5" fmla="*/ 2804160 h 3146426"/>
                <a:gd name="connsiteX6" fmla="*/ 1673860 w 2058401"/>
                <a:gd name="connsiteY6" fmla="*/ 3136899 h 3146426"/>
                <a:gd name="connsiteX7" fmla="*/ 226060 w 2058401"/>
                <a:gd name="connsiteY7" fmla="*/ 3047999 h 3146426"/>
                <a:gd name="connsiteX8" fmla="*/ 368300 w 2058401"/>
                <a:gd name="connsiteY8" fmla="*/ 2684780 h 3146426"/>
                <a:gd name="connsiteX9" fmla="*/ 99060 w 2058401"/>
                <a:gd name="connsiteY9" fmla="*/ 330199 h 3146426"/>
                <a:gd name="connsiteX10" fmla="*/ 0 w 2058401"/>
                <a:gd name="connsiteY10" fmla="*/ 0 h 3146426"/>
                <a:gd name="connsiteX0" fmla="*/ 0 w 2058401"/>
                <a:gd name="connsiteY0" fmla="*/ 0 h 3505683"/>
                <a:gd name="connsiteX1" fmla="*/ 1051560 w 2058401"/>
                <a:gd name="connsiteY1" fmla="*/ 906780 h 3505683"/>
                <a:gd name="connsiteX2" fmla="*/ 1920240 w 2058401"/>
                <a:gd name="connsiteY2" fmla="*/ 1089660 h 3505683"/>
                <a:gd name="connsiteX3" fmla="*/ 1935480 w 2058401"/>
                <a:gd name="connsiteY3" fmla="*/ 1562100 h 3505683"/>
                <a:gd name="connsiteX4" fmla="*/ 1943100 w 2058401"/>
                <a:gd name="connsiteY4" fmla="*/ 2278380 h 3505683"/>
                <a:gd name="connsiteX5" fmla="*/ 1531620 w 2058401"/>
                <a:gd name="connsiteY5" fmla="*/ 2804160 h 3505683"/>
                <a:gd name="connsiteX6" fmla="*/ 1673860 w 2058401"/>
                <a:gd name="connsiteY6" fmla="*/ 3136899 h 3505683"/>
                <a:gd name="connsiteX7" fmla="*/ 1699260 w 2058401"/>
                <a:gd name="connsiteY7" fmla="*/ 3505199 h 3505683"/>
                <a:gd name="connsiteX8" fmla="*/ 226060 w 2058401"/>
                <a:gd name="connsiteY8" fmla="*/ 3047999 h 3505683"/>
                <a:gd name="connsiteX9" fmla="*/ 368300 w 2058401"/>
                <a:gd name="connsiteY9" fmla="*/ 2684780 h 3505683"/>
                <a:gd name="connsiteX10" fmla="*/ 99060 w 2058401"/>
                <a:gd name="connsiteY10" fmla="*/ 330199 h 3505683"/>
                <a:gd name="connsiteX11" fmla="*/ 0 w 2058401"/>
                <a:gd name="connsiteY11" fmla="*/ 0 h 3505683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673860 w 2058401"/>
                <a:gd name="connsiteY6" fmla="*/ 3136899 h 3631306"/>
                <a:gd name="connsiteX7" fmla="*/ 1699260 w 2058401"/>
                <a:gd name="connsiteY7" fmla="*/ 3505199 h 3631306"/>
                <a:gd name="connsiteX8" fmla="*/ 1623060 w 2058401"/>
                <a:gd name="connsiteY8" fmla="*/ 3606799 h 3631306"/>
                <a:gd name="connsiteX9" fmla="*/ 226060 w 2058401"/>
                <a:gd name="connsiteY9" fmla="*/ 3047999 h 3631306"/>
                <a:gd name="connsiteX10" fmla="*/ 368300 w 2058401"/>
                <a:gd name="connsiteY10" fmla="*/ 2684780 h 3631306"/>
                <a:gd name="connsiteX11" fmla="*/ 99060 w 2058401"/>
                <a:gd name="connsiteY11" fmla="*/ 330199 h 3631306"/>
                <a:gd name="connsiteX12" fmla="*/ 0 w 2058401"/>
                <a:gd name="connsiteY12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673860 w 2058401"/>
                <a:gd name="connsiteY6" fmla="*/ 3136899 h 3631306"/>
                <a:gd name="connsiteX7" fmla="*/ 1699260 w 2058401"/>
                <a:gd name="connsiteY7" fmla="*/ 3505199 h 3631306"/>
                <a:gd name="connsiteX8" fmla="*/ 162306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673860 w 2058401"/>
                <a:gd name="connsiteY6" fmla="*/ 313689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43100 w 2058401"/>
                <a:gd name="connsiteY4" fmla="*/ 227838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58401"/>
                <a:gd name="connsiteY0" fmla="*/ 0 h 3631306"/>
                <a:gd name="connsiteX1" fmla="*/ 1051560 w 2058401"/>
                <a:gd name="connsiteY1" fmla="*/ 906780 h 3631306"/>
                <a:gd name="connsiteX2" fmla="*/ 1920240 w 2058401"/>
                <a:gd name="connsiteY2" fmla="*/ 1089660 h 3631306"/>
                <a:gd name="connsiteX3" fmla="*/ 1935480 w 2058401"/>
                <a:gd name="connsiteY3" fmla="*/ 1562100 h 3631306"/>
                <a:gd name="connsiteX4" fmla="*/ 1958340 w 2058401"/>
                <a:gd name="connsiteY4" fmla="*/ 2293620 h 3631306"/>
                <a:gd name="connsiteX5" fmla="*/ 1531620 w 2058401"/>
                <a:gd name="connsiteY5" fmla="*/ 2804160 h 3631306"/>
                <a:gd name="connsiteX6" fmla="*/ 1742440 w 2058401"/>
                <a:gd name="connsiteY6" fmla="*/ 3144519 h 3631306"/>
                <a:gd name="connsiteX7" fmla="*/ 1699260 w 2058401"/>
                <a:gd name="connsiteY7" fmla="*/ 3505199 h 3631306"/>
                <a:gd name="connsiteX8" fmla="*/ 1592580 w 2058401"/>
                <a:gd name="connsiteY8" fmla="*/ 3606799 h 3631306"/>
                <a:gd name="connsiteX9" fmla="*/ 264160 w 2058401"/>
                <a:gd name="connsiteY9" fmla="*/ 3365498 h 3631306"/>
                <a:gd name="connsiteX10" fmla="*/ 226060 w 2058401"/>
                <a:gd name="connsiteY10" fmla="*/ 3047999 h 3631306"/>
                <a:gd name="connsiteX11" fmla="*/ 368300 w 2058401"/>
                <a:gd name="connsiteY11" fmla="*/ 2684780 h 3631306"/>
                <a:gd name="connsiteX12" fmla="*/ 99060 w 2058401"/>
                <a:gd name="connsiteY12" fmla="*/ 330199 h 3631306"/>
                <a:gd name="connsiteX13" fmla="*/ 0 w 2058401"/>
                <a:gd name="connsiteY13" fmla="*/ 0 h 3631306"/>
                <a:gd name="connsiteX0" fmla="*/ 0 w 2099223"/>
                <a:gd name="connsiteY0" fmla="*/ 0 h 3631306"/>
                <a:gd name="connsiteX1" fmla="*/ 1051560 w 2099223"/>
                <a:gd name="connsiteY1" fmla="*/ 906780 h 3631306"/>
                <a:gd name="connsiteX2" fmla="*/ 1920240 w 2099223"/>
                <a:gd name="connsiteY2" fmla="*/ 1089660 h 3631306"/>
                <a:gd name="connsiteX3" fmla="*/ 1981200 w 2099223"/>
                <a:gd name="connsiteY3" fmla="*/ 1562100 h 3631306"/>
                <a:gd name="connsiteX4" fmla="*/ 1958340 w 2099223"/>
                <a:gd name="connsiteY4" fmla="*/ 2293620 h 3631306"/>
                <a:gd name="connsiteX5" fmla="*/ 1531620 w 2099223"/>
                <a:gd name="connsiteY5" fmla="*/ 2804160 h 3631306"/>
                <a:gd name="connsiteX6" fmla="*/ 1742440 w 2099223"/>
                <a:gd name="connsiteY6" fmla="*/ 3144519 h 3631306"/>
                <a:gd name="connsiteX7" fmla="*/ 1699260 w 2099223"/>
                <a:gd name="connsiteY7" fmla="*/ 3505199 h 3631306"/>
                <a:gd name="connsiteX8" fmla="*/ 1592580 w 2099223"/>
                <a:gd name="connsiteY8" fmla="*/ 3606799 h 3631306"/>
                <a:gd name="connsiteX9" fmla="*/ 264160 w 2099223"/>
                <a:gd name="connsiteY9" fmla="*/ 3365498 h 3631306"/>
                <a:gd name="connsiteX10" fmla="*/ 226060 w 2099223"/>
                <a:gd name="connsiteY10" fmla="*/ 3047999 h 3631306"/>
                <a:gd name="connsiteX11" fmla="*/ 368300 w 2099223"/>
                <a:gd name="connsiteY11" fmla="*/ 2684780 h 3631306"/>
                <a:gd name="connsiteX12" fmla="*/ 99060 w 2099223"/>
                <a:gd name="connsiteY12" fmla="*/ 330199 h 3631306"/>
                <a:gd name="connsiteX13" fmla="*/ 0 w 2099223"/>
                <a:gd name="connsiteY13" fmla="*/ 0 h 3631306"/>
                <a:gd name="connsiteX0" fmla="*/ 0 w 2099223"/>
                <a:gd name="connsiteY0" fmla="*/ 0 h 3631306"/>
                <a:gd name="connsiteX1" fmla="*/ 1051560 w 2099223"/>
                <a:gd name="connsiteY1" fmla="*/ 906780 h 3631306"/>
                <a:gd name="connsiteX2" fmla="*/ 1920240 w 2099223"/>
                <a:gd name="connsiteY2" fmla="*/ 1089660 h 3631306"/>
                <a:gd name="connsiteX3" fmla="*/ 1981200 w 2099223"/>
                <a:gd name="connsiteY3" fmla="*/ 1562100 h 3631306"/>
                <a:gd name="connsiteX4" fmla="*/ 1958340 w 2099223"/>
                <a:gd name="connsiteY4" fmla="*/ 2293620 h 3631306"/>
                <a:gd name="connsiteX5" fmla="*/ 1531620 w 2099223"/>
                <a:gd name="connsiteY5" fmla="*/ 2804160 h 3631306"/>
                <a:gd name="connsiteX6" fmla="*/ 1742440 w 2099223"/>
                <a:gd name="connsiteY6" fmla="*/ 3144519 h 3631306"/>
                <a:gd name="connsiteX7" fmla="*/ 1699260 w 2099223"/>
                <a:gd name="connsiteY7" fmla="*/ 3505199 h 3631306"/>
                <a:gd name="connsiteX8" fmla="*/ 1592580 w 2099223"/>
                <a:gd name="connsiteY8" fmla="*/ 3606799 h 3631306"/>
                <a:gd name="connsiteX9" fmla="*/ 264160 w 2099223"/>
                <a:gd name="connsiteY9" fmla="*/ 3365498 h 3631306"/>
                <a:gd name="connsiteX10" fmla="*/ 226060 w 2099223"/>
                <a:gd name="connsiteY10" fmla="*/ 3047999 h 3631306"/>
                <a:gd name="connsiteX11" fmla="*/ 368300 w 2099223"/>
                <a:gd name="connsiteY11" fmla="*/ 2684780 h 3631306"/>
                <a:gd name="connsiteX12" fmla="*/ 99060 w 2099223"/>
                <a:gd name="connsiteY12" fmla="*/ 330199 h 3631306"/>
                <a:gd name="connsiteX13" fmla="*/ 0 w 2099223"/>
                <a:gd name="connsiteY13" fmla="*/ 0 h 3631306"/>
                <a:gd name="connsiteX0" fmla="*/ 0 w 2099223"/>
                <a:gd name="connsiteY0" fmla="*/ 0 h 3631306"/>
                <a:gd name="connsiteX1" fmla="*/ 1051560 w 2099223"/>
                <a:gd name="connsiteY1" fmla="*/ 906780 h 3631306"/>
                <a:gd name="connsiteX2" fmla="*/ 1920240 w 2099223"/>
                <a:gd name="connsiteY2" fmla="*/ 1089660 h 3631306"/>
                <a:gd name="connsiteX3" fmla="*/ 1981200 w 2099223"/>
                <a:gd name="connsiteY3" fmla="*/ 1562100 h 3631306"/>
                <a:gd name="connsiteX4" fmla="*/ 1958340 w 2099223"/>
                <a:gd name="connsiteY4" fmla="*/ 2293620 h 3631306"/>
                <a:gd name="connsiteX5" fmla="*/ 1531620 w 2099223"/>
                <a:gd name="connsiteY5" fmla="*/ 2804160 h 3631306"/>
                <a:gd name="connsiteX6" fmla="*/ 1742440 w 2099223"/>
                <a:gd name="connsiteY6" fmla="*/ 3144519 h 3631306"/>
                <a:gd name="connsiteX7" fmla="*/ 1699260 w 2099223"/>
                <a:gd name="connsiteY7" fmla="*/ 3505199 h 3631306"/>
                <a:gd name="connsiteX8" fmla="*/ 1592580 w 2099223"/>
                <a:gd name="connsiteY8" fmla="*/ 3606799 h 3631306"/>
                <a:gd name="connsiteX9" fmla="*/ 264160 w 2099223"/>
                <a:gd name="connsiteY9" fmla="*/ 3365498 h 3631306"/>
                <a:gd name="connsiteX10" fmla="*/ 226060 w 2099223"/>
                <a:gd name="connsiteY10" fmla="*/ 3047999 h 3631306"/>
                <a:gd name="connsiteX11" fmla="*/ 368300 w 2099223"/>
                <a:gd name="connsiteY11" fmla="*/ 2684780 h 3631306"/>
                <a:gd name="connsiteX12" fmla="*/ 99060 w 2099223"/>
                <a:gd name="connsiteY12" fmla="*/ 330199 h 3631306"/>
                <a:gd name="connsiteX13" fmla="*/ 0 w 2099223"/>
                <a:gd name="connsiteY13" fmla="*/ 0 h 3631306"/>
                <a:gd name="connsiteX0" fmla="*/ 0 w 2100011"/>
                <a:gd name="connsiteY0" fmla="*/ 0 h 3631306"/>
                <a:gd name="connsiteX1" fmla="*/ 1051560 w 2100011"/>
                <a:gd name="connsiteY1" fmla="*/ 906780 h 3631306"/>
                <a:gd name="connsiteX2" fmla="*/ 1927860 w 2100011"/>
                <a:gd name="connsiteY2" fmla="*/ 1074420 h 3631306"/>
                <a:gd name="connsiteX3" fmla="*/ 1981200 w 2100011"/>
                <a:gd name="connsiteY3" fmla="*/ 1562100 h 3631306"/>
                <a:gd name="connsiteX4" fmla="*/ 1958340 w 2100011"/>
                <a:gd name="connsiteY4" fmla="*/ 2293620 h 3631306"/>
                <a:gd name="connsiteX5" fmla="*/ 1531620 w 2100011"/>
                <a:gd name="connsiteY5" fmla="*/ 2804160 h 3631306"/>
                <a:gd name="connsiteX6" fmla="*/ 1742440 w 2100011"/>
                <a:gd name="connsiteY6" fmla="*/ 3144519 h 3631306"/>
                <a:gd name="connsiteX7" fmla="*/ 1699260 w 2100011"/>
                <a:gd name="connsiteY7" fmla="*/ 3505199 h 3631306"/>
                <a:gd name="connsiteX8" fmla="*/ 1592580 w 2100011"/>
                <a:gd name="connsiteY8" fmla="*/ 3606799 h 3631306"/>
                <a:gd name="connsiteX9" fmla="*/ 264160 w 2100011"/>
                <a:gd name="connsiteY9" fmla="*/ 3365498 h 3631306"/>
                <a:gd name="connsiteX10" fmla="*/ 226060 w 2100011"/>
                <a:gd name="connsiteY10" fmla="*/ 3047999 h 3631306"/>
                <a:gd name="connsiteX11" fmla="*/ 368300 w 2100011"/>
                <a:gd name="connsiteY11" fmla="*/ 2684780 h 3631306"/>
                <a:gd name="connsiteX12" fmla="*/ 99060 w 2100011"/>
                <a:gd name="connsiteY12" fmla="*/ 330199 h 3631306"/>
                <a:gd name="connsiteX13" fmla="*/ 0 w 2100011"/>
                <a:gd name="connsiteY13" fmla="*/ 0 h 3631306"/>
                <a:gd name="connsiteX0" fmla="*/ 0 w 2187475"/>
                <a:gd name="connsiteY0" fmla="*/ 0 h 3631306"/>
                <a:gd name="connsiteX1" fmla="*/ 1051560 w 2187475"/>
                <a:gd name="connsiteY1" fmla="*/ 906780 h 3631306"/>
                <a:gd name="connsiteX2" fmla="*/ 1927860 w 2187475"/>
                <a:gd name="connsiteY2" fmla="*/ 1074420 h 3631306"/>
                <a:gd name="connsiteX3" fmla="*/ 1981200 w 2187475"/>
                <a:gd name="connsiteY3" fmla="*/ 1562100 h 3631306"/>
                <a:gd name="connsiteX4" fmla="*/ 1958340 w 2187475"/>
                <a:gd name="connsiteY4" fmla="*/ 2293620 h 3631306"/>
                <a:gd name="connsiteX5" fmla="*/ 1531620 w 2187475"/>
                <a:gd name="connsiteY5" fmla="*/ 2804160 h 3631306"/>
                <a:gd name="connsiteX6" fmla="*/ 1742440 w 2187475"/>
                <a:gd name="connsiteY6" fmla="*/ 3144519 h 3631306"/>
                <a:gd name="connsiteX7" fmla="*/ 1699260 w 2187475"/>
                <a:gd name="connsiteY7" fmla="*/ 3505199 h 3631306"/>
                <a:gd name="connsiteX8" fmla="*/ 1592580 w 2187475"/>
                <a:gd name="connsiteY8" fmla="*/ 3606799 h 3631306"/>
                <a:gd name="connsiteX9" fmla="*/ 264160 w 2187475"/>
                <a:gd name="connsiteY9" fmla="*/ 3365498 h 3631306"/>
                <a:gd name="connsiteX10" fmla="*/ 226060 w 2187475"/>
                <a:gd name="connsiteY10" fmla="*/ 3047999 h 3631306"/>
                <a:gd name="connsiteX11" fmla="*/ 368300 w 2187475"/>
                <a:gd name="connsiteY11" fmla="*/ 2684780 h 3631306"/>
                <a:gd name="connsiteX12" fmla="*/ 99060 w 2187475"/>
                <a:gd name="connsiteY12" fmla="*/ 330199 h 3631306"/>
                <a:gd name="connsiteX13" fmla="*/ 0 w 2187475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7442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51560 w 2076402"/>
                <a:gd name="connsiteY1" fmla="*/ 90678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0 h 3631306"/>
                <a:gd name="connsiteX1" fmla="*/ 1066800 w 2076402"/>
                <a:gd name="connsiteY1" fmla="*/ 883920 h 3631306"/>
                <a:gd name="connsiteX2" fmla="*/ 1927860 w 2076402"/>
                <a:gd name="connsiteY2" fmla="*/ 1059180 h 3631306"/>
                <a:gd name="connsiteX3" fmla="*/ 1981200 w 2076402"/>
                <a:gd name="connsiteY3" fmla="*/ 1562100 h 3631306"/>
                <a:gd name="connsiteX4" fmla="*/ 1958340 w 2076402"/>
                <a:gd name="connsiteY4" fmla="*/ 2293620 h 3631306"/>
                <a:gd name="connsiteX5" fmla="*/ 1531620 w 2076402"/>
                <a:gd name="connsiteY5" fmla="*/ 2804160 h 3631306"/>
                <a:gd name="connsiteX6" fmla="*/ 1742440 w 2076402"/>
                <a:gd name="connsiteY6" fmla="*/ 3144519 h 3631306"/>
                <a:gd name="connsiteX7" fmla="*/ 1699260 w 2076402"/>
                <a:gd name="connsiteY7" fmla="*/ 3505199 h 3631306"/>
                <a:gd name="connsiteX8" fmla="*/ 1592580 w 2076402"/>
                <a:gd name="connsiteY8" fmla="*/ 3606799 h 3631306"/>
                <a:gd name="connsiteX9" fmla="*/ 264160 w 2076402"/>
                <a:gd name="connsiteY9" fmla="*/ 3365498 h 3631306"/>
                <a:gd name="connsiteX10" fmla="*/ 226060 w 2076402"/>
                <a:gd name="connsiteY10" fmla="*/ 3047999 h 3631306"/>
                <a:gd name="connsiteX11" fmla="*/ 368300 w 2076402"/>
                <a:gd name="connsiteY11" fmla="*/ 2684780 h 3631306"/>
                <a:gd name="connsiteX12" fmla="*/ 99060 w 2076402"/>
                <a:gd name="connsiteY12" fmla="*/ 330199 h 3631306"/>
                <a:gd name="connsiteX13" fmla="*/ 0 w 2076402"/>
                <a:gd name="connsiteY13" fmla="*/ 0 h 3631306"/>
                <a:gd name="connsiteX0" fmla="*/ 0 w 2076402"/>
                <a:gd name="connsiteY0" fmla="*/ 210858 h 3842164"/>
                <a:gd name="connsiteX1" fmla="*/ 1066800 w 2076402"/>
                <a:gd name="connsiteY1" fmla="*/ 1094778 h 3842164"/>
                <a:gd name="connsiteX2" fmla="*/ 1927860 w 2076402"/>
                <a:gd name="connsiteY2" fmla="*/ 1270038 h 3842164"/>
                <a:gd name="connsiteX3" fmla="*/ 1981200 w 2076402"/>
                <a:gd name="connsiteY3" fmla="*/ 1772958 h 3842164"/>
                <a:gd name="connsiteX4" fmla="*/ 1958340 w 2076402"/>
                <a:gd name="connsiteY4" fmla="*/ 2504478 h 3842164"/>
                <a:gd name="connsiteX5" fmla="*/ 1531620 w 2076402"/>
                <a:gd name="connsiteY5" fmla="*/ 3015018 h 3842164"/>
                <a:gd name="connsiteX6" fmla="*/ 1742440 w 2076402"/>
                <a:gd name="connsiteY6" fmla="*/ 3355377 h 3842164"/>
                <a:gd name="connsiteX7" fmla="*/ 1699260 w 2076402"/>
                <a:gd name="connsiteY7" fmla="*/ 3716057 h 3842164"/>
                <a:gd name="connsiteX8" fmla="*/ 1592580 w 2076402"/>
                <a:gd name="connsiteY8" fmla="*/ 3817657 h 3842164"/>
                <a:gd name="connsiteX9" fmla="*/ 264160 w 2076402"/>
                <a:gd name="connsiteY9" fmla="*/ 3576356 h 3842164"/>
                <a:gd name="connsiteX10" fmla="*/ 226060 w 2076402"/>
                <a:gd name="connsiteY10" fmla="*/ 3258857 h 3842164"/>
                <a:gd name="connsiteX11" fmla="*/ 368300 w 2076402"/>
                <a:gd name="connsiteY11" fmla="*/ 2895638 h 3842164"/>
                <a:gd name="connsiteX12" fmla="*/ 99060 w 2076402"/>
                <a:gd name="connsiteY12" fmla="*/ 541057 h 3842164"/>
                <a:gd name="connsiteX13" fmla="*/ 0 w 2076402"/>
                <a:gd name="connsiteY13" fmla="*/ 210858 h 3842164"/>
                <a:gd name="connsiteX0" fmla="*/ 14113 w 2090515"/>
                <a:gd name="connsiteY0" fmla="*/ 379641 h 4010947"/>
                <a:gd name="connsiteX1" fmla="*/ 1080913 w 2090515"/>
                <a:gd name="connsiteY1" fmla="*/ 1263561 h 4010947"/>
                <a:gd name="connsiteX2" fmla="*/ 1941973 w 2090515"/>
                <a:gd name="connsiteY2" fmla="*/ 1438821 h 4010947"/>
                <a:gd name="connsiteX3" fmla="*/ 1995313 w 2090515"/>
                <a:gd name="connsiteY3" fmla="*/ 1941741 h 4010947"/>
                <a:gd name="connsiteX4" fmla="*/ 1972453 w 2090515"/>
                <a:gd name="connsiteY4" fmla="*/ 2673261 h 4010947"/>
                <a:gd name="connsiteX5" fmla="*/ 1545733 w 2090515"/>
                <a:gd name="connsiteY5" fmla="*/ 3183801 h 4010947"/>
                <a:gd name="connsiteX6" fmla="*/ 1756553 w 2090515"/>
                <a:gd name="connsiteY6" fmla="*/ 3524160 h 4010947"/>
                <a:gd name="connsiteX7" fmla="*/ 1713373 w 2090515"/>
                <a:gd name="connsiteY7" fmla="*/ 3884840 h 4010947"/>
                <a:gd name="connsiteX8" fmla="*/ 1606693 w 2090515"/>
                <a:gd name="connsiteY8" fmla="*/ 3986440 h 4010947"/>
                <a:gd name="connsiteX9" fmla="*/ 278273 w 2090515"/>
                <a:gd name="connsiteY9" fmla="*/ 3745139 h 4010947"/>
                <a:gd name="connsiteX10" fmla="*/ 240173 w 2090515"/>
                <a:gd name="connsiteY10" fmla="*/ 3427640 h 4010947"/>
                <a:gd name="connsiteX11" fmla="*/ 382413 w 2090515"/>
                <a:gd name="connsiteY11" fmla="*/ 3064421 h 4010947"/>
                <a:gd name="connsiteX12" fmla="*/ 113173 w 2090515"/>
                <a:gd name="connsiteY12" fmla="*/ 709840 h 4010947"/>
                <a:gd name="connsiteX13" fmla="*/ 14113 w 2090515"/>
                <a:gd name="connsiteY13" fmla="*/ 379641 h 4010947"/>
                <a:gd name="connsiteX0" fmla="*/ 0 w 2076402"/>
                <a:gd name="connsiteY0" fmla="*/ 182907 h 3814213"/>
                <a:gd name="connsiteX1" fmla="*/ 632461 w 2076402"/>
                <a:gd name="connsiteY1" fmla="*/ 49556 h 3814213"/>
                <a:gd name="connsiteX2" fmla="*/ 1066800 w 2076402"/>
                <a:gd name="connsiteY2" fmla="*/ 1066827 h 3814213"/>
                <a:gd name="connsiteX3" fmla="*/ 1927860 w 2076402"/>
                <a:gd name="connsiteY3" fmla="*/ 1242087 h 3814213"/>
                <a:gd name="connsiteX4" fmla="*/ 1981200 w 2076402"/>
                <a:gd name="connsiteY4" fmla="*/ 1745007 h 3814213"/>
                <a:gd name="connsiteX5" fmla="*/ 1958340 w 2076402"/>
                <a:gd name="connsiteY5" fmla="*/ 2476527 h 3814213"/>
                <a:gd name="connsiteX6" fmla="*/ 1531620 w 2076402"/>
                <a:gd name="connsiteY6" fmla="*/ 2987067 h 3814213"/>
                <a:gd name="connsiteX7" fmla="*/ 1742440 w 2076402"/>
                <a:gd name="connsiteY7" fmla="*/ 3327426 h 3814213"/>
                <a:gd name="connsiteX8" fmla="*/ 1699260 w 2076402"/>
                <a:gd name="connsiteY8" fmla="*/ 3688106 h 3814213"/>
                <a:gd name="connsiteX9" fmla="*/ 1592580 w 2076402"/>
                <a:gd name="connsiteY9" fmla="*/ 3789706 h 3814213"/>
                <a:gd name="connsiteX10" fmla="*/ 264160 w 2076402"/>
                <a:gd name="connsiteY10" fmla="*/ 3548405 h 3814213"/>
                <a:gd name="connsiteX11" fmla="*/ 226060 w 2076402"/>
                <a:gd name="connsiteY11" fmla="*/ 3230906 h 3814213"/>
                <a:gd name="connsiteX12" fmla="*/ 368300 w 2076402"/>
                <a:gd name="connsiteY12" fmla="*/ 2867687 h 3814213"/>
                <a:gd name="connsiteX13" fmla="*/ 99060 w 2076402"/>
                <a:gd name="connsiteY13" fmla="*/ 513106 h 3814213"/>
                <a:gd name="connsiteX14" fmla="*/ 0 w 2076402"/>
                <a:gd name="connsiteY14" fmla="*/ 182907 h 3814213"/>
                <a:gd name="connsiteX0" fmla="*/ 23892 w 2100294"/>
                <a:gd name="connsiteY0" fmla="*/ 294066 h 3925372"/>
                <a:gd name="connsiteX1" fmla="*/ 656353 w 2100294"/>
                <a:gd name="connsiteY1" fmla="*/ 160715 h 3925372"/>
                <a:gd name="connsiteX2" fmla="*/ 1090692 w 2100294"/>
                <a:gd name="connsiteY2" fmla="*/ 1177986 h 3925372"/>
                <a:gd name="connsiteX3" fmla="*/ 1951752 w 2100294"/>
                <a:gd name="connsiteY3" fmla="*/ 1353246 h 3925372"/>
                <a:gd name="connsiteX4" fmla="*/ 2005092 w 2100294"/>
                <a:gd name="connsiteY4" fmla="*/ 1856166 h 3925372"/>
                <a:gd name="connsiteX5" fmla="*/ 1982232 w 2100294"/>
                <a:gd name="connsiteY5" fmla="*/ 2587686 h 3925372"/>
                <a:gd name="connsiteX6" fmla="*/ 1555512 w 2100294"/>
                <a:gd name="connsiteY6" fmla="*/ 3098226 h 3925372"/>
                <a:gd name="connsiteX7" fmla="*/ 1766332 w 2100294"/>
                <a:gd name="connsiteY7" fmla="*/ 3438585 h 3925372"/>
                <a:gd name="connsiteX8" fmla="*/ 1723152 w 2100294"/>
                <a:gd name="connsiteY8" fmla="*/ 3799265 h 3925372"/>
                <a:gd name="connsiteX9" fmla="*/ 1616472 w 2100294"/>
                <a:gd name="connsiteY9" fmla="*/ 3900865 h 3925372"/>
                <a:gd name="connsiteX10" fmla="*/ 288052 w 2100294"/>
                <a:gd name="connsiteY10" fmla="*/ 3659564 h 3925372"/>
                <a:gd name="connsiteX11" fmla="*/ 249952 w 2100294"/>
                <a:gd name="connsiteY11" fmla="*/ 3342065 h 3925372"/>
                <a:gd name="connsiteX12" fmla="*/ 392192 w 2100294"/>
                <a:gd name="connsiteY12" fmla="*/ 2978846 h 3925372"/>
                <a:gd name="connsiteX13" fmla="*/ 122952 w 2100294"/>
                <a:gd name="connsiteY13" fmla="*/ 624265 h 3925372"/>
                <a:gd name="connsiteX14" fmla="*/ 23892 w 2100294"/>
                <a:gd name="connsiteY14" fmla="*/ 294066 h 3925372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4018538"/>
                <a:gd name="connsiteX1" fmla="*/ 659026 w 2102967"/>
                <a:gd name="connsiteY1" fmla="*/ 253881 h 4018538"/>
                <a:gd name="connsiteX2" fmla="*/ 1093365 w 2102967"/>
                <a:gd name="connsiteY2" fmla="*/ 1271152 h 4018538"/>
                <a:gd name="connsiteX3" fmla="*/ 1954425 w 2102967"/>
                <a:gd name="connsiteY3" fmla="*/ 1446412 h 4018538"/>
                <a:gd name="connsiteX4" fmla="*/ 2007765 w 2102967"/>
                <a:gd name="connsiteY4" fmla="*/ 1949332 h 4018538"/>
                <a:gd name="connsiteX5" fmla="*/ 1984905 w 2102967"/>
                <a:gd name="connsiteY5" fmla="*/ 2680852 h 4018538"/>
                <a:gd name="connsiteX6" fmla="*/ 1558185 w 2102967"/>
                <a:gd name="connsiteY6" fmla="*/ 3191392 h 4018538"/>
                <a:gd name="connsiteX7" fmla="*/ 1769005 w 2102967"/>
                <a:gd name="connsiteY7" fmla="*/ 3531751 h 4018538"/>
                <a:gd name="connsiteX8" fmla="*/ 1725825 w 2102967"/>
                <a:gd name="connsiteY8" fmla="*/ 3892431 h 4018538"/>
                <a:gd name="connsiteX9" fmla="*/ 1619145 w 2102967"/>
                <a:gd name="connsiteY9" fmla="*/ 3994031 h 4018538"/>
                <a:gd name="connsiteX10" fmla="*/ 290725 w 2102967"/>
                <a:gd name="connsiteY10" fmla="*/ 3752730 h 4018538"/>
                <a:gd name="connsiteX11" fmla="*/ 252625 w 2102967"/>
                <a:gd name="connsiteY11" fmla="*/ 3435231 h 4018538"/>
                <a:gd name="connsiteX12" fmla="*/ 394865 w 2102967"/>
                <a:gd name="connsiteY12" fmla="*/ 3072012 h 4018538"/>
                <a:gd name="connsiteX13" fmla="*/ 125625 w 2102967"/>
                <a:gd name="connsiteY13" fmla="*/ 717431 h 4018538"/>
                <a:gd name="connsiteX14" fmla="*/ 26565 w 2102967"/>
                <a:gd name="connsiteY14" fmla="*/ 387232 h 4018538"/>
                <a:gd name="connsiteX0" fmla="*/ 26565 w 2102967"/>
                <a:gd name="connsiteY0" fmla="*/ 387232 h 3995129"/>
                <a:gd name="connsiteX1" fmla="*/ 659026 w 2102967"/>
                <a:gd name="connsiteY1" fmla="*/ 253881 h 3995129"/>
                <a:gd name="connsiteX2" fmla="*/ 1093365 w 2102967"/>
                <a:gd name="connsiteY2" fmla="*/ 1271152 h 3995129"/>
                <a:gd name="connsiteX3" fmla="*/ 1954425 w 2102967"/>
                <a:gd name="connsiteY3" fmla="*/ 1446412 h 3995129"/>
                <a:gd name="connsiteX4" fmla="*/ 2007765 w 2102967"/>
                <a:gd name="connsiteY4" fmla="*/ 1949332 h 3995129"/>
                <a:gd name="connsiteX5" fmla="*/ 1984905 w 2102967"/>
                <a:gd name="connsiteY5" fmla="*/ 2680852 h 3995129"/>
                <a:gd name="connsiteX6" fmla="*/ 1558185 w 2102967"/>
                <a:gd name="connsiteY6" fmla="*/ 3191392 h 3995129"/>
                <a:gd name="connsiteX7" fmla="*/ 1769005 w 2102967"/>
                <a:gd name="connsiteY7" fmla="*/ 3531751 h 3995129"/>
                <a:gd name="connsiteX8" fmla="*/ 1725825 w 2102967"/>
                <a:gd name="connsiteY8" fmla="*/ 3892431 h 3995129"/>
                <a:gd name="connsiteX9" fmla="*/ 1619145 w 2102967"/>
                <a:gd name="connsiteY9" fmla="*/ 3994031 h 3995129"/>
                <a:gd name="connsiteX10" fmla="*/ 290725 w 2102967"/>
                <a:gd name="connsiteY10" fmla="*/ 3752730 h 3995129"/>
                <a:gd name="connsiteX11" fmla="*/ 252625 w 2102967"/>
                <a:gd name="connsiteY11" fmla="*/ 3435231 h 3995129"/>
                <a:gd name="connsiteX12" fmla="*/ 394865 w 2102967"/>
                <a:gd name="connsiteY12" fmla="*/ 3072012 h 3995129"/>
                <a:gd name="connsiteX13" fmla="*/ 125625 w 2102967"/>
                <a:gd name="connsiteY13" fmla="*/ 717431 h 3995129"/>
                <a:gd name="connsiteX14" fmla="*/ 26565 w 2102967"/>
                <a:gd name="connsiteY14" fmla="*/ 387232 h 3995129"/>
                <a:gd name="connsiteX0" fmla="*/ 26565 w 2102967"/>
                <a:gd name="connsiteY0" fmla="*/ 387232 h 3995129"/>
                <a:gd name="connsiteX1" fmla="*/ 659026 w 2102967"/>
                <a:gd name="connsiteY1" fmla="*/ 253881 h 3995129"/>
                <a:gd name="connsiteX2" fmla="*/ 1093365 w 2102967"/>
                <a:gd name="connsiteY2" fmla="*/ 1271152 h 3995129"/>
                <a:gd name="connsiteX3" fmla="*/ 1954425 w 2102967"/>
                <a:gd name="connsiteY3" fmla="*/ 1446412 h 3995129"/>
                <a:gd name="connsiteX4" fmla="*/ 2007765 w 2102967"/>
                <a:gd name="connsiteY4" fmla="*/ 1949332 h 3995129"/>
                <a:gd name="connsiteX5" fmla="*/ 1984905 w 2102967"/>
                <a:gd name="connsiteY5" fmla="*/ 2680852 h 3995129"/>
                <a:gd name="connsiteX6" fmla="*/ 1558185 w 2102967"/>
                <a:gd name="connsiteY6" fmla="*/ 3191392 h 3995129"/>
                <a:gd name="connsiteX7" fmla="*/ 1769005 w 2102967"/>
                <a:gd name="connsiteY7" fmla="*/ 3531751 h 3995129"/>
                <a:gd name="connsiteX8" fmla="*/ 1725825 w 2102967"/>
                <a:gd name="connsiteY8" fmla="*/ 3892431 h 3995129"/>
                <a:gd name="connsiteX9" fmla="*/ 1619145 w 2102967"/>
                <a:gd name="connsiteY9" fmla="*/ 3994031 h 3995129"/>
                <a:gd name="connsiteX10" fmla="*/ 290725 w 2102967"/>
                <a:gd name="connsiteY10" fmla="*/ 3752730 h 3995129"/>
                <a:gd name="connsiteX11" fmla="*/ 252625 w 2102967"/>
                <a:gd name="connsiteY11" fmla="*/ 3435231 h 3995129"/>
                <a:gd name="connsiteX12" fmla="*/ 394865 w 2102967"/>
                <a:gd name="connsiteY12" fmla="*/ 3072012 h 3995129"/>
                <a:gd name="connsiteX13" fmla="*/ 125625 w 2102967"/>
                <a:gd name="connsiteY13" fmla="*/ 717431 h 3995129"/>
                <a:gd name="connsiteX14" fmla="*/ 26565 w 2102967"/>
                <a:gd name="connsiteY14" fmla="*/ 387232 h 3995129"/>
                <a:gd name="connsiteX0" fmla="*/ 26565 w 2102967"/>
                <a:gd name="connsiteY0" fmla="*/ 387232 h 3995871"/>
                <a:gd name="connsiteX1" fmla="*/ 659026 w 2102967"/>
                <a:gd name="connsiteY1" fmla="*/ 253881 h 3995871"/>
                <a:gd name="connsiteX2" fmla="*/ 1093365 w 2102967"/>
                <a:gd name="connsiteY2" fmla="*/ 1271152 h 3995871"/>
                <a:gd name="connsiteX3" fmla="*/ 1954425 w 2102967"/>
                <a:gd name="connsiteY3" fmla="*/ 1446412 h 3995871"/>
                <a:gd name="connsiteX4" fmla="*/ 2007765 w 2102967"/>
                <a:gd name="connsiteY4" fmla="*/ 1949332 h 3995871"/>
                <a:gd name="connsiteX5" fmla="*/ 1984905 w 2102967"/>
                <a:gd name="connsiteY5" fmla="*/ 2680852 h 3995871"/>
                <a:gd name="connsiteX6" fmla="*/ 1558185 w 2102967"/>
                <a:gd name="connsiteY6" fmla="*/ 3191392 h 3995871"/>
                <a:gd name="connsiteX7" fmla="*/ 1769005 w 2102967"/>
                <a:gd name="connsiteY7" fmla="*/ 3531751 h 3995871"/>
                <a:gd name="connsiteX8" fmla="*/ 1773450 w 2102967"/>
                <a:gd name="connsiteY8" fmla="*/ 3918625 h 3995871"/>
                <a:gd name="connsiteX9" fmla="*/ 1619145 w 2102967"/>
                <a:gd name="connsiteY9" fmla="*/ 3994031 h 3995871"/>
                <a:gd name="connsiteX10" fmla="*/ 290725 w 2102967"/>
                <a:gd name="connsiteY10" fmla="*/ 3752730 h 3995871"/>
                <a:gd name="connsiteX11" fmla="*/ 252625 w 2102967"/>
                <a:gd name="connsiteY11" fmla="*/ 3435231 h 3995871"/>
                <a:gd name="connsiteX12" fmla="*/ 394865 w 2102967"/>
                <a:gd name="connsiteY12" fmla="*/ 3072012 h 3995871"/>
                <a:gd name="connsiteX13" fmla="*/ 125625 w 2102967"/>
                <a:gd name="connsiteY13" fmla="*/ 717431 h 3995871"/>
                <a:gd name="connsiteX14" fmla="*/ 26565 w 2102967"/>
                <a:gd name="connsiteY14" fmla="*/ 387232 h 3995871"/>
                <a:gd name="connsiteX0" fmla="*/ 26565 w 2102967"/>
                <a:gd name="connsiteY0" fmla="*/ 387232 h 3995218"/>
                <a:gd name="connsiteX1" fmla="*/ 659026 w 2102967"/>
                <a:gd name="connsiteY1" fmla="*/ 253881 h 3995218"/>
                <a:gd name="connsiteX2" fmla="*/ 1093365 w 2102967"/>
                <a:gd name="connsiteY2" fmla="*/ 1271152 h 3995218"/>
                <a:gd name="connsiteX3" fmla="*/ 1954425 w 2102967"/>
                <a:gd name="connsiteY3" fmla="*/ 1446412 h 3995218"/>
                <a:gd name="connsiteX4" fmla="*/ 2007765 w 2102967"/>
                <a:gd name="connsiteY4" fmla="*/ 1949332 h 3995218"/>
                <a:gd name="connsiteX5" fmla="*/ 1984905 w 2102967"/>
                <a:gd name="connsiteY5" fmla="*/ 2680852 h 3995218"/>
                <a:gd name="connsiteX6" fmla="*/ 1558185 w 2102967"/>
                <a:gd name="connsiteY6" fmla="*/ 3191392 h 3995218"/>
                <a:gd name="connsiteX7" fmla="*/ 1769005 w 2102967"/>
                <a:gd name="connsiteY7" fmla="*/ 3531751 h 3995218"/>
                <a:gd name="connsiteX8" fmla="*/ 1766306 w 2102967"/>
                <a:gd name="connsiteY8" fmla="*/ 3897194 h 3995218"/>
                <a:gd name="connsiteX9" fmla="*/ 1619145 w 2102967"/>
                <a:gd name="connsiteY9" fmla="*/ 3994031 h 3995218"/>
                <a:gd name="connsiteX10" fmla="*/ 290725 w 2102967"/>
                <a:gd name="connsiteY10" fmla="*/ 3752730 h 3995218"/>
                <a:gd name="connsiteX11" fmla="*/ 252625 w 2102967"/>
                <a:gd name="connsiteY11" fmla="*/ 3435231 h 3995218"/>
                <a:gd name="connsiteX12" fmla="*/ 394865 w 2102967"/>
                <a:gd name="connsiteY12" fmla="*/ 3072012 h 3995218"/>
                <a:gd name="connsiteX13" fmla="*/ 125625 w 2102967"/>
                <a:gd name="connsiteY13" fmla="*/ 717431 h 3995218"/>
                <a:gd name="connsiteX14" fmla="*/ 26565 w 2102967"/>
                <a:gd name="connsiteY14" fmla="*/ 387232 h 3995218"/>
                <a:gd name="connsiteX0" fmla="*/ 26565 w 2102967"/>
                <a:gd name="connsiteY0" fmla="*/ 387232 h 3994960"/>
                <a:gd name="connsiteX1" fmla="*/ 659026 w 2102967"/>
                <a:gd name="connsiteY1" fmla="*/ 253881 h 3994960"/>
                <a:gd name="connsiteX2" fmla="*/ 1093365 w 2102967"/>
                <a:gd name="connsiteY2" fmla="*/ 1271152 h 3994960"/>
                <a:gd name="connsiteX3" fmla="*/ 1954425 w 2102967"/>
                <a:gd name="connsiteY3" fmla="*/ 1446412 h 3994960"/>
                <a:gd name="connsiteX4" fmla="*/ 2007765 w 2102967"/>
                <a:gd name="connsiteY4" fmla="*/ 1949332 h 3994960"/>
                <a:gd name="connsiteX5" fmla="*/ 1984905 w 2102967"/>
                <a:gd name="connsiteY5" fmla="*/ 2680852 h 3994960"/>
                <a:gd name="connsiteX6" fmla="*/ 1558185 w 2102967"/>
                <a:gd name="connsiteY6" fmla="*/ 3191392 h 3994960"/>
                <a:gd name="connsiteX7" fmla="*/ 1769005 w 2102967"/>
                <a:gd name="connsiteY7" fmla="*/ 3531751 h 3994960"/>
                <a:gd name="connsiteX8" fmla="*/ 1766306 w 2102967"/>
                <a:gd name="connsiteY8" fmla="*/ 3897194 h 3994960"/>
                <a:gd name="connsiteX9" fmla="*/ 1619145 w 2102967"/>
                <a:gd name="connsiteY9" fmla="*/ 3994031 h 3994960"/>
                <a:gd name="connsiteX10" fmla="*/ 290725 w 2102967"/>
                <a:gd name="connsiteY10" fmla="*/ 3752730 h 3994960"/>
                <a:gd name="connsiteX11" fmla="*/ 252625 w 2102967"/>
                <a:gd name="connsiteY11" fmla="*/ 3435231 h 3994960"/>
                <a:gd name="connsiteX12" fmla="*/ 394865 w 2102967"/>
                <a:gd name="connsiteY12" fmla="*/ 3072012 h 3994960"/>
                <a:gd name="connsiteX13" fmla="*/ 125625 w 2102967"/>
                <a:gd name="connsiteY13" fmla="*/ 717431 h 3994960"/>
                <a:gd name="connsiteX14" fmla="*/ 26565 w 2102967"/>
                <a:gd name="connsiteY14" fmla="*/ 387232 h 3994960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9005 w 2102967"/>
                <a:gd name="connsiteY7" fmla="*/ 3531751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558185 w 2102967"/>
                <a:gd name="connsiteY6" fmla="*/ 3191392 h 3994293"/>
                <a:gd name="connsiteX7" fmla="*/ 1761861 w 2102967"/>
                <a:gd name="connsiteY7" fmla="*/ 3536513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608985 w 2102967"/>
                <a:gd name="connsiteY6" fmla="*/ 3191392 h 3994293"/>
                <a:gd name="connsiteX7" fmla="*/ 1761861 w 2102967"/>
                <a:gd name="connsiteY7" fmla="*/ 3536513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26565 w 2102967"/>
                <a:gd name="connsiteY0" fmla="*/ 387232 h 3994293"/>
                <a:gd name="connsiteX1" fmla="*/ 659026 w 2102967"/>
                <a:gd name="connsiteY1" fmla="*/ 253881 h 3994293"/>
                <a:gd name="connsiteX2" fmla="*/ 1093365 w 2102967"/>
                <a:gd name="connsiteY2" fmla="*/ 1271152 h 3994293"/>
                <a:gd name="connsiteX3" fmla="*/ 1954425 w 2102967"/>
                <a:gd name="connsiteY3" fmla="*/ 1446412 h 3994293"/>
                <a:gd name="connsiteX4" fmla="*/ 2007765 w 2102967"/>
                <a:gd name="connsiteY4" fmla="*/ 1949332 h 3994293"/>
                <a:gd name="connsiteX5" fmla="*/ 1984905 w 2102967"/>
                <a:gd name="connsiteY5" fmla="*/ 2680852 h 3994293"/>
                <a:gd name="connsiteX6" fmla="*/ 1608985 w 2102967"/>
                <a:gd name="connsiteY6" fmla="*/ 3191392 h 3994293"/>
                <a:gd name="connsiteX7" fmla="*/ 1761861 w 2102967"/>
                <a:gd name="connsiteY7" fmla="*/ 3536513 h 3994293"/>
                <a:gd name="connsiteX8" fmla="*/ 1766306 w 2102967"/>
                <a:gd name="connsiteY8" fmla="*/ 3897194 h 3994293"/>
                <a:gd name="connsiteX9" fmla="*/ 1619145 w 2102967"/>
                <a:gd name="connsiteY9" fmla="*/ 3994031 h 3994293"/>
                <a:gd name="connsiteX10" fmla="*/ 290725 w 2102967"/>
                <a:gd name="connsiteY10" fmla="*/ 3752730 h 3994293"/>
                <a:gd name="connsiteX11" fmla="*/ 252625 w 2102967"/>
                <a:gd name="connsiteY11" fmla="*/ 3435231 h 3994293"/>
                <a:gd name="connsiteX12" fmla="*/ 394865 w 2102967"/>
                <a:gd name="connsiteY12" fmla="*/ 3072012 h 3994293"/>
                <a:gd name="connsiteX13" fmla="*/ 125625 w 2102967"/>
                <a:gd name="connsiteY13" fmla="*/ 717431 h 3994293"/>
                <a:gd name="connsiteX14" fmla="*/ 26565 w 2102967"/>
                <a:gd name="connsiteY14" fmla="*/ 387232 h 3994293"/>
                <a:gd name="connsiteX0" fmla="*/ 36123 w 2112525"/>
                <a:gd name="connsiteY0" fmla="*/ 439798 h 4046859"/>
                <a:gd name="connsiteX1" fmla="*/ 493521 w 2112525"/>
                <a:gd name="connsiteY1" fmla="*/ 221777 h 4046859"/>
                <a:gd name="connsiteX2" fmla="*/ 1102923 w 2112525"/>
                <a:gd name="connsiteY2" fmla="*/ 1323718 h 4046859"/>
                <a:gd name="connsiteX3" fmla="*/ 1963983 w 2112525"/>
                <a:gd name="connsiteY3" fmla="*/ 1498978 h 4046859"/>
                <a:gd name="connsiteX4" fmla="*/ 2017323 w 2112525"/>
                <a:gd name="connsiteY4" fmla="*/ 2001898 h 4046859"/>
                <a:gd name="connsiteX5" fmla="*/ 1994463 w 2112525"/>
                <a:gd name="connsiteY5" fmla="*/ 2733418 h 4046859"/>
                <a:gd name="connsiteX6" fmla="*/ 1618543 w 2112525"/>
                <a:gd name="connsiteY6" fmla="*/ 3243958 h 4046859"/>
                <a:gd name="connsiteX7" fmla="*/ 1771419 w 2112525"/>
                <a:gd name="connsiteY7" fmla="*/ 3589079 h 4046859"/>
                <a:gd name="connsiteX8" fmla="*/ 1775864 w 2112525"/>
                <a:gd name="connsiteY8" fmla="*/ 3949760 h 4046859"/>
                <a:gd name="connsiteX9" fmla="*/ 1628703 w 2112525"/>
                <a:gd name="connsiteY9" fmla="*/ 4046597 h 4046859"/>
                <a:gd name="connsiteX10" fmla="*/ 300283 w 2112525"/>
                <a:gd name="connsiteY10" fmla="*/ 3805296 h 4046859"/>
                <a:gd name="connsiteX11" fmla="*/ 262183 w 2112525"/>
                <a:gd name="connsiteY11" fmla="*/ 3487797 h 4046859"/>
                <a:gd name="connsiteX12" fmla="*/ 404423 w 2112525"/>
                <a:gd name="connsiteY12" fmla="*/ 3124578 h 4046859"/>
                <a:gd name="connsiteX13" fmla="*/ 135183 w 2112525"/>
                <a:gd name="connsiteY13" fmla="*/ 769997 h 4046859"/>
                <a:gd name="connsiteX14" fmla="*/ 36123 w 2112525"/>
                <a:gd name="connsiteY14" fmla="*/ 439798 h 4046859"/>
                <a:gd name="connsiteX0" fmla="*/ 36123 w 2112525"/>
                <a:gd name="connsiteY0" fmla="*/ 439798 h 4046859"/>
                <a:gd name="connsiteX1" fmla="*/ 493521 w 2112525"/>
                <a:gd name="connsiteY1" fmla="*/ 221777 h 4046859"/>
                <a:gd name="connsiteX2" fmla="*/ 1067910 w 2112525"/>
                <a:gd name="connsiteY2" fmla="*/ 1916410 h 4046859"/>
                <a:gd name="connsiteX3" fmla="*/ 1963983 w 2112525"/>
                <a:gd name="connsiteY3" fmla="*/ 1498978 h 4046859"/>
                <a:gd name="connsiteX4" fmla="*/ 2017323 w 2112525"/>
                <a:gd name="connsiteY4" fmla="*/ 2001898 h 4046859"/>
                <a:gd name="connsiteX5" fmla="*/ 1994463 w 2112525"/>
                <a:gd name="connsiteY5" fmla="*/ 2733418 h 4046859"/>
                <a:gd name="connsiteX6" fmla="*/ 1618543 w 2112525"/>
                <a:gd name="connsiteY6" fmla="*/ 3243958 h 4046859"/>
                <a:gd name="connsiteX7" fmla="*/ 1771419 w 2112525"/>
                <a:gd name="connsiteY7" fmla="*/ 3589079 h 4046859"/>
                <a:gd name="connsiteX8" fmla="*/ 1775864 w 2112525"/>
                <a:gd name="connsiteY8" fmla="*/ 3949760 h 4046859"/>
                <a:gd name="connsiteX9" fmla="*/ 1628703 w 2112525"/>
                <a:gd name="connsiteY9" fmla="*/ 4046597 h 4046859"/>
                <a:gd name="connsiteX10" fmla="*/ 300283 w 2112525"/>
                <a:gd name="connsiteY10" fmla="*/ 3805296 h 4046859"/>
                <a:gd name="connsiteX11" fmla="*/ 262183 w 2112525"/>
                <a:gd name="connsiteY11" fmla="*/ 3487797 h 4046859"/>
                <a:gd name="connsiteX12" fmla="*/ 404423 w 2112525"/>
                <a:gd name="connsiteY12" fmla="*/ 3124578 h 4046859"/>
                <a:gd name="connsiteX13" fmla="*/ 135183 w 2112525"/>
                <a:gd name="connsiteY13" fmla="*/ 769997 h 4046859"/>
                <a:gd name="connsiteX14" fmla="*/ 36123 w 2112525"/>
                <a:gd name="connsiteY14" fmla="*/ 439798 h 4046859"/>
                <a:gd name="connsiteX0" fmla="*/ 36123 w 2146083"/>
                <a:gd name="connsiteY0" fmla="*/ 439798 h 4046859"/>
                <a:gd name="connsiteX1" fmla="*/ 493521 w 2146083"/>
                <a:gd name="connsiteY1" fmla="*/ 221777 h 4046859"/>
                <a:gd name="connsiteX2" fmla="*/ 1067910 w 2146083"/>
                <a:gd name="connsiteY2" fmla="*/ 1916410 h 4046859"/>
                <a:gd name="connsiteX3" fmla="*/ 1963983 w 2146083"/>
                <a:gd name="connsiteY3" fmla="*/ 1498978 h 4046859"/>
                <a:gd name="connsiteX4" fmla="*/ 2017323 w 2146083"/>
                <a:gd name="connsiteY4" fmla="*/ 2001898 h 4046859"/>
                <a:gd name="connsiteX5" fmla="*/ 2122842 w 2146083"/>
                <a:gd name="connsiteY5" fmla="*/ 2987429 h 4046859"/>
                <a:gd name="connsiteX6" fmla="*/ 1618543 w 2146083"/>
                <a:gd name="connsiteY6" fmla="*/ 3243958 h 4046859"/>
                <a:gd name="connsiteX7" fmla="*/ 1771419 w 2146083"/>
                <a:gd name="connsiteY7" fmla="*/ 3589079 h 4046859"/>
                <a:gd name="connsiteX8" fmla="*/ 1775864 w 2146083"/>
                <a:gd name="connsiteY8" fmla="*/ 3949760 h 4046859"/>
                <a:gd name="connsiteX9" fmla="*/ 1628703 w 2146083"/>
                <a:gd name="connsiteY9" fmla="*/ 4046597 h 4046859"/>
                <a:gd name="connsiteX10" fmla="*/ 300283 w 2146083"/>
                <a:gd name="connsiteY10" fmla="*/ 3805296 h 4046859"/>
                <a:gd name="connsiteX11" fmla="*/ 262183 w 2146083"/>
                <a:gd name="connsiteY11" fmla="*/ 3487797 h 4046859"/>
                <a:gd name="connsiteX12" fmla="*/ 404423 w 2146083"/>
                <a:gd name="connsiteY12" fmla="*/ 3124578 h 4046859"/>
                <a:gd name="connsiteX13" fmla="*/ 135183 w 2146083"/>
                <a:gd name="connsiteY13" fmla="*/ 769997 h 4046859"/>
                <a:gd name="connsiteX14" fmla="*/ 36123 w 2146083"/>
                <a:gd name="connsiteY14" fmla="*/ 439798 h 4046859"/>
                <a:gd name="connsiteX0" fmla="*/ 36123 w 2146083"/>
                <a:gd name="connsiteY0" fmla="*/ 439798 h 4046859"/>
                <a:gd name="connsiteX1" fmla="*/ 493521 w 2146083"/>
                <a:gd name="connsiteY1" fmla="*/ 221777 h 4046859"/>
                <a:gd name="connsiteX2" fmla="*/ 1067910 w 2146083"/>
                <a:gd name="connsiteY2" fmla="*/ 1916410 h 4046859"/>
                <a:gd name="connsiteX3" fmla="*/ 1963983 w 2146083"/>
                <a:gd name="connsiteY3" fmla="*/ 1498978 h 4046859"/>
                <a:gd name="connsiteX4" fmla="*/ 2017323 w 2146083"/>
                <a:gd name="connsiteY4" fmla="*/ 2001898 h 4046859"/>
                <a:gd name="connsiteX5" fmla="*/ 2122842 w 2146083"/>
                <a:gd name="connsiteY5" fmla="*/ 2987429 h 4046859"/>
                <a:gd name="connsiteX6" fmla="*/ 1618543 w 2146083"/>
                <a:gd name="connsiteY6" fmla="*/ 3243958 h 4046859"/>
                <a:gd name="connsiteX7" fmla="*/ 2028178 w 2146083"/>
                <a:gd name="connsiteY7" fmla="*/ 3779588 h 4046859"/>
                <a:gd name="connsiteX8" fmla="*/ 1775864 w 2146083"/>
                <a:gd name="connsiteY8" fmla="*/ 3949760 h 4046859"/>
                <a:gd name="connsiteX9" fmla="*/ 1628703 w 2146083"/>
                <a:gd name="connsiteY9" fmla="*/ 4046597 h 4046859"/>
                <a:gd name="connsiteX10" fmla="*/ 300283 w 2146083"/>
                <a:gd name="connsiteY10" fmla="*/ 3805296 h 4046859"/>
                <a:gd name="connsiteX11" fmla="*/ 262183 w 2146083"/>
                <a:gd name="connsiteY11" fmla="*/ 3487797 h 4046859"/>
                <a:gd name="connsiteX12" fmla="*/ 404423 w 2146083"/>
                <a:gd name="connsiteY12" fmla="*/ 3124578 h 4046859"/>
                <a:gd name="connsiteX13" fmla="*/ 135183 w 2146083"/>
                <a:gd name="connsiteY13" fmla="*/ 769997 h 4046859"/>
                <a:gd name="connsiteX14" fmla="*/ 36123 w 2146083"/>
                <a:gd name="connsiteY14" fmla="*/ 439798 h 4046859"/>
                <a:gd name="connsiteX0" fmla="*/ 36123 w 2147298"/>
                <a:gd name="connsiteY0" fmla="*/ 439798 h 4046859"/>
                <a:gd name="connsiteX1" fmla="*/ 493521 w 2147298"/>
                <a:gd name="connsiteY1" fmla="*/ 221777 h 4046859"/>
                <a:gd name="connsiteX2" fmla="*/ 1067910 w 2147298"/>
                <a:gd name="connsiteY2" fmla="*/ 1916410 h 4046859"/>
                <a:gd name="connsiteX3" fmla="*/ 1963983 w 2147298"/>
                <a:gd name="connsiteY3" fmla="*/ 1498978 h 4046859"/>
                <a:gd name="connsiteX4" fmla="*/ 2122842 w 2147298"/>
                <a:gd name="connsiteY4" fmla="*/ 2987429 h 4046859"/>
                <a:gd name="connsiteX5" fmla="*/ 1618543 w 2147298"/>
                <a:gd name="connsiteY5" fmla="*/ 3243958 h 4046859"/>
                <a:gd name="connsiteX6" fmla="*/ 2028178 w 2147298"/>
                <a:gd name="connsiteY6" fmla="*/ 3779588 h 4046859"/>
                <a:gd name="connsiteX7" fmla="*/ 1775864 w 2147298"/>
                <a:gd name="connsiteY7" fmla="*/ 3949760 h 4046859"/>
                <a:gd name="connsiteX8" fmla="*/ 1628703 w 2147298"/>
                <a:gd name="connsiteY8" fmla="*/ 4046597 h 4046859"/>
                <a:gd name="connsiteX9" fmla="*/ 300283 w 2147298"/>
                <a:gd name="connsiteY9" fmla="*/ 3805296 h 4046859"/>
                <a:gd name="connsiteX10" fmla="*/ 262183 w 2147298"/>
                <a:gd name="connsiteY10" fmla="*/ 3487797 h 4046859"/>
                <a:gd name="connsiteX11" fmla="*/ 404423 w 2147298"/>
                <a:gd name="connsiteY11" fmla="*/ 3124578 h 4046859"/>
                <a:gd name="connsiteX12" fmla="*/ 135183 w 2147298"/>
                <a:gd name="connsiteY12" fmla="*/ 769997 h 4046859"/>
                <a:gd name="connsiteX13" fmla="*/ 36123 w 2147298"/>
                <a:gd name="connsiteY13" fmla="*/ 439798 h 4046859"/>
                <a:gd name="connsiteX0" fmla="*/ 36123 w 2167415"/>
                <a:gd name="connsiteY0" fmla="*/ 439798 h 4046859"/>
                <a:gd name="connsiteX1" fmla="*/ 493521 w 2167415"/>
                <a:gd name="connsiteY1" fmla="*/ 221777 h 4046859"/>
                <a:gd name="connsiteX2" fmla="*/ 1067910 w 2167415"/>
                <a:gd name="connsiteY2" fmla="*/ 1916410 h 4046859"/>
                <a:gd name="connsiteX3" fmla="*/ 2034008 w 2167415"/>
                <a:gd name="connsiteY3" fmla="*/ 2059918 h 4046859"/>
                <a:gd name="connsiteX4" fmla="*/ 2122842 w 2167415"/>
                <a:gd name="connsiteY4" fmla="*/ 2987429 h 4046859"/>
                <a:gd name="connsiteX5" fmla="*/ 1618543 w 2167415"/>
                <a:gd name="connsiteY5" fmla="*/ 3243958 h 4046859"/>
                <a:gd name="connsiteX6" fmla="*/ 2028178 w 2167415"/>
                <a:gd name="connsiteY6" fmla="*/ 3779588 h 4046859"/>
                <a:gd name="connsiteX7" fmla="*/ 1775864 w 2167415"/>
                <a:gd name="connsiteY7" fmla="*/ 3949760 h 4046859"/>
                <a:gd name="connsiteX8" fmla="*/ 1628703 w 2167415"/>
                <a:gd name="connsiteY8" fmla="*/ 4046597 h 4046859"/>
                <a:gd name="connsiteX9" fmla="*/ 300283 w 2167415"/>
                <a:gd name="connsiteY9" fmla="*/ 3805296 h 4046859"/>
                <a:gd name="connsiteX10" fmla="*/ 262183 w 2167415"/>
                <a:gd name="connsiteY10" fmla="*/ 3487797 h 4046859"/>
                <a:gd name="connsiteX11" fmla="*/ 404423 w 2167415"/>
                <a:gd name="connsiteY11" fmla="*/ 3124578 h 4046859"/>
                <a:gd name="connsiteX12" fmla="*/ 135183 w 2167415"/>
                <a:gd name="connsiteY12" fmla="*/ 769997 h 4046859"/>
                <a:gd name="connsiteX13" fmla="*/ 36123 w 2167415"/>
                <a:gd name="connsiteY13" fmla="*/ 439798 h 4046859"/>
                <a:gd name="connsiteX0" fmla="*/ 36123 w 2167415"/>
                <a:gd name="connsiteY0" fmla="*/ 439798 h 4046859"/>
                <a:gd name="connsiteX1" fmla="*/ 493521 w 2167415"/>
                <a:gd name="connsiteY1" fmla="*/ 221777 h 4046859"/>
                <a:gd name="connsiteX2" fmla="*/ 1067910 w 2167415"/>
                <a:gd name="connsiteY2" fmla="*/ 1916410 h 4046859"/>
                <a:gd name="connsiteX3" fmla="*/ 2034008 w 2167415"/>
                <a:gd name="connsiteY3" fmla="*/ 2059918 h 4046859"/>
                <a:gd name="connsiteX4" fmla="*/ 2122842 w 2167415"/>
                <a:gd name="connsiteY4" fmla="*/ 2987429 h 4046859"/>
                <a:gd name="connsiteX5" fmla="*/ 2028178 w 2167415"/>
                <a:gd name="connsiteY5" fmla="*/ 3779588 h 4046859"/>
                <a:gd name="connsiteX6" fmla="*/ 1775864 w 2167415"/>
                <a:gd name="connsiteY6" fmla="*/ 3949760 h 4046859"/>
                <a:gd name="connsiteX7" fmla="*/ 1628703 w 2167415"/>
                <a:gd name="connsiteY7" fmla="*/ 4046597 h 4046859"/>
                <a:gd name="connsiteX8" fmla="*/ 300283 w 2167415"/>
                <a:gd name="connsiteY8" fmla="*/ 3805296 h 4046859"/>
                <a:gd name="connsiteX9" fmla="*/ 262183 w 2167415"/>
                <a:gd name="connsiteY9" fmla="*/ 3487797 h 4046859"/>
                <a:gd name="connsiteX10" fmla="*/ 404423 w 2167415"/>
                <a:gd name="connsiteY10" fmla="*/ 3124578 h 4046859"/>
                <a:gd name="connsiteX11" fmla="*/ 135183 w 2167415"/>
                <a:gd name="connsiteY11" fmla="*/ 769997 h 4046859"/>
                <a:gd name="connsiteX12" fmla="*/ 36123 w 2167415"/>
                <a:gd name="connsiteY12" fmla="*/ 439798 h 4046859"/>
                <a:gd name="connsiteX0" fmla="*/ 36123 w 2167415"/>
                <a:gd name="connsiteY0" fmla="*/ 439798 h 4046859"/>
                <a:gd name="connsiteX1" fmla="*/ 493521 w 2167415"/>
                <a:gd name="connsiteY1" fmla="*/ 221777 h 4046859"/>
                <a:gd name="connsiteX2" fmla="*/ 1067910 w 2167415"/>
                <a:gd name="connsiteY2" fmla="*/ 1916410 h 4046859"/>
                <a:gd name="connsiteX3" fmla="*/ 2034008 w 2167415"/>
                <a:gd name="connsiteY3" fmla="*/ 2059918 h 4046859"/>
                <a:gd name="connsiteX4" fmla="*/ 2122842 w 2167415"/>
                <a:gd name="connsiteY4" fmla="*/ 2987429 h 4046859"/>
                <a:gd name="connsiteX5" fmla="*/ 2028178 w 2167415"/>
                <a:gd name="connsiteY5" fmla="*/ 3779588 h 4046859"/>
                <a:gd name="connsiteX6" fmla="*/ 1775864 w 2167415"/>
                <a:gd name="connsiteY6" fmla="*/ 3949760 h 4046859"/>
                <a:gd name="connsiteX7" fmla="*/ 1628703 w 2167415"/>
                <a:gd name="connsiteY7" fmla="*/ 4046597 h 4046859"/>
                <a:gd name="connsiteX8" fmla="*/ 300283 w 2167415"/>
                <a:gd name="connsiteY8" fmla="*/ 3805296 h 4046859"/>
                <a:gd name="connsiteX9" fmla="*/ 262183 w 2167415"/>
                <a:gd name="connsiteY9" fmla="*/ 3487797 h 4046859"/>
                <a:gd name="connsiteX10" fmla="*/ 404423 w 2167415"/>
                <a:gd name="connsiteY10" fmla="*/ 3124578 h 4046859"/>
                <a:gd name="connsiteX11" fmla="*/ 135183 w 2167415"/>
                <a:gd name="connsiteY11" fmla="*/ 769997 h 4046859"/>
                <a:gd name="connsiteX12" fmla="*/ 36123 w 2167415"/>
                <a:gd name="connsiteY12" fmla="*/ 439798 h 4046859"/>
                <a:gd name="connsiteX0" fmla="*/ 36123 w 2167415"/>
                <a:gd name="connsiteY0" fmla="*/ 439798 h 4138079"/>
                <a:gd name="connsiteX1" fmla="*/ 493521 w 2167415"/>
                <a:gd name="connsiteY1" fmla="*/ 221777 h 4138079"/>
                <a:gd name="connsiteX2" fmla="*/ 1067910 w 2167415"/>
                <a:gd name="connsiteY2" fmla="*/ 1916410 h 4138079"/>
                <a:gd name="connsiteX3" fmla="*/ 2034008 w 2167415"/>
                <a:gd name="connsiteY3" fmla="*/ 2059918 h 4138079"/>
                <a:gd name="connsiteX4" fmla="*/ 2122842 w 2167415"/>
                <a:gd name="connsiteY4" fmla="*/ 2987429 h 4138079"/>
                <a:gd name="connsiteX5" fmla="*/ 2028178 w 2167415"/>
                <a:gd name="connsiteY5" fmla="*/ 3779588 h 4138079"/>
                <a:gd name="connsiteX6" fmla="*/ 2149332 w 2167415"/>
                <a:gd name="connsiteY6" fmla="*/ 4129684 h 4138079"/>
                <a:gd name="connsiteX7" fmla="*/ 1628703 w 2167415"/>
                <a:gd name="connsiteY7" fmla="*/ 4046597 h 4138079"/>
                <a:gd name="connsiteX8" fmla="*/ 300283 w 2167415"/>
                <a:gd name="connsiteY8" fmla="*/ 3805296 h 4138079"/>
                <a:gd name="connsiteX9" fmla="*/ 262183 w 2167415"/>
                <a:gd name="connsiteY9" fmla="*/ 3487797 h 4138079"/>
                <a:gd name="connsiteX10" fmla="*/ 404423 w 2167415"/>
                <a:gd name="connsiteY10" fmla="*/ 3124578 h 4138079"/>
                <a:gd name="connsiteX11" fmla="*/ 135183 w 2167415"/>
                <a:gd name="connsiteY11" fmla="*/ 769997 h 4138079"/>
                <a:gd name="connsiteX12" fmla="*/ 36123 w 2167415"/>
                <a:gd name="connsiteY12" fmla="*/ 439798 h 4138079"/>
                <a:gd name="connsiteX0" fmla="*/ 36123 w 2167415"/>
                <a:gd name="connsiteY0" fmla="*/ 439798 h 4138079"/>
                <a:gd name="connsiteX1" fmla="*/ 493521 w 2167415"/>
                <a:gd name="connsiteY1" fmla="*/ 221777 h 4138079"/>
                <a:gd name="connsiteX2" fmla="*/ 1067910 w 2167415"/>
                <a:gd name="connsiteY2" fmla="*/ 1916410 h 4138079"/>
                <a:gd name="connsiteX3" fmla="*/ 2034008 w 2167415"/>
                <a:gd name="connsiteY3" fmla="*/ 2059918 h 4138079"/>
                <a:gd name="connsiteX4" fmla="*/ 2122842 w 2167415"/>
                <a:gd name="connsiteY4" fmla="*/ 2987429 h 4138079"/>
                <a:gd name="connsiteX5" fmla="*/ 2063191 w 2167415"/>
                <a:gd name="connsiteY5" fmla="*/ 3779588 h 4138079"/>
                <a:gd name="connsiteX6" fmla="*/ 2149332 w 2167415"/>
                <a:gd name="connsiteY6" fmla="*/ 4129684 h 4138079"/>
                <a:gd name="connsiteX7" fmla="*/ 1628703 w 2167415"/>
                <a:gd name="connsiteY7" fmla="*/ 4046597 h 4138079"/>
                <a:gd name="connsiteX8" fmla="*/ 300283 w 2167415"/>
                <a:gd name="connsiteY8" fmla="*/ 3805296 h 4138079"/>
                <a:gd name="connsiteX9" fmla="*/ 262183 w 2167415"/>
                <a:gd name="connsiteY9" fmla="*/ 3487797 h 4138079"/>
                <a:gd name="connsiteX10" fmla="*/ 404423 w 2167415"/>
                <a:gd name="connsiteY10" fmla="*/ 3124578 h 4138079"/>
                <a:gd name="connsiteX11" fmla="*/ 135183 w 2167415"/>
                <a:gd name="connsiteY11" fmla="*/ 769997 h 4138079"/>
                <a:gd name="connsiteX12" fmla="*/ 36123 w 2167415"/>
                <a:gd name="connsiteY12" fmla="*/ 439798 h 4138079"/>
                <a:gd name="connsiteX0" fmla="*/ 36123 w 2167415"/>
                <a:gd name="connsiteY0" fmla="*/ 439798 h 4138079"/>
                <a:gd name="connsiteX1" fmla="*/ 493521 w 2167415"/>
                <a:gd name="connsiteY1" fmla="*/ 221777 h 4138079"/>
                <a:gd name="connsiteX2" fmla="*/ 1067910 w 2167415"/>
                <a:gd name="connsiteY2" fmla="*/ 1916410 h 4138079"/>
                <a:gd name="connsiteX3" fmla="*/ 2034008 w 2167415"/>
                <a:gd name="connsiteY3" fmla="*/ 2059918 h 4138079"/>
                <a:gd name="connsiteX4" fmla="*/ 2122842 w 2167415"/>
                <a:gd name="connsiteY4" fmla="*/ 2987429 h 4138079"/>
                <a:gd name="connsiteX5" fmla="*/ 2098204 w 2167415"/>
                <a:gd name="connsiteY5" fmla="*/ 3815308 h 4138079"/>
                <a:gd name="connsiteX6" fmla="*/ 2149332 w 2167415"/>
                <a:gd name="connsiteY6" fmla="*/ 4129684 h 4138079"/>
                <a:gd name="connsiteX7" fmla="*/ 1628703 w 2167415"/>
                <a:gd name="connsiteY7" fmla="*/ 4046597 h 4138079"/>
                <a:gd name="connsiteX8" fmla="*/ 300283 w 2167415"/>
                <a:gd name="connsiteY8" fmla="*/ 3805296 h 4138079"/>
                <a:gd name="connsiteX9" fmla="*/ 262183 w 2167415"/>
                <a:gd name="connsiteY9" fmla="*/ 3487797 h 4138079"/>
                <a:gd name="connsiteX10" fmla="*/ 404423 w 2167415"/>
                <a:gd name="connsiteY10" fmla="*/ 3124578 h 4138079"/>
                <a:gd name="connsiteX11" fmla="*/ 135183 w 2167415"/>
                <a:gd name="connsiteY11" fmla="*/ 769997 h 4138079"/>
                <a:gd name="connsiteX12" fmla="*/ 36123 w 2167415"/>
                <a:gd name="connsiteY12" fmla="*/ 439798 h 4138079"/>
                <a:gd name="connsiteX0" fmla="*/ 36123 w 2167415"/>
                <a:gd name="connsiteY0" fmla="*/ 439798 h 4138079"/>
                <a:gd name="connsiteX1" fmla="*/ 493521 w 2167415"/>
                <a:gd name="connsiteY1" fmla="*/ 221777 h 4138079"/>
                <a:gd name="connsiteX2" fmla="*/ 1067910 w 2167415"/>
                <a:gd name="connsiteY2" fmla="*/ 1916410 h 4138079"/>
                <a:gd name="connsiteX3" fmla="*/ 2034008 w 2167415"/>
                <a:gd name="connsiteY3" fmla="*/ 2059918 h 4138079"/>
                <a:gd name="connsiteX4" fmla="*/ 2122842 w 2167415"/>
                <a:gd name="connsiteY4" fmla="*/ 2987429 h 4138079"/>
                <a:gd name="connsiteX5" fmla="*/ 2098204 w 2167415"/>
                <a:gd name="connsiteY5" fmla="*/ 3815308 h 4138079"/>
                <a:gd name="connsiteX6" fmla="*/ 2149332 w 2167415"/>
                <a:gd name="connsiteY6" fmla="*/ 4129684 h 4138079"/>
                <a:gd name="connsiteX7" fmla="*/ 1628703 w 2167415"/>
                <a:gd name="connsiteY7" fmla="*/ 4046597 h 4138079"/>
                <a:gd name="connsiteX8" fmla="*/ 300283 w 2167415"/>
                <a:gd name="connsiteY8" fmla="*/ 3805296 h 4138079"/>
                <a:gd name="connsiteX9" fmla="*/ 262183 w 2167415"/>
                <a:gd name="connsiteY9" fmla="*/ 3487797 h 4138079"/>
                <a:gd name="connsiteX10" fmla="*/ 404423 w 2167415"/>
                <a:gd name="connsiteY10" fmla="*/ 3124578 h 4138079"/>
                <a:gd name="connsiteX11" fmla="*/ 135183 w 2167415"/>
                <a:gd name="connsiteY11" fmla="*/ 769997 h 4138079"/>
                <a:gd name="connsiteX12" fmla="*/ 36123 w 2167415"/>
                <a:gd name="connsiteY12" fmla="*/ 439798 h 4138079"/>
                <a:gd name="connsiteX0" fmla="*/ 36123 w 2167415"/>
                <a:gd name="connsiteY0" fmla="*/ 439798 h 4156925"/>
                <a:gd name="connsiteX1" fmla="*/ 493521 w 2167415"/>
                <a:gd name="connsiteY1" fmla="*/ 221777 h 4156925"/>
                <a:gd name="connsiteX2" fmla="*/ 1067910 w 2167415"/>
                <a:gd name="connsiteY2" fmla="*/ 1916410 h 4156925"/>
                <a:gd name="connsiteX3" fmla="*/ 2034008 w 2167415"/>
                <a:gd name="connsiteY3" fmla="*/ 2059918 h 4156925"/>
                <a:gd name="connsiteX4" fmla="*/ 2122842 w 2167415"/>
                <a:gd name="connsiteY4" fmla="*/ 2987429 h 4156925"/>
                <a:gd name="connsiteX5" fmla="*/ 2098204 w 2167415"/>
                <a:gd name="connsiteY5" fmla="*/ 3815308 h 4156925"/>
                <a:gd name="connsiteX6" fmla="*/ 2123073 w 2167415"/>
                <a:gd name="connsiteY6" fmla="*/ 4149529 h 4156925"/>
                <a:gd name="connsiteX7" fmla="*/ 1628703 w 2167415"/>
                <a:gd name="connsiteY7" fmla="*/ 4046597 h 4156925"/>
                <a:gd name="connsiteX8" fmla="*/ 300283 w 2167415"/>
                <a:gd name="connsiteY8" fmla="*/ 3805296 h 4156925"/>
                <a:gd name="connsiteX9" fmla="*/ 262183 w 2167415"/>
                <a:gd name="connsiteY9" fmla="*/ 3487797 h 4156925"/>
                <a:gd name="connsiteX10" fmla="*/ 404423 w 2167415"/>
                <a:gd name="connsiteY10" fmla="*/ 3124578 h 4156925"/>
                <a:gd name="connsiteX11" fmla="*/ 135183 w 2167415"/>
                <a:gd name="connsiteY11" fmla="*/ 769997 h 4156925"/>
                <a:gd name="connsiteX12" fmla="*/ 36123 w 2167415"/>
                <a:gd name="connsiteY12" fmla="*/ 439798 h 4156925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300283 w 2167415"/>
                <a:gd name="connsiteY8" fmla="*/ 3805296 h 4206041"/>
                <a:gd name="connsiteX9" fmla="*/ 262183 w 2167415"/>
                <a:gd name="connsiteY9" fmla="*/ 3487797 h 4206041"/>
                <a:gd name="connsiteX10" fmla="*/ 404423 w 2167415"/>
                <a:gd name="connsiteY10" fmla="*/ 3124578 h 4206041"/>
                <a:gd name="connsiteX11" fmla="*/ 135183 w 2167415"/>
                <a:gd name="connsiteY11" fmla="*/ 769997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36618 w 2167415"/>
                <a:gd name="connsiteY8" fmla="*/ 3805296 h 4206041"/>
                <a:gd name="connsiteX9" fmla="*/ 262183 w 2167415"/>
                <a:gd name="connsiteY9" fmla="*/ 3487797 h 4206041"/>
                <a:gd name="connsiteX10" fmla="*/ 404423 w 2167415"/>
                <a:gd name="connsiteY10" fmla="*/ 3124578 h 4206041"/>
                <a:gd name="connsiteX11" fmla="*/ 135183 w 2167415"/>
                <a:gd name="connsiteY11" fmla="*/ 769997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36618 w 2167415"/>
                <a:gd name="connsiteY8" fmla="*/ 3805296 h 4206041"/>
                <a:gd name="connsiteX9" fmla="*/ 533530 w 2167415"/>
                <a:gd name="connsiteY9" fmla="*/ 3408419 h 4206041"/>
                <a:gd name="connsiteX10" fmla="*/ 404423 w 2167415"/>
                <a:gd name="connsiteY10" fmla="*/ 3124578 h 4206041"/>
                <a:gd name="connsiteX11" fmla="*/ 135183 w 2167415"/>
                <a:gd name="connsiteY11" fmla="*/ 769997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404423 w 2167415"/>
                <a:gd name="connsiteY10" fmla="*/ 3124578 h 4206041"/>
                <a:gd name="connsiteX11" fmla="*/ 135183 w 2167415"/>
                <a:gd name="connsiteY11" fmla="*/ 769997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135183 w 2167415"/>
                <a:gd name="connsiteY10" fmla="*/ 769997 h 4206041"/>
                <a:gd name="connsiteX11" fmla="*/ 36123 w 2167415"/>
                <a:gd name="connsiteY11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135183 w 2167415"/>
                <a:gd name="connsiteY10" fmla="*/ 769997 h 4206041"/>
                <a:gd name="connsiteX11" fmla="*/ 36123 w 2167415"/>
                <a:gd name="connsiteY11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178948 w 2167415"/>
                <a:gd name="connsiteY10" fmla="*/ 754121 h 4206041"/>
                <a:gd name="connsiteX11" fmla="*/ 36123 w 2167415"/>
                <a:gd name="connsiteY11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647414 w 2167415"/>
                <a:gd name="connsiteY10" fmla="*/ 3112840 h 4206041"/>
                <a:gd name="connsiteX11" fmla="*/ 178948 w 2167415"/>
                <a:gd name="connsiteY11" fmla="*/ 754121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647414 w 2167415"/>
                <a:gd name="connsiteY10" fmla="*/ 3112840 h 4206041"/>
                <a:gd name="connsiteX11" fmla="*/ 178948 w 2167415"/>
                <a:gd name="connsiteY11" fmla="*/ 754121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33530 w 2167415"/>
                <a:gd name="connsiteY9" fmla="*/ 3408419 h 4206041"/>
                <a:gd name="connsiteX10" fmla="*/ 647414 w 2167415"/>
                <a:gd name="connsiteY10" fmla="*/ 3112840 h 4206041"/>
                <a:gd name="connsiteX11" fmla="*/ 178948 w 2167415"/>
                <a:gd name="connsiteY11" fmla="*/ 754121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48848 w 2167415"/>
                <a:gd name="connsiteY9" fmla="*/ 3416357 h 4206041"/>
                <a:gd name="connsiteX10" fmla="*/ 647414 w 2167415"/>
                <a:gd name="connsiteY10" fmla="*/ 3112840 h 4206041"/>
                <a:gd name="connsiteX11" fmla="*/ 178948 w 2167415"/>
                <a:gd name="connsiteY11" fmla="*/ 754121 h 4206041"/>
                <a:gd name="connsiteX12" fmla="*/ 36123 w 2167415"/>
                <a:gd name="connsiteY12" fmla="*/ 439798 h 4206041"/>
                <a:gd name="connsiteX0" fmla="*/ 36123 w 2167415"/>
                <a:gd name="connsiteY0" fmla="*/ 439798 h 4206041"/>
                <a:gd name="connsiteX1" fmla="*/ 493521 w 2167415"/>
                <a:gd name="connsiteY1" fmla="*/ 221777 h 4206041"/>
                <a:gd name="connsiteX2" fmla="*/ 1067910 w 2167415"/>
                <a:gd name="connsiteY2" fmla="*/ 1916410 h 4206041"/>
                <a:gd name="connsiteX3" fmla="*/ 2034008 w 2167415"/>
                <a:gd name="connsiteY3" fmla="*/ 2059918 h 4206041"/>
                <a:gd name="connsiteX4" fmla="*/ 2122842 w 2167415"/>
                <a:gd name="connsiteY4" fmla="*/ 2987429 h 4206041"/>
                <a:gd name="connsiteX5" fmla="*/ 2098204 w 2167415"/>
                <a:gd name="connsiteY5" fmla="*/ 3815308 h 4206041"/>
                <a:gd name="connsiteX6" fmla="*/ 2123073 w 2167415"/>
                <a:gd name="connsiteY6" fmla="*/ 4149529 h 4206041"/>
                <a:gd name="connsiteX7" fmla="*/ 1996335 w 2167415"/>
                <a:gd name="connsiteY7" fmla="*/ 4205354 h 4206041"/>
                <a:gd name="connsiteX8" fmla="*/ 562877 w 2167415"/>
                <a:gd name="connsiteY8" fmla="*/ 3805296 h 4206041"/>
                <a:gd name="connsiteX9" fmla="*/ 548848 w 2167415"/>
                <a:gd name="connsiteY9" fmla="*/ 3416357 h 4206041"/>
                <a:gd name="connsiteX10" fmla="*/ 647414 w 2167415"/>
                <a:gd name="connsiteY10" fmla="*/ 3112840 h 4206041"/>
                <a:gd name="connsiteX11" fmla="*/ 178948 w 2167415"/>
                <a:gd name="connsiteY11" fmla="*/ 754121 h 4206041"/>
                <a:gd name="connsiteX12" fmla="*/ 36123 w 2167415"/>
                <a:gd name="connsiteY12" fmla="*/ 439798 h 4206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7415" h="4206041">
                  <a:moveTo>
                    <a:pt x="36123" y="439798"/>
                  </a:moveTo>
                  <a:cubicBezTo>
                    <a:pt x="-114689" y="-18460"/>
                    <a:pt x="239521" y="-163668"/>
                    <a:pt x="493521" y="221777"/>
                  </a:cubicBezTo>
                  <a:cubicBezTo>
                    <a:pt x="671321" y="369097"/>
                    <a:pt x="840898" y="1736705"/>
                    <a:pt x="1067910" y="1916410"/>
                  </a:cubicBezTo>
                  <a:cubicBezTo>
                    <a:pt x="1352390" y="2188190"/>
                    <a:pt x="1703808" y="1856718"/>
                    <a:pt x="2034008" y="2059918"/>
                  </a:cubicBezTo>
                  <a:cubicBezTo>
                    <a:pt x="2209830" y="2238421"/>
                    <a:pt x="2180415" y="2696599"/>
                    <a:pt x="2122842" y="2987429"/>
                  </a:cubicBezTo>
                  <a:cubicBezTo>
                    <a:pt x="1631694" y="3432798"/>
                    <a:pt x="2107893" y="3654920"/>
                    <a:pt x="2098204" y="3815308"/>
                  </a:cubicBezTo>
                  <a:cubicBezTo>
                    <a:pt x="2106301" y="3887698"/>
                    <a:pt x="2150061" y="4057666"/>
                    <a:pt x="2123073" y="4149529"/>
                  </a:cubicBezTo>
                  <a:cubicBezTo>
                    <a:pt x="2082062" y="4190010"/>
                    <a:pt x="2020411" y="4210116"/>
                    <a:pt x="1996335" y="4205354"/>
                  </a:cubicBezTo>
                  <a:cubicBezTo>
                    <a:pt x="1799485" y="4152437"/>
                    <a:pt x="795710" y="3898429"/>
                    <a:pt x="562877" y="3805296"/>
                  </a:cubicBezTo>
                  <a:cubicBezTo>
                    <a:pt x="501494" y="3759788"/>
                    <a:pt x="551943" y="3466441"/>
                    <a:pt x="548848" y="3416357"/>
                  </a:cubicBezTo>
                  <a:cubicBezTo>
                    <a:pt x="606703" y="3290364"/>
                    <a:pt x="689004" y="3348840"/>
                    <a:pt x="647414" y="3112840"/>
                  </a:cubicBezTo>
                  <a:cubicBezTo>
                    <a:pt x="588317" y="2670457"/>
                    <a:pt x="280830" y="1189044"/>
                    <a:pt x="178948" y="754121"/>
                  </a:cubicBezTo>
                  <a:cubicBezTo>
                    <a:pt x="145928" y="644055"/>
                    <a:pt x="135818" y="587964"/>
                    <a:pt x="36123" y="439798"/>
                  </a:cubicBezTo>
                  <a:close/>
                </a:path>
              </a:pathLst>
            </a:cu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ttsMP3.com_VoiceText_2025-4-26_23-32-28">
            <a:hlinkClick r:id="" action="ppaction://media"/>
            <a:extLst>
              <a:ext uri="{FF2B5EF4-FFF2-40B4-BE49-F238E27FC236}">
                <a16:creationId xmlns:a16="http://schemas.microsoft.com/office/drawing/2014/main" id="{236BE8A3-5A40-4884-9042-748EBADFCC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5505" y="335009"/>
            <a:ext cx="609600" cy="609600"/>
          </a:xfrm>
          <a:prstGeom prst="rect">
            <a:avLst/>
          </a:prstGeom>
        </p:spPr>
      </p:pic>
      <p:pic>
        <p:nvPicPr>
          <p:cNvPr id="51" name="1sec">
            <a:hlinkClick r:id="" action="ppaction://media"/>
            <a:extLst>
              <a:ext uri="{FF2B5EF4-FFF2-40B4-BE49-F238E27FC236}">
                <a16:creationId xmlns:a16="http://schemas.microsoft.com/office/drawing/2014/main" id="{F57B2A54-E2A1-4129-907B-4095C6CDCB6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2950" y="339616"/>
            <a:ext cx="609600" cy="609600"/>
          </a:xfrm>
          <a:prstGeom prst="rect">
            <a:avLst/>
          </a:prstGeom>
        </p:spPr>
      </p:pic>
      <p:pic>
        <p:nvPicPr>
          <p:cNvPr id="5" name="ttsMP3.com_VoiceText_2025-4-26_23-37-31">
            <a:hlinkClick r:id="" action="ppaction://media"/>
            <a:extLst>
              <a:ext uri="{FF2B5EF4-FFF2-40B4-BE49-F238E27FC236}">
                <a16:creationId xmlns:a16="http://schemas.microsoft.com/office/drawing/2014/main" id="{2553C5E8-5F84-4CAA-8FCE-31BB5F9CCEE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02473" y="323781"/>
            <a:ext cx="609600" cy="609600"/>
          </a:xfrm>
          <a:prstGeom prst="rect">
            <a:avLst/>
          </a:prstGeom>
        </p:spPr>
      </p:pic>
      <p:pic>
        <p:nvPicPr>
          <p:cNvPr id="53" name="1sec">
            <a:hlinkClick r:id="" action="ppaction://media"/>
            <a:extLst>
              <a:ext uri="{FF2B5EF4-FFF2-40B4-BE49-F238E27FC236}">
                <a16:creationId xmlns:a16="http://schemas.microsoft.com/office/drawing/2014/main" id="{8CE84AEC-8708-4A55-8BB5-C49E5450CFB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77574" y="340285"/>
            <a:ext cx="609600" cy="609600"/>
          </a:xfrm>
          <a:prstGeom prst="rect">
            <a:avLst/>
          </a:prstGeom>
        </p:spPr>
      </p:pic>
      <p:pic>
        <p:nvPicPr>
          <p:cNvPr id="54" name="1sec">
            <a:hlinkClick r:id="" action="ppaction://media"/>
            <a:extLst>
              <a:ext uri="{FF2B5EF4-FFF2-40B4-BE49-F238E27FC236}">
                <a16:creationId xmlns:a16="http://schemas.microsoft.com/office/drawing/2014/main" id="{8AF83700-E6E8-452B-8C54-86339D3DC89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07161" y="34028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7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9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48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4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99110" y="224146"/>
            <a:ext cx="5459119" cy="6409707"/>
            <a:chOff x="5022123" y="197845"/>
            <a:chExt cx="6293445" cy="7389313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u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CE8B3F"/>
                  </a:solidFill>
                </a:rPr>
                <a:t>u-e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ue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ui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oo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7B76D41-7646-45CC-82AA-1B9FD5FA1A43}"/>
                </a:ext>
              </a:extLst>
            </p:cNvPr>
            <p:cNvSpPr/>
            <p:nvPr/>
          </p:nvSpPr>
          <p:spPr>
            <a:xfrm>
              <a:off x="8249755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F5353"/>
                  </a:solidFill>
                </a:rPr>
                <a:t>ou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BC961B1-FCC4-40DF-9E6D-EDD727707EE7}"/>
                </a:ext>
              </a:extLst>
            </p:cNvPr>
            <p:cNvSpPr/>
            <p:nvPr/>
          </p:nvSpPr>
          <p:spPr>
            <a:xfrm>
              <a:off x="5023704" y="598364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4472C4"/>
                  </a:solidFill>
                </a:rPr>
                <a:t>ew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27C8586-747A-48C2-BDC8-567D52DF212B}"/>
                </a:ext>
              </a:extLst>
            </p:cNvPr>
            <p:cNvSpPr/>
            <p:nvPr/>
          </p:nvSpPr>
          <p:spPr>
            <a:xfrm>
              <a:off x="8249755" y="598364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99034C-0D4F-4610-B9CF-4576CE6677EB}"/>
              </a:ext>
            </a:extLst>
          </p:cNvPr>
          <p:cNvGrpSpPr/>
          <p:nvPr/>
        </p:nvGrpSpPr>
        <p:grpSpPr>
          <a:xfrm flipH="1">
            <a:off x="1390319" y="173910"/>
            <a:ext cx="3460154" cy="6510180"/>
            <a:chOff x="5301094" y="2003156"/>
            <a:chExt cx="1182632" cy="222508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6D748E-9FF7-48E3-B890-4D55E01A6786}"/>
                </a:ext>
              </a:extLst>
            </p:cNvPr>
            <p:cNvGrpSpPr/>
            <p:nvPr/>
          </p:nvGrpSpPr>
          <p:grpSpPr>
            <a:xfrm>
              <a:off x="5301094" y="2003156"/>
              <a:ext cx="1182632" cy="2225088"/>
              <a:chOff x="5301094" y="2003156"/>
              <a:chExt cx="1182632" cy="222508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4D94867-86E3-47E4-B733-57B95D7F67F5}"/>
                  </a:ext>
                </a:extLst>
              </p:cNvPr>
              <p:cNvSpPr/>
              <p:nvPr/>
            </p:nvSpPr>
            <p:spPr>
              <a:xfrm>
                <a:off x="6049185" y="348573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D01FFD7-0F07-4B9D-BF84-A00B2C2FF16C}"/>
                  </a:ext>
                </a:extLst>
              </p:cNvPr>
              <p:cNvSpPr/>
              <p:nvPr/>
            </p:nvSpPr>
            <p:spPr>
              <a:xfrm>
                <a:off x="6049185" y="4133890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95E061F-41FE-4325-9F76-E8A04218EED2}"/>
                  </a:ext>
                </a:extLst>
              </p:cNvPr>
              <p:cNvSpPr/>
              <p:nvPr/>
            </p:nvSpPr>
            <p:spPr>
              <a:xfrm>
                <a:off x="6142835" y="3494649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1ED4DB4-6D7A-40A4-BD7A-43B182E6BFAD}"/>
                  </a:ext>
                </a:extLst>
              </p:cNvPr>
              <p:cNvSpPr/>
              <p:nvPr/>
            </p:nvSpPr>
            <p:spPr>
              <a:xfrm>
                <a:off x="6142835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14651C9-3D20-4FF8-A359-CEC604949814}"/>
                  </a:ext>
                </a:extLst>
              </p:cNvPr>
              <p:cNvSpPr/>
              <p:nvPr/>
            </p:nvSpPr>
            <p:spPr>
              <a:xfrm>
                <a:off x="5646067" y="3492400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42163AD-2527-4078-AA2E-30F1982C9DDD}"/>
                  </a:ext>
                </a:extLst>
              </p:cNvPr>
              <p:cNvSpPr/>
              <p:nvPr/>
            </p:nvSpPr>
            <p:spPr>
              <a:xfrm>
                <a:off x="5735049" y="349478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6C4FE5C-EFC5-4379-B837-166045F17E50}"/>
                  </a:ext>
                </a:extLst>
              </p:cNvPr>
              <p:cNvSpPr/>
              <p:nvPr/>
            </p:nvSpPr>
            <p:spPr>
              <a:xfrm>
                <a:off x="5642430" y="4142801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AF74871-E3BA-4BCA-A687-473153B9CEC8}"/>
                  </a:ext>
                </a:extLst>
              </p:cNvPr>
              <p:cNvSpPr/>
              <p:nvPr/>
            </p:nvSpPr>
            <p:spPr>
              <a:xfrm>
                <a:off x="5736080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Moon 15">
                <a:extLst>
                  <a:ext uri="{FF2B5EF4-FFF2-40B4-BE49-F238E27FC236}">
                    <a16:creationId xmlns:a16="http://schemas.microsoft.com/office/drawing/2014/main" id="{38116FB5-CA87-4BB7-B4F1-5D4A5AE8DDBF}"/>
                  </a:ext>
                </a:extLst>
              </p:cNvPr>
              <p:cNvSpPr/>
              <p:nvPr/>
            </p:nvSpPr>
            <p:spPr>
              <a:xfrm rot="6414822">
                <a:off x="6298340" y="3246872"/>
                <a:ext cx="93136" cy="213141"/>
              </a:xfrm>
              <a:custGeom>
                <a:avLst/>
                <a:gdLst>
                  <a:gd name="connsiteX0" fmla="*/ 79352 w 79352"/>
                  <a:gd name="connsiteY0" fmla="*/ 246025 h 246025"/>
                  <a:gd name="connsiteX1" fmla="*/ 0 w 79352"/>
                  <a:gd name="connsiteY1" fmla="*/ 123012 h 246025"/>
                  <a:gd name="connsiteX2" fmla="*/ 79352 w 79352"/>
                  <a:gd name="connsiteY2" fmla="*/ -1 h 246025"/>
                  <a:gd name="connsiteX3" fmla="*/ 79352 w 79352"/>
                  <a:gd name="connsiteY3" fmla="*/ 246024 h 246025"/>
                  <a:gd name="connsiteX4" fmla="*/ 79352 w 79352"/>
                  <a:gd name="connsiteY4" fmla="*/ 246025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21814"/>
                  <a:gd name="connsiteY0" fmla="*/ 234942 h 242355"/>
                  <a:gd name="connsiteX1" fmla="*/ 592 w 121814"/>
                  <a:gd name="connsiteY1" fmla="*/ 123013 h 242355"/>
                  <a:gd name="connsiteX2" fmla="*/ 79944 w 121814"/>
                  <a:gd name="connsiteY2" fmla="*/ 0 h 242355"/>
                  <a:gd name="connsiteX3" fmla="*/ 121814 w 121814"/>
                  <a:gd name="connsiteY3" fmla="*/ 220018 h 242355"/>
                  <a:gd name="connsiteX4" fmla="*/ 116396 w 121814"/>
                  <a:gd name="connsiteY4" fmla="*/ 234942 h 242355"/>
                  <a:gd name="connsiteX0" fmla="*/ 116396 w 116396"/>
                  <a:gd name="connsiteY0" fmla="*/ 234942 h 266364"/>
                  <a:gd name="connsiteX1" fmla="*/ 592 w 116396"/>
                  <a:gd name="connsiteY1" fmla="*/ 123013 h 266364"/>
                  <a:gd name="connsiteX2" fmla="*/ 79944 w 116396"/>
                  <a:gd name="connsiteY2" fmla="*/ 0 h 266364"/>
                  <a:gd name="connsiteX3" fmla="*/ 89448 w 116396"/>
                  <a:gd name="connsiteY3" fmla="*/ 266364 h 266364"/>
                  <a:gd name="connsiteX4" fmla="*/ 116396 w 116396"/>
                  <a:gd name="connsiteY4" fmla="*/ 234942 h 266364"/>
                  <a:gd name="connsiteX0" fmla="*/ 89448 w 89448"/>
                  <a:gd name="connsiteY0" fmla="*/ 266364 h 266364"/>
                  <a:gd name="connsiteX1" fmla="*/ 592 w 89448"/>
                  <a:gd name="connsiteY1" fmla="*/ 123013 h 266364"/>
                  <a:gd name="connsiteX2" fmla="*/ 79944 w 89448"/>
                  <a:gd name="connsiteY2" fmla="*/ 0 h 266364"/>
                  <a:gd name="connsiteX3" fmla="*/ 89448 w 89448"/>
                  <a:gd name="connsiteY3" fmla="*/ 266364 h 266364"/>
                  <a:gd name="connsiteX0" fmla="*/ 89448 w 89448"/>
                  <a:gd name="connsiteY0" fmla="*/ 266364 h 299034"/>
                  <a:gd name="connsiteX1" fmla="*/ 592 w 89448"/>
                  <a:gd name="connsiteY1" fmla="*/ 123013 h 299034"/>
                  <a:gd name="connsiteX2" fmla="*/ 79944 w 89448"/>
                  <a:gd name="connsiteY2" fmla="*/ 0 h 299034"/>
                  <a:gd name="connsiteX3" fmla="*/ 89448 w 89448"/>
                  <a:gd name="connsiteY3" fmla="*/ 266364 h 299034"/>
                  <a:gd name="connsiteX0" fmla="*/ 89448 w 132681"/>
                  <a:gd name="connsiteY0" fmla="*/ 266364 h 302489"/>
                  <a:gd name="connsiteX1" fmla="*/ 592 w 132681"/>
                  <a:gd name="connsiteY1" fmla="*/ 123013 h 302489"/>
                  <a:gd name="connsiteX2" fmla="*/ 79944 w 132681"/>
                  <a:gd name="connsiteY2" fmla="*/ 0 h 302489"/>
                  <a:gd name="connsiteX3" fmla="*/ 89448 w 132681"/>
                  <a:gd name="connsiteY3" fmla="*/ 266364 h 302489"/>
                  <a:gd name="connsiteX0" fmla="*/ 91414 w 134647"/>
                  <a:gd name="connsiteY0" fmla="*/ 266364 h 303738"/>
                  <a:gd name="connsiteX1" fmla="*/ 569 w 134647"/>
                  <a:gd name="connsiteY1" fmla="*/ 160122 h 303738"/>
                  <a:gd name="connsiteX2" fmla="*/ 81910 w 134647"/>
                  <a:gd name="connsiteY2" fmla="*/ 0 h 303738"/>
                  <a:gd name="connsiteX3" fmla="*/ 91414 w 134647"/>
                  <a:gd name="connsiteY3" fmla="*/ 266364 h 303738"/>
                  <a:gd name="connsiteX0" fmla="*/ 10454 w 53687"/>
                  <a:gd name="connsiteY0" fmla="*/ 266364 h 302489"/>
                  <a:gd name="connsiteX1" fmla="*/ 950 w 53687"/>
                  <a:gd name="connsiteY1" fmla="*/ 0 h 302489"/>
                  <a:gd name="connsiteX2" fmla="*/ 10454 w 53687"/>
                  <a:gd name="connsiteY2" fmla="*/ 266364 h 302489"/>
                  <a:gd name="connsiteX0" fmla="*/ 84428 w 127661"/>
                  <a:gd name="connsiteY0" fmla="*/ 266364 h 374597"/>
                  <a:gd name="connsiteX1" fmla="*/ 74924 w 127661"/>
                  <a:gd name="connsiteY1" fmla="*/ 0 h 374597"/>
                  <a:gd name="connsiteX2" fmla="*/ 84428 w 127661"/>
                  <a:gd name="connsiteY2" fmla="*/ 266364 h 374597"/>
                  <a:gd name="connsiteX0" fmla="*/ 84428 w 149206"/>
                  <a:gd name="connsiteY0" fmla="*/ 266364 h 374597"/>
                  <a:gd name="connsiteX1" fmla="*/ 74924 w 149206"/>
                  <a:gd name="connsiteY1" fmla="*/ 0 h 374597"/>
                  <a:gd name="connsiteX2" fmla="*/ 84428 w 149206"/>
                  <a:gd name="connsiteY2" fmla="*/ 266364 h 374597"/>
                  <a:gd name="connsiteX0" fmla="*/ 121563 w 186341"/>
                  <a:gd name="connsiteY0" fmla="*/ 266364 h 368668"/>
                  <a:gd name="connsiteX1" fmla="*/ 112059 w 186341"/>
                  <a:gd name="connsiteY1" fmla="*/ 0 h 368668"/>
                  <a:gd name="connsiteX2" fmla="*/ 121563 w 186341"/>
                  <a:gd name="connsiteY2" fmla="*/ 266364 h 368668"/>
                  <a:gd name="connsiteX0" fmla="*/ 143062 w 193878"/>
                  <a:gd name="connsiteY0" fmla="*/ 123879 h 248765"/>
                  <a:gd name="connsiteX1" fmla="*/ 90602 w 193878"/>
                  <a:gd name="connsiteY1" fmla="*/ 0 h 248765"/>
                  <a:gd name="connsiteX2" fmla="*/ 143062 w 193878"/>
                  <a:gd name="connsiteY2" fmla="*/ 123879 h 248765"/>
                  <a:gd name="connsiteX0" fmla="*/ 130279 w 181095"/>
                  <a:gd name="connsiteY0" fmla="*/ 123879 h 223478"/>
                  <a:gd name="connsiteX1" fmla="*/ 77819 w 181095"/>
                  <a:gd name="connsiteY1" fmla="*/ 0 h 223478"/>
                  <a:gd name="connsiteX2" fmla="*/ 130279 w 181095"/>
                  <a:gd name="connsiteY2" fmla="*/ 123879 h 223478"/>
                  <a:gd name="connsiteX0" fmla="*/ 130196 w 181012"/>
                  <a:gd name="connsiteY0" fmla="*/ 123879 h 219141"/>
                  <a:gd name="connsiteX1" fmla="*/ 77736 w 181012"/>
                  <a:gd name="connsiteY1" fmla="*/ 0 h 219141"/>
                  <a:gd name="connsiteX2" fmla="*/ 130196 w 181012"/>
                  <a:gd name="connsiteY2" fmla="*/ 123879 h 219141"/>
                  <a:gd name="connsiteX0" fmla="*/ 110294 w 172146"/>
                  <a:gd name="connsiteY0" fmla="*/ 127965 h 222499"/>
                  <a:gd name="connsiteX1" fmla="*/ 93096 w 172146"/>
                  <a:gd name="connsiteY1" fmla="*/ 0 h 222499"/>
                  <a:gd name="connsiteX2" fmla="*/ 110294 w 172146"/>
                  <a:gd name="connsiteY2" fmla="*/ 127965 h 222499"/>
                  <a:gd name="connsiteX0" fmla="*/ 93136 w 154988"/>
                  <a:gd name="connsiteY0" fmla="*/ 127965 h 213141"/>
                  <a:gd name="connsiteX1" fmla="*/ 75938 w 154988"/>
                  <a:gd name="connsiteY1" fmla="*/ 0 h 213141"/>
                  <a:gd name="connsiteX2" fmla="*/ 93136 w 154988"/>
                  <a:gd name="connsiteY2" fmla="*/ 127965 h 213141"/>
                  <a:gd name="connsiteX0" fmla="*/ 93136 w 103967"/>
                  <a:gd name="connsiteY0" fmla="*/ 127965 h 213141"/>
                  <a:gd name="connsiteX1" fmla="*/ 75938 w 103967"/>
                  <a:gd name="connsiteY1" fmla="*/ 0 h 213141"/>
                  <a:gd name="connsiteX2" fmla="*/ 93136 w 103967"/>
                  <a:gd name="connsiteY2" fmla="*/ 127965 h 213141"/>
                  <a:gd name="connsiteX0" fmla="*/ 93136 w 93136"/>
                  <a:gd name="connsiteY0" fmla="*/ 127965 h 213141"/>
                  <a:gd name="connsiteX1" fmla="*/ 75938 w 93136"/>
                  <a:gd name="connsiteY1" fmla="*/ 0 h 213141"/>
                  <a:gd name="connsiteX2" fmla="*/ 93136 w 93136"/>
                  <a:gd name="connsiteY2" fmla="*/ 127965 h 21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136" h="213141">
                    <a:moveTo>
                      <a:pt x="93136" y="127965"/>
                    </a:moveTo>
                    <a:cubicBezTo>
                      <a:pt x="-4007" y="363105"/>
                      <a:pt x="-48191" y="41214"/>
                      <a:pt x="75938" y="0"/>
                    </a:cubicBezTo>
                    <a:cubicBezTo>
                      <a:pt x="69055" y="68843"/>
                      <a:pt x="50992" y="39439"/>
                      <a:pt x="93136" y="127965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3C068E3-865B-45EC-8DC0-07076394A710}"/>
                  </a:ext>
                </a:extLst>
              </p:cNvPr>
              <p:cNvSpPr/>
              <p:nvPr/>
            </p:nvSpPr>
            <p:spPr>
              <a:xfrm rot="2373007">
                <a:off x="5687738" y="2103227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2EC92DE-C7F4-458F-BE82-557B6EC57903}"/>
                  </a:ext>
                </a:extLst>
              </p:cNvPr>
              <p:cNvSpPr/>
              <p:nvPr/>
            </p:nvSpPr>
            <p:spPr>
              <a:xfrm>
                <a:off x="5754254" y="2067767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B4133FD-41E9-46E5-B747-4B8635C0E1E3}"/>
                  </a:ext>
                </a:extLst>
              </p:cNvPr>
              <p:cNvSpPr/>
              <p:nvPr/>
            </p:nvSpPr>
            <p:spPr>
              <a:xfrm>
                <a:off x="5570220" y="2316163"/>
                <a:ext cx="236220" cy="1112837"/>
              </a:xfrm>
              <a:prstGeom prst="round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4">
                <a:extLst>
                  <a:ext uri="{FF2B5EF4-FFF2-40B4-BE49-F238E27FC236}">
                    <a16:creationId xmlns:a16="http://schemas.microsoft.com/office/drawing/2014/main" id="{2F6740D5-72C5-4C6D-B5B1-4EFB7CBCF273}"/>
                  </a:ext>
                </a:extLst>
              </p:cNvPr>
              <p:cNvSpPr/>
              <p:nvPr/>
            </p:nvSpPr>
            <p:spPr>
              <a:xfrm rot="374752">
                <a:off x="5545271" y="3078549"/>
                <a:ext cx="769289" cy="563893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12">
                <a:extLst>
                  <a:ext uri="{FF2B5EF4-FFF2-40B4-BE49-F238E27FC236}">
                    <a16:creationId xmlns:a16="http://schemas.microsoft.com/office/drawing/2014/main" id="{B3276E82-09CB-440F-87B6-47696C7C2945}"/>
                  </a:ext>
                </a:extLst>
              </p:cNvPr>
              <p:cNvSpPr/>
              <p:nvPr/>
            </p:nvSpPr>
            <p:spPr>
              <a:xfrm rot="20414911">
                <a:off x="5454207" y="2003156"/>
                <a:ext cx="149032" cy="181773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12">
                <a:extLst>
                  <a:ext uri="{FF2B5EF4-FFF2-40B4-BE49-F238E27FC236}">
                    <a16:creationId xmlns:a16="http://schemas.microsoft.com/office/drawing/2014/main" id="{BBC3D843-979B-4049-936F-5EDBA03D70A2}"/>
                  </a:ext>
                </a:extLst>
              </p:cNvPr>
              <p:cNvSpPr/>
              <p:nvPr/>
            </p:nvSpPr>
            <p:spPr>
              <a:xfrm rot="3268710">
                <a:off x="5782452" y="2109884"/>
                <a:ext cx="160235" cy="268594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16">
                <a:extLst>
                  <a:ext uri="{FF2B5EF4-FFF2-40B4-BE49-F238E27FC236}">
                    <a16:creationId xmlns:a16="http://schemas.microsoft.com/office/drawing/2014/main" id="{86B2C378-2830-4867-83D9-108DDC54A29B}"/>
                  </a:ext>
                </a:extLst>
              </p:cNvPr>
              <p:cNvSpPr/>
              <p:nvPr/>
            </p:nvSpPr>
            <p:spPr>
              <a:xfrm flipH="1">
                <a:off x="6394524" y="3376826"/>
                <a:ext cx="89202" cy="126602"/>
              </a:xfrm>
              <a:custGeom>
                <a:avLst/>
                <a:gdLst>
                  <a:gd name="connsiteX0" fmla="*/ 0 w 321945"/>
                  <a:gd name="connsiteY0" fmla="*/ 186531 h 373062"/>
                  <a:gd name="connsiteX1" fmla="*/ 160973 w 321945"/>
                  <a:gd name="connsiteY1" fmla="*/ 0 h 373062"/>
                  <a:gd name="connsiteX2" fmla="*/ 321946 w 321945"/>
                  <a:gd name="connsiteY2" fmla="*/ 186531 h 373062"/>
                  <a:gd name="connsiteX3" fmla="*/ 160973 w 321945"/>
                  <a:gd name="connsiteY3" fmla="*/ 373062 h 373062"/>
                  <a:gd name="connsiteX4" fmla="*/ 0 w 321945"/>
                  <a:gd name="connsiteY4" fmla="*/ 186531 h 373062"/>
                  <a:gd name="connsiteX0" fmla="*/ 0 w 181094"/>
                  <a:gd name="connsiteY0" fmla="*/ 191716 h 383432"/>
                  <a:gd name="connsiteX1" fmla="*/ 160973 w 181094"/>
                  <a:gd name="connsiteY1" fmla="*/ 5185 h 383432"/>
                  <a:gd name="connsiteX2" fmla="*/ 160973 w 181094"/>
                  <a:gd name="connsiteY2" fmla="*/ 378247 h 383432"/>
                  <a:gd name="connsiteX3" fmla="*/ 0 w 181094"/>
                  <a:gd name="connsiteY3" fmla="*/ 191716 h 383432"/>
                  <a:gd name="connsiteX0" fmla="*/ 232 w 168395"/>
                  <a:gd name="connsiteY0" fmla="*/ 188967 h 336168"/>
                  <a:gd name="connsiteX1" fmla="*/ 161205 w 168395"/>
                  <a:gd name="connsiteY1" fmla="*/ 2436 h 336168"/>
                  <a:gd name="connsiteX2" fmla="*/ 126280 w 168395"/>
                  <a:gd name="connsiteY2" fmla="*/ 331048 h 336168"/>
                  <a:gd name="connsiteX3" fmla="*/ 232 w 168395"/>
                  <a:gd name="connsiteY3" fmla="*/ 188967 h 336168"/>
                  <a:gd name="connsiteX0" fmla="*/ 10771 w 233974"/>
                  <a:gd name="connsiteY0" fmla="*/ 188967 h 341860"/>
                  <a:gd name="connsiteX1" fmla="*/ 171744 w 233974"/>
                  <a:gd name="connsiteY1" fmla="*/ 2436 h 341860"/>
                  <a:gd name="connsiteX2" fmla="*/ 136819 w 233974"/>
                  <a:gd name="connsiteY2" fmla="*/ 331048 h 341860"/>
                  <a:gd name="connsiteX3" fmla="*/ 10771 w 233974"/>
                  <a:gd name="connsiteY3" fmla="*/ 188967 h 341860"/>
                  <a:gd name="connsiteX0" fmla="*/ 10771 w 263900"/>
                  <a:gd name="connsiteY0" fmla="*/ 187285 h 340178"/>
                  <a:gd name="connsiteX1" fmla="*/ 171744 w 263900"/>
                  <a:gd name="connsiteY1" fmla="*/ 754 h 340178"/>
                  <a:gd name="connsiteX2" fmla="*/ 136819 w 263900"/>
                  <a:gd name="connsiteY2" fmla="*/ 329366 h 340178"/>
                  <a:gd name="connsiteX3" fmla="*/ 10771 w 263900"/>
                  <a:gd name="connsiteY3" fmla="*/ 187285 h 340178"/>
                  <a:gd name="connsiteX0" fmla="*/ 7989 w 261118"/>
                  <a:gd name="connsiteY0" fmla="*/ 187285 h 339029"/>
                  <a:gd name="connsiteX1" fmla="*/ 168962 w 261118"/>
                  <a:gd name="connsiteY1" fmla="*/ 754 h 339029"/>
                  <a:gd name="connsiteX2" fmla="*/ 134037 w 261118"/>
                  <a:gd name="connsiteY2" fmla="*/ 329366 h 339029"/>
                  <a:gd name="connsiteX3" fmla="*/ 7989 w 261118"/>
                  <a:gd name="connsiteY3" fmla="*/ 187285 h 339029"/>
                  <a:gd name="connsiteX0" fmla="*/ 0 w 76114"/>
                  <a:gd name="connsiteY0" fmla="*/ 329261 h 329261"/>
                  <a:gd name="connsiteX1" fmla="*/ 34925 w 76114"/>
                  <a:gd name="connsiteY1" fmla="*/ 649 h 329261"/>
                  <a:gd name="connsiteX2" fmla="*/ 0 w 76114"/>
                  <a:gd name="connsiteY2" fmla="*/ 329261 h 329261"/>
                  <a:gd name="connsiteX0" fmla="*/ 40960 w 136543"/>
                  <a:gd name="connsiteY0" fmla="*/ 335265 h 335265"/>
                  <a:gd name="connsiteX1" fmla="*/ 75885 w 136543"/>
                  <a:gd name="connsiteY1" fmla="*/ 6653 h 335265"/>
                  <a:gd name="connsiteX2" fmla="*/ 40960 w 136543"/>
                  <a:gd name="connsiteY2" fmla="*/ 335265 h 335265"/>
                  <a:gd name="connsiteX0" fmla="*/ 75964 w 206499"/>
                  <a:gd name="connsiteY0" fmla="*/ 328687 h 328687"/>
                  <a:gd name="connsiteX1" fmla="*/ 110889 w 206499"/>
                  <a:gd name="connsiteY1" fmla="*/ 75 h 328687"/>
                  <a:gd name="connsiteX2" fmla="*/ 75964 w 206499"/>
                  <a:gd name="connsiteY2" fmla="*/ 328687 h 328687"/>
                  <a:gd name="connsiteX0" fmla="*/ 78923 w 209458"/>
                  <a:gd name="connsiteY0" fmla="*/ 322314 h 322314"/>
                  <a:gd name="connsiteX1" fmla="*/ 113848 w 209458"/>
                  <a:gd name="connsiteY1" fmla="*/ 52 h 322314"/>
                  <a:gd name="connsiteX2" fmla="*/ 78923 w 209458"/>
                  <a:gd name="connsiteY2" fmla="*/ 322314 h 322314"/>
                  <a:gd name="connsiteX0" fmla="*/ 98534 w 248718"/>
                  <a:gd name="connsiteY0" fmla="*/ 322268 h 322268"/>
                  <a:gd name="connsiteX1" fmla="*/ 133459 w 248718"/>
                  <a:gd name="connsiteY1" fmla="*/ 6 h 322268"/>
                  <a:gd name="connsiteX2" fmla="*/ 98534 w 248718"/>
                  <a:gd name="connsiteY2" fmla="*/ 322268 h 322268"/>
                  <a:gd name="connsiteX0" fmla="*/ 96322 w 248969"/>
                  <a:gd name="connsiteY0" fmla="*/ 309569 h 309569"/>
                  <a:gd name="connsiteX1" fmla="*/ 134422 w 248969"/>
                  <a:gd name="connsiteY1" fmla="*/ 7 h 309569"/>
                  <a:gd name="connsiteX2" fmla="*/ 96322 w 248969"/>
                  <a:gd name="connsiteY2" fmla="*/ 309569 h 309569"/>
                  <a:gd name="connsiteX0" fmla="*/ 75345 w 206961"/>
                  <a:gd name="connsiteY0" fmla="*/ 309569 h 309569"/>
                  <a:gd name="connsiteX1" fmla="*/ 113445 w 206961"/>
                  <a:gd name="connsiteY1" fmla="*/ 7 h 309569"/>
                  <a:gd name="connsiteX2" fmla="*/ 75345 w 206961"/>
                  <a:gd name="connsiteY2" fmla="*/ 309569 h 309569"/>
                  <a:gd name="connsiteX0" fmla="*/ 85123 w 226548"/>
                  <a:gd name="connsiteY0" fmla="*/ 309708 h 309708"/>
                  <a:gd name="connsiteX1" fmla="*/ 123223 w 226548"/>
                  <a:gd name="connsiteY1" fmla="*/ 146 h 309708"/>
                  <a:gd name="connsiteX2" fmla="*/ 85123 w 226548"/>
                  <a:gd name="connsiteY2" fmla="*/ 309708 h 309708"/>
                  <a:gd name="connsiteX0" fmla="*/ 75345 w 206961"/>
                  <a:gd name="connsiteY0" fmla="*/ 310490 h 310490"/>
                  <a:gd name="connsiteX1" fmla="*/ 113445 w 206961"/>
                  <a:gd name="connsiteY1" fmla="*/ 928 h 310490"/>
                  <a:gd name="connsiteX2" fmla="*/ 75345 w 206961"/>
                  <a:gd name="connsiteY2" fmla="*/ 310490 h 310490"/>
                  <a:gd name="connsiteX0" fmla="*/ 93520 w 243360"/>
                  <a:gd name="connsiteY0" fmla="*/ 310238 h 310238"/>
                  <a:gd name="connsiteX1" fmla="*/ 131620 w 243360"/>
                  <a:gd name="connsiteY1" fmla="*/ 676 h 310238"/>
                  <a:gd name="connsiteX2" fmla="*/ 93520 w 243360"/>
                  <a:gd name="connsiteY2" fmla="*/ 310238 h 310238"/>
                  <a:gd name="connsiteX0" fmla="*/ 62807 w 181832"/>
                  <a:gd name="connsiteY0" fmla="*/ 309616 h 309616"/>
                  <a:gd name="connsiteX1" fmla="*/ 100907 w 181832"/>
                  <a:gd name="connsiteY1" fmla="*/ 54 h 309616"/>
                  <a:gd name="connsiteX2" fmla="*/ 62807 w 181832"/>
                  <a:gd name="connsiteY2" fmla="*/ 309616 h 309616"/>
                  <a:gd name="connsiteX0" fmla="*/ 80930 w 218150"/>
                  <a:gd name="connsiteY0" fmla="*/ 309616 h 309616"/>
                  <a:gd name="connsiteX1" fmla="*/ 119030 w 218150"/>
                  <a:gd name="connsiteY1" fmla="*/ 54 h 309616"/>
                  <a:gd name="connsiteX2" fmla="*/ 80930 w 218150"/>
                  <a:gd name="connsiteY2" fmla="*/ 309616 h 30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150" h="309616">
                    <a:moveTo>
                      <a:pt x="80930" y="309616"/>
                    </a:moveTo>
                    <a:cubicBezTo>
                      <a:pt x="80930" y="309616"/>
                      <a:pt x="-124387" y="4816"/>
                      <a:pt x="119030" y="54"/>
                    </a:cubicBezTo>
                    <a:cubicBezTo>
                      <a:pt x="362447" y="-4708"/>
                      <a:pt x="80930" y="309616"/>
                      <a:pt x="80930" y="309616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EFD8AD0E-C11B-44E8-8133-4101EFFDC7BD}"/>
                  </a:ext>
                </a:extLst>
              </p:cNvPr>
              <p:cNvSpPr/>
              <p:nvPr/>
            </p:nvSpPr>
            <p:spPr>
              <a:xfrm>
                <a:off x="5711598" y="2474133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56BBBAA-64AD-45F2-BD14-DA02A9C5DD5A}"/>
                  </a:ext>
                </a:extLst>
              </p:cNvPr>
              <p:cNvSpPr/>
              <p:nvPr/>
            </p:nvSpPr>
            <p:spPr>
              <a:xfrm rot="16996436">
                <a:off x="5623179" y="3226824"/>
                <a:ext cx="229541" cy="28149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1FB9E7A-8F6F-4246-94E2-B54D78996C4C}"/>
                  </a:ext>
                </a:extLst>
              </p:cNvPr>
              <p:cNvSpPr/>
              <p:nvPr/>
            </p:nvSpPr>
            <p:spPr>
              <a:xfrm rot="2373007">
                <a:off x="5594252" y="2055416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D130A8B-D2E8-479D-9611-CAB7F05AB247}"/>
                  </a:ext>
                </a:extLst>
              </p:cNvPr>
              <p:cNvSpPr/>
              <p:nvPr/>
            </p:nvSpPr>
            <p:spPr>
              <a:xfrm>
                <a:off x="5663894" y="2020139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4">
                <a:extLst>
                  <a:ext uri="{FF2B5EF4-FFF2-40B4-BE49-F238E27FC236}">
                    <a16:creationId xmlns:a16="http://schemas.microsoft.com/office/drawing/2014/main" id="{5699BD93-E824-438B-8C8F-0D8E5D7C0D6B}"/>
                  </a:ext>
                </a:extLst>
              </p:cNvPr>
              <p:cNvSpPr/>
              <p:nvPr/>
            </p:nvSpPr>
            <p:spPr>
              <a:xfrm rot="16926036">
                <a:off x="5254859" y="2207292"/>
                <a:ext cx="639950" cy="457908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20">
                <a:extLst>
                  <a:ext uri="{FF2B5EF4-FFF2-40B4-BE49-F238E27FC236}">
                    <a16:creationId xmlns:a16="http://schemas.microsoft.com/office/drawing/2014/main" id="{D509197D-87E7-468D-B280-DB31C6D78B79}"/>
                  </a:ext>
                </a:extLst>
              </p:cNvPr>
              <p:cNvSpPr/>
              <p:nvPr/>
            </p:nvSpPr>
            <p:spPr>
              <a:xfrm flipH="1">
                <a:off x="5570220" y="2698395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54CA778-2240-4917-8F40-DC18079C81C9}"/>
                  </a:ext>
                </a:extLst>
              </p:cNvPr>
              <p:cNvSpPr/>
              <p:nvPr/>
            </p:nvSpPr>
            <p:spPr>
              <a:xfrm rot="11924998">
                <a:off x="5301094" y="2484913"/>
                <a:ext cx="445542" cy="266889"/>
              </a:xfrm>
              <a:custGeom>
                <a:avLst/>
                <a:gdLst>
                  <a:gd name="connsiteX0" fmla="*/ 445542 w 445542"/>
                  <a:gd name="connsiteY0" fmla="*/ 197985 h 266889"/>
                  <a:gd name="connsiteX1" fmla="*/ 414552 w 445542"/>
                  <a:gd name="connsiteY1" fmla="*/ 222062 h 266889"/>
                  <a:gd name="connsiteX2" fmla="*/ 190487 w 445542"/>
                  <a:gd name="connsiteY2" fmla="*/ 266889 h 266889"/>
                  <a:gd name="connsiteX3" fmla="*/ 13253 w 445542"/>
                  <a:gd name="connsiteY3" fmla="*/ 246253 h 266889"/>
                  <a:gd name="connsiteX4" fmla="*/ 0 w 445542"/>
                  <a:gd name="connsiteY4" fmla="*/ 240529 h 266889"/>
                  <a:gd name="connsiteX5" fmla="*/ 2857 w 445542"/>
                  <a:gd name="connsiteY5" fmla="*/ 203225 h 266889"/>
                  <a:gd name="connsiteX6" fmla="*/ 217642 w 445542"/>
                  <a:gd name="connsiteY6" fmla="*/ 634 h 266889"/>
                  <a:gd name="connsiteX7" fmla="*/ 444228 w 445542"/>
                  <a:gd name="connsiteY7" fmla="*/ 188304 h 266889"/>
                  <a:gd name="connsiteX8" fmla="*/ 445542 w 445542"/>
                  <a:gd name="connsiteY8" fmla="*/ 197985 h 26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542" h="266889">
                    <a:moveTo>
                      <a:pt x="445542" y="197985"/>
                    </a:moveTo>
                    <a:lnTo>
                      <a:pt x="414552" y="222062"/>
                    </a:lnTo>
                    <a:cubicBezTo>
                      <a:pt x="357360" y="256084"/>
                      <a:pt x="278753" y="266889"/>
                      <a:pt x="190487" y="266889"/>
                    </a:cubicBezTo>
                    <a:cubicBezTo>
                      <a:pt x="124289" y="266889"/>
                      <a:pt x="63578" y="262323"/>
                      <a:pt x="13253" y="246253"/>
                    </a:cubicBezTo>
                    <a:lnTo>
                      <a:pt x="0" y="240529"/>
                    </a:lnTo>
                    <a:lnTo>
                      <a:pt x="2857" y="203225"/>
                    </a:lnTo>
                    <a:cubicBezTo>
                      <a:pt x="17765" y="89313"/>
                      <a:pt x="70478" y="9287"/>
                      <a:pt x="217642" y="634"/>
                    </a:cubicBezTo>
                    <a:cubicBezTo>
                      <a:pt x="364807" y="-8019"/>
                      <a:pt x="422386" y="72876"/>
                      <a:pt x="444228" y="188304"/>
                    </a:cubicBezTo>
                    <a:lnTo>
                      <a:pt x="445542" y="19798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5332F57-C07F-4293-B7E9-D0C99F5047B2}"/>
                  </a:ext>
                </a:extLst>
              </p:cNvPr>
              <p:cNvSpPr/>
              <p:nvPr/>
            </p:nvSpPr>
            <p:spPr>
              <a:xfrm rot="16996436">
                <a:off x="5997629" y="3165442"/>
                <a:ext cx="178542" cy="218955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7483961-306E-4D44-B7A7-685B6CE204D7}"/>
                  </a:ext>
                </a:extLst>
              </p:cNvPr>
              <p:cNvSpPr/>
              <p:nvPr/>
            </p:nvSpPr>
            <p:spPr>
              <a:xfrm rot="16996436">
                <a:off x="5945655" y="3431527"/>
                <a:ext cx="158511" cy="19439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A34D714-F27E-4FB6-B31B-5AF6B2DC48CC}"/>
                  </a:ext>
                </a:extLst>
              </p:cNvPr>
              <p:cNvSpPr/>
              <p:nvPr/>
            </p:nvSpPr>
            <p:spPr>
              <a:xfrm rot="13764884">
                <a:off x="5615793" y="3021000"/>
                <a:ext cx="122384" cy="236082"/>
              </a:xfrm>
              <a:custGeom>
                <a:avLst/>
                <a:gdLst>
                  <a:gd name="connsiteX0" fmla="*/ 91400 w 139238"/>
                  <a:gd name="connsiteY0" fmla="*/ 0 h 227707"/>
                  <a:gd name="connsiteX1" fmla="*/ 109025 w 139238"/>
                  <a:gd name="connsiteY1" fmla="*/ 20134 h 227707"/>
                  <a:gd name="connsiteX2" fmla="*/ 139238 w 139238"/>
                  <a:gd name="connsiteY2" fmla="*/ 143725 h 227707"/>
                  <a:gd name="connsiteX3" fmla="*/ 131132 w 139238"/>
                  <a:gd name="connsiteY3" fmla="*/ 211759 h 227707"/>
                  <a:gd name="connsiteX4" fmla="*/ 124786 w 139238"/>
                  <a:gd name="connsiteY4" fmla="*/ 227707 h 227707"/>
                  <a:gd name="connsiteX5" fmla="*/ 63819 w 139238"/>
                  <a:gd name="connsiteY5" fmla="*/ 179694 h 227707"/>
                  <a:gd name="connsiteX6" fmla="*/ 2898 w 139238"/>
                  <a:gd name="connsiteY6" fmla="*/ 139080 h 227707"/>
                  <a:gd name="connsiteX7" fmla="*/ 0 w 139238"/>
                  <a:gd name="connsiteY7" fmla="*/ 137620 h 227707"/>
                  <a:gd name="connsiteX8" fmla="*/ 91400 w 139238"/>
                  <a:gd name="connsiteY8" fmla="*/ 0 h 22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38" h="227707">
                    <a:moveTo>
                      <a:pt x="91400" y="0"/>
                    </a:moveTo>
                    <a:lnTo>
                      <a:pt x="109025" y="20134"/>
                    </a:lnTo>
                    <a:cubicBezTo>
                      <a:pt x="127692" y="51764"/>
                      <a:pt x="139238" y="95460"/>
                      <a:pt x="139238" y="143725"/>
                    </a:cubicBezTo>
                    <a:cubicBezTo>
                      <a:pt x="139238" y="167858"/>
                      <a:pt x="136352" y="190848"/>
                      <a:pt x="131132" y="211759"/>
                    </a:cubicBezTo>
                    <a:lnTo>
                      <a:pt x="124786" y="227707"/>
                    </a:lnTo>
                    <a:lnTo>
                      <a:pt x="63819" y="179694"/>
                    </a:lnTo>
                    <a:cubicBezTo>
                      <a:pt x="43477" y="164764"/>
                      <a:pt x="23162" y="151081"/>
                      <a:pt x="2898" y="139080"/>
                    </a:cubicBezTo>
                    <a:lnTo>
                      <a:pt x="0" y="137620"/>
                    </a:lnTo>
                    <a:lnTo>
                      <a:pt x="91400" y="0"/>
                    </a:lnTo>
                    <a:close/>
                  </a:path>
                </a:pathLst>
              </a:custGeom>
              <a:solidFill>
                <a:srgbClr val="E89A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73A61A0-AEB6-462B-83D9-20D4F0001E41}"/>
                  </a:ext>
                </a:extLst>
              </p:cNvPr>
              <p:cNvSpPr/>
              <p:nvPr/>
            </p:nvSpPr>
            <p:spPr>
              <a:xfrm rot="19584607">
                <a:off x="5739791" y="2886782"/>
                <a:ext cx="191858" cy="349569"/>
              </a:xfrm>
              <a:custGeom>
                <a:avLst/>
                <a:gdLst>
                  <a:gd name="connsiteX0" fmla="*/ 143308 w 191858"/>
                  <a:gd name="connsiteY0" fmla="*/ 13735 h 349569"/>
                  <a:gd name="connsiteX1" fmla="*/ 158472 w 191858"/>
                  <a:gd name="connsiteY1" fmla="*/ 31059 h 349569"/>
                  <a:gd name="connsiteX2" fmla="*/ 67072 w 191858"/>
                  <a:gd name="connsiteY2" fmla="*/ 168679 h 349569"/>
                  <a:gd name="connsiteX3" fmla="*/ 69970 w 191858"/>
                  <a:gd name="connsiteY3" fmla="*/ 170139 h 349569"/>
                  <a:gd name="connsiteX4" fmla="*/ 130891 w 191858"/>
                  <a:gd name="connsiteY4" fmla="*/ 210753 h 349569"/>
                  <a:gd name="connsiteX5" fmla="*/ 191858 w 191858"/>
                  <a:gd name="connsiteY5" fmla="*/ 258766 h 349569"/>
                  <a:gd name="connsiteX6" fmla="*/ 176097 w 191858"/>
                  <a:gd name="connsiteY6" fmla="*/ 298375 h 349569"/>
                  <a:gd name="connsiteX7" fmla="*/ 103155 w 191858"/>
                  <a:gd name="connsiteY7" fmla="*/ 349569 h 349569"/>
                  <a:gd name="connsiteX8" fmla="*/ 0 w 191858"/>
                  <a:gd name="connsiteY8" fmla="*/ 174784 h 349569"/>
                  <a:gd name="connsiteX9" fmla="*/ 103155 w 191858"/>
                  <a:gd name="connsiteY9" fmla="*/ 0 h 349569"/>
                  <a:gd name="connsiteX10" fmla="*/ 143308 w 191858"/>
                  <a:gd name="connsiteY10" fmla="*/ 13735 h 34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1858" h="349569">
                    <a:moveTo>
                      <a:pt x="143308" y="13735"/>
                    </a:moveTo>
                    <a:lnTo>
                      <a:pt x="158472" y="31059"/>
                    </a:lnTo>
                    <a:lnTo>
                      <a:pt x="67072" y="168679"/>
                    </a:lnTo>
                    <a:lnTo>
                      <a:pt x="69970" y="170139"/>
                    </a:lnTo>
                    <a:cubicBezTo>
                      <a:pt x="90234" y="182140"/>
                      <a:pt x="110549" y="195823"/>
                      <a:pt x="130891" y="210753"/>
                    </a:cubicBezTo>
                    <a:lnTo>
                      <a:pt x="191858" y="258766"/>
                    </a:lnTo>
                    <a:lnTo>
                      <a:pt x="176097" y="298375"/>
                    </a:lnTo>
                    <a:cubicBezTo>
                      <a:pt x="157429" y="330005"/>
                      <a:pt x="131640" y="349569"/>
                      <a:pt x="103155" y="349569"/>
                    </a:cubicBezTo>
                    <a:cubicBezTo>
                      <a:pt x="46185" y="349568"/>
                      <a:pt x="0" y="271315"/>
                      <a:pt x="0" y="174784"/>
                    </a:cubicBezTo>
                    <a:cubicBezTo>
                      <a:pt x="0" y="78253"/>
                      <a:pt x="46184" y="1"/>
                      <a:pt x="103155" y="0"/>
                    </a:cubicBezTo>
                    <a:cubicBezTo>
                      <a:pt x="117398" y="0"/>
                      <a:pt x="130966" y="4891"/>
                      <a:pt x="143308" y="1373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6BA3EB7-E846-4056-A44D-FBDE3A1E9AE7}"/>
                  </a:ext>
                </a:extLst>
              </p:cNvPr>
              <p:cNvSpPr/>
              <p:nvPr/>
            </p:nvSpPr>
            <p:spPr>
              <a:xfrm rot="16996436">
                <a:off x="5421290" y="2491633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5FFD247-BC91-43FE-89CC-C3B3020FA719}"/>
                  </a:ext>
                </a:extLst>
              </p:cNvPr>
              <p:cNvSpPr/>
              <p:nvPr/>
            </p:nvSpPr>
            <p:spPr>
              <a:xfrm rot="16996436">
                <a:off x="5538397" y="2520318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B0D227A-B79E-42D8-8360-958BF08044FB}"/>
                  </a:ext>
                </a:extLst>
              </p:cNvPr>
              <p:cNvSpPr/>
              <p:nvPr/>
            </p:nvSpPr>
            <p:spPr>
              <a:xfrm rot="12751688">
                <a:off x="5443238" y="222699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6898A9E-DC99-4854-BCC6-DCC437B958D3}"/>
                  </a:ext>
                </a:extLst>
              </p:cNvPr>
              <p:cNvSpPr/>
              <p:nvPr/>
            </p:nvSpPr>
            <p:spPr>
              <a:xfrm rot="13202437">
                <a:off x="5448471" y="2250638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953665F-59FC-432D-BA80-45690B1AA58B}"/>
                  </a:ext>
                </a:extLst>
              </p:cNvPr>
              <p:cNvSpPr/>
              <p:nvPr/>
            </p:nvSpPr>
            <p:spPr>
              <a:xfrm rot="13066296">
                <a:off x="5480594" y="2245802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BD5DCD7-1FA9-4C48-BF54-139473468320}"/>
                  </a:ext>
                </a:extLst>
              </p:cNvPr>
              <p:cNvSpPr/>
              <p:nvPr/>
            </p:nvSpPr>
            <p:spPr>
              <a:xfrm rot="12751688">
                <a:off x="5597514" y="225287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67F4784-0363-4AF3-9CDA-0EA99E833525}"/>
                  </a:ext>
                </a:extLst>
              </p:cNvPr>
              <p:cNvSpPr/>
              <p:nvPr/>
            </p:nvSpPr>
            <p:spPr>
              <a:xfrm rot="13202437">
                <a:off x="5599984" y="2271665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9B7A496-6BE5-45F8-850E-7E12A5E5F47A}"/>
                  </a:ext>
                </a:extLst>
              </p:cNvPr>
              <p:cNvSpPr/>
              <p:nvPr/>
            </p:nvSpPr>
            <p:spPr>
              <a:xfrm rot="13066296">
                <a:off x="5622043" y="2271765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E0E7A86F-1D62-45D9-90C9-DCB19693CD3F}"/>
                </a:ext>
              </a:extLst>
            </p:cNvPr>
            <p:cNvSpPr/>
            <p:nvPr/>
          </p:nvSpPr>
          <p:spPr>
            <a:xfrm rot="7973619">
              <a:off x="5399586" y="2423620"/>
              <a:ext cx="252524" cy="25252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ttsMP3.com_VoiceText_2025-4-26_23-39-55">
            <a:hlinkClick r:id="" action="ppaction://media"/>
            <a:extLst>
              <a:ext uri="{FF2B5EF4-FFF2-40B4-BE49-F238E27FC236}">
                <a16:creationId xmlns:a16="http://schemas.microsoft.com/office/drawing/2014/main" id="{AF84CD6F-2318-4B9C-87C4-D03225F68F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22528" y="512310"/>
            <a:ext cx="609600" cy="609600"/>
          </a:xfrm>
          <a:prstGeom prst="rect">
            <a:avLst/>
          </a:prstGeom>
        </p:spPr>
      </p:pic>
      <p:pic>
        <p:nvPicPr>
          <p:cNvPr id="57" name="1sec">
            <a:hlinkClick r:id="" action="ppaction://media"/>
            <a:extLst>
              <a:ext uri="{FF2B5EF4-FFF2-40B4-BE49-F238E27FC236}">
                <a16:creationId xmlns:a16="http://schemas.microsoft.com/office/drawing/2014/main" id="{D1EABC99-5942-4747-BC11-07C981E2AD8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002045" y="543699"/>
            <a:ext cx="609600" cy="609600"/>
          </a:xfrm>
          <a:prstGeom prst="rect">
            <a:avLst/>
          </a:prstGeom>
        </p:spPr>
      </p:pic>
      <p:pic>
        <p:nvPicPr>
          <p:cNvPr id="3" name="ttsMP3.com_VoiceText_2025-4-26_23-40-53">
            <a:hlinkClick r:id="" action="ppaction://media"/>
            <a:extLst>
              <a:ext uri="{FF2B5EF4-FFF2-40B4-BE49-F238E27FC236}">
                <a16:creationId xmlns:a16="http://schemas.microsoft.com/office/drawing/2014/main" id="{DE24467F-ACAD-492C-8A09-3BD35D51C43B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800525" y="524428"/>
            <a:ext cx="609600" cy="609600"/>
          </a:xfrm>
          <a:prstGeom prst="rect">
            <a:avLst/>
          </a:prstGeom>
        </p:spPr>
      </p:pic>
      <p:pic>
        <p:nvPicPr>
          <p:cNvPr id="58" name="1sec">
            <a:hlinkClick r:id="" action="ppaction://media"/>
            <a:extLst>
              <a:ext uri="{FF2B5EF4-FFF2-40B4-BE49-F238E27FC236}">
                <a16:creationId xmlns:a16="http://schemas.microsoft.com/office/drawing/2014/main" id="{487494ED-7E14-4318-AA60-AAB7A1402DD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569818" y="543699"/>
            <a:ext cx="609600" cy="609600"/>
          </a:xfrm>
          <a:prstGeom prst="rect">
            <a:avLst/>
          </a:prstGeom>
        </p:spPr>
      </p:pic>
      <p:pic>
        <p:nvPicPr>
          <p:cNvPr id="4" name="ttsMP3.com_VoiceText_2025-4-26_23-42-2">
            <a:hlinkClick r:id="" action="ppaction://media"/>
            <a:extLst>
              <a:ext uri="{FF2B5EF4-FFF2-40B4-BE49-F238E27FC236}">
                <a16:creationId xmlns:a16="http://schemas.microsoft.com/office/drawing/2014/main" id="{668B4A71-CC67-48C0-91FD-6C69AAF81B45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411693" y="570119"/>
            <a:ext cx="609600" cy="609600"/>
          </a:xfrm>
          <a:prstGeom prst="rect">
            <a:avLst/>
          </a:prstGeom>
        </p:spPr>
      </p:pic>
      <p:pic>
        <p:nvPicPr>
          <p:cNvPr id="59" name="1sec">
            <a:hlinkClick r:id="" action="ppaction://media"/>
            <a:extLst>
              <a:ext uri="{FF2B5EF4-FFF2-40B4-BE49-F238E27FC236}">
                <a16:creationId xmlns:a16="http://schemas.microsoft.com/office/drawing/2014/main" id="{FB235164-03B9-4E78-8F8B-FE48E85AE94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208354" y="574181"/>
            <a:ext cx="609600" cy="609600"/>
          </a:xfrm>
          <a:prstGeom prst="rect">
            <a:avLst/>
          </a:prstGeom>
        </p:spPr>
      </p:pic>
      <p:pic>
        <p:nvPicPr>
          <p:cNvPr id="67" name="longuoo">
            <a:hlinkClick r:id="" action="ppaction://media"/>
            <a:extLst>
              <a:ext uri="{FF2B5EF4-FFF2-40B4-BE49-F238E27FC236}">
                <a16:creationId xmlns:a16="http://schemas.microsoft.com/office/drawing/2014/main" id="{8F02053C-093E-4DCB-AB13-0FA221D50D1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909998" y="512310"/>
            <a:ext cx="609600" cy="609600"/>
          </a:xfrm>
          <a:prstGeom prst="rect">
            <a:avLst/>
          </a:prstGeom>
        </p:spPr>
      </p:pic>
      <p:pic>
        <p:nvPicPr>
          <p:cNvPr id="68" name="1sec">
            <a:hlinkClick r:id="" action="ppaction://media"/>
            <a:extLst>
              <a:ext uri="{FF2B5EF4-FFF2-40B4-BE49-F238E27FC236}">
                <a16:creationId xmlns:a16="http://schemas.microsoft.com/office/drawing/2014/main" id="{FCE9C2CC-91EF-49BA-A16F-182DC000B1C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737168" y="528011"/>
            <a:ext cx="609600" cy="609600"/>
          </a:xfrm>
          <a:prstGeom prst="rect">
            <a:avLst/>
          </a:prstGeom>
        </p:spPr>
      </p:pic>
      <p:pic>
        <p:nvPicPr>
          <p:cNvPr id="79" name="ttsMP3.com_VoiceText_2025-4-26_23-44-28">
            <a:hlinkClick r:id="" action="ppaction://media"/>
            <a:extLst>
              <a:ext uri="{FF2B5EF4-FFF2-40B4-BE49-F238E27FC236}">
                <a16:creationId xmlns:a16="http://schemas.microsoft.com/office/drawing/2014/main" id="{E772BD95-E334-4C7C-809D-F3040FF4D926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6573530" y="537248"/>
            <a:ext cx="609600" cy="609600"/>
          </a:xfrm>
          <a:prstGeom prst="rect">
            <a:avLst/>
          </a:prstGeom>
        </p:spPr>
      </p:pic>
      <p:pic>
        <p:nvPicPr>
          <p:cNvPr id="80" name="1sec">
            <a:hlinkClick r:id="" action="ppaction://media"/>
            <a:extLst>
              <a:ext uri="{FF2B5EF4-FFF2-40B4-BE49-F238E27FC236}">
                <a16:creationId xmlns:a16="http://schemas.microsoft.com/office/drawing/2014/main" id="{09BB1A65-3627-486E-8C2F-813A2F0CAAB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346213" y="529404"/>
            <a:ext cx="609600" cy="609600"/>
          </a:xfrm>
          <a:prstGeom prst="rect">
            <a:avLst/>
          </a:prstGeom>
        </p:spPr>
      </p:pic>
      <p:pic>
        <p:nvPicPr>
          <p:cNvPr id="81" name="1sec">
            <a:hlinkClick r:id="" action="ppaction://media"/>
            <a:extLst>
              <a:ext uri="{FF2B5EF4-FFF2-40B4-BE49-F238E27FC236}">
                <a16:creationId xmlns:a16="http://schemas.microsoft.com/office/drawing/2014/main" id="{E19BB11E-3553-4D42-B015-B24856C99EE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096180" y="4693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79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9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352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5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70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6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248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304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056" fill="hold"/>
                                        <p:tgtEl>
                                          <p:spTgt spid="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360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504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864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728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592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648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1056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  <p:audio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  <p:audio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7"/>
                </p:tgtEl>
              </p:cMediaNode>
            </p:audio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3250769" y="1627017"/>
            <a:ext cx="344787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993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lip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1358358" y="1627016"/>
            <a:ext cx="168950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993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311E20-09DC-4418-883D-AC16C2098522}"/>
              </a:ext>
            </a:extLst>
          </p:cNvPr>
          <p:cNvGrpSpPr/>
          <p:nvPr/>
        </p:nvGrpSpPr>
        <p:grpSpPr>
          <a:xfrm>
            <a:off x="5548293" y="271129"/>
            <a:ext cx="5479662" cy="9029612"/>
            <a:chOff x="3966994" y="84047"/>
            <a:chExt cx="4305827" cy="70953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F727E73-2587-4020-9596-21E37946AC4D}"/>
                </a:ext>
              </a:extLst>
            </p:cNvPr>
            <p:cNvSpPr/>
            <p:nvPr/>
          </p:nvSpPr>
          <p:spPr>
            <a:xfrm>
              <a:off x="5845522" y="2286000"/>
              <a:ext cx="1367144" cy="3929269"/>
            </a:xfrm>
            <a:custGeom>
              <a:avLst/>
              <a:gdLst>
                <a:gd name="connsiteX0" fmla="*/ 0 w 333501"/>
                <a:gd name="connsiteY0" fmla="*/ 0 h 722243"/>
                <a:gd name="connsiteX1" fmla="*/ 333501 w 333501"/>
                <a:gd name="connsiteY1" fmla="*/ 0 h 722243"/>
                <a:gd name="connsiteX2" fmla="*/ 333501 w 333501"/>
                <a:gd name="connsiteY2" fmla="*/ 722243 h 722243"/>
                <a:gd name="connsiteX3" fmla="*/ 0 w 333501"/>
                <a:gd name="connsiteY3" fmla="*/ 722243 h 722243"/>
                <a:gd name="connsiteX4" fmla="*/ 0 w 333501"/>
                <a:gd name="connsiteY4" fmla="*/ 0 h 722243"/>
                <a:gd name="connsiteX0" fmla="*/ 0 w 479275"/>
                <a:gd name="connsiteY0" fmla="*/ 0 h 960782"/>
                <a:gd name="connsiteX1" fmla="*/ 333501 w 479275"/>
                <a:gd name="connsiteY1" fmla="*/ 0 h 960782"/>
                <a:gd name="connsiteX2" fmla="*/ 479275 w 479275"/>
                <a:gd name="connsiteY2" fmla="*/ 960782 h 960782"/>
                <a:gd name="connsiteX3" fmla="*/ 0 w 479275"/>
                <a:gd name="connsiteY3" fmla="*/ 722243 h 960782"/>
                <a:gd name="connsiteX4" fmla="*/ 0 w 479275"/>
                <a:gd name="connsiteY4" fmla="*/ 0 h 960782"/>
                <a:gd name="connsiteX0" fmla="*/ 0 w 479275"/>
                <a:gd name="connsiteY0" fmla="*/ 0 h 960782"/>
                <a:gd name="connsiteX1" fmla="*/ 306996 w 479275"/>
                <a:gd name="connsiteY1" fmla="*/ 198782 h 960782"/>
                <a:gd name="connsiteX2" fmla="*/ 479275 w 479275"/>
                <a:gd name="connsiteY2" fmla="*/ 960782 h 960782"/>
                <a:gd name="connsiteX3" fmla="*/ 0 w 479275"/>
                <a:gd name="connsiteY3" fmla="*/ 722243 h 960782"/>
                <a:gd name="connsiteX4" fmla="*/ 0 w 479275"/>
                <a:gd name="connsiteY4" fmla="*/ 0 h 960782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848139 w 1327414"/>
                <a:gd name="connsiteY3" fmla="*/ 3664226 h 3902765"/>
                <a:gd name="connsiteX4" fmla="*/ 0 w 1327414"/>
                <a:gd name="connsiteY4" fmla="*/ 0 h 3902765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087756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087756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1945 w 1329359"/>
                <a:gd name="connsiteY0" fmla="*/ 0 h 3902765"/>
                <a:gd name="connsiteX1" fmla="*/ 1157080 w 1329359"/>
                <a:gd name="connsiteY1" fmla="*/ 3087756 h 3902765"/>
                <a:gd name="connsiteX2" fmla="*/ 1329359 w 1329359"/>
                <a:gd name="connsiteY2" fmla="*/ 3902765 h 3902765"/>
                <a:gd name="connsiteX3" fmla="*/ 1945 w 1329359"/>
                <a:gd name="connsiteY3" fmla="*/ 0 h 3902765"/>
                <a:gd name="connsiteX0" fmla="*/ 1945 w 1329359"/>
                <a:gd name="connsiteY0" fmla="*/ 0 h 3902765"/>
                <a:gd name="connsiteX1" fmla="*/ 1157080 w 1329359"/>
                <a:gd name="connsiteY1" fmla="*/ 3087756 h 3902765"/>
                <a:gd name="connsiteX2" fmla="*/ 1329359 w 1329359"/>
                <a:gd name="connsiteY2" fmla="*/ 3902765 h 3902765"/>
                <a:gd name="connsiteX3" fmla="*/ 1945 w 1329359"/>
                <a:gd name="connsiteY3" fmla="*/ 0 h 3902765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49641 w 1363802"/>
                <a:gd name="connsiteY0" fmla="*/ 0 h 3929269"/>
                <a:gd name="connsiteX1" fmla="*/ 1191523 w 1363802"/>
                <a:gd name="connsiteY1" fmla="*/ 3114260 h 3929269"/>
                <a:gd name="connsiteX2" fmla="*/ 1363802 w 1363802"/>
                <a:gd name="connsiteY2" fmla="*/ 3929269 h 3929269"/>
                <a:gd name="connsiteX3" fmla="*/ 49641 w 1363802"/>
                <a:gd name="connsiteY3" fmla="*/ 0 h 3929269"/>
                <a:gd name="connsiteX0" fmla="*/ 49641 w 1363802"/>
                <a:gd name="connsiteY0" fmla="*/ 0 h 3929269"/>
                <a:gd name="connsiteX1" fmla="*/ 1191523 w 1363802"/>
                <a:gd name="connsiteY1" fmla="*/ 3114260 h 3929269"/>
                <a:gd name="connsiteX2" fmla="*/ 1363802 w 1363802"/>
                <a:gd name="connsiteY2" fmla="*/ 3929269 h 3929269"/>
                <a:gd name="connsiteX3" fmla="*/ 49641 w 1363802"/>
                <a:gd name="connsiteY3" fmla="*/ 0 h 3929269"/>
                <a:gd name="connsiteX0" fmla="*/ 52983 w 1367144"/>
                <a:gd name="connsiteY0" fmla="*/ 0 h 3929269"/>
                <a:gd name="connsiteX1" fmla="*/ 1194865 w 1367144"/>
                <a:gd name="connsiteY1" fmla="*/ 3114260 h 3929269"/>
                <a:gd name="connsiteX2" fmla="*/ 1367144 w 1367144"/>
                <a:gd name="connsiteY2" fmla="*/ 3929269 h 3929269"/>
                <a:gd name="connsiteX3" fmla="*/ 52983 w 1367144"/>
                <a:gd name="connsiteY3" fmla="*/ 0 h 392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7144" h="3929269">
                  <a:moveTo>
                    <a:pt x="52983" y="0"/>
                  </a:moveTo>
                  <a:cubicBezTo>
                    <a:pt x="44024" y="98535"/>
                    <a:pt x="160464" y="1727199"/>
                    <a:pt x="1194865" y="3114260"/>
                  </a:cubicBezTo>
                  <a:lnTo>
                    <a:pt x="1367144" y="3929269"/>
                  </a:lnTo>
                  <a:cubicBezTo>
                    <a:pt x="-506561" y="2548834"/>
                    <a:pt x="110478" y="255657"/>
                    <a:pt x="52983" y="0"/>
                  </a:cubicBezTo>
                  <a:close/>
                </a:path>
              </a:pathLst>
            </a:custGeom>
            <a:solidFill>
              <a:srgbClr val="A2C85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">
              <a:extLst>
                <a:ext uri="{FF2B5EF4-FFF2-40B4-BE49-F238E27FC236}">
                  <a16:creationId xmlns:a16="http://schemas.microsoft.com/office/drawing/2014/main" id="{CF1A6A83-37F2-40F7-82BC-50778A22CE39}"/>
                </a:ext>
              </a:extLst>
            </p:cNvPr>
            <p:cNvSpPr/>
            <p:nvPr/>
          </p:nvSpPr>
          <p:spPr>
            <a:xfrm>
              <a:off x="3966994" y="4086248"/>
              <a:ext cx="3592904" cy="3093117"/>
            </a:xfrm>
            <a:custGeom>
              <a:avLst/>
              <a:gdLst>
                <a:gd name="connsiteX0" fmla="*/ 0 w 333501"/>
                <a:gd name="connsiteY0" fmla="*/ 0 h 722243"/>
                <a:gd name="connsiteX1" fmla="*/ 333501 w 333501"/>
                <a:gd name="connsiteY1" fmla="*/ 0 h 722243"/>
                <a:gd name="connsiteX2" fmla="*/ 333501 w 333501"/>
                <a:gd name="connsiteY2" fmla="*/ 722243 h 722243"/>
                <a:gd name="connsiteX3" fmla="*/ 0 w 333501"/>
                <a:gd name="connsiteY3" fmla="*/ 722243 h 722243"/>
                <a:gd name="connsiteX4" fmla="*/ 0 w 333501"/>
                <a:gd name="connsiteY4" fmla="*/ 0 h 722243"/>
                <a:gd name="connsiteX0" fmla="*/ 0 w 479275"/>
                <a:gd name="connsiteY0" fmla="*/ 0 h 960782"/>
                <a:gd name="connsiteX1" fmla="*/ 333501 w 479275"/>
                <a:gd name="connsiteY1" fmla="*/ 0 h 960782"/>
                <a:gd name="connsiteX2" fmla="*/ 479275 w 479275"/>
                <a:gd name="connsiteY2" fmla="*/ 960782 h 960782"/>
                <a:gd name="connsiteX3" fmla="*/ 0 w 479275"/>
                <a:gd name="connsiteY3" fmla="*/ 722243 h 960782"/>
                <a:gd name="connsiteX4" fmla="*/ 0 w 479275"/>
                <a:gd name="connsiteY4" fmla="*/ 0 h 960782"/>
                <a:gd name="connsiteX0" fmla="*/ 0 w 479275"/>
                <a:gd name="connsiteY0" fmla="*/ 0 h 960782"/>
                <a:gd name="connsiteX1" fmla="*/ 306996 w 479275"/>
                <a:gd name="connsiteY1" fmla="*/ 198782 h 960782"/>
                <a:gd name="connsiteX2" fmla="*/ 479275 w 479275"/>
                <a:gd name="connsiteY2" fmla="*/ 960782 h 960782"/>
                <a:gd name="connsiteX3" fmla="*/ 0 w 479275"/>
                <a:gd name="connsiteY3" fmla="*/ 722243 h 960782"/>
                <a:gd name="connsiteX4" fmla="*/ 0 w 479275"/>
                <a:gd name="connsiteY4" fmla="*/ 0 h 960782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848139 w 1327414"/>
                <a:gd name="connsiteY3" fmla="*/ 3664226 h 3902765"/>
                <a:gd name="connsiteX4" fmla="*/ 0 w 1327414"/>
                <a:gd name="connsiteY4" fmla="*/ 0 h 3902765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140765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087756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0 w 1327414"/>
                <a:gd name="connsiteY0" fmla="*/ 0 h 3902765"/>
                <a:gd name="connsiteX1" fmla="*/ 1155135 w 1327414"/>
                <a:gd name="connsiteY1" fmla="*/ 3087756 h 3902765"/>
                <a:gd name="connsiteX2" fmla="*/ 1327414 w 1327414"/>
                <a:gd name="connsiteY2" fmla="*/ 3902765 h 3902765"/>
                <a:gd name="connsiteX3" fmla="*/ 0 w 1327414"/>
                <a:gd name="connsiteY3" fmla="*/ 0 h 3902765"/>
                <a:gd name="connsiteX0" fmla="*/ 1945 w 1329359"/>
                <a:gd name="connsiteY0" fmla="*/ 0 h 3902765"/>
                <a:gd name="connsiteX1" fmla="*/ 1157080 w 1329359"/>
                <a:gd name="connsiteY1" fmla="*/ 3087756 h 3902765"/>
                <a:gd name="connsiteX2" fmla="*/ 1329359 w 1329359"/>
                <a:gd name="connsiteY2" fmla="*/ 3902765 h 3902765"/>
                <a:gd name="connsiteX3" fmla="*/ 1945 w 1329359"/>
                <a:gd name="connsiteY3" fmla="*/ 0 h 3902765"/>
                <a:gd name="connsiteX0" fmla="*/ 1945 w 1329359"/>
                <a:gd name="connsiteY0" fmla="*/ 0 h 3902765"/>
                <a:gd name="connsiteX1" fmla="*/ 1157080 w 1329359"/>
                <a:gd name="connsiteY1" fmla="*/ 3087756 h 3902765"/>
                <a:gd name="connsiteX2" fmla="*/ 1329359 w 1329359"/>
                <a:gd name="connsiteY2" fmla="*/ 3902765 h 3902765"/>
                <a:gd name="connsiteX3" fmla="*/ 1945 w 1329359"/>
                <a:gd name="connsiteY3" fmla="*/ 0 h 3902765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6321 w 1320482"/>
                <a:gd name="connsiteY0" fmla="*/ 0 h 3929269"/>
                <a:gd name="connsiteX1" fmla="*/ 1148203 w 1320482"/>
                <a:gd name="connsiteY1" fmla="*/ 3114260 h 3929269"/>
                <a:gd name="connsiteX2" fmla="*/ 1320482 w 1320482"/>
                <a:gd name="connsiteY2" fmla="*/ 3929269 h 3929269"/>
                <a:gd name="connsiteX3" fmla="*/ 6321 w 1320482"/>
                <a:gd name="connsiteY3" fmla="*/ 0 h 3929269"/>
                <a:gd name="connsiteX0" fmla="*/ 480 w 3564355"/>
                <a:gd name="connsiteY0" fmla="*/ 0 h 3189041"/>
                <a:gd name="connsiteX1" fmla="*/ 3392076 w 3564355"/>
                <a:gd name="connsiteY1" fmla="*/ 2374032 h 3189041"/>
                <a:gd name="connsiteX2" fmla="*/ 3564355 w 3564355"/>
                <a:gd name="connsiteY2" fmla="*/ 3189041 h 3189041"/>
                <a:gd name="connsiteX3" fmla="*/ 480 w 3564355"/>
                <a:gd name="connsiteY3" fmla="*/ 0 h 3189041"/>
                <a:gd name="connsiteX0" fmla="*/ 511 w 3564386"/>
                <a:gd name="connsiteY0" fmla="*/ 0 h 3189041"/>
                <a:gd name="connsiteX1" fmla="*/ 3392107 w 3564386"/>
                <a:gd name="connsiteY1" fmla="*/ 2374032 h 3189041"/>
                <a:gd name="connsiteX2" fmla="*/ 3564386 w 3564386"/>
                <a:gd name="connsiteY2" fmla="*/ 3189041 h 3189041"/>
                <a:gd name="connsiteX3" fmla="*/ 511 w 3564386"/>
                <a:gd name="connsiteY3" fmla="*/ 0 h 3189041"/>
                <a:gd name="connsiteX0" fmla="*/ 509 w 3564384"/>
                <a:gd name="connsiteY0" fmla="*/ 0 h 3189041"/>
                <a:gd name="connsiteX1" fmla="*/ 3406619 w 3564384"/>
                <a:gd name="connsiteY1" fmla="*/ 2330489 h 3189041"/>
                <a:gd name="connsiteX2" fmla="*/ 3564384 w 3564384"/>
                <a:gd name="connsiteY2" fmla="*/ 3189041 h 3189041"/>
                <a:gd name="connsiteX3" fmla="*/ 509 w 3564384"/>
                <a:gd name="connsiteY3" fmla="*/ 0 h 3189041"/>
                <a:gd name="connsiteX0" fmla="*/ 517 w 3564392"/>
                <a:gd name="connsiteY0" fmla="*/ 0 h 3189041"/>
                <a:gd name="connsiteX1" fmla="*/ 3406627 w 3564392"/>
                <a:gd name="connsiteY1" fmla="*/ 2330489 h 3189041"/>
                <a:gd name="connsiteX2" fmla="*/ 3564392 w 3564392"/>
                <a:gd name="connsiteY2" fmla="*/ 3189041 h 3189041"/>
                <a:gd name="connsiteX3" fmla="*/ 517 w 3564392"/>
                <a:gd name="connsiteY3" fmla="*/ 0 h 3189041"/>
                <a:gd name="connsiteX0" fmla="*/ 517 w 3564392"/>
                <a:gd name="connsiteY0" fmla="*/ 0 h 3189041"/>
                <a:gd name="connsiteX1" fmla="*/ 3406627 w 3564392"/>
                <a:gd name="connsiteY1" fmla="*/ 2330489 h 3189041"/>
                <a:gd name="connsiteX2" fmla="*/ 3564392 w 3564392"/>
                <a:gd name="connsiteY2" fmla="*/ 3189041 h 3189041"/>
                <a:gd name="connsiteX3" fmla="*/ 517 w 3564392"/>
                <a:gd name="connsiteY3" fmla="*/ 0 h 3189041"/>
                <a:gd name="connsiteX0" fmla="*/ 0 w 3563875"/>
                <a:gd name="connsiteY0" fmla="*/ 0 h 3189041"/>
                <a:gd name="connsiteX1" fmla="*/ 3406110 w 3563875"/>
                <a:gd name="connsiteY1" fmla="*/ 2330489 h 3189041"/>
                <a:gd name="connsiteX2" fmla="*/ 3563875 w 3563875"/>
                <a:gd name="connsiteY2" fmla="*/ 3189041 h 3189041"/>
                <a:gd name="connsiteX3" fmla="*/ 0 w 3563875"/>
                <a:gd name="connsiteY3" fmla="*/ 0 h 3189041"/>
                <a:gd name="connsiteX0" fmla="*/ 0 w 3592904"/>
                <a:gd name="connsiteY0" fmla="*/ 0 h 3160012"/>
                <a:gd name="connsiteX1" fmla="*/ 3435139 w 3592904"/>
                <a:gd name="connsiteY1" fmla="*/ 2301460 h 3160012"/>
                <a:gd name="connsiteX2" fmla="*/ 3592904 w 3592904"/>
                <a:gd name="connsiteY2" fmla="*/ 3160012 h 3160012"/>
                <a:gd name="connsiteX3" fmla="*/ 0 w 3592904"/>
                <a:gd name="connsiteY3" fmla="*/ 0 h 3160012"/>
                <a:gd name="connsiteX0" fmla="*/ 0 w 3592904"/>
                <a:gd name="connsiteY0" fmla="*/ 0 h 3160012"/>
                <a:gd name="connsiteX1" fmla="*/ 3435139 w 3592904"/>
                <a:gd name="connsiteY1" fmla="*/ 2301460 h 3160012"/>
                <a:gd name="connsiteX2" fmla="*/ 3592904 w 3592904"/>
                <a:gd name="connsiteY2" fmla="*/ 3160012 h 3160012"/>
                <a:gd name="connsiteX3" fmla="*/ 0 w 3592904"/>
                <a:gd name="connsiteY3" fmla="*/ 0 h 3160012"/>
                <a:gd name="connsiteX0" fmla="*/ 0 w 3592904"/>
                <a:gd name="connsiteY0" fmla="*/ 13 h 3160025"/>
                <a:gd name="connsiteX1" fmla="*/ 3435139 w 3592904"/>
                <a:gd name="connsiteY1" fmla="*/ 2301473 h 3160025"/>
                <a:gd name="connsiteX2" fmla="*/ 3592904 w 3592904"/>
                <a:gd name="connsiteY2" fmla="*/ 3160025 h 3160025"/>
                <a:gd name="connsiteX3" fmla="*/ 0 w 3592904"/>
                <a:gd name="connsiteY3" fmla="*/ 13 h 3160025"/>
                <a:gd name="connsiteX0" fmla="*/ 0 w 3592904"/>
                <a:gd name="connsiteY0" fmla="*/ 13 h 3160025"/>
                <a:gd name="connsiteX1" fmla="*/ 3435139 w 3592904"/>
                <a:gd name="connsiteY1" fmla="*/ 2301473 h 3160025"/>
                <a:gd name="connsiteX2" fmla="*/ 3592904 w 3592904"/>
                <a:gd name="connsiteY2" fmla="*/ 3160025 h 3160025"/>
                <a:gd name="connsiteX3" fmla="*/ 0 w 3592904"/>
                <a:gd name="connsiteY3" fmla="*/ 13 h 3160025"/>
                <a:gd name="connsiteX0" fmla="*/ 0 w 3592904"/>
                <a:gd name="connsiteY0" fmla="*/ 14 h 3087454"/>
                <a:gd name="connsiteX1" fmla="*/ 3435139 w 3592904"/>
                <a:gd name="connsiteY1" fmla="*/ 2228902 h 3087454"/>
                <a:gd name="connsiteX2" fmla="*/ 3592904 w 3592904"/>
                <a:gd name="connsiteY2" fmla="*/ 3087454 h 3087454"/>
                <a:gd name="connsiteX3" fmla="*/ 0 w 3592904"/>
                <a:gd name="connsiteY3" fmla="*/ 14 h 3087454"/>
                <a:gd name="connsiteX0" fmla="*/ 0 w 3592904"/>
                <a:gd name="connsiteY0" fmla="*/ 5677 h 3093117"/>
                <a:gd name="connsiteX1" fmla="*/ 3435139 w 3592904"/>
                <a:gd name="connsiteY1" fmla="*/ 2234565 h 3093117"/>
                <a:gd name="connsiteX2" fmla="*/ 3592904 w 3592904"/>
                <a:gd name="connsiteY2" fmla="*/ 3093117 h 3093117"/>
                <a:gd name="connsiteX3" fmla="*/ 0 w 3592904"/>
                <a:gd name="connsiteY3" fmla="*/ 5677 h 3093117"/>
                <a:gd name="connsiteX0" fmla="*/ 0 w 3592904"/>
                <a:gd name="connsiteY0" fmla="*/ 5677 h 3093117"/>
                <a:gd name="connsiteX1" fmla="*/ 3435139 w 3592904"/>
                <a:gd name="connsiteY1" fmla="*/ 2234565 h 3093117"/>
                <a:gd name="connsiteX2" fmla="*/ 3592904 w 3592904"/>
                <a:gd name="connsiteY2" fmla="*/ 3093117 h 3093117"/>
                <a:gd name="connsiteX3" fmla="*/ 0 w 3592904"/>
                <a:gd name="connsiteY3" fmla="*/ 5677 h 3093117"/>
                <a:gd name="connsiteX0" fmla="*/ 0 w 3592904"/>
                <a:gd name="connsiteY0" fmla="*/ 5677 h 3093117"/>
                <a:gd name="connsiteX1" fmla="*/ 3435139 w 3592904"/>
                <a:gd name="connsiteY1" fmla="*/ 2234565 h 3093117"/>
                <a:gd name="connsiteX2" fmla="*/ 3592904 w 3592904"/>
                <a:gd name="connsiteY2" fmla="*/ 3093117 h 3093117"/>
                <a:gd name="connsiteX3" fmla="*/ 0 w 3592904"/>
                <a:gd name="connsiteY3" fmla="*/ 5677 h 3093117"/>
                <a:gd name="connsiteX0" fmla="*/ 0 w 3592904"/>
                <a:gd name="connsiteY0" fmla="*/ 5677 h 3093117"/>
                <a:gd name="connsiteX1" fmla="*/ 3435139 w 3592904"/>
                <a:gd name="connsiteY1" fmla="*/ 2234565 h 3093117"/>
                <a:gd name="connsiteX2" fmla="*/ 3592904 w 3592904"/>
                <a:gd name="connsiteY2" fmla="*/ 3093117 h 3093117"/>
                <a:gd name="connsiteX3" fmla="*/ 0 w 3592904"/>
                <a:gd name="connsiteY3" fmla="*/ 5677 h 3093117"/>
                <a:gd name="connsiteX0" fmla="*/ 0 w 3592904"/>
                <a:gd name="connsiteY0" fmla="*/ 5677 h 3093117"/>
                <a:gd name="connsiteX1" fmla="*/ 3435139 w 3592904"/>
                <a:gd name="connsiteY1" fmla="*/ 2234565 h 3093117"/>
                <a:gd name="connsiteX2" fmla="*/ 3592904 w 3592904"/>
                <a:gd name="connsiteY2" fmla="*/ 3093117 h 3093117"/>
                <a:gd name="connsiteX3" fmla="*/ 0 w 3592904"/>
                <a:gd name="connsiteY3" fmla="*/ 5677 h 3093117"/>
                <a:gd name="connsiteX0" fmla="*/ 0 w 3592904"/>
                <a:gd name="connsiteY0" fmla="*/ 5677 h 3093117"/>
                <a:gd name="connsiteX1" fmla="*/ 3435139 w 3592904"/>
                <a:gd name="connsiteY1" fmla="*/ 2234565 h 3093117"/>
                <a:gd name="connsiteX2" fmla="*/ 3592904 w 3592904"/>
                <a:gd name="connsiteY2" fmla="*/ 3093117 h 3093117"/>
                <a:gd name="connsiteX3" fmla="*/ 0 w 3592904"/>
                <a:gd name="connsiteY3" fmla="*/ 5677 h 309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904" h="3093117">
                  <a:moveTo>
                    <a:pt x="0" y="5677"/>
                  </a:moveTo>
                  <a:cubicBezTo>
                    <a:pt x="715304" y="-131283"/>
                    <a:pt x="1675024" y="2255391"/>
                    <a:pt x="3435139" y="2234565"/>
                  </a:cubicBezTo>
                  <a:lnTo>
                    <a:pt x="3592904" y="3093117"/>
                  </a:lnTo>
                  <a:cubicBezTo>
                    <a:pt x="1080571" y="2873824"/>
                    <a:pt x="846346" y="212349"/>
                    <a:pt x="0" y="5677"/>
                  </a:cubicBezTo>
                  <a:close/>
                </a:path>
              </a:pathLst>
            </a:custGeom>
            <a:solidFill>
              <a:srgbClr val="A2C85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2">
              <a:extLst>
                <a:ext uri="{FF2B5EF4-FFF2-40B4-BE49-F238E27FC236}">
                  <a16:creationId xmlns:a16="http://schemas.microsoft.com/office/drawing/2014/main" id="{77433541-117B-4737-9FF6-757BB7A7E104}"/>
                </a:ext>
              </a:extLst>
            </p:cNvPr>
            <p:cNvSpPr/>
            <p:nvPr/>
          </p:nvSpPr>
          <p:spPr>
            <a:xfrm rot="20787180" flipH="1">
              <a:off x="6615494" y="111978"/>
              <a:ext cx="1244799" cy="1772865"/>
            </a:xfrm>
            <a:custGeom>
              <a:avLst/>
              <a:gdLst>
                <a:gd name="connsiteX0" fmla="*/ 0 w 609600"/>
                <a:gd name="connsiteY0" fmla="*/ 0 h 1088791"/>
                <a:gd name="connsiteX1" fmla="*/ 609600 w 609600"/>
                <a:gd name="connsiteY1" fmla="*/ 0 h 1088791"/>
                <a:gd name="connsiteX2" fmla="*/ 609600 w 609600"/>
                <a:gd name="connsiteY2" fmla="*/ 1088791 h 1088791"/>
                <a:gd name="connsiteX3" fmla="*/ 0 w 609600"/>
                <a:gd name="connsiteY3" fmla="*/ 1088791 h 1088791"/>
                <a:gd name="connsiteX4" fmla="*/ 0 w 609600"/>
                <a:gd name="connsiteY4" fmla="*/ 0 h 108879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291548 w 901148"/>
                <a:gd name="connsiteY3" fmla="*/ 1327331 h 1327331"/>
                <a:gd name="connsiteX4" fmla="*/ 0 w 901148"/>
                <a:gd name="connsiteY4" fmla="*/ 0 h 132733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0 w 901148"/>
                <a:gd name="connsiteY3" fmla="*/ 0 h 1327331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38540 h 2732062"/>
                <a:gd name="connsiteX2" fmla="*/ 1087370 w 1087370"/>
                <a:gd name="connsiteY2" fmla="*/ 2732062 h 2732062"/>
                <a:gd name="connsiteX3" fmla="*/ 186222 w 1087370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732062 h 2732062"/>
                <a:gd name="connsiteX2" fmla="*/ 186222 w 1087370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224167"/>
                <a:gd name="connsiteY0" fmla="*/ 0 h 2732062"/>
                <a:gd name="connsiteX1" fmla="*/ 1105554 w 1224167"/>
                <a:gd name="connsiteY1" fmla="*/ 2732062 h 2732062"/>
                <a:gd name="connsiteX2" fmla="*/ 177902 w 1224167"/>
                <a:gd name="connsiteY2" fmla="*/ 0 h 2732062"/>
                <a:gd name="connsiteX0" fmla="*/ 175580 w 1227968"/>
                <a:gd name="connsiteY0" fmla="*/ 0 h 2762542"/>
                <a:gd name="connsiteX1" fmla="*/ 1110852 w 1227968"/>
                <a:gd name="connsiteY1" fmla="*/ 2762542 h 2762542"/>
                <a:gd name="connsiteX2" fmla="*/ 175580 w 1227968"/>
                <a:gd name="connsiteY2" fmla="*/ 0 h 2762542"/>
                <a:gd name="connsiteX0" fmla="*/ 175580 w 1274674"/>
                <a:gd name="connsiteY0" fmla="*/ 0 h 2762542"/>
                <a:gd name="connsiteX1" fmla="*/ 1110852 w 1274674"/>
                <a:gd name="connsiteY1" fmla="*/ 2762542 h 2762542"/>
                <a:gd name="connsiteX2" fmla="*/ 175580 w 1274674"/>
                <a:gd name="connsiteY2" fmla="*/ 0 h 2762542"/>
                <a:gd name="connsiteX0" fmla="*/ 180257 w 1267285"/>
                <a:gd name="connsiteY0" fmla="*/ 0 h 2800642"/>
                <a:gd name="connsiteX1" fmla="*/ 1100289 w 1267285"/>
                <a:gd name="connsiteY1" fmla="*/ 2800642 h 2800642"/>
                <a:gd name="connsiteX2" fmla="*/ 180257 w 1267285"/>
                <a:gd name="connsiteY2" fmla="*/ 0 h 2800642"/>
                <a:gd name="connsiteX0" fmla="*/ 180257 w 1255150"/>
                <a:gd name="connsiteY0" fmla="*/ 0 h 2800642"/>
                <a:gd name="connsiteX1" fmla="*/ 1100289 w 1255150"/>
                <a:gd name="connsiteY1" fmla="*/ 2800642 h 2800642"/>
                <a:gd name="connsiteX2" fmla="*/ 180257 w 1255150"/>
                <a:gd name="connsiteY2" fmla="*/ 0 h 2800642"/>
                <a:gd name="connsiteX0" fmla="*/ 180257 w 1268429"/>
                <a:gd name="connsiteY0" fmla="*/ 0 h 2800642"/>
                <a:gd name="connsiteX1" fmla="*/ 1100289 w 1268429"/>
                <a:gd name="connsiteY1" fmla="*/ 2800642 h 2800642"/>
                <a:gd name="connsiteX2" fmla="*/ 180257 w 1268429"/>
                <a:gd name="connsiteY2" fmla="*/ 0 h 2800642"/>
                <a:gd name="connsiteX0" fmla="*/ 163072 w 1251244"/>
                <a:gd name="connsiteY0" fmla="*/ 0 h 2800642"/>
                <a:gd name="connsiteX1" fmla="*/ 1083104 w 1251244"/>
                <a:gd name="connsiteY1" fmla="*/ 2800642 h 2800642"/>
                <a:gd name="connsiteX2" fmla="*/ 163072 w 1251244"/>
                <a:gd name="connsiteY2" fmla="*/ 0 h 2800642"/>
                <a:gd name="connsiteX0" fmla="*/ 180256 w 1268428"/>
                <a:gd name="connsiteY0" fmla="*/ 0 h 2800642"/>
                <a:gd name="connsiteX1" fmla="*/ 1100288 w 1268428"/>
                <a:gd name="connsiteY1" fmla="*/ 2800642 h 2800642"/>
                <a:gd name="connsiteX2" fmla="*/ 180256 w 1268428"/>
                <a:gd name="connsiteY2" fmla="*/ 0 h 280064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686494"/>
                <a:gd name="connsiteY0" fmla="*/ 0 h 2815882"/>
                <a:gd name="connsiteX1" fmla="*/ 1307974 w 1686494"/>
                <a:gd name="connsiteY1" fmla="*/ 2815882 h 2815882"/>
                <a:gd name="connsiteX2" fmla="*/ 113622 w 1686494"/>
                <a:gd name="connsiteY2" fmla="*/ 0 h 2815882"/>
                <a:gd name="connsiteX0" fmla="*/ 113622 w 1669159"/>
                <a:gd name="connsiteY0" fmla="*/ 0 h 2815882"/>
                <a:gd name="connsiteX1" fmla="*/ 1307974 w 1669159"/>
                <a:gd name="connsiteY1" fmla="*/ 2815882 h 2815882"/>
                <a:gd name="connsiteX2" fmla="*/ 113622 w 1669159"/>
                <a:gd name="connsiteY2" fmla="*/ 0 h 2815882"/>
                <a:gd name="connsiteX0" fmla="*/ 113622 w 1664744"/>
                <a:gd name="connsiteY0" fmla="*/ 0 h 2815882"/>
                <a:gd name="connsiteX1" fmla="*/ 1307974 w 1664744"/>
                <a:gd name="connsiteY1" fmla="*/ 2815882 h 2815882"/>
                <a:gd name="connsiteX2" fmla="*/ 113622 w 1664744"/>
                <a:gd name="connsiteY2" fmla="*/ 0 h 2815882"/>
                <a:gd name="connsiteX0" fmla="*/ 113622 w 1690616"/>
                <a:gd name="connsiteY0" fmla="*/ 0 h 2815882"/>
                <a:gd name="connsiteX1" fmla="*/ 1307974 w 1690616"/>
                <a:gd name="connsiteY1" fmla="*/ 2815882 h 2815882"/>
                <a:gd name="connsiteX2" fmla="*/ 113622 w 1690616"/>
                <a:gd name="connsiteY2" fmla="*/ 0 h 2815882"/>
                <a:gd name="connsiteX0" fmla="*/ 121264 w 1698258"/>
                <a:gd name="connsiteY0" fmla="*/ 0 h 2815882"/>
                <a:gd name="connsiteX1" fmla="*/ 1315616 w 1698258"/>
                <a:gd name="connsiteY1" fmla="*/ 2815882 h 2815882"/>
                <a:gd name="connsiteX2" fmla="*/ 121264 w 1698258"/>
                <a:gd name="connsiteY2" fmla="*/ 0 h 2815882"/>
                <a:gd name="connsiteX0" fmla="*/ 188003 w 1551668"/>
                <a:gd name="connsiteY0" fmla="*/ 0 h 1993316"/>
                <a:gd name="connsiteX1" fmla="*/ 1121616 w 1551668"/>
                <a:gd name="connsiteY1" fmla="*/ 1993316 h 1993316"/>
                <a:gd name="connsiteX2" fmla="*/ 188003 w 1551668"/>
                <a:gd name="connsiteY2" fmla="*/ 0 h 1993316"/>
                <a:gd name="connsiteX0" fmla="*/ 188003 w 1581495"/>
                <a:gd name="connsiteY0" fmla="*/ 0 h 1993316"/>
                <a:gd name="connsiteX1" fmla="*/ 1121616 w 1581495"/>
                <a:gd name="connsiteY1" fmla="*/ 1993316 h 1993316"/>
                <a:gd name="connsiteX2" fmla="*/ 188003 w 1581495"/>
                <a:gd name="connsiteY2" fmla="*/ 0 h 1993316"/>
                <a:gd name="connsiteX0" fmla="*/ 197160 w 1568510"/>
                <a:gd name="connsiteY0" fmla="*/ 0 h 2022520"/>
                <a:gd name="connsiteX1" fmla="*/ 1102850 w 1568510"/>
                <a:gd name="connsiteY1" fmla="*/ 2022520 h 2022520"/>
                <a:gd name="connsiteX2" fmla="*/ 197160 w 1568510"/>
                <a:gd name="connsiteY2" fmla="*/ 0 h 2022520"/>
                <a:gd name="connsiteX0" fmla="*/ 204509 w 1575859"/>
                <a:gd name="connsiteY0" fmla="*/ 0 h 2022520"/>
                <a:gd name="connsiteX1" fmla="*/ 1110199 w 1575859"/>
                <a:gd name="connsiteY1" fmla="*/ 2022520 h 2022520"/>
                <a:gd name="connsiteX2" fmla="*/ 204509 w 1575859"/>
                <a:gd name="connsiteY2" fmla="*/ 0 h 2022520"/>
                <a:gd name="connsiteX0" fmla="*/ 208037 w 1579387"/>
                <a:gd name="connsiteY0" fmla="*/ 0 h 2022520"/>
                <a:gd name="connsiteX1" fmla="*/ 1113727 w 1579387"/>
                <a:gd name="connsiteY1" fmla="*/ 2022520 h 2022520"/>
                <a:gd name="connsiteX2" fmla="*/ 208037 w 1579387"/>
                <a:gd name="connsiteY2" fmla="*/ 0 h 2022520"/>
                <a:gd name="connsiteX0" fmla="*/ 217300 w 1588650"/>
                <a:gd name="connsiteY0" fmla="*/ 0 h 2022520"/>
                <a:gd name="connsiteX1" fmla="*/ 1122990 w 1588650"/>
                <a:gd name="connsiteY1" fmla="*/ 2022520 h 2022520"/>
                <a:gd name="connsiteX2" fmla="*/ 217300 w 1588650"/>
                <a:gd name="connsiteY2" fmla="*/ 0 h 2022520"/>
                <a:gd name="connsiteX0" fmla="*/ 217300 w 1543981"/>
                <a:gd name="connsiteY0" fmla="*/ 1205 h 2023725"/>
                <a:gd name="connsiteX1" fmla="*/ 1122990 w 1543981"/>
                <a:gd name="connsiteY1" fmla="*/ 2023725 h 2023725"/>
                <a:gd name="connsiteX2" fmla="*/ 217300 w 1543981"/>
                <a:gd name="connsiteY2" fmla="*/ 1205 h 202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3981" h="2023725">
                  <a:moveTo>
                    <a:pt x="217300" y="1205"/>
                  </a:moveTo>
                  <a:cubicBezTo>
                    <a:pt x="819679" y="-43214"/>
                    <a:pt x="2251731" y="1149465"/>
                    <a:pt x="1122990" y="2023725"/>
                  </a:cubicBezTo>
                  <a:cubicBezTo>
                    <a:pt x="-309560" y="1610863"/>
                    <a:pt x="-68364" y="315495"/>
                    <a:pt x="217300" y="1205"/>
                  </a:cubicBezTo>
                  <a:close/>
                </a:path>
              </a:pathLst>
            </a:custGeom>
            <a:solidFill>
              <a:srgbClr val="F993A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2">
              <a:extLst>
                <a:ext uri="{FF2B5EF4-FFF2-40B4-BE49-F238E27FC236}">
                  <a16:creationId xmlns:a16="http://schemas.microsoft.com/office/drawing/2014/main" id="{4F85AEF7-CF1D-4039-B497-7E0D9D186D1E}"/>
                </a:ext>
              </a:extLst>
            </p:cNvPr>
            <p:cNvSpPr/>
            <p:nvPr/>
          </p:nvSpPr>
          <p:spPr>
            <a:xfrm rot="812820">
              <a:off x="5952719" y="171513"/>
              <a:ext cx="1244799" cy="1772865"/>
            </a:xfrm>
            <a:custGeom>
              <a:avLst/>
              <a:gdLst>
                <a:gd name="connsiteX0" fmla="*/ 0 w 609600"/>
                <a:gd name="connsiteY0" fmla="*/ 0 h 1088791"/>
                <a:gd name="connsiteX1" fmla="*/ 609600 w 609600"/>
                <a:gd name="connsiteY1" fmla="*/ 0 h 1088791"/>
                <a:gd name="connsiteX2" fmla="*/ 609600 w 609600"/>
                <a:gd name="connsiteY2" fmla="*/ 1088791 h 1088791"/>
                <a:gd name="connsiteX3" fmla="*/ 0 w 609600"/>
                <a:gd name="connsiteY3" fmla="*/ 1088791 h 1088791"/>
                <a:gd name="connsiteX4" fmla="*/ 0 w 609600"/>
                <a:gd name="connsiteY4" fmla="*/ 0 h 108879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291548 w 901148"/>
                <a:gd name="connsiteY3" fmla="*/ 1327331 h 1327331"/>
                <a:gd name="connsiteX4" fmla="*/ 0 w 901148"/>
                <a:gd name="connsiteY4" fmla="*/ 0 h 132733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0 w 901148"/>
                <a:gd name="connsiteY3" fmla="*/ 0 h 1327331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38540 h 2732062"/>
                <a:gd name="connsiteX2" fmla="*/ 1087370 w 1087370"/>
                <a:gd name="connsiteY2" fmla="*/ 2732062 h 2732062"/>
                <a:gd name="connsiteX3" fmla="*/ 186222 w 1087370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732062 h 2732062"/>
                <a:gd name="connsiteX2" fmla="*/ 186222 w 1087370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224167"/>
                <a:gd name="connsiteY0" fmla="*/ 0 h 2732062"/>
                <a:gd name="connsiteX1" fmla="*/ 1105554 w 1224167"/>
                <a:gd name="connsiteY1" fmla="*/ 2732062 h 2732062"/>
                <a:gd name="connsiteX2" fmla="*/ 177902 w 1224167"/>
                <a:gd name="connsiteY2" fmla="*/ 0 h 2732062"/>
                <a:gd name="connsiteX0" fmla="*/ 175580 w 1227968"/>
                <a:gd name="connsiteY0" fmla="*/ 0 h 2762542"/>
                <a:gd name="connsiteX1" fmla="*/ 1110852 w 1227968"/>
                <a:gd name="connsiteY1" fmla="*/ 2762542 h 2762542"/>
                <a:gd name="connsiteX2" fmla="*/ 175580 w 1227968"/>
                <a:gd name="connsiteY2" fmla="*/ 0 h 2762542"/>
                <a:gd name="connsiteX0" fmla="*/ 175580 w 1274674"/>
                <a:gd name="connsiteY0" fmla="*/ 0 h 2762542"/>
                <a:gd name="connsiteX1" fmla="*/ 1110852 w 1274674"/>
                <a:gd name="connsiteY1" fmla="*/ 2762542 h 2762542"/>
                <a:gd name="connsiteX2" fmla="*/ 175580 w 1274674"/>
                <a:gd name="connsiteY2" fmla="*/ 0 h 2762542"/>
                <a:gd name="connsiteX0" fmla="*/ 180257 w 1267285"/>
                <a:gd name="connsiteY0" fmla="*/ 0 h 2800642"/>
                <a:gd name="connsiteX1" fmla="*/ 1100289 w 1267285"/>
                <a:gd name="connsiteY1" fmla="*/ 2800642 h 2800642"/>
                <a:gd name="connsiteX2" fmla="*/ 180257 w 1267285"/>
                <a:gd name="connsiteY2" fmla="*/ 0 h 2800642"/>
                <a:gd name="connsiteX0" fmla="*/ 180257 w 1255150"/>
                <a:gd name="connsiteY0" fmla="*/ 0 h 2800642"/>
                <a:gd name="connsiteX1" fmla="*/ 1100289 w 1255150"/>
                <a:gd name="connsiteY1" fmla="*/ 2800642 h 2800642"/>
                <a:gd name="connsiteX2" fmla="*/ 180257 w 1255150"/>
                <a:gd name="connsiteY2" fmla="*/ 0 h 2800642"/>
                <a:gd name="connsiteX0" fmla="*/ 180257 w 1268429"/>
                <a:gd name="connsiteY0" fmla="*/ 0 h 2800642"/>
                <a:gd name="connsiteX1" fmla="*/ 1100289 w 1268429"/>
                <a:gd name="connsiteY1" fmla="*/ 2800642 h 2800642"/>
                <a:gd name="connsiteX2" fmla="*/ 180257 w 1268429"/>
                <a:gd name="connsiteY2" fmla="*/ 0 h 2800642"/>
                <a:gd name="connsiteX0" fmla="*/ 163072 w 1251244"/>
                <a:gd name="connsiteY0" fmla="*/ 0 h 2800642"/>
                <a:gd name="connsiteX1" fmla="*/ 1083104 w 1251244"/>
                <a:gd name="connsiteY1" fmla="*/ 2800642 h 2800642"/>
                <a:gd name="connsiteX2" fmla="*/ 163072 w 1251244"/>
                <a:gd name="connsiteY2" fmla="*/ 0 h 2800642"/>
                <a:gd name="connsiteX0" fmla="*/ 180256 w 1268428"/>
                <a:gd name="connsiteY0" fmla="*/ 0 h 2800642"/>
                <a:gd name="connsiteX1" fmla="*/ 1100288 w 1268428"/>
                <a:gd name="connsiteY1" fmla="*/ 2800642 h 2800642"/>
                <a:gd name="connsiteX2" fmla="*/ 180256 w 1268428"/>
                <a:gd name="connsiteY2" fmla="*/ 0 h 280064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686494"/>
                <a:gd name="connsiteY0" fmla="*/ 0 h 2815882"/>
                <a:gd name="connsiteX1" fmla="*/ 1307974 w 1686494"/>
                <a:gd name="connsiteY1" fmla="*/ 2815882 h 2815882"/>
                <a:gd name="connsiteX2" fmla="*/ 113622 w 1686494"/>
                <a:gd name="connsiteY2" fmla="*/ 0 h 2815882"/>
                <a:gd name="connsiteX0" fmla="*/ 113622 w 1669159"/>
                <a:gd name="connsiteY0" fmla="*/ 0 h 2815882"/>
                <a:gd name="connsiteX1" fmla="*/ 1307974 w 1669159"/>
                <a:gd name="connsiteY1" fmla="*/ 2815882 h 2815882"/>
                <a:gd name="connsiteX2" fmla="*/ 113622 w 1669159"/>
                <a:gd name="connsiteY2" fmla="*/ 0 h 2815882"/>
                <a:gd name="connsiteX0" fmla="*/ 113622 w 1664744"/>
                <a:gd name="connsiteY0" fmla="*/ 0 h 2815882"/>
                <a:gd name="connsiteX1" fmla="*/ 1307974 w 1664744"/>
                <a:gd name="connsiteY1" fmla="*/ 2815882 h 2815882"/>
                <a:gd name="connsiteX2" fmla="*/ 113622 w 1664744"/>
                <a:gd name="connsiteY2" fmla="*/ 0 h 2815882"/>
                <a:gd name="connsiteX0" fmla="*/ 113622 w 1690616"/>
                <a:gd name="connsiteY0" fmla="*/ 0 h 2815882"/>
                <a:gd name="connsiteX1" fmla="*/ 1307974 w 1690616"/>
                <a:gd name="connsiteY1" fmla="*/ 2815882 h 2815882"/>
                <a:gd name="connsiteX2" fmla="*/ 113622 w 1690616"/>
                <a:gd name="connsiteY2" fmla="*/ 0 h 2815882"/>
                <a:gd name="connsiteX0" fmla="*/ 121264 w 1698258"/>
                <a:gd name="connsiteY0" fmla="*/ 0 h 2815882"/>
                <a:gd name="connsiteX1" fmla="*/ 1315616 w 1698258"/>
                <a:gd name="connsiteY1" fmla="*/ 2815882 h 2815882"/>
                <a:gd name="connsiteX2" fmla="*/ 121264 w 1698258"/>
                <a:gd name="connsiteY2" fmla="*/ 0 h 2815882"/>
                <a:gd name="connsiteX0" fmla="*/ 188003 w 1551668"/>
                <a:gd name="connsiteY0" fmla="*/ 0 h 1993316"/>
                <a:gd name="connsiteX1" fmla="*/ 1121616 w 1551668"/>
                <a:gd name="connsiteY1" fmla="*/ 1993316 h 1993316"/>
                <a:gd name="connsiteX2" fmla="*/ 188003 w 1551668"/>
                <a:gd name="connsiteY2" fmla="*/ 0 h 1993316"/>
                <a:gd name="connsiteX0" fmla="*/ 188003 w 1581495"/>
                <a:gd name="connsiteY0" fmla="*/ 0 h 1993316"/>
                <a:gd name="connsiteX1" fmla="*/ 1121616 w 1581495"/>
                <a:gd name="connsiteY1" fmla="*/ 1993316 h 1993316"/>
                <a:gd name="connsiteX2" fmla="*/ 188003 w 1581495"/>
                <a:gd name="connsiteY2" fmla="*/ 0 h 1993316"/>
                <a:gd name="connsiteX0" fmla="*/ 197160 w 1568510"/>
                <a:gd name="connsiteY0" fmla="*/ 0 h 2022520"/>
                <a:gd name="connsiteX1" fmla="*/ 1102850 w 1568510"/>
                <a:gd name="connsiteY1" fmla="*/ 2022520 h 2022520"/>
                <a:gd name="connsiteX2" fmla="*/ 197160 w 1568510"/>
                <a:gd name="connsiteY2" fmla="*/ 0 h 2022520"/>
                <a:gd name="connsiteX0" fmla="*/ 204509 w 1575859"/>
                <a:gd name="connsiteY0" fmla="*/ 0 h 2022520"/>
                <a:gd name="connsiteX1" fmla="*/ 1110199 w 1575859"/>
                <a:gd name="connsiteY1" fmla="*/ 2022520 h 2022520"/>
                <a:gd name="connsiteX2" fmla="*/ 204509 w 1575859"/>
                <a:gd name="connsiteY2" fmla="*/ 0 h 2022520"/>
                <a:gd name="connsiteX0" fmla="*/ 208037 w 1579387"/>
                <a:gd name="connsiteY0" fmla="*/ 0 h 2022520"/>
                <a:gd name="connsiteX1" fmla="*/ 1113727 w 1579387"/>
                <a:gd name="connsiteY1" fmla="*/ 2022520 h 2022520"/>
                <a:gd name="connsiteX2" fmla="*/ 208037 w 1579387"/>
                <a:gd name="connsiteY2" fmla="*/ 0 h 2022520"/>
                <a:gd name="connsiteX0" fmla="*/ 217300 w 1588650"/>
                <a:gd name="connsiteY0" fmla="*/ 0 h 2022520"/>
                <a:gd name="connsiteX1" fmla="*/ 1122990 w 1588650"/>
                <a:gd name="connsiteY1" fmla="*/ 2022520 h 2022520"/>
                <a:gd name="connsiteX2" fmla="*/ 217300 w 1588650"/>
                <a:gd name="connsiteY2" fmla="*/ 0 h 2022520"/>
                <a:gd name="connsiteX0" fmla="*/ 217300 w 1543981"/>
                <a:gd name="connsiteY0" fmla="*/ 1205 h 2023725"/>
                <a:gd name="connsiteX1" fmla="*/ 1122990 w 1543981"/>
                <a:gd name="connsiteY1" fmla="*/ 2023725 h 2023725"/>
                <a:gd name="connsiteX2" fmla="*/ 217300 w 1543981"/>
                <a:gd name="connsiteY2" fmla="*/ 1205 h 202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3981" h="2023725">
                  <a:moveTo>
                    <a:pt x="217300" y="1205"/>
                  </a:moveTo>
                  <a:cubicBezTo>
                    <a:pt x="819679" y="-43214"/>
                    <a:pt x="2251731" y="1149465"/>
                    <a:pt x="1122990" y="2023725"/>
                  </a:cubicBezTo>
                  <a:cubicBezTo>
                    <a:pt x="-309560" y="1610863"/>
                    <a:pt x="-68364" y="315495"/>
                    <a:pt x="217300" y="1205"/>
                  </a:cubicBezTo>
                  <a:close/>
                </a:path>
              </a:pathLst>
            </a:custGeom>
            <a:solidFill>
              <a:srgbClr val="F993A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2">
              <a:extLst>
                <a:ext uri="{FF2B5EF4-FFF2-40B4-BE49-F238E27FC236}">
                  <a16:creationId xmlns:a16="http://schemas.microsoft.com/office/drawing/2014/main" id="{778EDC3B-46E9-428D-8681-1EBB64233FD9}"/>
                </a:ext>
              </a:extLst>
            </p:cNvPr>
            <p:cNvSpPr/>
            <p:nvPr/>
          </p:nvSpPr>
          <p:spPr>
            <a:xfrm rot="20274632" flipH="1">
              <a:off x="6194329" y="123654"/>
              <a:ext cx="1244799" cy="1772865"/>
            </a:xfrm>
            <a:custGeom>
              <a:avLst/>
              <a:gdLst>
                <a:gd name="connsiteX0" fmla="*/ 0 w 609600"/>
                <a:gd name="connsiteY0" fmla="*/ 0 h 1088791"/>
                <a:gd name="connsiteX1" fmla="*/ 609600 w 609600"/>
                <a:gd name="connsiteY1" fmla="*/ 0 h 1088791"/>
                <a:gd name="connsiteX2" fmla="*/ 609600 w 609600"/>
                <a:gd name="connsiteY2" fmla="*/ 1088791 h 1088791"/>
                <a:gd name="connsiteX3" fmla="*/ 0 w 609600"/>
                <a:gd name="connsiteY3" fmla="*/ 1088791 h 1088791"/>
                <a:gd name="connsiteX4" fmla="*/ 0 w 609600"/>
                <a:gd name="connsiteY4" fmla="*/ 0 h 108879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291548 w 901148"/>
                <a:gd name="connsiteY3" fmla="*/ 1327331 h 1327331"/>
                <a:gd name="connsiteX4" fmla="*/ 0 w 901148"/>
                <a:gd name="connsiteY4" fmla="*/ 0 h 132733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0 w 901148"/>
                <a:gd name="connsiteY3" fmla="*/ 0 h 1327331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38540 h 2732062"/>
                <a:gd name="connsiteX2" fmla="*/ 1087370 w 1087370"/>
                <a:gd name="connsiteY2" fmla="*/ 2732062 h 2732062"/>
                <a:gd name="connsiteX3" fmla="*/ 186222 w 1087370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732062 h 2732062"/>
                <a:gd name="connsiteX2" fmla="*/ 186222 w 1087370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224167"/>
                <a:gd name="connsiteY0" fmla="*/ 0 h 2732062"/>
                <a:gd name="connsiteX1" fmla="*/ 1105554 w 1224167"/>
                <a:gd name="connsiteY1" fmla="*/ 2732062 h 2732062"/>
                <a:gd name="connsiteX2" fmla="*/ 177902 w 1224167"/>
                <a:gd name="connsiteY2" fmla="*/ 0 h 2732062"/>
                <a:gd name="connsiteX0" fmla="*/ 175580 w 1227968"/>
                <a:gd name="connsiteY0" fmla="*/ 0 h 2762542"/>
                <a:gd name="connsiteX1" fmla="*/ 1110852 w 1227968"/>
                <a:gd name="connsiteY1" fmla="*/ 2762542 h 2762542"/>
                <a:gd name="connsiteX2" fmla="*/ 175580 w 1227968"/>
                <a:gd name="connsiteY2" fmla="*/ 0 h 2762542"/>
                <a:gd name="connsiteX0" fmla="*/ 175580 w 1274674"/>
                <a:gd name="connsiteY0" fmla="*/ 0 h 2762542"/>
                <a:gd name="connsiteX1" fmla="*/ 1110852 w 1274674"/>
                <a:gd name="connsiteY1" fmla="*/ 2762542 h 2762542"/>
                <a:gd name="connsiteX2" fmla="*/ 175580 w 1274674"/>
                <a:gd name="connsiteY2" fmla="*/ 0 h 2762542"/>
                <a:gd name="connsiteX0" fmla="*/ 180257 w 1267285"/>
                <a:gd name="connsiteY0" fmla="*/ 0 h 2800642"/>
                <a:gd name="connsiteX1" fmla="*/ 1100289 w 1267285"/>
                <a:gd name="connsiteY1" fmla="*/ 2800642 h 2800642"/>
                <a:gd name="connsiteX2" fmla="*/ 180257 w 1267285"/>
                <a:gd name="connsiteY2" fmla="*/ 0 h 2800642"/>
                <a:gd name="connsiteX0" fmla="*/ 180257 w 1255150"/>
                <a:gd name="connsiteY0" fmla="*/ 0 h 2800642"/>
                <a:gd name="connsiteX1" fmla="*/ 1100289 w 1255150"/>
                <a:gd name="connsiteY1" fmla="*/ 2800642 h 2800642"/>
                <a:gd name="connsiteX2" fmla="*/ 180257 w 1255150"/>
                <a:gd name="connsiteY2" fmla="*/ 0 h 2800642"/>
                <a:gd name="connsiteX0" fmla="*/ 180257 w 1268429"/>
                <a:gd name="connsiteY0" fmla="*/ 0 h 2800642"/>
                <a:gd name="connsiteX1" fmla="*/ 1100289 w 1268429"/>
                <a:gd name="connsiteY1" fmla="*/ 2800642 h 2800642"/>
                <a:gd name="connsiteX2" fmla="*/ 180257 w 1268429"/>
                <a:gd name="connsiteY2" fmla="*/ 0 h 2800642"/>
                <a:gd name="connsiteX0" fmla="*/ 163072 w 1251244"/>
                <a:gd name="connsiteY0" fmla="*/ 0 h 2800642"/>
                <a:gd name="connsiteX1" fmla="*/ 1083104 w 1251244"/>
                <a:gd name="connsiteY1" fmla="*/ 2800642 h 2800642"/>
                <a:gd name="connsiteX2" fmla="*/ 163072 w 1251244"/>
                <a:gd name="connsiteY2" fmla="*/ 0 h 2800642"/>
                <a:gd name="connsiteX0" fmla="*/ 180256 w 1268428"/>
                <a:gd name="connsiteY0" fmla="*/ 0 h 2800642"/>
                <a:gd name="connsiteX1" fmla="*/ 1100288 w 1268428"/>
                <a:gd name="connsiteY1" fmla="*/ 2800642 h 2800642"/>
                <a:gd name="connsiteX2" fmla="*/ 180256 w 1268428"/>
                <a:gd name="connsiteY2" fmla="*/ 0 h 280064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686494"/>
                <a:gd name="connsiteY0" fmla="*/ 0 h 2815882"/>
                <a:gd name="connsiteX1" fmla="*/ 1307974 w 1686494"/>
                <a:gd name="connsiteY1" fmla="*/ 2815882 h 2815882"/>
                <a:gd name="connsiteX2" fmla="*/ 113622 w 1686494"/>
                <a:gd name="connsiteY2" fmla="*/ 0 h 2815882"/>
                <a:gd name="connsiteX0" fmla="*/ 113622 w 1669159"/>
                <a:gd name="connsiteY0" fmla="*/ 0 h 2815882"/>
                <a:gd name="connsiteX1" fmla="*/ 1307974 w 1669159"/>
                <a:gd name="connsiteY1" fmla="*/ 2815882 h 2815882"/>
                <a:gd name="connsiteX2" fmla="*/ 113622 w 1669159"/>
                <a:gd name="connsiteY2" fmla="*/ 0 h 2815882"/>
                <a:gd name="connsiteX0" fmla="*/ 113622 w 1664744"/>
                <a:gd name="connsiteY0" fmla="*/ 0 h 2815882"/>
                <a:gd name="connsiteX1" fmla="*/ 1307974 w 1664744"/>
                <a:gd name="connsiteY1" fmla="*/ 2815882 h 2815882"/>
                <a:gd name="connsiteX2" fmla="*/ 113622 w 1664744"/>
                <a:gd name="connsiteY2" fmla="*/ 0 h 2815882"/>
                <a:gd name="connsiteX0" fmla="*/ 113622 w 1690616"/>
                <a:gd name="connsiteY0" fmla="*/ 0 h 2815882"/>
                <a:gd name="connsiteX1" fmla="*/ 1307974 w 1690616"/>
                <a:gd name="connsiteY1" fmla="*/ 2815882 h 2815882"/>
                <a:gd name="connsiteX2" fmla="*/ 113622 w 1690616"/>
                <a:gd name="connsiteY2" fmla="*/ 0 h 2815882"/>
                <a:gd name="connsiteX0" fmla="*/ 121264 w 1698258"/>
                <a:gd name="connsiteY0" fmla="*/ 0 h 2815882"/>
                <a:gd name="connsiteX1" fmla="*/ 1315616 w 1698258"/>
                <a:gd name="connsiteY1" fmla="*/ 2815882 h 2815882"/>
                <a:gd name="connsiteX2" fmla="*/ 121264 w 1698258"/>
                <a:gd name="connsiteY2" fmla="*/ 0 h 2815882"/>
                <a:gd name="connsiteX0" fmla="*/ 188003 w 1551668"/>
                <a:gd name="connsiteY0" fmla="*/ 0 h 1993316"/>
                <a:gd name="connsiteX1" fmla="*/ 1121616 w 1551668"/>
                <a:gd name="connsiteY1" fmla="*/ 1993316 h 1993316"/>
                <a:gd name="connsiteX2" fmla="*/ 188003 w 1551668"/>
                <a:gd name="connsiteY2" fmla="*/ 0 h 1993316"/>
                <a:gd name="connsiteX0" fmla="*/ 188003 w 1581495"/>
                <a:gd name="connsiteY0" fmla="*/ 0 h 1993316"/>
                <a:gd name="connsiteX1" fmla="*/ 1121616 w 1581495"/>
                <a:gd name="connsiteY1" fmla="*/ 1993316 h 1993316"/>
                <a:gd name="connsiteX2" fmla="*/ 188003 w 1581495"/>
                <a:gd name="connsiteY2" fmla="*/ 0 h 1993316"/>
                <a:gd name="connsiteX0" fmla="*/ 197160 w 1568510"/>
                <a:gd name="connsiteY0" fmla="*/ 0 h 2022520"/>
                <a:gd name="connsiteX1" fmla="*/ 1102850 w 1568510"/>
                <a:gd name="connsiteY1" fmla="*/ 2022520 h 2022520"/>
                <a:gd name="connsiteX2" fmla="*/ 197160 w 1568510"/>
                <a:gd name="connsiteY2" fmla="*/ 0 h 2022520"/>
                <a:gd name="connsiteX0" fmla="*/ 204509 w 1575859"/>
                <a:gd name="connsiteY0" fmla="*/ 0 h 2022520"/>
                <a:gd name="connsiteX1" fmla="*/ 1110199 w 1575859"/>
                <a:gd name="connsiteY1" fmla="*/ 2022520 h 2022520"/>
                <a:gd name="connsiteX2" fmla="*/ 204509 w 1575859"/>
                <a:gd name="connsiteY2" fmla="*/ 0 h 2022520"/>
                <a:gd name="connsiteX0" fmla="*/ 208037 w 1579387"/>
                <a:gd name="connsiteY0" fmla="*/ 0 h 2022520"/>
                <a:gd name="connsiteX1" fmla="*/ 1113727 w 1579387"/>
                <a:gd name="connsiteY1" fmla="*/ 2022520 h 2022520"/>
                <a:gd name="connsiteX2" fmla="*/ 208037 w 1579387"/>
                <a:gd name="connsiteY2" fmla="*/ 0 h 2022520"/>
                <a:gd name="connsiteX0" fmla="*/ 217300 w 1588650"/>
                <a:gd name="connsiteY0" fmla="*/ 0 h 2022520"/>
                <a:gd name="connsiteX1" fmla="*/ 1122990 w 1588650"/>
                <a:gd name="connsiteY1" fmla="*/ 2022520 h 2022520"/>
                <a:gd name="connsiteX2" fmla="*/ 217300 w 1588650"/>
                <a:gd name="connsiteY2" fmla="*/ 0 h 2022520"/>
                <a:gd name="connsiteX0" fmla="*/ 217300 w 1543981"/>
                <a:gd name="connsiteY0" fmla="*/ 1205 h 2023725"/>
                <a:gd name="connsiteX1" fmla="*/ 1122990 w 1543981"/>
                <a:gd name="connsiteY1" fmla="*/ 2023725 h 2023725"/>
                <a:gd name="connsiteX2" fmla="*/ 217300 w 1543981"/>
                <a:gd name="connsiteY2" fmla="*/ 1205 h 202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3981" h="2023725">
                  <a:moveTo>
                    <a:pt x="217300" y="1205"/>
                  </a:moveTo>
                  <a:cubicBezTo>
                    <a:pt x="819679" y="-43214"/>
                    <a:pt x="2251731" y="1149465"/>
                    <a:pt x="1122990" y="2023725"/>
                  </a:cubicBezTo>
                  <a:cubicBezTo>
                    <a:pt x="-309560" y="1610863"/>
                    <a:pt x="-68364" y="315495"/>
                    <a:pt x="217300" y="1205"/>
                  </a:cubicBezTo>
                  <a:close/>
                </a:path>
              </a:pathLst>
            </a:custGeom>
            <a:solidFill>
              <a:srgbClr val="F993A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2">
              <a:extLst>
                <a:ext uri="{FF2B5EF4-FFF2-40B4-BE49-F238E27FC236}">
                  <a16:creationId xmlns:a16="http://schemas.microsoft.com/office/drawing/2014/main" id="{B0D0E7D8-CEAB-4723-9DCD-E0365E8302CB}"/>
                </a:ext>
              </a:extLst>
            </p:cNvPr>
            <p:cNvSpPr/>
            <p:nvPr/>
          </p:nvSpPr>
          <p:spPr>
            <a:xfrm flipH="1">
              <a:off x="6574563" y="84047"/>
              <a:ext cx="1698258" cy="2815882"/>
            </a:xfrm>
            <a:custGeom>
              <a:avLst/>
              <a:gdLst>
                <a:gd name="connsiteX0" fmla="*/ 0 w 609600"/>
                <a:gd name="connsiteY0" fmla="*/ 0 h 1088791"/>
                <a:gd name="connsiteX1" fmla="*/ 609600 w 609600"/>
                <a:gd name="connsiteY1" fmla="*/ 0 h 1088791"/>
                <a:gd name="connsiteX2" fmla="*/ 609600 w 609600"/>
                <a:gd name="connsiteY2" fmla="*/ 1088791 h 1088791"/>
                <a:gd name="connsiteX3" fmla="*/ 0 w 609600"/>
                <a:gd name="connsiteY3" fmla="*/ 1088791 h 1088791"/>
                <a:gd name="connsiteX4" fmla="*/ 0 w 609600"/>
                <a:gd name="connsiteY4" fmla="*/ 0 h 108879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291548 w 901148"/>
                <a:gd name="connsiteY3" fmla="*/ 1327331 h 1327331"/>
                <a:gd name="connsiteX4" fmla="*/ 0 w 901148"/>
                <a:gd name="connsiteY4" fmla="*/ 0 h 132733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0 w 901148"/>
                <a:gd name="connsiteY3" fmla="*/ 0 h 1327331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38540 h 2732062"/>
                <a:gd name="connsiteX2" fmla="*/ 1087370 w 1087370"/>
                <a:gd name="connsiteY2" fmla="*/ 2732062 h 2732062"/>
                <a:gd name="connsiteX3" fmla="*/ 186222 w 1087370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732062 h 2732062"/>
                <a:gd name="connsiteX2" fmla="*/ 186222 w 1087370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224167"/>
                <a:gd name="connsiteY0" fmla="*/ 0 h 2732062"/>
                <a:gd name="connsiteX1" fmla="*/ 1105554 w 1224167"/>
                <a:gd name="connsiteY1" fmla="*/ 2732062 h 2732062"/>
                <a:gd name="connsiteX2" fmla="*/ 177902 w 1224167"/>
                <a:gd name="connsiteY2" fmla="*/ 0 h 2732062"/>
                <a:gd name="connsiteX0" fmla="*/ 175580 w 1227968"/>
                <a:gd name="connsiteY0" fmla="*/ 0 h 2762542"/>
                <a:gd name="connsiteX1" fmla="*/ 1110852 w 1227968"/>
                <a:gd name="connsiteY1" fmla="*/ 2762542 h 2762542"/>
                <a:gd name="connsiteX2" fmla="*/ 175580 w 1227968"/>
                <a:gd name="connsiteY2" fmla="*/ 0 h 2762542"/>
                <a:gd name="connsiteX0" fmla="*/ 175580 w 1274674"/>
                <a:gd name="connsiteY0" fmla="*/ 0 h 2762542"/>
                <a:gd name="connsiteX1" fmla="*/ 1110852 w 1274674"/>
                <a:gd name="connsiteY1" fmla="*/ 2762542 h 2762542"/>
                <a:gd name="connsiteX2" fmla="*/ 175580 w 1274674"/>
                <a:gd name="connsiteY2" fmla="*/ 0 h 2762542"/>
                <a:gd name="connsiteX0" fmla="*/ 180257 w 1267285"/>
                <a:gd name="connsiteY0" fmla="*/ 0 h 2800642"/>
                <a:gd name="connsiteX1" fmla="*/ 1100289 w 1267285"/>
                <a:gd name="connsiteY1" fmla="*/ 2800642 h 2800642"/>
                <a:gd name="connsiteX2" fmla="*/ 180257 w 1267285"/>
                <a:gd name="connsiteY2" fmla="*/ 0 h 2800642"/>
                <a:gd name="connsiteX0" fmla="*/ 180257 w 1255150"/>
                <a:gd name="connsiteY0" fmla="*/ 0 h 2800642"/>
                <a:gd name="connsiteX1" fmla="*/ 1100289 w 1255150"/>
                <a:gd name="connsiteY1" fmla="*/ 2800642 h 2800642"/>
                <a:gd name="connsiteX2" fmla="*/ 180257 w 1255150"/>
                <a:gd name="connsiteY2" fmla="*/ 0 h 2800642"/>
                <a:gd name="connsiteX0" fmla="*/ 180257 w 1268429"/>
                <a:gd name="connsiteY0" fmla="*/ 0 h 2800642"/>
                <a:gd name="connsiteX1" fmla="*/ 1100289 w 1268429"/>
                <a:gd name="connsiteY1" fmla="*/ 2800642 h 2800642"/>
                <a:gd name="connsiteX2" fmla="*/ 180257 w 1268429"/>
                <a:gd name="connsiteY2" fmla="*/ 0 h 2800642"/>
                <a:gd name="connsiteX0" fmla="*/ 163072 w 1251244"/>
                <a:gd name="connsiteY0" fmla="*/ 0 h 2800642"/>
                <a:gd name="connsiteX1" fmla="*/ 1083104 w 1251244"/>
                <a:gd name="connsiteY1" fmla="*/ 2800642 h 2800642"/>
                <a:gd name="connsiteX2" fmla="*/ 163072 w 1251244"/>
                <a:gd name="connsiteY2" fmla="*/ 0 h 2800642"/>
                <a:gd name="connsiteX0" fmla="*/ 180256 w 1268428"/>
                <a:gd name="connsiteY0" fmla="*/ 0 h 2800642"/>
                <a:gd name="connsiteX1" fmla="*/ 1100288 w 1268428"/>
                <a:gd name="connsiteY1" fmla="*/ 2800642 h 2800642"/>
                <a:gd name="connsiteX2" fmla="*/ 180256 w 1268428"/>
                <a:gd name="connsiteY2" fmla="*/ 0 h 280064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434064"/>
                <a:gd name="connsiteY0" fmla="*/ 0 h 2815882"/>
                <a:gd name="connsiteX1" fmla="*/ 1307974 w 1434064"/>
                <a:gd name="connsiteY1" fmla="*/ 2815882 h 2815882"/>
                <a:gd name="connsiteX2" fmla="*/ 113622 w 1434064"/>
                <a:gd name="connsiteY2" fmla="*/ 0 h 2815882"/>
                <a:gd name="connsiteX0" fmla="*/ 113622 w 1686494"/>
                <a:gd name="connsiteY0" fmla="*/ 0 h 2815882"/>
                <a:gd name="connsiteX1" fmla="*/ 1307974 w 1686494"/>
                <a:gd name="connsiteY1" fmla="*/ 2815882 h 2815882"/>
                <a:gd name="connsiteX2" fmla="*/ 113622 w 1686494"/>
                <a:gd name="connsiteY2" fmla="*/ 0 h 2815882"/>
                <a:gd name="connsiteX0" fmla="*/ 113622 w 1669159"/>
                <a:gd name="connsiteY0" fmla="*/ 0 h 2815882"/>
                <a:gd name="connsiteX1" fmla="*/ 1307974 w 1669159"/>
                <a:gd name="connsiteY1" fmla="*/ 2815882 h 2815882"/>
                <a:gd name="connsiteX2" fmla="*/ 113622 w 1669159"/>
                <a:gd name="connsiteY2" fmla="*/ 0 h 2815882"/>
                <a:gd name="connsiteX0" fmla="*/ 113622 w 1664744"/>
                <a:gd name="connsiteY0" fmla="*/ 0 h 2815882"/>
                <a:gd name="connsiteX1" fmla="*/ 1307974 w 1664744"/>
                <a:gd name="connsiteY1" fmla="*/ 2815882 h 2815882"/>
                <a:gd name="connsiteX2" fmla="*/ 113622 w 1664744"/>
                <a:gd name="connsiteY2" fmla="*/ 0 h 2815882"/>
                <a:gd name="connsiteX0" fmla="*/ 113622 w 1690616"/>
                <a:gd name="connsiteY0" fmla="*/ 0 h 2815882"/>
                <a:gd name="connsiteX1" fmla="*/ 1307974 w 1690616"/>
                <a:gd name="connsiteY1" fmla="*/ 2815882 h 2815882"/>
                <a:gd name="connsiteX2" fmla="*/ 113622 w 1690616"/>
                <a:gd name="connsiteY2" fmla="*/ 0 h 2815882"/>
                <a:gd name="connsiteX0" fmla="*/ 121264 w 1698258"/>
                <a:gd name="connsiteY0" fmla="*/ 0 h 2815882"/>
                <a:gd name="connsiteX1" fmla="*/ 1315616 w 1698258"/>
                <a:gd name="connsiteY1" fmla="*/ 2815882 h 2815882"/>
                <a:gd name="connsiteX2" fmla="*/ 121264 w 1698258"/>
                <a:gd name="connsiteY2" fmla="*/ 0 h 281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8258" h="2815882">
                  <a:moveTo>
                    <a:pt x="121264" y="0"/>
                  </a:moveTo>
                  <a:cubicBezTo>
                    <a:pt x="985748" y="64205"/>
                    <a:pt x="2376343" y="2342517"/>
                    <a:pt x="1315616" y="2815882"/>
                  </a:cubicBezTo>
                  <a:cubicBezTo>
                    <a:pt x="-90661" y="2393206"/>
                    <a:pt x="-134944" y="566131"/>
                    <a:pt x="121264" y="0"/>
                  </a:cubicBezTo>
                  <a:close/>
                </a:path>
              </a:pathLst>
            </a:custGeom>
            <a:solidFill>
              <a:srgbClr val="F993A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6CB9F4-9E6F-417E-BAE1-1401005FD274}"/>
                </a:ext>
              </a:extLst>
            </p:cNvPr>
            <p:cNvSpPr/>
            <p:nvPr/>
          </p:nvSpPr>
          <p:spPr>
            <a:xfrm>
              <a:off x="6733391" y="2642862"/>
              <a:ext cx="1173741" cy="4325751"/>
            </a:xfrm>
            <a:custGeom>
              <a:avLst/>
              <a:gdLst>
                <a:gd name="connsiteX0" fmla="*/ 0 w 232229"/>
                <a:gd name="connsiteY0" fmla="*/ 0 h 772886"/>
                <a:gd name="connsiteX1" fmla="*/ 232229 w 232229"/>
                <a:gd name="connsiteY1" fmla="*/ 0 h 772886"/>
                <a:gd name="connsiteX2" fmla="*/ 232229 w 232229"/>
                <a:gd name="connsiteY2" fmla="*/ 772886 h 772886"/>
                <a:gd name="connsiteX3" fmla="*/ 0 w 232229"/>
                <a:gd name="connsiteY3" fmla="*/ 772886 h 772886"/>
                <a:gd name="connsiteX4" fmla="*/ 0 w 232229"/>
                <a:gd name="connsiteY4" fmla="*/ 0 h 772886"/>
                <a:gd name="connsiteX0" fmla="*/ 0 w 1016001"/>
                <a:gd name="connsiteY0" fmla="*/ 0 h 3791857"/>
                <a:gd name="connsiteX1" fmla="*/ 232229 w 1016001"/>
                <a:gd name="connsiteY1" fmla="*/ 0 h 3791857"/>
                <a:gd name="connsiteX2" fmla="*/ 1016001 w 1016001"/>
                <a:gd name="connsiteY2" fmla="*/ 3791857 h 3791857"/>
                <a:gd name="connsiteX3" fmla="*/ 0 w 1016001"/>
                <a:gd name="connsiteY3" fmla="*/ 772886 h 3791857"/>
                <a:gd name="connsiteX4" fmla="*/ 0 w 1016001"/>
                <a:gd name="connsiteY4" fmla="*/ 0 h 3791857"/>
                <a:gd name="connsiteX0" fmla="*/ 0 w 1016001"/>
                <a:gd name="connsiteY0" fmla="*/ 0 h 4322799"/>
                <a:gd name="connsiteX1" fmla="*/ 232229 w 1016001"/>
                <a:gd name="connsiteY1" fmla="*/ 0 h 4322799"/>
                <a:gd name="connsiteX2" fmla="*/ 1016001 w 1016001"/>
                <a:gd name="connsiteY2" fmla="*/ 4322799 h 4322799"/>
                <a:gd name="connsiteX3" fmla="*/ 0 w 1016001"/>
                <a:gd name="connsiteY3" fmla="*/ 772886 h 4322799"/>
                <a:gd name="connsiteX4" fmla="*/ 0 w 1016001"/>
                <a:gd name="connsiteY4" fmla="*/ 0 h 4322799"/>
                <a:gd name="connsiteX0" fmla="*/ 0 w 1016001"/>
                <a:gd name="connsiteY0" fmla="*/ 0 h 4322799"/>
                <a:gd name="connsiteX1" fmla="*/ 232229 w 1016001"/>
                <a:gd name="connsiteY1" fmla="*/ 0 h 4322799"/>
                <a:gd name="connsiteX2" fmla="*/ 1016001 w 1016001"/>
                <a:gd name="connsiteY2" fmla="*/ 4322799 h 4322799"/>
                <a:gd name="connsiteX3" fmla="*/ 707922 w 1016001"/>
                <a:gd name="connsiteY3" fmla="*/ 4312499 h 4322799"/>
                <a:gd name="connsiteX4" fmla="*/ 0 w 1016001"/>
                <a:gd name="connsiteY4" fmla="*/ 0 h 4322799"/>
                <a:gd name="connsiteX0" fmla="*/ 0 w 1016001"/>
                <a:gd name="connsiteY0" fmla="*/ 0 h 4322799"/>
                <a:gd name="connsiteX1" fmla="*/ 1016001 w 1016001"/>
                <a:gd name="connsiteY1" fmla="*/ 4322799 h 4322799"/>
                <a:gd name="connsiteX2" fmla="*/ 707922 w 1016001"/>
                <a:gd name="connsiteY2" fmla="*/ 4312499 h 4322799"/>
                <a:gd name="connsiteX3" fmla="*/ 0 w 1016001"/>
                <a:gd name="connsiteY3" fmla="*/ 0 h 4322799"/>
                <a:gd name="connsiteX0" fmla="*/ 0 w 883479"/>
                <a:gd name="connsiteY0" fmla="*/ 0 h 4336051"/>
                <a:gd name="connsiteX1" fmla="*/ 883479 w 883479"/>
                <a:gd name="connsiteY1" fmla="*/ 4336051 h 4336051"/>
                <a:gd name="connsiteX2" fmla="*/ 575400 w 883479"/>
                <a:gd name="connsiteY2" fmla="*/ 4325751 h 4336051"/>
                <a:gd name="connsiteX3" fmla="*/ 0 w 883479"/>
                <a:gd name="connsiteY3" fmla="*/ 0 h 4336051"/>
                <a:gd name="connsiteX0" fmla="*/ 60567 w 944046"/>
                <a:gd name="connsiteY0" fmla="*/ 0 h 4336051"/>
                <a:gd name="connsiteX1" fmla="*/ 944046 w 944046"/>
                <a:gd name="connsiteY1" fmla="*/ 4336051 h 4336051"/>
                <a:gd name="connsiteX2" fmla="*/ 635967 w 944046"/>
                <a:gd name="connsiteY2" fmla="*/ 4325751 h 4336051"/>
                <a:gd name="connsiteX3" fmla="*/ 60567 w 944046"/>
                <a:gd name="connsiteY3" fmla="*/ 0 h 4336051"/>
                <a:gd name="connsiteX0" fmla="*/ 60567 w 944046"/>
                <a:gd name="connsiteY0" fmla="*/ 0 h 4336051"/>
                <a:gd name="connsiteX1" fmla="*/ 206341 w 944046"/>
                <a:gd name="connsiteY1" fmla="*/ 73834 h 4336051"/>
                <a:gd name="connsiteX2" fmla="*/ 944046 w 944046"/>
                <a:gd name="connsiteY2" fmla="*/ 4336051 h 4336051"/>
                <a:gd name="connsiteX3" fmla="*/ 635967 w 944046"/>
                <a:gd name="connsiteY3" fmla="*/ 4325751 h 4336051"/>
                <a:gd name="connsiteX4" fmla="*/ 60567 w 944046"/>
                <a:gd name="connsiteY4" fmla="*/ 0 h 4336051"/>
                <a:gd name="connsiteX0" fmla="*/ 60567 w 944046"/>
                <a:gd name="connsiteY0" fmla="*/ 0 h 4336051"/>
                <a:gd name="connsiteX1" fmla="*/ 206341 w 944046"/>
                <a:gd name="connsiteY1" fmla="*/ 73834 h 4336051"/>
                <a:gd name="connsiteX2" fmla="*/ 944046 w 944046"/>
                <a:gd name="connsiteY2" fmla="*/ 4336051 h 4336051"/>
                <a:gd name="connsiteX3" fmla="*/ 635967 w 944046"/>
                <a:gd name="connsiteY3" fmla="*/ 4325751 h 4336051"/>
                <a:gd name="connsiteX4" fmla="*/ 60567 w 944046"/>
                <a:gd name="connsiteY4" fmla="*/ 0 h 4336051"/>
                <a:gd name="connsiteX0" fmla="*/ 104731 w 988210"/>
                <a:gd name="connsiteY0" fmla="*/ 0 h 4336051"/>
                <a:gd name="connsiteX1" fmla="*/ 250505 w 988210"/>
                <a:gd name="connsiteY1" fmla="*/ 73834 h 4336051"/>
                <a:gd name="connsiteX2" fmla="*/ 988210 w 988210"/>
                <a:gd name="connsiteY2" fmla="*/ 4336051 h 4336051"/>
                <a:gd name="connsiteX3" fmla="*/ 680131 w 988210"/>
                <a:gd name="connsiteY3" fmla="*/ 4325751 h 4336051"/>
                <a:gd name="connsiteX4" fmla="*/ 104731 w 988210"/>
                <a:gd name="connsiteY4" fmla="*/ 0 h 4336051"/>
                <a:gd name="connsiteX0" fmla="*/ 104731 w 1173741"/>
                <a:gd name="connsiteY0" fmla="*/ 0 h 4325751"/>
                <a:gd name="connsiteX1" fmla="*/ 250505 w 1173741"/>
                <a:gd name="connsiteY1" fmla="*/ 73834 h 4325751"/>
                <a:gd name="connsiteX2" fmla="*/ 1173741 w 1173741"/>
                <a:gd name="connsiteY2" fmla="*/ 4322798 h 4325751"/>
                <a:gd name="connsiteX3" fmla="*/ 680131 w 1173741"/>
                <a:gd name="connsiteY3" fmla="*/ 4325751 h 4325751"/>
                <a:gd name="connsiteX4" fmla="*/ 104731 w 1173741"/>
                <a:gd name="connsiteY4" fmla="*/ 0 h 4325751"/>
                <a:gd name="connsiteX0" fmla="*/ 104731 w 1173741"/>
                <a:gd name="connsiteY0" fmla="*/ 0 h 4325751"/>
                <a:gd name="connsiteX1" fmla="*/ 250505 w 1173741"/>
                <a:gd name="connsiteY1" fmla="*/ 73834 h 4325751"/>
                <a:gd name="connsiteX2" fmla="*/ 1173741 w 1173741"/>
                <a:gd name="connsiteY2" fmla="*/ 4322798 h 4325751"/>
                <a:gd name="connsiteX3" fmla="*/ 680131 w 1173741"/>
                <a:gd name="connsiteY3" fmla="*/ 4325751 h 4325751"/>
                <a:gd name="connsiteX4" fmla="*/ 104731 w 1173741"/>
                <a:gd name="connsiteY4" fmla="*/ 0 h 432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741" h="4325751">
                  <a:moveTo>
                    <a:pt x="104731" y="0"/>
                  </a:moveTo>
                  <a:cubicBezTo>
                    <a:pt x="117983" y="73203"/>
                    <a:pt x="237253" y="631"/>
                    <a:pt x="250505" y="73834"/>
                  </a:cubicBezTo>
                  <a:cubicBezTo>
                    <a:pt x="125346" y="1136765"/>
                    <a:pt x="159213" y="3153851"/>
                    <a:pt x="1173741" y="4322798"/>
                  </a:cubicBezTo>
                  <a:lnTo>
                    <a:pt x="680131" y="4325751"/>
                  </a:lnTo>
                  <a:cubicBezTo>
                    <a:pt x="77513" y="3228391"/>
                    <a:pt x="-154043" y="474508"/>
                    <a:pt x="104731" y="0"/>
                  </a:cubicBezTo>
                  <a:close/>
                </a:path>
              </a:pathLst>
            </a:custGeom>
            <a:solidFill>
              <a:srgbClr val="A2C85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6C4B0C2-9754-4F93-99B4-B49535B69FAF}"/>
                </a:ext>
              </a:extLst>
            </p:cNvPr>
            <p:cNvSpPr/>
            <p:nvPr/>
          </p:nvSpPr>
          <p:spPr>
            <a:xfrm>
              <a:off x="5798464" y="134178"/>
              <a:ext cx="1268428" cy="2800642"/>
            </a:xfrm>
            <a:custGeom>
              <a:avLst/>
              <a:gdLst>
                <a:gd name="connsiteX0" fmla="*/ 0 w 609600"/>
                <a:gd name="connsiteY0" fmla="*/ 0 h 1088791"/>
                <a:gd name="connsiteX1" fmla="*/ 609600 w 609600"/>
                <a:gd name="connsiteY1" fmla="*/ 0 h 1088791"/>
                <a:gd name="connsiteX2" fmla="*/ 609600 w 609600"/>
                <a:gd name="connsiteY2" fmla="*/ 1088791 h 1088791"/>
                <a:gd name="connsiteX3" fmla="*/ 0 w 609600"/>
                <a:gd name="connsiteY3" fmla="*/ 1088791 h 1088791"/>
                <a:gd name="connsiteX4" fmla="*/ 0 w 609600"/>
                <a:gd name="connsiteY4" fmla="*/ 0 h 108879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291548 w 901148"/>
                <a:gd name="connsiteY3" fmla="*/ 1327331 h 1327331"/>
                <a:gd name="connsiteX4" fmla="*/ 0 w 901148"/>
                <a:gd name="connsiteY4" fmla="*/ 0 h 1327331"/>
                <a:gd name="connsiteX0" fmla="*/ 0 w 901148"/>
                <a:gd name="connsiteY0" fmla="*/ 0 h 1327331"/>
                <a:gd name="connsiteX1" fmla="*/ 901148 w 901148"/>
                <a:gd name="connsiteY1" fmla="*/ 238540 h 1327331"/>
                <a:gd name="connsiteX2" fmla="*/ 901148 w 901148"/>
                <a:gd name="connsiteY2" fmla="*/ 1327331 h 1327331"/>
                <a:gd name="connsiteX3" fmla="*/ 0 w 901148"/>
                <a:gd name="connsiteY3" fmla="*/ 0 h 1327331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0 w 901148"/>
                <a:gd name="connsiteY0" fmla="*/ 0 h 2732062"/>
                <a:gd name="connsiteX1" fmla="*/ 901148 w 901148"/>
                <a:gd name="connsiteY1" fmla="*/ 238540 h 2732062"/>
                <a:gd name="connsiteX2" fmla="*/ 901148 w 901148"/>
                <a:gd name="connsiteY2" fmla="*/ 2732062 h 2732062"/>
                <a:gd name="connsiteX3" fmla="*/ 0 w 901148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38540 h 2732062"/>
                <a:gd name="connsiteX2" fmla="*/ 1087370 w 1087370"/>
                <a:gd name="connsiteY2" fmla="*/ 2732062 h 2732062"/>
                <a:gd name="connsiteX3" fmla="*/ 186222 w 1087370"/>
                <a:gd name="connsiteY3" fmla="*/ 0 h 2732062"/>
                <a:gd name="connsiteX0" fmla="*/ 186222 w 1087370"/>
                <a:gd name="connsiteY0" fmla="*/ 0 h 2732062"/>
                <a:gd name="connsiteX1" fmla="*/ 1087370 w 1087370"/>
                <a:gd name="connsiteY1" fmla="*/ 2732062 h 2732062"/>
                <a:gd name="connsiteX2" fmla="*/ 186222 w 1087370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105554"/>
                <a:gd name="connsiteY0" fmla="*/ 0 h 2732062"/>
                <a:gd name="connsiteX1" fmla="*/ 1105554 w 1105554"/>
                <a:gd name="connsiteY1" fmla="*/ 2732062 h 2732062"/>
                <a:gd name="connsiteX2" fmla="*/ 177902 w 1105554"/>
                <a:gd name="connsiteY2" fmla="*/ 0 h 2732062"/>
                <a:gd name="connsiteX0" fmla="*/ 177902 w 1224167"/>
                <a:gd name="connsiteY0" fmla="*/ 0 h 2732062"/>
                <a:gd name="connsiteX1" fmla="*/ 1105554 w 1224167"/>
                <a:gd name="connsiteY1" fmla="*/ 2732062 h 2732062"/>
                <a:gd name="connsiteX2" fmla="*/ 177902 w 1224167"/>
                <a:gd name="connsiteY2" fmla="*/ 0 h 2732062"/>
                <a:gd name="connsiteX0" fmla="*/ 175580 w 1227968"/>
                <a:gd name="connsiteY0" fmla="*/ 0 h 2762542"/>
                <a:gd name="connsiteX1" fmla="*/ 1110852 w 1227968"/>
                <a:gd name="connsiteY1" fmla="*/ 2762542 h 2762542"/>
                <a:gd name="connsiteX2" fmla="*/ 175580 w 1227968"/>
                <a:gd name="connsiteY2" fmla="*/ 0 h 2762542"/>
                <a:gd name="connsiteX0" fmla="*/ 175580 w 1274674"/>
                <a:gd name="connsiteY0" fmla="*/ 0 h 2762542"/>
                <a:gd name="connsiteX1" fmla="*/ 1110852 w 1274674"/>
                <a:gd name="connsiteY1" fmla="*/ 2762542 h 2762542"/>
                <a:gd name="connsiteX2" fmla="*/ 175580 w 1274674"/>
                <a:gd name="connsiteY2" fmla="*/ 0 h 2762542"/>
                <a:gd name="connsiteX0" fmla="*/ 180257 w 1267285"/>
                <a:gd name="connsiteY0" fmla="*/ 0 h 2800642"/>
                <a:gd name="connsiteX1" fmla="*/ 1100289 w 1267285"/>
                <a:gd name="connsiteY1" fmla="*/ 2800642 h 2800642"/>
                <a:gd name="connsiteX2" fmla="*/ 180257 w 1267285"/>
                <a:gd name="connsiteY2" fmla="*/ 0 h 2800642"/>
                <a:gd name="connsiteX0" fmla="*/ 180257 w 1255150"/>
                <a:gd name="connsiteY0" fmla="*/ 0 h 2800642"/>
                <a:gd name="connsiteX1" fmla="*/ 1100289 w 1255150"/>
                <a:gd name="connsiteY1" fmla="*/ 2800642 h 2800642"/>
                <a:gd name="connsiteX2" fmla="*/ 180257 w 1255150"/>
                <a:gd name="connsiteY2" fmla="*/ 0 h 2800642"/>
                <a:gd name="connsiteX0" fmla="*/ 180257 w 1268429"/>
                <a:gd name="connsiteY0" fmla="*/ 0 h 2800642"/>
                <a:gd name="connsiteX1" fmla="*/ 1100289 w 1268429"/>
                <a:gd name="connsiteY1" fmla="*/ 2800642 h 2800642"/>
                <a:gd name="connsiteX2" fmla="*/ 180257 w 1268429"/>
                <a:gd name="connsiteY2" fmla="*/ 0 h 2800642"/>
                <a:gd name="connsiteX0" fmla="*/ 163072 w 1251244"/>
                <a:gd name="connsiteY0" fmla="*/ 0 h 2800642"/>
                <a:gd name="connsiteX1" fmla="*/ 1083104 w 1251244"/>
                <a:gd name="connsiteY1" fmla="*/ 2800642 h 2800642"/>
                <a:gd name="connsiteX2" fmla="*/ 163072 w 1251244"/>
                <a:gd name="connsiteY2" fmla="*/ 0 h 2800642"/>
                <a:gd name="connsiteX0" fmla="*/ 180256 w 1268428"/>
                <a:gd name="connsiteY0" fmla="*/ 0 h 2800642"/>
                <a:gd name="connsiteX1" fmla="*/ 1100288 w 1268428"/>
                <a:gd name="connsiteY1" fmla="*/ 2800642 h 2800642"/>
                <a:gd name="connsiteX2" fmla="*/ 180256 w 1268428"/>
                <a:gd name="connsiteY2" fmla="*/ 0 h 2800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8428" h="2800642">
                  <a:moveTo>
                    <a:pt x="180256" y="0"/>
                  </a:moveTo>
                  <a:cubicBezTo>
                    <a:pt x="1189520" y="1024325"/>
                    <a:pt x="1498075" y="2647317"/>
                    <a:pt x="1100288" y="2800642"/>
                  </a:cubicBezTo>
                  <a:cubicBezTo>
                    <a:pt x="-260269" y="2400826"/>
                    <a:pt x="-75952" y="566131"/>
                    <a:pt x="180256" y="0"/>
                  </a:cubicBezTo>
                  <a:close/>
                </a:path>
              </a:pathLst>
            </a:custGeom>
            <a:solidFill>
              <a:srgbClr val="F993A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ttsMP3.com_VoiceText_2025-4-26_23-45-52">
            <a:hlinkClick r:id="" action="ppaction://media"/>
            <a:extLst>
              <a:ext uri="{FF2B5EF4-FFF2-40B4-BE49-F238E27FC236}">
                <a16:creationId xmlns:a16="http://schemas.microsoft.com/office/drawing/2014/main" id="{3045C74A-F45A-4B52-B119-23A9631384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6400" y="656771"/>
            <a:ext cx="609600" cy="609600"/>
          </a:xfrm>
          <a:prstGeom prst="rect">
            <a:avLst/>
          </a:prstGeom>
        </p:spPr>
      </p:pic>
      <p:pic>
        <p:nvPicPr>
          <p:cNvPr id="62" name="1sec">
            <a:hlinkClick r:id="" action="ppaction://media"/>
            <a:extLst>
              <a:ext uri="{FF2B5EF4-FFF2-40B4-BE49-F238E27FC236}">
                <a16:creationId xmlns:a16="http://schemas.microsoft.com/office/drawing/2014/main" id="{D7AC681E-471C-4E5D-B426-77B759966E4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99605" y="656771"/>
            <a:ext cx="609600" cy="609600"/>
          </a:xfrm>
          <a:prstGeom prst="rect">
            <a:avLst/>
          </a:prstGeom>
        </p:spPr>
      </p:pic>
      <p:pic>
        <p:nvPicPr>
          <p:cNvPr id="8" name="ttsMP3.com_VoiceText_2025-4-26_23-48-16">
            <a:hlinkClick r:id="" action="ppaction://media"/>
            <a:extLst>
              <a:ext uri="{FF2B5EF4-FFF2-40B4-BE49-F238E27FC236}">
                <a16:creationId xmlns:a16="http://schemas.microsoft.com/office/drawing/2014/main" id="{70F0A729-1DCB-4165-8CDF-79888F1E7E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99326" y="656771"/>
            <a:ext cx="609600" cy="609600"/>
          </a:xfrm>
          <a:prstGeom prst="rect">
            <a:avLst/>
          </a:prstGeom>
        </p:spPr>
      </p:pic>
      <p:pic>
        <p:nvPicPr>
          <p:cNvPr id="63" name="1sec">
            <a:hlinkClick r:id="" action="ppaction://media"/>
            <a:extLst>
              <a:ext uri="{FF2B5EF4-FFF2-40B4-BE49-F238E27FC236}">
                <a16:creationId xmlns:a16="http://schemas.microsoft.com/office/drawing/2014/main" id="{32A56892-2D2F-40D2-8C78-ADB0D526082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92531" y="655665"/>
            <a:ext cx="609600" cy="609600"/>
          </a:xfrm>
          <a:prstGeom prst="rect">
            <a:avLst/>
          </a:prstGeom>
        </p:spPr>
      </p:pic>
      <p:pic>
        <p:nvPicPr>
          <p:cNvPr id="64" name="1sec">
            <a:hlinkClick r:id="" action="ppaction://media"/>
            <a:extLst>
              <a:ext uri="{FF2B5EF4-FFF2-40B4-BE49-F238E27FC236}">
                <a16:creationId xmlns:a16="http://schemas.microsoft.com/office/drawing/2014/main" id="{2B30F756-0098-44DB-8319-94E62F12E77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21101" y="65566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8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34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90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6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2976943" y="1336031"/>
            <a:ext cx="4300430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 err="1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</a:t>
            </a:r>
            <a:r>
              <a:rPr kumimoji="0" lang="en-US" sz="11500" b="1" i="0" u="none" strike="noStrike" kern="1200" cap="none" spc="0" normalizeH="0" baseline="0" noProof="0" dirty="0" err="1">
                <a:ln>
                  <a:solidFill>
                    <a:sysClr val="windowText" lastClr="000000"/>
                  </a:solidFill>
                </a:ln>
                <a:solidFill>
                  <a:srgbClr val="9210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9210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364658" y="1336031"/>
            <a:ext cx="237055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9210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9210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B409E5-8452-4097-8F90-90A0E1F45039}"/>
              </a:ext>
            </a:extLst>
          </p:cNvPr>
          <p:cNvGrpSpPr/>
          <p:nvPr/>
        </p:nvGrpSpPr>
        <p:grpSpPr>
          <a:xfrm>
            <a:off x="7437758" y="769260"/>
            <a:ext cx="4553411" cy="5319479"/>
            <a:chOff x="3677502" y="317123"/>
            <a:chExt cx="5341576" cy="6240249"/>
          </a:xfrm>
        </p:grpSpPr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2100210-3FEF-48CB-8C5B-12F71297C799}"/>
                </a:ext>
              </a:extLst>
            </p:cNvPr>
            <p:cNvSpPr/>
            <p:nvPr/>
          </p:nvSpPr>
          <p:spPr>
            <a:xfrm flipH="1">
              <a:off x="3677502" y="1370634"/>
              <a:ext cx="4064461" cy="5127903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  <a:gd name="connsiteX0" fmla="*/ 19064 w 4064461"/>
                <a:gd name="connsiteY0" fmla="*/ 2458794 h 5127903"/>
                <a:gd name="connsiteX1" fmla="*/ 2304214 w 4064461"/>
                <a:gd name="connsiteY1" fmla="*/ 516 h 5127903"/>
                <a:gd name="connsiteX2" fmla="*/ 4059278 w 4064461"/>
                <a:gd name="connsiteY2" fmla="*/ 2525055 h 5127903"/>
                <a:gd name="connsiteX3" fmla="*/ 1721118 w 4064461"/>
                <a:gd name="connsiteY3" fmla="*/ 5115855 h 5127903"/>
                <a:gd name="connsiteX4" fmla="*/ 19064 w 4064461"/>
                <a:gd name="connsiteY4" fmla="*/ 2458794 h 512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4461" h="5127903">
                  <a:moveTo>
                    <a:pt x="19064" y="2458794"/>
                  </a:moveTo>
                  <a:cubicBezTo>
                    <a:pt x="129500" y="135247"/>
                    <a:pt x="1630845" y="-10527"/>
                    <a:pt x="2304214" y="516"/>
                  </a:cubicBezTo>
                  <a:cubicBezTo>
                    <a:pt x="2977583" y="11559"/>
                    <a:pt x="4152043" y="998269"/>
                    <a:pt x="4059278" y="2525055"/>
                  </a:cubicBezTo>
                  <a:cubicBezTo>
                    <a:pt x="3953261" y="4383144"/>
                    <a:pt x="3189619" y="5020881"/>
                    <a:pt x="1721118" y="5115855"/>
                  </a:cubicBezTo>
                  <a:cubicBezTo>
                    <a:pt x="252617" y="5210829"/>
                    <a:pt x="-91372" y="4782341"/>
                    <a:pt x="19064" y="2458794"/>
                  </a:cubicBezTo>
                  <a:close/>
                </a:path>
              </a:pathLst>
            </a:custGeom>
            <a:solidFill>
              <a:srgbClr val="92106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1FE42AC-A5C2-41DE-90B7-F3A67B5573F2}"/>
                </a:ext>
              </a:extLst>
            </p:cNvPr>
            <p:cNvSpPr/>
            <p:nvPr/>
          </p:nvSpPr>
          <p:spPr>
            <a:xfrm>
              <a:off x="6090654" y="1038455"/>
              <a:ext cx="319671" cy="323620"/>
            </a:xfrm>
            <a:custGeom>
              <a:avLst/>
              <a:gdLst>
                <a:gd name="connsiteX0" fmla="*/ 0 w 219659"/>
                <a:gd name="connsiteY0" fmla="*/ 0 h 137882"/>
                <a:gd name="connsiteX1" fmla="*/ 219659 w 219659"/>
                <a:gd name="connsiteY1" fmla="*/ 0 h 137882"/>
                <a:gd name="connsiteX2" fmla="*/ 219659 w 219659"/>
                <a:gd name="connsiteY2" fmla="*/ 137882 h 137882"/>
                <a:gd name="connsiteX3" fmla="*/ 0 w 219659"/>
                <a:gd name="connsiteY3" fmla="*/ 137882 h 137882"/>
                <a:gd name="connsiteX4" fmla="*/ 0 w 219659"/>
                <a:gd name="connsiteY4" fmla="*/ 0 h 137882"/>
                <a:gd name="connsiteX0" fmla="*/ 0 w 276809"/>
                <a:gd name="connsiteY0" fmla="*/ 0 h 299807"/>
                <a:gd name="connsiteX1" fmla="*/ 219659 w 276809"/>
                <a:gd name="connsiteY1" fmla="*/ 0 h 299807"/>
                <a:gd name="connsiteX2" fmla="*/ 276809 w 276809"/>
                <a:gd name="connsiteY2" fmla="*/ 299807 h 299807"/>
                <a:gd name="connsiteX3" fmla="*/ 0 w 276809"/>
                <a:gd name="connsiteY3" fmla="*/ 137882 h 299807"/>
                <a:gd name="connsiteX4" fmla="*/ 0 w 276809"/>
                <a:gd name="connsiteY4" fmla="*/ 0 h 299807"/>
                <a:gd name="connsiteX0" fmla="*/ 0 w 310146"/>
                <a:gd name="connsiteY0" fmla="*/ 0 h 299807"/>
                <a:gd name="connsiteX1" fmla="*/ 310146 w 310146"/>
                <a:gd name="connsiteY1" fmla="*/ 219075 h 299807"/>
                <a:gd name="connsiteX2" fmla="*/ 276809 w 310146"/>
                <a:gd name="connsiteY2" fmla="*/ 299807 h 299807"/>
                <a:gd name="connsiteX3" fmla="*/ 0 w 310146"/>
                <a:gd name="connsiteY3" fmla="*/ 137882 h 299807"/>
                <a:gd name="connsiteX4" fmla="*/ 0 w 310146"/>
                <a:gd name="connsiteY4" fmla="*/ 0 h 299807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24434"/>
                <a:gd name="connsiteY0" fmla="*/ 0 h 323620"/>
                <a:gd name="connsiteX1" fmla="*/ 324434 w 324434"/>
                <a:gd name="connsiteY1" fmla="*/ 242888 h 323620"/>
                <a:gd name="connsiteX2" fmla="*/ 291097 w 324434"/>
                <a:gd name="connsiteY2" fmla="*/ 323620 h 323620"/>
                <a:gd name="connsiteX3" fmla="*/ 14288 w 324434"/>
                <a:gd name="connsiteY3" fmla="*/ 161695 h 323620"/>
                <a:gd name="connsiteX4" fmla="*/ 0 w 32443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0 w 305384"/>
                <a:gd name="connsiteY0" fmla="*/ 0 h 323620"/>
                <a:gd name="connsiteX1" fmla="*/ 305384 w 305384"/>
                <a:gd name="connsiteY1" fmla="*/ 280988 h 323620"/>
                <a:gd name="connsiteX2" fmla="*/ 291097 w 305384"/>
                <a:gd name="connsiteY2" fmla="*/ 323620 h 323620"/>
                <a:gd name="connsiteX3" fmla="*/ 14288 w 305384"/>
                <a:gd name="connsiteY3" fmla="*/ 161695 h 323620"/>
                <a:gd name="connsiteX4" fmla="*/ 0 w 305384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  <a:gd name="connsiteX0" fmla="*/ 14287 w 319671"/>
                <a:gd name="connsiteY0" fmla="*/ 0 h 323620"/>
                <a:gd name="connsiteX1" fmla="*/ 319671 w 319671"/>
                <a:gd name="connsiteY1" fmla="*/ 280988 h 323620"/>
                <a:gd name="connsiteX2" fmla="*/ 305384 w 319671"/>
                <a:gd name="connsiteY2" fmla="*/ 323620 h 323620"/>
                <a:gd name="connsiteX3" fmla="*/ 0 w 319671"/>
                <a:gd name="connsiteY3" fmla="*/ 61683 h 323620"/>
                <a:gd name="connsiteX4" fmla="*/ 14287 w 319671"/>
                <a:gd name="connsiteY4" fmla="*/ 0 h 3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671" h="323620">
                  <a:moveTo>
                    <a:pt x="14287" y="0"/>
                  </a:moveTo>
                  <a:cubicBezTo>
                    <a:pt x="141482" y="52388"/>
                    <a:pt x="278201" y="190500"/>
                    <a:pt x="319671" y="280988"/>
                  </a:cubicBezTo>
                  <a:lnTo>
                    <a:pt x="305384" y="323620"/>
                  </a:lnTo>
                  <a:cubicBezTo>
                    <a:pt x="203589" y="236308"/>
                    <a:pt x="211332" y="106132"/>
                    <a:pt x="0" y="61683"/>
                  </a:cubicBezTo>
                  <a:lnTo>
                    <a:pt x="14287" y="0"/>
                  </a:lnTo>
                  <a:close/>
                </a:path>
              </a:pathLst>
            </a:custGeom>
            <a:solidFill>
              <a:srgbClr val="83BD0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E4E2E31F-AF25-4130-9875-ECF95FC6AA3E}"/>
                </a:ext>
              </a:extLst>
            </p:cNvPr>
            <p:cNvSpPr/>
            <p:nvPr/>
          </p:nvSpPr>
          <p:spPr>
            <a:xfrm>
              <a:off x="3995823" y="317123"/>
              <a:ext cx="2218421" cy="1457702"/>
            </a:xfrm>
            <a:custGeom>
              <a:avLst/>
              <a:gdLst>
                <a:gd name="connsiteX0" fmla="*/ 0 w 174673"/>
                <a:gd name="connsiteY0" fmla="*/ 0 h 777560"/>
                <a:gd name="connsiteX1" fmla="*/ 174673 w 174673"/>
                <a:gd name="connsiteY1" fmla="*/ 0 h 777560"/>
                <a:gd name="connsiteX2" fmla="*/ 174673 w 174673"/>
                <a:gd name="connsiteY2" fmla="*/ 777560 h 777560"/>
                <a:gd name="connsiteX3" fmla="*/ 0 w 174673"/>
                <a:gd name="connsiteY3" fmla="*/ 777560 h 777560"/>
                <a:gd name="connsiteX4" fmla="*/ 0 w 174673"/>
                <a:gd name="connsiteY4" fmla="*/ 0 h 777560"/>
                <a:gd name="connsiteX0" fmla="*/ 0 w 593773"/>
                <a:gd name="connsiteY0" fmla="*/ 0 h 777560"/>
                <a:gd name="connsiteX1" fmla="*/ 593773 w 593773"/>
                <a:gd name="connsiteY1" fmla="*/ 261937 h 777560"/>
                <a:gd name="connsiteX2" fmla="*/ 174673 w 593773"/>
                <a:gd name="connsiteY2" fmla="*/ 777560 h 777560"/>
                <a:gd name="connsiteX3" fmla="*/ 0 w 593773"/>
                <a:gd name="connsiteY3" fmla="*/ 777560 h 777560"/>
                <a:gd name="connsiteX4" fmla="*/ 0 w 593773"/>
                <a:gd name="connsiteY4" fmla="*/ 0 h 777560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736773 w 2155873"/>
                <a:gd name="connsiteY2" fmla="*/ 515623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2060623 w 2155873"/>
                <a:gd name="connsiteY2" fmla="*/ 258448 h 566738"/>
                <a:gd name="connsiteX3" fmla="*/ 1562100 w 2155873"/>
                <a:gd name="connsiteY3" fmla="*/ 515623 h 566738"/>
                <a:gd name="connsiteX4" fmla="*/ 0 w 2155873"/>
                <a:gd name="connsiteY4" fmla="*/ 566738 h 566738"/>
                <a:gd name="connsiteX0" fmla="*/ 0 w 2155873"/>
                <a:gd name="connsiteY0" fmla="*/ 566738 h 566738"/>
                <a:gd name="connsiteX1" fmla="*/ 2155873 w 2155873"/>
                <a:gd name="connsiteY1" fmla="*/ 0 h 566738"/>
                <a:gd name="connsiteX2" fmla="*/ 1562100 w 2155873"/>
                <a:gd name="connsiteY2" fmla="*/ 515623 h 566738"/>
                <a:gd name="connsiteX3" fmla="*/ 0 w 2155873"/>
                <a:gd name="connsiteY3" fmla="*/ 566738 h 566738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1562100 w 2155873"/>
                <a:gd name="connsiteY2" fmla="*/ 591001 h 642116"/>
                <a:gd name="connsiteX3" fmla="*/ 0 w 2155873"/>
                <a:gd name="connsiteY3" fmla="*/ 642116 h 642116"/>
                <a:gd name="connsiteX0" fmla="*/ 0 w 2155873"/>
                <a:gd name="connsiteY0" fmla="*/ 642116 h 642116"/>
                <a:gd name="connsiteX1" fmla="*/ 2155873 w 2155873"/>
                <a:gd name="connsiteY1" fmla="*/ 75378 h 642116"/>
                <a:gd name="connsiteX2" fmla="*/ 0 w 2155873"/>
                <a:gd name="connsiteY2" fmla="*/ 642116 h 642116"/>
                <a:gd name="connsiteX0" fmla="*/ 0 w 2155873"/>
                <a:gd name="connsiteY0" fmla="*/ 642116 h 802374"/>
                <a:gd name="connsiteX1" fmla="*/ 2155873 w 2155873"/>
                <a:gd name="connsiteY1" fmla="*/ 75378 h 802374"/>
                <a:gd name="connsiteX2" fmla="*/ 0 w 2155873"/>
                <a:gd name="connsiteY2" fmla="*/ 642116 h 802374"/>
                <a:gd name="connsiteX0" fmla="*/ 0 w 2174555"/>
                <a:gd name="connsiteY0" fmla="*/ 1088469 h 1248727"/>
                <a:gd name="connsiteX1" fmla="*/ 2155873 w 2174555"/>
                <a:gd name="connsiteY1" fmla="*/ 521731 h 1248727"/>
                <a:gd name="connsiteX2" fmla="*/ 0 w 2174555"/>
                <a:gd name="connsiteY2" fmla="*/ 1088469 h 1248727"/>
                <a:gd name="connsiteX0" fmla="*/ 0 w 2169403"/>
                <a:gd name="connsiteY0" fmla="*/ 1268070 h 1428328"/>
                <a:gd name="connsiteX1" fmla="*/ 2155873 w 2169403"/>
                <a:gd name="connsiteY1" fmla="*/ 701332 h 1428328"/>
                <a:gd name="connsiteX2" fmla="*/ 0 w 2169403"/>
                <a:gd name="connsiteY2" fmla="*/ 1268070 h 1428328"/>
                <a:gd name="connsiteX0" fmla="*/ 0 w 2220344"/>
                <a:gd name="connsiteY0" fmla="*/ 1268070 h 1455304"/>
                <a:gd name="connsiteX1" fmla="*/ 2155873 w 2220344"/>
                <a:gd name="connsiteY1" fmla="*/ 701332 h 1455304"/>
                <a:gd name="connsiteX2" fmla="*/ 0 w 2220344"/>
                <a:gd name="connsiteY2" fmla="*/ 1268070 h 1455304"/>
                <a:gd name="connsiteX0" fmla="*/ 0 w 2220344"/>
                <a:gd name="connsiteY0" fmla="*/ 1266175 h 1453409"/>
                <a:gd name="connsiteX1" fmla="*/ 2155873 w 2220344"/>
                <a:gd name="connsiteY1" fmla="*/ 699437 h 1453409"/>
                <a:gd name="connsiteX2" fmla="*/ 0 w 2220344"/>
                <a:gd name="connsiteY2" fmla="*/ 1266175 h 1453409"/>
                <a:gd name="connsiteX0" fmla="*/ 0 w 2218421"/>
                <a:gd name="connsiteY0" fmla="*/ 1266175 h 1462060"/>
                <a:gd name="connsiteX1" fmla="*/ 2155873 w 2218421"/>
                <a:gd name="connsiteY1" fmla="*/ 699437 h 1462060"/>
                <a:gd name="connsiteX2" fmla="*/ 0 w 2218421"/>
                <a:gd name="connsiteY2" fmla="*/ 1266175 h 1462060"/>
                <a:gd name="connsiteX0" fmla="*/ 129534 w 2347955"/>
                <a:gd name="connsiteY0" fmla="*/ 596061 h 791946"/>
                <a:gd name="connsiteX1" fmla="*/ 491657 w 2347955"/>
                <a:gd name="connsiteY1" fmla="*/ 150870 h 791946"/>
                <a:gd name="connsiteX2" fmla="*/ 2285407 w 2347955"/>
                <a:gd name="connsiteY2" fmla="*/ 29323 h 791946"/>
                <a:gd name="connsiteX3" fmla="*/ 129534 w 2347955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6061 h 791946"/>
                <a:gd name="connsiteX1" fmla="*/ 362123 w 2218421"/>
                <a:gd name="connsiteY1" fmla="*/ 150870 h 791946"/>
                <a:gd name="connsiteX2" fmla="*/ 2155873 w 2218421"/>
                <a:gd name="connsiteY2" fmla="*/ 29323 h 791946"/>
                <a:gd name="connsiteX3" fmla="*/ 0 w 2218421"/>
                <a:gd name="connsiteY3" fmla="*/ 596061 h 791946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594214 h 790099"/>
                <a:gd name="connsiteX1" fmla="*/ 393873 w 2218421"/>
                <a:gd name="connsiteY1" fmla="*/ 161723 h 790099"/>
                <a:gd name="connsiteX2" fmla="*/ 2155873 w 2218421"/>
                <a:gd name="connsiteY2" fmla="*/ 27476 h 790099"/>
                <a:gd name="connsiteX3" fmla="*/ 0 w 2218421"/>
                <a:gd name="connsiteY3" fmla="*/ 594214 h 790099"/>
                <a:gd name="connsiteX0" fmla="*/ 0 w 2218421"/>
                <a:gd name="connsiteY0" fmla="*/ 954225 h 1150110"/>
                <a:gd name="connsiteX1" fmla="*/ 393873 w 2218421"/>
                <a:gd name="connsiteY1" fmla="*/ 521734 h 1150110"/>
                <a:gd name="connsiteX2" fmla="*/ 2155873 w 2218421"/>
                <a:gd name="connsiteY2" fmla="*/ 387487 h 1150110"/>
                <a:gd name="connsiteX3" fmla="*/ 0 w 2218421"/>
                <a:gd name="connsiteY3" fmla="*/ 954225 h 1150110"/>
                <a:gd name="connsiteX0" fmla="*/ 0 w 2218421"/>
                <a:gd name="connsiteY0" fmla="*/ 1159259 h 1355144"/>
                <a:gd name="connsiteX1" fmla="*/ 393873 w 2218421"/>
                <a:gd name="connsiteY1" fmla="*/ 726768 h 1355144"/>
                <a:gd name="connsiteX2" fmla="*/ 2155873 w 2218421"/>
                <a:gd name="connsiteY2" fmla="*/ 592521 h 1355144"/>
                <a:gd name="connsiteX3" fmla="*/ 0 w 2218421"/>
                <a:gd name="connsiteY3" fmla="*/ 1159259 h 1355144"/>
                <a:gd name="connsiteX0" fmla="*/ 0 w 2218421"/>
                <a:gd name="connsiteY0" fmla="*/ 1268894 h 1464779"/>
                <a:gd name="connsiteX1" fmla="*/ 393873 w 2218421"/>
                <a:gd name="connsiteY1" fmla="*/ 836403 h 1464779"/>
                <a:gd name="connsiteX2" fmla="*/ 2155873 w 2218421"/>
                <a:gd name="connsiteY2" fmla="*/ 702156 h 1464779"/>
                <a:gd name="connsiteX3" fmla="*/ 0 w 2218421"/>
                <a:gd name="connsiteY3" fmla="*/ 1268894 h 1464779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  <a:gd name="connsiteX0" fmla="*/ 0 w 2218421"/>
                <a:gd name="connsiteY0" fmla="*/ 1261817 h 1457702"/>
                <a:gd name="connsiteX1" fmla="*/ 412923 w 2218421"/>
                <a:gd name="connsiteY1" fmla="*/ 842026 h 1457702"/>
                <a:gd name="connsiteX2" fmla="*/ 2155873 w 2218421"/>
                <a:gd name="connsiteY2" fmla="*/ 695079 h 1457702"/>
                <a:gd name="connsiteX3" fmla="*/ 0 w 2218421"/>
                <a:gd name="connsiteY3" fmla="*/ 1261817 h 1457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8421" h="1457702">
                  <a:moveTo>
                    <a:pt x="0" y="1261817"/>
                  </a:moveTo>
                  <a:cubicBezTo>
                    <a:pt x="253216" y="1047953"/>
                    <a:pt x="323237" y="1001086"/>
                    <a:pt x="412923" y="842026"/>
                  </a:cubicBezTo>
                  <a:cubicBezTo>
                    <a:pt x="1019885" y="-477980"/>
                    <a:pt x="2427157" y="-22954"/>
                    <a:pt x="2155873" y="695079"/>
                  </a:cubicBezTo>
                  <a:cubicBezTo>
                    <a:pt x="2304024" y="1150692"/>
                    <a:pt x="2385499" y="1782517"/>
                    <a:pt x="0" y="1261817"/>
                  </a:cubicBezTo>
                  <a:close/>
                </a:path>
              </a:pathLst>
            </a:custGeom>
            <a:solidFill>
              <a:srgbClr val="83BD0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F06FBC0-E176-4899-B6C1-DAC6B6AC2B4E}"/>
                </a:ext>
              </a:extLst>
            </p:cNvPr>
            <p:cNvSpPr/>
            <p:nvPr/>
          </p:nvSpPr>
          <p:spPr>
            <a:xfrm>
              <a:off x="4005884" y="981999"/>
              <a:ext cx="2145195" cy="593905"/>
            </a:xfrm>
            <a:custGeom>
              <a:avLst/>
              <a:gdLst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3" fmla="*/ 0 w 2107095"/>
                <a:gd name="connsiteY3" fmla="*/ 490330 h 490330"/>
                <a:gd name="connsiteX0" fmla="*/ 2113445 w 2113445"/>
                <a:gd name="connsiteY0" fmla="*/ 0 h 518905"/>
                <a:gd name="connsiteX1" fmla="*/ 6350 w 2113445"/>
                <a:gd name="connsiteY1" fmla="*/ 490330 h 518905"/>
                <a:gd name="connsiteX2" fmla="*/ 6350 w 2113445"/>
                <a:gd name="connsiteY2" fmla="*/ 490330 h 518905"/>
                <a:gd name="connsiteX3" fmla="*/ 0 w 2113445"/>
                <a:gd name="connsiteY3" fmla="*/ 518905 h 51890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2" fmla="*/ 0 w 2107095"/>
                <a:gd name="connsiteY2" fmla="*/ 490330 h 490330"/>
                <a:gd name="connsiteX0" fmla="*/ 2113445 w 2113445"/>
                <a:gd name="connsiteY0" fmla="*/ 0 h 512555"/>
                <a:gd name="connsiteX1" fmla="*/ 6350 w 2113445"/>
                <a:gd name="connsiteY1" fmla="*/ 490330 h 512555"/>
                <a:gd name="connsiteX2" fmla="*/ 0 w 2113445"/>
                <a:gd name="connsiteY2" fmla="*/ 512555 h 512555"/>
                <a:gd name="connsiteX0" fmla="*/ 2107095 w 2107095"/>
                <a:gd name="connsiteY0" fmla="*/ 0 h 490330"/>
                <a:gd name="connsiteX1" fmla="*/ 0 w 2107095"/>
                <a:gd name="connsiteY1" fmla="*/ 490330 h 490330"/>
                <a:gd name="connsiteX0" fmla="*/ 2116620 w 2116620"/>
                <a:gd name="connsiteY0" fmla="*/ 0 h 522080"/>
                <a:gd name="connsiteX1" fmla="*/ 0 w 2116620"/>
                <a:gd name="connsiteY1" fmla="*/ 522080 h 522080"/>
                <a:gd name="connsiteX0" fmla="*/ 2116620 w 2116620"/>
                <a:gd name="connsiteY0" fmla="*/ 0 h 515730"/>
                <a:gd name="connsiteX1" fmla="*/ 0 w 2116620"/>
                <a:gd name="connsiteY1" fmla="*/ 515730 h 515730"/>
                <a:gd name="connsiteX0" fmla="*/ 2138845 w 2138845"/>
                <a:gd name="connsiteY0" fmla="*/ 0 h 560180"/>
                <a:gd name="connsiteX1" fmla="*/ 0 w 2138845"/>
                <a:gd name="connsiteY1" fmla="*/ 560180 h 560180"/>
                <a:gd name="connsiteX0" fmla="*/ 2138845 w 2138845"/>
                <a:gd name="connsiteY0" fmla="*/ 14224 h 574404"/>
                <a:gd name="connsiteX1" fmla="*/ 0 w 2138845"/>
                <a:gd name="connsiteY1" fmla="*/ 574404 h 574404"/>
                <a:gd name="connsiteX0" fmla="*/ 2138845 w 2138845"/>
                <a:gd name="connsiteY0" fmla="*/ 12317 h 572497"/>
                <a:gd name="connsiteX1" fmla="*/ 0 w 2138845"/>
                <a:gd name="connsiteY1" fmla="*/ 572497 h 572497"/>
                <a:gd name="connsiteX0" fmla="*/ 2145195 w 2145195"/>
                <a:gd name="connsiteY0" fmla="*/ 12378 h 569383"/>
                <a:gd name="connsiteX1" fmla="*/ 0 w 2145195"/>
                <a:gd name="connsiteY1" fmla="*/ 569383 h 569383"/>
                <a:gd name="connsiteX0" fmla="*/ 2145195 w 2145195"/>
                <a:gd name="connsiteY0" fmla="*/ 38689 h 595694"/>
                <a:gd name="connsiteX1" fmla="*/ 0 w 2145195"/>
                <a:gd name="connsiteY1" fmla="*/ 595694 h 595694"/>
                <a:gd name="connsiteX0" fmla="*/ 2145195 w 2145195"/>
                <a:gd name="connsiteY0" fmla="*/ 36900 h 593905"/>
                <a:gd name="connsiteX1" fmla="*/ 0 w 2145195"/>
                <a:gd name="connsiteY1" fmla="*/ 593905 h 593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5195" h="593905">
                  <a:moveTo>
                    <a:pt x="2145195" y="36900"/>
                  </a:moveTo>
                  <a:cubicBezTo>
                    <a:pt x="1187772" y="-166898"/>
                    <a:pt x="620873" y="537353"/>
                    <a:pt x="0" y="59390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B1AF342B-17E1-43C6-945F-29BB6734DAA7}"/>
                </a:ext>
              </a:extLst>
            </p:cNvPr>
            <p:cNvSpPr/>
            <p:nvPr/>
          </p:nvSpPr>
          <p:spPr>
            <a:xfrm rot="1571539">
              <a:off x="6328021" y="945917"/>
              <a:ext cx="326393" cy="705986"/>
            </a:xfrm>
            <a:custGeom>
              <a:avLst/>
              <a:gdLst>
                <a:gd name="connsiteX0" fmla="*/ 0 w 138494"/>
                <a:gd name="connsiteY0" fmla="*/ 0 h 615620"/>
                <a:gd name="connsiteX1" fmla="*/ 138494 w 138494"/>
                <a:gd name="connsiteY1" fmla="*/ 0 h 615620"/>
                <a:gd name="connsiteX2" fmla="*/ 138494 w 138494"/>
                <a:gd name="connsiteY2" fmla="*/ 615620 h 615620"/>
                <a:gd name="connsiteX3" fmla="*/ 0 w 138494"/>
                <a:gd name="connsiteY3" fmla="*/ 615620 h 615620"/>
                <a:gd name="connsiteX4" fmla="*/ 0 w 138494"/>
                <a:gd name="connsiteY4" fmla="*/ 0 h 615620"/>
                <a:gd name="connsiteX0" fmla="*/ 0 w 236507"/>
                <a:gd name="connsiteY0" fmla="*/ 0 h 615620"/>
                <a:gd name="connsiteX1" fmla="*/ 138494 w 236507"/>
                <a:gd name="connsiteY1" fmla="*/ 0 h 615620"/>
                <a:gd name="connsiteX2" fmla="*/ 236507 w 236507"/>
                <a:gd name="connsiteY2" fmla="*/ 609868 h 615620"/>
                <a:gd name="connsiteX3" fmla="*/ 0 w 236507"/>
                <a:gd name="connsiteY3" fmla="*/ 615620 h 615620"/>
                <a:gd name="connsiteX4" fmla="*/ 0 w 236507"/>
                <a:gd name="connsiteY4" fmla="*/ 0 h 615620"/>
                <a:gd name="connsiteX0" fmla="*/ 0 w 236507"/>
                <a:gd name="connsiteY0" fmla="*/ 0 h 709913"/>
                <a:gd name="connsiteX1" fmla="*/ 138494 w 236507"/>
                <a:gd name="connsiteY1" fmla="*/ 0 h 709913"/>
                <a:gd name="connsiteX2" fmla="*/ 236507 w 236507"/>
                <a:gd name="connsiteY2" fmla="*/ 609868 h 709913"/>
                <a:gd name="connsiteX3" fmla="*/ 88843 w 236507"/>
                <a:gd name="connsiteY3" fmla="*/ 709913 h 709913"/>
                <a:gd name="connsiteX4" fmla="*/ 0 w 236507"/>
                <a:gd name="connsiteY4" fmla="*/ 0 h 709913"/>
                <a:gd name="connsiteX0" fmla="*/ 0 w 309017"/>
                <a:gd name="connsiteY0" fmla="*/ 14438 h 709913"/>
                <a:gd name="connsiteX1" fmla="*/ 211004 w 309017"/>
                <a:gd name="connsiteY1" fmla="*/ 0 h 709913"/>
                <a:gd name="connsiteX2" fmla="*/ 309017 w 309017"/>
                <a:gd name="connsiteY2" fmla="*/ 609868 h 709913"/>
                <a:gd name="connsiteX3" fmla="*/ 161353 w 309017"/>
                <a:gd name="connsiteY3" fmla="*/ 709913 h 709913"/>
                <a:gd name="connsiteX4" fmla="*/ 0 w 309017"/>
                <a:gd name="connsiteY4" fmla="*/ 14438 h 709913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695475"/>
                <a:gd name="connsiteX1" fmla="*/ 268176 w 309017"/>
                <a:gd name="connsiteY1" fmla="*/ 37051 h 695475"/>
                <a:gd name="connsiteX2" fmla="*/ 309017 w 309017"/>
                <a:gd name="connsiteY2" fmla="*/ 595430 h 695475"/>
                <a:gd name="connsiteX3" fmla="*/ 161353 w 309017"/>
                <a:gd name="connsiteY3" fmla="*/ 695475 h 695475"/>
                <a:gd name="connsiteX4" fmla="*/ 0 w 309017"/>
                <a:gd name="connsiteY4" fmla="*/ 0 h 695475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0 w 309017"/>
                <a:gd name="connsiteY0" fmla="*/ 0 h 705986"/>
                <a:gd name="connsiteX1" fmla="*/ 268176 w 309017"/>
                <a:gd name="connsiteY1" fmla="*/ 37051 h 705986"/>
                <a:gd name="connsiteX2" fmla="*/ 309017 w 309017"/>
                <a:gd name="connsiteY2" fmla="*/ 595430 h 705986"/>
                <a:gd name="connsiteX3" fmla="*/ 139986 w 309017"/>
                <a:gd name="connsiteY3" fmla="*/ 705986 h 705986"/>
                <a:gd name="connsiteX4" fmla="*/ 0 w 309017"/>
                <a:gd name="connsiteY4" fmla="*/ 0 h 705986"/>
                <a:gd name="connsiteX0" fmla="*/ 17376 w 326393"/>
                <a:gd name="connsiteY0" fmla="*/ 0 h 705986"/>
                <a:gd name="connsiteX1" fmla="*/ 285552 w 326393"/>
                <a:gd name="connsiteY1" fmla="*/ 37051 h 705986"/>
                <a:gd name="connsiteX2" fmla="*/ 326393 w 326393"/>
                <a:gd name="connsiteY2" fmla="*/ 595430 h 705986"/>
                <a:gd name="connsiteX3" fmla="*/ 157362 w 326393"/>
                <a:gd name="connsiteY3" fmla="*/ 705986 h 705986"/>
                <a:gd name="connsiteX4" fmla="*/ 17376 w 326393"/>
                <a:gd name="connsiteY4" fmla="*/ 0 h 705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393" h="705986">
                  <a:moveTo>
                    <a:pt x="17376" y="0"/>
                  </a:moveTo>
                  <a:lnTo>
                    <a:pt x="285552" y="37051"/>
                  </a:lnTo>
                  <a:cubicBezTo>
                    <a:pt x="325360" y="125373"/>
                    <a:pt x="142810" y="344301"/>
                    <a:pt x="326393" y="595430"/>
                  </a:cubicBezTo>
                  <a:lnTo>
                    <a:pt x="157362" y="705986"/>
                  </a:lnTo>
                  <a:cubicBezTo>
                    <a:pt x="-29217" y="369641"/>
                    <a:pt x="-10090" y="170949"/>
                    <a:pt x="17376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4">
              <a:extLst>
                <a:ext uri="{FF2B5EF4-FFF2-40B4-BE49-F238E27FC236}">
                  <a16:creationId xmlns:a16="http://schemas.microsoft.com/office/drawing/2014/main" id="{9D0AA851-F07D-4A4A-8BB8-BDF2A2EC9420}"/>
                </a:ext>
              </a:extLst>
            </p:cNvPr>
            <p:cNvSpPr/>
            <p:nvPr/>
          </p:nvSpPr>
          <p:spPr>
            <a:xfrm>
              <a:off x="4965700" y="1441392"/>
              <a:ext cx="4053378" cy="5115980"/>
            </a:xfrm>
            <a:custGeom>
              <a:avLst/>
              <a:gdLst>
                <a:gd name="connsiteX0" fmla="*/ 0 w 3510128"/>
                <a:gd name="connsiteY0" fmla="*/ 2524539 h 5049078"/>
                <a:gd name="connsiteX1" fmla="*/ 1755064 w 3510128"/>
                <a:gd name="connsiteY1" fmla="*/ 0 h 5049078"/>
                <a:gd name="connsiteX2" fmla="*/ 3510128 w 3510128"/>
                <a:gd name="connsiteY2" fmla="*/ 2524539 h 5049078"/>
                <a:gd name="connsiteX3" fmla="*/ 1755064 w 3510128"/>
                <a:gd name="connsiteY3" fmla="*/ 5049078 h 5049078"/>
                <a:gd name="connsiteX4" fmla="*/ 0 w 3510128"/>
                <a:gd name="connsiteY4" fmla="*/ 2524539 h 5049078"/>
                <a:gd name="connsiteX0" fmla="*/ 17370 w 3527498"/>
                <a:gd name="connsiteY0" fmla="*/ 2524539 h 5115339"/>
                <a:gd name="connsiteX1" fmla="*/ 1772434 w 3527498"/>
                <a:gd name="connsiteY1" fmla="*/ 0 h 5115339"/>
                <a:gd name="connsiteX2" fmla="*/ 3527498 w 3527498"/>
                <a:gd name="connsiteY2" fmla="*/ 2524539 h 5115339"/>
                <a:gd name="connsiteX3" fmla="*/ 1189338 w 3527498"/>
                <a:gd name="connsiteY3" fmla="*/ 5115339 h 5115339"/>
                <a:gd name="connsiteX4" fmla="*/ 17370 w 3527498"/>
                <a:gd name="connsiteY4" fmla="*/ 2524539 h 5115339"/>
                <a:gd name="connsiteX0" fmla="*/ 33936 w 3544064"/>
                <a:gd name="connsiteY0" fmla="*/ 2524539 h 5117865"/>
                <a:gd name="connsiteX1" fmla="*/ 1789000 w 3544064"/>
                <a:gd name="connsiteY1" fmla="*/ 0 h 5117865"/>
                <a:gd name="connsiteX2" fmla="*/ 3544064 w 3544064"/>
                <a:gd name="connsiteY2" fmla="*/ 2524539 h 5117865"/>
                <a:gd name="connsiteX3" fmla="*/ 1205904 w 3544064"/>
                <a:gd name="connsiteY3" fmla="*/ 5115339 h 5117865"/>
                <a:gd name="connsiteX4" fmla="*/ 33936 w 3544064"/>
                <a:gd name="connsiteY4" fmla="*/ 2524539 h 5117865"/>
                <a:gd name="connsiteX0" fmla="*/ 6948 w 3517076"/>
                <a:gd name="connsiteY0" fmla="*/ 2524539 h 5255967"/>
                <a:gd name="connsiteX1" fmla="*/ 1762012 w 3517076"/>
                <a:gd name="connsiteY1" fmla="*/ 0 h 5255967"/>
                <a:gd name="connsiteX2" fmla="*/ 3517076 w 3517076"/>
                <a:gd name="connsiteY2" fmla="*/ 2524539 h 5255967"/>
                <a:gd name="connsiteX3" fmla="*/ 1178916 w 3517076"/>
                <a:gd name="connsiteY3" fmla="*/ 5115339 h 5255967"/>
                <a:gd name="connsiteX4" fmla="*/ 6948 w 3517076"/>
                <a:gd name="connsiteY4" fmla="*/ 2524539 h 5255967"/>
                <a:gd name="connsiteX0" fmla="*/ 20750 w 3530878"/>
                <a:gd name="connsiteY0" fmla="*/ 2524539 h 5115634"/>
                <a:gd name="connsiteX1" fmla="*/ 1775814 w 3530878"/>
                <a:gd name="connsiteY1" fmla="*/ 0 h 5115634"/>
                <a:gd name="connsiteX2" fmla="*/ 3530878 w 3530878"/>
                <a:gd name="connsiteY2" fmla="*/ 2524539 h 5115634"/>
                <a:gd name="connsiteX3" fmla="*/ 1192718 w 3530878"/>
                <a:gd name="connsiteY3" fmla="*/ 5115339 h 5115634"/>
                <a:gd name="connsiteX4" fmla="*/ 20750 w 3530878"/>
                <a:gd name="connsiteY4" fmla="*/ 2524539 h 5115634"/>
                <a:gd name="connsiteX0" fmla="*/ 5901 w 4046115"/>
                <a:gd name="connsiteY0" fmla="*/ 2458334 h 5115470"/>
                <a:gd name="connsiteX1" fmla="*/ 2291051 w 4046115"/>
                <a:gd name="connsiteY1" fmla="*/ 56 h 5115470"/>
                <a:gd name="connsiteX2" fmla="*/ 4046115 w 4046115"/>
                <a:gd name="connsiteY2" fmla="*/ 2524595 h 5115470"/>
                <a:gd name="connsiteX3" fmla="*/ 1707955 w 4046115"/>
                <a:gd name="connsiteY3" fmla="*/ 5115395 h 5115470"/>
                <a:gd name="connsiteX4" fmla="*/ 5901 w 4046115"/>
                <a:gd name="connsiteY4" fmla="*/ 2458334 h 5115470"/>
                <a:gd name="connsiteX0" fmla="*/ 3248 w 4043462"/>
                <a:gd name="connsiteY0" fmla="*/ 2458597 h 5115733"/>
                <a:gd name="connsiteX1" fmla="*/ 2288398 w 4043462"/>
                <a:gd name="connsiteY1" fmla="*/ 319 h 5115733"/>
                <a:gd name="connsiteX2" fmla="*/ 4043462 w 4043462"/>
                <a:gd name="connsiteY2" fmla="*/ 2524858 h 5115733"/>
                <a:gd name="connsiteX3" fmla="*/ 1705302 w 4043462"/>
                <a:gd name="connsiteY3" fmla="*/ 5115658 h 5115733"/>
                <a:gd name="connsiteX4" fmla="*/ 3248 w 4043462"/>
                <a:gd name="connsiteY4" fmla="*/ 2458597 h 5115733"/>
                <a:gd name="connsiteX0" fmla="*/ 3248 w 4043462"/>
                <a:gd name="connsiteY0" fmla="*/ 2458597 h 5115783"/>
                <a:gd name="connsiteX1" fmla="*/ 2288398 w 4043462"/>
                <a:gd name="connsiteY1" fmla="*/ 319 h 5115783"/>
                <a:gd name="connsiteX2" fmla="*/ 4043462 w 4043462"/>
                <a:gd name="connsiteY2" fmla="*/ 2524858 h 5115783"/>
                <a:gd name="connsiteX3" fmla="*/ 1705302 w 4043462"/>
                <a:gd name="connsiteY3" fmla="*/ 5115658 h 5115783"/>
                <a:gd name="connsiteX4" fmla="*/ 3248 w 4043462"/>
                <a:gd name="connsiteY4" fmla="*/ 2458597 h 5115783"/>
                <a:gd name="connsiteX0" fmla="*/ 3248 w 4048645"/>
                <a:gd name="connsiteY0" fmla="*/ 2458597 h 5115783"/>
                <a:gd name="connsiteX1" fmla="*/ 2288398 w 4048645"/>
                <a:gd name="connsiteY1" fmla="*/ 319 h 5115783"/>
                <a:gd name="connsiteX2" fmla="*/ 4043462 w 4048645"/>
                <a:gd name="connsiteY2" fmla="*/ 2524858 h 5115783"/>
                <a:gd name="connsiteX3" fmla="*/ 1705302 w 4048645"/>
                <a:gd name="connsiteY3" fmla="*/ 5115658 h 5115783"/>
                <a:gd name="connsiteX4" fmla="*/ 3248 w 4048645"/>
                <a:gd name="connsiteY4" fmla="*/ 2458597 h 5115783"/>
                <a:gd name="connsiteX0" fmla="*/ 3804 w 4049201"/>
                <a:gd name="connsiteY0" fmla="*/ 2458597 h 5116242"/>
                <a:gd name="connsiteX1" fmla="*/ 2288954 w 4049201"/>
                <a:gd name="connsiteY1" fmla="*/ 319 h 5116242"/>
                <a:gd name="connsiteX2" fmla="*/ 4044018 w 4049201"/>
                <a:gd name="connsiteY2" fmla="*/ 2524858 h 5116242"/>
                <a:gd name="connsiteX3" fmla="*/ 1705858 w 4049201"/>
                <a:gd name="connsiteY3" fmla="*/ 5115658 h 5116242"/>
                <a:gd name="connsiteX4" fmla="*/ 3804 w 4049201"/>
                <a:gd name="connsiteY4" fmla="*/ 2458597 h 5116242"/>
                <a:gd name="connsiteX0" fmla="*/ 8659 w 4054056"/>
                <a:gd name="connsiteY0" fmla="*/ 2458794 h 5116439"/>
                <a:gd name="connsiteX1" fmla="*/ 2293809 w 4054056"/>
                <a:gd name="connsiteY1" fmla="*/ 516 h 5116439"/>
                <a:gd name="connsiteX2" fmla="*/ 4048873 w 4054056"/>
                <a:gd name="connsiteY2" fmla="*/ 2525055 h 5116439"/>
                <a:gd name="connsiteX3" fmla="*/ 1710713 w 4054056"/>
                <a:gd name="connsiteY3" fmla="*/ 5115855 h 5116439"/>
                <a:gd name="connsiteX4" fmla="*/ 8659 w 4054056"/>
                <a:gd name="connsiteY4" fmla="*/ 2458794 h 5116439"/>
                <a:gd name="connsiteX0" fmla="*/ 7981 w 4053378"/>
                <a:gd name="connsiteY0" fmla="*/ 2458794 h 5115980"/>
                <a:gd name="connsiteX1" fmla="*/ 2293131 w 4053378"/>
                <a:gd name="connsiteY1" fmla="*/ 516 h 5115980"/>
                <a:gd name="connsiteX2" fmla="*/ 4048195 w 4053378"/>
                <a:gd name="connsiteY2" fmla="*/ 2525055 h 5115980"/>
                <a:gd name="connsiteX3" fmla="*/ 1710035 w 4053378"/>
                <a:gd name="connsiteY3" fmla="*/ 5115855 h 5115980"/>
                <a:gd name="connsiteX4" fmla="*/ 7981 w 4053378"/>
                <a:gd name="connsiteY4" fmla="*/ 2458794 h 51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3378" h="5115980">
                  <a:moveTo>
                    <a:pt x="7981" y="2458794"/>
                  </a:moveTo>
                  <a:cubicBezTo>
                    <a:pt x="118417" y="135247"/>
                    <a:pt x="1619762" y="-10527"/>
                    <a:pt x="2293131" y="516"/>
                  </a:cubicBezTo>
                  <a:cubicBezTo>
                    <a:pt x="2966500" y="11559"/>
                    <a:pt x="4140960" y="998269"/>
                    <a:pt x="4048195" y="2525055"/>
                  </a:cubicBezTo>
                  <a:cubicBezTo>
                    <a:pt x="3809656" y="4409649"/>
                    <a:pt x="2462918" y="5126899"/>
                    <a:pt x="1710035" y="5115855"/>
                  </a:cubicBezTo>
                  <a:cubicBezTo>
                    <a:pt x="957152" y="5104811"/>
                    <a:pt x="-102455" y="4782341"/>
                    <a:pt x="7981" y="2458794"/>
                  </a:cubicBezTo>
                  <a:close/>
                </a:path>
              </a:pathLst>
            </a:custGeom>
            <a:solidFill>
              <a:srgbClr val="92106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5B66471-3B65-4957-B837-C03C29A525A1}"/>
                </a:ext>
              </a:extLst>
            </p:cNvPr>
            <p:cNvSpPr/>
            <p:nvPr/>
          </p:nvSpPr>
          <p:spPr>
            <a:xfrm rot="19112893">
              <a:off x="6529612" y="848940"/>
              <a:ext cx="190500" cy="290289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37B4461-2969-4CB0-9B04-3E15FA84D0E6}"/>
              </a:ext>
            </a:extLst>
          </p:cNvPr>
          <p:cNvSpPr/>
          <p:nvPr/>
        </p:nvSpPr>
        <p:spPr>
          <a:xfrm>
            <a:off x="10031934" y="1770399"/>
            <a:ext cx="1948390" cy="4268186"/>
          </a:xfrm>
          <a:custGeom>
            <a:avLst/>
            <a:gdLst>
              <a:gd name="connsiteX0" fmla="*/ 491793 w 1992310"/>
              <a:gd name="connsiteY0" fmla="*/ 439 h 4360759"/>
              <a:gd name="connsiteX1" fmla="*/ 1987892 w 1992310"/>
              <a:gd name="connsiteY1" fmla="*/ 2152474 h 4360759"/>
              <a:gd name="connsiteX2" fmla="*/ 120648 w 1992310"/>
              <a:gd name="connsiteY2" fmla="*/ 4355391 h 4360759"/>
              <a:gd name="connsiteX3" fmla="*/ 0 w 1992310"/>
              <a:gd name="connsiteY3" fmla="*/ 4360759 h 4360759"/>
              <a:gd name="connsiteX4" fmla="*/ 45989 w 1992310"/>
              <a:gd name="connsiteY4" fmla="*/ 4353741 h 4360759"/>
              <a:gd name="connsiteX5" fmla="*/ 1777579 w 1992310"/>
              <a:gd name="connsiteY5" fmla="*/ 2171524 h 4360759"/>
              <a:gd name="connsiteX6" fmla="*/ 281480 w 1992310"/>
              <a:gd name="connsiteY6" fmla="*/ 19489 h 4360759"/>
              <a:gd name="connsiteX7" fmla="*/ 166043 w 1992310"/>
              <a:gd name="connsiteY7" fmla="*/ 19711 h 4360759"/>
              <a:gd name="connsiteX8" fmla="*/ 92092 w 1992310"/>
              <a:gd name="connsiteY8" fmla="*/ 23076 h 4360759"/>
              <a:gd name="connsiteX9" fmla="*/ 106939 w 1992310"/>
              <a:gd name="connsiteY9" fmla="*/ 20599 h 4360759"/>
              <a:gd name="connsiteX10" fmla="*/ 491793 w 1992310"/>
              <a:gd name="connsiteY10" fmla="*/ 439 h 4360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92310" h="4360759">
                <a:moveTo>
                  <a:pt x="491793" y="439"/>
                </a:moveTo>
                <a:cubicBezTo>
                  <a:pt x="1065804" y="9852"/>
                  <a:pt x="2066969" y="850970"/>
                  <a:pt x="1987892" y="2152474"/>
                </a:cubicBezTo>
                <a:cubicBezTo>
                  <a:pt x="1797259" y="3658583"/>
                  <a:pt x="776340" y="4290093"/>
                  <a:pt x="120648" y="4355391"/>
                </a:cubicBezTo>
                <a:lnTo>
                  <a:pt x="0" y="4360759"/>
                </a:lnTo>
                <a:lnTo>
                  <a:pt x="45989" y="4353741"/>
                </a:lnTo>
                <a:cubicBezTo>
                  <a:pt x="698459" y="4221055"/>
                  <a:pt x="1599655" y="3577226"/>
                  <a:pt x="1777579" y="2171524"/>
                </a:cubicBezTo>
                <a:cubicBezTo>
                  <a:pt x="1856656" y="870020"/>
                  <a:pt x="855491" y="28902"/>
                  <a:pt x="281480" y="19489"/>
                </a:cubicBezTo>
                <a:cubicBezTo>
                  <a:pt x="245604" y="18901"/>
                  <a:pt x="206972" y="18834"/>
                  <a:pt x="166043" y="19711"/>
                </a:cubicBezTo>
                <a:lnTo>
                  <a:pt x="92092" y="23076"/>
                </a:lnTo>
                <a:lnTo>
                  <a:pt x="106939" y="20599"/>
                </a:lnTo>
                <a:cubicBezTo>
                  <a:pt x="251725" y="1608"/>
                  <a:pt x="384166" y="-1326"/>
                  <a:pt x="491793" y="4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ttsMP3.com_VoiceText_2025-4-26_23-49-25">
            <a:hlinkClick r:id="" action="ppaction://media"/>
            <a:extLst>
              <a:ext uri="{FF2B5EF4-FFF2-40B4-BE49-F238E27FC236}">
                <a16:creationId xmlns:a16="http://schemas.microsoft.com/office/drawing/2014/main" id="{16309CB6-9061-4AD0-81AC-F5CF5BBE8F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54743" y="464460"/>
            <a:ext cx="609600" cy="609600"/>
          </a:xfrm>
          <a:prstGeom prst="rect">
            <a:avLst/>
          </a:prstGeom>
        </p:spPr>
      </p:pic>
      <p:pic>
        <p:nvPicPr>
          <p:cNvPr id="21" name="1sec">
            <a:hlinkClick r:id="" action="ppaction://media"/>
            <a:extLst>
              <a:ext uri="{FF2B5EF4-FFF2-40B4-BE49-F238E27FC236}">
                <a16:creationId xmlns:a16="http://schemas.microsoft.com/office/drawing/2014/main" id="{427C996D-B358-487E-939F-7CD05BEA25A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635695" y="464460"/>
            <a:ext cx="609600" cy="609600"/>
          </a:xfrm>
          <a:prstGeom prst="rect">
            <a:avLst/>
          </a:prstGeom>
        </p:spPr>
      </p:pic>
      <p:pic>
        <p:nvPicPr>
          <p:cNvPr id="4" name="ttsMP3.com_VoiceText_2025-4-26_23-53-42">
            <a:hlinkClick r:id="" action="ppaction://media"/>
            <a:extLst>
              <a:ext uri="{FF2B5EF4-FFF2-40B4-BE49-F238E27FC236}">
                <a16:creationId xmlns:a16="http://schemas.microsoft.com/office/drawing/2014/main" id="{489D9791-C522-4183-B4A4-F81293C2C10B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67343" y="464460"/>
            <a:ext cx="609600" cy="609600"/>
          </a:xfrm>
          <a:prstGeom prst="rect">
            <a:avLst/>
          </a:prstGeom>
        </p:spPr>
      </p:pic>
      <p:pic>
        <p:nvPicPr>
          <p:cNvPr id="22" name="1sec">
            <a:hlinkClick r:id="" action="ppaction://media"/>
            <a:extLst>
              <a:ext uri="{FF2B5EF4-FFF2-40B4-BE49-F238E27FC236}">
                <a16:creationId xmlns:a16="http://schemas.microsoft.com/office/drawing/2014/main" id="{3301CF5A-2F78-44B4-95E8-23A9E40C99F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98991" y="464460"/>
            <a:ext cx="609600" cy="609600"/>
          </a:xfrm>
          <a:prstGeom prst="rect">
            <a:avLst/>
          </a:prstGeom>
        </p:spPr>
      </p:pic>
      <p:pic>
        <p:nvPicPr>
          <p:cNvPr id="23" name="1sec">
            <a:hlinkClick r:id="" action="ppaction://media"/>
            <a:extLst>
              <a:ext uri="{FF2B5EF4-FFF2-40B4-BE49-F238E27FC236}">
                <a16:creationId xmlns:a16="http://schemas.microsoft.com/office/drawing/2014/main" id="{8EE13830-C675-4F03-B197-63920F02CCD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43848" y="4644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5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5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8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14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2859330" y="2412704"/>
            <a:ext cx="338161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Calibri" panose="020F0502020204030204"/>
              </a:rPr>
              <a:t>Bl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  <a:latin typeface="Calibri" panose="020F0502020204030204"/>
              </a:rPr>
              <a:t>u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701875" y="2412705"/>
            <a:ext cx="1892410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 err="1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ue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37E493F3-08D0-4CA1-B286-CBEA06C12988}"/>
              </a:ext>
            </a:extLst>
          </p:cNvPr>
          <p:cNvSpPr/>
          <p:nvPr/>
        </p:nvSpPr>
        <p:spPr>
          <a:xfrm>
            <a:off x="6494728" y="1499608"/>
            <a:ext cx="5362730" cy="4114800"/>
          </a:xfrm>
          <a:prstGeom prst="cube">
            <a:avLst/>
          </a:prstGeom>
          <a:solidFill>
            <a:srgbClr val="8FAA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ttsMP3.com_VoiceText_2025-4-26_23-55-10">
            <a:hlinkClick r:id="" action="ppaction://media"/>
            <a:extLst>
              <a:ext uri="{FF2B5EF4-FFF2-40B4-BE49-F238E27FC236}">
                <a16:creationId xmlns:a16="http://schemas.microsoft.com/office/drawing/2014/main" id="{E3BA9FC1-7F67-484E-9C32-BB1522519C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1875" y="642258"/>
            <a:ext cx="609600" cy="609600"/>
          </a:xfrm>
          <a:prstGeom prst="rect">
            <a:avLst/>
          </a:prstGeom>
        </p:spPr>
      </p:pic>
      <p:pic>
        <p:nvPicPr>
          <p:cNvPr id="58" name="1sec">
            <a:hlinkClick r:id="" action="ppaction://media"/>
            <a:extLst>
              <a:ext uri="{FF2B5EF4-FFF2-40B4-BE49-F238E27FC236}">
                <a16:creationId xmlns:a16="http://schemas.microsoft.com/office/drawing/2014/main" id="{BC2D72B1-8BD2-4CD9-87C9-98CB89E21C1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80638" y="642258"/>
            <a:ext cx="609600" cy="609600"/>
          </a:xfrm>
          <a:prstGeom prst="rect">
            <a:avLst/>
          </a:prstGeom>
        </p:spPr>
      </p:pic>
      <p:pic>
        <p:nvPicPr>
          <p:cNvPr id="4" name="ttsMP3.com_VoiceText_2025-4-26_23-56-9">
            <a:hlinkClick r:id="" action="ppaction://media"/>
            <a:extLst>
              <a:ext uri="{FF2B5EF4-FFF2-40B4-BE49-F238E27FC236}">
                <a16:creationId xmlns:a16="http://schemas.microsoft.com/office/drawing/2014/main" id="{A308BA5C-C407-44E7-B1EB-54CF2BADE00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289485" y="642258"/>
            <a:ext cx="609600" cy="609600"/>
          </a:xfrm>
          <a:prstGeom prst="rect">
            <a:avLst/>
          </a:prstGeom>
        </p:spPr>
      </p:pic>
      <p:pic>
        <p:nvPicPr>
          <p:cNvPr id="61" name="1sec">
            <a:hlinkClick r:id="" action="ppaction://media"/>
            <a:extLst>
              <a:ext uri="{FF2B5EF4-FFF2-40B4-BE49-F238E27FC236}">
                <a16:creationId xmlns:a16="http://schemas.microsoft.com/office/drawing/2014/main" id="{33EEFE70-DE36-40A9-8550-6B2A43A23BB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98332" y="642258"/>
            <a:ext cx="609600" cy="609600"/>
          </a:xfrm>
          <a:prstGeom prst="rect">
            <a:avLst/>
          </a:prstGeom>
        </p:spPr>
      </p:pic>
      <p:pic>
        <p:nvPicPr>
          <p:cNvPr id="62" name="1sec">
            <a:hlinkClick r:id="" action="ppaction://media"/>
            <a:extLst>
              <a:ext uri="{FF2B5EF4-FFF2-40B4-BE49-F238E27FC236}">
                <a16:creationId xmlns:a16="http://schemas.microsoft.com/office/drawing/2014/main" id="{A23623D0-5CCA-4D3A-B63F-FA7534ED7E2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40538" y="64225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5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5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7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128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2458911" y="772166"/>
            <a:ext cx="366535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rPr>
              <a:t>Fr</a:t>
            </a:r>
            <a:r>
              <a:rPr kumimoji="0" lang="en-US" sz="11500" b="1" i="0" u="none" strike="noStrike" kern="1200" cap="none" spc="0" normalizeH="0" baseline="0" noProof="0" dirty="0" err="1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ui</a:t>
            </a:r>
            <a:r>
              <a:rPr kumimoji="0" lang="en-US" sz="11500" b="1" i="0" u="none" strike="noStrike" kern="1200" cap="none" spc="0" normalizeH="0" baseline="0" noProof="0" dirty="0" err="1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FF535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178978" y="772166"/>
            <a:ext cx="198278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  <a:latin typeface="Calibri" panose="020F0502020204030204"/>
              </a:rPr>
              <a:t>ui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FEB15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9E178F-57EE-42DC-B17A-02D6D565BABD}"/>
              </a:ext>
            </a:extLst>
          </p:cNvPr>
          <p:cNvGrpSpPr/>
          <p:nvPr/>
        </p:nvGrpSpPr>
        <p:grpSpPr>
          <a:xfrm>
            <a:off x="6077785" y="278857"/>
            <a:ext cx="5935237" cy="6826793"/>
            <a:chOff x="6626087" y="608406"/>
            <a:chExt cx="5433418" cy="624959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5E920BF-FBB8-4A0F-9915-BEB9471F961E}"/>
                </a:ext>
              </a:extLst>
            </p:cNvPr>
            <p:cNvGrpSpPr/>
            <p:nvPr/>
          </p:nvGrpSpPr>
          <p:grpSpPr>
            <a:xfrm flipH="1">
              <a:off x="9641097" y="987204"/>
              <a:ext cx="2256770" cy="2376428"/>
              <a:chOff x="2903287" y="1490663"/>
              <a:chExt cx="4246812" cy="4471987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5027687-D92C-404F-8359-59B1061093B2}"/>
                  </a:ext>
                </a:extLst>
              </p:cNvPr>
              <p:cNvSpPr/>
              <p:nvPr/>
            </p:nvSpPr>
            <p:spPr>
              <a:xfrm>
                <a:off x="3305174" y="2146300"/>
                <a:ext cx="3844925" cy="3816350"/>
              </a:xfrm>
              <a:prstGeom prst="ellipse">
                <a:avLst/>
              </a:prstGeom>
              <a:solidFill>
                <a:srgbClr val="FFAC06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Rectangle 19">
                <a:extLst>
                  <a:ext uri="{FF2B5EF4-FFF2-40B4-BE49-F238E27FC236}">
                    <a16:creationId xmlns:a16="http://schemas.microsoft.com/office/drawing/2014/main" id="{FE09676B-4AB0-4A1E-BC90-87B312FA76DD}"/>
                  </a:ext>
                </a:extLst>
              </p:cNvPr>
              <p:cNvSpPr/>
              <p:nvPr/>
            </p:nvSpPr>
            <p:spPr>
              <a:xfrm rot="20182989">
                <a:off x="2903287" y="1749783"/>
                <a:ext cx="2384334" cy="794595"/>
              </a:xfrm>
              <a:custGeom>
                <a:avLst/>
                <a:gdLst>
                  <a:gd name="connsiteX0" fmla="*/ 0 w 1257300"/>
                  <a:gd name="connsiteY0" fmla="*/ 0 h 292100"/>
                  <a:gd name="connsiteX1" fmla="*/ 1257300 w 1257300"/>
                  <a:gd name="connsiteY1" fmla="*/ 0 h 292100"/>
                  <a:gd name="connsiteX2" fmla="*/ 1257300 w 1257300"/>
                  <a:gd name="connsiteY2" fmla="*/ 292100 h 292100"/>
                  <a:gd name="connsiteX3" fmla="*/ 0 w 1257300"/>
                  <a:gd name="connsiteY3" fmla="*/ 292100 h 292100"/>
                  <a:gd name="connsiteX4" fmla="*/ 0 w 1257300"/>
                  <a:gd name="connsiteY4" fmla="*/ 0 h 292100"/>
                  <a:gd name="connsiteX0" fmla="*/ 0 w 1675784"/>
                  <a:gd name="connsiteY0" fmla="*/ 0 h 292100"/>
                  <a:gd name="connsiteX1" fmla="*/ 1675784 w 1675784"/>
                  <a:gd name="connsiteY1" fmla="*/ 241193 h 292100"/>
                  <a:gd name="connsiteX2" fmla="*/ 1257300 w 1675784"/>
                  <a:gd name="connsiteY2" fmla="*/ 292100 h 292100"/>
                  <a:gd name="connsiteX3" fmla="*/ 0 w 1675784"/>
                  <a:gd name="connsiteY3" fmla="*/ 292100 h 292100"/>
                  <a:gd name="connsiteX4" fmla="*/ 0 w 1675784"/>
                  <a:gd name="connsiteY4" fmla="*/ 0 h 292100"/>
                  <a:gd name="connsiteX0" fmla="*/ 0 w 2384334"/>
                  <a:gd name="connsiteY0" fmla="*/ 0 h 136179"/>
                  <a:gd name="connsiteX1" fmla="*/ 2384334 w 2384334"/>
                  <a:gd name="connsiteY1" fmla="*/ 85272 h 136179"/>
                  <a:gd name="connsiteX2" fmla="*/ 1965850 w 2384334"/>
                  <a:gd name="connsiteY2" fmla="*/ 136179 h 136179"/>
                  <a:gd name="connsiteX3" fmla="*/ 708550 w 2384334"/>
                  <a:gd name="connsiteY3" fmla="*/ 136179 h 136179"/>
                  <a:gd name="connsiteX4" fmla="*/ 0 w 2384334"/>
                  <a:gd name="connsiteY4" fmla="*/ 0 h 136179"/>
                  <a:gd name="connsiteX0" fmla="*/ 0 w 2384334"/>
                  <a:gd name="connsiteY0" fmla="*/ 280786 h 416965"/>
                  <a:gd name="connsiteX1" fmla="*/ 2384334 w 2384334"/>
                  <a:gd name="connsiteY1" fmla="*/ 366058 h 416965"/>
                  <a:gd name="connsiteX2" fmla="*/ 1965850 w 2384334"/>
                  <a:gd name="connsiteY2" fmla="*/ 416965 h 416965"/>
                  <a:gd name="connsiteX3" fmla="*/ 708550 w 2384334"/>
                  <a:gd name="connsiteY3" fmla="*/ 416965 h 416965"/>
                  <a:gd name="connsiteX4" fmla="*/ 0 w 2384334"/>
                  <a:gd name="connsiteY4" fmla="*/ 280786 h 416965"/>
                  <a:gd name="connsiteX0" fmla="*/ 0 w 2384334"/>
                  <a:gd name="connsiteY0" fmla="*/ 338971 h 475150"/>
                  <a:gd name="connsiteX1" fmla="*/ 2384334 w 2384334"/>
                  <a:gd name="connsiteY1" fmla="*/ 424243 h 475150"/>
                  <a:gd name="connsiteX2" fmla="*/ 1965850 w 2384334"/>
                  <a:gd name="connsiteY2" fmla="*/ 475150 h 475150"/>
                  <a:gd name="connsiteX3" fmla="*/ 708550 w 2384334"/>
                  <a:gd name="connsiteY3" fmla="*/ 475150 h 475150"/>
                  <a:gd name="connsiteX4" fmla="*/ 0 w 2384334"/>
                  <a:gd name="connsiteY4" fmla="*/ 338971 h 475150"/>
                  <a:gd name="connsiteX0" fmla="*/ 0 w 2384334"/>
                  <a:gd name="connsiteY0" fmla="*/ 338971 h 787432"/>
                  <a:gd name="connsiteX1" fmla="*/ 2384334 w 2384334"/>
                  <a:gd name="connsiteY1" fmla="*/ 424243 h 787432"/>
                  <a:gd name="connsiteX2" fmla="*/ 1965850 w 2384334"/>
                  <a:gd name="connsiteY2" fmla="*/ 475150 h 787432"/>
                  <a:gd name="connsiteX3" fmla="*/ 1270599 w 2384334"/>
                  <a:gd name="connsiteY3" fmla="*/ 787432 h 787432"/>
                  <a:gd name="connsiteX4" fmla="*/ 0 w 2384334"/>
                  <a:gd name="connsiteY4" fmla="*/ 338971 h 787432"/>
                  <a:gd name="connsiteX0" fmla="*/ 0 w 2384334"/>
                  <a:gd name="connsiteY0" fmla="*/ 338971 h 787432"/>
                  <a:gd name="connsiteX1" fmla="*/ 2384334 w 2384334"/>
                  <a:gd name="connsiteY1" fmla="*/ 424243 h 787432"/>
                  <a:gd name="connsiteX2" fmla="*/ 1965850 w 2384334"/>
                  <a:gd name="connsiteY2" fmla="*/ 475150 h 787432"/>
                  <a:gd name="connsiteX3" fmla="*/ 1270599 w 2384334"/>
                  <a:gd name="connsiteY3" fmla="*/ 787432 h 787432"/>
                  <a:gd name="connsiteX4" fmla="*/ 0 w 2384334"/>
                  <a:gd name="connsiteY4" fmla="*/ 338971 h 787432"/>
                  <a:gd name="connsiteX0" fmla="*/ 0 w 2384334"/>
                  <a:gd name="connsiteY0" fmla="*/ 338971 h 788086"/>
                  <a:gd name="connsiteX1" fmla="*/ 2384334 w 2384334"/>
                  <a:gd name="connsiteY1" fmla="*/ 424243 h 788086"/>
                  <a:gd name="connsiteX2" fmla="*/ 1965850 w 2384334"/>
                  <a:gd name="connsiteY2" fmla="*/ 475150 h 788086"/>
                  <a:gd name="connsiteX3" fmla="*/ 1270599 w 2384334"/>
                  <a:gd name="connsiteY3" fmla="*/ 787432 h 788086"/>
                  <a:gd name="connsiteX4" fmla="*/ 0 w 2384334"/>
                  <a:gd name="connsiteY4" fmla="*/ 338971 h 788086"/>
                  <a:gd name="connsiteX0" fmla="*/ 0 w 2384334"/>
                  <a:gd name="connsiteY0" fmla="*/ 338971 h 794595"/>
                  <a:gd name="connsiteX1" fmla="*/ 2384334 w 2384334"/>
                  <a:gd name="connsiteY1" fmla="*/ 424243 h 794595"/>
                  <a:gd name="connsiteX2" fmla="*/ 1965850 w 2384334"/>
                  <a:gd name="connsiteY2" fmla="*/ 475150 h 794595"/>
                  <a:gd name="connsiteX3" fmla="*/ 1270599 w 2384334"/>
                  <a:gd name="connsiteY3" fmla="*/ 787432 h 794595"/>
                  <a:gd name="connsiteX4" fmla="*/ 0 w 2384334"/>
                  <a:gd name="connsiteY4" fmla="*/ 338971 h 794595"/>
                  <a:gd name="connsiteX0" fmla="*/ 0 w 2384334"/>
                  <a:gd name="connsiteY0" fmla="*/ 338971 h 794595"/>
                  <a:gd name="connsiteX1" fmla="*/ 2384334 w 2384334"/>
                  <a:gd name="connsiteY1" fmla="*/ 424243 h 794595"/>
                  <a:gd name="connsiteX2" fmla="*/ 1270599 w 2384334"/>
                  <a:gd name="connsiteY2" fmla="*/ 787432 h 794595"/>
                  <a:gd name="connsiteX3" fmla="*/ 0 w 2384334"/>
                  <a:gd name="connsiteY3" fmla="*/ 338971 h 794595"/>
                  <a:gd name="connsiteX0" fmla="*/ 0 w 2384334"/>
                  <a:gd name="connsiteY0" fmla="*/ 338971 h 794595"/>
                  <a:gd name="connsiteX1" fmla="*/ 2384334 w 2384334"/>
                  <a:gd name="connsiteY1" fmla="*/ 424243 h 794595"/>
                  <a:gd name="connsiteX2" fmla="*/ 1270599 w 2384334"/>
                  <a:gd name="connsiteY2" fmla="*/ 787432 h 794595"/>
                  <a:gd name="connsiteX3" fmla="*/ 0 w 2384334"/>
                  <a:gd name="connsiteY3" fmla="*/ 338971 h 794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84334" h="794595">
                    <a:moveTo>
                      <a:pt x="0" y="338971"/>
                    </a:moveTo>
                    <a:cubicBezTo>
                      <a:pt x="1014968" y="-326402"/>
                      <a:pt x="1948592" y="145293"/>
                      <a:pt x="2384334" y="424243"/>
                    </a:cubicBezTo>
                    <a:cubicBezTo>
                      <a:pt x="2013089" y="545306"/>
                      <a:pt x="1641420" y="724400"/>
                      <a:pt x="1270599" y="787432"/>
                    </a:cubicBezTo>
                    <a:cubicBezTo>
                      <a:pt x="766395" y="860487"/>
                      <a:pt x="508585" y="350998"/>
                      <a:pt x="0" y="338971"/>
                    </a:cubicBezTo>
                    <a:close/>
                  </a:path>
                </a:pathLst>
              </a:custGeom>
              <a:solidFill>
                <a:srgbClr val="406216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5E631FB-B422-4982-9C0C-CE6F8C058145}"/>
                  </a:ext>
                </a:extLst>
              </p:cNvPr>
              <p:cNvSpPr/>
              <p:nvPr/>
            </p:nvSpPr>
            <p:spPr>
              <a:xfrm>
                <a:off x="4984010" y="2282825"/>
                <a:ext cx="293580" cy="139274"/>
              </a:xfrm>
              <a:prstGeom prst="ellipse">
                <a:avLst/>
              </a:prstGeom>
              <a:solidFill>
                <a:srgbClr val="574519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Rectangle 20">
                <a:extLst>
                  <a:ext uri="{FF2B5EF4-FFF2-40B4-BE49-F238E27FC236}">
                    <a16:creationId xmlns:a16="http://schemas.microsoft.com/office/drawing/2014/main" id="{2D249E80-DFD9-46DE-BD16-BEA8753D3FD6}"/>
                  </a:ext>
                </a:extLst>
              </p:cNvPr>
              <p:cNvSpPr/>
              <p:nvPr/>
            </p:nvSpPr>
            <p:spPr>
              <a:xfrm>
                <a:off x="5070475" y="1490663"/>
                <a:ext cx="206479" cy="860425"/>
              </a:xfrm>
              <a:custGeom>
                <a:avLst/>
                <a:gdLst>
                  <a:gd name="connsiteX0" fmla="*/ 0 w 45719"/>
                  <a:gd name="connsiteY0" fmla="*/ 0 h 838200"/>
                  <a:gd name="connsiteX1" fmla="*/ 45719 w 45719"/>
                  <a:gd name="connsiteY1" fmla="*/ 0 h 838200"/>
                  <a:gd name="connsiteX2" fmla="*/ 45719 w 45719"/>
                  <a:gd name="connsiteY2" fmla="*/ 838200 h 838200"/>
                  <a:gd name="connsiteX3" fmla="*/ 0 w 45719"/>
                  <a:gd name="connsiteY3" fmla="*/ 838200 h 838200"/>
                  <a:gd name="connsiteX4" fmla="*/ 0 w 45719"/>
                  <a:gd name="connsiteY4" fmla="*/ 0 h 838200"/>
                  <a:gd name="connsiteX0" fmla="*/ 0 w 128269"/>
                  <a:gd name="connsiteY0" fmla="*/ 6350 h 844550"/>
                  <a:gd name="connsiteX1" fmla="*/ 128269 w 128269"/>
                  <a:gd name="connsiteY1" fmla="*/ 0 h 844550"/>
                  <a:gd name="connsiteX2" fmla="*/ 45719 w 128269"/>
                  <a:gd name="connsiteY2" fmla="*/ 844550 h 844550"/>
                  <a:gd name="connsiteX3" fmla="*/ 0 w 128269"/>
                  <a:gd name="connsiteY3" fmla="*/ 844550 h 844550"/>
                  <a:gd name="connsiteX4" fmla="*/ 0 w 128269"/>
                  <a:gd name="connsiteY4" fmla="*/ 6350 h 844550"/>
                  <a:gd name="connsiteX0" fmla="*/ 19050 w 128269"/>
                  <a:gd name="connsiteY0" fmla="*/ 0 h 860425"/>
                  <a:gd name="connsiteX1" fmla="*/ 128269 w 128269"/>
                  <a:gd name="connsiteY1" fmla="*/ 15875 h 860425"/>
                  <a:gd name="connsiteX2" fmla="*/ 45719 w 128269"/>
                  <a:gd name="connsiteY2" fmla="*/ 860425 h 860425"/>
                  <a:gd name="connsiteX3" fmla="*/ 0 w 128269"/>
                  <a:gd name="connsiteY3" fmla="*/ 860425 h 860425"/>
                  <a:gd name="connsiteX4" fmla="*/ 19050 w 128269"/>
                  <a:gd name="connsiteY4" fmla="*/ 0 h 860425"/>
                  <a:gd name="connsiteX0" fmla="*/ 19050 w 128269"/>
                  <a:gd name="connsiteY0" fmla="*/ 0 h 860425"/>
                  <a:gd name="connsiteX1" fmla="*/ 128269 w 128269"/>
                  <a:gd name="connsiteY1" fmla="*/ 15875 h 860425"/>
                  <a:gd name="connsiteX2" fmla="*/ 45719 w 128269"/>
                  <a:gd name="connsiteY2" fmla="*/ 860425 h 860425"/>
                  <a:gd name="connsiteX3" fmla="*/ 0 w 128269"/>
                  <a:gd name="connsiteY3" fmla="*/ 860425 h 860425"/>
                  <a:gd name="connsiteX4" fmla="*/ 19050 w 128269"/>
                  <a:gd name="connsiteY4" fmla="*/ 0 h 860425"/>
                  <a:gd name="connsiteX0" fmla="*/ 19050 w 142515"/>
                  <a:gd name="connsiteY0" fmla="*/ 0 h 860425"/>
                  <a:gd name="connsiteX1" fmla="*/ 128269 w 142515"/>
                  <a:gd name="connsiteY1" fmla="*/ 15875 h 860425"/>
                  <a:gd name="connsiteX2" fmla="*/ 45719 w 142515"/>
                  <a:gd name="connsiteY2" fmla="*/ 860425 h 860425"/>
                  <a:gd name="connsiteX3" fmla="*/ 0 w 142515"/>
                  <a:gd name="connsiteY3" fmla="*/ 860425 h 860425"/>
                  <a:gd name="connsiteX4" fmla="*/ 19050 w 142515"/>
                  <a:gd name="connsiteY4" fmla="*/ 0 h 860425"/>
                  <a:gd name="connsiteX0" fmla="*/ 19050 w 149329"/>
                  <a:gd name="connsiteY0" fmla="*/ 0 h 860425"/>
                  <a:gd name="connsiteX1" fmla="*/ 128269 w 149329"/>
                  <a:gd name="connsiteY1" fmla="*/ 15875 h 860425"/>
                  <a:gd name="connsiteX2" fmla="*/ 74294 w 149329"/>
                  <a:gd name="connsiteY2" fmla="*/ 860425 h 860425"/>
                  <a:gd name="connsiteX3" fmla="*/ 0 w 149329"/>
                  <a:gd name="connsiteY3" fmla="*/ 860425 h 860425"/>
                  <a:gd name="connsiteX4" fmla="*/ 19050 w 149329"/>
                  <a:gd name="connsiteY4" fmla="*/ 0 h 860425"/>
                  <a:gd name="connsiteX0" fmla="*/ 76200 w 206479"/>
                  <a:gd name="connsiteY0" fmla="*/ 0 h 860425"/>
                  <a:gd name="connsiteX1" fmla="*/ 185419 w 206479"/>
                  <a:gd name="connsiteY1" fmla="*/ 15875 h 860425"/>
                  <a:gd name="connsiteX2" fmla="*/ 131444 w 206479"/>
                  <a:gd name="connsiteY2" fmla="*/ 860425 h 860425"/>
                  <a:gd name="connsiteX3" fmla="*/ 0 w 206479"/>
                  <a:gd name="connsiteY3" fmla="*/ 860425 h 860425"/>
                  <a:gd name="connsiteX4" fmla="*/ 76200 w 206479"/>
                  <a:gd name="connsiteY4" fmla="*/ 0 h 860425"/>
                  <a:gd name="connsiteX0" fmla="*/ 76200 w 206479"/>
                  <a:gd name="connsiteY0" fmla="*/ 0 h 860425"/>
                  <a:gd name="connsiteX1" fmla="*/ 185419 w 206479"/>
                  <a:gd name="connsiteY1" fmla="*/ 15875 h 860425"/>
                  <a:gd name="connsiteX2" fmla="*/ 131444 w 206479"/>
                  <a:gd name="connsiteY2" fmla="*/ 860425 h 860425"/>
                  <a:gd name="connsiteX3" fmla="*/ 0 w 206479"/>
                  <a:gd name="connsiteY3" fmla="*/ 860425 h 860425"/>
                  <a:gd name="connsiteX4" fmla="*/ 76200 w 206479"/>
                  <a:gd name="connsiteY4" fmla="*/ 0 h 860425"/>
                  <a:gd name="connsiteX0" fmla="*/ 76200 w 206479"/>
                  <a:gd name="connsiteY0" fmla="*/ 0 h 860425"/>
                  <a:gd name="connsiteX1" fmla="*/ 185419 w 206479"/>
                  <a:gd name="connsiteY1" fmla="*/ 15875 h 860425"/>
                  <a:gd name="connsiteX2" fmla="*/ 131444 w 206479"/>
                  <a:gd name="connsiteY2" fmla="*/ 860425 h 860425"/>
                  <a:gd name="connsiteX3" fmla="*/ 0 w 206479"/>
                  <a:gd name="connsiteY3" fmla="*/ 860425 h 860425"/>
                  <a:gd name="connsiteX4" fmla="*/ 76200 w 206479"/>
                  <a:gd name="connsiteY4" fmla="*/ 0 h 860425"/>
                  <a:gd name="connsiteX0" fmla="*/ 76200 w 206479"/>
                  <a:gd name="connsiteY0" fmla="*/ 0 h 860425"/>
                  <a:gd name="connsiteX1" fmla="*/ 185419 w 206479"/>
                  <a:gd name="connsiteY1" fmla="*/ 15875 h 860425"/>
                  <a:gd name="connsiteX2" fmla="*/ 131444 w 206479"/>
                  <a:gd name="connsiteY2" fmla="*/ 860425 h 860425"/>
                  <a:gd name="connsiteX3" fmla="*/ 0 w 206479"/>
                  <a:gd name="connsiteY3" fmla="*/ 860425 h 860425"/>
                  <a:gd name="connsiteX4" fmla="*/ 76200 w 206479"/>
                  <a:gd name="connsiteY4" fmla="*/ 0 h 860425"/>
                  <a:gd name="connsiteX0" fmla="*/ 76200 w 206479"/>
                  <a:gd name="connsiteY0" fmla="*/ 0 h 860425"/>
                  <a:gd name="connsiteX1" fmla="*/ 185419 w 206479"/>
                  <a:gd name="connsiteY1" fmla="*/ 15875 h 860425"/>
                  <a:gd name="connsiteX2" fmla="*/ 131444 w 206479"/>
                  <a:gd name="connsiteY2" fmla="*/ 860425 h 860425"/>
                  <a:gd name="connsiteX3" fmla="*/ 0 w 206479"/>
                  <a:gd name="connsiteY3" fmla="*/ 860425 h 860425"/>
                  <a:gd name="connsiteX4" fmla="*/ 76200 w 206479"/>
                  <a:gd name="connsiteY4" fmla="*/ 0 h 860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479" h="860425">
                    <a:moveTo>
                      <a:pt x="76200" y="0"/>
                    </a:moveTo>
                    <a:lnTo>
                      <a:pt x="185419" y="15875"/>
                    </a:lnTo>
                    <a:cubicBezTo>
                      <a:pt x="221402" y="183092"/>
                      <a:pt x="216111" y="664633"/>
                      <a:pt x="131444" y="860425"/>
                    </a:cubicBezTo>
                    <a:lnTo>
                      <a:pt x="0" y="860425"/>
                    </a:lnTo>
                    <a:cubicBezTo>
                      <a:pt x="53975" y="599017"/>
                      <a:pt x="136525" y="242358"/>
                      <a:pt x="76200" y="0"/>
                    </a:cubicBezTo>
                    <a:close/>
                  </a:path>
                </a:pathLst>
              </a:custGeom>
              <a:solidFill>
                <a:srgbClr val="574519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85761EB-D388-445F-850F-03EB70A358D5}"/>
                  </a:ext>
                </a:extLst>
              </p:cNvPr>
              <p:cNvSpPr/>
              <p:nvPr/>
            </p:nvSpPr>
            <p:spPr>
              <a:xfrm>
                <a:off x="5044252" y="2316269"/>
                <a:ext cx="178250" cy="69637"/>
              </a:xfrm>
              <a:prstGeom prst="ellipse">
                <a:avLst/>
              </a:prstGeom>
              <a:solidFill>
                <a:srgbClr val="574519"/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B2EEAEF-532C-4294-BE02-4C7B2DF4C132}"/>
                </a:ext>
              </a:extLst>
            </p:cNvPr>
            <p:cNvGrpSpPr/>
            <p:nvPr/>
          </p:nvGrpSpPr>
          <p:grpSpPr>
            <a:xfrm>
              <a:off x="6680401" y="608406"/>
              <a:ext cx="3801127" cy="3360915"/>
              <a:chOff x="983389" y="-380392"/>
              <a:chExt cx="7928959" cy="7010698"/>
            </a:xfrm>
          </p:grpSpPr>
          <p:sp>
            <p:nvSpPr>
              <p:cNvPr id="34" name="Rectangle 1">
                <a:extLst>
                  <a:ext uri="{FF2B5EF4-FFF2-40B4-BE49-F238E27FC236}">
                    <a16:creationId xmlns:a16="http://schemas.microsoft.com/office/drawing/2014/main" id="{37B93D1C-4508-460B-B907-61604CC86601}"/>
                  </a:ext>
                </a:extLst>
              </p:cNvPr>
              <p:cNvSpPr/>
              <p:nvPr/>
            </p:nvSpPr>
            <p:spPr>
              <a:xfrm>
                <a:off x="1284810" y="624919"/>
                <a:ext cx="7487231" cy="6005387"/>
              </a:xfrm>
              <a:custGeom>
                <a:avLst/>
                <a:gdLst>
                  <a:gd name="connsiteX0" fmla="*/ 0 w 303729"/>
                  <a:gd name="connsiteY0" fmla="*/ 0 h 449451"/>
                  <a:gd name="connsiteX1" fmla="*/ 303729 w 303729"/>
                  <a:gd name="connsiteY1" fmla="*/ 0 h 449451"/>
                  <a:gd name="connsiteX2" fmla="*/ 303729 w 303729"/>
                  <a:gd name="connsiteY2" fmla="*/ 449451 h 449451"/>
                  <a:gd name="connsiteX3" fmla="*/ 0 w 303729"/>
                  <a:gd name="connsiteY3" fmla="*/ 449451 h 449451"/>
                  <a:gd name="connsiteX4" fmla="*/ 0 w 303729"/>
                  <a:gd name="connsiteY4" fmla="*/ 0 h 449451"/>
                  <a:gd name="connsiteX0" fmla="*/ 0 w 5480163"/>
                  <a:gd name="connsiteY0" fmla="*/ 0 h 2417735"/>
                  <a:gd name="connsiteX1" fmla="*/ 303729 w 5480163"/>
                  <a:gd name="connsiteY1" fmla="*/ 0 h 2417735"/>
                  <a:gd name="connsiteX2" fmla="*/ 5480163 w 5480163"/>
                  <a:gd name="connsiteY2" fmla="*/ 2417735 h 2417735"/>
                  <a:gd name="connsiteX3" fmla="*/ 0 w 5480163"/>
                  <a:gd name="connsiteY3" fmla="*/ 449451 h 2417735"/>
                  <a:gd name="connsiteX4" fmla="*/ 0 w 5480163"/>
                  <a:gd name="connsiteY4" fmla="*/ 0 h 2417735"/>
                  <a:gd name="connsiteX0" fmla="*/ 0 w 7138482"/>
                  <a:gd name="connsiteY0" fmla="*/ 0 h 4974956"/>
                  <a:gd name="connsiteX1" fmla="*/ 1962048 w 7138482"/>
                  <a:gd name="connsiteY1" fmla="*/ 2557221 h 4974956"/>
                  <a:gd name="connsiteX2" fmla="*/ 7138482 w 7138482"/>
                  <a:gd name="connsiteY2" fmla="*/ 4974956 h 4974956"/>
                  <a:gd name="connsiteX3" fmla="*/ 1658319 w 7138482"/>
                  <a:gd name="connsiteY3" fmla="*/ 3006672 h 4974956"/>
                  <a:gd name="connsiteX4" fmla="*/ 0 w 7138482"/>
                  <a:gd name="connsiteY4" fmla="*/ 0 h 4974956"/>
                  <a:gd name="connsiteX0" fmla="*/ 0 w 7138482"/>
                  <a:gd name="connsiteY0" fmla="*/ 0 h 4974956"/>
                  <a:gd name="connsiteX1" fmla="*/ 7138482 w 7138482"/>
                  <a:gd name="connsiteY1" fmla="*/ 4974956 h 4974956"/>
                  <a:gd name="connsiteX2" fmla="*/ 1658319 w 7138482"/>
                  <a:gd name="connsiteY2" fmla="*/ 3006672 h 4974956"/>
                  <a:gd name="connsiteX3" fmla="*/ 0 w 7138482"/>
                  <a:gd name="connsiteY3" fmla="*/ 0 h 4974956"/>
                  <a:gd name="connsiteX0" fmla="*/ 0 w 7138482"/>
                  <a:gd name="connsiteY0" fmla="*/ 0 h 4974956"/>
                  <a:gd name="connsiteX1" fmla="*/ 7138482 w 7138482"/>
                  <a:gd name="connsiteY1" fmla="*/ 4974956 h 4974956"/>
                  <a:gd name="connsiteX2" fmla="*/ 0 w 7138482"/>
                  <a:gd name="connsiteY2" fmla="*/ 0 h 4974956"/>
                  <a:gd name="connsiteX0" fmla="*/ 310022 w 7448504"/>
                  <a:gd name="connsiteY0" fmla="*/ 0 h 4974956"/>
                  <a:gd name="connsiteX1" fmla="*/ 7448504 w 7448504"/>
                  <a:gd name="connsiteY1" fmla="*/ 4974956 h 4974956"/>
                  <a:gd name="connsiteX2" fmla="*/ 310022 w 7448504"/>
                  <a:gd name="connsiteY2" fmla="*/ 0 h 4974956"/>
                  <a:gd name="connsiteX0" fmla="*/ 310022 w 7448504"/>
                  <a:gd name="connsiteY0" fmla="*/ 0 h 4974956"/>
                  <a:gd name="connsiteX1" fmla="*/ 7448504 w 7448504"/>
                  <a:gd name="connsiteY1" fmla="*/ 4974956 h 4974956"/>
                  <a:gd name="connsiteX2" fmla="*/ 310022 w 7448504"/>
                  <a:gd name="connsiteY2" fmla="*/ 0 h 4974956"/>
                  <a:gd name="connsiteX0" fmla="*/ 326910 w 7465392"/>
                  <a:gd name="connsiteY0" fmla="*/ 0 h 5594316"/>
                  <a:gd name="connsiteX1" fmla="*/ 7465392 w 7465392"/>
                  <a:gd name="connsiteY1" fmla="*/ 4974956 h 5594316"/>
                  <a:gd name="connsiteX2" fmla="*/ 326910 w 7465392"/>
                  <a:gd name="connsiteY2" fmla="*/ 0 h 5594316"/>
                  <a:gd name="connsiteX0" fmla="*/ 326910 w 7465392"/>
                  <a:gd name="connsiteY0" fmla="*/ 0 h 5594316"/>
                  <a:gd name="connsiteX1" fmla="*/ 7465392 w 7465392"/>
                  <a:gd name="connsiteY1" fmla="*/ 4974956 h 5594316"/>
                  <a:gd name="connsiteX2" fmla="*/ 326910 w 7465392"/>
                  <a:gd name="connsiteY2" fmla="*/ 0 h 5594316"/>
                  <a:gd name="connsiteX0" fmla="*/ 326910 w 7465392"/>
                  <a:gd name="connsiteY0" fmla="*/ 35521 h 5629837"/>
                  <a:gd name="connsiteX1" fmla="*/ 7465392 w 7465392"/>
                  <a:gd name="connsiteY1" fmla="*/ 5010477 h 5629837"/>
                  <a:gd name="connsiteX2" fmla="*/ 326910 w 7465392"/>
                  <a:gd name="connsiteY2" fmla="*/ 35521 h 5629837"/>
                  <a:gd name="connsiteX0" fmla="*/ 326910 w 7669610"/>
                  <a:gd name="connsiteY0" fmla="*/ 27477 h 5621793"/>
                  <a:gd name="connsiteX1" fmla="*/ 4954666 w 7669610"/>
                  <a:gd name="connsiteY1" fmla="*/ 3902055 h 5621793"/>
                  <a:gd name="connsiteX2" fmla="*/ 7465392 w 7669610"/>
                  <a:gd name="connsiteY2" fmla="*/ 5002433 h 5621793"/>
                  <a:gd name="connsiteX3" fmla="*/ 326910 w 7669610"/>
                  <a:gd name="connsiteY3" fmla="*/ 27477 h 5621793"/>
                  <a:gd name="connsiteX0" fmla="*/ 326910 w 7465393"/>
                  <a:gd name="connsiteY0" fmla="*/ 27477 h 5621793"/>
                  <a:gd name="connsiteX1" fmla="*/ 4954666 w 7465393"/>
                  <a:gd name="connsiteY1" fmla="*/ 3902055 h 5621793"/>
                  <a:gd name="connsiteX2" fmla="*/ 7465392 w 7465393"/>
                  <a:gd name="connsiteY2" fmla="*/ 5002433 h 5621793"/>
                  <a:gd name="connsiteX3" fmla="*/ 326910 w 7465393"/>
                  <a:gd name="connsiteY3" fmla="*/ 27477 h 5621793"/>
                  <a:gd name="connsiteX0" fmla="*/ 326910 w 7465393"/>
                  <a:gd name="connsiteY0" fmla="*/ 27477 h 5621793"/>
                  <a:gd name="connsiteX1" fmla="*/ 4954666 w 7465393"/>
                  <a:gd name="connsiteY1" fmla="*/ 3902055 h 5621793"/>
                  <a:gd name="connsiteX2" fmla="*/ 7465392 w 7465393"/>
                  <a:gd name="connsiteY2" fmla="*/ 5002433 h 5621793"/>
                  <a:gd name="connsiteX3" fmla="*/ 326910 w 7465393"/>
                  <a:gd name="connsiteY3" fmla="*/ 27477 h 5621793"/>
                  <a:gd name="connsiteX0" fmla="*/ 326910 w 7465393"/>
                  <a:gd name="connsiteY0" fmla="*/ 91665 h 5685981"/>
                  <a:gd name="connsiteX1" fmla="*/ 4954666 w 7465393"/>
                  <a:gd name="connsiteY1" fmla="*/ 3966243 h 5685981"/>
                  <a:gd name="connsiteX2" fmla="*/ 7465392 w 7465393"/>
                  <a:gd name="connsiteY2" fmla="*/ 5066621 h 5685981"/>
                  <a:gd name="connsiteX3" fmla="*/ 326910 w 7465393"/>
                  <a:gd name="connsiteY3" fmla="*/ 91665 h 5685981"/>
                  <a:gd name="connsiteX0" fmla="*/ 326910 w 7465393"/>
                  <a:gd name="connsiteY0" fmla="*/ 103501 h 5697817"/>
                  <a:gd name="connsiteX1" fmla="*/ 4954666 w 7465393"/>
                  <a:gd name="connsiteY1" fmla="*/ 3978079 h 5697817"/>
                  <a:gd name="connsiteX2" fmla="*/ 7465392 w 7465393"/>
                  <a:gd name="connsiteY2" fmla="*/ 5078457 h 5697817"/>
                  <a:gd name="connsiteX3" fmla="*/ 326910 w 7465393"/>
                  <a:gd name="connsiteY3" fmla="*/ 103501 h 5697817"/>
                  <a:gd name="connsiteX0" fmla="*/ 326910 w 7465393"/>
                  <a:gd name="connsiteY0" fmla="*/ 103501 h 5697817"/>
                  <a:gd name="connsiteX1" fmla="*/ 4954666 w 7465393"/>
                  <a:gd name="connsiteY1" fmla="*/ 3978079 h 5697817"/>
                  <a:gd name="connsiteX2" fmla="*/ 7465392 w 7465393"/>
                  <a:gd name="connsiteY2" fmla="*/ 5078457 h 5697817"/>
                  <a:gd name="connsiteX3" fmla="*/ 326910 w 7465393"/>
                  <a:gd name="connsiteY3" fmla="*/ 103501 h 5697817"/>
                  <a:gd name="connsiteX0" fmla="*/ 307541 w 7446024"/>
                  <a:gd name="connsiteY0" fmla="*/ 103501 h 5882602"/>
                  <a:gd name="connsiteX1" fmla="*/ 4935297 w 7446024"/>
                  <a:gd name="connsiteY1" fmla="*/ 3978079 h 5882602"/>
                  <a:gd name="connsiteX2" fmla="*/ 7446023 w 7446024"/>
                  <a:gd name="connsiteY2" fmla="*/ 5078457 h 5882602"/>
                  <a:gd name="connsiteX3" fmla="*/ 307541 w 7446024"/>
                  <a:gd name="connsiteY3" fmla="*/ 103501 h 5882602"/>
                  <a:gd name="connsiteX0" fmla="*/ 348748 w 7487231"/>
                  <a:gd name="connsiteY0" fmla="*/ 103501 h 5969063"/>
                  <a:gd name="connsiteX1" fmla="*/ 4976504 w 7487231"/>
                  <a:gd name="connsiteY1" fmla="*/ 3978079 h 5969063"/>
                  <a:gd name="connsiteX2" fmla="*/ 7487230 w 7487231"/>
                  <a:gd name="connsiteY2" fmla="*/ 5078457 h 5969063"/>
                  <a:gd name="connsiteX3" fmla="*/ 348748 w 7487231"/>
                  <a:gd name="connsiteY3" fmla="*/ 103501 h 5969063"/>
                  <a:gd name="connsiteX0" fmla="*/ 348748 w 7487231"/>
                  <a:gd name="connsiteY0" fmla="*/ 103501 h 5947506"/>
                  <a:gd name="connsiteX1" fmla="*/ 4976504 w 7487231"/>
                  <a:gd name="connsiteY1" fmla="*/ 3978079 h 5947506"/>
                  <a:gd name="connsiteX2" fmla="*/ 7487230 w 7487231"/>
                  <a:gd name="connsiteY2" fmla="*/ 5078457 h 5947506"/>
                  <a:gd name="connsiteX3" fmla="*/ 348748 w 7487231"/>
                  <a:gd name="connsiteY3" fmla="*/ 103501 h 5947506"/>
                  <a:gd name="connsiteX0" fmla="*/ 348748 w 7487231"/>
                  <a:gd name="connsiteY0" fmla="*/ 103501 h 6005387"/>
                  <a:gd name="connsiteX1" fmla="*/ 4976504 w 7487231"/>
                  <a:gd name="connsiteY1" fmla="*/ 3978079 h 6005387"/>
                  <a:gd name="connsiteX2" fmla="*/ 7487230 w 7487231"/>
                  <a:gd name="connsiteY2" fmla="*/ 5078457 h 6005387"/>
                  <a:gd name="connsiteX3" fmla="*/ 348748 w 7487231"/>
                  <a:gd name="connsiteY3" fmla="*/ 103501 h 600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7231" h="6005387">
                    <a:moveTo>
                      <a:pt x="348748" y="103501"/>
                    </a:moveTo>
                    <a:cubicBezTo>
                      <a:pt x="896355" y="-619753"/>
                      <a:pt x="2112940" y="2637476"/>
                      <a:pt x="4976504" y="3978079"/>
                    </a:cubicBezTo>
                    <a:cubicBezTo>
                      <a:pt x="6166251" y="4636756"/>
                      <a:pt x="7488774" y="4114979"/>
                      <a:pt x="7487230" y="5078457"/>
                    </a:cubicBezTo>
                    <a:cubicBezTo>
                      <a:pt x="5175228" y="8176119"/>
                      <a:pt x="-1603784" y="2734713"/>
                      <a:pt x="348748" y="103501"/>
                    </a:cubicBezTo>
                    <a:close/>
                  </a:path>
                </a:pathLst>
              </a:custGeom>
              <a:solidFill>
                <a:srgbClr val="FFF561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Rectangle 2">
                <a:extLst>
                  <a:ext uri="{FF2B5EF4-FFF2-40B4-BE49-F238E27FC236}">
                    <a16:creationId xmlns:a16="http://schemas.microsoft.com/office/drawing/2014/main" id="{5D0E9B04-6D4F-4922-B767-46B49B63B1A4}"/>
                  </a:ext>
                </a:extLst>
              </p:cNvPr>
              <p:cNvSpPr/>
              <p:nvPr/>
            </p:nvSpPr>
            <p:spPr>
              <a:xfrm>
                <a:off x="983389" y="-380392"/>
                <a:ext cx="969396" cy="1292707"/>
              </a:xfrm>
              <a:custGeom>
                <a:avLst/>
                <a:gdLst>
                  <a:gd name="connsiteX0" fmla="*/ 0 w 445521"/>
                  <a:gd name="connsiteY0" fmla="*/ 0 h 1091394"/>
                  <a:gd name="connsiteX1" fmla="*/ 445521 w 445521"/>
                  <a:gd name="connsiteY1" fmla="*/ 0 h 1091394"/>
                  <a:gd name="connsiteX2" fmla="*/ 445521 w 445521"/>
                  <a:gd name="connsiteY2" fmla="*/ 1091394 h 1091394"/>
                  <a:gd name="connsiteX3" fmla="*/ 0 w 445521"/>
                  <a:gd name="connsiteY3" fmla="*/ 1091394 h 1091394"/>
                  <a:gd name="connsiteX4" fmla="*/ 0 w 445521"/>
                  <a:gd name="connsiteY4" fmla="*/ 0 h 1091394"/>
                  <a:gd name="connsiteX0" fmla="*/ 0 w 1017021"/>
                  <a:gd name="connsiteY0" fmla="*/ 85725 h 1091394"/>
                  <a:gd name="connsiteX1" fmla="*/ 1017021 w 1017021"/>
                  <a:gd name="connsiteY1" fmla="*/ 0 h 1091394"/>
                  <a:gd name="connsiteX2" fmla="*/ 1017021 w 1017021"/>
                  <a:gd name="connsiteY2" fmla="*/ 1091394 h 1091394"/>
                  <a:gd name="connsiteX3" fmla="*/ 571500 w 1017021"/>
                  <a:gd name="connsiteY3" fmla="*/ 1091394 h 1091394"/>
                  <a:gd name="connsiteX4" fmla="*/ 0 w 1017021"/>
                  <a:gd name="connsiteY4" fmla="*/ 85725 h 1091394"/>
                  <a:gd name="connsiteX0" fmla="*/ 0 w 1017021"/>
                  <a:gd name="connsiteY0" fmla="*/ 85725 h 1091394"/>
                  <a:gd name="connsiteX1" fmla="*/ 740796 w 1017021"/>
                  <a:gd name="connsiteY1" fmla="*/ 0 h 1091394"/>
                  <a:gd name="connsiteX2" fmla="*/ 1017021 w 1017021"/>
                  <a:gd name="connsiteY2" fmla="*/ 1091394 h 1091394"/>
                  <a:gd name="connsiteX3" fmla="*/ 571500 w 1017021"/>
                  <a:gd name="connsiteY3" fmla="*/ 1091394 h 1091394"/>
                  <a:gd name="connsiteX4" fmla="*/ 0 w 1017021"/>
                  <a:gd name="connsiteY4" fmla="*/ 85725 h 1091394"/>
                  <a:gd name="connsiteX0" fmla="*/ 0 w 969396"/>
                  <a:gd name="connsiteY0" fmla="*/ 85725 h 1091394"/>
                  <a:gd name="connsiteX1" fmla="*/ 740796 w 969396"/>
                  <a:gd name="connsiteY1" fmla="*/ 0 h 1091394"/>
                  <a:gd name="connsiteX2" fmla="*/ 969396 w 969396"/>
                  <a:gd name="connsiteY2" fmla="*/ 834219 h 1091394"/>
                  <a:gd name="connsiteX3" fmla="*/ 571500 w 969396"/>
                  <a:gd name="connsiteY3" fmla="*/ 1091394 h 1091394"/>
                  <a:gd name="connsiteX4" fmla="*/ 0 w 969396"/>
                  <a:gd name="connsiteY4" fmla="*/ 85725 h 1091394"/>
                  <a:gd name="connsiteX0" fmla="*/ 0 w 969396"/>
                  <a:gd name="connsiteY0" fmla="*/ 85725 h 1091394"/>
                  <a:gd name="connsiteX1" fmla="*/ 740796 w 969396"/>
                  <a:gd name="connsiteY1" fmla="*/ 0 h 1091394"/>
                  <a:gd name="connsiteX2" fmla="*/ 969396 w 969396"/>
                  <a:gd name="connsiteY2" fmla="*/ 834219 h 1091394"/>
                  <a:gd name="connsiteX3" fmla="*/ 571500 w 969396"/>
                  <a:gd name="connsiteY3" fmla="*/ 1091394 h 1091394"/>
                  <a:gd name="connsiteX4" fmla="*/ 0 w 969396"/>
                  <a:gd name="connsiteY4" fmla="*/ 85725 h 1091394"/>
                  <a:gd name="connsiteX0" fmla="*/ 0 w 969396"/>
                  <a:gd name="connsiteY0" fmla="*/ 85725 h 1091394"/>
                  <a:gd name="connsiteX1" fmla="*/ 740796 w 969396"/>
                  <a:gd name="connsiteY1" fmla="*/ 0 h 1091394"/>
                  <a:gd name="connsiteX2" fmla="*/ 969396 w 969396"/>
                  <a:gd name="connsiteY2" fmla="*/ 834219 h 1091394"/>
                  <a:gd name="connsiteX3" fmla="*/ 571500 w 969396"/>
                  <a:gd name="connsiteY3" fmla="*/ 1091394 h 1091394"/>
                  <a:gd name="connsiteX4" fmla="*/ 0 w 969396"/>
                  <a:gd name="connsiteY4" fmla="*/ 85725 h 1091394"/>
                  <a:gd name="connsiteX0" fmla="*/ 0 w 969396"/>
                  <a:gd name="connsiteY0" fmla="*/ 353713 h 1359382"/>
                  <a:gd name="connsiteX1" fmla="*/ 343356 w 969396"/>
                  <a:gd name="connsiteY1" fmla="*/ 0 h 1359382"/>
                  <a:gd name="connsiteX2" fmla="*/ 740796 w 969396"/>
                  <a:gd name="connsiteY2" fmla="*/ 267988 h 1359382"/>
                  <a:gd name="connsiteX3" fmla="*/ 969396 w 969396"/>
                  <a:gd name="connsiteY3" fmla="*/ 1102207 h 1359382"/>
                  <a:gd name="connsiteX4" fmla="*/ 571500 w 969396"/>
                  <a:gd name="connsiteY4" fmla="*/ 1359382 h 1359382"/>
                  <a:gd name="connsiteX5" fmla="*/ 0 w 969396"/>
                  <a:gd name="connsiteY5" fmla="*/ 353713 h 1359382"/>
                  <a:gd name="connsiteX0" fmla="*/ 0 w 969396"/>
                  <a:gd name="connsiteY0" fmla="*/ 287038 h 1292707"/>
                  <a:gd name="connsiteX1" fmla="*/ 343356 w 969396"/>
                  <a:gd name="connsiteY1" fmla="*/ 0 h 1292707"/>
                  <a:gd name="connsiteX2" fmla="*/ 740796 w 969396"/>
                  <a:gd name="connsiteY2" fmla="*/ 201313 h 1292707"/>
                  <a:gd name="connsiteX3" fmla="*/ 969396 w 969396"/>
                  <a:gd name="connsiteY3" fmla="*/ 1035532 h 1292707"/>
                  <a:gd name="connsiteX4" fmla="*/ 571500 w 969396"/>
                  <a:gd name="connsiteY4" fmla="*/ 1292707 h 1292707"/>
                  <a:gd name="connsiteX5" fmla="*/ 0 w 969396"/>
                  <a:gd name="connsiteY5" fmla="*/ 287038 h 1292707"/>
                  <a:gd name="connsiteX0" fmla="*/ 0 w 969396"/>
                  <a:gd name="connsiteY0" fmla="*/ 287038 h 1292707"/>
                  <a:gd name="connsiteX1" fmla="*/ 343356 w 969396"/>
                  <a:gd name="connsiteY1" fmla="*/ 0 h 1292707"/>
                  <a:gd name="connsiteX2" fmla="*/ 740796 w 969396"/>
                  <a:gd name="connsiteY2" fmla="*/ 201313 h 1292707"/>
                  <a:gd name="connsiteX3" fmla="*/ 969396 w 969396"/>
                  <a:gd name="connsiteY3" fmla="*/ 1035532 h 1292707"/>
                  <a:gd name="connsiteX4" fmla="*/ 571500 w 969396"/>
                  <a:gd name="connsiteY4" fmla="*/ 1292707 h 1292707"/>
                  <a:gd name="connsiteX5" fmla="*/ 0 w 969396"/>
                  <a:gd name="connsiteY5" fmla="*/ 287038 h 1292707"/>
                  <a:gd name="connsiteX0" fmla="*/ 0 w 969396"/>
                  <a:gd name="connsiteY0" fmla="*/ 287038 h 1292707"/>
                  <a:gd name="connsiteX1" fmla="*/ 343356 w 969396"/>
                  <a:gd name="connsiteY1" fmla="*/ 0 h 1292707"/>
                  <a:gd name="connsiteX2" fmla="*/ 740796 w 969396"/>
                  <a:gd name="connsiteY2" fmla="*/ 201313 h 1292707"/>
                  <a:gd name="connsiteX3" fmla="*/ 969396 w 969396"/>
                  <a:gd name="connsiteY3" fmla="*/ 1035532 h 1292707"/>
                  <a:gd name="connsiteX4" fmla="*/ 571500 w 969396"/>
                  <a:gd name="connsiteY4" fmla="*/ 1292707 h 1292707"/>
                  <a:gd name="connsiteX5" fmla="*/ 0 w 969396"/>
                  <a:gd name="connsiteY5" fmla="*/ 287038 h 1292707"/>
                  <a:gd name="connsiteX0" fmla="*/ 0 w 969396"/>
                  <a:gd name="connsiteY0" fmla="*/ 287038 h 1292707"/>
                  <a:gd name="connsiteX1" fmla="*/ 343356 w 969396"/>
                  <a:gd name="connsiteY1" fmla="*/ 0 h 1292707"/>
                  <a:gd name="connsiteX2" fmla="*/ 740796 w 969396"/>
                  <a:gd name="connsiteY2" fmla="*/ 201313 h 1292707"/>
                  <a:gd name="connsiteX3" fmla="*/ 969396 w 969396"/>
                  <a:gd name="connsiteY3" fmla="*/ 1035532 h 1292707"/>
                  <a:gd name="connsiteX4" fmla="*/ 571500 w 969396"/>
                  <a:gd name="connsiteY4" fmla="*/ 1292707 h 1292707"/>
                  <a:gd name="connsiteX5" fmla="*/ 0 w 969396"/>
                  <a:gd name="connsiteY5" fmla="*/ 287038 h 1292707"/>
                  <a:gd name="connsiteX0" fmla="*/ 0 w 969396"/>
                  <a:gd name="connsiteY0" fmla="*/ 287038 h 1292707"/>
                  <a:gd name="connsiteX1" fmla="*/ 343356 w 969396"/>
                  <a:gd name="connsiteY1" fmla="*/ 0 h 1292707"/>
                  <a:gd name="connsiteX2" fmla="*/ 740796 w 969396"/>
                  <a:gd name="connsiteY2" fmla="*/ 201313 h 1292707"/>
                  <a:gd name="connsiteX3" fmla="*/ 969396 w 969396"/>
                  <a:gd name="connsiteY3" fmla="*/ 1035532 h 1292707"/>
                  <a:gd name="connsiteX4" fmla="*/ 571500 w 969396"/>
                  <a:gd name="connsiteY4" fmla="*/ 1292707 h 1292707"/>
                  <a:gd name="connsiteX5" fmla="*/ 0 w 969396"/>
                  <a:gd name="connsiteY5" fmla="*/ 287038 h 1292707"/>
                  <a:gd name="connsiteX0" fmla="*/ 0 w 969396"/>
                  <a:gd name="connsiteY0" fmla="*/ 287038 h 1292707"/>
                  <a:gd name="connsiteX1" fmla="*/ 343356 w 969396"/>
                  <a:gd name="connsiteY1" fmla="*/ 0 h 1292707"/>
                  <a:gd name="connsiteX2" fmla="*/ 740796 w 969396"/>
                  <a:gd name="connsiteY2" fmla="*/ 201313 h 1292707"/>
                  <a:gd name="connsiteX3" fmla="*/ 969396 w 969396"/>
                  <a:gd name="connsiteY3" fmla="*/ 1035532 h 1292707"/>
                  <a:gd name="connsiteX4" fmla="*/ 571500 w 969396"/>
                  <a:gd name="connsiteY4" fmla="*/ 1292707 h 1292707"/>
                  <a:gd name="connsiteX5" fmla="*/ 0 w 969396"/>
                  <a:gd name="connsiteY5" fmla="*/ 287038 h 129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69396" h="1292707">
                    <a:moveTo>
                      <a:pt x="0" y="287038"/>
                    </a:moveTo>
                    <a:cubicBezTo>
                      <a:pt x="22377" y="191359"/>
                      <a:pt x="149529" y="19479"/>
                      <a:pt x="343356" y="0"/>
                    </a:cubicBezTo>
                    <a:cubicBezTo>
                      <a:pt x="542511" y="48054"/>
                      <a:pt x="627366" y="86584"/>
                      <a:pt x="740796" y="201313"/>
                    </a:cubicBezTo>
                    <a:cubicBezTo>
                      <a:pt x="645546" y="736561"/>
                      <a:pt x="921771" y="938434"/>
                      <a:pt x="969396" y="1035532"/>
                    </a:cubicBezTo>
                    <a:lnTo>
                      <a:pt x="571500" y="1292707"/>
                    </a:lnTo>
                    <a:cubicBezTo>
                      <a:pt x="381000" y="957484"/>
                      <a:pt x="485775" y="746086"/>
                      <a:pt x="0" y="287038"/>
                    </a:cubicBezTo>
                    <a:close/>
                  </a:path>
                </a:pathLst>
              </a:custGeom>
              <a:gradFill>
                <a:gsLst>
                  <a:gs pos="0">
                    <a:sysClr val="windowText" lastClr="000000"/>
                  </a:gs>
                  <a:gs pos="44037">
                    <a:srgbClr val="FFF561"/>
                  </a:gs>
                  <a:gs pos="22000">
                    <a:srgbClr val="70AD47"/>
                  </a:gs>
                </a:gsLst>
                <a:lin ang="9000000" scaled="0"/>
              </a:gra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Oval 4">
                <a:extLst>
                  <a:ext uri="{FF2B5EF4-FFF2-40B4-BE49-F238E27FC236}">
                    <a16:creationId xmlns:a16="http://schemas.microsoft.com/office/drawing/2014/main" id="{EB13AB02-26D3-48FC-9B94-FDE2107E4C25}"/>
                  </a:ext>
                </a:extLst>
              </p:cNvPr>
              <p:cNvSpPr/>
              <p:nvPr/>
            </p:nvSpPr>
            <p:spPr>
              <a:xfrm rot="17182891">
                <a:off x="8519648" y="5422029"/>
                <a:ext cx="403103" cy="382296"/>
              </a:xfrm>
              <a:custGeom>
                <a:avLst/>
                <a:gdLst>
                  <a:gd name="connsiteX0" fmla="*/ 0 w 391886"/>
                  <a:gd name="connsiteY0" fmla="*/ 191138 h 382275"/>
                  <a:gd name="connsiteX1" fmla="*/ 195943 w 391886"/>
                  <a:gd name="connsiteY1" fmla="*/ 0 h 382275"/>
                  <a:gd name="connsiteX2" fmla="*/ 391886 w 391886"/>
                  <a:gd name="connsiteY2" fmla="*/ 191138 h 382275"/>
                  <a:gd name="connsiteX3" fmla="*/ 195943 w 391886"/>
                  <a:gd name="connsiteY3" fmla="*/ 382276 h 382275"/>
                  <a:gd name="connsiteX4" fmla="*/ 0 w 391886"/>
                  <a:gd name="connsiteY4" fmla="*/ 191138 h 382275"/>
                  <a:gd name="connsiteX0" fmla="*/ 24493 w 220436"/>
                  <a:gd name="connsiteY0" fmla="*/ 387589 h 392902"/>
                  <a:gd name="connsiteX1" fmla="*/ 24493 w 220436"/>
                  <a:gd name="connsiteY1" fmla="*/ 5313 h 392902"/>
                  <a:gd name="connsiteX2" fmla="*/ 220436 w 220436"/>
                  <a:gd name="connsiteY2" fmla="*/ 196451 h 392902"/>
                  <a:gd name="connsiteX3" fmla="*/ 24493 w 220436"/>
                  <a:gd name="connsiteY3" fmla="*/ 387589 h 392902"/>
                  <a:gd name="connsiteX0" fmla="*/ 39521 w 235464"/>
                  <a:gd name="connsiteY0" fmla="*/ 383824 h 386571"/>
                  <a:gd name="connsiteX1" fmla="*/ 0 w 235464"/>
                  <a:gd name="connsiteY1" fmla="*/ 284579 h 386571"/>
                  <a:gd name="connsiteX2" fmla="*/ 39521 w 235464"/>
                  <a:gd name="connsiteY2" fmla="*/ 1548 h 386571"/>
                  <a:gd name="connsiteX3" fmla="*/ 235464 w 235464"/>
                  <a:gd name="connsiteY3" fmla="*/ 192686 h 386571"/>
                  <a:gd name="connsiteX4" fmla="*/ 39521 w 235464"/>
                  <a:gd name="connsiteY4" fmla="*/ 383824 h 386571"/>
                  <a:gd name="connsiteX0" fmla="*/ 70896 w 266839"/>
                  <a:gd name="connsiteY0" fmla="*/ 384984 h 387731"/>
                  <a:gd name="connsiteX1" fmla="*/ 31375 w 266839"/>
                  <a:gd name="connsiteY1" fmla="*/ 285739 h 387731"/>
                  <a:gd name="connsiteX2" fmla="*/ 895 w 266839"/>
                  <a:gd name="connsiteY2" fmla="*/ 95239 h 387731"/>
                  <a:gd name="connsiteX3" fmla="*/ 70896 w 266839"/>
                  <a:gd name="connsiteY3" fmla="*/ 2708 h 387731"/>
                  <a:gd name="connsiteX4" fmla="*/ 266839 w 266839"/>
                  <a:gd name="connsiteY4" fmla="*/ 193846 h 387731"/>
                  <a:gd name="connsiteX5" fmla="*/ 70896 w 266839"/>
                  <a:gd name="connsiteY5" fmla="*/ 384984 h 387731"/>
                  <a:gd name="connsiteX0" fmla="*/ 127818 w 323761"/>
                  <a:gd name="connsiteY0" fmla="*/ 384984 h 387731"/>
                  <a:gd name="connsiteX1" fmla="*/ 88297 w 323761"/>
                  <a:gd name="connsiteY1" fmla="*/ 285739 h 387731"/>
                  <a:gd name="connsiteX2" fmla="*/ 57817 w 323761"/>
                  <a:gd name="connsiteY2" fmla="*/ 95239 h 387731"/>
                  <a:gd name="connsiteX3" fmla="*/ 127818 w 323761"/>
                  <a:gd name="connsiteY3" fmla="*/ 2708 h 387731"/>
                  <a:gd name="connsiteX4" fmla="*/ 323761 w 323761"/>
                  <a:gd name="connsiteY4" fmla="*/ 193846 h 387731"/>
                  <a:gd name="connsiteX5" fmla="*/ 127818 w 323761"/>
                  <a:gd name="connsiteY5" fmla="*/ 384984 h 387731"/>
                  <a:gd name="connsiteX0" fmla="*/ 70001 w 265944"/>
                  <a:gd name="connsiteY0" fmla="*/ 384984 h 384984"/>
                  <a:gd name="connsiteX1" fmla="*/ 0 w 265944"/>
                  <a:gd name="connsiteY1" fmla="*/ 95239 h 384984"/>
                  <a:gd name="connsiteX2" fmla="*/ 70001 w 265944"/>
                  <a:gd name="connsiteY2" fmla="*/ 2708 h 384984"/>
                  <a:gd name="connsiteX3" fmla="*/ 265944 w 265944"/>
                  <a:gd name="connsiteY3" fmla="*/ 193846 h 384984"/>
                  <a:gd name="connsiteX4" fmla="*/ 70001 w 265944"/>
                  <a:gd name="connsiteY4" fmla="*/ 384984 h 384984"/>
                  <a:gd name="connsiteX0" fmla="*/ 207161 w 403104"/>
                  <a:gd name="connsiteY0" fmla="*/ 382284 h 382296"/>
                  <a:gd name="connsiteX1" fmla="*/ 0 w 403104"/>
                  <a:gd name="connsiteY1" fmla="*/ 183979 h 382296"/>
                  <a:gd name="connsiteX2" fmla="*/ 207161 w 403104"/>
                  <a:gd name="connsiteY2" fmla="*/ 8 h 382296"/>
                  <a:gd name="connsiteX3" fmla="*/ 403104 w 403104"/>
                  <a:gd name="connsiteY3" fmla="*/ 191146 h 382296"/>
                  <a:gd name="connsiteX4" fmla="*/ 207161 w 403104"/>
                  <a:gd name="connsiteY4" fmla="*/ 382284 h 3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104" h="382296">
                    <a:moveTo>
                      <a:pt x="207161" y="382284"/>
                    </a:moveTo>
                    <a:cubicBezTo>
                      <a:pt x="139977" y="381090"/>
                      <a:pt x="0" y="247692"/>
                      <a:pt x="0" y="183979"/>
                    </a:cubicBezTo>
                    <a:cubicBezTo>
                      <a:pt x="6587" y="136807"/>
                      <a:pt x="139977" y="-1186"/>
                      <a:pt x="207161" y="8"/>
                    </a:cubicBezTo>
                    <a:cubicBezTo>
                      <a:pt x="274345" y="1202"/>
                      <a:pt x="403104" y="85583"/>
                      <a:pt x="403104" y="191146"/>
                    </a:cubicBezTo>
                    <a:cubicBezTo>
                      <a:pt x="403104" y="296709"/>
                      <a:pt x="274345" y="383478"/>
                      <a:pt x="207161" y="382284"/>
                    </a:cubicBezTo>
                    <a:close/>
                  </a:path>
                </a:pathLst>
              </a:custGeom>
              <a:gradFill>
                <a:gsLst>
                  <a:gs pos="48000">
                    <a:sysClr val="windowText" lastClr="000000"/>
                  </a:gs>
                  <a:gs pos="98000">
                    <a:srgbClr val="70AD47"/>
                  </a:gs>
                </a:gsLst>
                <a:lin ang="13200000" scaled="0"/>
              </a:gra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59BF171-0C00-4CDC-AC18-5566874D4F78}"/>
                  </a:ext>
                </a:extLst>
              </p:cNvPr>
              <p:cNvSpPr/>
              <p:nvPr/>
            </p:nvSpPr>
            <p:spPr>
              <a:xfrm>
                <a:off x="1952786" y="1766806"/>
                <a:ext cx="6261316" cy="3970330"/>
              </a:xfrm>
              <a:custGeom>
                <a:avLst/>
                <a:gdLst>
                  <a:gd name="connsiteX0" fmla="*/ 0 w 6261316"/>
                  <a:gd name="connsiteY0" fmla="*/ 0 h 3967566"/>
                  <a:gd name="connsiteX1" fmla="*/ 6261316 w 6261316"/>
                  <a:gd name="connsiteY1" fmla="*/ 3967566 h 3967566"/>
                  <a:gd name="connsiteX2" fmla="*/ 6261316 w 6261316"/>
                  <a:gd name="connsiteY2" fmla="*/ 3967566 h 3967566"/>
                  <a:gd name="connsiteX0" fmla="*/ 0 w 6261316"/>
                  <a:gd name="connsiteY0" fmla="*/ 0 h 3967566"/>
                  <a:gd name="connsiteX1" fmla="*/ 6261316 w 6261316"/>
                  <a:gd name="connsiteY1" fmla="*/ 3967566 h 3967566"/>
                  <a:gd name="connsiteX2" fmla="*/ 6261316 w 6261316"/>
                  <a:gd name="connsiteY2" fmla="*/ 3967566 h 3967566"/>
                  <a:gd name="connsiteX0" fmla="*/ 0 w 6261316"/>
                  <a:gd name="connsiteY0" fmla="*/ 0 h 4014006"/>
                  <a:gd name="connsiteX1" fmla="*/ 6261316 w 6261316"/>
                  <a:gd name="connsiteY1" fmla="*/ 3967566 h 4014006"/>
                  <a:gd name="connsiteX2" fmla="*/ 6261316 w 6261316"/>
                  <a:gd name="connsiteY2" fmla="*/ 3967566 h 4014006"/>
                  <a:gd name="connsiteX0" fmla="*/ 0 w 6261316"/>
                  <a:gd name="connsiteY0" fmla="*/ 0 h 4014006"/>
                  <a:gd name="connsiteX1" fmla="*/ 6261316 w 6261316"/>
                  <a:gd name="connsiteY1" fmla="*/ 3967566 h 4014006"/>
                  <a:gd name="connsiteX2" fmla="*/ 6261316 w 6261316"/>
                  <a:gd name="connsiteY2" fmla="*/ 3874576 h 4014006"/>
                  <a:gd name="connsiteX0" fmla="*/ 0 w 6261316"/>
                  <a:gd name="connsiteY0" fmla="*/ 0 h 4014006"/>
                  <a:gd name="connsiteX1" fmla="*/ 6261316 w 6261316"/>
                  <a:gd name="connsiteY1" fmla="*/ 3967566 h 4014006"/>
                  <a:gd name="connsiteX0" fmla="*/ 0 w 6261316"/>
                  <a:gd name="connsiteY0" fmla="*/ 0 h 3938635"/>
                  <a:gd name="connsiteX1" fmla="*/ 6261316 w 6261316"/>
                  <a:gd name="connsiteY1" fmla="*/ 3890075 h 3938635"/>
                  <a:gd name="connsiteX0" fmla="*/ 0 w 6261316"/>
                  <a:gd name="connsiteY0" fmla="*/ 0 h 3980397"/>
                  <a:gd name="connsiteX1" fmla="*/ 6261316 w 6261316"/>
                  <a:gd name="connsiteY1" fmla="*/ 3890075 h 3980397"/>
                  <a:gd name="connsiteX0" fmla="*/ 0 w 6261316"/>
                  <a:gd name="connsiteY0" fmla="*/ 0 h 3970330"/>
                  <a:gd name="connsiteX1" fmla="*/ 6261316 w 6261316"/>
                  <a:gd name="connsiteY1" fmla="*/ 3890075 h 397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61316" h="3970330">
                    <a:moveTo>
                      <a:pt x="0" y="0"/>
                    </a:moveTo>
                    <a:cubicBezTo>
                      <a:pt x="1188203" y="2686373"/>
                      <a:pt x="3445791" y="4365356"/>
                      <a:pt x="6261316" y="3890075"/>
                    </a:cubicBezTo>
                  </a:path>
                </a:pathLst>
              </a:cu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C7476293-A846-4389-80E9-51588F12B051}"/>
                  </a:ext>
                </a:extLst>
              </p:cNvPr>
              <p:cNvSpPr/>
              <p:nvPr/>
            </p:nvSpPr>
            <p:spPr>
              <a:xfrm>
                <a:off x="1546697" y="580296"/>
                <a:ext cx="498862" cy="631502"/>
              </a:xfrm>
              <a:custGeom>
                <a:avLst/>
                <a:gdLst>
                  <a:gd name="connsiteX0" fmla="*/ 0 w 391886"/>
                  <a:gd name="connsiteY0" fmla="*/ 191138 h 382275"/>
                  <a:gd name="connsiteX1" fmla="*/ 195943 w 391886"/>
                  <a:gd name="connsiteY1" fmla="*/ 0 h 382275"/>
                  <a:gd name="connsiteX2" fmla="*/ 391886 w 391886"/>
                  <a:gd name="connsiteY2" fmla="*/ 191138 h 382275"/>
                  <a:gd name="connsiteX3" fmla="*/ 195943 w 391886"/>
                  <a:gd name="connsiteY3" fmla="*/ 382276 h 382275"/>
                  <a:gd name="connsiteX4" fmla="*/ 0 w 391886"/>
                  <a:gd name="connsiteY4" fmla="*/ 191138 h 382275"/>
                  <a:gd name="connsiteX0" fmla="*/ 24493 w 220436"/>
                  <a:gd name="connsiteY0" fmla="*/ 387589 h 392902"/>
                  <a:gd name="connsiteX1" fmla="*/ 24493 w 220436"/>
                  <a:gd name="connsiteY1" fmla="*/ 5313 h 392902"/>
                  <a:gd name="connsiteX2" fmla="*/ 220436 w 220436"/>
                  <a:gd name="connsiteY2" fmla="*/ 196451 h 392902"/>
                  <a:gd name="connsiteX3" fmla="*/ 24493 w 220436"/>
                  <a:gd name="connsiteY3" fmla="*/ 387589 h 392902"/>
                  <a:gd name="connsiteX0" fmla="*/ 39521 w 235464"/>
                  <a:gd name="connsiteY0" fmla="*/ 383824 h 386571"/>
                  <a:gd name="connsiteX1" fmla="*/ 0 w 235464"/>
                  <a:gd name="connsiteY1" fmla="*/ 284579 h 386571"/>
                  <a:gd name="connsiteX2" fmla="*/ 39521 w 235464"/>
                  <a:gd name="connsiteY2" fmla="*/ 1548 h 386571"/>
                  <a:gd name="connsiteX3" fmla="*/ 235464 w 235464"/>
                  <a:gd name="connsiteY3" fmla="*/ 192686 h 386571"/>
                  <a:gd name="connsiteX4" fmla="*/ 39521 w 235464"/>
                  <a:gd name="connsiteY4" fmla="*/ 383824 h 386571"/>
                  <a:gd name="connsiteX0" fmla="*/ 70896 w 266839"/>
                  <a:gd name="connsiteY0" fmla="*/ 384984 h 387731"/>
                  <a:gd name="connsiteX1" fmla="*/ 31375 w 266839"/>
                  <a:gd name="connsiteY1" fmla="*/ 285739 h 387731"/>
                  <a:gd name="connsiteX2" fmla="*/ 895 w 266839"/>
                  <a:gd name="connsiteY2" fmla="*/ 95239 h 387731"/>
                  <a:gd name="connsiteX3" fmla="*/ 70896 w 266839"/>
                  <a:gd name="connsiteY3" fmla="*/ 2708 h 387731"/>
                  <a:gd name="connsiteX4" fmla="*/ 266839 w 266839"/>
                  <a:gd name="connsiteY4" fmla="*/ 193846 h 387731"/>
                  <a:gd name="connsiteX5" fmla="*/ 70896 w 266839"/>
                  <a:gd name="connsiteY5" fmla="*/ 384984 h 387731"/>
                  <a:gd name="connsiteX0" fmla="*/ 127818 w 323761"/>
                  <a:gd name="connsiteY0" fmla="*/ 384984 h 387731"/>
                  <a:gd name="connsiteX1" fmla="*/ 88297 w 323761"/>
                  <a:gd name="connsiteY1" fmla="*/ 285739 h 387731"/>
                  <a:gd name="connsiteX2" fmla="*/ 57817 w 323761"/>
                  <a:gd name="connsiteY2" fmla="*/ 95239 h 387731"/>
                  <a:gd name="connsiteX3" fmla="*/ 127818 w 323761"/>
                  <a:gd name="connsiteY3" fmla="*/ 2708 h 387731"/>
                  <a:gd name="connsiteX4" fmla="*/ 323761 w 323761"/>
                  <a:gd name="connsiteY4" fmla="*/ 193846 h 387731"/>
                  <a:gd name="connsiteX5" fmla="*/ 127818 w 323761"/>
                  <a:gd name="connsiteY5" fmla="*/ 384984 h 387731"/>
                  <a:gd name="connsiteX0" fmla="*/ 70001 w 265944"/>
                  <a:gd name="connsiteY0" fmla="*/ 384984 h 384984"/>
                  <a:gd name="connsiteX1" fmla="*/ 0 w 265944"/>
                  <a:gd name="connsiteY1" fmla="*/ 95239 h 384984"/>
                  <a:gd name="connsiteX2" fmla="*/ 70001 w 265944"/>
                  <a:gd name="connsiteY2" fmla="*/ 2708 h 384984"/>
                  <a:gd name="connsiteX3" fmla="*/ 265944 w 265944"/>
                  <a:gd name="connsiteY3" fmla="*/ 193846 h 384984"/>
                  <a:gd name="connsiteX4" fmla="*/ 70001 w 265944"/>
                  <a:gd name="connsiteY4" fmla="*/ 384984 h 384984"/>
                  <a:gd name="connsiteX0" fmla="*/ 207161 w 403104"/>
                  <a:gd name="connsiteY0" fmla="*/ 382284 h 382296"/>
                  <a:gd name="connsiteX1" fmla="*/ 0 w 403104"/>
                  <a:gd name="connsiteY1" fmla="*/ 183979 h 382296"/>
                  <a:gd name="connsiteX2" fmla="*/ 207161 w 403104"/>
                  <a:gd name="connsiteY2" fmla="*/ 8 h 382296"/>
                  <a:gd name="connsiteX3" fmla="*/ 403104 w 403104"/>
                  <a:gd name="connsiteY3" fmla="*/ 191146 h 382296"/>
                  <a:gd name="connsiteX4" fmla="*/ 207161 w 403104"/>
                  <a:gd name="connsiteY4" fmla="*/ 382284 h 38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104" h="382296">
                    <a:moveTo>
                      <a:pt x="207161" y="382284"/>
                    </a:moveTo>
                    <a:cubicBezTo>
                      <a:pt x="139977" y="381090"/>
                      <a:pt x="0" y="247692"/>
                      <a:pt x="0" y="183979"/>
                    </a:cubicBezTo>
                    <a:cubicBezTo>
                      <a:pt x="6587" y="136807"/>
                      <a:pt x="139977" y="-1186"/>
                      <a:pt x="207161" y="8"/>
                    </a:cubicBezTo>
                    <a:cubicBezTo>
                      <a:pt x="274345" y="1202"/>
                      <a:pt x="403104" y="85583"/>
                      <a:pt x="403104" y="191146"/>
                    </a:cubicBezTo>
                    <a:cubicBezTo>
                      <a:pt x="403104" y="296709"/>
                      <a:pt x="274345" y="383478"/>
                      <a:pt x="207161" y="382284"/>
                    </a:cubicBezTo>
                    <a:close/>
                  </a:path>
                </a:pathLst>
              </a:custGeom>
              <a:solidFill>
                <a:srgbClr val="FFF561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F0FD53-76D2-4F4D-B135-F0C6E83B8C39}"/>
                </a:ext>
              </a:extLst>
            </p:cNvPr>
            <p:cNvGrpSpPr/>
            <p:nvPr/>
          </p:nvGrpSpPr>
          <p:grpSpPr>
            <a:xfrm>
              <a:off x="7867585" y="737185"/>
              <a:ext cx="1895850" cy="2431707"/>
              <a:chOff x="5610094" y="2684510"/>
              <a:chExt cx="1108250" cy="1421494"/>
            </a:xfrm>
          </p:grpSpPr>
          <p:sp>
            <p:nvSpPr>
              <p:cNvPr id="31" name="Rectangle 56">
                <a:extLst>
                  <a:ext uri="{FF2B5EF4-FFF2-40B4-BE49-F238E27FC236}">
                    <a16:creationId xmlns:a16="http://schemas.microsoft.com/office/drawing/2014/main" id="{A1939741-6C37-4FB2-A946-E31D5B728625}"/>
                  </a:ext>
                </a:extLst>
              </p:cNvPr>
              <p:cNvSpPr/>
              <p:nvPr/>
            </p:nvSpPr>
            <p:spPr>
              <a:xfrm rot="18785527">
                <a:off x="6018036" y="2862703"/>
                <a:ext cx="664051" cy="307666"/>
              </a:xfrm>
              <a:custGeom>
                <a:avLst/>
                <a:gdLst>
                  <a:gd name="connsiteX0" fmla="*/ 0 w 234984"/>
                  <a:gd name="connsiteY0" fmla="*/ 0 h 158712"/>
                  <a:gd name="connsiteX1" fmla="*/ 234984 w 234984"/>
                  <a:gd name="connsiteY1" fmla="*/ 0 h 158712"/>
                  <a:gd name="connsiteX2" fmla="*/ 234984 w 234984"/>
                  <a:gd name="connsiteY2" fmla="*/ 158712 h 158712"/>
                  <a:gd name="connsiteX3" fmla="*/ 0 w 234984"/>
                  <a:gd name="connsiteY3" fmla="*/ 158712 h 158712"/>
                  <a:gd name="connsiteX4" fmla="*/ 0 w 234984"/>
                  <a:gd name="connsiteY4" fmla="*/ 0 h 158712"/>
                  <a:gd name="connsiteX0" fmla="*/ 0 w 234984"/>
                  <a:gd name="connsiteY0" fmla="*/ 0 h 158712"/>
                  <a:gd name="connsiteX1" fmla="*/ 234984 w 234984"/>
                  <a:gd name="connsiteY1" fmla="*/ 158712 h 158712"/>
                  <a:gd name="connsiteX2" fmla="*/ 0 w 234984"/>
                  <a:gd name="connsiteY2" fmla="*/ 158712 h 158712"/>
                  <a:gd name="connsiteX3" fmla="*/ 0 w 234984"/>
                  <a:gd name="connsiteY3" fmla="*/ 0 h 158712"/>
                  <a:gd name="connsiteX0" fmla="*/ 0 w 482249"/>
                  <a:gd name="connsiteY0" fmla="*/ 0 h 158712"/>
                  <a:gd name="connsiteX1" fmla="*/ 482249 w 482249"/>
                  <a:gd name="connsiteY1" fmla="*/ 18692 h 158712"/>
                  <a:gd name="connsiteX2" fmla="*/ 0 w 482249"/>
                  <a:gd name="connsiteY2" fmla="*/ 158712 h 158712"/>
                  <a:gd name="connsiteX3" fmla="*/ 0 w 482249"/>
                  <a:gd name="connsiteY3" fmla="*/ 0 h 158712"/>
                  <a:gd name="connsiteX0" fmla="*/ 0 w 482249"/>
                  <a:gd name="connsiteY0" fmla="*/ 0 h 195752"/>
                  <a:gd name="connsiteX1" fmla="*/ 482249 w 482249"/>
                  <a:gd name="connsiteY1" fmla="*/ 18692 h 195752"/>
                  <a:gd name="connsiteX2" fmla="*/ 0 w 482249"/>
                  <a:gd name="connsiteY2" fmla="*/ 158712 h 195752"/>
                  <a:gd name="connsiteX3" fmla="*/ 0 w 482249"/>
                  <a:gd name="connsiteY3" fmla="*/ 0 h 195752"/>
                  <a:gd name="connsiteX0" fmla="*/ 133059 w 615308"/>
                  <a:gd name="connsiteY0" fmla="*/ 0 h 177392"/>
                  <a:gd name="connsiteX1" fmla="*/ 615308 w 615308"/>
                  <a:gd name="connsiteY1" fmla="*/ 18692 h 177392"/>
                  <a:gd name="connsiteX2" fmla="*/ 0 w 615308"/>
                  <a:gd name="connsiteY2" fmla="*/ 107108 h 177392"/>
                  <a:gd name="connsiteX3" fmla="*/ 133059 w 615308"/>
                  <a:gd name="connsiteY3" fmla="*/ 0 h 177392"/>
                  <a:gd name="connsiteX0" fmla="*/ 0 w 615308"/>
                  <a:gd name="connsiteY0" fmla="*/ 88416 h 158700"/>
                  <a:gd name="connsiteX1" fmla="*/ 615308 w 615308"/>
                  <a:gd name="connsiteY1" fmla="*/ 0 h 158700"/>
                  <a:gd name="connsiteX2" fmla="*/ 0 w 615308"/>
                  <a:gd name="connsiteY2" fmla="*/ 88416 h 158700"/>
                  <a:gd name="connsiteX0" fmla="*/ 0 w 615308"/>
                  <a:gd name="connsiteY0" fmla="*/ 88416 h 193760"/>
                  <a:gd name="connsiteX1" fmla="*/ 615308 w 615308"/>
                  <a:gd name="connsiteY1" fmla="*/ 0 h 193760"/>
                  <a:gd name="connsiteX2" fmla="*/ 0 w 615308"/>
                  <a:gd name="connsiteY2" fmla="*/ 88416 h 193760"/>
                  <a:gd name="connsiteX0" fmla="*/ 0 w 615308"/>
                  <a:gd name="connsiteY0" fmla="*/ 169899 h 275243"/>
                  <a:gd name="connsiteX1" fmla="*/ 615308 w 615308"/>
                  <a:gd name="connsiteY1" fmla="*/ 81483 h 275243"/>
                  <a:gd name="connsiteX2" fmla="*/ 0 w 615308"/>
                  <a:gd name="connsiteY2" fmla="*/ 169899 h 275243"/>
                  <a:gd name="connsiteX0" fmla="*/ 0 w 615308"/>
                  <a:gd name="connsiteY0" fmla="*/ 193279 h 298623"/>
                  <a:gd name="connsiteX1" fmla="*/ 615308 w 615308"/>
                  <a:gd name="connsiteY1" fmla="*/ 104863 h 298623"/>
                  <a:gd name="connsiteX2" fmla="*/ 0 w 615308"/>
                  <a:gd name="connsiteY2" fmla="*/ 193279 h 298623"/>
                  <a:gd name="connsiteX0" fmla="*/ 0 w 632025"/>
                  <a:gd name="connsiteY0" fmla="*/ 191712 h 299306"/>
                  <a:gd name="connsiteX1" fmla="*/ 632025 w 632025"/>
                  <a:gd name="connsiteY1" fmla="*/ 107222 h 299306"/>
                  <a:gd name="connsiteX2" fmla="*/ 0 w 632025"/>
                  <a:gd name="connsiteY2" fmla="*/ 191712 h 299306"/>
                  <a:gd name="connsiteX0" fmla="*/ 0 w 632025"/>
                  <a:gd name="connsiteY0" fmla="*/ 191712 h 297892"/>
                  <a:gd name="connsiteX1" fmla="*/ 632025 w 632025"/>
                  <a:gd name="connsiteY1" fmla="*/ 107222 h 297892"/>
                  <a:gd name="connsiteX2" fmla="*/ 0 w 632025"/>
                  <a:gd name="connsiteY2" fmla="*/ 191712 h 297892"/>
                  <a:gd name="connsiteX0" fmla="*/ 0 w 632025"/>
                  <a:gd name="connsiteY0" fmla="*/ 191712 h 290014"/>
                  <a:gd name="connsiteX1" fmla="*/ 632025 w 632025"/>
                  <a:gd name="connsiteY1" fmla="*/ 107222 h 290014"/>
                  <a:gd name="connsiteX2" fmla="*/ 0 w 632025"/>
                  <a:gd name="connsiteY2" fmla="*/ 191712 h 290014"/>
                  <a:gd name="connsiteX0" fmla="*/ 0 w 632025"/>
                  <a:gd name="connsiteY0" fmla="*/ 196572 h 294874"/>
                  <a:gd name="connsiteX1" fmla="*/ 632025 w 632025"/>
                  <a:gd name="connsiteY1" fmla="*/ 112082 h 294874"/>
                  <a:gd name="connsiteX2" fmla="*/ 0 w 632025"/>
                  <a:gd name="connsiteY2" fmla="*/ 196572 h 294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2025" h="294874">
                    <a:moveTo>
                      <a:pt x="0" y="196572"/>
                    </a:moveTo>
                    <a:cubicBezTo>
                      <a:pt x="377197" y="-143897"/>
                      <a:pt x="541242" y="47648"/>
                      <a:pt x="632025" y="112082"/>
                    </a:cubicBezTo>
                    <a:cubicBezTo>
                      <a:pt x="472739" y="418252"/>
                      <a:pt x="82891" y="261868"/>
                      <a:pt x="0" y="196572"/>
                    </a:cubicBezTo>
                    <a:close/>
                  </a:path>
                </a:pathLst>
              </a:custGeom>
              <a:solidFill>
                <a:srgbClr val="70AD47">
                  <a:lumMod val="75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Rectangle 57">
                <a:extLst>
                  <a:ext uri="{FF2B5EF4-FFF2-40B4-BE49-F238E27FC236}">
                    <a16:creationId xmlns:a16="http://schemas.microsoft.com/office/drawing/2014/main" id="{718FA450-DEBF-462B-9FF2-5DDAD2CB69EC}"/>
                  </a:ext>
                </a:extLst>
              </p:cNvPr>
              <p:cNvSpPr/>
              <p:nvPr/>
            </p:nvSpPr>
            <p:spPr>
              <a:xfrm rot="21253922">
                <a:off x="6086504" y="2932029"/>
                <a:ext cx="106633" cy="403337"/>
              </a:xfrm>
              <a:custGeom>
                <a:avLst/>
                <a:gdLst>
                  <a:gd name="connsiteX0" fmla="*/ 0 w 45719"/>
                  <a:gd name="connsiteY0" fmla="*/ 0 h 357564"/>
                  <a:gd name="connsiteX1" fmla="*/ 45719 w 45719"/>
                  <a:gd name="connsiteY1" fmla="*/ 0 h 357564"/>
                  <a:gd name="connsiteX2" fmla="*/ 45719 w 45719"/>
                  <a:gd name="connsiteY2" fmla="*/ 357564 h 357564"/>
                  <a:gd name="connsiteX3" fmla="*/ 0 w 45719"/>
                  <a:gd name="connsiteY3" fmla="*/ 357564 h 357564"/>
                  <a:gd name="connsiteX4" fmla="*/ 0 w 45719"/>
                  <a:gd name="connsiteY4" fmla="*/ 0 h 357564"/>
                  <a:gd name="connsiteX0" fmla="*/ 0 w 93054"/>
                  <a:gd name="connsiteY0" fmla="*/ 0 h 357564"/>
                  <a:gd name="connsiteX1" fmla="*/ 93054 w 93054"/>
                  <a:gd name="connsiteY1" fmla="*/ 52649 h 357564"/>
                  <a:gd name="connsiteX2" fmla="*/ 45719 w 93054"/>
                  <a:gd name="connsiteY2" fmla="*/ 357564 h 357564"/>
                  <a:gd name="connsiteX3" fmla="*/ 0 w 93054"/>
                  <a:gd name="connsiteY3" fmla="*/ 357564 h 357564"/>
                  <a:gd name="connsiteX4" fmla="*/ 0 w 93054"/>
                  <a:gd name="connsiteY4" fmla="*/ 0 h 357564"/>
                  <a:gd name="connsiteX0" fmla="*/ 47384 w 93054"/>
                  <a:gd name="connsiteY0" fmla="*/ 0 h 352778"/>
                  <a:gd name="connsiteX1" fmla="*/ 93054 w 93054"/>
                  <a:gd name="connsiteY1" fmla="*/ 47863 h 352778"/>
                  <a:gd name="connsiteX2" fmla="*/ 45719 w 93054"/>
                  <a:gd name="connsiteY2" fmla="*/ 352778 h 352778"/>
                  <a:gd name="connsiteX3" fmla="*/ 0 w 93054"/>
                  <a:gd name="connsiteY3" fmla="*/ 352778 h 352778"/>
                  <a:gd name="connsiteX4" fmla="*/ 47384 w 93054"/>
                  <a:gd name="connsiteY4" fmla="*/ 0 h 352778"/>
                  <a:gd name="connsiteX0" fmla="*/ 47384 w 93054"/>
                  <a:gd name="connsiteY0" fmla="*/ 0 h 352778"/>
                  <a:gd name="connsiteX1" fmla="*/ 93054 w 93054"/>
                  <a:gd name="connsiteY1" fmla="*/ 47863 h 352778"/>
                  <a:gd name="connsiteX2" fmla="*/ 45719 w 93054"/>
                  <a:gd name="connsiteY2" fmla="*/ 352778 h 352778"/>
                  <a:gd name="connsiteX3" fmla="*/ 0 w 93054"/>
                  <a:gd name="connsiteY3" fmla="*/ 352778 h 352778"/>
                  <a:gd name="connsiteX4" fmla="*/ 47384 w 93054"/>
                  <a:gd name="connsiteY4" fmla="*/ 0 h 352778"/>
                  <a:gd name="connsiteX0" fmla="*/ 67710 w 113380"/>
                  <a:gd name="connsiteY0" fmla="*/ 0 h 352778"/>
                  <a:gd name="connsiteX1" fmla="*/ 113380 w 113380"/>
                  <a:gd name="connsiteY1" fmla="*/ 47863 h 352778"/>
                  <a:gd name="connsiteX2" fmla="*/ 66045 w 113380"/>
                  <a:gd name="connsiteY2" fmla="*/ 352778 h 352778"/>
                  <a:gd name="connsiteX3" fmla="*/ 20326 w 113380"/>
                  <a:gd name="connsiteY3" fmla="*/ 352778 h 352778"/>
                  <a:gd name="connsiteX4" fmla="*/ 67710 w 113380"/>
                  <a:gd name="connsiteY4" fmla="*/ 0 h 352778"/>
                  <a:gd name="connsiteX0" fmla="*/ 67710 w 113380"/>
                  <a:gd name="connsiteY0" fmla="*/ 0 h 352778"/>
                  <a:gd name="connsiteX1" fmla="*/ 113380 w 113380"/>
                  <a:gd name="connsiteY1" fmla="*/ 47863 h 352778"/>
                  <a:gd name="connsiteX2" fmla="*/ 66045 w 113380"/>
                  <a:gd name="connsiteY2" fmla="*/ 352778 h 352778"/>
                  <a:gd name="connsiteX3" fmla="*/ 20326 w 113380"/>
                  <a:gd name="connsiteY3" fmla="*/ 352778 h 352778"/>
                  <a:gd name="connsiteX4" fmla="*/ 67710 w 113380"/>
                  <a:gd name="connsiteY4" fmla="*/ 0 h 352778"/>
                  <a:gd name="connsiteX0" fmla="*/ 67710 w 113380"/>
                  <a:gd name="connsiteY0" fmla="*/ 0 h 352778"/>
                  <a:gd name="connsiteX1" fmla="*/ 113380 w 113380"/>
                  <a:gd name="connsiteY1" fmla="*/ 47863 h 352778"/>
                  <a:gd name="connsiteX2" fmla="*/ 66045 w 113380"/>
                  <a:gd name="connsiteY2" fmla="*/ 352778 h 352778"/>
                  <a:gd name="connsiteX3" fmla="*/ 20326 w 113380"/>
                  <a:gd name="connsiteY3" fmla="*/ 352778 h 352778"/>
                  <a:gd name="connsiteX4" fmla="*/ 67710 w 113380"/>
                  <a:gd name="connsiteY4" fmla="*/ 0 h 35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80" h="352778">
                    <a:moveTo>
                      <a:pt x="67710" y="0"/>
                    </a:moveTo>
                    <a:lnTo>
                      <a:pt x="113380" y="47863"/>
                    </a:lnTo>
                    <a:cubicBezTo>
                      <a:pt x="55913" y="135718"/>
                      <a:pt x="81823" y="251140"/>
                      <a:pt x="66045" y="352778"/>
                    </a:cubicBezTo>
                    <a:lnTo>
                      <a:pt x="20326" y="352778"/>
                    </a:lnTo>
                    <a:cubicBezTo>
                      <a:pt x="36121" y="235185"/>
                      <a:pt x="-60848" y="96629"/>
                      <a:pt x="67710" y="0"/>
                    </a:cubicBezTo>
                    <a:close/>
                  </a:path>
                </a:pathLst>
              </a:custGeom>
              <a:solidFill>
                <a:srgbClr val="FFC000">
                  <a:lumMod val="75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Rectangle 55">
                <a:extLst>
                  <a:ext uri="{FF2B5EF4-FFF2-40B4-BE49-F238E27FC236}">
                    <a16:creationId xmlns:a16="http://schemas.microsoft.com/office/drawing/2014/main" id="{34D29E7E-AE55-4590-8578-251AEACD9B5C}"/>
                  </a:ext>
                </a:extLst>
              </p:cNvPr>
              <p:cNvSpPr/>
              <p:nvPr/>
            </p:nvSpPr>
            <p:spPr>
              <a:xfrm>
                <a:off x="5610094" y="3228363"/>
                <a:ext cx="1108250" cy="877641"/>
              </a:xfrm>
              <a:custGeom>
                <a:avLst/>
                <a:gdLst>
                  <a:gd name="connsiteX0" fmla="*/ 0 w 556086"/>
                  <a:gd name="connsiteY0" fmla="*/ 0 h 723900"/>
                  <a:gd name="connsiteX1" fmla="*/ 556086 w 556086"/>
                  <a:gd name="connsiteY1" fmla="*/ 0 h 723900"/>
                  <a:gd name="connsiteX2" fmla="*/ 556086 w 556086"/>
                  <a:gd name="connsiteY2" fmla="*/ 723900 h 723900"/>
                  <a:gd name="connsiteX3" fmla="*/ 0 w 556086"/>
                  <a:gd name="connsiteY3" fmla="*/ 723900 h 723900"/>
                  <a:gd name="connsiteX4" fmla="*/ 0 w 556086"/>
                  <a:gd name="connsiteY4" fmla="*/ 0 h 723900"/>
                  <a:gd name="connsiteX0" fmla="*/ 0 w 556086"/>
                  <a:gd name="connsiteY0" fmla="*/ 0 h 790575"/>
                  <a:gd name="connsiteX1" fmla="*/ 556086 w 556086"/>
                  <a:gd name="connsiteY1" fmla="*/ 0 h 790575"/>
                  <a:gd name="connsiteX2" fmla="*/ 546561 w 556086"/>
                  <a:gd name="connsiteY2" fmla="*/ 790575 h 790575"/>
                  <a:gd name="connsiteX3" fmla="*/ 0 w 556086"/>
                  <a:gd name="connsiteY3" fmla="*/ 723900 h 790575"/>
                  <a:gd name="connsiteX4" fmla="*/ 0 w 556086"/>
                  <a:gd name="connsiteY4" fmla="*/ 0 h 790575"/>
                  <a:gd name="connsiteX0" fmla="*/ 28575 w 584661"/>
                  <a:gd name="connsiteY0" fmla="*/ 0 h 790575"/>
                  <a:gd name="connsiteX1" fmla="*/ 584661 w 584661"/>
                  <a:gd name="connsiteY1" fmla="*/ 0 h 790575"/>
                  <a:gd name="connsiteX2" fmla="*/ 575136 w 584661"/>
                  <a:gd name="connsiteY2" fmla="*/ 790575 h 790575"/>
                  <a:gd name="connsiteX3" fmla="*/ 0 w 584661"/>
                  <a:gd name="connsiteY3" fmla="*/ 766762 h 790575"/>
                  <a:gd name="connsiteX4" fmla="*/ 28575 w 584661"/>
                  <a:gd name="connsiteY4" fmla="*/ 0 h 790575"/>
                  <a:gd name="connsiteX0" fmla="*/ 9525 w 584661"/>
                  <a:gd name="connsiteY0" fmla="*/ 0 h 857250"/>
                  <a:gd name="connsiteX1" fmla="*/ 584661 w 584661"/>
                  <a:gd name="connsiteY1" fmla="*/ 66675 h 857250"/>
                  <a:gd name="connsiteX2" fmla="*/ 575136 w 584661"/>
                  <a:gd name="connsiteY2" fmla="*/ 857250 h 857250"/>
                  <a:gd name="connsiteX3" fmla="*/ 0 w 584661"/>
                  <a:gd name="connsiteY3" fmla="*/ 833437 h 857250"/>
                  <a:gd name="connsiteX4" fmla="*/ 9525 w 584661"/>
                  <a:gd name="connsiteY4" fmla="*/ 0 h 857250"/>
                  <a:gd name="connsiteX0" fmla="*/ 9525 w 598949"/>
                  <a:gd name="connsiteY0" fmla="*/ 0 h 857250"/>
                  <a:gd name="connsiteX1" fmla="*/ 598949 w 598949"/>
                  <a:gd name="connsiteY1" fmla="*/ 0 h 857250"/>
                  <a:gd name="connsiteX2" fmla="*/ 575136 w 598949"/>
                  <a:gd name="connsiteY2" fmla="*/ 857250 h 857250"/>
                  <a:gd name="connsiteX3" fmla="*/ 0 w 598949"/>
                  <a:gd name="connsiteY3" fmla="*/ 833437 h 857250"/>
                  <a:gd name="connsiteX4" fmla="*/ 9525 w 598949"/>
                  <a:gd name="connsiteY4" fmla="*/ 0 h 857250"/>
                  <a:gd name="connsiteX0" fmla="*/ 9525 w 598949"/>
                  <a:gd name="connsiteY0" fmla="*/ 0 h 857250"/>
                  <a:gd name="connsiteX1" fmla="*/ 598949 w 598949"/>
                  <a:gd name="connsiteY1" fmla="*/ 0 h 857250"/>
                  <a:gd name="connsiteX2" fmla="*/ 575136 w 598949"/>
                  <a:gd name="connsiteY2" fmla="*/ 857250 h 857250"/>
                  <a:gd name="connsiteX3" fmla="*/ 0 w 598949"/>
                  <a:gd name="connsiteY3" fmla="*/ 833437 h 857250"/>
                  <a:gd name="connsiteX4" fmla="*/ 9525 w 598949"/>
                  <a:gd name="connsiteY4" fmla="*/ 0 h 857250"/>
                  <a:gd name="connsiteX0" fmla="*/ 9525 w 598949"/>
                  <a:gd name="connsiteY0" fmla="*/ 0 h 857250"/>
                  <a:gd name="connsiteX1" fmla="*/ 598949 w 598949"/>
                  <a:gd name="connsiteY1" fmla="*/ 0 h 857250"/>
                  <a:gd name="connsiteX2" fmla="*/ 575136 w 598949"/>
                  <a:gd name="connsiteY2" fmla="*/ 857250 h 857250"/>
                  <a:gd name="connsiteX3" fmla="*/ 0 w 598949"/>
                  <a:gd name="connsiteY3" fmla="*/ 833437 h 857250"/>
                  <a:gd name="connsiteX4" fmla="*/ 9525 w 598949"/>
                  <a:gd name="connsiteY4" fmla="*/ 0 h 857250"/>
                  <a:gd name="connsiteX0" fmla="*/ 9525 w 594187"/>
                  <a:gd name="connsiteY0" fmla="*/ 4762 h 862012"/>
                  <a:gd name="connsiteX1" fmla="*/ 594187 w 594187"/>
                  <a:gd name="connsiteY1" fmla="*/ 0 h 862012"/>
                  <a:gd name="connsiteX2" fmla="*/ 575136 w 594187"/>
                  <a:gd name="connsiteY2" fmla="*/ 862012 h 862012"/>
                  <a:gd name="connsiteX3" fmla="*/ 0 w 594187"/>
                  <a:gd name="connsiteY3" fmla="*/ 838199 h 862012"/>
                  <a:gd name="connsiteX4" fmla="*/ 9525 w 594187"/>
                  <a:gd name="connsiteY4" fmla="*/ 4762 h 862012"/>
                  <a:gd name="connsiteX0" fmla="*/ 9525 w 827076"/>
                  <a:gd name="connsiteY0" fmla="*/ 4762 h 862012"/>
                  <a:gd name="connsiteX1" fmla="*/ 594187 w 827076"/>
                  <a:gd name="connsiteY1" fmla="*/ 0 h 862012"/>
                  <a:gd name="connsiteX2" fmla="*/ 575136 w 827076"/>
                  <a:gd name="connsiteY2" fmla="*/ 862012 h 862012"/>
                  <a:gd name="connsiteX3" fmla="*/ 0 w 827076"/>
                  <a:gd name="connsiteY3" fmla="*/ 838199 h 862012"/>
                  <a:gd name="connsiteX4" fmla="*/ 9525 w 827076"/>
                  <a:gd name="connsiteY4" fmla="*/ 4762 h 862012"/>
                  <a:gd name="connsiteX0" fmla="*/ 9525 w 874074"/>
                  <a:gd name="connsiteY0" fmla="*/ 4762 h 862012"/>
                  <a:gd name="connsiteX1" fmla="*/ 594187 w 874074"/>
                  <a:gd name="connsiteY1" fmla="*/ 0 h 862012"/>
                  <a:gd name="connsiteX2" fmla="*/ 575136 w 874074"/>
                  <a:gd name="connsiteY2" fmla="*/ 862012 h 862012"/>
                  <a:gd name="connsiteX3" fmla="*/ 0 w 874074"/>
                  <a:gd name="connsiteY3" fmla="*/ 838199 h 862012"/>
                  <a:gd name="connsiteX4" fmla="*/ 9525 w 874074"/>
                  <a:gd name="connsiteY4" fmla="*/ 4762 h 862012"/>
                  <a:gd name="connsiteX0" fmla="*/ 9525 w 874074"/>
                  <a:gd name="connsiteY0" fmla="*/ 4762 h 862012"/>
                  <a:gd name="connsiteX1" fmla="*/ 594187 w 874074"/>
                  <a:gd name="connsiteY1" fmla="*/ 0 h 862012"/>
                  <a:gd name="connsiteX2" fmla="*/ 575136 w 874074"/>
                  <a:gd name="connsiteY2" fmla="*/ 862012 h 862012"/>
                  <a:gd name="connsiteX3" fmla="*/ 0 w 874074"/>
                  <a:gd name="connsiteY3" fmla="*/ 838199 h 862012"/>
                  <a:gd name="connsiteX4" fmla="*/ 9525 w 874074"/>
                  <a:gd name="connsiteY4" fmla="*/ 4762 h 862012"/>
                  <a:gd name="connsiteX0" fmla="*/ 207450 w 1071999"/>
                  <a:gd name="connsiteY0" fmla="*/ 4762 h 862012"/>
                  <a:gd name="connsiteX1" fmla="*/ 792112 w 1071999"/>
                  <a:gd name="connsiteY1" fmla="*/ 0 h 862012"/>
                  <a:gd name="connsiteX2" fmla="*/ 773061 w 1071999"/>
                  <a:gd name="connsiteY2" fmla="*/ 862012 h 862012"/>
                  <a:gd name="connsiteX3" fmla="*/ 197925 w 1071999"/>
                  <a:gd name="connsiteY3" fmla="*/ 838199 h 862012"/>
                  <a:gd name="connsiteX4" fmla="*/ 207450 w 1071999"/>
                  <a:gd name="connsiteY4" fmla="*/ 4762 h 862012"/>
                  <a:gd name="connsiteX0" fmla="*/ 260268 w 1124817"/>
                  <a:gd name="connsiteY0" fmla="*/ 4762 h 862012"/>
                  <a:gd name="connsiteX1" fmla="*/ 844930 w 1124817"/>
                  <a:gd name="connsiteY1" fmla="*/ 0 h 862012"/>
                  <a:gd name="connsiteX2" fmla="*/ 825879 w 1124817"/>
                  <a:gd name="connsiteY2" fmla="*/ 862012 h 862012"/>
                  <a:gd name="connsiteX3" fmla="*/ 250743 w 1124817"/>
                  <a:gd name="connsiteY3" fmla="*/ 838199 h 862012"/>
                  <a:gd name="connsiteX4" fmla="*/ 260268 w 1124817"/>
                  <a:gd name="connsiteY4" fmla="*/ 4762 h 862012"/>
                  <a:gd name="connsiteX0" fmla="*/ 260268 w 1124817"/>
                  <a:gd name="connsiteY0" fmla="*/ 4762 h 862012"/>
                  <a:gd name="connsiteX1" fmla="*/ 844930 w 1124817"/>
                  <a:gd name="connsiteY1" fmla="*/ 0 h 862012"/>
                  <a:gd name="connsiteX2" fmla="*/ 825879 w 1124817"/>
                  <a:gd name="connsiteY2" fmla="*/ 862012 h 862012"/>
                  <a:gd name="connsiteX3" fmla="*/ 250743 w 1124817"/>
                  <a:gd name="connsiteY3" fmla="*/ 838199 h 862012"/>
                  <a:gd name="connsiteX4" fmla="*/ 260268 w 1124817"/>
                  <a:gd name="connsiteY4" fmla="*/ 4762 h 862012"/>
                  <a:gd name="connsiteX0" fmla="*/ 260268 w 1124817"/>
                  <a:gd name="connsiteY0" fmla="*/ 4762 h 862012"/>
                  <a:gd name="connsiteX1" fmla="*/ 844930 w 1124817"/>
                  <a:gd name="connsiteY1" fmla="*/ 0 h 862012"/>
                  <a:gd name="connsiteX2" fmla="*/ 825879 w 1124817"/>
                  <a:gd name="connsiteY2" fmla="*/ 862012 h 862012"/>
                  <a:gd name="connsiteX3" fmla="*/ 250743 w 1124817"/>
                  <a:gd name="connsiteY3" fmla="*/ 838199 h 862012"/>
                  <a:gd name="connsiteX4" fmla="*/ 260268 w 1124817"/>
                  <a:gd name="connsiteY4" fmla="*/ 4762 h 862012"/>
                  <a:gd name="connsiteX0" fmla="*/ 260268 w 1124817"/>
                  <a:gd name="connsiteY0" fmla="*/ 4762 h 916355"/>
                  <a:gd name="connsiteX1" fmla="*/ 844930 w 1124817"/>
                  <a:gd name="connsiteY1" fmla="*/ 0 h 916355"/>
                  <a:gd name="connsiteX2" fmla="*/ 825879 w 1124817"/>
                  <a:gd name="connsiteY2" fmla="*/ 862012 h 916355"/>
                  <a:gd name="connsiteX3" fmla="*/ 543056 w 1124817"/>
                  <a:gd name="connsiteY3" fmla="*/ 819150 h 916355"/>
                  <a:gd name="connsiteX4" fmla="*/ 250743 w 1124817"/>
                  <a:gd name="connsiteY4" fmla="*/ 838199 h 916355"/>
                  <a:gd name="connsiteX5" fmla="*/ 260268 w 1124817"/>
                  <a:gd name="connsiteY5" fmla="*/ 4762 h 916355"/>
                  <a:gd name="connsiteX0" fmla="*/ 260268 w 1124817"/>
                  <a:gd name="connsiteY0" fmla="*/ 4762 h 895643"/>
                  <a:gd name="connsiteX1" fmla="*/ 844930 w 1124817"/>
                  <a:gd name="connsiteY1" fmla="*/ 0 h 895643"/>
                  <a:gd name="connsiteX2" fmla="*/ 825879 w 1124817"/>
                  <a:gd name="connsiteY2" fmla="*/ 862012 h 895643"/>
                  <a:gd name="connsiteX3" fmla="*/ 543056 w 1124817"/>
                  <a:gd name="connsiteY3" fmla="*/ 819150 h 895643"/>
                  <a:gd name="connsiteX4" fmla="*/ 250743 w 1124817"/>
                  <a:gd name="connsiteY4" fmla="*/ 838199 h 895643"/>
                  <a:gd name="connsiteX5" fmla="*/ 260268 w 1124817"/>
                  <a:gd name="connsiteY5" fmla="*/ 4762 h 895643"/>
                  <a:gd name="connsiteX0" fmla="*/ 260268 w 1124817"/>
                  <a:gd name="connsiteY0" fmla="*/ 4762 h 872265"/>
                  <a:gd name="connsiteX1" fmla="*/ 844930 w 1124817"/>
                  <a:gd name="connsiteY1" fmla="*/ 0 h 872265"/>
                  <a:gd name="connsiteX2" fmla="*/ 825879 w 1124817"/>
                  <a:gd name="connsiteY2" fmla="*/ 862012 h 872265"/>
                  <a:gd name="connsiteX3" fmla="*/ 543056 w 1124817"/>
                  <a:gd name="connsiteY3" fmla="*/ 819150 h 872265"/>
                  <a:gd name="connsiteX4" fmla="*/ 250743 w 1124817"/>
                  <a:gd name="connsiteY4" fmla="*/ 838199 h 872265"/>
                  <a:gd name="connsiteX5" fmla="*/ 260268 w 1124817"/>
                  <a:gd name="connsiteY5" fmla="*/ 4762 h 872265"/>
                  <a:gd name="connsiteX0" fmla="*/ 260268 w 1099988"/>
                  <a:gd name="connsiteY0" fmla="*/ 4762 h 872265"/>
                  <a:gd name="connsiteX1" fmla="*/ 844930 w 1099988"/>
                  <a:gd name="connsiteY1" fmla="*/ 0 h 872265"/>
                  <a:gd name="connsiteX2" fmla="*/ 825879 w 1099988"/>
                  <a:gd name="connsiteY2" fmla="*/ 862012 h 872265"/>
                  <a:gd name="connsiteX3" fmla="*/ 543056 w 1099988"/>
                  <a:gd name="connsiteY3" fmla="*/ 819150 h 872265"/>
                  <a:gd name="connsiteX4" fmla="*/ 250743 w 1099988"/>
                  <a:gd name="connsiteY4" fmla="*/ 838199 h 872265"/>
                  <a:gd name="connsiteX5" fmla="*/ 260268 w 1099988"/>
                  <a:gd name="connsiteY5" fmla="*/ 4762 h 872265"/>
                  <a:gd name="connsiteX0" fmla="*/ 260268 w 1108250"/>
                  <a:gd name="connsiteY0" fmla="*/ 4762 h 872265"/>
                  <a:gd name="connsiteX1" fmla="*/ 844930 w 1108250"/>
                  <a:gd name="connsiteY1" fmla="*/ 0 h 872265"/>
                  <a:gd name="connsiteX2" fmla="*/ 825879 w 1108250"/>
                  <a:gd name="connsiteY2" fmla="*/ 862012 h 872265"/>
                  <a:gd name="connsiteX3" fmla="*/ 543056 w 1108250"/>
                  <a:gd name="connsiteY3" fmla="*/ 819150 h 872265"/>
                  <a:gd name="connsiteX4" fmla="*/ 250743 w 1108250"/>
                  <a:gd name="connsiteY4" fmla="*/ 838199 h 872265"/>
                  <a:gd name="connsiteX5" fmla="*/ 260268 w 1108250"/>
                  <a:gd name="connsiteY5" fmla="*/ 4762 h 872265"/>
                  <a:gd name="connsiteX0" fmla="*/ 260268 w 1108250"/>
                  <a:gd name="connsiteY0" fmla="*/ 4762 h 872265"/>
                  <a:gd name="connsiteX1" fmla="*/ 844930 w 1108250"/>
                  <a:gd name="connsiteY1" fmla="*/ 0 h 872265"/>
                  <a:gd name="connsiteX2" fmla="*/ 825879 w 1108250"/>
                  <a:gd name="connsiteY2" fmla="*/ 862012 h 872265"/>
                  <a:gd name="connsiteX3" fmla="*/ 543056 w 1108250"/>
                  <a:gd name="connsiteY3" fmla="*/ 819150 h 872265"/>
                  <a:gd name="connsiteX4" fmla="*/ 250743 w 1108250"/>
                  <a:gd name="connsiteY4" fmla="*/ 838199 h 872265"/>
                  <a:gd name="connsiteX5" fmla="*/ 260268 w 1108250"/>
                  <a:gd name="connsiteY5" fmla="*/ 4762 h 872265"/>
                  <a:gd name="connsiteX0" fmla="*/ 260268 w 1108250"/>
                  <a:gd name="connsiteY0" fmla="*/ 53160 h 920663"/>
                  <a:gd name="connsiteX1" fmla="*/ 543056 w 1108250"/>
                  <a:gd name="connsiteY1" fmla="*/ 110310 h 920663"/>
                  <a:gd name="connsiteX2" fmla="*/ 844930 w 1108250"/>
                  <a:gd name="connsiteY2" fmla="*/ 48398 h 920663"/>
                  <a:gd name="connsiteX3" fmla="*/ 825879 w 1108250"/>
                  <a:gd name="connsiteY3" fmla="*/ 910410 h 920663"/>
                  <a:gd name="connsiteX4" fmla="*/ 543056 w 1108250"/>
                  <a:gd name="connsiteY4" fmla="*/ 867548 h 920663"/>
                  <a:gd name="connsiteX5" fmla="*/ 250743 w 1108250"/>
                  <a:gd name="connsiteY5" fmla="*/ 886597 h 920663"/>
                  <a:gd name="connsiteX6" fmla="*/ 260268 w 1108250"/>
                  <a:gd name="connsiteY6" fmla="*/ 53160 h 920663"/>
                  <a:gd name="connsiteX0" fmla="*/ 260268 w 1108250"/>
                  <a:gd name="connsiteY0" fmla="*/ 47259 h 914762"/>
                  <a:gd name="connsiteX1" fmla="*/ 543056 w 1108250"/>
                  <a:gd name="connsiteY1" fmla="*/ 104409 h 914762"/>
                  <a:gd name="connsiteX2" fmla="*/ 844930 w 1108250"/>
                  <a:gd name="connsiteY2" fmla="*/ 42497 h 914762"/>
                  <a:gd name="connsiteX3" fmla="*/ 825879 w 1108250"/>
                  <a:gd name="connsiteY3" fmla="*/ 904509 h 914762"/>
                  <a:gd name="connsiteX4" fmla="*/ 543056 w 1108250"/>
                  <a:gd name="connsiteY4" fmla="*/ 861647 h 914762"/>
                  <a:gd name="connsiteX5" fmla="*/ 250743 w 1108250"/>
                  <a:gd name="connsiteY5" fmla="*/ 880696 h 914762"/>
                  <a:gd name="connsiteX6" fmla="*/ 260268 w 1108250"/>
                  <a:gd name="connsiteY6" fmla="*/ 47259 h 914762"/>
                  <a:gd name="connsiteX0" fmla="*/ 260268 w 1108250"/>
                  <a:gd name="connsiteY0" fmla="*/ 10138 h 877641"/>
                  <a:gd name="connsiteX1" fmla="*/ 543056 w 1108250"/>
                  <a:gd name="connsiteY1" fmla="*/ 67288 h 877641"/>
                  <a:gd name="connsiteX2" fmla="*/ 844930 w 1108250"/>
                  <a:gd name="connsiteY2" fmla="*/ 5376 h 877641"/>
                  <a:gd name="connsiteX3" fmla="*/ 825879 w 1108250"/>
                  <a:gd name="connsiteY3" fmla="*/ 867388 h 877641"/>
                  <a:gd name="connsiteX4" fmla="*/ 543056 w 1108250"/>
                  <a:gd name="connsiteY4" fmla="*/ 824526 h 877641"/>
                  <a:gd name="connsiteX5" fmla="*/ 250743 w 1108250"/>
                  <a:gd name="connsiteY5" fmla="*/ 843575 h 877641"/>
                  <a:gd name="connsiteX6" fmla="*/ 260268 w 1108250"/>
                  <a:gd name="connsiteY6" fmla="*/ 10138 h 8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08250" h="877641">
                    <a:moveTo>
                      <a:pt x="260268" y="10138"/>
                    </a:moveTo>
                    <a:cubicBezTo>
                      <a:pt x="451068" y="-23199"/>
                      <a:pt x="445612" y="68082"/>
                      <a:pt x="543056" y="67288"/>
                    </a:cubicBezTo>
                    <a:cubicBezTo>
                      <a:pt x="640500" y="66494"/>
                      <a:pt x="754137" y="-22405"/>
                      <a:pt x="844930" y="5376"/>
                    </a:cubicBezTo>
                    <a:cubicBezTo>
                      <a:pt x="1338643" y="149838"/>
                      <a:pt x="1022729" y="780076"/>
                      <a:pt x="825879" y="867388"/>
                    </a:cubicBezTo>
                    <a:cubicBezTo>
                      <a:pt x="747786" y="904694"/>
                      <a:pt x="638912" y="828495"/>
                      <a:pt x="543056" y="824526"/>
                    </a:cubicBezTo>
                    <a:cubicBezTo>
                      <a:pt x="447200" y="820557"/>
                      <a:pt x="327244" y="918188"/>
                      <a:pt x="250743" y="843575"/>
                    </a:cubicBezTo>
                    <a:cubicBezTo>
                      <a:pt x="-198520" y="527663"/>
                      <a:pt x="52305" y="2200"/>
                      <a:pt x="260268" y="10138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4472C4">
                      <a:lumMod val="5000"/>
                      <a:lumOff val="95000"/>
                    </a:srgbClr>
                  </a:gs>
                  <a:gs pos="83000">
                    <a:srgbClr val="D01200"/>
                  </a:gs>
                </a:gsLst>
                <a:lin ang="1200000" scaled="0"/>
              </a:gra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57C2124-23CF-4808-864B-9A7C897F7E44}"/>
                </a:ext>
              </a:extLst>
            </p:cNvPr>
            <p:cNvGrpSpPr/>
            <p:nvPr/>
          </p:nvGrpSpPr>
          <p:grpSpPr>
            <a:xfrm>
              <a:off x="9280725" y="1424680"/>
              <a:ext cx="1578236" cy="1843759"/>
              <a:chOff x="3677502" y="317123"/>
              <a:chExt cx="5341576" cy="6240249"/>
            </a:xfrm>
          </p:grpSpPr>
          <p:sp>
            <p:nvSpPr>
              <p:cNvPr id="24" name="Oval 4">
                <a:extLst>
                  <a:ext uri="{FF2B5EF4-FFF2-40B4-BE49-F238E27FC236}">
                    <a16:creationId xmlns:a16="http://schemas.microsoft.com/office/drawing/2014/main" id="{8AA16398-E719-4AF6-B4E4-EF38B011628F}"/>
                  </a:ext>
                </a:extLst>
              </p:cNvPr>
              <p:cNvSpPr/>
              <p:nvPr/>
            </p:nvSpPr>
            <p:spPr>
              <a:xfrm flipH="1">
                <a:off x="3677502" y="1370634"/>
                <a:ext cx="4064461" cy="5127903"/>
              </a:xfrm>
              <a:custGeom>
                <a:avLst/>
                <a:gdLst>
                  <a:gd name="connsiteX0" fmla="*/ 0 w 3510128"/>
                  <a:gd name="connsiteY0" fmla="*/ 2524539 h 5049078"/>
                  <a:gd name="connsiteX1" fmla="*/ 1755064 w 3510128"/>
                  <a:gd name="connsiteY1" fmla="*/ 0 h 5049078"/>
                  <a:gd name="connsiteX2" fmla="*/ 3510128 w 3510128"/>
                  <a:gd name="connsiteY2" fmla="*/ 2524539 h 5049078"/>
                  <a:gd name="connsiteX3" fmla="*/ 1755064 w 3510128"/>
                  <a:gd name="connsiteY3" fmla="*/ 5049078 h 5049078"/>
                  <a:gd name="connsiteX4" fmla="*/ 0 w 3510128"/>
                  <a:gd name="connsiteY4" fmla="*/ 2524539 h 5049078"/>
                  <a:gd name="connsiteX0" fmla="*/ 17370 w 3527498"/>
                  <a:gd name="connsiteY0" fmla="*/ 2524539 h 5115339"/>
                  <a:gd name="connsiteX1" fmla="*/ 1772434 w 3527498"/>
                  <a:gd name="connsiteY1" fmla="*/ 0 h 5115339"/>
                  <a:gd name="connsiteX2" fmla="*/ 3527498 w 3527498"/>
                  <a:gd name="connsiteY2" fmla="*/ 2524539 h 5115339"/>
                  <a:gd name="connsiteX3" fmla="*/ 1189338 w 3527498"/>
                  <a:gd name="connsiteY3" fmla="*/ 5115339 h 5115339"/>
                  <a:gd name="connsiteX4" fmla="*/ 17370 w 3527498"/>
                  <a:gd name="connsiteY4" fmla="*/ 2524539 h 5115339"/>
                  <a:gd name="connsiteX0" fmla="*/ 33936 w 3544064"/>
                  <a:gd name="connsiteY0" fmla="*/ 2524539 h 5117865"/>
                  <a:gd name="connsiteX1" fmla="*/ 1789000 w 3544064"/>
                  <a:gd name="connsiteY1" fmla="*/ 0 h 5117865"/>
                  <a:gd name="connsiteX2" fmla="*/ 3544064 w 3544064"/>
                  <a:gd name="connsiteY2" fmla="*/ 2524539 h 5117865"/>
                  <a:gd name="connsiteX3" fmla="*/ 1205904 w 3544064"/>
                  <a:gd name="connsiteY3" fmla="*/ 5115339 h 5117865"/>
                  <a:gd name="connsiteX4" fmla="*/ 33936 w 3544064"/>
                  <a:gd name="connsiteY4" fmla="*/ 2524539 h 5117865"/>
                  <a:gd name="connsiteX0" fmla="*/ 6948 w 3517076"/>
                  <a:gd name="connsiteY0" fmla="*/ 2524539 h 5255967"/>
                  <a:gd name="connsiteX1" fmla="*/ 1762012 w 3517076"/>
                  <a:gd name="connsiteY1" fmla="*/ 0 h 5255967"/>
                  <a:gd name="connsiteX2" fmla="*/ 3517076 w 3517076"/>
                  <a:gd name="connsiteY2" fmla="*/ 2524539 h 5255967"/>
                  <a:gd name="connsiteX3" fmla="*/ 1178916 w 3517076"/>
                  <a:gd name="connsiteY3" fmla="*/ 5115339 h 5255967"/>
                  <a:gd name="connsiteX4" fmla="*/ 6948 w 3517076"/>
                  <a:gd name="connsiteY4" fmla="*/ 2524539 h 5255967"/>
                  <a:gd name="connsiteX0" fmla="*/ 20750 w 3530878"/>
                  <a:gd name="connsiteY0" fmla="*/ 2524539 h 5115634"/>
                  <a:gd name="connsiteX1" fmla="*/ 1775814 w 3530878"/>
                  <a:gd name="connsiteY1" fmla="*/ 0 h 5115634"/>
                  <a:gd name="connsiteX2" fmla="*/ 3530878 w 3530878"/>
                  <a:gd name="connsiteY2" fmla="*/ 2524539 h 5115634"/>
                  <a:gd name="connsiteX3" fmla="*/ 1192718 w 3530878"/>
                  <a:gd name="connsiteY3" fmla="*/ 5115339 h 5115634"/>
                  <a:gd name="connsiteX4" fmla="*/ 20750 w 3530878"/>
                  <a:gd name="connsiteY4" fmla="*/ 2524539 h 5115634"/>
                  <a:gd name="connsiteX0" fmla="*/ 5901 w 4046115"/>
                  <a:gd name="connsiteY0" fmla="*/ 2458334 h 5115470"/>
                  <a:gd name="connsiteX1" fmla="*/ 2291051 w 4046115"/>
                  <a:gd name="connsiteY1" fmla="*/ 56 h 5115470"/>
                  <a:gd name="connsiteX2" fmla="*/ 4046115 w 4046115"/>
                  <a:gd name="connsiteY2" fmla="*/ 2524595 h 5115470"/>
                  <a:gd name="connsiteX3" fmla="*/ 1707955 w 4046115"/>
                  <a:gd name="connsiteY3" fmla="*/ 5115395 h 5115470"/>
                  <a:gd name="connsiteX4" fmla="*/ 5901 w 4046115"/>
                  <a:gd name="connsiteY4" fmla="*/ 2458334 h 5115470"/>
                  <a:gd name="connsiteX0" fmla="*/ 3248 w 4043462"/>
                  <a:gd name="connsiteY0" fmla="*/ 2458597 h 5115733"/>
                  <a:gd name="connsiteX1" fmla="*/ 2288398 w 4043462"/>
                  <a:gd name="connsiteY1" fmla="*/ 319 h 5115733"/>
                  <a:gd name="connsiteX2" fmla="*/ 4043462 w 4043462"/>
                  <a:gd name="connsiteY2" fmla="*/ 2524858 h 5115733"/>
                  <a:gd name="connsiteX3" fmla="*/ 1705302 w 4043462"/>
                  <a:gd name="connsiteY3" fmla="*/ 5115658 h 5115733"/>
                  <a:gd name="connsiteX4" fmla="*/ 3248 w 4043462"/>
                  <a:gd name="connsiteY4" fmla="*/ 2458597 h 5115733"/>
                  <a:gd name="connsiteX0" fmla="*/ 3248 w 4043462"/>
                  <a:gd name="connsiteY0" fmla="*/ 2458597 h 5115783"/>
                  <a:gd name="connsiteX1" fmla="*/ 2288398 w 4043462"/>
                  <a:gd name="connsiteY1" fmla="*/ 319 h 5115783"/>
                  <a:gd name="connsiteX2" fmla="*/ 4043462 w 4043462"/>
                  <a:gd name="connsiteY2" fmla="*/ 2524858 h 5115783"/>
                  <a:gd name="connsiteX3" fmla="*/ 1705302 w 4043462"/>
                  <a:gd name="connsiteY3" fmla="*/ 5115658 h 5115783"/>
                  <a:gd name="connsiteX4" fmla="*/ 3248 w 4043462"/>
                  <a:gd name="connsiteY4" fmla="*/ 2458597 h 5115783"/>
                  <a:gd name="connsiteX0" fmla="*/ 3248 w 4048645"/>
                  <a:gd name="connsiteY0" fmla="*/ 2458597 h 5115783"/>
                  <a:gd name="connsiteX1" fmla="*/ 2288398 w 4048645"/>
                  <a:gd name="connsiteY1" fmla="*/ 319 h 5115783"/>
                  <a:gd name="connsiteX2" fmla="*/ 4043462 w 4048645"/>
                  <a:gd name="connsiteY2" fmla="*/ 2524858 h 5115783"/>
                  <a:gd name="connsiteX3" fmla="*/ 1705302 w 4048645"/>
                  <a:gd name="connsiteY3" fmla="*/ 5115658 h 5115783"/>
                  <a:gd name="connsiteX4" fmla="*/ 3248 w 4048645"/>
                  <a:gd name="connsiteY4" fmla="*/ 2458597 h 5115783"/>
                  <a:gd name="connsiteX0" fmla="*/ 3804 w 4049201"/>
                  <a:gd name="connsiteY0" fmla="*/ 2458597 h 5116242"/>
                  <a:gd name="connsiteX1" fmla="*/ 2288954 w 4049201"/>
                  <a:gd name="connsiteY1" fmla="*/ 319 h 5116242"/>
                  <a:gd name="connsiteX2" fmla="*/ 4044018 w 4049201"/>
                  <a:gd name="connsiteY2" fmla="*/ 2524858 h 5116242"/>
                  <a:gd name="connsiteX3" fmla="*/ 1705858 w 4049201"/>
                  <a:gd name="connsiteY3" fmla="*/ 5115658 h 5116242"/>
                  <a:gd name="connsiteX4" fmla="*/ 3804 w 4049201"/>
                  <a:gd name="connsiteY4" fmla="*/ 2458597 h 5116242"/>
                  <a:gd name="connsiteX0" fmla="*/ 8659 w 4054056"/>
                  <a:gd name="connsiteY0" fmla="*/ 2458794 h 5116439"/>
                  <a:gd name="connsiteX1" fmla="*/ 2293809 w 4054056"/>
                  <a:gd name="connsiteY1" fmla="*/ 516 h 5116439"/>
                  <a:gd name="connsiteX2" fmla="*/ 4048873 w 4054056"/>
                  <a:gd name="connsiteY2" fmla="*/ 2525055 h 5116439"/>
                  <a:gd name="connsiteX3" fmla="*/ 1710713 w 4054056"/>
                  <a:gd name="connsiteY3" fmla="*/ 5115855 h 5116439"/>
                  <a:gd name="connsiteX4" fmla="*/ 8659 w 4054056"/>
                  <a:gd name="connsiteY4" fmla="*/ 2458794 h 5116439"/>
                  <a:gd name="connsiteX0" fmla="*/ 7981 w 4053378"/>
                  <a:gd name="connsiteY0" fmla="*/ 2458794 h 5115980"/>
                  <a:gd name="connsiteX1" fmla="*/ 2293131 w 4053378"/>
                  <a:gd name="connsiteY1" fmla="*/ 516 h 5115980"/>
                  <a:gd name="connsiteX2" fmla="*/ 4048195 w 4053378"/>
                  <a:gd name="connsiteY2" fmla="*/ 2525055 h 5115980"/>
                  <a:gd name="connsiteX3" fmla="*/ 1710035 w 4053378"/>
                  <a:gd name="connsiteY3" fmla="*/ 5115855 h 5115980"/>
                  <a:gd name="connsiteX4" fmla="*/ 7981 w 4053378"/>
                  <a:gd name="connsiteY4" fmla="*/ 2458794 h 5115980"/>
                  <a:gd name="connsiteX0" fmla="*/ 19064 w 4064461"/>
                  <a:gd name="connsiteY0" fmla="*/ 2458794 h 5127903"/>
                  <a:gd name="connsiteX1" fmla="*/ 2304214 w 4064461"/>
                  <a:gd name="connsiteY1" fmla="*/ 516 h 5127903"/>
                  <a:gd name="connsiteX2" fmla="*/ 4059278 w 4064461"/>
                  <a:gd name="connsiteY2" fmla="*/ 2525055 h 5127903"/>
                  <a:gd name="connsiteX3" fmla="*/ 1721118 w 4064461"/>
                  <a:gd name="connsiteY3" fmla="*/ 5115855 h 5127903"/>
                  <a:gd name="connsiteX4" fmla="*/ 19064 w 4064461"/>
                  <a:gd name="connsiteY4" fmla="*/ 2458794 h 5127903"/>
                  <a:gd name="connsiteX0" fmla="*/ 19064 w 4064461"/>
                  <a:gd name="connsiteY0" fmla="*/ 2458794 h 5127903"/>
                  <a:gd name="connsiteX1" fmla="*/ 2304214 w 4064461"/>
                  <a:gd name="connsiteY1" fmla="*/ 516 h 5127903"/>
                  <a:gd name="connsiteX2" fmla="*/ 4059278 w 4064461"/>
                  <a:gd name="connsiteY2" fmla="*/ 2525055 h 5127903"/>
                  <a:gd name="connsiteX3" fmla="*/ 1721118 w 4064461"/>
                  <a:gd name="connsiteY3" fmla="*/ 5115855 h 5127903"/>
                  <a:gd name="connsiteX4" fmla="*/ 19064 w 4064461"/>
                  <a:gd name="connsiteY4" fmla="*/ 2458794 h 5127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4461" h="5127903">
                    <a:moveTo>
                      <a:pt x="19064" y="2458794"/>
                    </a:moveTo>
                    <a:cubicBezTo>
                      <a:pt x="129500" y="135247"/>
                      <a:pt x="1630845" y="-10527"/>
                      <a:pt x="2304214" y="516"/>
                    </a:cubicBezTo>
                    <a:cubicBezTo>
                      <a:pt x="2977583" y="11559"/>
                      <a:pt x="4152043" y="998269"/>
                      <a:pt x="4059278" y="2525055"/>
                    </a:cubicBezTo>
                    <a:cubicBezTo>
                      <a:pt x="3953261" y="4383144"/>
                      <a:pt x="3189619" y="5020881"/>
                      <a:pt x="1721118" y="5115855"/>
                    </a:cubicBezTo>
                    <a:cubicBezTo>
                      <a:pt x="252617" y="5210829"/>
                      <a:pt x="-91372" y="4782341"/>
                      <a:pt x="19064" y="2458794"/>
                    </a:cubicBezTo>
                    <a:close/>
                  </a:path>
                </a:pathLst>
              </a:custGeom>
              <a:solidFill>
                <a:srgbClr val="921063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7">
                <a:extLst>
                  <a:ext uri="{FF2B5EF4-FFF2-40B4-BE49-F238E27FC236}">
                    <a16:creationId xmlns:a16="http://schemas.microsoft.com/office/drawing/2014/main" id="{C9D78D9D-5E7B-4015-8D1A-848569384A9B}"/>
                  </a:ext>
                </a:extLst>
              </p:cNvPr>
              <p:cNvSpPr/>
              <p:nvPr/>
            </p:nvSpPr>
            <p:spPr>
              <a:xfrm>
                <a:off x="6090654" y="1038455"/>
                <a:ext cx="319671" cy="323620"/>
              </a:xfrm>
              <a:custGeom>
                <a:avLst/>
                <a:gdLst>
                  <a:gd name="connsiteX0" fmla="*/ 0 w 219659"/>
                  <a:gd name="connsiteY0" fmla="*/ 0 h 137882"/>
                  <a:gd name="connsiteX1" fmla="*/ 219659 w 219659"/>
                  <a:gd name="connsiteY1" fmla="*/ 0 h 137882"/>
                  <a:gd name="connsiteX2" fmla="*/ 219659 w 219659"/>
                  <a:gd name="connsiteY2" fmla="*/ 137882 h 137882"/>
                  <a:gd name="connsiteX3" fmla="*/ 0 w 219659"/>
                  <a:gd name="connsiteY3" fmla="*/ 137882 h 137882"/>
                  <a:gd name="connsiteX4" fmla="*/ 0 w 219659"/>
                  <a:gd name="connsiteY4" fmla="*/ 0 h 137882"/>
                  <a:gd name="connsiteX0" fmla="*/ 0 w 276809"/>
                  <a:gd name="connsiteY0" fmla="*/ 0 h 299807"/>
                  <a:gd name="connsiteX1" fmla="*/ 219659 w 276809"/>
                  <a:gd name="connsiteY1" fmla="*/ 0 h 299807"/>
                  <a:gd name="connsiteX2" fmla="*/ 276809 w 276809"/>
                  <a:gd name="connsiteY2" fmla="*/ 299807 h 299807"/>
                  <a:gd name="connsiteX3" fmla="*/ 0 w 276809"/>
                  <a:gd name="connsiteY3" fmla="*/ 137882 h 299807"/>
                  <a:gd name="connsiteX4" fmla="*/ 0 w 276809"/>
                  <a:gd name="connsiteY4" fmla="*/ 0 h 299807"/>
                  <a:gd name="connsiteX0" fmla="*/ 0 w 310146"/>
                  <a:gd name="connsiteY0" fmla="*/ 0 h 299807"/>
                  <a:gd name="connsiteX1" fmla="*/ 310146 w 310146"/>
                  <a:gd name="connsiteY1" fmla="*/ 219075 h 299807"/>
                  <a:gd name="connsiteX2" fmla="*/ 276809 w 310146"/>
                  <a:gd name="connsiteY2" fmla="*/ 299807 h 299807"/>
                  <a:gd name="connsiteX3" fmla="*/ 0 w 310146"/>
                  <a:gd name="connsiteY3" fmla="*/ 137882 h 299807"/>
                  <a:gd name="connsiteX4" fmla="*/ 0 w 310146"/>
                  <a:gd name="connsiteY4" fmla="*/ 0 h 299807"/>
                  <a:gd name="connsiteX0" fmla="*/ 0 w 324434"/>
                  <a:gd name="connsiteY0" fmla="*/ 0 h 323620"/>
                  <a:gd name="connsiteX1" fmla="*/ 324434 w 324434"/>
                  <a:gd name="connsiteY1" fmla="*/ 242888 h 323620"/>
                  <a:gd name="connsiteX2" fmla="*/ 291097 w 324434"/>
                  <a:gd name="connsiteY2" fmla="*/ 323620 h 323620"/>
                  <a:gd name="connsiteX3" fmla="*/ 14288 w 324434"/>
                  <a:gd name="connsiteY3" fmla="*/ 161695 h 323620"/>
                  <a:gd name="connsiteX4" fmla="*/ 0 w 324434"/>
                  <a:gd name="connsiteY4" fmla="*/ 0 h 323620"/>
                  <a:gd name="connsiteX0" fmla="*/ 0 w 324434"/>
                  <a:gd name="connsiteY0" fmla="*/ 0 h 323620"/>
                  <a:gd name="connsiteX1" fmla="*/ 324434 w 324434"/>
                  <a:gd name="connsiteY1" fmla="*/ 242888 h 323620"/>
                  <a:gd name="connsiteX2" fmla="*/ 291097 w 324434"/>
                  <a:gd name="connsiteY2" fmla="*/ 323620 h 323620"/>
                  <a:gd name="connsiteX3" fmla="*/ 14288 w 324434"/>
                  <a:gd name="connsiteY3" fmla="*/ 161695 h 323620"/>
                  <a:gd name="connsiteX4" fmla="*/ 0 w 324434"/>
                  <a:gd name="connsiteY4" fmla="*/ 0 h 323620"/>
                  <a:gd name="connsiteX0" fmla="*/ 0 w 305384"/>
                  <a:gd name="connsiteY0" fmla="*/ 0 h 323620"/>
                  <a:gd name="connsiteX1" fmla="*/ 305384 w 305384"/>
                  <a:gd name="connsiteY1" fmla="*/ 280988 h 323620"/>
                  <a:gd name="connsiteX2" fmla="*/ 291097 w 305384"/>
                  <a:gd name="connsiteY2" fmla="*/ 323620 h 323620"/>
                  <a:gd name="connsiteX3" fmla="*/ 14288 w 305384"/>
                  <a:gd name="connsiteY3" fmla="*/ 161695 h 323620"/>
                  <a:gd name="connsiteX4" fmla="*/ 0 w 305384"/>
                  <a:gd name="connsiteY4" fmla="*/ 0 h 323620"/>
                  <a:gd name="connsiteX0" fmla="*/ 0 w 305384"/>
                  <a:gd name="connsiteY0" fmla="*/ 0 h 323620"/>
                  <a:gd name="connsiteX1" fmla="*/ 305384 w 305384"/>
                  <a:gd name="connsiteY1" fmla="*/ 280988 h 323620"/>
                  <a:gd name="connsiteX2" fmla="*/ 291097 w 305384"/>
                  <a:gd name="connsiteY2" fmla="*/ 323620 h 323620"/>
                  <a:gd name="connsiteX3" fmla="*/ 14288 w 305384"/>
                  <a:gd name="connsiteY3" fmla="*/ 161695 h 323620"/>
                  <a:gd name="connsiteX4" fmla="*/ 0 w 305384"/>
                  <a:gd name="connsiteY4" fmla="*/ 0 h 323620"/>
                  <a:gd name="connsiteX0" fmla="*/ 14287 w 319671"/>
                  <a:gd name="connsiteY0" fmla="*/ 0 h 323620"/>
                  <a:gd name="connsiteX1" fmla="*/ 319671 w 319671"/>
                  <a:gd name="connsiteY1" fmla="*/ 280988 h 323620"/>
                  <a:gd name="connsiteX2" fmla="*/ 305384 w 319671"/>
                  <a:gd name="connsiteY2" fmla="*/ 323620 h 323620"/>
                  <a:gd name="connsiteX3" fmla="*/ 0 w 319671"/>
                  <a:gd name="connsiteY3" fmla="*/ 61683 h 323620"/>
                  <a:gd name="connsiteX4" fmla="*/ 14287 w 319671"/>
                  <a:gd name="connsiteY4" fmla="*/ 0 h 323620"/>
                  <a:gd name="connsiteX0" fmla="*/ 14287 w 319671"/>
                  <a:gd name="connsiteY0" fmla="*/ 0 h 323620"/>
                  <a:gd name="connsiteX1" fmla="*/ 319671 w 319671"/>
                  <a:gd name="connsiteY1" fmla="*/ 280988 h 323620"/>
                  <a:gd name="connsiteX2" fmla="*/ 305384 w 319671"/>
                  <a:gd name="connsiteY2" fmla="*/ 323620 h 323620"/>
                  <a:gd name="connsiteX3" fmla="*/ 0 w 319671"/>
                  <a:gd name="connsiteY3" fmla="*/ 61683 h 323620"/>
                  <a:gd name="connsiteX4" fmla="*/ 14287 w 319671"/>
                  <a:gd name="connsiteY4" fmla="*/ 0 h 323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9671" h="323620">
                    <a:moveTo>
                      <a:pt x="14287" y="0"/>
                    </a:moveTo>
                    <a:cubicBezTo>
                      <a:pt x="141482" y="52388"/>
                      <a:pt x="278201" y="190500"/>
                      <a:pt x="319671" y="280988"/>
                    </a:cubicBezTo>
                    <a:lnTo>
                      <a:pt x="305384" y="323620"/>
                    </a:lnTo>
                    <a:cubicBezTo>
                      <a:pt x="203589" y="236308"/>
                      <a:pt x="211332" y="106132"/>
                      <a:pt x="0" y="61683"/>
                    </a:cubicBezTo>
                    <a:lnTo>
                      <a:pt x="14287" y="0"/>
                    </a:lnTo>
                    <a:close/>
                  </a:path>
                </a:pathLst>
              </a:custGeom>
              <a:solidFill>
                <a:srgbClr val="83BD0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8">
                <a:extLst>
                  <a:ext uri="{FF2B5EF4-FFF2-40B4-BE49-F238E27FC236}">
                    <a16:creationId xmlns:a16="http://schemas.microsoft.com/office/drawing/2014/main" id="{FB8814D8-631D-4F7B-BD8F-DF6097687F1A}"/>
                  </a:ext>
                </a:extLst>
              </p:cNvPr>
              <p:cNvSpPr/>
              <p:nvPr/>
            </p:nvSpPr>
            <p:spPr>
              <a:xfrm>
                <a:off x="3995823" y="317123"/>
                <a:ext cx="2218421" cy="1457702"/>
              </a:xfrm>
              <a:custGeom>
                <a:avLst/>
                <a:gdLst>
                  <a:gd name="connsiteX0" fmla="*/ 0 w 174673"/>
                  <a:gd name="connsiteY0" fmla="*/ 0 h 777560"/>
                  <a:gd name="connsiteX1" fmla="*/ 174673 w 174673"/>
                  <a:gd name="connsiteY1" fmla="*/ 0 h 777560"/>
                  <a:gd name="connsiteX2" fmla="*/ 174673 w 174673"/>
                  <a:gd name="connsiteY2" fmla="*/ 777560 h 777560"/>
                  <a:gd name="connsiteX3" fmla="*/ 0 w 174673"/>
                  <a:gd name="connsiteY3" fmla="*/ 777560 h 777560"/>
                  <a:gd name="connsiteX4" fmla="*/ 0 w 174673"/>
                  <a:gd name="connsiteY4" fmla="*/ 0 h 777560"/>
                  <a:gd name="connsiteX0" fmla="*/ 0 w 593773"/>
                  <a:gd name="connsiteY0" fmla="*/ 0 h 777560"/>
                  <a:gd name="connsiteX1" fmla="*/ 593773 w 593773"/>
                  <a:gd name="connsiteY1" fmla="*/ 261937 h 777560"/>
                  <a:gd name="connsiteX2" fmla="*/ 174673 w 593773"/>
                  <a:gd name="connsiteY2" fmla="*/ 777560 h 777560"/>
                  <a:gd name="connsiteX3" fmla="*/ 0 w 593773"/>
                  <a:gd name="connsiteY3" fmla="*/ 777560 h 777560"/>
                  <a:gd name="connsiteX4" fmla="*/ 0 w 593773"/>
                  <a:gd name="connsiteY4" fmla="*/ 0 h 777560"/>
                  <a:gd name="connsiteX0" fmla="*/ 0 w 2155873"/>
                  <a:gd name="connsiteY0" fmla="*/ 566738 h 566738"/>
                  <a:gd name="connsiteX1" fmla="*/ 2155873 w 2155873"/>
                  <a:gd name="connsiteY1" fmla="*/ 0 h 566738"/>
                  <a:gd name="connsiteX2" fmla="*/ 1736773 w 2155873"/>
                  <a:gd name="connsiteY2" fmla="*/ 515623 h 566738"/>
                  <a:gd name="connsiteX3" fmla="*/ 1562100 w 2155873"/>
                  <a:gd name="connsiteY3" fmla="*/ 515623 h 566738"/>
                  <a:gd name="connsiteX4" fmla="*/ 0 w 2155873"/>
                  <a:gd name="connsiteY4" fmla="*/ 566738 h 566738"/>
                  <a:gd name="connsiteX0" fmla="*/ 0 w 2155873"/>
                  <a:gd name="connsiteY0" fmla="*/ 566738 h 566738"/>
                  <a:gd name="connsiteX1" fmla="*/ 2155873 w 2155873"/>
                  <a:gd name="connsiteY1" fmla="*/ 0 h 566738"/>
                  <a:gd name="connsiteX2" fmla="*/ 2060623 w 2155873"/>
                  <a:gd name="connsiteY2" fmla="*/ 258448 h 566738"/>
                  <a:gd name="connsiteX3" fmla="*/ 1562100 w 2155873"/>
                  <a:gd name="connsiteY3" fmla="*/ 515623 h 566738"/>
                  <a:gd name="connsiteX4" fmla="*/ 0 w 2155873"/>
                  <a:gd name="connsiteY4" fmla="*/ 566738 h 566738"/>
                  <a:gd name="connsiteX0" fmla="*/ 0 w 2155873"/>
                  <a:gd name="connsiteY0" fmla="*/ 566738 h 566738"/>
                  <a:gd name="connsiteX1" fmla="*/ 2155873 w 2155873"/>
                  <a:gd name="connsiteY1" fmla="*/ 0 h 566738"/>
                  <a:gd name="connsiteX2" fmla="*/ 1562100 w 2155873"/>
                  <a:gd name="connsiteY2" fmla="*/ 515623 h 566738"/>
                  <a:gd name="connsiteX3" fmla="*/ 0 w 2155873"/>
                  <a:gd name="connsiteY3" fmla="*/ 566738 h 566738"/>
                  <a:gd name="connsiteX0" fmla="*/ 0 w 2155873"/>
                  <a:gd name="connsiteY0" fmla="*/ 642116 h 642116"/>
                  <a:gd name="connsiteX1" fmla="*/ 2155873 w 2155873"/>
                  <a:gd name="connsiteY1" fmla="*/ 75378 h 642116"/>
                  <a:gd name="connsiteX2" fmla="*/ 1562100 w 2155873"/>
                  <a:gd name="connsiteY2" fmla="*/ 591001 h 642116"/>
                  <a:gd name="connsiteX3" fmla="*/ 0 w 2155873"/>
                  <a:gd name="connsiteY3" fmla="*/ 642116 h 642116"/>
                  <a:gd name="connsiteX0" fmla="*/ 0 w 2155873"/>
                  <a:gd name="connsiteY0" fmla="*/ 642116 h 642116"/>
                  <a:gd name="connsiteX1" fmla="*/ 2155873 w 2155873"/>
                  <a:gd name="connsiteY1" fmla="*/ 75378 h 642116"/>
                  <a:gd name="connsiteX2" fmla="*/ 0 w 2155873"/>
                  <a:gd name="connsiteY2" fmla="*/ 642116 h 642116"/>
                  <a:gd name="connsiteX0" fmla="*/ 0 w 2155873"/>
                  <a:gd name="connsiteY0" fmla="*/ 642116 h 802374"/>
                  <a:gd name="connsiteX1" fmla="*/ 2155873 w 2155873"/>
                  <a:gd name="connsiteY1" fmla="*/ 75378 h 802374"/>
                  <a:gd name="connsiteX2" fmla="*/ 0 w 2155873"/>
                  <a:gd name="connsiteY2" fmla="*/ 642116 h 802374"/>
                  <a:gd name="connsiteX0" fmla="*/ 0 w 2174555"/>
                  <a:gd name="connsiteY0" fmla="*/ 1088469 h 1248727"/>
                  <a:gd name="connsiteX1" fmla="*/ 2155873 w 2174555"/>
                  <a:gd name="connsiteY1" fmla="*/ 521731 h 1248727"/>
                  <a:gd name="connsiteX2" fmla="*/ 0 w 2174555"/>
                  <a:gd name="connsiteY2" fmla="*/ 1088469 h 1248727"/>
                  <a:gd name="connsiteX0" fmla="*/ 0 w 2169403"/>
                  <a:gd name="connsiteY0" fmla="*/ 1268070 h 1428328"/>
                  <a:gd name="connsiteX1" fmla="*/ 2155873 w 2169403"/>
                  <a:gd name="connsiteY1" fmla="*/ 701332 h 1428328"/>
                  <a:gd name="connsiteX2" fmla="*/ 0 w 2169403"/>
                  <a:gd name="connsiteY2" fmla="*/ 1268070 h 1428328"/>
                  <a:gd name="connsiteX0" fmla="*/ 0 w 2220344"/>
                  <a:gd name="connsiteY0" fmla="*/ 1268070 h 1455304"/>
                  <a:gd name="connsiteX1" fmla="*/ 2155873 w 2220344"/>
                  <a:gd name="connsiteY1" fmla="*/ 701332 h 1455304"/>
                  <a:gd name="connsiteX2" fmla="*/ 0 w 2220344"/>
                  <a:gd name="connsiteY2" fmla="*/ 1268070 h 1455304"/>
                  <a:gd name="connsiteX0" fmla="*/ 0 w 2220344"/>
                  <a:gd name="connsiteY0" fmla="*/ 1266175 h 1453409"/>
                  <a:gd name="connsiteX1" fmla="*/ 2155873 w 2220344"/>
                  <a:gd name="connsiteY1" fmla="*/ 699437 h 1453409"/>
                  <a:gd name="connsiteX2" fmla="*/ 0 w 2220344"/>
                  <a:gd name="connsiteY2" fmla="*/ 1266175 h 1453409"/>
                  <a:gd name="connsiteX0" fmla="*/ 0 w 2218421"/>
                  <a:gd name="connsiteY0" fmla="*/ 1266175 h 1462060"/>
                  <a:gd name="connsiteX1" fmla="*/ 2155873 w 2218421"/>
                  <a:gd name="connsiteY1" fmla="*/ 699437 h 1462060"/>
                  <a:gd name="connsiteX2" fmla="*/ 0 w 2218421"/>
                  <a:gd name="connsiteY2" fmla="*/ 1266175 h 1462060"/>
                  <a:gd name="connsiteX0" fmla="*/ 129534 w 2347955"/>
                  <a:gd name="connsiteY0" fmla="*/ 596061 h 791946"/>
                  <a:gd name="connsiteX1" fmla="*/ 491657 w 2347955"/>
                  <a:gd name="connsiteY1" fmla="*/ 150870 h 791946"/>
                  <a:gd name="connsiteX2" fmla="*/ 2285407 w 2347955"/>
                  <a:gd name="connsiteY2" fmla="*/ 29323 h 791946"/>
                  <a:gd name="connsiteX3" fmla="*/ 129534 w 2347955"/>
                  <a:gd name="connsiteY3" fmla="*/ 596061 h 791946"/>
                  <a:gd name="connsiteX0" fmla="*/ 0 w 2218421"/>
                  <a:gd name="connsiteY0" fmla="*/ 596061 h 791946"/>
                  <a:gd name="connsiteX1" fmla="*/ 362123 w 2218421"/>
                  <a:gd name="connsiteY1" fmla="*/ 150870 h 791946"/>
                  <a:gd name="connsiteX2" fmla="*/ 2155873 w 2218421"/>
                  <a:gd name="connsiteY2" fmla="*/ 29323 h 791946"/>
                  <a:gd name="connsiteX3" fmla="*/ 0 w 2218421"/>
                  <a:gd name="connsiteY3" fmla="*/ 596061 h 791946"/>
                  <a:gd name="connsiteX0" fmla="*/ 0 w 2218421"/>
                  <a:gd name="connsiteY0" fmla="*/ 596061 h 791946"/>
                  <a:gd name="connsiteX1" fmla="*/ 362123 w 2218421"/>
                  <a:gd name="connsiteY1" fmla="*/ 150870 h 791946"/>
                  <a:gd name="connsiteX2" fmla="*/ 2155873 w 2218421"/>
                  <a:gd name="connsiteY2" fmla="*/ 29323 h 791946"/>
                  <a:gd name="connsiteX3" fmla="*/ 0 w 2218421"/>
                  <a:gd name="connsiteY3" fmla="*/ 596061 h 791946"/>
                  <a:gd name="connsiteX0" fmla="*/ 0 w 2218421"/>
                  <a:gd name="connsiteY0" fmla="*/ 594214 h 790099"/>
                  <a:gd name="connsiteX1" fmla="*/ 393873 w 2218421"/>
                  <a:gd name="connsiteY1" fmla="*/ 161723 h 790099"/>
                  <a:gd name="connsiteX2" fmla="*/ 2155873 w 2218421"/>
                  <a:gd name="connsiteY2" fmla="*/ 27476 h 790099"/>
                  <a:gd name="connsiteX3" fmla="*/ 0 w 2218421"/>
                  <a:gd name="connsiteY3" fmla="*/ 594214 h 790099"/>
                  <a:gd name="connsiteX0" fmla="*/ 0 w 2218421"/>
                  <a:gd name="connsiteY0" fmla="*/ 594214 h 790099"/>
                  <a:gd name="connsiteX1" fmla="*/ 393873 w 2218421"/>
                  <a:gd name="connsiteY1" fmla="*/ 161723 h 790099"/>
                  <a:gd name="connsiteX2" fmla="*/ 2155873 w 2218421"/>
                  <a:gd name="connsiteY2" fmla="*/ 27476 h 790099"/>
                  <a:gd name="connsiteX3" fmla="*/ 0 w 2218421"/>
                  <a:gd name="connsiteY3" fmla="*/ 594214 h 790099"/>
                  <a:gd name="connsiteX0" fmla="*/ 0 w 2218421"/>
                  <a:gd name="connsiteY0" fmla="*/ 954225 h 1150110"/>
                  <a:gd name="connsiteX1" fmla="*/ 393873 w 2218421"/>
                  <a:gd name="connsiteY1" fmla="*/ 521734 h 1150110"/>
                  <a:gd name="connsiteX2" fmla="*/ 2155873 w 2218421"/>
                  <a:gd name="connsiteY2" fmla="*/ 387487 h 1150110"/>
                  <a:gd name="connsiteX3" fmla="*/ 0 w 2218421"/>
                  <a:gd name="connsiteY3" fmla="*/ 954225 h 1150110"/>
                  <a:gd name="connsiteX0" fmla="*/ 0 w 2218421"/>
                  <a:gd name="connsiteY0" fmla="*/ 1159259 h 1355144"/>
                  <a:gd name="connsiteX1" fmla="*/ 393873 w 2218421"/>
                  <a:gd name="connsiteY1" fmla="*/ 726768 h 1355144"/>
                  <a:gd name="connsiteX2" fmla="*/ 2155873 w 2218421"/>
                  <a:gd name="connsiteY2" fmla="*/ 592521 h 1355144"/>
                  <a:gd name="connsiteX3" fmla="*/ 0 w 2218421"/>
                  <a:gd name="connsiteY3" fmla="*/ 1159259 h 1355144"/>
                  <a:gd name="connsiteX0" fmla="*/ 0 w 2218421"/>
                  <a:gd name="connsiteY0" fmla="*/ 1268894 h 1464779"/>
                  <a:gd name="connsiteX1" fmla="*/ 393873 w 2218421"/>
                  <a:gd name="connsiteY1" fmla="*/ 836403 h 1464779"/>
                  <a:gd name="connsiteX2" fmla="*/ 2155873 w 2218421"/>
                  <a:gd name="connsiteY2" fmla="*/ 702156 h 1464779"/>
                  <a:gd name="connsiteX3" fmla="*/ 0 w 2218421"/>
                  <a:gd name="connsiteY3" fmla="*/ 1268894 h 1464779"/>
                  <a:gd name="connsiteX0" fmla="*/ 0 w 2218421"/>
                  <a:gd name="connsiteY0" fmla="*/ 1261817 h 1457702"/>
                  <a:gd name="connsiteX1" fmla="*/ 412923 w 2218421"/>
                  <a:gd name="connsiteY1" fmla="*/ 842026 h 1457702"/>
                  <a:gd name="connsiteX2" fmla="*/ 2155873 w 2218421"/>
                  <a:gd name="connsiteY2" fmla="*/ 695079 h 1457702"/>
                  <a:gd name="connsiteX3" fmla="*/ 0 w 2218421"/>
                  <a:gd name="connsiteY3" fmla="*/ 1261817 h 1457702"/>
                  <a:gd name="connsiteX0" fmla="*/ 0 w 2218421"/>
                  <a:gd name="connsiteY0" fmla="*/ 1261817 h 1457702"/>
                  <a:gd name="connsiteX1" fmla="*/ 412923 w 2218421"/>
                  <a:gd name="connsiteY1" fmla="*/ 842026 h 1457702"/>
                  <a:gd name="connsiteX2" fmla="*/ 2155873 w 2218421"/>
                  <a:gd name="connsiteY2" fmla="*/ 695079 h 1457702"/>
                  <a:gd name="connsiteX3" fmla="*/ 0 w 2218421"/>
                  <a:gd name="connsiteY3" fmla="*/ 1261817 h 1457702"/>
                  <a:gd name="connsiteX0" fmla="*/ 0 w 2218421"/>
                  <a:gd name="connsiteY0" fmla="*/ 1261817 h 1457702"/>
                  <a:gd name="connsiteX1" fmla="*/ 412923 w 2218421"/>
                  <a:gd name="connsiteY1" fmla="*/ 842026 h 1457702"/>
                  <a:gd name="connsiteX2" fmla="*/ 2155873 w 2218421"/>
                  <a:gd name="connsiteY2" fmla="*/ 695079 h 1457702"/>
                  <a:gd name="connsiteX3" fmla="*/ 0 w 2218421"/>
                  <a:gd name="connsiteY3" fmla="*/ 1261817 h 1457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8421" h="1457702">
                    <a:moveTo>
                      <a:pt x="0" y="1261817"/>
                    </a:moveTo>
                    <a:cubicBezTo>
                      <a:pt x="253216" y="1047953"/>
                      <a:pt x="323237" y="1001086"/>
                      <a:pt x="412923" y="842026"/>
                    </a:cubicBezTo>
                    <a:cubicBezTo>
                      <a:pt x="1019885" y="-477980"/>
                      <a:pt x="2427157" y="-22954"/>
                      <a:pt x="2155873" y="695079"/>
                    </a:cubicBezTo>
                    <a:cubicBezTo>
                      <a:pt x="2304024" y="1150692"/>
                      <a:pt x="2385499" y="1782517"/>
                      <a:pt x="0" y="1261817"/>
                    </a:cubicBezTo>
                    <a:close/>
                  </a:path>
                </a:pathLst>
              </a:custGeom>
              <a:solidFill>
                <a:srgbClr val="83BD0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C8509872-6A56-4458-BB5A-B5F0E02E3087}"/>
                  </a:ext>
                </a:extLst>
              </p:cNvPr>
              <p:cNvSpPr/>
              <p:nvPr/>
            </p:nvSpPr>
            <p:spPr>
              <a:xfrm>
                <a:off x="4005884" y="981999"/>
                <a:ext cx="2145195" cy="593905"/>
              </a:xfrm>
              <a:custGeom>
                <a:avLst/>
                <a:gdLst>
                  <a:gd name="connsiteX0" fmla="*/ 2107095 w 2107095"/>
                  <a:gd name="connsiteY0" fmla="*/ 0 h 490330"/>
                  <a:gd name="connsiteX1" fmla="*/ 0 w 2107095"/>
                  <a:gd name="connsiteY1" fmla="*/ 490330 h 490330"/>
                  <a:gd name="connsiteX2" fmla="*/ 0 w 2107095"/>
                  <a:gd name="connsiteY2" fmla="*/ 490330 h 490330"/>
                  <a:gd name="connsiteX3" fmla="*/ 0 w 2107095"/>
                  <a:gd name="connsiteY3" fmla="*/ 490330 h 490330"/>
                  <a:gd name="connsiteX0" fmla="*/ 2113445 w 2113445"/>
                  <a:gd name="connsiteY0" fmla="*/ 0 h 518905"/>
                  <a:gd name="connsiteX1" fmla="*/ 6350 w 2113445"/>
                  <a:gd name="connsiteY1" fmla="*/ 490330 h 518905"/>
                  <a:gd name="connsiteX2" fmla="*/ 6350 w 2113445"/>
                  <a:gd name="connsiteY2" fmla="*/ 490330 h 518905"/>
                  <a:gd name="connsiteX3" fmla="*/ 0 w 2113445"/>
                  <a:gd name="connsiteY3" fmla="*/ 518905 h 518905"/>
                  <a:gd name="connsiteX0" fmla="*/ 2107095 w 2107095"/>
                  <a:gd name="connsiteY0" fmla="*/ 0 h 490330"/>
                  <a:gd name="connsiteX1" fmla="*/ 0 w 2107095"/>
                  <a:gd name="connsiteY1" fmla="*/ 490330 h 490330"/>
                  <a:gd name="connsiteX2" fmla="*/ 0 w 2107095"/>
                  <a:gd name="connsiteY2" fmla="*/ 490330 h 490330"/>
                  <a:gd name="connsiteX0" fmla="*/ 2113445 w 2113445"/>
                  <a:gd name="connsiteY0" fmla="*/ 0 h 512555"/>
                  <a:gd name="connsiteX1" fmla="*/ 6350 w 2113445"/>
                  <a:gd name="connsiteY1" fmla="*/ 490330 h 512555"/>
                  <a:gd name="connsiteX2" fmla="*/ 0 w 2113445"/>
                  <a:gd name="connsiteY2" fmla="*/ 512555 h 512555"/>
                  <a:gd name="connsiteX0" fmla="*/ 2107095 w 2107095"/>
                  <a:gd name="connsiteY0" fmla="*/ 0 h 490330"/>
                  <a:gd name="connsiteX1" fmla="*/ 0 w 2107095"/>
                  <a:gd name="connsiteY1" fmla="*/ 490330 h 490330"/>
                  <a:gd name="connsiteX0" fmla="*/ 2116620 w 2116620"/>
                  <a:gd name="connsiteY0" fmla="*/ 0 h 522080"/>
                  <a:gd name="connsiteX1" fmla="*/ 0 w 2116620"/>
                  <a:gd name="connsiteY1" fmla="*/ 522080 h 522080"/>
                  <a:gd name="connsiteX0" fmla="*/ 2116620 w 2116620"/>
                  <a:gd name="connsiteY0" fmla="*/ 0 h 515730"/>
                  <a:gd name="connsiteX1" fmla="*/ 0 w 2116620"/>
                  <a:gd name="connsiteY1" fmla="*/ 515730 h 515730"/>
                  <a:gd name="connsiteX0" fmla="*/ 2138845 w 2138845"/>
                  <a:gd name="connsiteY0" fmla="*/ 0 h 560180"/>
                  <a:gd name="connsiteX1" fmla="*/ 0 w 2138845"/>
                  <a:gd name="connsiteY1" fmla="*/ 560180 h 560180"/>
                  <a:gd name="connsiteX0" fmla="*/ 2138845 w 2138845"/>
                  <a:gd name="connsiteY0" fmla="*/ 14224 h 574404"/>
                  <a:gd name="connsiteX1" fmla="*/ 0 w 2138845"/>
                  <a:gd name="connsiteY1" fmla="*/ 574404 h 574404"/>
                  <a:gd name="connsiteX0" fmla="*/ 2138845 w 2138845"/>
                  <a:gd name="connsiteY0" fmla="*/ 12317 h 572497"/>
                  <a:gd name="connsiteX1" fmla="*/ 0 w 2138845"/>
                  <a:gd name="connsiteY1" fmla="*/ 572497 h 572497"/>
                  <a:gd name="connsiteX0" fmla="*/ 2145195 w 2145195"/>
                  <a:gd name="connsiteY0" fmla="*/ 12378 h 569383"/>
                  <a:gd name="connsiteX1" fmla="*/ 0 w 2145195"/>
                  <a:gd name="connsiteY1" fmla="*/ 569383 h 569383"/>
                  <a:gd name="connsiteX0" fmla="*/ 2145195 w 2145195"/>
                  <a:gd name="connsiteY0" fmla="*/ 38689 h 595694"/>
                  <a:gd name="connsiteX1" fmla="*/ 0 w 2145195"/>
                  <a:gd name="connsiteY1" fmla="*/ 595694 h 595694"/>
                  <a:gd name="connsiteX0" fmla="*/ 2145195 w 2145195"/>
                  <a:gd name="connsiteY0" fmla="*/ 36900 h 593905"/>
                  <a:gd name="connsiteX1" fmla="*/ 0 w 2145195"/>
                  <a:gd name="connsiteY1" fmla="*/ 593905 h 593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45195" h="593905">
                    <a:moveTo>
                      <a:pt x="2145195" y="36900"/>
                    </a:moveTo>
                    <a:cubicBezTo>
                      <a:pt x="1187772" y="-166898"/>
                      <a:pt x="620873" y="537353"/>
                      <a:pt x="0" y="59390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5">
                <a:extLst>
                  <a:ext uri="{FF2B5EF4-FFF2-40B4-BE49-F238E27FC236}">
                    <a16:creationId xmlns:a16="http://schemas.microsoft.com/office/drawing/2014/main" id="{C7E18F84-8D2C-419D-8BA8-EF83582B556B}"/>
                  </a:ext>
                </a:extLst>
              </p:cNvPr>
              <p:cNvSpPr/>
              <p:nvPr/>
            </p:nvSpPr>
            <p:spPr>
              <a:xfrm rot="1571539">
                <a:off x="6328021" y="945917"/>
                <a:ext cx="326393" cy="705986"/>
              </a:xfrm>
              <a:custGeom>
                <a:avLst/>
                <a:gdLst>
                  <a:gd name="connsiteX0" fmla="*/ 0 w 138494"/>
                  <a:gd name="connsiteY0" fmla="*/ 0 h 615620"/>
                  <a:gd name="connsiteX1" fmla="*/ 138494 w 138494"/>
                  <a:gd name="connsiteY1" fmla="*/ 0 h 615620"/>
                  <a:gd name="connsiteX2" fmla="*/ 138494 w 138494"/>
                  <a:gd name="connsiteY2" fmla="*/ 615620 h 615620"/>
                  <a:gd name="connsiteX3" fmla="*/ 0 w 138494"/>
                  <a:gd name="connsiteY3" fmla="*/ 615620 h 615620"/>
                  <a:gd name="connsiteX4" fmla="*/ 0 w 138494"/>
                  <a:gd name="connsiteY4" fmla="*/ 0 h 615620"/>
                  <a:gd name="connsiteX0" fmla="*/ 0 w 236507"/>
                  <a:gd name="connsiteY0" fmla="*/ 0 h 615620"/>
                  <a:gd name="connsiteX1" fmla="*/ 138494 w 236507"/>
                  <a:gd name="connsiteY1" fmla="*/ 0 h 615620"/>
                  <a:gd name="connsiteX2" fmla="*/ 236507 w 236507"/>
                  <a:gd name="connsiteY2" fmla="*/ 609868 h 615620"/>
                  <a:gd name="connsiteX3" fmla="*/ 0 w 236507"/>
                  <a:gd name="connsiteY3" fmla="*/ 615620 h 615620"/>
                  <a:gd name="connsiteX4" fmla="*/ 0 w 236507"/>
                  <a:gd name="connsiteY4" fmla="*/ 0 h 615620"/>
                  <a:gd name="connsiteX0" fmla="*/ 0 w 236507"/>
                  <a:gd name="connsiteY0" fmla="*/ 0 h 709913"/>
                  <a:gd name="connsiteX1" fmla="*/ 138494 w 236507"/>
                  <a:gd name="connsiteY1" fmla="*/ 0 h 709913"/>
                  <a:gd name="connsiteX2" fmla="*/ 236507 w 236507"/>
                  <a:gd name="connsiteY2" fmla="*/ 609868 h 709913"/>
                  <a:gd name="connsiteX3" fmla="*/ 88843 w 236507"/>
                  <a:gd name="connsiteY3" fmla="*/ 709913 h 709913"/>
                  <a:gd name="connsiteX4" fmla="*/ 0 w 236507"/>
                  <a:gd name="connsiteY4" fmla="*/ 0 h 709913"/>
                  <a:gd name="connsiteX0" fmla="*/ 0 w 309017"/>
                  <a:gd name="connsiteY0" fmla="*/ 14438 h 709913"/>
                  <a:gd name="connsiteX1" fmla="*/ 211004 w 309017"/>
                  <a:gd name="connsiteY1" fmla="*/ 0 h 709913"/>
                  <a:gd name="connsiteX2" fmla="*/ 309017 w 309017"/>
                  <a:gd name="connsiteY2" fmla="*/ 609868 h 709913"/>
                  <a:gd name="connsiteX3" fmla="*/ 161353 w 309017"/>
                  <a:gd name="connsiteY3" fmla="*/ 709913 h 709913"/>
                  <a:gd name="connsiteX4" fmla="*/ 0 w 309017"/>
                  <a:gd name="connsiteY4" fmla="*/ 14438 h 709913"/>
                  <a:gd name="connsiteX0" fmla="*/ 0 w 309017"/>
                  <a:gd name="connsiteY0" fmla="*/ 0 h 695475"/>
                  <a:gd name="connsiteX1" fmla="*/ 268176 w 309017"/>
                  <a:gd name="connsiteY1" fmla="*/ 37051 h 695475"/>
                  <a:gd name="connsiteX2" fmla="*/ 309017 w 309017"/>
                  <a:gd name="connsiteY2" fmla="*/ 595430 h 695475"/>
                  <a:gd name="connsiteX3" fmla="*/ 161353 w 309017"/>
                  <a:gd name="connsiteY3" fmla="*/ 695475 h 695475"/>
                  <a:gd name="connsiteX4" fmla="*/ 0 w 309017"/>
                  <a:gd name="connsiteY4" fmla="*/ 0 h 695475"/>
                  <a:gd name="connsiteX0" fmla="*/ 0 w 309017"/>
                  <a:gd name="connsiteY0" fmla="*/ 0 h 695475"/>
                  <a:gd name="connsiteX1" fmla="*/ 268176 w 309017"/>
                  <a:gd name="connsiteY1" fmla="*/ 37051 h 695475"/>
                  <a:gd name="connsiteX2" fmla="*/ 309017 w 309017"/>
                  <a:gd name="connsiteY2" fmla="*/ 595430 h 695475"/>
                  <a:gd name="connsiteX3" fmla="*/ 161353 w 309017"/>
                  <a:gd name="connsiteY3" fmla="*/ 695475 h 695475"/>
                  <a:gd name="connsiteX4" fmla="*/ 0 w 309017"/>
                  <a:gd name="connsiteY4" fmla="*/ 0 h 695475"/>
                  <a:gd name="connsiteX0" fmla="*/ 0 w 309017"/>
                  <a:gd name="connsiteY0" fmla="*/ 0 h 695475"/>
                  <a:gd name="connsiteX1" fmla="*/ 268176 w 309017"/>
                  <a:gd name="connsiteY1" fmla="*/ 37051 h 695475"/>
                  <a:gd name="connsiteX2" fmla="*/ 309017 w 309017"/>
                  <a:gd name="connsiteY2" fmla="*/ 595430 h 695475"/>
                  <a:gd name="connsiteX3" fmla="*/ 161353 w 309017"/>
                  <a:gd name="connsiteY3" fmla="*/ 695475 h 695475"/>
                  <a:gd name="connsiteX4" fmla="*/ 0 w 309017"/>
                  <a:gd name="connsiteY4" fmla="*/ 0 h 695475"/>
                  <a:gd name="connsiteX0" fmla="*/ 0 w 309017"/>
                  <a:gd name="connsiteY0" fmla="*/ 0 h 695475"/>
                  <a:gd name="connsiteX1" fmla="*/ 268176 w 309017"/>
                  <a:gd name="connsiteY1" fmla="*/ 37051 h 695475"/>
                  <a:gd name="connsiteX2" fmla="*/ 309017 w 309017"/>
                  <a:gd name="connsiteY2" fmla="*/ 595430 h 695475"/>
                  <a:gd name="connsiteX3" fmla="*/ 161353 w 309017"/>
                  <a:gd name="connsiteY3" fmla="*/ 695475 h 695475"/>
                  <a:gd name="connsiteX4" fmla="*/ 0 w 309017"/>
                  <a:gd name="connsiteY4" fmla="*/ 0 h 695475"/>
                  <a:gd name="connsiteX0" fmla="*/ 0 w 309017"/>
                  <a:gd name="connsiteY0" fmla="*/ 0 h 695475"/>
                  <a:gd name="connsiteX1" fmla="*/ 268176 w 309017"/>
                  <a:gd name="connsiteY1" fmla="*/ 37051 h 695475"/>
                  <a:gd name="connsiteX2" fmla="*/ 309017 w 309017"/>
                  <a:gd name="connsiteY2" fmla="*/ 595430 h 695475"/>
                  <a:gd name="connsiteX3" fmla="*/ 161353 w 309017"/>
                  <a:gd name="connsiteY3" fmla="*/ 695475 h 695475"/>
                  <a:gd name="connsiteX4" fmla="*/ 0 w 309017"/>
                  <a:gd name="connsiteY4" fmla="*/ 0 h 695475"/>
                  <a:gd name="connsiteX0" fmla="*/ 0 w 309017"/>
                  <a:gd name="connsiteY0" fmla="*/ 0 h 705986"/>
                  <a:gd name="connsiteX1" fmla="*/ 268176 w 309017"/>
                  <a:gd name="connsiteY1" fmla="*/ 37051 h 705986"/>
                  <a:gd name="connsiteX2" fmla="*/ 309017 w 309017"/>
                  <a:gd name="connsiteY2" fmla="*/ 595430 h 705986"/>
                  <a:gd name="connsiteX3" fmla="*/ 139986 w 309017"/>
                  <a:gd name="connsiteY3" fmla="*/ 705986 h 705986"/>
                  <a:gd name="connsiteX4" fmla="*/ 0 w 309017"/>
                  <a:gd name="connsiteY4" fmla="*/ 0 h 705986"/>
                  <a:gd name="connsiteX0" fmla="*/ 0 w 309017"/>
                  <a:gd name="connsiteY0" fmla="*/ 0 h 705986"/>
                  <a:gd name="connsiteX1" fmla="*/ 268176 w 309017"/>
                  <a:gd name="connsiteY1" fmla="*/ 37051 h 705986"/>
                  <a:gd name="connsiteX2" fmla="*/ 309017 w 309017"/>
                  <a:gd name="connsiteY2" fmla="*/ 595430 h 705986"/>
                  <a:gd name="connsiteX3" fmla="*/ 139986 w 309017"/>
                  <a:gd name="connsiteY3" fmla="*/ 705986 h 705986"/>
                  <a:gd name="connsiteX4" fmla="*/ 0 w 309017"/>
                  <a:gd name="connsiteY4" fmla="*/ 0 h 705986"/>
                  <a:gd name="connsiteX0" fmla="*/ 17376 w 326393"/>
                  <a:gd name="connsiteY0" fmla="*/ 0 h 705986"/>
                  <a:gd name="connsiteX1" fmla="*/ 285552 w 326393"/>
                  <a:gd name="connsiteY1" fmla="*/ 37051 h 705986"/>
                  <a:gd name="connsiteX2" fmla="*/ 326393 w 326393"/>
                  <a:gd name="connsiteY2" fmla="*/ 595430 h 705986"/>
                  <a:gd name="connsiteX3" fmla="*/ 157362 w 326393"/>
                  <a:gd name="connsiteY3" fmla="*/ 705986 h 705986"/>
                  <a:gd name="connsiteX4" fmla="*/ 17376 w 326393"/>
                  <a:gd name="connsiteY4" fmla="*/ 0 h 70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393" h="705986">
                    <a:moveTo>
                      <a:pt x="17376" y="0"/>
                    </a:moveTo>
                    <a:lnTo>
                      <a:pt x="285552" y="37051"/>
                    </a:lnTo>
                    <a:cubicBezTo>
                      <a:pt x="325360" y="125373"/>
                      <a:pt x="142810" y="344301"/>
                      <a:pt x="326393" y="595430"/>
                    </a:cubicBezTo>
                    <a:lnTo>
                      <a:pt x="157362" y="705986"/>
                    </a:lnTo>
                    <a:cubicBezTo>
                      <a:pt x="-29217" y="369641"/>
                      <a:pt x="-10090" y="170949"/>
                      <a:pt x="17376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4">
                <a:extLst>
                  <a:ext uri="{FF2B5EF4-FFF2-40B4-BE49-F238E27FC236}">
                    <a16:creationId xmlns:a16="http://schemas.microsoft.com/office/drawing/2014/main" id="{7996A635-06C9-45B7-8A16-F5FE87749276}"/>
                  </a:ext>
                </a:extLst>
              </p:cNvPr>
              <p:cNvSpPr/>
              <p:nvPr/>
            </p:nvSpPr>
            <p:spPr>
              <a:xfrm>
                <a:off x="4965700" y="1441392"/>
                <a:ext cx="4053378" cy="5115980"/>
              </a:xfrm>
              <a:custGeom>
                <a:avLst/>
                <a:gdLst>
                  <a:gd name="connsiteX0" fmla="*/ 0 w 3510128"/>
                  <a:gd name="connsiteY0" fmla="*/ 2524539 h 5049078"/>
                  <a:gd name="connsiteX1" fmla="*/ 1755064 w 3510128"/>
                  <a:gd name="connsiteY1" fmla="*/ 0 h 5049078"/>
                  <a:gd name="connsiteX2" fmla="*/ 3510128 w 3510128"/>
                  <a:gd name="connsiteY2" fmla="*/ 2524539 h 5049078"/>
                  <a:gd name="connsiteX3" fmla="*/ 1755064 w 3510128"/>
                  <a:gd name="connsiteY3" fmla="*/ 5049078 h 5049078"/>
                  <a:gd name="connsiteX4" fmla="*/ 0 w 3510128"/>
                  <a:gd name="connsiteY4" fmla="*/ 2524539 h 5049078"/>
                  <a:gd name="connsiteX0" fmla="*/ 17370 w 3527498"/>
                  <a:gd name="connsiteY0" fmla="*/ 2524539 h 5115339"/>
                  <a:gd name="connsiteX1" fmla="*/ 1772434 w 3527498"/>
                  <a:gd name="connsiteY1" fmla="*/ 0 h 5115339"/>
                  <a:gd name="connsiteX2" fmla="*/ 3527498 w 3527498"/>
                  <a:gd name="connsiteY2" fmla="*/ 2524539 h 5115339"/>
                  <a:gd name="connsiteX3" fmla="*/ 1189338 w 3527498"/>
                  <a:gd name="connsiteY3" fmla="*/ 5115339 h 5115339"/>
                  <a:gd name="connsiteX4" fmla="*/ 17370 w 3527498"/>
                  <a:gd name="connsiteY4" fmla="*/ 2524539 h 5115339"/>
                  <a:gd name="connsiteX0" fmla="*/ 33936 w 3544064"/>
                  <a:gd name="connsiteY0" fmla="*/ 2524539 h 5117865"/>
                  <a:gd name="connsiteX1" fmla="*/ 1789000 w 3544064"/>
                  <a:gd name="connsiteY1" fmla="*/ 0 h 5117865"/>
                  <a:gd name="connsiteX2" fmla="*/ 3544064 w 3544064"/>
                  <a:gd name="connsiteY2" fmla="*/ 2524539 h 5117865"/>
                  <a:gd name="connsiteX3" fmla="*/ 1205904 w 3544064"/>
                  <a:gd name="connsiteY3" fmla="*/ 5115339 h 5117865"/>
                  <a:gd name="connsiteX4" fmla="*/ 33936 w 3544064"/>
                  <a:gd name="connsiteY4" fmla="*/ 2524539 h 5117865"/>
                  <a:gd name="connsiteX0" fmla="*/ 6948 w 3517076"/>
                  <a:gd name="connsiteY0" fmla="*/ 2524539 h 5255967"/>
                  <a:gd name="connsiteX1" fmla="*/ 1762012 w 3517076"/>
                  <a:gd name="connsiteY1" fmla="*/ 0 h 5255967"/>
                  <a:gd name="connsiteX2" fmla="*/ 3517076 w 3517076"/>
                  <a:gd name="connsiteY2" fmla="*/ 2524539 h 5255967"/>
                  <a:gd name="connsiteX3" fmla="*/ 1178916 w 3517076"/>
                  <a:gd name="connsiteY3" fmla="*/ 5115339 h 5255967"/>
                  <a:gd name="connsiteX4" fmla="*/ 6948 w 3517076"/>
                  <a:gd name="connsiteY4" fmla="*/ 2524539 h 5255967"/>
                  <a:gd name="connsiteX0" fmla="*/ 20750 w 3530878"/>
                  <a:gd name="connsiteY0" fmla="*/ 2524539 h 5115634"/>
                  <a:gd name="connsiteX1" fmla="*/ 1775814 w 3530878"/>
                  <a:gd name="connsiteY1" fmla="*/ 0 h 5115634"/>
                  <a:gd name="connsiteX2" fmla="*/ 3530878 w 3530878"/>
                  <a:gd name="connsiteY2" fmla="*/ 2524539 h 5115634"/>
                  <a:gd name="connsiteX3" fmla="*/ 1192718 w 3530878"/>
                  <a:gd name="connsiteY3" fmla="*/ 5115339 h 5115634"/>
                  <a:gd name="connsiteX4" fmla="*/ 20750 w 3530878"/>
                  <a:gd name="connsiteY4" fmla="*/ 2524539 h 5115634"/>
                  <a:gd name="connsiteX0" fmla="*/ 5901 w 4046115"/>
                  <a:gd name="connsiteY0" fmla="*/ 2458334 h 5115470"/>
                  <a:gd name="connsiteX1" fmla="*/ 2291051 w 4046115"/>
                  <a:gd name="connsiteY1" fmla="*/ 56 h 5115470"/>
                  <a:gd name="connsiteX2" fmla="*/ 4046115 w 4046115"/>
                  <a:gd name="connsiteY2" fmla="*/ 2524595 h 5115470"/>
                  <a:gd name="connsiteX3" fmla="*/ 1707955 w 4046115"/>
                  <a:gd name="connsiteY3" fmla="*/ 5115395 h 5115470"/>
                  <a:gd name="connsiteX4" fmla="*/ 5901 w 4046115"/>
                  <a:gd name="connsiteY4" fmla="*/ 2458334 h 5115470"/>
                  <a:gd name="connsiteX0" fmla="*/ 3248 w 4043462"/>
                  <a:gd name="connsiteY0" fmla="*/ 2458597 h 5115733"/>
                  <a:gd name="connsiteX1" fmla="*/ 2288398 w 4043462"/>
                  <a:gd name="connsiteY1" fmla="*/ 319 h 5115733"/>
                  <a:gd name="connsiteX2" fmla="*/ 4043462 w 4043462"/>
                  <a:gd name="connsiteY2" fmla="*/ 2524858 h 5115733"/>
                  <a:gd name="connsiteX3" fmla="*/ 1705302 w 4043462"/>
                  <a:gd name="connsiteY3" fmla="*/ 5115658 h 5115733"/>
                  <a:gd name="connsiteX4" fmla="*/ 3248 w 4043462"/>
                  <a:gd name="connsiteY4" fmla="*/ 2458597 h 5115733"/>
                  <a:gd name="connsiteX0" fmla="*/ 3248 w 4043462"/>
                  <a:gd name="connsiteY0" fmla="*/ 2458597 h 5115783"/>
                  <a:gd name="connsiteX1" fmla="*/ 2288398 w 4043462"/>
                  <a:gd name="connsiteY1" fmla="*/ 319 h 5115783"/>
                  <a:gd name="connsiteX2" fmla="*/ 4043462 w 4043462"/>
                  <a:gd name="connsiteY2" fmla="*/ 2524858 h 5115783"/>
                  <a:gd name="connsiteX3" fmla="*/ 1705302 w 4043462"/>
                  <a:gd name="connsiteY3" fmla="*/ 5115658 h 5115783"/>
                  <a:gd name="connsiteX4" fmla="*/ 3248 w 4043462"/>
                  <a:gd name="connsiteY4" fmla="*/ 2458597 h 5115783"/>
                  <a:gd name="connsiteX0" fmla="*/ 3248 w 4048645"/>
                  <a:gd name="connsiteY0" fmla="*/ 2458597 h 5115783"/>
                  <a:gd name="connsiteX1" fmla="*/ 2288398 w 4048645"/>
                  <a:gd name="connsiteY1" fmla="*/ 319 h 5115783"/>
                  <a:gd name="connsiteX2" fmla="*/ 4043462 w 4048645"/>
                  <a:gd name="connsiteY2" fmla="*/ 2524858 h 5115783"/>
                  <a:gd name="connsiteX3" fmla="*/ 1705302 w 4048645"/>
                  <a:gd name="connsiteY3" fmla="*/ 5115658 h 5115783"/>
                  <a:gd name="connsiteX4" fmla="*/ 3248 w 4048645"/>
                  <a:gd name="connsiteY4" fmla="*/ 2458597 h 5115783"/>
                  <a:gd name="connsiteX0" fmla="*/ 3804 w 4049201"/>
                  <a:gd name="connsiteY0" fmla="*/ 2458597 h 5116242"/>
                  <a:gd name="connsiteX1" fmla="*/ 2288954 w 4049201"/>
                  <a:gd name="connsiteY1" fmla="*/ 319 h 5116242"/>
                  <a:gd name="connsiteX2" fmla="*/ 4044018 w 4049201"/>
                  <a:gd name="connsiteY2" fmla="*/ 2524858 h 5116242"/>
                  <a:gd name="connsiteX3" fmla="*/ 1705858 w 4049201"/>
                  <a:gd name="connsiteY3" fmla="*/ 5115658 h 5116242"/>
                  <a:gd name="connsiteX4" fmla="*/ 3804 w 4049201"/>
                  <a:gd name="connsiteY4" fmla="*/ 2458597 h 5116242"/>
                  <a:gd name="connsiteX0" fmla="*/ 8659 w 4054056"/>
                  <a:gd name="connsiteY0" fmla="*/ 2458794 h 5116439"/>
                  <a:gd name="connsiteX1" fmla="*/ 2293809 w 4054056"/>
                  <a:gd name="connsiteY1" fmla="*/ 516 h 5116439"/>
                  <a:gd name="connsiteX2" fmla="*/ 4048873 w 4054056"/>
                  <a:gd name="connsiteY2" fmla="*/ 2525055 h 5116439"/>
                  <a:gd name="connsiteX3" fmla="*/ 1710713 w 4054056"/>
                  <a:gd name="connsiteY3" fmla="*/ 5115855 h 5116439"/>
                  <a:gd name="connsiteX4" fmla="*/ 8659 w 4054056"/>
                  <a:gd name="connsiteY4" fmla="*/ 2458794 h 5116439"/>
                  <a:gd name="connsiteX0" fmla="*/ 7981 w 4053378"/>
                  <a:gd name="connsiteY0" fmla="*/ 2458794 h 5115980"/>
                  <a:gd name="connsiteX1" fmla="*/ 2293131 w 4053378"/>
                  <a:gd name="connsiteY1" fmla="*/ 516 h 5115980"/>
                  <a:gd name="connsiteX2" fmla="*/ 4048195 w 4053378"/>
                  <a:gd name="connsiteY2" fmla="*/ 2525055 h 5115980"/>
                  <a:gd name="connsiteX3" fmla="*/ 1710035 w 4053378"/>
                  <a:gd name="connsiteY3" fmla="*/ 5115855 h 5115980"/>
                  <a:gd name="connsiteX4" fmla="*/ 7981 w 4053378"/>
                  <a:gd name="connsiteY4" fmla="*/ 2458794 h 5115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3378" h="5115980">
                    <a:moveTo>
                      <a:pt x="7981" y="2458794"/>
                    </a:moveTo>
                    <a:cubicBezTo>
                      <a:pt x="118417" y="135247"/>
                      <a:pt x="1619762" y="-10527"/>
                      <a:pt x="2293131" y="516"/>
                    </a:cubicBezTo>
                    <a:cubicBezTo>
                      <a:pt x="2966500" y="11559"/>
                      <a:pt x="4140960" y="998269"/>
                      <a:pt x="4048195" y="2525055"/>
                    </a:cubicBezTo>
                    <a:cubicBezTo>
                      <a:pt x="3809656" y="4409649"/>
                      <a:pt x="2462918" y="5126899"/>
                      <a:pt x="1710035" y="5115855"/>
                    </a:cubicBezTo>
                    <a:cubicBezTo>
                      <a:pt x="957152" y="5104811"/>
                      <a:pt x="-102455" y="4782341"/>
                      <a:pt x="7981" y="2458794"/>
                    </a:cubicBezTo>
                    <a:close/>
                  </a:path>
                </a:pathLst>
              </a:custGeom>
              <a:solidFill>
                <a:srgbClr val="921063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1C1A3C8-F928-427E-A752-838E5CF14542}"/>
                  </a:ext>
                </a:extLst>
              </p:cNvPr>
              <p:cNvSpPr/>
              <p:nvPr/>
            </p:nvSpPr>
            <p:spPr>
              <a:xfrm rot="19112893">
                <a:off x="6529612" y="848940"/>
                <a:ext cx="190500" cy="290289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Flowchart: Manual Operation 9">
              <a:extLst>
                <a:ext uri="{FF2B5EF4-FFF2-40B4-BE49-F238E27FC236}">
                  <a16:creationId xmlns:a16="http://schemas.microsoft.com/office/drawing/2014/main" id="{74214C83-2031-4E87-836A-20D115C30E07}"/>
                </a:ext>
              </a:extLst>
            </p:cNvPr>
            <p:cNvSpPr/>
            <p:nvPr/>
          </p:nvSpPr>
          <p:spPr>
            <a:xfrm>
              <a:off x="6978742" y="3698069"/>
              <a:ext cx="4735362" cy="2771386"/>
            </a:xfrm>
            <a:prstGeom prst="flowChartManualOperation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EA9EA3C-17A5-4C45-BC2D-95BF31AB46FC}"/>
                </a:ext>
              </a:extLst>
            </p:cNvPr>
            <p:cNvSpPr/>
            <p:nvPr/>
          </p:nvSpPr>
          <p:spPr>
            <a:xfrm>
              <a:off x="8416824" y="3696667"/>
              <a:ext cx="2846190" cy="2771386"/>
            </a:xfrm>
            <a:custGeom>
              <a:avLst/>
              <a:gdLst>
                <a:gd name="connsiteX0" fmla="*/ 0 w 1656435"/>
                <a:gd name="connsiteY0" fmla="*/ 0 h 1612900"/>
                <a:gd name="connsiteX1" fmla="*/ 1425959 w 1656435"/>
                <a:gd name="connsiteY1" fmla="*/ 0 h 1612900"/>
                <a:gd name="connsiteX2" fmla="*/ 1656435 w 1656435"/>
                <a:gd name="connsiteY2" fmla="*/ 810639 h 1612900"/>
                <a:gd name="connsiteX3" fmla="*/ 1382276 w 1656435"/>
                <a:gd name="connsiteY3" fmla="*/ 1612900 h 1612900"/>
                <a:gd name="connsiteX4" fmla="*/ 458570 w 1656435"/>
                <a:gd name="connsiteY4" fmla="*/ 1612900 h 1612900"/>
                <a:gd name="connsiteX5" fmla="*/ 0 w 1656435"/>
                <a:gd name="connsiteY5" fmla="*/ 0 h 161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6435" h="1612900">
                  <a:moveTo>
                    <a:pt x="0" y="0"/>
                  </a:moveTo>
                  <a:lnTo>
                    <a:pt x="1425959" y="0"/>
                  </a:lnTo>
                  <a:lnTo>
                    <a:pt x="1656435" y="810639"/>
                  </a:lnTo>
                  <a:lnTo>
                    <a:pt x="1382276" y="1612900"/>
                  </a:lnTo>
                  <a:lnTo>
                    <a:pt x="458570" y="1612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833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F28253D-4580-419F-ABE3-1E9CA2A69A2F}"/>
                </a:ext>
              </a:extLst>
            </p:cNvPr>
            <p:cNvSpPr/>
            <p:nvPr/>
          </p:nvSpPr>
          <p:spPr>
            <a:xfrm rot="20647729">
              <a:off x="7952337" y="3306717"/>
              <a:ext cx="2356769" cy="3551283"/>
            </a:xfrm>
            <a:custGeom>
              <a:avLst/>
              <a:gdLst>
                <a:gd name="connsiteX0" fmla="*/ 0 w 1371600"/>
                <a:gd name="connsiteY0" fmla="*/ 0 h 2066787"/>
                <a:gd name="connsiteX1" fmla="*/ 1371600 w 1371600"/>
                <a:gd name="connsiteY1" fmla="*/ 389964 h 2066787"/>
                <a:gd name="connsiteX2" fmla="*/ 1371600 w 1371600"/>
                <a:gd name="connsiteY2" fmla="*/ 2066787 h 2066787"/>
                <a:gd name="connsiteX3" fmla="*/ 0 w 1371600"/>
                <a:gd name="connsiteY3" fmla="*/ 1676822 h 2066787"/>
                <a:gd name="connsiteX4" fmla="*/ 0 w 1371600"/>
                <a:gd name="connsiteY4" fmla="*/ 0 h 206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2066787">
                  <a:moveTo>
                    <a:pt x="0" y="0"/>
                  </a:moveTo>
                  <a:lnTo>
                    <a:pt x="1371600" y="389964"/>
                  </a:lnTo>
                  <a:lnTo>
                    <a:pt x="1371600" y="2066787"/>
                  </a:lnTo>
                  <a:lnTo>
                    <a:pt x="0" y="1676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B15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3FF20A0-C662-4159-95E3-1CC231BAE276}"/>
                </a:ext>
              </a:extLst>
            </p:cNvPr>
            <p:cNvSpPr/>
            <p:nvPr/>
          </p:nvSpPr>
          <p:spPr>
            <a:xfrm>
              <a:off x="7145128" y="3692372"/>
              <a:ext cx="2659546" cy="2771386"/>
            </a:xfrm>
            <a:custGeom>
              <a:avLst/>
              <a:gdLst>
                <a:gd name="connsiteX0" fmla="*/ 0 w 1642206"/>
                <a:gd name="connsiteY0" fmla="*/ 0 h 1612900"/>
                <a:gd name="connsiteX1" fmla="*/ 1183636 w 1642206"/>
                <a:gd name="connsiteY1" fmla="*/ 0 h 1612900"/>
                <a:gd name="connsiteX2" fmla="*/ 1642206 w 1642206"/>
                <a:gd name="connsiteY2" fmla="*/ 1612900 h 1612900"/>
                <a:gd name="connsiteX3" fmla="*/ 551180 w 1642206"/>
                <a:gd name="connsiteY3" fmla="*/ 1612900 h 1612900"/>
                <a:gd name="connsiteX4" fmla="*/ 0 w 1642206"/>
                <a:gd name="connsiteY4" fmla="*/ 0 h 161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206" h="1612900">
                  <a:moveTo>
                    <a:pt x="0" y="0"/>
                  </a:moveTo>
                  <a:lnTo>
                    <a:pt x="1183636" y="0"/>
                  </a:lnTo>
                  <a:lnTo>
                    <a:pt x="1642206" y="1612900"/>
                  </a:lnTo>
                  <a:lnTo>
                    <a:pt x="551180" y="1612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8B3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BF7519-6596-4061-99EC-C309AC7C79A7}"/>
                </a:ext>
              </a:extLst>
            </p:cNvPr>
            <p:cNvSpPr/>
            <p:nvPr/>
          </p:nvSpPr>
          <p:spPr>
            <a:xfrm>
              <a:off x="10858962" y="3690168"/>
              <a:ext cx="872013" cy="1392891"/>
            </a:xfrm>
            <a:custGeom>
              <a:avLst/>
              <a:gdLst>
                <a:gd name="connsiteX0" fmla="*/ 0 w 507497"/>
                <a:gd name="connsiteY0" fmla="*/ 0 h 810639"/>
                <a:gd name="connsiteX1" fmla="*/ 507497 w 507497"/>
                <a:gd name="connsiteY1" fmla="*/ 0 h 810639"/>
                <a:gd name="connsiteX2" fmla="*/ 230476 w 507497"/>
                <a:gd name="connsiteY2" fmla="*/ 810639 h 810639"/>
                <a:gd name="connsiteX3" fmla="*/ 0 w 507497"/>
                <a:gd name="connsiteY3" fmla="*/ 0 h 810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497" h="810639">
                  <a:moveTo>
                    <a:pt x="0" y="0"/>
                  </a:moveTo>
                  <a:lnTo>
                    <a:pt x="507497" y="0"/>
                  </a:lnTo>
                  <a:lnTo>
                    <a:pt x="230476" y="81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8B3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6B6A4CE-A1B1-4D49-B34B-EC779C11AAEF}"/>
                </a:ext>
              </a:extLst>
            </p:cNvPr>
            <p:cNvSpPr/>
            <p:nvPr/>
          </p:nvSpPr>
          <p:spPr>
            <a:xfrm>
              <a:off x="6978742" y="3698069"/>
              <a:ext cx="1842304" cy="2771386"/>
            </a:xfrm>
            <a:custGeom>
              <a:avLst/>
              <a:gdLst>
                <a:gd name="connsiteX0" fmla="*/ 0 w 1072190"/>
                <a:gd name="connsiteY0" fmla="*/ 0 h 1612900"/>
                <a:gd name="connsiteX1" fmla="*/ 613620 w 1072190"/>
                <a:gd name="connsiteY1" fmla="*/ 0 h 1612900"/>
                <a:gd name="connsiteX2" fmla="*/ 1072190 w 1072190"/>
                <a:gd name="connsiteY2" fmla="*/ 1612900 h 1612900"/>
                <a:gd name="connsiteX3" fmla="*/ 551180 w 1072190"/>
                <a:gd name="connsiteY3" fmla="*/ 1612900 h 1612900"/>
                <a:gd name="connsiteX4" fmla="*/ 0 w 1072190"/>
                <a:gd name="connsiteY4" fmla="*/ 0 h 161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2190" h="1612900">
                  <a:moveTo>
                    <a:pt x="0" y="0"/>
                  </a:moveTo>
                  <a:lnTo>
                    <a:pt x="613620" y="0"/>
                  </a:lnTo>
                  <a:lnTo>
                    <a:pt x="1072190" y="1612900"/>
                  </a:lnTo>
                  <a:lnTo>
                    <a:pt x="551180" y="1612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833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2AD68FB2-C887-4EC8-84B7-2E92AEB3FB99}"/>
                </a:ext>
              </a:extLst>
            </p:cNvPr>
            <p:cNvSpPr/>
            <p:nvPr/>
          </p:nvSpPr>
          <p:spPr>
            <a:xfrm>
              <a:off x="6626087" y="2451102"/>
              <a:ext cx="5433418" cy="1246967"/>
            </a:xfrm>
            <a:custGeom>
              <a:avLst/>
              <a:gdLst>
                <a:gd name="connsiteX0" fmla="*/ 0 w 2757714"/>
                <a:gd name="connsiteY0" fmla="*/ 0 h 725714"/>
                <a:gd name="connsiteX1" fmla="*/ 2757714 w 2757714"/>
                <a:gd name="connsiteY1" fmla="*/ 0 h 725714"/>
                <a:gd name="connsiteX2" fmla="*/ 2757714 w 2757714"/>
                <a:gd name="connsiteY2" fmla="*/ 725714 h 725714"/>
                <a:gd name="connsiteX3" fmla="*/ 0 w 2757714"/>
                <a:gd name="connsiteY3" fmla="*/ 725714 h 725714"/>
                <a:gd name="connsiteX4" fmla="*/ 0 w 2757714"/>
                <a:gd name="connsiteY4" fmla="*/ 0 h 725714"/>
                <a:gd name="connsiteX0" fmla="*/ 79022 w 2836736"/>
                <a:gd name="connsiteY0" fmla="*/ 0 h 725714"/>
                <a:gd name="connsiteX1" fmla="*/ 2836736 w 2836736"/>
                <a:gd name="connsiteY1" fmla="*/ 0 h 725714"/>
                <a:gd name="connsiteX2" fmla="*/ 2836736 w 2836736"/>
                <a:gd name="connsiteY2" fmla="*/ 725714 h 725714"/>
                <a:gd name="connsiteX3" fmla="*/ 79022 w 2836736"/>
                <a:gd name="connsiteY3" fmla="*/ 725714 h 725714"/>
                <a:gd name="connsiteX4" fmla="*/ 79022 w 2836736"/>
                <a:gd name="connsiteY4" fmla="*/ 0 h 725714"/>
                <a:gd name="connsiteX0" fmla="*/ 155516 w 2913230"/>
                <a:gd name="connsiteY0" fmla="*/ 0 h 725714"/>
                <a:gd name="connsiteX1" fmla="*/ 2913230 w 2913230"/>
                <a:gd name="connsiteY1" fmla="*/ 0 h 725714"/>
                <a:gd name="connsiteX2" fmla="*/ 2913230 w 2913230"/>
                <a:gd name="connsiteY2" fmla="*/ 725714 h 725714"/>
                <a:gd name="connsiteX3" fmla="*/ 155516 w 2913230"/>
                <a:gd name="connsiteY3" fmla="*/ 725714 h 725714"/>
                <a:gd name="connsiteX4" fmla="*/ 155516 w 2913230"/>
                <a:gd name="connsiteY4" fmla="*/ 0 h 725714"/>
                <a:gd name="connsiteX0" fmla="*/ 210682 w 2968396"/>
                <a:gd name="connsiteY0" fmla="*/ 0 h 725714"/>
                <a:gd name="connsiteX1" fmla="*/ 2968396 w 2968396"/>
                <a:gd name="connsiteY1" fmla="*/ 0 h 725714"/>
                <a:gd name="connsiteX2" fmla="*/ 2968396 w 2968396"/>
                <a:gd name="connsiteY2" fmla="*/ 725714 h 725714"/>
                <a:gd name="connsiteX3" fmla="*/ 210682 w 2968396"/>
                <a:gd name="connsiteY3" fmla="*/ 725714 h 725714"/>
                <a:gd name="connsiteX4" fmla="*/ 210682 w 2968396"/>
                <a:gd name="connsiteY4" fmla="*/ 0 h 725714"/>
                <a:gd name="connsiteX0" fmla="*/ 210682 w 2968396"/>
                <a:gd name="connsiteY0" fmla="*/ 0 h 725714"/>
                <a:gd name="connsiteX1" fmla="*/ 2968396 w 2968396"/>
                <a:gd name="connsiteY1" fmla="*/ 0 h 725714"/>
                <a:gd name="connsiteX2" fmla="*/ 2968396 w 2968396"/>
                <a:gd name="connsiteY2" fmla="*/ 725714 h 725714"/>
                <a:gd name="connsiteX3" fmla="*/ 210682 w 2968396"/>
                <a:gd name="connsiteY3" fmla="*/ 725714 h 725714"/>
                <a:gd name="connsiteX4" fmla="*/ 210682 w 2968396"/>
                <a:gd name="connsiteY4" fmla="*/ 0 h 725714"/>
                <a:gd name="connsiteX0" fmla="*/ 210682 w 3106684"/>
                <a:gd name="connsiteY0" fmla="*/ 0 h 725714"/>
                <a:gd name="connsiteX1" fmla="*/ 2968396 w 3106684"/>
                <a:gd name="connsiteY1" fmla="*/ 0 h 725714"/>
                <a:gd name="connsiteX2" fmla="*/ 2968396 w 3106684"/>
                <a:gd name="connsiteY2" fmla="*/ 725714 h 725714"/>
                <a:gd name="connsiteX3" fmla="*/ 210682 w 3106684"/>
                <a:gd name="connsiteY3" fmla="*/ 725714 h 725714"/>
                <a:gd name="connsiteX4" fmla="*/ 210682 w 3106684"/>
                <a:gd name="connsiteY4" fmla="*/ 0 h 725714"/>
                <a:gd name="connsiteX0" fmla="*/ 210682 w 3171972"/>
                <a:gd name="connsiteY0" fmla="*/ 0 h 725714"/>
                <a:gd name="connsiteX1" fmla="*/ 2968396 w 3171972"/>
                <a:gd name="connsiteY1" fmla="*/ 0 h 725714"/>
                <a:gd name="connsiteX2" fmla="*/ 2968396 w 3171972"/>
                <a:gd name="connsiteY2" fmla="*/ 725714 h 725714"/>
                <a:gd name="connsiteX3" fmla="*/ 210682 w 3171972"/>
                <a:gd name="connsiteY3" fmla="*/ 725714 h 725714"/>
                <a:gd name="connsiteX4" fmla="*/ 210682 w 3171972"/>
                <a:gd name="connsiteY4" fmla="*/ 0 h 725714"/>
                <a:gd name="connsiteX0" fmla="*/ 210682 w 3178618"/>
                <a:gd name="connsiteY0" fmla="*/ 0 h 725714"/>
                <a:gd name="connsiteX1" fmla="*/ 2968396 w 3178618"/>
                <a:gd name="connsiteY1" fmla="*/ 0 h 725714"/>
                <a:gd name="connsiteX2" fmla="*/ 2968396 w 3178618"/>
                <a:gd name="connsiteY2" fmla="*/ 725714 h 725714"/>
                <a:gd name="connsiteX3" fmla="*/ 210682 w 3178618"/>
                <a:gd name="connsiteY3" fmla="*/ 725714 h 725714"/>
                <a:gd name="connsiteX4" fmla="*/ 210682 w 3178618"/>
                <a:gd name="connsiteY4" fmla="*/ 0 h 725714"/>
                <a:gd name="connsiteX0" fmla="*/ 210682 w 3183652"/>
                <a:gd name="connsiteY0" fmla="*/ 0 h 725714"/>
                <a:gd name="connsiteX1" fmla="*/ 2968396 w 3183652"/>
                <a:gd name="connsiteY1" fmla="*/ 0 h 725714"/>
                <a:gd name="connsiteX2" fmla="*/ 2968396 w 3183652"/>
                <a:gd name="connsiteY2" fmla="*/ 725714 h 725714"/>
                <a:gd name="connsiteX3" fmla="*/ 210682 w 3183652"/>
                <a:gd name="connsiteY3" fmla="*/ 725714 h 725714"/>
                <a:gd name="connsiteX4" fmla="*/ 210682 w 3183652"/>
                <a:gd name="connsiteY4" fmla="*/ 0 h 725714"/>
                <a:gd name="connsiteX0" fmla="*/ 210682 w 3142430"/>
                <a:gd name="connsiteY0" fmla="*/ 0 h 725714"/>
                <a:gd name="connsiteX1" fmla="*/ 2968396 w 3142430"/>
                <a:gd name="connsiteY1" fmla="*/ 0 h 725714"/>
                <a:gd name="connsiteX2" fmla="*/ 2968396 w 3142430"/>
                <a:gd name="connsiteY2" fmla="*/ 725714 h 725714"/>
                <a:gd name="connsiteX3" fmla="*/ 210682 w 3142430"/>
                <a:gd name="connsiteY3" fmla="*/ 725714 h 725714"/>
                <a:gd name="connsiteX4" fmla="*/ 210682 w 3142430"/>
                <a:gd name="connsiteY4" fmla="*/ 0 h 725714"/>
                <a:gd name="connsiteX0" fmla="*/ 210682 w 3118415"/>
                <a:gd name="connsiteY0" fmla="*/ 0 h 725714"/>
                <a:gd name="connsiteX1" fmla="*/ 2968396 w 3118415"/>
                <a:gd name="connsiteY1" fmla="*/ 0 h 725714"/>
                <a:gd name="connsiteX2" fmla="*/ 2968396 w 3118415"/>
                <a:gd name="connsiteY2" fmla="*/ 725714 h 725714"/>
                <a:gd name="connsiteX3" fmla="*/ 210682 w 3118415"/>
                <a:gd name="connsiteY3" fmla="*/ 725714 h 725714"/>
                <a:gd name="connsiteX4" fmla="*/ 210682 w 3118415"/>
                <a:gd name="connsiteY4" fmla="*/ 0 h 725714"/>
                <a:gd name="connsiteX0" fmla="*/ 210682 w 3188782"/>
                <a:gd name="connsiteY0" fmla="*/ 0 h 725714"/>
                <a:gd name="connsiteX1" fmla="*/ 2968396 w 3188782"/>
                <a:gd name="connsiteY1" fmla="*/ 0 h 725714"/>
                <a:gd name="connsiteX2" fmla="*/ 2968396 w 3188782"/>
                <a:gd name="connsiteY2" fmla="*/ 725714 h 725714"/>
                <a:gd name="connsiteX3" fmla="*/ 210682 w 3188782"/>
                <a:gd name="connsiteY3" fmla="*/ 725714 h 725714"/>
                <a:gd name="connsiteX4" fmla="*/ 210682 w 3188782"/>
                <a:gd name="connsiteY4" fmla="*/ 0 h 725714"/>
                <a:gd name="connsiteX0" fmla="*/ 210682 w 3183445"/>
                <a:gd name="connsiteY0" fmla="*/ 0 h 725714"/>
                <a:gd name="connsiteX1" fmla="*/ 2968396 w 3183445"/>
                <a:gd name="connsiteY1" fmla="*/ 0 h 725714"/>
                <a:gd name="connsiteX2" fmla="*/ 2968396 w 3183445"/>
                <a:gd name="connsiteY2" fmla="*/ 725714 h 725714"/>
                <a:gd name="connsiteX3" fmla="*/ 210682 w 3183445"/>
                <a:gd name="connsiteY3" fmla="*/ 725714 h 725714"/>
                <a:gd name="connsiteX4" fmla="*/ 210682 w 3183445"/>
                <a:gd name="connsiteY4" fmla="*/ 0 h 725714"/>
                <a:gd name="connsiteX0" fmla="*/ 210682 w 3183445"/>
                <a:gd name="connsiteY0" fmla="*/ 0 h 725714"/>
                <a:gd name="connsiteX1" fmla="*/ 2968396 w 3183445"/>
                <a:gd name="connsiteY1" fmla="*/ 0 h 725714"/>
                <a:gd name="connsiteX2" fmla="*/ 2968396 w 3183445"/>
                <a:gd name="connsiteY2" fmla="*/ 725714 h 725714"/>
                <a:gd name="connsiteX3" fmla="*/ 210682 w 3183445"/>
                <a:gd name="connsiteY3" fmla="*/ 725714 h 725714"/>
                <a:gd name="connsiteX4" fmla="*/ 210682 w 3183445"/>
                <a:gd name="connsiteY4" fmla="*/ 0 h 725714"/>
                <a:gd name="connsiteX0" fmla="*/ 210682 w 3207681"/>
                <a:gd name="connsiteY0" fmla="*/ 0 h 725714"/>
                <a:gd name="connsiteX1" fmla="*/ 2968396 w 3207681"/>
                <a:gd name="connsiteY1" fmla="*/ 0 h 725714"/>
                <a:gd name="connsiteX2" fmla="*/ 2968396 w 3207681"/>
                <a:gd name="connsiteY2" fmla="*/ 725714 h 725714"/>
                <a:gd name="connsiteX3" fmla="*/ 210682 w 3207681"/>
                <a:gd name="connsiteY3" fmla="*/ 725714 h 725714"/>
                <a:gd name="connsiteX4" fmla="*/ 210682 w 3207681"/>
                <a:gd name="connsiteY4" fmla="*/ 0 h 725714"/>
                <a:gd name="connsiteX0" fmla="*/ 210682 w 3211659"/>
                <a:gd name="connsiteY0" fmla="*/ 0 h 725714"/>
                <a:gd name="connsiteX1" fmla="*/ 2968396 w 3211659"/>
                <a:gd name="connsiteY1" fmla="*/ 0 h 725714"/>
                <a:gd name="connsiteX2" fmla="*/ 2968396 w 3211659"/>
                <a:gd name="connsiteY2" fmla="*/ 725714 h 725714"/>
                <a:gd name="connsiteX3" fmla="*/ 210682 w 3211659"/>
                <a:gd name="connsiteY3" fmla="*/ 725714 h 725714"/>
                <a:gd name="connsiteX4" fmla="*/ 210682 w 3211659"/>
                <a:gd name="connsiteY4" fmla="*/ 0 h 725714"/>
                <a:gd name="connsiteX0" fmla="*/ 210682 w 3193141"/>
                <a:gd name="connsiteY0" fmla="*/ 0 h 725714"/>
                <a:gd name="connsiteX1" fmla="*/ 2968396 w 3193141"/>
                <a:gd name="connsiteY1" fmla="*/ 0 h 725714"/>
                <a:gd name="connsiteX2" fmla="*/ 2968396 w 3193141"/>
                <a:gd name="connsiteY2" fmla="*/ 725714 h 725714"/>
                <a:gd name="connsiteX3" fmla="*/ 210682 w 3193141"/>
                <a:gd name="connsiteY3" fmla="*/ 725714 h 725714"/>
                <a:gd name="connsiteX4" fmla="*/ 210682 w 3193141"/>
                <a:gd name="connsiteY4" fmla="*/ 0 h 725714"/>
                <a:gd name="connsiteX0" fmla="*/ 210682 w 3162158"/>
                <a:gd name="connsiteY0" fmla="*/ 0 h 725714"/>
                <a:gd name="connsiteX1" fmla="*/ 2968396 w 3162158"/>
                <a:gd name="connsiteY1" fmla="*/ 0 h 725714"/>
                <a:gd name="connsiteX2" fmla="*/ 2968396 w 3162158"/>
                <a:gd name="connsiteY2" fmla="*/ 725714 h 725714"/>
                <a:gd name="connsiteX3" fmla="*/ 210682 w 3162158"/>
                <a:gd name="connsiteY3" fmla="*/ 725714 h 725714"/>
                <a:gd name="connsiteX4" fmla="*/ 210682 w 3162158"/>
                <a:gd name="connsiteY4" fmla="*/ 0 h 72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2158" h="725714">
                  <a:moveTo>
                    <a:pt x="210682" y="0"/>
                  </a:moveTo>
                  <a:lnTo>
                    <a:pt x="2968396" y="0"/>
                  </a:lnTo>
                  <a:cubicBezTo>
                    <a:pt x="3190646" y="57755"/>
                    <a:pt x="3260496" y="591759"/>
                    <a:pt x="2968396" y="725714"/>
                  </a:cubicBezTo>
                  <a:lnTo>
                    <a:pt x="210682" y="725714"/>
                  </a:lnTo>
                  <a:cubicBezTo>
                    <a:pt x="-157618" y="490159"/>
                    <a:pt x="32882" y="45055"/>
                    <a:pt x="210682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DB6506-51B4-4DBB-B280-142CD79DC086}"/>
                </a:ext>
              </a:extLst>
            </p:cNvPr>
            <p:cNvGrpSpPr/>
            <p:nvPr/>
          </p:nvGrpSpPr>
          <p:grpSpPr>
            <a:xfrm>
              <a:off x="6627597" y="2451102"/>
              <a:ext cx="5431908" cy="1246967"/>
              <a:chOff x="805372" y="2588726"/>
              <a:chExt cx="3161279" cy="725714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32D3D28-AD33-49BD-B0DA-CB4F744166A4}"/>
                  </a:ext>
                </a:extLst>
              </p:cNvPr>
              <p:cNvSpPr/>
              <p:nvPr/>
            </p:nvSpPr>
            <p:spPr>
              <a:xfrm>
                <a:off x="843737" y="2588726"/>
                <a:ext cx="3089815" cy="181993"/>
              </a:xfrm>
              <a:custGeom>
                <a:avLst/>
                <a:gdLst>
                  <a:gd name="connsiteX0" fmla="*/ 172319 w 3089815"/>
                  <a:gd name="connsiteY0" fmla="*/ 0 h 181993"/>
                  <a:gd name="connsiteX1" fmla="*/ 2930033 w 3089815"/>
                  <a:gd name="connsiteY1" fmla="*/ 0 h 181993"/>
                  <a:gd name="connsiteX2" fmla="*/ 3064871 w 3089815"/>
                  <a:gd name="connsiteY2" fmla="*/ 118921 h 181993"/>
                  <a:gd name="connsiteX3" fmla="*/ 3089815 w 3089815"/>
                  <a:gd name="connsiteY3" fmla="*/ 181993 h 181993"/>
                  <a:gd name="connsiteX4" fmla="*/ 0 w 3089815"/>
                  <a:gd name="connsiteY4" fmla="*/ 181993 h 181993"/>
                  <a:gd name="connsiteX5" fmla="*/ 45517 w 3089815"/>
                  <a:gd name="connsiteY5" fmla="*/ 99275 h 181993"/>
                  <a:gd name="connsiteX6" fmla="*/ 172319 w 3089815"/>
                  <a:gd name="connsiteY6" fmla="*/ 0 h 18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89815" h="181993">
                    <a:moveTo>
                      <a:pt x="172319" y="0"/>
                    </a:moveTo>
                    <a:lnTo>
                      <a:pt x="2930033" y="0"/>
                    </a:lnTo>
                    <a:cubicBezTo>
                      <a:pt x="2985596" y="14439"/>
                      <a:pt x="3031633" y="58643"/>
                      <a:pt x="3064871" y="118921"/>
                    </a:cubicBezTo>
                    <a:lnTo>
                      <a:pt x="3089815" y="181993"/>
                    </a:lnTo>
                    <a:lnTo>
                      <a:pt x="0" y="181993"/>
                    </a:lnTo>
                    <a:lnTo>
                      <a:pt x="45517" y="99275"/>
                    </a:lnTo>
                    <a:cubicBezTo>
                      <a:pt x="82625" y="47531"/>
                      <a:pt x="127869" y="11264"/>
                      <a:pt x="172319" y="0"/>
                    </a:cubicBezTo>
                    <a:close/>
                  </a:path>
                </a:pathLst>
              </a:custGeom>
              <a:solidFill>
                <a:srgbClr val="FEB15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A15408C-177E-4965-9102-0EEBB31D76D6}"/>
                  </a:ext>
                </a:extLst>
              </p:cNvPr>
              <p:cNvSpPr/>
              <p:nvPr/>
            </p:nvSpPr>
            <p:spPr>
              <a:xfrm>
                <a:off x="805372" y="2935559"/>
                <a:ext cx="3160650" cy="191321"/>
              </a:xfrm>
              <a:custGeom>
                <a:avLst/>
                <a:gdLst>
                  <a:gd name="connsiteX0" fmla="*/ 349 w 3160650"/>
                  <a:gd name="connsiteY0" fmla="*/ 0 h 191321"/>
                  <a:gd name="connsiteX1" fmla="*/ 3160650 w 3160650"/>
                  <a:gd name="connsiteY1" fmla="*/ 0 h 191321"/>
                  <a:gd name="connsiteX2" fmla="*/ 3155362 w 3160650"/>
                  <a:gd name="connsiteY2" fmla="*/ 105622 h 191321"/>
                  <a:gd name="connsiteX3" fmla="*/ 3130392 w 3160650"/>
                  <a:gd name="connsiteY3" fmla="*/ 191321 h 191321"/>
                  <a:gd name="connsiteX4" fmla="*/ 39893 w 3160650"/>
                  <a:gd name="connsiteY4" fmla="*/ 191321 h 191321"/>
                  <a:gd name="connsiteX5" fmla="*/ 30303 w 3160650"/>
                  <a:gd name="connsiteY5" fmla="*/ 172449 h 191321"/>
                  <a:gd name="connsiteX6" fmla="*/ 305 w 3160650"/>
                  <a:gd name="connsiteY6" fmla="*/ 436 h 191321"/>
                  <a:gd name="connsiteX7" fmla="*/ 349 w 3160650"/>
                  <a:gd name="connsiteY7" fmla="*/ 0 h 191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60650" h="191321">
                    <a:moveTo>
                      <a:pt x="349" y="0"/>
                    </a:moveTo>
                    <a:lnTo>
                      <a:pt x="3160650" y="0"/>
                    </a:lnTo>
                    <a:lnTo>
                      <a:pt x="3155362" y="105622"/>
                    </a:lnTo>
                    <a:lnTo>
                      <a:pt x="3130392" y="191321"/>
                    </a:lnTo>
                    <a:lnTo>
                      <a:pt x="39893" y="191321"/>
                    </a:lnTo>
                    <a:lnTo>
                      <a:pt x="30303" y="172449"/>
                    </a:lnTo>
                    <a:cubicBezTo>
                      <a:pt x="6937" y="115781"/>
                      <a:pt x="-1806" y="57104"/>
                      <a:pt x="305" y="436"/>
                    </a:cubicBezTo>
                    <a:lnTo>
                      <a:pt x="349" y="0"/>
                    </a:lnTo>
                    <a:close/>
                  </a:path>
                </a:pathLst>
              </a:custGeom>
              <a:solidFill>
                <a:srgbClr val="DC833A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C3A8050-0081-4715-897C-79E4FAD15E34}"/>
                  </a:ext>
                </a:extLst>
              </p:cNvPr>
              <p:cNvSpPr/>
              <p:nvPr/>
            </p:nvSpPr>
            <p:spPr>
              <a:xfrm>
                <a:off x="805722" y="2770719"/>
                <a:ext cx="3160929" cy="164840"/>
              </a:xfrm>
              <a:custGeom>
                <a:avLst/>
                <a:gdLst>
                  <a:gd name="connsiteX0" fmla="*/ 38015 w 3160929"/>
                  <a:gd name="connsiteY0" fmla="*/ 0 h 164840"/>
                  <a:gd name="connsiteX1" fmla="*/ 3127830 w 3160929"/>
                  <a:gd name="connsiteY1" fmla="*/ 0 h 164840"/>
                  <a:gd name="connsiteX2" fmla="*/ 3142735 w 3160929"/>
                  <a:gd name="connsiteY2" fmla="*/ 37688 h 164840"/>
                  <a:gd name="connsiteX3" fmla="*/ 3160929 w 3160929"/>
                  <a:gd name="connsiteY3" fmla="*/ 152289 h 164840"/>
                  <a:gd name="connsiteX4" fmla="*/ 3160301 w 3160929"/>
                  <a:gd name="connsiteY4" fmla="*/ 164840 h 164840"/>
                  <a:gd name="connsiteX5" fmla="*/ 0 w 3160929"/>
                  <a:gd name="connsiteY5" fmla="*/ 164840 h 164840"/>
                  <a:gd name="connsiteX6" fmla="*/ 5547 w 3160929"/>
                  <a:gd name="connsiteY6" fmla="*/ 109427 h 164840"/>
                  <a:gd name="connsiteX7" fmla="*/ 35089 w 3160929"/>
                  <a:gd name="connsiteY7" fmla="*/ 5318 h 164840"/>
                  <a:gd name="connsiteX8" fmla="*/ 38015 w 3160929"/>
                  <a:gd name="connsiteY8" fmla="*/ 0 h 16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60929" h="164840">
                    <a:moveTo>
                      <a:pt x="38015" y="0"/>
                    </a:moveTo>
                    <a:lnTo>
                      <a:pt x="3127830" y="0"/>
                    </a:lnTo>
                    <a:lnTo>
                      <a:pt x="3142735" y="37688"/>
                    </a:lnTo>
                    <a:cubicBezTo>
                      <a:pt x="3152545" y="74152"/>
                      <a:pt x="3158747" y="112923"/>
                      <a:pt x="3160929" y="152289"/>
                    </a:cubicBezTo>
                    <a:lnTo>
                      <a:pt x="3160301" y="164840"/>
                    </a:lnTo>
                    <a:lnTo>
                      <a:pt x="0" y="164840"/>
                    </a:lnTo>
                    <a:lnTo>
                      <a:pt x="5547" y="109427"/>
                    </a:lnTo>
                    <a:cubicBezTo>
                      <a:pt x="11500" y="72839"/>
                      <a:pt x="21719" y="37739"/>
                      <a:pt x="35089" y="5318"/>
                    </a:cubicBezTo>
                    <a:lnTo>
                      <a:pt x="38015" y="0"/>
                    </a:lnTo>
                    <a:close/>
                  </a:path>
                </a:pathLst>
              </a:custGeom>
              <a:solidFill>
                <a:srgbClr val="CE8B3F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22214B4-6461-47C1-8A24-44F1AC4131AE}"/>
                  </a:ext>
                </a:extLst>
              </p:cNvPr>
              <p:cNvSpPr/>
              <p:nvPr/>
            </p:nvSpPr>
            <p:spPr>
              <a:xfrm>
                <a:off x="845266" y="3126880"/>
                <a:ext cx="3090499" cy="187560"/>
              </a:xfrm>
              <a:custGeom>
                <a:avLst/>
                <a:gdLst>
                  <a:gd name="connsiteX0" fmla="*/ 0 w 3090499"/>
                  <a:gd name="connsiteY0" fmla="*/ 0 h 187560"/>
                  <a:gd name="connsiteX1" fmla="*/ 3090499 w 3090499"/>
                  <a:gd name="connsiteY1" fmla="*/ 0 h 187560"/>
                  <a:gd name="connsiteX2" fmla="*/ 3082988 w 3090499"/>
                  <a:gd name="connsiteY2" fmla="*/ 25777 h 187560"/>
                  <a:gd name="connsiteX3" fmla="*/ 2928504 w 3090499"/>
                  <a:gd name="connsiteY3" fmla="*/ 187560 h 187560"/>
                  <a:gd name="connsiteX4" fmla="*/ 170790 w 3090499"/>
                  <a:gd name="connsiteY4" fmla="*/ 187560 h 187560"/>
                  <a:gd name="connsiteX5" fmla="*/ 18790 w 3090499"/>
                  <a:gd name="connsiteY5" fmla="*/ 36978 h 187560"/>
                  <a:gd name="connsiteX6" fmla="*/ 0 w 3090499"/>
                  <a:gd name="connsiteY6" fmla="*/ 0 h 187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90499" h="187560">
                    <a:moveTo>
                      <a:pt x="0" y="0"/>
                    </a:moveTo>
                    <a:lnTo>
                      <a:pt x="3090499" y="0"/>
                    </a:lnTo>
                    <a:lnTo>
                      <a:pt x="3082988" y="25777"/>
                    </a:lnTo>
                    <a:cubicBezTo>
                      <a:pt x="3051932" y="95580"/>
                      <a:pt x="3001529" y="154071"/>
                      <a:pt x="2928504" y="187560"/>
                    </a:cubicBezTo>
                    <a:lnTo>
                      <a:pt x="170790" y="187560"/>
                    </a:lnTo>
                    <a:cubicBezTo>
                      <a:pt x="101734" y="143394"/>
                      <a:pt x="52323" y="91860"/>
                      <a:pt x="18790" y="3697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B15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5" name="ttsMP3.com_VoiceText_2025-4-26_23-57-49">
            <a:hlinkClick r:id="" action="ppaction://media"/>
            <a:extLst>
              <a:ext uri="{FF2B5EF4-FFF2-40B4-BE49-F238E27FC236}">
                <a16:creationId xmlns:a16="http://schemas.microsoft.com/office/drawing/2014/main" id="{078A6FD9-799D-4695-9833-7C3F8E828B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6400" y="2807934"/>
            <a:ext cx="609600" cy="609600"/>
          </a:xfrm>
          <a:prstGeom prst="rect">
            <a:avLst/>
          </a:prstGeom>
        </p:spPr>
      </p:pic>
      <p:pic>
        <p:nvPicPr>
          <p:cNvPr id="46" name="1sec">
            <a:hlinkClick r:id="" action="ppaction://media"/>
            <a:extLst>
              <a:ext uri="{FF2B5EF4-FFF2-40B4-BE49-F238E27FC236}">
                <a16:creationId xmlns:a16="http://schemas.microsoft.com/office/drawing/2014/main" id="{6E28D623-56D5-46B3-94C2-2ED901E8996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1588" y="2807934"/>
            <a:ext cx="609600" cy="609600"/>
          </a:xfrm>
          <a:prstGeom prst="rect">
            <a:avLst/>
          </a:prstGeom>
        </p:spPr>
      </p:pic>
      <p:pic>
        <p:nvPicPr>
          <p:cNvPr id="47" name="ttsMP3.com_VoiceText_2025-4-26_23-58-50">
            <a:hlinkClick r:id="" action="ppaction://media"/>
            <a:extLst>
              <a:ext uri="{FF2B5EF4-FFF2-40B4-BE49-F238E27FC236}">
                <a16:creationId xmlns:a16="http://schemas.microsoft.com/office/drawing/2014/main" id="{B43C2EFA-D5B2-4E95-8DE7-F5A067D40B3E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888713" y="2819400"/>
            <a:ext cx="609600" cy="609600"/>
          </a:xfrm>
          <a:prstGeom prst="rect">
            <a:avLst/>
          </a:prstGeom>
        </p:spPr>
      </p:pic>
      <p:pic>
        <p:nvPicPr>
          <p:cNvPr id="48" name="1sec">
            <a:hlinkClick r:id="" action="ppaction://media"/>
            <a:extLst>
              <a:ext uri="{FF2B5EF4-FFF2-40B4-BE49-F238E27FC236}">
                <a16:creationId xmlns:a16="http://schemas.microsoft.com/office/drawing/2014/main" id="{9D617252-3520-46D0-9BF4-F3B94A77B42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09239" y="2811750"/>
            <a:ext cx="609600" cy="609600"/>
          </a:xfrm>
          <a:prstGeom prst="rect">
            <a:avLst/>
          </a:prstGeom>
        </p:spPr>
      </p:pic>
      <p:pic>
        <p:nvPicPr>
          <p:cNvPr id="49" name="1sec">
            <a:hlinkClick r:id="" action="ppaction://media"/>
            <a:extLst>
              <a:ext uri="{FF2B5EF4-FFF2-40B4-BE49-F238E27FC236}">
                <a16:creationId xmlns:a16="http://schemas.microsoft.com/office/drawing/2014/main" id="{CA07159F-E9B7-42DF-837B-E92120261C9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60662" y="2819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4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288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84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90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0">
            <a:extLst>
              <a:ext uri="{FF2B5EF4-FFF2-40B4-BE49-F238E27FC236}">
                <a16:creationId xmlns:a16="http://schemas.microsoft.com/office/drawing/2014/main" id="{1282BE82-7FE6-44B3-B8B0-94ABF07C4873}"/>
              </a:ext>
            </a:extLst>
          </p:cNvPr>
          <p:cNvSpPr/>
          <p:nvPr/>
        </p:nvSpPr>
        <p:spPr>
          <a:xfrm rot="750245">
            <a:off x="5194373" y="2709267"/>
            <a:ext cx="816521" cy="1157777"/>
          </a:xfrm>
          <a:custGeom>
            <a:avLst/>
            <a:gdLst>
              <a:gd name="connsiteX0" fmla="*/ 0 w 581025"/>
              <a:gd name="connsiteY0" fmla="*/ 0 h 750986"/>
              <a:gd name="connsiteX1" fmla="*/ 581025 w 581025"/>
              <a:gd name="connsiteY1" fmla="*/ 0 h 750986"/>
              <a:gd name="connsiteX2" fmla="*/ 581025 w 581025"/>
              <a:gd name="connsiteY2" fmla="*/ 750986 h 750986"/>
              <a:gd name="connsiteX3" fmla="*/ 0 w 581025"/>
              <a:gd name="connsiteY3" fmla="*/ 750986 h 750986"/>
              <a:gd name="connsiteX4" fmla="*/ 0 w 581025"/>
              <a:gd name="connsiteY4" fmla="*/ 0 h 750986"/>
              <a:gd name="connsiteX0" fmla="*/ 67633 w 581025"/>
              <a:gd name="connsiteY0" fmla="*/ 0 h 1882602"/>
              <a:gd name="connsiteX1" fmla="*/ 581025 w 581025"/>
              <a:gd name="connsiteY1" fmla="*/ 1131616 h 1882602"/>
              <a:gd name="connsiteX2" fmla="*/ 581025 w 581025"/>
              <a:gd name="connsiteY2" fmla="*/ 1882602 h 1882602"/>
              <a:gd name="connsiteX3" fmla="*/ 0 w 581025"/>
              <a:gd name="connsiteY3" fmla="*/ 1882602 h 1882602"/>
              <a:gd name="connsiteX4" fmla="*/ 67633 w 581025"/>
              <a:gd name="connsiteY4" fmla="*/ 0 h 1882602"/>
              <a:gd name="connsiteX0" fmla="*/ 67633 w 581025"/>
              <a:gd name="connsiteY0" fmla="*/ 0 h 1882602"/>
              <a:gd name="connsiteX1" fmla="*/ 581025 w 581025"/>
              <a:gd name="connsiteY1" fmla="*/ 1882602 h 1882602"/>
              <a:gd name="connsiteX2" fmla="*/ 0 w 581025"/>
              <a:gd name="connsiteY2" fmla="*/ 1882602 h 1882602"/>
              <a:gd name="connsiteX3" fmla="*/ 67633 w 581025"/>
              <a:gd name="connsiteY3" fmla="*/ 0 h 1882602"/>
              <a:gd name="connsiteX0" fmla="*/ 67633 w 749923"/>
              <a:gd name="connsiteY0" fmla="*/ 0 h 1882602"/>
              <a:gd name="connsiteX1" fmla="*/ 581025 w 749923"/>
              <a:gd name="connsiteY1" fmla="*/ 1882602 h 1882602"/>
              <a:gd name="connsiteX2" fmla="*/ 0 w 749923"/>
              <a:gd name="connsiteY2" fmla="*/ 1882602 h 1882602"/>
              <a:gd name="connsiteX3" fmla="*/ 67633 w 749923"/>
              <a:gd name="connsiteY3" fmla="*/ 0 h 1882602"/>
              <a:gd name="connsiteX0" fmla="*/ 67633 w 932596"/>
              <a:gd name="connsiteY0" fmla="*/ 0 h 1882602"/>
              <a:gd name="connsiteX1" fmla="*/ 581025 w 932596"/>
              <a:gd name="connsiteY1" fmla="*/ 1882602 h 1882602"/>
              <a:gd name="connsiteX2" fmla="*/ 0 w 932596"/>
              <a:gd name="connsiteY2" fmla="*/ 1882602 h 1882602"/>
              <a:gd name="connsiteX3" fmla="*/ 67633 w 932596"/>
              <a:gd name="connsiteY3" fmla="*/ 0 h 1882602"/>
              <a:gd name="connsiteX0" fmla="*/ 291522 w 1156485"/>
              <a:gd name="connsiteY0" fmla="*/ 0 h 1882602"/>
              <a:gd name="connsiteX1" fmla="*/ 804914 w 1156485"/>
              <a:gd name="connsiteY1" fmla="*/ 1882602 h 1882602"/>
              <a:gd name="connsiteX2" fmla="*/ 223889 w 1156485"/>
              <a:gd name="connsiteY2" fmla="*/ 1882602 h 1882602"/>
              <a:gd name="connsiteX3" fmla="*/ 291522 w 1156485"/>
              <a:gd name="connsiteY3" fmla="*/ 0 h 1882602"/>
              <a:gd name="connsiteX0" fmla="*/ 462742 w 1327705"/>
              <a:gd name="connsiteY0" fmla="*/ 0 h 1882602"/>
              <a:gd name="connsiteX1" fmla="*/ 976134 w 1327705"/>
              <a:gd name="connsiteY1" fmla="*/ 1882602 h 1882602"/>
              <a:gd name="connsiteX2" fmla="*/ 395109 w 1327705"/>
              <a:gd name="connsiteY2" fmla="*/ 1882602 h 1882602"/>
              <a:gd name="connsiteX3" fmla="*/ 462742 w 1327705"/>
              <a:gd name="connsiteY3" fmla="*/ 0 h 1882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7705" h="1882602">
                <a:moveTo>
                  <a:pt x="462742" y="0"/>
                </a:moveTo>
                <a:cubicBezTo>
                  <a:pt x="1734797" y="123458"/>
                  <a:pt x="1324468" y="1457285"/>
                  <a:pt x="976134" y="1882602"/>
                </a:cubicBezTo>
                <a:lnTo>
                  <a:pt x="395109" y="1882602"/>
                </a:lnTo>
                <a:cubicBezTo>
                  <a:pt x="-122245" y="1668405"/>
                  <a:pt x="-163555" y="478085"/>
                  <a:pt x="46274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5353775" y="88251"/>
            <a:ext cx="459032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Calibri" panose="020F0502020204030204"/>
              </a:rPr>
              <a:t>Z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B1734A"/>
                </a:solidFill>
                <a:latin typeface="Calibri" panose="020F0502020204030204"/>
              </a:rPr>
              <a:t>oo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2978764" y="88251"/>
            <a:ext cx="210123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B1734A"/>
                </a:solidFill>
                <a:latin typeface="Calibri" panose="020F0502020204030204"/>
              </a:rPr>
              <a:t>oo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B1734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A8212F6F-0E46-45D4-9450-69CF7779D63C}"/>
              </a:ext>
            </a:extLst>
          </p:cNvPr>
          <p:cNvGrpSpPr/>
          <p:nvPr/>
        </p:nvGrpSpPr>
        <p:grpSpPr>
          <a:xfrm flipH="1">
            <a:off x="-86877" y="1616862"/>
            <a:ext cx="4598251" cy="4827634"/>
            <a:chOff x="5475830" y="1526533"/>
            <a:chExt cx="3683293" cy="3867034"/>
          </a:xfrm>
        </p:grpSpPr>
        <p:sp>
          <p:nvSpPr>
            <p:cNvPr id="374" name="Rectangle 25">
              <a:extLst>
                <a:ext uri="{FF2B5EF4-FFF2-40B4-BE49-F238E27FC236}">
                  <a16:creationId xmlns:a16="http://schemas.microsoft.com/office/drawing/2014/main" id="{B4AAC8C1-9C46-4C40-8C65-92EBA5535442}"/>
                </a:ext>
              </a:extLst>
            </p:cNvPr>
            <p:cNvSpPr/>
            <p:nvPr/>
          </p:nvSpPr>
          <p:spPr>
            <a:xfrm>
              <a:off x="5475830" y="1744228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solidFill>
              <a:srgbClr val="56B0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25">
              <a:extLst>
                <a:ext uri="{FF2B5EF4-FFF2-40B4-BE49-F238E27FC236}">
                  <a16:creationId xmlns:a16="http://schemas.microsoft.com/office/drawing/2014/main" id="{6595180A-F671-40AF-8A8D-919264AD6667}"/>
                </a:ext>
              </a:extLst>
            </p:cNvPr>
            <p:cNvSpPr/>
            <p:nvPr/>
          </p:nvSpPr>
          <p:spPr>
            <a:xfrm>
              <a:off x="5913173" y="2324248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solidFill>
              <a:srgbClr val="56B0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Rectangle 25">
              <a:extLst>
                <a:ext uri="{FF2B5EF4-FFF2-40B4-BE49-F238E27FC236}">
                  <a16:creationId xmlns:a16="http://schemas.microsoft.com/office/drawing/2014/main" id="{9F57FCA9-6C24-4847-81C9-CC61E9E721DB}"/>
                </a:ext>
              </a:extLst>
            </p:cNvPr>
            <p:cNvSpPr/>
            <p:nvPr/>
          </p:nvSpPr>
          <p:spPr>
            <a:xfrm>
              <a:off x="6708530" y="1526533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Rectangle 25">
              <a:extLst>
                <a:ext uri="{FF2B5EF4-FFF2-40B4-BE49-F238E27FC236}">
                  <a16:creationId xmlns:a16="http://schemas.microsoft.com/office/drawing/2014/main" id="{73480B57-635E-4A2B-854E-92565319E5F4}"/>
                </a:ext>
              </a:extLst>
            </p:cNvPr>
            <p:cNvSpPr/>
            <p:nvPr/>
          </p:nvSpPr>
          <p:spPr>
            <a:xfrm>
              <a:off x="7094413" y="2300666"/>
              <a:ext cx="2057002" cy="1635878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57002" h="1635878">
                  <a:moveTo>
                    <a:pt x="759412" y="367295"/>
                  </a:moveTo>
                  <a:cubicBezTo>
                    <a:pt x="653579" y="309086"/>
                    <a:pt x="890647" y="-314272"/>
                    <a:pt x="1235664" y="205369"/>
                  </a:cubicBezTo>
                  <a:cubicBezTo>
                    <a:pt x="1286464" y="218069"/>
                    <a:pt x="1324564" y="262519"/>
                    <a:pt x="1375364" y="275219"/>
                  </a:cubicBezTo>
                  <a:cubicBezTo>
                    <a:pt x="1516122" y="305911"/>
                    <a:pt x="1815629" y="120703"/>
                    <a:pt x="1797637" y="367295"/>
                  </a:cubicBezTo>
                  <a:cubicBezTo>
                    <a:pt x="1796579" y="406453"/>
                    <a:pt x="2055871" y="299561"/>
                    <a:pt x="1946863" y="567319"/>
                  </a:cubicBezTo>
                  <a:cubicBezTo>
                    <a:pt x="1936280" y="622352"/>
                    <a:pt x="2147946" y="537686"/>
                    <a:pt x="2010363" y="834019"/>
                  </a:cubicBezTo>
                  <a:cubicBezTo>
                    <a:pt x="1972263" y="912336"/>
                    <a:pt x="2067513" y="1358952"/>
                    <a:pt x="2029413" y="1437269"/>
                  </a:cubicBezTo>
                  <a:lnTo>
                    <a:pt x="1797637" y="1462670"/>
                  </a:lnTo>
                  <a:cubicBezTo>
                    <a:pt x="1673283" y="1652641"/>
                    <a:pt x="1230901" y="1610836"/>
                    <a:pt x="1089614" y="1634119"/>
                  </a:cubicBezTo>
                  <a:cubicBezTo>
                    <a:pt x="948327" y="1657402"/>
                    <a:pt x="982722" y="1441502"/>
                    <a:pt x="949914" y="1462669"/>
                  </a:cubicBezTo>
                  <a:cubicBezTo>
                    <a:pt x="917106" y="1483836"/>
                    <a:pt x="885356" y="1614011"/>
                    <a:pt x="854664" y="1589669"/>
                  </a:cubicBezTo>
                  <a:cubicBezTo>
                    <a:pt x="823972" y="1565327"/>
                    <a:pt x="784814" y="1428802"/>
                    <a:pt x="753064" y="1437269"/>
                  </a:cubicBezTo>
                  <a:cubicBezTo>
                    <a:pt x="721314" y="1445736"/>
                    <a:pt x="701206" y="1478544"/>
                    <a:pt x="676864" y="1475369"/>
                  </a:cubicBezTo>
                  <a:cubicBezTo>
                    <a:pt x="652522" y="1472194"/>
                    <a:pt x="622889" y="1433036"/>
                    <a:pt x="607014" y="1456319"/>
                  </a:cubicBezTo>
                  <a:lnTo>
                    <a:pt x="575262" y="1576970"/>
                  </a:lnTo>
                  <a:cubicBezTo>
                    <a:pt x="352483" y="1587553"/>
                    <a:pt x="517055" y="1324028"/>
                    <a:pt x="454614" y="1361069"/>
                  </a:cubicBezTo>
                  <a:cubicBezTo>
                    <a:pt x="392173" y="1398111"/>
                    <a:pt x="299039" y="1552627"/>
                    <a:pt x="270464" y="1545219"/>
                  </a:cubicBezTo>
                  <a:cubicBezTo>
                    <a:pt x="241889" y="1537811"/>
                    <a:pt x="363597" y="1331436"/>
                    <a:pt x="289514" y="1342020"/>
                  </a:cubicBezTo>
                  <a:cubicBezTo>
                    <a:pt x="215431" y="1352604"/>
                    <a:pt x="64089" y="1419278"/>
                    <a:pt x="35514" y="1399170"/>
                  </a:cubicBezTo>
                  <a:cubicBezTo>
                    <a:pt x="6939" y="1379062"/>
                    <a:pt x="122297" y="1281695"/>
                    <a:pt x="99013" y="1253120"/>
                  </a:cubicBezTo>
                  <a:cubicBezTo>
                    <a:pt x="-14229" y="1244653"/>
                    <a:pt x="-57621" y="1163162"/>
                    <a:pt x="118062" y="1119770"/>
                  </a:cubicBezTo>
                  <a:cubicBezTo>
                    <a:pt x="-195205" y="955728"/>
                    <a:pt x="241887" y="903870"/>
                    <a:pt x="327612" y="910220"/>
                  </a:cubicBezTo>
                  <a:cubicBezTo>
                    <a:pt x="190029" y="732420"/>
                    <a:pt x="250354" y="572612"/>
                    <a:pt x="467312" y="560970"/>
                  </a:cubicBezTo>
                  <a:cubicBezTo>
                    <a:pt x="462020" y="504878"/>
                    <a:pt x="405929" y="497470"/>
                    <a:pt x="435562" y="446670"/>
                  </a:cubicBezTo>
                  <a:cubicBezTo>
                    <a:pt x="465195" y="395870"/>
                    <a:pt x="600662" y="374703"/>
                    <a:pt x="613362" y="364120"/>
                  </a:cubicBezTo>
                  <a:cubicBezTo>
                    <a:pt x="626062" y="353537"/>
                    <a:pt x="652520" y="413332"/>
                    <a:pt x="670512" y="395870"/>
                  </a:cubicBezTo>
                  <a:lnTo>
                    <a:pt x="759412" y="367295"/>
                  </a:ln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Rectangle 25">
              <a:extLst>
                <a:ext uri="{FF2B5EF4-FFF2-40B4-BE49-F238E27FC236}">
                  <a16:creationId xmlns:a16="http://schemas.microsoft.com/office/drawing/2014/main" id="{F3E02E8F-88E3-438D-99EE-BB0866230A87}"/>
                </a:ext>
              </a:extLst>
            </p:cNvPr>
            <p:cNvSpPr/>
            <p:nvPr/>
          </p:nvSpPr>
          <p:spPr>
            <a:xfrm>
              <a:off x="6161398" y="2718934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Rectangle 25">
              <a:extLst>
                <a:ext uri="{FF2B5EF4-FFF2-40B4-BE49-F238E27FC236}">
                  <a16:creationId xmlns:a16="http://schemas.microsoft.com/office/drawing/2014/main" id="{0D88C0AE-A979-447C-88AA-B46D66040984}"/>
                </a:ext>
              </a:extLst>
            </p:cNvPr>
            <p:cNvSpPr/>
            <p:nvPr/>
          </p:nvSpPr>
          <p:spPr>
            <a:xfrm flipH="1">
              <a:off x="7102121" y="2782143"/>
              <a:ext cx="2057002" cy="1635878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57002" h="1635878">
                  <a:moveTo>
                    <a:pt x="759412" y="367295"/>
                  </a:moveTo>
                  <a:cubicBezTo>
                    <a:pt x="653579" y="309086"/>
                    <a:pt x="890647" y="-314272"/>
                    <a:pt x="1235664" y="205369"/>
                  </a:cubicBezTo>
                  <a:cubicBezTo>
                    <a:pt x="1286464" y="218069"/>
                    <a:pt x="1324564" y="262519"/>
                    <a:pt x="1375364" y="275219"/>
                  </a:cubicBezTo>
                  <a:cubicBezTo>
                    <a:pt x="1516122" y="305911"/>
                    <a:pt x="1815629" y="120703"/>
                    <a:pt x="1797637" y="367295"/>
                  </a:cubicBezTo>
                  <a:cubicBezTo>
                    <a:pt x="1796579" y="406453"/>
                    <a:pt x="2055871" y="299561"/>
                    <a:pt x="1946863" y="567319"/>
                  </a:cubicBezTo>
                  <a:cubicBezTo>
                    <a:pt x="1936280" y="622352"/>
                    <a:pt x="2147946" y="537686"/>
                    <a:pt x="2010363" y="834019"/>
                  </a:cubicBezTo>
                  <a:cubicBezTo>
                    <a:pt x="1972263" y="912336"/>
                    <a:pt x="2067513" y="1358952"/>
                    <a:pt x="2029413" y="1437269"/>
                  </a:cubicBezTo>
                  <a:lnTo>
                    <a:pt x="1797637" y="1462670"/>
                  </a:lnTo>
                  <a:cubicBezTo>
                    <a:pt x="1673283" y="1652641"/>
                    <a:pt x="1230901" y="1610836"/>
                    <a:pt x="1089614" y="1634119"/>
                  </a:cubicBezTo>
                  <a:cubicBezTo>
                    <a:pt x="948327" y="1657402"/>
                    <a:pt x="982722" y="1441502"/>
                    <a:pt x="949914" y="1462669"/>
                  </a:cubicBezTo>
                  <a:cubicBezTo>
                    <a:pt x="917106" y="1483836"/>
                    <a:pt x="885356" y="1614011"/>
                    <a:pt x="854664" y="1589669"/>
                  </a:cubicBezTo>
                  <a:cubicBezTo>
                    <a:pt x="823972" y="1565327"/>
                    <a:pt x="784814" y="1428802"/>
                    <a:pt x="753064" y="1437269"/>
                  </a:cubicBezTo>
                  <a:cubicBezTo>
                    <a:pt x="721314" y="1445736"/>
                    <a:pt x="701206" y="1478544"/>
                    <a:pt x="676864" y="1475369"/>
                  </a:cubicBezTo>
                  <a:cubicBezTo>
                    <a:pt x="652522" y="1472194"/>
                    <a:pt x="622889" y="1433036"/>
                    <a:pt x="607014" y="1456319"/>
                  </a:cubicBezTo>
                  <a:lnTo>
                    <a:pt x="575262" y="1576970"/>
                  </a:lnTo>
                  <a:cubicBezTo>
                    <a:pt x="352483" y="1587553"/>
                    <a:pt x="517055" y="1324028"/>
                    <a:pt x="454614" y="1361069"/>
                  </a:cubicBezTo>
                  <a:cubicBezTo>
                    <a:pt x="392173" y="1398111"/>
                    <a:pt x="299039" y="1552627"/>
                    <a:pt x="270464" y="1545219"/>
                  </a:cubicBezTo>
                  <a:cubicBezTo>
                    <a:pt x="241889" y="1537811"/>
                    <a:pt x="363597" y="1331436"/>
                    <a:pt x="289514" y="1342020"/>
                  </a:cubicBezTo>
                  <a:cubicBezTo>
                    <a:pt x="215431" y="1352604"/>
                    <a:pt x="64089" y="1419278"/>
                    <a:pt x="35514" y="1399170"/>
                  </a:cubicBezTo>
                  <a:cubicBezTo>
                    <a:pt x="6939" y="1379062"/>
                    <a:pt x="122297" y="1281695"/>
                    <a:pt x="99013" y="1253120"/>
                  </a:cubicBezTo>
                  <a:cubicBezTo>
                    <a:pt x="-14229" y="1244653"/>
                    <a:pt x="-57621" y="1163162"/>
                    <a:pt x="118062" y="1119770"/>
                  </a:cubicBezTo>
                  <a:cubicBezTo>
                    <a:pt x="-195205" y="955728"/>
                    <a:pt x="241887" y="903870"/>
                    <a:pt x="327612" y="910220"/>
                  </a:cubicBezTo>
                  <a:cubicBezTo>
                    <a:pt x="190029" y="732420"/>
                    <a:pt x="250354" y="572612"/>
                    <a:pt x="467312" y="560970"/>
                  </a:cubicBezTo>
                  <a:cubicBezTo>
                    <a:pt x="462020" y="504878"/>
                    <a:pt x="405929" y="497470"/>
                    <a:pt x="435562" y="446670"/>
                  </a:cubicBezTo>
                  <a:cubicBezTo>
                    <a:pt x="465195" y="395870"/>
                    <a:pt x="600662" y="374703"/>
                    <a:pt x="613362" y="364120"/>
                  </a:cubicBezTo>
                  <a:cubicBezTo>
                    <a:pt x="626062" y="353537"/>
                    <a:pt x="652520" y="413332"/>
                    <a:pt x="670512" y="395870"/>
                  </a:cubicBezTo>
                  <a:lnTo>
                    <a:pt x="759412" y="367295"/>
                  </a:ln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30044E0-7F83-4F96-8B8F-9A89F4CD3E60}"/>
              </a:ext>
            </a:extLst>
          </p:cNvPr>
          <p:cNvGrpSpPr/>
          <p:nvPr/>
        </p:nvGrpSpPr>
        <p:grpSpPr>
          <a:xfrm>
            <a:off x="7811532" y="1642290"/>
            <a:ext cx="4484553" cy="4827634"/>
            <a:chOff x="5566904" y="1526533"/>
            <a:chExt cx="3592219" cy="3867034"/>
          </a:xfrm>
        </p:grpSpPr>
        <p:sp>
          <p:nvSpPr>
            <p:cNvPr id="388" name="Rectangle 25">
              <a:extLst>
                <a:ext uri="{FF2B5EF4-FFF2-40B4-BE49-F238E27FC236}">
                  <a16:creationId xmlns:a16="http://schemas.microsoft.com/office/drawing/2014/main" id="{4EF61C6D-E417-44ED-903F-40FBC3E6FD95}"/>
                </a:ext>
              </a:extLst>
            </p:cNvPr>
            <p:cNvSpPr/>
            <p:nvPr/>
          </p:nvSpPr>
          <p:spPr>
            <a:xfrm>
              <a:off x="5566904" y="1796306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solidFill>
              <a:srgbClr val="56B0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Rectangle 25">
              <a:extLst>
                <a:ext uri="{FF2B5EF4-FFF2-40B4-BE49-F238E27FC236}">
                  <a16:creationId xmlns:a16="http://schemas.microsoft.com/office/drawing/2014/main" id="{094D0247-F34B-4A05-A553-9F0D5505C94C}"/>
                </a:ext>
              </a:extLst>
            </p:cNvPr>
            <p:cNvSpPr/>
            <p:nvPr/>
          </p:nvSpPr>
          <p:spPr>
            <a:xfrm>
              <a:off x="5913173" y="2324248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solidFill>
              <a:srgbClr val="56B0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Rectangle 25">
              <a:extLst>
                <a:ext uri="{FF2B5EF4-FFF2-40B4-BE49-F238E27FC236}">
                  <a16:creationId xmlns:a16="http://schemas.microsoft.com/office/drawing/2014/main" id="{B0E72EA1-9552-4348-9C5C-6CAE3A33438D}"/>
                </a:ext>
              </a:extLst>
            </p:cNvPr>
            <p:cNvSpPr/>
            <p:nvPr/>
          </p:nvSpPr>
          <p:spPr>
            <a:xfrm>
              <a:off x="6708530" y="1526533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4" name="Rectangle 25">
              <a:extLst>
                <a:ext uri="{FF2B5EF4-FFF2-40B4-BE49-F238E27FC236}">
                  <a16:creationId xmlns:a16="http://schemas.microsoft.com/office/drawing/2014/main" id="{802441E1-FB2C-41BC-A9F0-81E31E131C24}"/>
                </a:ext>
              </a:extLst>
            </p:cNvPr>
            <p:cNvSpPr/>
            <p:nvPr/>
          </p:nvSpPr>
          <p:spPr>
            <a:xfrm>
              <a:off x="7094413" y="2300666"/>
              <a:ext cx="2057002" cy="1635878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57002" h="1635878">
                  <a:moveTo>
                    <a:pt x="759412" y="367295"/>
                  </a:moveTo>
                  <a:cubicBezTo>
                    <a:pt x="653579" y="309086"/>
                    <a:pt x="890647" y="-314272"/>
                    <a:pt x="1235664" y="205369"/>
                  </a:cubicBezTo>
                  <a:cubicBezTo>
                    <a:pt x="1286464" y="218069"/>
                    <a:pt x="1324564" y="262519"/>
                    <a:pt x="1375364" y="275219"/>
                  </a:cubicBezTo>
                  <a:cubicBezTo>
                    <a:pt x="1516122" y="305911"/>
                    <a:pt x="1815629" y="120703"/>
                    <a:pt x="1797637" y="367295"/>
                  </a:cubicBezTo>
                  <a:cubicBezTo>
                    <a:pt x="1796579" y="406453"/>
                    <a:pt x="2055871" y="299561"/>
                    <a:pt x="1946863" y="567319"/>
                  </a:cubicBezTo>
                  <a:cubicBezTo>
                    <a:pt x="1936280" y="622352"/>
                    <a:pt x="2147946" y="537686"/>
                    <a:pt x="2010363" y="834019"/>
                  </a:cubicBezTo>
                  <a:cubicBezTo>
                    <a:pt x="1972263" y="912336"/>
                    <a:pt x="2067513" y="1358952"/>
                    <a:pt x="2029413" y="1437269"/>
                  </a:cubicBezTo>
                  <a:lnTo>
                    <a:pt x="1797637" y="1462670"/>
                  </a:lnTo>
                  <a:cubicBezTo>
                    <a:pt x="1673283" y="1652641"/>
                    <a:pt x="1230901" y="1610836"/>
                    <a:pt x="1089614" y="1634119"/>
                  </a:cubicBezTo>
                  <a:cubicBezTo>
                    <a:pt x="948327" y="1657402"/>
                    <a:pt x="982722" y="1441502"/>
                    <a:pt x="949914" y="1462669"/>
                  </a:cubicBezTo>
                  <a:cubicBezTo>
                    <a:pt x="917106" y="1483836"/>
                    <a:pt x="885356" y="1614011"/>
                    <a:pt x="854664" y="1589669"/>
                  </a:cubicBezTo>
                  <a:cubicBezTo>
                    <a:pt x="823972" y="1565327"/>
                    <a:pt x="784814" y="1428802"/>
                    <a:pt x="753064" y="1437269"/>
                  </a:cubicBezTo>
                  <a:cubicBezTo>
                    <a:pt x="721314" y="1445736"/>
                    <a:pt x="701206" y="1478544"/>
                    <a:pt x="676864" y="1475369"/>
                  </a:cubicBezTo>
                  <a:cubicBezTo>
                    <a:pt x="652522" y="1472194"/>
                    <a:pt x="622889" y="1433036"/>
                    <a:pt x="607014" y="1456319"/>
                  </a:cubicBezTo>
                  <a:lnTo>
                    <a:pt x="575262" y="1576970"/>
                  </a:lnTo>
                  <a:cubicBezTo>
                    <a:pt x="352483" y="1587553"/>
                    <a:pt x="517055" y="1324028"/>
                    <a:pt x="454614" y="1361069"/>
                  </a:cubicBezTo>
                  <a:cubicBezTo>
                    <a:pt x="392173" y="1398111"/>
                    <a:pt x="299039" y="1552627"/>
                    <a:pt x="270464" y="1545219"/>
                  </a:cubicBezTo>
                  <a:cubicBezTo>
                    <a:pt x="241889" y="1537811"/>
                    <a:pt x="363597" y="1331436"/>
                    <a:pt x="289514" y="1342020"/>
                  </a:cubicBezTo>
                  <a:cubicBezTo>
                    <a:pt x="215431" y="1352604"/>
                    <a:pt x="64089" y="1419278"/>
                    <a:pt x="35514" y="1399170"/>
                  </a:cubicBezTo>
                  <a:cubicBezTo>
                    <a:pt x="6939" y="1379062"/>
                    <a:pt x="122297" y="1281695"/>
                    <a:pt x="99013" y="1253120"/>
                  </a:cubicBezTo>
                  <a:cubicBezTo>
                    <a:pt x="-14229" y="1244653"/>
                    <a:pt x="-57621" y="1163162"/>
                    <a:pt x="118062" y="1119770"/>
                  </a:cubicBezTo>
                  <a:cubicBezTo>
                    <a:pt x="-195205" y="955728"/>
                    <a:pt x="241887" y="903870"/>
                    <a:pt x="327612" y="910220"/>
                  </a:cubicBezTo>
                  <a:cubicBezTo>
                    <a:pt x="190029" y="732420"/>
                    <a:pt x="250354" y="572612"/>
                    <a:pt x="467312" y="560970"/>
                  </a:cubicBezTo>
                  <a:cubicBezTo>
                    <a:pt x="462020" y="504878"/>
                    <a:pt x="405929" y="497470"/>
                    <a:pt x="435562" y="446670"/>
                  </a:cubicBezTo>
                  <a:cubicBezTo>
                    <a:pt x="465195" y="395870"/>
                    <a:pt x="600662" y="374703"/>
                    <a:pt x="613362" y="364120"/>
                  </a:cubicBezTo>
                  <a:cubicBezTo>
                    <a:pt x="626062" y="353537"/>
                    <a:pt x="652520" y="413332"/>
                    <a:pt x="670512" y="395870"/>
                  </a:cubicBezTo>
                  <a:lnTo>
                    <a:pt x="759412" y="367295"/>
                  </a:ln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" name="Rectangle 25">
              <a:extLst>
                <a:ext uri="{FF2B5EF4-FFF2-40B4-BE49-F238E27FC236}">
                  <a16:creationId xmlns:a16="http://schemas.microsoft.com/office/drawing/2014/main" id="{A71082D8-A4EA-458B-8365-A92CF708A5CE}"/>
                </a:ext>
              </a:extLst>
            </p:cNvPr>
            <p:cNvSpPr/>
            <p:nvPr/>
          </p:nvSpPr>
          <p:spPr>
            <a:xfrm>
              <a:off x="6161398" y="2718934"/>
              <a:ext cx="2058023" cy="2674633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182834 w 2057002"/>
                <a:gd name="connsiteY17" fmla="*/ 16087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819633"/>
                <a:gd name="connsiteX1" fmla="*/ 1235664 w 2057002"/>
                <a:gd name="connsiteY1" fmla="*/ 205369 h 1819633"/>
                <a:gd name="connsiteX2" fmla="*/ 1375364 w 2057002"/>
                <a:gd name="connsiteY2" fmla="*/ 275219 h 1819633"/>
                <a:gd name="connsiteX3" fmla="*/ 1797637 w 2057002"/>
                <a:gd name="connsiteY3" fmla="*/ 367295 h 1819633"/>
                <a:gd name="connsiteX4" fmla="*/ 1946863 w 2057002"/>
                <a:gd name="connsiteY4" fmla="*/ 567319 h 1819633"/>
                <a:gd name="connsiteX5" fmla="*/ 2010363 w 2057002"/>
                <a:gd name="connsiteY5" fmla="*/ 834019 h 1819633"/>
                <a:gd name="connsiteX6" fmla="*/ 2029413 w 2057002"/>
                <a:gd name="connsiteY6" fmla="*/ 1437269 h 1819633"/>
                <a:gd name="connsiteX7" fmla="*/ 1797637 w 2057002"/>
                <a:gd name="connsiteY7" fmla="*/ 1462670 h 1819633"/>
                <a:gd name="connsiteX8" fmla="*/ 1089614 w 2057002"/>
                <a:gd name="connsiteY8" fmla="*/ 1634119 h 1819633"/>
                <a:gd name="connsiteX9" fmla="*/ 949914 w 2057002"/>
                <a:gd name="connsiteY9" fmla="*/ 1462669 h 1819633"/>
                <a:gd name="connsiteX10" fmla="*/ 854664 w 2057002"/>
                <a:gd name="connsiteY10" fmla="*/ 1589669 h 1819633"/>
                <a:gd name="connsiteX11" fmla="*/ 753064 w 2057002"/>
                <a:gd name="connsiteY11" fmla="*/ 1437269 h 1819633"/>
                <a:gd name="connsiteX12" fmla="*/ 676864 w 2057002"/>
                <a:gd name="connsiteY12" fmla="*/ 1475369 h 1819633"/>
                <a:gd name="connsiteX13" fmla="*/ 607014 w 2057002"/>
                <a:gd name="connsiteY13" fmla="*/ 1456319 h 1819633"/>
                <a:gd name="connsiteX14" fmla="*/ 575262 w 2057002"/>
                <a:gd name="connsiteY14" fmla="*/ 1576970 h 1819633"/>
                <a:gd name="connsiteX15" fmla="*/ 454614 w 2057002"/>
                <a:gd name="connsiteY15" fmla="*/ 1361069 h 1819633"/>
                <a:gd name="connsiteX16" fmla="*/ 285704 w 2057002"/>
                <a:gd name="connsiteY16" fmla="*/ 1819539 h 1819633"/>
                <a:gd name="connsiteX17" fmla="*/ 182834 w 2057002"/>
                <a:gd name="connsiteY17" fmla="*/ 1608720 h 1819633"/>
                <a:gd name="connsiteX18" fmla="*/ 35514 w 2057002"/>
                <a:gd name="connsiteY18" fmla="*/ 1399170 h 1819633"/>
                <a:gd name="connsiteX19" fmla="*/ 99013 w 2057002"/>
                <a:gd name="connsiteY19" fmla="*/ 1253120 h 1819633"/>
                <a:gd name="connsiteX20" fmla="*/ 118062 w 2057002"/>
                <a:gd name="connsiteY20" fmla="*/ 1119770 h 1819633"/>
                <a:gd name="connsiteX21" fmla="*/ 327612 w 2057002"/>
                <a:gd name="connsiteY21" fmla="*/ 910220 h 1819633"/>
                <a:gd name="connsiteX22" fmla="*/ 467312 w 2057002"/>
                <a:gd name="connsiteY22" fmla="*/ 560970 h 1819633"/>
                <a:gd name="connsiteX23" fmla="*/ 435562 w 2057002"/>
                <a:gd name="connsiteY23" fmla="*/ 446670 h 1819633"/>
                <a:gd name="connsiteX24" fmla="*/ 613362 w 2057002"/>
                <a:gd name="connsiteY24" fmla="*/ 364120 h 1819633"/>
                <a:gd name="connsiteX25" fmla="*/ 670512 w 2057002"/>
                <a:gd name="connsiteY25" fmla="*/ 395870 h 1819633"/>
                <a:gd name="connsiteX26" fmla="*/ 759412 w 2057002"/>
                <a:gd name="connsiteY26" fmla="*/ 367295 h 1819633"/>
                <a:gd name="connsiteX0" fmla="*/ 759412 w 2057002"/>
                <a:gd name="connsiteY0" fmla="*/ 367295 h 2065571"/>
                <a:gd name="connsiteX1" fmla="*/ 1235664 w 2057002"/>
                <a:gd name="connsiteY1" fmla="*/ 205369 h 2065571"/>
                <a:gd name="connsiteX2" fmla="*/ 1375364 w 2057002"/>
                <a:gd name="connsiteY2" fmla="*/ 275219 h 2065571"/>
                <a:gd name="connsiteX3" fmla="*/ 1797637 w 2057002"/>
                <a:gd name="connsiteY3" fmla="*/ 367295 h 2065571"/>
                <a:gd name="connsiteX4" fmla="*/ 1946863 w 2057002"/>
                <a:gd name="connsiteY4" fmla="*/ 567319 h 2065571"/>
                <a:gd name="connsiteX5" fmla="*/ 2010363 w 2057002"/>
                <a:gd name="connsiteY5" fmla="*/ 834019 h 2065571"/>
                <a:gd name="connsiteX6" fmla="*/ 2029413 w 2057002"/>
                <a:gd name="connsiteY6" fmla="*/ 1437269 h 2065571"/>
                <a:gd name="connsiteX7" fmla="*/ 1797637 w 2057002"/>
                <a:gd name="connsiteY7" fmla="*/ 1462670 h 2065571"/>
                <a:gd name="connsiteX8" fmla="*/ 1089614 w 2057002"/>
                <a:gd name="connsiteY8" fmla="*/ 1634119 h 2065571"/>
                <a:gd name="connsiteX9" fmla="*/ 949914 w 2057002"/>
                <a:gd name="connsiteY9" fmla="*/ 1462669 h 2065571"/>
                <a:gd name="connsiteX10" fmla="*/ 854664 w 2057002"/>
                <a:gd name="connsiteY10" fmla="*/ 1589669 h 2065571"/>
                <a:gd name="connsiteX11" fmla="*/ 753064 w 2057002"/>
                <a:gd name="connsiteY11" fmla="*/ 1437269 h 2065571"/>
                <a:gd name="connsiteX12" fmla="*/ 676864 w 2057002"/>
                <a:gd name="connsiteY12" fmla="*/ 1475369 h 2065571"/>
                <a:gd name="connsiteX13" fmla="*/ 607014 w 2057002"/>
                <a:gd name="connsiteY13" fmla="*/ 1456319 h 2065571"/>
                <a:gd name="connsiteX14" fmla="*/ 575262 w 2057002"/>
                <a:gd name="connsiteY14" fmla="*/ 1576970 h 2065571"/>
                <a:gd name="connsiteX15" fmla="*/ 271734 w 2057002"/>
                <a:gd name="connsiteY15" fmla="*/ 2062109 h 2065571"/>
                <a:gd name="connsiteX16" fmla="*/ 285704 w 2057002"/>
                <a:gd name="connsiteY16" fmla="*/ 1819539 h 2065571"/>
                <a:gd name="connsiteX17" fmla="*/ 182834 w 2057002"/>
                <a:gd name="connsiteY17" fmla="*/ 1608720 h 2065571"/>
                <a:gd name="connsiteX18" fmla="*/ 35514 w 2057002"/>
                <a:gd name="connsiteY18" fmla="*/ 1399170 h 2065571"/>
                <a:gd name="connsiteX19" fmla="*/ 99013 w 2057002"/>
                <a:gd name="connsiteY19" fmla="*/ 1253120 h 2065571"/>
                <a:gd name="connsiteX20" fmla="*/ 118062 w 2057002"/>
                <a:gd name="connsiteY20" fmla="*/ 1119770 h 2065571"/>
                <a:gd name="connsiteX21" fmla="*/ 327612 w 2057002"/>
                <a:gd name="connsiteY21" fmla="*/ 910220 h 2065571"/>
                <a:gd name="connsiteX22" fmla="*/ 467312 w 2057002"/>
                <a:gd name="connsiteY22" fmla="*/ 560970 h 2065571"/>
                <a:gd name="connsiteX23" fmla="*/ 435562 w 2057002"/>
                <a:gd name="connsiteY23" fmla="*/ 446670 h 2065571"/>
                <a:gd name="connsiteX24" fmla="*/ 613362 w 2057002"/>
                <a:gd name="connsiteY24" fmla="*/ 364120 h 2065571"/>
                <a:gd name="connsiteX25" fmla="*/ 670512 w 2057002"/>
                <a:gd name="connsiteY25" fmla="*/ 395870 h 2065571"/>
                <a:gd name="connsiteX26" fmla="*/ 759412 w 2057002"/>
                <a:gd name="connsiteY26" fmla="*/ 367295 h 2065571"/>
                <a:gd name="connsiteX0" fmla="*/ 759412 w 2057002"/>
                <a:gd name="connsiteY0" fmla="*/ 367295 h 2247880"/>
                <a:gd name="connsiteX1" fmla="*/ 1235664 w 2057002"/>
                <a:gd name="connsiteY1" fmla="*/ 205369 h 2247880"/>
                <a:gd name="connsiteX2" fmla="*/ 1375364 w 2057002"/>
                <a:gd name="connsiteY2" fmla="*/ 275219 h 2247880"/>
                <a:gd name="connsiteX3" fmla="*/ 1797637 w 2057002"/>
                <a:gd name="connsiteY3" fmla="*/ 367295 h 2247880"/>
                <a:gd name="connsiteX4" fmla="*/ 1946863 w 2057002"/>
                <a:gd name="connsiteY4" fmla="*/ 567319 h 2247880"/>
                <a:gd name="connsiteX5" fmla="*/ 2010363 w 2057002"/>
                <a:gd name="connsiteY5" fmla="*/ 834019 h 2247880"/>
                <a:gd name="connsiteX6" fmla="*/ 2029413 w 2057002"/>
                <a:gd name="connsiteY6" fmla="*/ 1437269 h 2247880"/>
                <a:gd name="connsiteX7" fmla="*/ 1797637 w 2057002"/>
                <a:gd name="connsiteY7" fmla="*/ 1462670 h 2247880"/>
                <a:gd name="connsiteX8" fmla="*/ 1089614 w 2057002"/>
                <a:gd name="connsiteY8" fmla="*/ 1634119 h 2247880"/>
                <a:gd name="connsiteX9" fmla="*/ 949914 w 2057002"/>
                <a:gd name="connsiteY9" fmla="*/ 1462669 h 2247880"/>
                <a:gd name="connsiteX10" fmla="*/ 854664 w 2057002"/>
                <a:gd name="connsiteY10" fmla="*/ 1589669 h 2247880"/>
                <a:gd name="connsiteX11" fmla="*/ 753064 w 2057002"/>
                <a:gd name="connsiteY11" fmla="*/ 1437269 h 2247880"/>
                <a:gd name="connsiteX12" fmla="*/ 676864 w 2057002"/>
                <a:gd name="connsiteY12" fmla="*/ 1475369 h 2247880"/>
                <a:gd name="connsiteX13" fmla="*/ 607014 w 2057002"/>
                <a:gd name="connsiteY13" fmla="*/ 1456319 h 2247880"/>
                <a:gd name="connsiteX14" fmla="*/ 308562 w 2057002"/>
                <a:gd name="connsiteY14" fmla="*/ 2247530 h 2247880"/>
                <a:gd name="connsiteX15" fmla="*/ 271734 w 2057002"/>
                <a:gd name="connsiteY15" fmla="*/ 2062109 h 2247880"/>
                <a:gd name="connsiteX16" fmla="*/ 285704 w 2057002"/>
                <a:gd name="connsiteY16" fmla="*/ 1819539 h 2247880"/>
                <a:gd name="connsiteX17" fmla="*/ 182834 w 2057002"/>
                <a:gd name="connsiteY17" fmla="*/ 1608720 h 2247880"/>
                <a:gd name="connsiteX18" fmla="*/ 35514 w 2057002"/>
                <a:gd name="connsiteY18" fmla="*/ 1399170 h 2247880"/>
                <a:gd name="connsiteX19" fmla="*/ 99013 w 2057002"/>
                <a:gd name="connsiteY19" fmla="*/ 1253120 h 2247880"/>
                <a:gd name="connsiteX20" fmla="*/ 118062 w 2057002"/>
                <a:gd name="connsiteY20" fmla="*/ 1119770 h 2247880"/>
                <a:gd name="connsiteX21" fmla="*/ 327612 w 2057002"/>
                <a:gd name="connsiteY21" fmla="*/ 910220 h 2247880"/>
                <a:gd name="connsiteX22" fmla="*/ 467312 w 2057002"/>
                <a:gd name="connsiteY22" fmla="*/ 560970 h 2247880"/>
                <a:gd name="connsiteX23" fmla="*/ 435562 w 2057002"/>
                <a:gd name="connsiteY23" fmla="*/ 446670 h 2247880"/>
                <a:gd name="connsiteX24" fmla="*/ 613362 w 2057002"/>
                <a:gd name="connsiteY24" fmla="*/ 364120 h 2247880"/>
                <a:gd name="connsiteX25" fmla="*/ 670512 w 2057002"/>
                <a:gd name="connsiteY25" fmla="*/ 395870 h 2247880"/>
                <a:gd name="connsiteX26" fmla="*/ 759412 w 2057002"/>
                <a:gd name="connsiteY26" fmla="*/ 367295 h 2247880"/>
                <a:gd name="connsiteX0" fmla="*/ 759412 w 2057002"/>
                <a:gd name="connsiteY0" fmla="*/ 367295 h 2393579"/>
                <a:gd name="connsiteX1" fmla="*/ 1235664 w 2057002"/>
                <a:gd name="connsiteY1" fmla="*/ 205369 h 2393579"/>
                <a:gd name="connsiteX2" fmla="*/ 1375364 w 2057002"/>
                <a:gd name="connsiteY2" fmla="*/ 275219 h 2393579"/>
                <a:gd name="connsiteX3" fmla="*/ 1797637 w 2057002"/>
                <a:gd name="connsiteY3" fmla="*/ 367295 h 2393579"/>
                <a:gd name="connsiteX4" fmla="*/ 1946863 w 2057002"/>
                <a:gd name="connsiteY4" fmla="*/ 567319 h 2393579"/>
                <a:gd name="connsiteX5" fmla="*/ 2010363 w 2057002"/>
                <a:gd name="connsiteY5" fmla="*/ 834019 h 2393579"/>
                <a:gd name="connsiteX6" fmla="*/ 2029413 w 2057002"/>
                <a:gd name="connsiteY6" fmla="*/ 1437269 h 2393579"/>
                <a:gd name="connsiteX7" fmla="*/ 1797637 w 2057002"/>
                <a:gd name="connsiteY7" fmla="*/ 1462670 h 2393579"/>
                <a:gd name="connsiteX8" fmla="*/ 1089614 w 2057002"/>
                <a:gd name="connsiteY8" fmla="*/ 1634119 h 2393579"/>
                <a:gd name="connsiteX9" fmla="*/ 949914 w 2057002"/>
                <a:gd name="connsiteY9" fmla="*/ 1462669 h 2393579"/>
                <a:gd name="connsiteX10" fmla="*/ 854664 w 2057002"/>
                <a:gd name="connsiteY10" fmla="*/ 1589669 h 2393579"/>
                <a:gd name="connsiteX11" fmla="*/ 753064 w 2057002"/>
                <a:gd name="connsiteY11" fmla="*/ 1437269 h 2393579"/>
                <a:gd name="connsiteX12" fmla="*/ 676864 w 2057002"/>
                <a:gd name="connsiteY12" fmla="*/ 1475369 h 2393579"/>
                <a:gd name="connsiteX13" fmla="*/ 355554 w 2057002"/>
                <a:gd name="connsiteY13" fmla="*/ 2393579 h 2393579"/>
                <a:gd name="connsiteX14" fmla="*/ 308562 w 2057002"/>
                <a:gd name="connsiteY14" fmla="*/ 2247530 h 2393579"/>
                <a:gd name="connsiteX15" fmla="*/ 271734 w 2057002"/>
                <a:gd name="connsiteY15" fmla="*/ 2062109 h 2393579"/>
                <a:gd name="connsiteX16" fmla="*/ 285704 w 2057002"/>
                <a:gd name="connsiteY16" fmla="*/ 1819539 h 2393579"/>
                <a:gd name="connsiteX17" fmla="*/ 182834 w 2057002"/>
                <a:gd name="connsiteY17" fmla="*/ 1608720 h 2393579"/>
                <a:gd name="connsiteX18" fmla="*/ 35514 w 2057002"/>
                <a:gd name="connsiteY18" fmla="*/ 1399170 h 2393579"/>
                <a:gd name="connsiteX19" fmla="*/ 99013 w 2057002"/>
                <a:gd name="connsiteY19" fmla="*/ 1253120 h 2393579"/>
                <a:gd name="connsiteX20" fmla="*/ 118062 w 2057002"/>
                <a:gd name="connsiteY20" fmla="*/ 1119770 h 2393579"/>
                <a:gd name="connsiteX21" fmla="*/ 327612 w 2057002"/>
                <a:gd name="connsiteY21" fmla="*/ 910220 h 2393579"/>
                <a:gd name="connsiteX22" fmla="*/ 467312 w 2057002"/>
                <a:gd name="connsiteY22" fmla="*/ 560970 h 2393579"/>
                <a:gd name="connsiteX23" fmla="*/ 435562 w 2057002"/>
                <a:gd name="connsiteY23" fmla="*/ 446670 h 2393579"/>
                <a:gd name="connsiteX24" fmla="*/ 613362 w 2057002"/>
                <a:gd name="connsiteY24" fmla="*/ 364120 h 2393579"/>
                <a:gd name="connsiteX25" fmla="*/ 670512 w 2057002"/>
                <a:gd name="connsiteY25" fmla="*/ 395870 h 2393579"/>
                <a:gd name="connsiteX26" fmla="*/ 759412 w 2057002"/>
                <a:gd name="connsiteY26" fmla="*/ 367295 h 2393579"/>
                <a:gd name="connsiteX0" fmla="*/ 759412 w 2057002"/>
                <a:gd name="connsiteY0" fmla="*/ 367295 h 2496456"/>
                <a:gd name="connsiteX1" fmla="*/ 1235664 w 2057002"/>
                <a:gd name="connsiteY1" fmla="*/ 205369 h 2496456"/>
                <a:gd name="connsiteX2" fmla="*/ 1375364 w 2057002"/>
                <a:gd name="connsiteY2" fmla="*/ 275219 h 2496456"/>
                <a:gd name="connsiteX3" fmla="*/ 1797637 w 2057002"/>
                <a:gd name="connsiteY3" fmla="*/ 367295 h 2496456"/>
                <a:gd name="connsiteX4" fmla="*/ 1946863 w 2057002"/>
                <a:gd name="connsiteY4" fmla="*/ 567319 h 2496456"/>
                <a:gd name="connsiteX5" fmla="*/ 2010363 w 2057002"/>
                <a:gd name="connsiteY5" fmla="*/ 834019 h 2496456"/>
                <a:gd name="connsiteX6" fmla="*/ 2029413 w 2057002"/>
                <a:gd name="connsiteY6" fmla="*/ 1437269 h 2496456"/>
                <a:gd name="connsiteX7" fmla="*/ 1797637 w 2057002"/>
                <a:gd name="connsiteY7" fmla="*/ 1462670 h 2496456"/>
                <a:gd name="connsiteX8" fmla="*/ 1089614 w 2057002"/>
                <a:gd name="connsiteY8" fmla="*/ 1634119 h 2496456"/>
                <a:gd name="connsiteX9" fmla="*/ 949914 w 2057002"/>
                <a:gd name="connsiteY9" fmla="*/ 1462669 h 2496456"/>
                <a:gd name="connsiteX10" fmla="*/ 854664 w 2057002"/>
                <a:gd name="connsiteY10" fmla="*/ 1589669 h 2496456"/>
                <a:gd name="connsiteX11" fmla="*/ 753064 w 2057002"/>
                <a:gd name="connsiteY11" fmla="*/ 1437269 h 2496456"/>
                <a:gd name="connsiteX12" fmla="*/ 493984 w 2057002"/>
                <a:gd name="connsiteY12" fmla="*/ 2496449 h 2496456"/>
                <a:gd name="connsiteX13" fmla="*/ 355554 w 2057002"/>
                <a:gd name="connsiteY13" fmla="*/ 2393579 h 2496456"/>
                <a:gd name="connsiteX14" fmla="*/ 308562 w 2057002"/>
                <a:gd name="connsiteY14" fmla="*/ 2247530 h 2496456"/>
                <a:gd name="connsiteX15" fmla="*/ 271734 w 2057002"/>
                <a:gd name="connsiteY15" fmla="*/ 2062109 h 2496456"/>
                <a:gd name="connsiteX16" fmla="*/ 285704 w 2057002"/>
                <a:gd name="connsiteY16" fmla="*/ 1819539 h 2496456"/>
                <a:gd name="connsiteX17" fmla="*/ 182834 w 2057002"/>
                <a:gd name="connsiteY17" fmla="*/ 1608720 h 2496456"/>
                <a:gd name="connsiteX18" fmla="*/ 35514 w 2057002"/>
                <a:gd name="connsiteY18" fmla="*/ 1399170 h 2496456"/>
                <a:gd name="connsiteX19" fmla="*/ 99013 w 2057002"/>
                <a:gd name="connsiteY19" fmla="*/ 1253120 h 2496456"/>
                <a:gd name="connsiteX20" fmla="*/ 118062 w 2057002"/>
                <a:gd name="connsiteY20" fmla="*/ 1119770 h 2496456"/>
                <a:gd name="connsiteX21" fmla="*/ 327612 w 2057002"/>
                <a:gd name="connsiteY21" fmla="*/ 910220 h 2496456"/>
                <a:gd name="connsiteX22" fmla="*/ 467312 w 2057002"/>
                <a:gd name="connsiteY22" fmla="*/ 560970 h 2496456"/>
                <a:gd name="connsiteX23" fmla="*/ 435562 w 2057002"/>
                <a:gd name="connsiteY23" fmla="*/ 446670 h 2496456"/>
                <a:gd name="connsiteX24" fmla="*/ 613362 w 2057002"/>
                <a:gd name="connsiteY24" fmla="*/ 364120 h 2496456"/>
                <a:gd name="connsiteX25" fmla="*/ 670512 w 2057002"/>
                <a:gd name="connsiteY25" fmla="*/ 395870 h 2496456"/>
                <a:gd name="connsiteX26" fmla="*/ 759412 w 2057002"/>
                <a:gd name="connsiteY26" fmla="*/ 367295 h 2496456"/>
                <a:gd name="connsiteX0" fmla="*/ 759412 w 2057002"/>
                <a:gd name="connsiteY0" fmla="*/ 367295 h 2528221"/>
                <a:gd name="connsiteX1" fmla="*/ 1235664 w 2057002"/>
                <a:gd name="connsiteY1" fmla="*/ 205369 h 2528221"/>
                <a:gd name="connsiteX2" fmla="*/ 1375364 w 2057002"/>
                <a:gd name="connsiteY2" fmla="*/ 275219 h 2528221"/>
                <a:gd name="connsiteX3" fmla="*/ 1797637 w 2057002"/>
                <a:gd name="connsiteY3" fmla="*/ 367295 h 2528221"/>
                <a:gd name="connsiteX4" fmla="*/ 1946863 w 2057002"/>
                <a:gd name="connsiteY4" fmla="*/ 567319 h 2528221"/>
                <a:gd name="connsiteX5" fmla="*/ 2010363 w 2057002"/>
                <a:gd name="connsiteY5" fmla="*/ 834019 h 2528221"/>
                <a:gd name="connsiteX6" fmla="*/ 2029413 w 2057002"/>
                <a:gd name="connsiteY6" fmla="*/ 1437269 h 2528221"/>
                <a:gd name="connsiteX7" fmla="*/ 1797637 w 2057002"/>
                <a:gd name="connsiteY7" fmla="*/ 1462670 h 2528221"/>
                <a:gd name="connsiteX8" fmla="*/ 1089614 w 2057002"/>
                <a:gd name="connsiteY8" fmla="*/ 1634119 h 2528221"/>
                <a:gd name="connsiteX9" fmla="*/ 949914 w 2057002"/>
                <a:gd name="connsiteY9" fmla="*/ 1462669 h 2528221"/>
                <a:gd name="connsiteX10" fmla="*/ 854664 w 2057002"/>
                <a:gd name="connsiteY10" fmla="*/ 1589669 h 2528221"/>
                <a:gd name="connsiteX11" fmla="*/ 745444 w 2057002"/>
                <a:gd name="connsiteY11" fmla="*/ 2526929 h 2528221"/>
                <a:gd name="connsiteX12" fmla="*/ 493984 w 2057002"/>
                <a:gd name="connsiteY12" fmla="*/ 2496449 h 2528221"/>
                <a:gd name="connsiteX13" fmla="*/ 355554 w 2057002"/>
                <a:gd name="connsiteY13" fmla="*/ 2393579 h 2528221"/>
                <a:gd name="connsiteX14" fmla="*/ 308562 w 2057002"/>
                <a:gd name="connsiteY14" fmla="*/ 2247530 h 2528221"/>
                <a:gd name="connsiteX15" fmla="*/ 271734 w 2057002"/>
                <a:gd name="connsiteY15" fmla="*/ 2062109 h 2528221"/>
                <a:gd name="connsiteX16" fmla="*/ 285704 w 2057002"/>
                <a:gd name="connsiteY16" fmla="*/ 1819539 h 2528221"/>
                <a:gd name="connsiteX17" fmla="*/ 182834 w 2057002"/>
                <a:gd name="connsiteY17" fmla="*/ 1608720 h 2528221"/>
                <a:gd name="connsiteX18" fmla="*/ 35514 w 2057002"/>
                <a:gd name="connsiteY18" fmla="*/ 1399170 h 2528221"/>
                <a:gd name="connsiteX19" fmla="*/ 99013 w 2057002"/>
                <a:gd name="connsiteY19" fmla="*/ 1253120 h 2528221"/>
                <a:gd name="connsiteX20" fmla="*/ 118062 w 2057002"/>
                <a:gd name="connsiteY20" fmla="*/ 1119770 h 2528221"/>
                <a:gd name="connsiteX21" fmla="*/ 327612 w 2057002"/>
                <a:gd name="connsiteY21" fmla="*/ 910220 h 2528221"/>
                <a:gd name="connsiteX22" fmla="*/ 467312 w 2057002"/>
                <a:gd name="connsiteY22" fmla="*/ 560970 h 2528221"/>
                <a:gd name="connsiteX23" fmla="*/ 435562 w 2057002"/>
                <a:gd name="connsiteY23" fmla="*/ 446670 h 2528221"/>
                <a:gd name="connsiteX24" fmla="*/ 613362 w 2057002"/>
                <a:gd name="connsiteY24" fmla="*/ 364120 h 2528221"/>
                <a:gd name="connsiteX25" fmla="*/ 670512 w 2057002"/>
                <a:gd name="connsiteY25" fmla="*/ 395870 h 2528221"/>
                <a:gd name="connsiteX26" fmla="*/ 759412 w 2057002"/>
                <a:gd name="connsiteY26" fmla="*/ 367295 h 2528221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6364"/>
                <a:gd name="connsiteX1" fmla="*/ 1235664 w 2057002"/>
                <a:gd name="connsiteY1" fmla="*/ 205369 h 2626364"/>
                <a:gd name="connsiteX2" fmla="*/ 1375364 w 2057002"/>
                <a:gd name="connsiteY2" fmla="*/ 275219 h 2626364"/>
                <a:gd name="connsiteX3" fmla="*/ 1797637 w 2057002"/>
                <a:gd name="connsiteY3" fmla="*/ 367295 h 2626364"/>
                <a:gd name="connsiteX4" fmla="*/ 1946863 w 2057002"/>
                <a:gd name="connsiteY4" fmla="*/ 567319 h 2626364"/>
                <a:gd name="connsiteX5" fmla="*/ 2010363 w 2057002"/>
                <a:gd name="connsiteY5" fmla="*/ 834019 h 2626364"/>
                <a:gd name="connsiteX6" fmla="*/ 2029413 w 2057002"/>
                <a:gd name="connsiteY6" fmla="*/ 1437269 h 2626364"/>
                <a:gd name="connsiteX7" fmla="*/ 1797637 w 2057002"/>
                <a:gd name="connsiteY7" fmla="*/ 1462670 h 2626364"/>
                <a:gd name="connsiteX8" fmla="*/ 1089614 w 2057002"/>
                <a:gd name="connsiteY8" fmla="*/ 1634119 h 2626364"/>
                <a:gd name="connsiteX9" fmla="*/ 949914 w 2057002"/>
                <a:gd name="connsiteY9" fmla="*/ 1462669 h 2626364"/>
                <a:gd name="connsiteX10" fmla="*/ 915624 w 2057002"/>
                <a:gd name="connsiteY10" fmla="*/ 2625989 h 2626364"/>
                <a:gd name="connsiteX11" fmla="*/ 745444 w 2057002"/>
                <a:gd name="connsiteY11" fmla="*/ 2526929 h 2626364"/>
                <a:gd name="connsiteX12" fmla="*/ 493984 w 2057002"/>
                <a:gd name="connsiteY12" fmla="*/ 2496449 h 2626364"/>
                <a:gd name="connsiteX13" fmla="*/ 355554 w 2057002"/>
                <a:gd name="connsiteY13" fmla="*/ 2393579 h 2626364"/>
                <a:gd name="connsiteX14" fmla="*/ 308562 w 2057002"/>
                <a:gd name="connsiteY14" fmla="*/ 2247530 h 2626364"/>
                <a:gd name="connsiteX15" fmla="*/ 271734 w 2057002"/>
                <a:gd name="connsiteY15" fmla="*/ 2062109 h 2626364"/>
                <a:gd name="connsiteX16" fmla="*/ 285704 w 2057002"/>
                <a:gd name="connsiteY16" fmla="*/ 1819539 h 2626364"/>
                <a:gd name="connsiteX17" fmla="*/ 182834 w 2057002"/>
                <a:gd name="connsiteY17" fmla="*/ 1608720 h 2626364"/>
                <a:gd name="connsiteX18" fmla="*/ 35514 w 2057002"/>
                <a:gd name="connsiteY18" fmla="*/ 1399170 h 2626364"/>
                <a:gd name="connsiteX19" fmla="*/ 99013 w 2057002"/>
                <a:gd name="connsiteY19" fmla="*/ 1253120 h 2626364"/>
                <a:gd name="connsiteX20" fmla="*/ 118062 w 2057002"/>
                <a:gd name="connsiteY20" fmla="*/ 1119770 h 2626364"/>
                <a:gd name="connsiteX21" fmla="*/ 327612 w 2057002"/>
                <a:gd name="connsiteY21" fmla="*/ 910220 h 2626364"/>
                <a:gd name="connsiteX22" fmla="*/ 467312 w 2057002"/>
                <a:gd name="connsiteY22" fmla="*/ 560970 h 2626364"/>
                <a:gd name="connsiteX23" fmla="*/ 435562 w 2057002"/>
                <a:gd name="connsiteY23" fmla="*/ 446670 h 2626364"/>
                <a:gd name="connsiteX24" fmla="*/ 613362 w 2057002"/>
                <a:gd name="connsiteY24" fmla="*/ 364120 h 2626364"/>
                <a:gd name="connsiteX25" fmla="*/ 670512 w 2057002"/>
                <a:gd name="connsiteY25" fmla="*/ 395870 h 2626364"/>
                <a:gd name="connsiteX26" fmla="*/ 759412 w 2057002"/>
                <a:gd name="connsiteY26" fmla="*/ 367295 h 2626364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089614 w 2057002"/>
                <a:gd name="connsiteY8" fmla="*/ 163411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797637 w 2057002"/>
                <a:gd name="connsiteY7" fmla="*/ 14626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2029413 w 2057002"/>
                <a:gd name="connsiteY6" fmla="*/ 14372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622377 w 2057002"/>
                <a:gd name="connsiteY7" fmla="*/ 237707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724613 w 2057002"/>
                <a:gd name="connsiteY6" fmla="*/ 2618369 h 2628492"/>
                <a:gd name="connsiteX7" fmla="*/ 1591897 w 2057002"/>
                <a:gd name="connsiteY7" fmla="*/ 2438030 h 2628492"/>
                <a:gd name="connsiteX8" fmla="*/ 1363934 w 2057002"/>
                <a:gd name="connsiteY8" fmla="*/ 2617099 h 2628492"/>
                <a:gd name="connsiteX9" fmla="*/ 1132794 w 2057002"/>
                <a:gd name="connsiteY9" fmla="*/ 2468509 h 2628492"/>
                <a:gd name="connsiteX10" fmla="*/ 915624 w 2057002"/>
                <a:gd name="connsiteY10" fmla="*/ 2625989 h 2628492"/>
                <a:gd name="connsiteX11" fmla="*/ 745444 w 2057002"/>
                <a:gd name="connsiteY11" fmla="*/ 2526929 h 2628492"/>
                <a:gd name="connsiteX12" fmla="*/ 493984 w 2057002"/>
                <a:gd name="connsiteY12" fmla="*/ 2496449 h 2628492"/>
                <a:gd name="connsiteX13" fmla="*/ 355554 w 2057002"/>
                <a:gd name="connsiteY13" fmla="*/ 2393579 h 2628492"/>
                <a:gd name="connsiteX14" fmla="*/ 308562 w 2057002"/>
                <a:gd name="connsiteY14" fmla="*/ 2247530 h 2628492"/>
                <a:gd name="connsiteX15" fmla="*/ 271734 w 2057002"/>
                <a:gd name="connsiteY15" fmla="*/ 2062109 h 2628492"/>
                <a:gd name="connsiteX16" fmla="*/ 285704 w 2057002"/>
                <a:gd name="connsiteY16" fmla="*/ 1819539 h 2628492"/>
                <a:gd name="connsiteX17" fmla="*/ 182834 w 2057002"/>
                <a:gd name="connsiteY17" fmla="*/ 1608720 h 2628492"/>
                <a:gd name="connsiteX18" fmla="*/ 35514 w 2057002"/>
                <a:gd name="connsiteY18" fmla="*/ 1399170 h 2628492"/>
                <a:gd name="connsiteX19" fmla="*/ 99013 w 2057002"/>
                <a:gd name="connsiteY19" fmla="*/ 1253120 h 2628492"/>
                <a:gd name="connsiteX20" fmla="*/ 118062 w 2057002"/>
                <a:gd name="connsiteY20" fmla="*/ 1119770 h 2628492"/>
                <a:gd name="connsiteX21" fmla="*/ 327612 w 2057002"/>
                <a:gd name="connsiteY21" fmla="*/ 910220 h 2628492"/>
                <a:gd name="connsiteX22" fmla="*/ 467312 w 2057002"/>
                <a:gd name="connsiteY22" fmla="*/ 560970 h 2628492"/>
                <a:gd name="connsiteX23" fmla="*/ 435562 w 2057002"/>
                <a:gd name="connsiteY23" fmla="*/ 446670 h 2628492"/>
                <a:gd name="connsiteX24" fmla="*/ 613362 w 2057002"/>
                <a:gd name="connsiteY24" fmla="*/ 364120 h 2628492"/>
                <a:gd name="connsiteX25" fmla="*/ 670512 w 2057002"/>
                <a:gd name="connsiteY25" fmla="*/ 395870 h 2628492"/>
                <a:gd name="connsiteX26" fmla="*/ 759412 w 2057002"/>
                <a:gd name="connsiteY26" fmla="*/ 367295 h 2628492"/>
                <a:gd name="connsiteX0" fmla="*/ 759412 w 2057002"/>
                <a:gd name="connsiteY0" fmla="*/ 367295 h 2630715"/>
                <a:gd name="connsiteX1" fmla="*/ 1235664 w 2057002"/>
                <a:gd name="connsiteY1" fmla="*/ 205369 h 2630715"/>
                <a:gd name="connsiteX2" fmla="*/ 1375364 w 2057002"/>
                <a:gd name="connsiteY2" fmla="*/ 275219 h 2630715"/>
                <a:gd name="connsiteX3" fmla="*/ 1797637 w 2057002"/>
                <a:gd name="connsiteY3" fmla="*/ 367295 h 2630715"/>
                <a:gd name="connsiteX4" fmla="*/ 1946863 w 2057002"/>
                <a:gd name="connsiteY4" fmla="*/ 567319 h 2630715"/>
                <a:gd name="connsiteX5" fmla="*/ 2010363 w 2057002"/>
                <a:gd name="connsiteY5" fmla="*/ 834019 h 2630715"/>
                <a:gd name="connsiteX6" fmla="*/ 1877454 w 2057002"/>
                <a:gd name="connsiteY6" fmla="*/ 2431764 h 2630715"/>
                <a:gd name="connsiteX7" fmla="*/ 1724613 w 2057002"/>
                <a:gd name="connsiteY7" fmla="*/ 2618369 h 2630715"/>
                <a:gd name="connsiteX8" fmla="*/ 1591897 w 2057002"/>
                <a:gd name="connsiteY8" fmla="*/ 2438030 h 2630715"/>
                <a:gd name="connsiteX9" fmla="*/ 1363934 w 2057002"/>
                <a:gd name="connsiteY9" fmla="*/ 2617099 h 2630715"/>
                <a:gd name="connsiteX10" fmla="*/ 1132794 w 2057002"/>
                <a:gd name="connsiteY10" fmla="*/ 2468509 h 2630715"/>
                <a:gd name="connsiteX11" fmla="*/ 915624 w 2057002"/>
                <a:gd name="connsiteY11" fmla="*/ 2625989 h 2630715"/>
                <a:gd name="connsiteX12" fmla="*/ 745444 w 2057002"/>
                <a:gd name="connsiteY12" fmla="*/ 2526929 h 2630715"/>
                <a:gd name="connsiteX13" fmla="*/ 493984 w 2057002"/>
                <a:gd name="connsiteY13" fmla="*/ 2496449 h 2630715"/>
                <a:gd name="connsiteX14" fmla="*/ 355554 w 2057002"/>
                <a:gd name="connsiteY14" fmla="*/ 2393579 h 2630715"/>
                <a:gd name="connsiteX15" fmla="*/ 308562 w 2057002"/>
                <a:gd name="connsiteY15" fmla="*/ 2247530 h 2630715"/>
                <a:gd name="connsiteX16" fmla="*/ 271734 w 2057002"/>
                <a:gd name="connsiteY16" fmla="*/ 2062109 h 2630715"/>
                <a:gd name="connsiteX17" fmla="*/ 285704 w 2057002"/>
                <a:gd name="connsiteY17" fmla="*/ 1819539 h 2630715"/>
                <a:gd name="connsiteX18" fmla="*/ 182834 w 2057002"/>
                <a:gd name="connsiteY18" fmla="*/ 1608720 h 2630715"/>
                <a:gd name="connsiteX19" fmla="*/ 35514 w 2057002"/>
                <a:gd name="connsiteY19" fmla="*/ 1399170 h 2630715"/>
                <a:gd name="connsiteX20" fmla="*/ 99013 w 2057002"/>
                <a:gd name="connsiteY20" fmla="*/ 1253120 h 2630715"/>
                <a:gd name="connsiteX21" fmla="*/ 118062 w 2057002"/>
                <a:gd name="connsiteY21" fmla="*/ 1119770 h 2630715"/>
                <a:gd name="connsiteX22" fmla="*/ 327612 w 2057002"/>
                <a:gd name="connsiteY22" fmla="*/ 910220 h 2630715"/>
                <a:gd name="connsiteX23" fmla="*/ 467312 w 2057002"/>
                <a:gd name="connsiteY23" fmla="*/ 560970 h 2630715"/>
                <a:gd name="connsiteX24" fmla="*/ 435562 w 2057002"/>
                <a:gd name="connsiteY24" fmla="*/ 446670 h 2630715"/>
                <a:gd name="connsiteX25" fmla="*/ 613362 w 2057002"/>
                <a:gd name="connsiteY25" fmla="*/ 364120 h 2630715"/>
                <a:gd name="connsiteX26" fmla="*/ 670512 w 2057002"/>
                <a:gd name="connsiteY26" fmla="*/ 395870 h 2630715"/>
                <a:gd name="connsiteX27" fmla="*/ 759412 w 2057002"/>
                <a:gd name="connsiteY27" fmla="*/ 367295 h 2630715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08874 w 2057002"/>
                <a:gd name="connsiteY6" fmla="*/ 2271744 h 2628492"/>
                <a:gd name="connsiteX7" fmla="*/ 1877454 w 2057002"/>
                <a:gd name="connsiteY7" fmla="*/ 2431764 h 2628492"/>
                <a:gd name="connsiteX8" fmla="*/ 1724613 w 2057002"/>
                <a:gd name="connsiteY8" fmla="*/ 2618369 h 2628492"/>
                <a:gd name="connsiteX9" fmla="*/ 1591897 w 2057002"/>
                <a:gd name="connsiteY9" fmla="*/ 2438030 h 2628492"/>
                <a:gd name="connsiteX10" fmla="*/ 1363934 w 2057002"/>
                <a:gd name="connsiteY10" fmla="*/ 2617099 h 2628492"/>
                <a:gd name="connsiteX11" fmla="*/ 1132794 w 2057002"/>
                <a:gd name="connsiteY11" fmla="*/ 2468509 h 2628492"/>
                <a:gd name="connsiteX12" fmla="*/ 915624 w 2057002"/>
                <a:gd name="connsiteY12" fmla="*/ 2625989 h 2628492"/>
                <a:gd name="connsiteX13" fmla="*/ 745444 w 2057002"/>
                <a:gd name="connsiteY13" fmla="*/ 2526929 h 2628492"/>
                <a:gd name="connsiteX14" fmla="*/ 493984 w 2057002"/>
                <a:gd name="connsiteY14" fmla="*/ 2496449 h 2628492"/>
                <a:gd name="connsiteX15" fmla="*/ 355554 w 2057002"/>
                <a:gd name="connsiteY15" fmla="*/ 2393579 h 2628492"/>
                <a:gd name="connsiteX16" fmla="*/ 308562 w 2057002"/>
                <a:gd name="connsiteY16" fmla="*/ 2247530 h 2628492"/>
                <a:gd name="connsiteX17" fmla="*/ 271734 w 2057002"/>
                <a:gd name="connsiteY17" fmla="*/ 2062109 h 2628492"/>
                <a:gd name="connsiteX18" fmla="*/ 285704 w 2057002"/>
                <a:gd name="connsiteY18" fmla="*/ 1819539 h 2628492"/>
                <a:gd name="connsiteX19" fmla="*/ 182834 w 2057002"/>
                <a:gd name="connsiteY19" fmla="*/ 1608720 h 2628492"/>
                <a:gd name="connsiteX20" fmla="*/ 35514 w 2057002"/>
                <a:gd name="connsiteY20" fmla="*/ 1399170 h 2628492"/>
                <a:gd name="connsiteX21" fmla="*/ 99013 w 2057002"/>
                <a:gd name="connsiteY21" fmla="*/ 1253120 h 2628492"/>
                <a:gd name="connsiteX22" fmla="*/ 118062 w 2057002"/>
                <a:gd name="connsiteY22" fmla="*/ 1119770 h 2628492"/>
                <a:gd name="connsiteX23" fmla="*/ 327612 w 2057002"/>
                <a:gd name="connsiteY23" fmla="*/ 910220 h 2628492"/>
                <a:gd name="connsiteX24" fmla="*/ 467312 w 2057002"/>
                <a:gd name="connsiteY24" fmla="*/ 560970 h 2628492"/>
                <a:gd name="connsiteX25" fmla="*/ 435562 w 2057002"/>
                <a:gd name="connsiteY25" fmla="*/ 446670 h 2628492"/>
                <a:gd name="connsiteX26" fmla="*/ 613362 w 2057002"/>
                <a:gd name="connsiteY26" fmla="*/ 364120 h 2628492"/>
                <a:gd name="connsiteX27" fmla="*/ 670512 w 2057002"/>
                <a:gd name="connsiteY27" fmla="*/ 395870 h 2628492"/>
                <a:gd name="connsiteX28" fmla="*/ 759412 w 2057002"/>
                <a:gd name="connsiteY28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991754 w 2057002"/>
                <a:gd name="connsiteY6" fmla="*/ 2134584 h 2628492"/>
                <a:gd name="connsiteX7" fmla="*/ 1808874 w 2057002"/>
                <a:gd name="connsiteY7" fmla="*/ 2271744 h 2628492"/>
                <a:gd name="connsiteX8" fmla="*/ 1877454 w 2057002"/>
                <a:gd name="connsiteY8" fmla="*/ 2431764 h 2628492"/>
                <a:gd name="connsiteX9" fmla="*/ 1724613 w 2057002"/>
                <a:gd name="connsiteY9" fmla="*/ 2618369 h 2628492"/>
                <a:gd name="connsiteX10" fmla="*/ 1591897 w 2057002"/>
                <a:gd name="connsiteY10" fmla="*/ 2438030 h 2628492"/>
                <a:gd name="connsiteX11" fmla="*/ 1363934 w 2057002"/>
                <a:gd name="connsiteY11" fmla="*/ 2617099 h 2628492"/>
                <a:gd name="connsiteX12" fmla="*/ 1132794 w 2057002"/>
                <a:gd name="connsiteY12" fmla="*/ 2468509 h 2628492"/>
                <a:gd name="connsiteX13" fmla="*/ 915624 w 2057002"/>
                <a:gd name="connsiteY13" fmla="*/ 2625989 h 2628492"/>
                <a:gd name="connsiteX14" fmla="*/ 745444 w 2057002"/>
                <a:gd name="connsiteY14" fmla="*/ 2526929 h 2628492"/>
                <a:gd name="connsiteX15" fmla="*/ 493984 w 2057002"/>
                <a:gd name="connsiteY15" fmla="*/ 2496449 h 2628492"/>
                <a:gd name="connsiteX16" fmla="*/ 355554 w 2057002"/>
                <a:gd name="connsiteY16" fmla="*/ 2393579 h 2628492"/>
                <a:gd name="connsiteX17" fmla="*/ 308562 w 2057002"/>
                <a:gd name="connsiteY17" fmla="*/ 2247530 h 2628492"/>
                <a:gd name="connsiteX18" fmla="*/ 271734 w 2057002"/>
                <a:gd name="connsiteY18" fmla="*/ 2062109 h 2628492"/>
                <a:gd name="connsiteX19" fmla="*/ 285704 w 2057002"/>
                <a:gd name="connsiteY19" fmla="*/ 1819539 h 2628492"/>
                <a:gd name="connsiteX20" fmla="*/ 182834 w 2057002"/>
                <a:gd name="connsiteY20" fmla="*/ 1608720 h 2628492"/>
                <a:gd name="connsiteX21" fmla="*/ 35514 w 2057002"/>
                <a:gd name="connsiteY21" fmla="*/ 1399170 h 2628492"/>
                <a:gd name="connsiteX22" fmla="*/ 99013 w 2057002"/>
                <a:gd name="connsiteY22" fmla="*/ 1253120 h 2628492"/>
                <a:gd name="connsiteX23" fmla="*/ 118062 w 2057002"/>
                <a:gd name="connsiteY23" fmla="*/ 1119770 h 2628492"/>
                <a:gd name="connsiteX24" fmla="*/ 327612 w 2057002"/>
                <a:gd name="connsiteY24" fmla="*/ 910220 h 2628492"/>
                <a:gd name="connsiteX25" fmla="*/ 467312 w 2057002"/>
                <a:gd name="connsiteY25" fmla="*/ 560970 h 2628492"/>
                <a:gd name="connsiteX26" fmla="*/ 435562 w 2057002"/>
                <a:gd name="connsiteY26" fmla="*/ 446670 h 2628492"/>
                <a:gd name="connsiteX27" fmla="*/ 613362 w 2057002"/>
                <a:gd name="connsiteY27" fmla="*/ 364120 h 2628492"/>
                <a:gd name="connsiteX28" fmla="*/ 670512 w 2057002"/>
                <a:gd name="connsiteY28" fmla="*/ 395870 h 2628492"/>
                <a:gd name="connsiteX29" fmla="*/ 759412 w 2057002"/>
                <a:gd name="connsiteY29" fmla="*/ 367295 h 2628492"/>
                <a:gd name="connsiteX0" fmla="*/ 759412 w 2057002"/>
                <a:gd name="connsiteY0" fmla="*/ 367295 h 2628492"/>
                <a:gd name="connsiteX1" fmla="*/ 1235664 w 2057002"/>
                <a:gd name="connsiteY1" fmla="*/ 205369 h 2628492"/>
                <a:gd name="connsiteX2" fmla="*/ 1375364 w 2057002"/>
                <a:gd name="connsiteY2" fmla="*/ 275219 h 2628492"/>
                <a:gd name="connsiteX3" fmla="*/ 1797637 w 2057002"/>
                <a:gd name="connsiteY3" fmla="*/ 367295 h 2628492"/>
                <a:gd name="connsiteX4" fmla="*/ 1946863 w 2057002"/>
                <a:gd name="connsiteY4" fmla="*/ 567319 h 2628492"/>
                <a:gd name="connsiteX5" fmla="*/ 2010363 w 2057002"/>
                <a:gd name="connsiteY5" fmla="*/ 834019 h 2628492"/>
                <a:gd name="connsiteX6" fmla="*/ 1854594 w 2057002"/>
                <a:gd name="connsiteY6" fmla="*/ 1936464 h 2628492"/>
                <a:gd name="connsiteX7" fmla="*/ 1991754 w 2057002"/>
                <a:gd name="connsiteY7" fmla="*/ 2134584 h 2628492"/>
                <a:gd name="connsiteX8" fmla="*/ 1808874 w 2057002"/>
                <a:gd name="connsiteY8" fmla="*/ 2271744 h 2628492"/>
                <a:gd name="connsiteX9" fmla="*/ 1877454 w 2057002"/>
                <a:gd name="connsiteY9" fmla="*/ 2431764 h 2628492"/>
                <a:gd name="connsiteX10" fmla="*/ 1724613 w 2057002"/>
                <a:gd name="connsiteY10" fmla="*/ 2618369 h 2628492"/>
                <a:gd name="connsiteX11" fmla="*/ 1591897 w 2057002"/>
                <a:gd name="connsiteY11" fmla="*/ 2438030 h 2628492"/>
                <a:gd name="connsiteX12" fmla="*/ 1363934 w 2057002"/>
                <a:gd name="connsiteY12" fmla="*/ 2617099 h 2628492"/>
                <a:gd name="connsiteX13" fmla="*/ 1132794 w 2057002"/>
                <a:gd name="connsiteY13" fmla="*/ 2468509 h 2628492"/>
                <a:gd name="connsiteX14" fmla="*/ 915624 w 2057002"/>
                <a:gd name="connsiteY14" fmla="*/ 2625989 h 2628492"/>
                <a:gd name="connsiteX15" fmla="*/ 745444 w 2057002"/>
                <a:gd name="connsiteY15" fmla="*/ 2526929 h 2628492"/>
                <a:gd name="connsiteX16" fmla="*/ 493984 w 2057002"/>
                <a:gd name="connsiteY16" fmla="*/ 2496449 h 2628492"/>
                <a:gd name="connsiteX17" fmla="*/ 355554 w 2057002"/>
                <a:gd name="connsiteY17" fmla="*/ 2393579 h 2628492"/>
                <a:gd name="connsiteX18" fmla="*/ 308562 w 2057002"/>
                <a:gd name="connsiteY18" fmla="*/ 2247530 h 2628492"/>
                <a:gd name="connsiteX19" fmla="*/ 271734 w 2057002"/>
                <a:gd name="connsiteY19" fmla="*/ 2062109 h 2628492"/>
                <a:gd name="connsiteX20" fmla="*/ 285704 w 2057002"/>
                <a:gd name="connsiteY20" fmla="*/ 1819539 h 2628492"/>
                <a:gd name="connsiteX21" fmla="*/ 182834 w 2057002"/>
                <a:gd name="connsiteY21" fmla="*/ 1608720 h 2628492"/>
                <a:gd name="connsiteX22" fmla="*/ 35514 w 2057002"/>
                <a:gd name="connsiteY22" fmla="*/ 1399170 h 2628492"/>
                <a:gd name="connsiteX23" fmla="*/ 99013 w 2057002"/>
                <a:gd name="connsiteY23" fmla="*/ 1253120 h 2628492"/>
                <a:gd name="connsiteX24" fmla="*/ 118062 w 2057002"/>
                <a:gd name="connsiteY24" fmla="*/ 1119770 h 2628492"/>
                <a:gd name="connsiteX25" fmla="*/ 327612 w 2057002"/>
                <a:gd name="connsiteY25" fmla="*/ 910220 h 2628492"/>
                <a:gd name="connsiteX26" fmla="*/ 467312 w 2057002"/>
                <a:gd name="connsiteY26" fmla="*/ 560970 h 2628492"/>
                <a:gd name="connsiteX27" fmla="*/ 435562 w 2057002"/>
                <a:gd name="connsiteY27" fmla="*/ 446670 h 2628492"/>
                <a:gd name="connsiteX28" fmla="*/ 613362 w 2057002"/>
                <a:gd name="connsiteY28" fmla="*/ 364120 h 2628492"/>
                <a:gd name="connsiteX29" fmla="*/ 670512 w 2057002"/>
                <a:gd name="connsiteY29" fmla="*/ 395870 h 2628492"/>
                <a:gd name="connsiteX30" fmla="*/ 759412 w 2057002"/>
                <a:gd name="connsiteY30" fmla="*/ 367295 h 2628492"/>
                <a:gd name="connsiteX0" fmla="*/ 759412 w 2072615"/>
                <a:gd name="connsiteY0" fmla="*/ 367295 h 2628492"/>
                <a:gd name="connsiteX1" fmla="*/ 1235664 w 2072615"/>
                <a:gd name="connsiteY1" fmla="*/ 205369 h 2628492"/>
                <a:gd name="connsiteX2" fmla="*/ 1375364 w 2072615"/>
                <a:gd name="connsiteY2" fmla="*/ 275219 h 2628492"/>
                <a:gd name="connsiteX3" fmla="*/ 1797637 w 2072615"/>
                <a:gd name="connsiteY3" fmla="*/ 367295 h 2628492"/>
                <a:gd name="connsiteX4" fmla="*/ 1946863 w 2072615"/>
                <a:gd name="connsiteY4" fmla="*/ 567319 h 2628492"/>
                <a:gd name="connsiteX5" fmla="*/ 2010363 w 2072615"/>
                <a:gd name="connsiteY5" fmla="*/ 834019 h 2628492"/>
                <a:gd name="connsiteX6" fmla="*/ 2067954 w 2072615"/>
                <a:gd name="connsiteY6" fmla="*/ 1852644 h 2628492"/>
                <a:gd name="connsiteX7" fmla="*/ 1854594 w 2072615"/>
                <a:gd name="connsiteY7" fmla="*/ 1936464 h 2628492"/>
                <a:gd name="connsiteX8" fmla="*/ 1991754 w 2072615"/>
                <a:gd name="connsiteY8" fmla="*/ 2134584 h 2628492"/>
                <a:gd name="connsiteX9" fmla="*/ 1808874 w 2072615"/>
                <a:gd name="connsiteY9" fmla="*/ 2271744 h 2628492"/>
                <a:gd name="connsiteX10" fmla="*/ 1877454 w 2072615"/>
                <a:gd name="connsiteY10" fmla="*/ 2431764 h 2628492"/>
                <a:gd name="connsiteX11" fmla="*/ 1724613 w 2072615"/>
                <a:gd name="connsiteY11" fmla="*/ 2618369 h 2628492"/>
                <a:gd name="connsiteX12" fmla="*/ 1591897 w 2072615"/>
                <a:gd name="connsiteY12" fmla="*/ 2438030 h 2628492"/>
                <a:gd name="connsiteX13" fmla="*/ 1363934 w 2072615"/>
                <a:gd name="connsiteY13" fmla="*/ 2617099 h 2628492"/>
                <a:gd name="connsiteX14" fmla="*/ 1132794 w 2072615"/>
                <a:gd name="connsiteY14" fmla="*/ 2468509 h 2628492"/>
                <a:gd name="connsiteX15" fmla="*/ 915624 w 2072615"/>
                <a:gd name="connsiteY15" fmla="*/ 2625989 h 2628492"/>
                <a:gd name="connsiteX16" fmla="*/ 745444 w 2072615"/>
                <a:gd name="connsiteY16" fmla="*/ 2526929 h 2628492"/>
                <a:gd name="connsiteX17" fmla="*/ 493984 w 2072615"/>
                <a:gd name="connsiteY17" fmla="*/ 2496449 h 2628492"/>
                <a:gd name="connsiteX18" fmla="*/ 355554 w 2072615"/>
                <a:gd name="connsiteY18" fmla="*/ 2393579 h 2628492"/>
                <a:gd name="connsiteX19" fmla="*/ 308562 w 2072615"/>
                <a:gd name="connsiteY19" fmla="*/ 2247530 h 2628492"/>
                <a:gd name="connsiteX20" fmla="*/ 271734 w 2072615"/>
                <a:gd name="connsiteY20" fmla="*/ 2062109 h 2628492"/>
                <a:gd name="connsiteX21" fmla="*/ 285704 w 2072615"/>
                <a:gd name="connsiteY21" fmla="*/ 1819539 h 2628492"/>
                <a:gd name="connsiteX22" fmla="*/ 182834 w 2072615"/>
                <a:gd name="connsiteY22" fmla="*/ 1608720 h 2628492"/>
                <a:gd name="connsiteX23" fmla="*/ 35514 w 2072615"/>
                <a:gd name="connsiteY23" fmla="*/ 1399170 h 2628492"/>
                <a:gd name="connsiteX24" fmla="*/ 99013 w 2072615"/>
                <a:gd name="connsiteY24" fmla="*/ 1253120 h 2628492"/>
                <a:gd name="connsiteX25" fmla="*/ 118062 w 2072615"/>
                <a:gd name="connsiteY25" fmla="*/ 1119770 h 2628492"/>
                <a:gd name="connsiteX26" fmla="*/ 327612 w 2072615"/>
                <a:gd name="connsiteY26" fmla="*/ 910220 h 2628492"/>
                <a:gd name="connsiteX27" fmla="*/ 467312 w 2072615"/>
                <a:gd name="connsiteY27" fmla="*/ 560970 h 2628492"/>
                <a:gd name="connsiteX28" fmla="*/ 435562 w 2072615"/>
                <a:gd name="connsiteY28" fmla="*/ 446670 h 2628492"/>
                <a:gd name="connsiteX29" fmla="*/ 613362 w 2072615"/>
                <a:gd name="connsiteY29" fmla="*/ 364120 h 2628492"/>
                <a:gd name="connsiteX30" fmla="*/ 670512 w 2072615"/>
                <a:gd name="connsiteY30" fmla="*/ 395870 h 2628492"/>
                <a:gd name="connsiteX31" fmla="*/ 759412 w 2072615"/>
                <a:gd name="connsiteY31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30794 w 2073015"/>
                <a:gd name="connsiteY6" fmla="*/ 1662144 h 2628492"/>
                <a:gd name="connsiteX7" fmla="*/ 2067954 w 2073015"/>
                <a:gd name="connsiteY7" fmla="*/ 1852644 h 2628492"/>
                <a:gd name="connsiteX8" fmla="*/ 1854594 w 2073015"/>
                <a:gd name="connsiteY8" fmla="*/ 1936464 h 2628492"/>
                <a:gd name="connsiteX9" fmla="*/ 1991754 w 2073015"/>
                <a:gd name="connsiteY9" fmla="*/ 2134584 h 2628492"/>
                <a:gd name="connsiteX10" fmla="*/ 1808874 w 2073015"/>
                <a:gd name="connsiteY10" fmla="*/ 2271744 h 2628492"/>
                <a:gd name="connsiteX11" fmla="*/ 1877454 w 2073015"/>
                <a:gd name="connsiteY11" fmla="*/ 2431764 h 2628492"/>
                <a:gd name="connsiteX12" fmla="*/ 1724613 w 2073015"/>
                <a:gd name="connsiteY12" fmla="*/ 2618369 h 2628492"/>
                <a:gd name="connsiteX13" fmla="*/ 1591897 w 2073015"/>
                <a:gd name="connsiteY13" fmla="*/ 2438030 h 2628492"/>
                <a:gd name="connsiteX14" fmla="*/ 1363934 w 2073015"/>
                <a:gd name="connsiteY14" fmla="*/ 2617099 h 2628492"/>
                <a:gd name="connsiteX15" fmla="*/ 1132794 w 2073015"/>
                <a:gd name="connsiteY15" fmla="*/ 2468509 h 2628492"/>
                <a:gd name="connsiteX16" fmla="*/ 915624 w 2073015"/>
                <a:gd name="connsiteY16" fmla="*/ 2625989 h 2628492"/>
                <a:gd name="connsiteX17" fmla="*/ 745444 w 2073015"/>
                <a:gd name="connsiteY17" fmla="*/ 2526929 h 2628492"/>
                <a:gd name="connsiteX18" fmla="*/ 493984 w 2073015"/>
                <a:gd name="connsiteY18" fmla="*/ 2496449 h 2628492"/>
                <a:gd name="connsiteX19" fmla="*/ 355554 w 2073015"/>
                <a:gd name="connsiteY19" fmla="*/ 2393579 h 2628492"/>
                <a:gd name="connsiteX20" fmla="*/ 308562 w 2073015"/>
                <a:gd name="connsiteY20" fmla="*/ 2247530 h 2628492"/>
                <a:gd name="connsiteX21" fmla="*/ 271734 w 2073015"/>
                <a:gd name="connsiteY21" fmla="*/ 2062109 h 2628492"/>
                <a:gd name="connsiteX22" fmla="*/ 285704 w 2073015"/>
                <a:gd name="connsiteY22" fmla="*/ 1819539 h 2628492"/>
                <a:gd name="connsiteX23" fmla="*/ 182834 w 2073015"/>
                <a:gd name="connsiteY23" fmla="*/ 1608720 h 2628492"/>
                <a:gd name="connsiteX24" fmla="*/ 35514 w 2073015"/>
                <a:gd name="connsiteY24" fmla="*/ 1399170 h 2628492"/>
                <a:gd name="connsiteX25" fmla="*/ 99013 w 2073015"/>
                <a:gd name="connsiteY25" fmla="*/ 1253120 h 2628492"/>
                <a:gd name="connsiteX26" fmla="*/ 118062 w 2073015"/>
                <a:gd name="connsiteY26" fmla="*/ 1119770 h 2628492"/>
                <a:gd name="connsiteX27" fmla="*/ 327612 w 2073015"/>
                <a:gd name="connsiteY27" fmla="*/ 910220 h 2628492"/>
                <a:gd name="connsiteX28" fmla="*/ 467312 w 2073015"/>
                <a:gd name="connsiteY28" fmla="*/ 560970 h 2628492"/>
                <a:gd name="connsiteX29" fmla="*/ 435562 w 2073015"/>
                <a:gd name="connsiteY29" fmla="*/ 446670 h 2628492"/>
                <a:gd name="connsiteX30" fmla="*/ 613362 w 2073015"/>
                <a:gd name="connsiteY30" fmla="*/ 364120 h 2628492"/>
                <a:gd name="connsiteX31" fmla="*/ 670512 w 2073015"/>
                <a:gd name="connsiteY31" fmla="*/ 395870 h 2628492"/>
                <a:gd name="connsiteX32" fmla="*/ 759412 w 2073015"/>
                <a:gd name="connsiteY32" fmla="*/ 367295 h 2628492"/>
                <a:gd name="connsiteX0" fmla="*/ 759412 w 2073015"/>
                <a:gd name="connsiteY0" fmla="*/ 367295 h 2628492"/>
                <a:gd name="connsiteX1" fmla="*/ 1235664 w 2073015"/>
                <a:gd name="connsiteY1" fmla="*/ 205369 h 2628492"/>
                <a:gd name="connsiteX2" fmla="*/ 1375364 w 2073015"/>
                <a:gd name="connsiteY2" fmla="*/ 275219 h 2628492"/>
                <a:gd name="connsiteX3" fmla="*/ 1797637 w 2073015"/>
                <a:gd name="connsiteY3" fmla="*/ 367295 h 2628492"/>
                <a:gd name="connsiteX4" fmla="*/ 1946863 w 2073015"/>
                <a:gd name="connsiteY4" fmla="*/ 567319 h 2628492"/>
                <a:gd name="connsiteX5" fmla="*/ 2010363 w 2073015"/>
                <a:gd name="connsiteY5" fmla="*/ 834019 h 2628492"/>
                <a:gd name="connsiteX6" fmla="*/ 1968894 w 2073015"/>
                <a:gd name="connsiteY6" fmla="*/ 1395444 h 2628492"/>
                <a:gd name="connsiteX7" fmla="*/ 1930794 w 2073015"/>
                <a:gd name="connsiteY7" fmla="*/ 1662144 h 2628492"/>
                <a:gd name="connsiteX8" fmla="*/ 2067954 w 2073015"/>
                <a:gd name="connsiteY8" fmla="*/ 1852644 h 2628492"/>
                <a:gd name="connsiteX9" fmla="*/ 1854594 w 2073015"/>
                <a:gd name="connsiteY9" fmla="*/ 1936464 h 2628492"/>
                <a:gd name="connsiteX10" fmla="*/ 1991754 w 2073015"/>
                <a:gd name="connsiteY10" fmla="*/ 2134584 h 2628492"/>
                <a:gd name="connsiteX11" fmla="*/ 1808874 w 2073015"/>
                <a:gd name="connsiteY11" fmla="*/ 2271744 h 2628492"/>
                <a:gd name="connsiteX12" fmla="*/ 1877454 w 2073015"/>
                <a:gd name="connsiteY12" fmla="*/ 2431764 h 2628492"/>
                <a:gd name="connsiteX13" fmla="*/ 1724613 w 2073015"/>
                <a:gd name="connsiteY13" fmla="*/ 2618369 h 2628492"/>
                <a:gd name="connsiteX14" fmla="*/ 1591897 w 2073015"/>
                <a:gd name="connsiteY14" fmla="*/ 2438030 h 2628492"/>
                <a:gd name="connsiteX15" fmla="*/ 1363934 w 2073015"/>
                <a:gd name="connsiteY15" fmla="*/ 2617099 h 2628492"/>
                <a:gd name="connsiteX16" fmla="*/ 1132794 w 2073015"/>
                <a:gd name="connsiteY16" fmla="*/ 2468509 h 2628492"/>
                <a:gd name="connsiteX17" fmla="*/ 915624 w 2073015"/>
                <a:gd name="connsiteY17" fmla="*/ 2625989 h 2628492"/>
                <a:gd name="connsiteX18" fmla="*/ 745444 w 2073015"/>
                <a:gd name="connsiteY18" fmla="*/ 2526929 h 2628492"/>
                <a:gd name="connsiteX19" fmla="*/ 493984 w 2073015"/>
                <a:gd name="connsiteY19" fmla="*/ 2496449 h 2628492"/>
                <a:gd name="connsiteX20" fmla="*/ 355554 w 2073015"/>
                <a:gd name="connsiteY20" fmla="*/ 2393579 h 2628492"/>
                <a:gd name="connsiteX21" fmla="*/ 308562 w 2073015"/>
                <a:gd name="connsiteY21" fmla="*/ 2247530 h 2628492"/>
                <a:gd name="connsiteX22" fmla="*/ 271734 w 2073015"/>
                <a:gd name="connsiteY22" fmla="*/ 2062109 h 2628492"/>
                <a:gd name="connsiteX23" fmla="*/ 285704 w 2073015"/>
                <a:gd name="connsiteY23" fmla="*/ 1819539 h 2628492"/>
                <a:gd name="connsiteX24" fmla="*/ 182834 w 2073015"/>
                <a:gd name="connsiteY24" fmla="*/ 1608720 h 2628492"/>
                <a:gd name="connsiteX25" fmla="*/ 35514 w 2073015"/>
                <a:gd name="connsiteY25" fmla="*/ 1399170 h 2628492"/>
                <a:gd name="connsiteX26" fmla="*/ 99013 w 2073015"/>
                <a:gd name="connsiteY26" fmla="*/ 1253120 h 2628492"/>
                <a:gd name="connsiteX27" fmla="*/ 118062 w 2073015"/>
                <a:gd name="connsiteY27" fmla="*/ 1119770 h 2628492"/>
                <a:gd name="connsiteX28" fmla="*/ 327612 w 2073015"/>
                <a:gd name="connsiteY28" fmla="*/ 910220 h 2628492"/>
                <a:gd name="connsiteX29" fmla="*/ 467312 w 2073015"/>
                <a:gd name="connsiteY29" fmla="*/ 560970 h 2628492"/>
                <a:gd name="connsiteX30" fmla="*/ 435562 w 2073015"/>
                <a:gd name="connsiteY30" fmla="*/ 446670 h 2628492"/>
                <a:gd name="connsiteX31" fmla="*/ 613362 w 2073015"/>
                <a:gd name="connsiteY31" fmla="*/ 364120 h 2628492"/>
                <a:gd name="connsiteX32" fmla="*/ 670512 w 2073015"/>
                <a:gd name="connsiteY32" fmla="*/ 395870 h 2628492"/>
                <a:gd name="connsiteX33" fmla="*/ 759412 w 2073015"/>
                <a:gd name="connsiteY33" fmla="*/ 367295 h 2628492"/>
                <a:gd name="connsiteX0" fmla="*/ 759412 w 2073015"/>
                <a:gd name="connsiteY0" fmla="*/ 447927 h 2709124"/>
                <a:gd name="connsiteX1" fmla="*/ 1121364 w 2073015"/>
                <a:gd name="connsiteY1" fmla="*/ 186941 h 2709124"/>
                <a:gd name="connsiteX2" fmla="*/ 1375364 w 2073015"/>
                <a:gd name="connsiteY2" fmla="*/ 355851 h 2709124"/>
                <a:gd name="connsiteX3" fmla="*/ 1797637 w 2073015"/>
                <a:gd name="connsiteY3" fmla="*/ 447927 h 2709124"/>
                <a:gd name="connsiteX4" fmla="*/ 1946863 w 2073015"/>
                <a:gd name="connsiteY4" fmla="*/ 647951 h 2709124"/>
                <a:gd name="connsiteX5" fmla="*/ 2010363 w 2073015"/>
                <a:gd name="connsiteY5" fmla="*/ 914651 h 2709124"/>
                <a:gd name="connsiteX6" fmla="*/ 1968894 w 2073015"/>
                <a:gd name="connsiteY6" fmla="*/ 1476076 h 2709124"/>
                <a:gd name="connsiteX7" fmla="*/ 1930794 w 2073015"/>
                <a:gd name="connsiteY7" fmla="*/ 1742776 h 2709124"/>
                <a:gd name="connsiteX8" fmla="*/ 2067954 w 2073015"/>
                <a:gd name="connsiteY8" fmla="*/ 1933276 h 2709124"/>
                <a:gd name="connsiteX9" fmla="*/ 1854594 w 2073015"/>
                <a:gd name="connsiteY9" fmla="*/ 2017096 h 2709124"/>
                <a:gd name="connsiteX10" fmla="*/ 1991754 w 2073015"/>
                <a:gd name="connsiteY10" fmla="*/ 2215216 h 2709124"/>
                <a:gd name="connsiteX11" fmla="*/ 1808874 w 2073015"/>
                <a:gd name="connsiteY11" fmla="*/ 2352376 h 2709124"/>
                <a:gd name="connsiteX12" fmla="*/ 1877454 w 2073015"/>
                <a:gd name="connsiteY12" fmla="*/ 2512396 h 2709124"/>
                <a:gd name="connsiteX13" fmla="*/ 1724613 w 2073015"/>
                <a:gd name="connsiteY13" fmla="*/ 2699001 h 2709124"/>
                <a:gd name="connsiteX14" fmla="*/ 1591897 w 2073015"/>
                <a:gd name="connsiteY14" fmla="*/ 2518662 h 2709124"/>
                <a:gd name="connsiteX15" fmla="*/ 1363934 w 2073015"/>
                <a:gd name="connsiteY15" fmla="*/ 2697731 h 2709124"/>
                <a:gd name="connsiteX16" fmla="*/ 1132794 w 2073015"/>
                <a:gd name="connsiteY16" fmla="*/ 2549141 h 2709124"/>
                <a:gd name="connsiteX17" fmla="*/ 915624 w 2073015"/>
                <a:gd name="connsiteY17" fmla="*/ 2706621 h 2709124"/>
                <a:gd name="connsiteX18" fmla="*/ 745444 w 2073015"/>
                <a:gd name="connsiteY18" fmla="*/ 2607561 h 2709124"/>
                <a:gd name="connsiteX19" fmla="*/ 493984 w 2073015"/>
                <a:gd name="connsiteY19" fmla="*/ 2577081 h 2709124"/>
                <a:gd name="connsiteX20" fmla="*/ 355554 w 2073015"/>
                <a:gd name="connsiteY20" fmla="*/ 2474211 h 2709124"/>
                <a:gd name="connsiteX21" fmla="*/ 308562 w 2073015"/>
                <a:gd name="connsiteY21" fmla="*/ 2328162 h 2709124"/>
                <a:gd name="connsiteX22" fmla="*/ 271734 w 2073015"/>
                <a:gd name="connsiteY22" fmla="*/ 2142741 h 2709124"/>
                <a:gd name="connsiteX23" fmla="*/ 285704 w 2073015"/>
                <a:gd name="connsiteY23" fmla="*/ 1900171 h 2709124"/>
                <a:gd name="connsiteX24" fmla="*/ 182834 w 2073015"/>
                <a:gd name="connsiteY24" fmla="*/ 1689352 h 2709124"/>
                <a:gd name="connsiteX25" fmla="*/ 35514 w 2073015"/>
                <a:gd name="connsiteY25" fmla="*/ 1479802 h 2709124"/>
                <a:gd name="connsiteX26" fmla="*/ 99013 w 2073015"/>
                <a:gd name="connsiteY26" fmla="*/ 1333752 h 2709124"/>
                <a:gd name="connsiteX27" fmla="*/ 118062 w 2073015"/>
                <a:gd name="connsiteY27" fmla="*/ 1200402 h 2709124"/>
                <a:gd name="connsiteX28" fmla="*/ 327612 w 2073015"/>
                <a:gd name="connsiteY28" fmla="*/ 990852 h 2709124"/>
                <a:gd name="connsiteX29" fmla="*/ 467312 w 2073015"/>
                <a:gd name="connsiteY29" fmla="*/ 641602 h 2709124"/>
                <a:gd name="connsiteX30" fmla="*/ 435562 w 2073015"/>
                <a:gd name="connsiteY30" fmla="*/ 527302 h 2709124"/>
                <a:gd name="connsiteX31" fmla="*/ 613362 w 2073015"/>
                <a:gd name="connsiteY31" fmla="*/ 444752 h 2709124"/>
                <a:gd name="connsiteX32" fmla="*/ 670512 w 2073015"/>
                <a:gd name="connsiteY32" fmla="*/ 476502 h 2709124"/>
                <a:gd name="connsiteX33" fmla="*/ 759412 w 2073015"/>
                <a:gd name="connsiteY33" fmla="*/ 447927 h 2709124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35562 w 2073015"/>
                <a:gd name="connsiteY31" fmla="*/ 3941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412 w 2073015"/>
                <a:gd name="connsiteY0" fmla="*/ 314765 h 2575962"/>
                <a:gd name="connsiteX1" fmla="*/ 924954 w 2073015"/>
                <a:gd name="connsiteY1" fmla="*/ 24654 h 2575962"/>
                <a:gd name="connsiteX2" fmla="*/ 1121364 w 2073015"/>
                <a:gd name="connsiteY2" fmla="*/ 53779 h 2575962"/>
                <a:gd name="connsiteX3" fmla="*/ 1375364 w 2073015"/>
                <a:gd name="connsiteY3" fmla="*/ 222689 h 2575962"/>
                <a:gd name="connsiteX4" fmla="*/ 1797637 w 2073015"/>
                <a:gd name="connsiteY4" fmla="*/ 314765 h 2575962"/>
                <a:gd name="connsiteX5" fmla="*/ 1946863 w 2073015"/>
                <a:gd name="connsiteY5" fmla="*/ 514789 h 2575962"/>
                <a:gd name="connsiteX6" fmla="*/ 2010363 w 2073015"/>
                <a:gd name="connsiteY6" fmla="*/ 781489 h 2575962"/>
                <a:gd name="connsiteX7" fmla="*/ 1968894 w 2073015"/>
                <a:gd name="connsiteY7" fmla="*/ 1342914 h 2575962"/>
                <a:gd name="connsiteX8" fmla="*/ 1930794 w 2073015"/>
                <a:gd name="connsiteY8" fmla="*/ 1609614 h 2575962"/>
                <a:gd name="connsiteX9" fmla="*/ 2067954 w 2073015"/>
                <a:gd name="connsiteY9" fmla="*/ 1800114 h 2575962"/>
                <a:gd name="connsiteX10" fmla="*/ 1854594 w 2073015"/>
                <a:gd name="connsiteY10" fmla="*/ 1883934 h 2575962"/>
                <a:gd name="connsiteX11" fmla="*/ 1991754 w 2073015"/>
                <a:gd name="connsiteY11" fmla="*/ 2082054 h 2575962"/>
                <a:gd name="connsiteX12" fmla="*/ 1808874 w 2073015"/>
                <a:gd name="connsiteY12" fmla="*/ 2219214 h 2575962"/>
                <a:gd name="connsiteX13" fmla="*/ 1877454 w 2073015"/>
                <a:gd name="connsiteY13" fmla="*/ 2379234 h 2575962"/>
                <a:gd name="connsiteX14" fmla="*/ 1724613 w 2073015"/>
                <a:gd name="connsiteY14" fmla="*/ 2565839 h 2575962"/>
                <a:gd name="connsiteX15" fmla="*/ 1591897 w 2073015"/>
                <a:gd name="connsiteY15" fmla="*/ 2385500 h 2575962"/>
                <a:gd name="connsiteX16" fmla="*/ 1363934 w 2073015"/>
                <a:gd name="connsiteY16" fmla="*/ 2564569 h 2575962"/>
                <a:gd name="connsiteX17" fmla="*/ 1132794 w 2073015"/>
                <a:gd name="connsiteY17" fmla="*/ 2415979 h 2575962"/>
                <a:gd name="connsiteX18" fmla="*/ 915624 w 2073015"/>
                <a:gd name="connsiteY18" fmla="*/ 2573459 h 2575962"/>
                <a:gd name="connsiteX19" fmla="*/ 745444 w 2073015"/>
                <a:gd name="connsiteY19" fmla="*/ 2474399 h 2575962"/>
                <a:gd name="connsiteX20" fmla="*/ 493984 w 2073015"/>
                <a:gd name="connsiteY20" fmla="*/ 2443919 h 2575962"/>
                <a:gd name="connsiteX21" fmla="*/ 355554 w 2073015"/>
                <a:gd name="connsiteY21" fmla="*/ 2341049 h 2575962"/>
                <a:gd name="connsiteX22" fmla="*/ 308562 w 2073015"/>
                <a:gd name="connsiteY22" fmla="*/ 2195000 h 2575962"/>
                <a:gd name="connsiteX23" fmla="*/ 271734 w 2073015"/>
                <a:gd name="connsiteY23" fmla="*/ 2009579 h 2575962"/>
                <a:gd name="connsiteX24" fmla="*/ 285704 w 2073015"/>
                <a:gd name="connsiteY24" fmla="*/ 1767009 h 2575962"/>
                <a:gd name="connsiteX25" fmla="*/ 182834 w 2073015"/>
                <a:gd name="connsiteY25" fmla="*/ 1556190 h 2575962"/>
                <a:gd name="connsiteX26" fmla="*/ 35514 w 2073015"/>
                <a:gd name="connsiteY26" fmla="*/ 1346640 h 2575962"/>
                <a:gd name="connsiteX27" fmla="*/ 99013 w 2073015"/>
                <a:gd name="connsiteY27" fmla="*/ 1200590 h 2575962"/>
                <a:gd name="connsiteX28" fmla="*/ 118062 w 2073015"/>
                <a:gd name="connsiteY28" fmla="*/ 1067240 h 2575962"/>
                <a:gd name="connsiteX29" fmla="*/ 327612 w 2073015"/>
                <a:gd name="connsiteY29" fmla="*/ 857690 h 2575962"/>
                <a:gd name="connsiteX30" fmla="*/ 467312 w 2073015"/>
                <a:gd name="connsiteY30" fmla="*/ 508440 h 2575962"/>
                <a:gd name="connsiteX31" fmla="*/ 458422 w 2073015"/>
                <a:gd name="connsiteY31" fmla="*/ 356040 h 2575962"/>
                <a:gd name="connsiteX32" fmla="*/ 613362 w 2073015"/>
                <a:gd name="connsiteY32" fmla="*/ 311590 h 2575962"/>
                <a:gd name="connsiteX33" fmla="*/ 670512 w 2073015"/>
                <a:gd name="connsiteY33" fmla="*/ 343340 h 2575962"/>
                <a:gd name="connsiteX34" fmla="*/ 759412 w 2073015"/>
                <a:gd name="connsiteY34" fmla="*/ 314765 h 2575962"/>
                <a:gd name="connsiteX0" fmla="*/ 759993 w 2073596"/>
                <a:gd name="connsiteY0" fmla="*/ 314765 h 2575962"/>
                <a:gd name="connsiteX1" fmla="*/ 925535 w 2073596"/>
                <a:gd name="connsiteY1" fmla="*/ 24654 h 2575962"/>
                <a:gd name="connsiteX2" fmla="*/ 1121945 w 2073596"/>
                <a:gd name="connsiteY2" fmla="*/ 53779 h 2575962"/>
                <a:gd name="connsiteX3" fmla="*/ 1375945 w 2073596"/>
                <a:gd name="connsiteY3" fmla="*/ 222689 h 2575962"/>
                <a:gd name="connsiteX4" fmla="*/ 1798218 w 2073596"/>
                <a:gd name="connsiteY4" fmla="*/ 314765 h 2575962"/>
                <a:gd name="connsiteX5" fmla="*/ 1947444 w 2073596"/>
                <a:gd name="connsiteY5" fmla="*/ 514789 h 2575962"/>
                <a:gd name="connsiteX6" fmla="*/ 2010944 w 2073596"/>
                <a:gd name="connsiteY6" fmla="*/ 781489 h 2575962"/>
                <a:gd name="connsiteX7" fmla="*/ 1969475 w 2073596"/>
                <a:gd name="connsiteY7" fmla="*/ 1342914 h 2575962"/>
                <a:gd name="connsiteX8" fmla="*/ 1931375 w 2073596"/>
                <a:gd name="connsiteY8" fmla="*/ 1609614 h 2575962"/>
                <a:gd name="connsiteX9" fmla="*/ 2068535 w 2073596"/>
                <a:gd name="connsiteY9" fmla="*/ 1800114 h 2575962"/>
                <a:gd name="connsiteX10" fmla="*/ 1855175 w 2073596"/>
                <a:gd name="connsiteY10" fmla="*/ 1883934 h 2575962"/>
                <a:gd name="connsiteX11" fmla="*/ 1992335 w 2073596"/>
                <a:gd name="connsiteY11" fmla="*/ 2082054 h 2575962"/>
                <a:gd name="connsiteX12" fmla="*/ 1809455 w 2073596"/>
                <a:gd name="connsiteY12" fmla="*/ 2219214 h 2575962"/>
                <a:gd name="connsiteX13" fmla="*/ 1878035 w 2073596"/>
                <a:gd name="connsiteY13" fmla="*/ 2379234 h 2575962"/>
                <a:gd name="connsiteX14" fmla="*/ 1725194 w 2073596"/>
                <a:gd name="connsiteY14" fmla="*/ 2565839 h 2575962"/>
                <a:gd name="connsiteX15" fmla="*/ 1592478 w 2073596"/>
                <a:gd name="connsiteY15" fmla="*/ 2385500 h 2575962"/>
                <a:gd name="connsiteX16" fmla="*/ 1364515 w 2073596"/>
                <a:gd name="connsiteY16" fmla="*/ 2564569 h 2575962"/>
                <a:gd name="connsiteX17" fmla="*/ 1133375 w 2073596"/>
                <a:gd name="connsiteY17" fmla="*/ 2415979 h 2575962"/>
                <a:gd name="connsiteX18" fmla="*/ 916205 w 2073596"/>
                <a:gd name="connsiteY18" fmla="*/ 2573459 h 2575962"/>
                <a:gd name="connsiteX19" fmla="*/ 746025 w 2073596"/>
                <a:gd name="connsiteY19" fmla="*/ 2474399 h 2575962"/>
                <a:gd name="connsiteX20" fmla="*/ 494565 w 2073596"/>
                <a:gd name="connsiteY20" fmla="*/ 2443919 h 2575962"/>
                <a:gd name="connsiteX21" fmla="*/ 356135 w 2073596"/>
                <a:gd name="connsiteY21" fmla="*/ 2341049 h 2575962"/>
                <a:gd name="connsiteX22" fmla="*/ 309143 w 2073596"/>
                <a:gd name="connsiteY22" fmla="*/ 2195000 h 2575962"/>
                <a:gd name="connsiteX23" fmla="*/ 272315 w 2073596"/>
                <a:gd name="connsiteY23" fmla="*/ 2009579 h 2575962"/>
                <a:gd name="connsiteX24" fmla="*/ 286285 w 2073596"/>
                <a:gd name="connsiteY24" fmla="*/ 1767009 h 2575962"/>
                <a:gd name="connsiteX25" fmla="*/ 183415 w 2073596"/>
                <a:gd name="connsiteY25" fmla="*/ 1556190 h 2575962"/>
                <a:gd name="connsiteX26" fmla="*/ 36095 w 2073596"/>
                <a:gd name="connsiteY26" fmla="*/ 1346640 h 2575962"/>
                <a:gd name="connsiteX27" fmla="*/ 99594 w 2073596"/>
                <a:gd name="connsiteY27" fmla="*/ 1200590 h 2575962"/>
                <a:gd name="connsiteX28" fmla="*/ 118643 w 2073596"/>
                <a:gd name="connsiteY28" fmla="*/ 1067240 h 2575962"/>
                <a:gd name="connsiteX29" fmla="*/ 328193 w 2073596"/>
                <a:gd name="connsiteY29" fmla="*/ 857690 h 2575962"/>
                <a:gd name="connsiteX30" fmla="*/ 467893 w 2073596"/>
                <a:gd name="connsiteY30" fmla="*/ 508440 h 2575962"/>
                <a:gd name="connsiteX31" fmla="*/ 459003 w 2073596"/>
                <a:gd name="connsiteY31" fmla="*/ 356040 h 2575962"/>
                <a:gd name="connsiteX32" fmla="*/ 613943 w 2073596"/>
                <a:gd name="connsiteY32" fmla="*/ 311590 h 2575962"/>
                <a:gd name="connsiteX33" fmla="*/ 671093 w 2073596"/>
                <a:gd name="connsiteY33" fmla="*/ 343340 h 2575962"/>
                <a:gd name="connsiteX34" fmla="*/ 759993 w 2073596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20522 w 2058023"/>
                <a:gd name="connsiteY26" fmla="*/ 134664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70712 w 2058023"/>
                <a:gd name="connsiteY24" fmla="*/ 176700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125932 w 2058023"/>
                <a:gd name="connsiteY24" fmla="*/ 189654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314765 h 2575962"/>
                <a:gd name="connsiteX1" fmla="*/ 909962 w 2058023"/>
                <a:gd name="connsiteY1" fmla="*/ 24654 h 2575962"/>
                <a:gd name="connsiteX2" fmla="*/ 1106372 w 2058023"/>
                <a:gd name="connsiteY2" fmla="*/ 53779 h 2575962"/>
                <a:gd name="connsiteX3" fmla="*/ 1360372 w 2058023"/>
                <a:gd name="connsiteY3" fmla="*/ 222689 h 2575962"/>
                <a:gd name="connsiteX4" fmla="*/ 1782645 w 2058023"/>
                <a:gd name="connsiteY4" fmla="*/ 314765 h 2575962"/>
                <a:gd name="connsiteX5" fmla="*/ 1931871 w 2058023"/>
                <a:gd name="connsiteY5" fmla="*/ 514789 h 2575962"/>
                <a:gd name="connsiteX6" fmla="*/ 1995371 w 2058023"/>
                <a:gd name="connsiteY6" fmla="*/ 781489 h 2575962"/>
                <a:gd name="connsiteX7" fmla="*/ 1953902 w 2058023"/>
                <a:gd name="connsiteY7" fmla="*/ 1342914 h 2575962"/>
                <a:gd name="connsiteX8" fmla="*/ 1915802 w 2058023"/>
                <a:gd name="connsiteY8" fmla="*/ 1609614 h 2575962"/>
                <a:gd name="connsiteX9" fmla="*/ 2052962 w 2058023"/>
                <a:gd name="connsiteY9" fmla="*/ 1800114 h 2575962"/>
                <a:gd name="connsiteX10" fmla="*/ 1839602 w 2058023"/>
                <a:gd name="connsiteY10" fmla="*/ 1883934 h 2575962"/>
                <a:gd name="connsiteX11" fmla="*/ 1976762 w 2058023"/>
                <a:gd name="connsiteY11" fmla="*/ 2082054 h 2575962"/>
                <a:gd name="connsiteX12" fmla="*/ 1793882 w 2058023"/>
                <a:gd name="connsiteY12" fmla="*/ 2219214 h 2575962"/>
                <a:gd name="connsiteX13" fmla="*/ 1862462 w 2058023"/>
                <a:gd name="connsiteY13" fmla="*/ 2379234 h 2575962"/>
                <a:gd name="connsiteX14" fmla="*/ 1709621 w 2058023"/>
                <a:gd name="connsiteY14" fmla="*/ 2565839 h 2575962"/>
                <a:gd name="connsiteX15" fmla="*/ 1576905 w 2058023"/>
                <a:gd name="connsiteY15" fmla="*/ 2385500 h 2575962"/>
                <a:gd name="connsiteX16" fmla="*/ 1348942 w 2058023"/>
                <a:gd name="connsiteY16" fmla="*/ 2564569 h 2575962"/>
                <a:gd name="connsiteX17" fmla="*/ 1117802 w 2058023"/>
                <a:gd name="connsiteY17" fmla="*/ 2415979 h 2575962"/>
                <a:gd name="connsiteX18" fmla="*/ 900632 w 2058023"/>
                <a:gd name="connsiteY18" fmla="*/ 2573459 h 2575962"/>
                <a:gd name="connsiteX19" fmla="*/ 730452 w 2058023"/>
                <a:gd name="connsiteY19" fmla="*/ 2474399 h 2575962"/>
                <a:gd name="connsiteX20" fmla="*/ 478992 w 2058023"/>
                <a:gd name="connsiteY20" fmla="*/ 2443919 h 2575962"/>
                <a:gd name="connsiteX21" fmla="*/ 340562 w 2058023"/>
                <a:gd name="connsiteY21" fmla="*/ 2341049 h 2575962"/>
                <a:gd name="connsiteX22" fmla="*/ 293570 w 2058023"/>
                <a:gd name="connsiteY22" fmla="*/ 2195000 h 2575962"/>
                <a:gd name="connsiteX23" fmla="*/ 256742 w 2058023"/>
                <a:gd name="connsiteY23" fmla="*/ 2009579 h 2575962"/>
                <a:gd name="connsiteX24" fmla="*/ 240232 w 2058023"/>
                <a:gd name="connsiteY24" fmla="*/ 1774629 h 2575962"/>
                <a:gd name="connsiteX25" fmla="*/ 167842 w 2058023"/>
                <a:gd name="connsiteY25" fmla="*/ 1556190 h 2575962"/>
                <a:gd name="connsiteX26" fmla="*/ 150062 w 2058023"/>
                <a:gd name="connsiteY26" fmla="*/ 1323780 h 2575962"/>
                <a:gd name="connsiteX27" fmla="*/ 84021 w 2058023"/>
                <a:gd name="connsiteY27" fmla="*/ 1200590 h 2575962"/>
                <a:gd name="connsiteX28" fmla="*/ 133550 w 2058023"/>
                <a:gd name="connsiteY28" fmla="*/ 1013900 h 2575962"/>
                <a:gd name="connsiteX29" fmla="*/ 312620 w 2058023"/>
                <a:gd name="connsiteY29" fmla="*/ 857690 h 2575962"/>
                <a:gd name="connsiteX30" fmla="*/ 452320 w 2058023"/>
                <a:gd name="connsiteY30" fmla="*/ 508440 h 2575962"/>
                <a:gd name="connsiteX31" fmla="*/ 443430 w 2058023"/>
                <a:gd name="connsiteY31" fmla="*/ 356040 h 2575962"/>
                <a:gd name="connsiteX32" fmla="*/ 598370 w 2058023"/>
                <a:gd name="connsiteY32" fmla="*/ 311590 h 2575962"/>
                <a:gd name="connsiteX33" fmla="*/ 655520 w 2058023"/>
                <a:gd name="connsiteY33" fmla="*/ 343340 h 2575962"/>
                <a:gd name="connsiteX34" fmla="*/ 744420 w 2058023"/>
                <a:gd name="connsiteY34" fmla="*/ 314765 h 2575962"/>
                <a:gd name="connsiteX0" fmla="*/ 744420 w 2058023"/>
                <a:gd name="connsiteY0" fmla="*/ 41343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44420 w 2058023"/>
                <a:gd name="connsiteY34" fmla="*/ 41343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655520 w 2058023"/>
                <a:gd name="connsiteY33" fmla="*/ 442011 h 2674633"/>
                <a:gd name="connsiteX34" fmla="*/ 721560 w 2058023"/>
                <a:gd name="connsiteY34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3603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78264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  <a:gd name="connsiteX0" fmla="*/ 721560 w 2058023"/>
                <a:gd name="connsiteY0" fmla="*/ 177216 h 2674633"/>
                <a:gd name="connsiteX1" fmla="*/ 909962 w 2058023"/>
                <a:gd name="connsiteY1" fmla="*/ 123325 h 2674633"/>
                <a:gd name="connsiteX2" fmla="*/ 1106372 w 2058023"/>
                <a:gd name="connsiteY2" fmla="*/ 152450 h 2674633"/>
                <a:gd name="connsiteX3" fmla="*/ 1284172 w 2058023"/>
                <a:gd name="connsiteY3" fmla="*/ 321360 h 2674633"/>
                <a:gd name="connsiteX4" fmla="*/ 1508325 w 2058023"/>
                <a:gd name="connsiteY4" fmla="*/ 413436 h 2674633"/>
                <a:gd name="connsiteX5" fmla="*/ 1931871 w 2058023"/>
                <a:gd name="connsiteY5" fmla="*/ 613460 h 2674633"/>
                <a:gd name="connsiteX6" fmla="*/ 1995371 w 2058023"/>
                <a:gd name="connsiteY6" fmla="*/ 880160 h 2674633"/>
                <a:gd name="connsiteX7" fmla="*/ 1953902 w 2058023"/>
                <a:gd name="connsiteY7" fmla="*/ 1441585 h 2674633"/>
                <a:gd name="connsiteX8" fmla="*/ 1915802 w 2058023"/>
                <a:gd name="connsiteY8" fmla="*/ 1708285 h 2674633"/>
                <a:gd name="connsiteX9" fmla="*/ 2052962 w 2058023"/>
                <a:gd name="connsiteY9" fmla="*/ 1898785 h 2674633"/>
                <a:gd name="connsiteX10" fmla="*/ 1839602 w 2058023"/>
                <a:gd name="connsiteY10" fmla="*/ 1982605 h 2674633"/>
                <a:gd name="connsiteX11" fmla="*/ 1976762 w 2058023"/>
                <a:gd name="connsiteY11" fmla="*/ 2180725 h 2674633"/>
                <a:gd name="connsiteX12" fmla="*/ 1793882 w 2058023"/>
                <a:gd name="connsiteY12" fmla="*/ 2317885 h 2674633"/>
                <a:gd name="connsiteX13" fmla="*/ 1862462 w 2058023"/>
                <a:gd name="connsiteY13" fmla="*/ 2477905 h 2674633"/>
                <a:gd name="connsiteX14" fmla="*/ 1709621 w 2058023"/>
                <a:gd name="connsiteY14" fmla="*/ 2664510 h 2674633"/>
                <a:gd name="connsiteX15" fmla="*/ 1576905 w 2058023"/>
                <a:gd name="connsiteY15" fmla="*/ 2484171 h 2674633"/>
                <a:gd name="connsiteX16" fmla="*/ 1348942 w 2058023"/>
                <a:gd name="connsiteY16" fmla="*/ 2663240 h 2674633"/>
                <a:gd name="connsiteX17" fmla="*/ 1117802 w 2058023"/>
                <a:gd name="connsiteY17" fmla="*/ 2514650 h 2674633"/>
                <a:gd name="connsiteX18" fmla="*/ 900632 w 2058023"/>
                <a:gd name="connsiteY18" fmla="*/ 2672130 h 2674633"/>
                <a:gd name="connsiteX19" fmla="*/ 730452 w 2058023"/>
                <a:gd name="connsiteY19" fmla="*/ 2573070 h 2674633"/>
                <a:gd name="connsiteX20" fmla="*/ 478992 w 2058023"/>
                <a:gd name="connsiteY20" fmla="*/ 2542590 h 2674633"/>
                <a:gd name="connsiteX21" fmla="*/ 340562 w 2058023"/>
                <a:gd name="connsiteY21" fmla="*/ 2439720 h 2674633"/>
                <a:gd name="connsiteX22" fmla="*/ 293570 w 2058023"/>
                <a:gd name="connsiteY22" fmla="*/ 2293671 h 2674633"/>
                <a:gd name="connsiteX23" fmla="*/ 256742 w 2058023"/>
                <a:gd name="connsiteY23" fmla="*/ 2108250 h 2674633"/>
                <a:gd name="connsiteX24" fmla="*/ 240232 w 2058023"/>
                <a:gd name="connsiteY24" fmla="*/ 1873300 h 2674633"/>
                <a:gd name="connsiteX25" fmla="*/ 167842 w 2058023"/>
                <a:gd name="connsiteY25" fmla="*/ 1654861 h 2674633"/>
                <a:gd name="connsiteX26" fmla="*/ 150062 w 2058023"/>
                <a:gd name="connsiteY26" fmla="*/ 1422451 h 2674633"/>
                <a:gd name="connsiteX27" fmla="*/ 84021 w 2058023"/>
                <a:gd name="connsiteY27" fmla="*/ 1299261 h 2674633"/>
                <a:gd name="connsiteX28" fmla="*/ 133550 w 2058023"/>
                <a:gd name="connsiteY28" fmla="*/ 1112571 h 2674633"/>
                <a:gd name="connsiteX29" fmla="*/ 312620 w 2058023"/>
                <a:gd name="connsiteY29" fmla="*/ 956361 h 2674633"/>
                <a:gd name="connsiteX30" fmla="*/ 452320 w 2058023"/>
                <a:gd name="connsiteY30" fmla="*/ 607111 h 2674633"/>
                <a:gd name="connsiteX31" fmla="*/ 443430 w 2058023"/>
                <a:gd name="connsiteY31" fmla="*/ 454711 h 2674633"/>
                <a:gd name="connsiteX32" fmla="*/ 598370 w 2058023"/>
                <a:gd name="connsiteY32" fmla="*/ 410261 h 2674633"/>
                <a:gd name="connsiteX33" fmla="*/ 721560 w 2058023"/>
                <a:gd name="connsiteY33" fmla="*/ 177216 h 2674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58023" h="2674633">
                  <a:moveTo>
                    <a:pt x="721560" y="177216"/>
                  </a:moveTo>
                  <a:cubicBezTo>
                    <a:pt x="773492" y="129393"/>
                    <a:pt x="849637" y="166823"/>
                    <a:pt x="909962" y="123325"/>
                  </a:cubicBezTo>
                  <a:cubicBezTo>
                    <a:pt x="970287" y="79827"/>
                    <a:pt x="1042734" y="-147256"/>
                    <a:pt x="1106372" y="152450"/>
                  </a:cubicBezTo>
                  <a:cubicBezTo>
                    <a:pt x="1294332" y="-40590"/>
                    <a:pt x="1233372" y="308660"/>
                    <a:pt x="1284172" y="321360"/>
                  </a:cubicBezTo>
                  <a:cubicBezTo>
                    <a:pt x="1363970" y="268232"/>
                    <a:pt x="1526317" y="166844"/>
                    <a:pt x="1508325" y="413436"/>
                  </a:cubicBezTo>
                  <a:cubicBezTo>
                    <a:pt x="1507267" y="452594"/>
                    <a:pt x="2040879" y="345702"/>
                    <a:pt x="1931871" y="613460"/>
                  </a:cubicBezTo>
                  <a:cubicBezTo>
                    <a:pt x="1921288" y="668493"/>
                    <a:pt x="2132954" y="583827"/>
                    <a:pt x="1995371" y="880160"/>
                  </a:cubicBezTo>
                  <a:cubicBezTo>
                    <a:pt x="2007933" y="1018181"/>
                    <a:pt x="1967164" y="1303564"/>
                    <a:pt x="1953902" y="1441585"/>
                  </a:cubicBezTo>
                  <a:cubicBezTo>
                    <a:pt x="1940640" y="1579606"/>
                    <a:pt x="1908182" y="1632085"/>
                    <a:pt x="1915802" y="1708285"/>
                  </a:cubicBezTo>
                  <a:cubicBezTo>
                    <a:pt x="1925400" y="1878056"/>
                    <a:pt x="2088522" y="1839095"/>
                    <a:pt x="2052962" y="1898785"/>
                  </a:cubicBezTo>
                  <a:cubicBezTo>
                    <a:pt x="2017402" y="1958475"/>
                    <a:pt x="1824362" y="1898785"/>
                    <a:pt x="1839602" y="1982605"/>
                  </a:cubicBezTo>
                  <a:cubicBezTo>
                    <a:pt x="1854842" y="2066425"/>
                    <a:pt x="2007242" y="2142625"/>
                    <a:pt x="1976762" y="2180725"/>
                  </a:cubicBezTo>
                  <a:cubicBezTo>
                    <a:pt x="1946282" y="2218825"/>
                    <a:pt x="1786262" y="2270895"/>
                    <a:pt x="1793882" y="2317885"/>
                  </a:cubicBezTo>
                  <a:cubicBezTo>
                    <a:pt x="1801502" y="2364875"/>
                    <a:pt x="1893015" y="2425214"/>
                    <a:pt x="1862462" y="2477905"/>
                  </a:cubicBezTo>
                  <a:cubicBezTo>
                    <a:pt x="1831909" y="2530596"/>
                    <a:pt x="1741974" y="2645686"/>
                    <a:pt x="1709621" y="2664510"/>
                  </a:cubicBezTo>
                  <a:lnTo>
                    <a:pt x="1576905" y="2484171"/>
                  </a:lnTo>
                  <a:cubicBezTo>
                    <a:pt x="1452551" y="2674142"/>
                    <a:pt x="1490229" y="2639957"/>
                    <a:pt x="1348942" y="2663240"/>
                  </a:cubicBezTo>
                  <a:cubicBezTo>
                    <a:pt x="1207655" y="2686523"/>
                    <a:pt x="1150610" y="2493483"/>
                    <a:pt x="1117802" y="2514650"/>
                  </a:cubicBezTo>
                  <a:cubicBezTo>
                    <a:pt x="1084994" y="2535817"/>
                    <a:pt x="931324" y="2696472"/>
                    <a:pt x="900632" y="2672130"/>
                  </a:cubicBezTo>
                  <a:cubicBezTo>
                    <a:pt x="869940" y="2647788"/>
                    <a:pt x="762202" y="2564603"/>
                    <a:pt x="730452" y="2573070"/>
                  </a:cubicBezTo>
                  <a:cubicBezTo>
                    <a:pt x="614882" y="2726317"/>
                    <a:pt x="503334" y="2545765"/>
                    <a:pt x="478992" y="2542590"/>
                  </a:cubicBezTo>
                  <a:cubicBezTo>
                    <a:pt x="454650" y="2539415"/>
                    <a:pt x="356437" y="2416437"/>
                    <a:pt x="340562" y="2439720"/>
                  </a:cubicBezTo>
                  <a:lnTo>
                    <a:pt x="293570" y="2293671"/>
                  </a:lnTo>
                  <a:cubicBezTo>
                    <a:pt x="70791" y="2304254"/>
                    <a:pt x="258223" y="1995009"/>
                    <a:pt x="256742" y="2108250"/>
                  </a:cubicBezTo>
                  <a:cubicBezTo>
                    <a:pt x="-49539" y="2015752"/>
                    <a:pt x="268807" y="1880708"/>
                    <a:pt x="240232" y="1873300"/>
                  </a:cubicBezTo>
                  <a:cubicBezTo>
                    <a:pt x="211657" y="1865892"/>
                    <a:pt x="104765" y="1872877"/>
                    <a:pt x="167842" y="1654861"/>
                  </a:cubicBezTo>
                  <a:cubicBezTo>
                    <a:pt x="93759" y="1665445"/>
                    <a:pt x="178637" y="1442559"/>
                    <a:pt x="150062" y="1422451"/>
                  </a:cubicBezTo>
                  <a:cubicBezTo>
                    <a:pt x="121487" y="1402343"/>
                    <a:pt x="107305" y="1327836"/>
                    <a:pt x="84021" y="1299261"/>
                  </a:cubicBezTo>
                  <a:cubicBezTo>
                    <a:pt x="-29221" y="1290794"/>
                    <a:pt x="-42133" y="1155963"/>
                    <a:pt x="133550" y="1112571"/>
                  </a:cubicBezTo>
                  <a:cubicBezTo>
                    <a:pt x="-179717" y="948529"/>
                    <a:pt x="181175" y="706171"/>
                    <a:pt x="312620" y="956361"/>
                  </a:cubicBezTo>
                  <a:cubicBezTo>
                    <a:pt x="175037" y="778561"/>
                    <a:pt x="235362" y="618753"/>
                    <a:pt x="452320" y="607111"/>
                  </a:cubicBezTo>
                  <a:cubicBezTo>
                    <a:pt x="447028" y="551019"/>
                    <a:pt x="32797" y="680771"/>
                    <a:pt x="443430" y="454711"/>
                  </a:cubicBezTo>
                  <a:cubicBezTo>
                    <a:pt x="473063" y="403911"/>
                    <a:pt x="585670" y="420844"/>
                    <a:pt x="598370" y="410261"/>
                  </a:cubicBezTo>
                  <a:cubicBezTo>
                    <a:pt x="644725" y="364012"/>
                    <a:pt x="509608" y="194559"/>
                    <a:pt x="721560" y="177216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6" name="Rectangle 25">
              <a:extLst>
                <a:ext uri="{FF2B5EF4-FFF2-40B4-BE49-F238E27FC236}">
                  <a16:creationId xmlns:a16="http://schemas.microsoft.com/office/drawing/2014/main" id="{AF0F4C7E-F73E-4713-8412-0D6DFC57914E}"/>
                </a:ext>
              </a:extLst>
            </p:cNvPr>
            <p:cNvSpPr/>
            <p:nvPr/>
          </p:nvSpPr>
          <p:spPr>
            <a:xfrm flipH="1">
              <a:off x="7102121" y="2782143"/>
              <a:ext cx="2057002" cy="1635878"/>
            </a:xfrm>
            <a:custGeom>
              <a:avLst/>
              <a:gdLst>
                <a:gd name="connsiteX0" fmla="*/ 0 w 1152525"/>
                <a:gd name="connsiteY0" fmla="*/ 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0 w 1152525"/>
                <a:gd name="connsiteY4" fmla="*/ 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114300 w 1152525"/>
                <a:gd name="connsiteY4" fmla="*/ 44450 h 1000125"/>
                <a:gd name="connsiteX0" fmla="*/ 114300 w 1152525"/>
                <a:gd name="connsiteY0" fmla="*/ 44450 h 1000125"/>
                <a:gd name="connsiteX1" fmla="*/ 1152525 w 1152525"/>
                <a:gd name="connsiteY1" fmla="*/ 0 h 1000125"/>
                <a:gd name="connsiteX2" fmla="*/ 1152525 w 1152525"/>
                <a:gd name="connsiteY2" fmla="*/ 1000125 h 1000125"/>
                <a:gd name="connsiteX3" fmla="*/ 0 w 1152525"/>
                <a:gd name="connsiteY3" fmla="*/ 1000125 h 1000125"/>
                <a:gd name="connsiteX4" fmla="*/ 25400 w 1152525"/>
                <a:gd name="connsiteY4" fmla="*/ 73025 h 1000125"/>
                <a:gd name="connsiteX5" fmla="*/ 114300 w 1152525"/>
                <a:gd name="connsiteY5" fmla="*/ 44450 h 1000125"/>
                <a:gd name="connsiteX0" fmla="*/ 209418 w 1247643"/>
                <a:gd name="connsiteY0" fmla="*/ 61431 h 1017106"/>
                <a:gd name="connsiteX1" fmla="*/ 1247643 w 1247643"/>
                <a:gd name="connsiteY1" fmla="*/ 16981 h 1017106"/>
                <a:gd name="connsiteX2" fmla="*/ 1247643 w 1247643"/>
                <a:gd name="connsiteY2" fmla="*/ 1017106 h 1017106"/>
                <a:gd name="connsiteX3" fmla="*/ 95118 w 1247643"/>
                <a:gd name="connsiteY3" fmla="*/ 1017106 h 1017106"/>
                <a:gd name="connsiteX4" fmla="*/ 63368 w 1247643"/>
                <a:gd name="connsiteY4" fmla="*/ 58256 h 1017106"/>
                <a:gd name="connsiteX5" fmla="*/ 120518 w 1247643"/>
                <a:gd name="connsiteY5" fmla="*/ 90006 h 1017106"/>
                <a:gd name="connsiteX6" fmla="*/ 209418 w 1247643"/>
                <a:gd name="connsiteY6" fmla="*/ 61431 h 1017106"/>
                <a:gd name="connsiteX0" fmla="*/ 323970 w 1362195"/>
                <a:gd name="connsiteY0" fmla="*/ 44450 h 1000125"/>
                <a:gd name="connsiteX1" fmla="*/ 1362195 w 1362195"/>
                <a:gd name="connsiteY1" fmla="*/ 0 h 1000125"/>
                <a:gd name="connsiteX2" fmla="*/ 1362195 w 1362195"/>
                <a:gd name="connsiteY2" fmla="*/ 1000125 h 1000125"/>
                <a:gd name="connsiteX3" fmla="*/ 209670 w 1362195"/>
                <a:gd name="connsiteY3" fmla="*/ 1000125 h 1000125"/>
                <a:gd name="connsiteX4" fmla="*/ 120 w 1362195"/>
                <a:gd name="connsiteY4" fmla="*/ 123825 h 1000125"/>
                <a:gd name="connsiteX5" fmla="*/ 177920 w 1362195"/>
                <a:gd name="connsiteY5" fmla="*/ 41275 h 1000125"/>
                <a:gd name="connsiteX6" fmla="*/ 235070 w 1362195"/>
                <a:gd name="connsiteY6" fmla="*/ 73025 h 1000125"/>
                <a:gd name="connsiteX7" fmla="*/ 323970 w 1362195"/>
                <a:gd name="connsiteY7" fmla="*/ 44450 h 1000125"/>
                <a:gd name="connsiteX0" fmla="*/ 336662 w 1374887"/>
                <a:gd name="connsiteY0" fmla="*/ 44450 h 1000125"/>
                <a:gd name="connsiteX1" fmla="*/ 1374887 w 1374887"/>
                <a:gd name="connsiteY1" fmla="*/ 0 h 1000125"/>
                <a:gd name="connsiteX2" fmla="*/ 1374887 w 1374887"/>
                <a:gd name="connsiteY2" fmla="*/ 1000125 h 1000125"/>
                <a:gd name="connsiteX3" fmla="*/ 222362 w 1374887"/>
                <a:gd name="connsiteY3" fmla="*/ 1000125 h 1000125"/>
                <a:gd name="connsiteX4" fmla="*/ 44562 w 1374887"/>
                <a:gd name="connsiteY4" fmla="*/ 238125 h 1000125"/>
                <a:gd name="connsiteX5" fmla="*/ 12812 w 1374887"/>
                <a:gd name="connsiteY5" fmla="*/ 123825 h 1000125"/>
                <a:gd name="connsiteX6" fmla="*/ 190612 w 1374887"/>
                <a:gd name="connsiteY6" fmla="*/ 41275 h 1000125"/>
                <a:gd name="connsiteX7" fmla="*/ 247762 w 1374887"/>
                <a:gd name="connsiteY7" fmla="*/ 73025 h 1000125"/>
                <a:gd name="connsiteX8" fmla="*/ 336662 w 1374887"/>
                <a:gd name="connsiteY8" fmla="*/ 44450 h 1000125"/>
                <a:gd name="connsiteX0" fmla="*/ 435188 w 1473413"/>
                <a:gd name="connsiteY0" fmla="*/ 44450 h 1000125"/>
                <a:gd name="connsiteX1" fmla="*/ 1473413 w 1473413"/>
                <a:gd name="connsiteY1" fmla="*/ 0 h 1000125"/>
                <a:gd name="connsiteX2" fmla="*/ 1473413 w 1473413"/>
                <a:gd name="connsiteY2" fmla="*/ 1000125 h 1000125"/>
                <a:gd name="connsiteX3" fmla="*/ 320888 w 1473413"/>
                <a:gd name="connsiteY3" fmla="*/ 1000125 h 1000125"/>
                <a:gd name="connsiteX4" fmla="*/ 3388 w 1473413"/>
                <a:gd name="connsiteY4" fmla="*/ 587375 h 1000125"/>
                <a:gd name="connsiteX5" fmla="*/ 143088 w 1473413"/>
                <a:gd name="connsiteY5" fmla="*/ 238125 h 1000125"/>
                <a:gd name="connsiteX6" fmla="*/ 111338 w 1473413"/>
                <a:gd name="connsiteY6" fmla="*/ 123825 h 1000125"/>
                <a:gd name="connsiteX7" fmla="*/ 289138 w 1473413"/>
                <a:gd name="connsiteY7" fmla="*/ 41275 h 1000125"/>
                <a:gd name="connsiteX8" fmla="*/ 346288 w 1473413"/>
                <a:gd name="connsiteY8" fmla="*/ 73025 h 1000125"/>
                <a:gd name="connsiteX9" fmla="*/ 435188 w 1473413"/>
                <a:gd name="connsiteY9" fmla="*/ 44450 h 1000125"/>
                <a:gd name="connsiteX0" fmla="*/ 457922 w 1496147"/>
                <a:gd name="connsiteY0" fmla="*/ 44450 h 1000125"/>
                <a:gd name="connsiteX1" fmla="*/ 1496147 w 1496147"/>
                <a:gd name="connsiteY1" fmla="*/ 0 h 1000125"/>
                <a:gd name="connsiteX2" fmla="*/ 1496147 w 1496147"/>
                <a:gd name="connsiteY2" fmla="*/ 1000125 h 1000125"/>
                <a:gd name="connsiteX3" fmla="*/ 343622 w 1496147"/>
                <a:gd name="connsiteY3" fmla="*/ 1000125 h 1000125"/>
                <a:gd name="connsiteX4" fmla="*/ 26122 w 1496147"/>
                <a:gd name="connsiteY4" fmla="*/ 587375 h 1000125"/>
                <a:gd name="connsiteX5" fmla="*/ 165822 w 1496147"/>
                <a:gd name="connsiteY5" fmla="*/ 238125 h 1000125"/>
                <a:gd name="connsiteX6" fmla="*/ 134072 w 1496147"/>
                <a:gd name="connsiteY6" fmla="*/ 123825 h 1000125"/>
                <a:gd name="connsiteX7" fmla="*/ 311872 w 1496147"/>
                <a:gd name="connsiteY7" fmla="*/ 41275 h 1000125"/>
                <a:gd name="connsiteX8" fmla="*/ 369022 w 1496147"/>
                <a:gd name="connsiteY8" fmla="*/ 73025 h 1000125"/>
                <a:gd name="connsiteX9" fmla="*/ 457922 w 1496147"/>
                <a:gd name="connsiteY9" fmla="*/ 44450 h 1000125"/>
                <a:gd name="connsiteX0" fmla="*/ 505369 w 1543594"/>
                <a:gd name="connsiteY0" fmla="*/ 44450 h 1000125"/>
                <a:gd name="connsiteX1" fmla="*/ 1543594 w 1543594"/>
                <a:gd name="connsiteY1" fmla="*/ 0 h 1000125"/>
                <a:gd name="connsiteX2" fmla="*/ 1543594 w 1543594"/>
                <a:gd name="connsiteY2" fmla="*/ 1000125 h 1000125"/>
                <a:gd name="connsiteX3" fmla="*/ 391069 w 1543594"/>
                <a:gd name="connsiteY3" fmla="*/ 1000125 h 1000125"/>
                <a:gd name="connsiteX4" fmla="*/ 73569 w 1543594"/>
                <a:gd name="connsiteY4" fmla="*/ 587375 h 1000125"/>
                <a:gd name="connsiteX5" fmla="*/ 213269 w 1543594"/>
                <a:gd name="connsiteY5" fmla="*/ 238125 h 1000125"/>
                <a:gd name="connsiteX6" fmla="*/ 181519 w 1543594"/>
                <a:gd name="connsiteY6" fmla="*/ 123825 h 1000125"/>
                <a:gd name="connsiteX7" fmla="*/ 359319 w 1543594"/>
                <a:gd name="connsiteY7" fmla="*/ 41275 h 1000125"/>
                <a:gd name="connsiteX8" fmla="*/ 416469 w 1543594"/>
                <a:gd name="connsiteY8" fmla="*/ 73025 h 1000125"/>
                <a:gd name="connsiteX9" fmla="*/ 505369 w 1543594"/>
                <a:gd name="connsiteY9" fmla="*/ 44450 h 1000125"/>
                <a:gd name="connsiteX0" fmla="*/ 648621 w 1686846"/>
                <a:gd name="connsiteY0" fmla="*/ 44450 h 1000125"/>
                <a:gd name="connsiteX1" fmla="*/ 1686846 w 1686846"/>
                <a:gd name="connsiteY1" fmla="*/ 0 h 1000125"/>
                <a:gd name="connsiteX2" fmla="*/ 1686846 w 1686846"/>
                <a:gd name="connsiteY2" fmla="*/ 1000125 h 1000125"/>
                <a:gd name="connsiteX3" fmla="*/ 534321 w 1686846"/>
                <a:gd name="connsiteY3" fmla="*/ 1000125 h 1000125"/>
                <a:gd name="connsiteX4" fmla="*/ 7271 w 1686846"/>
                <a:gd name="connsiteY4" fmla="*/ 796925 h 1000125"/>
                <a:gd name="connsiteX5" fmla="*/ 216821 w 1686846"/>
                <a:gd name="connsiteY5" fmla="*/ 587375 h 1000125"/>
                <a:gd name="connsiteX6" fmla="*/ 356521 w 1686846"/>
                <a:gd name="connsiteY6" fmla="*/ 238125 h 1000125"/>
                <a:gd name="connsiteX7" fmla="*/ 324771 w 1686846"/>
                <a:gd name="connsiteY7" fmla="*/ 123825 h 1000125"/>
                <a:gd name="connsiteX8" fmla="*/ 502571 w 1686846"/>
                <a:gd name="connsiteY8" fmla="*/ 41275 h 1000125"/>
                <a:gd name="connsiteX9" fmla="*/ 559721 w 1686846"/>
                <a:gd name="connsiteY9" fmla="*/ 73025 h 1000125"/>
                <a:gd name="connsiteX10" fmla="*/ 648621 w 1686846"/>
                <a:gd name="connsiteY10" fmla="*/ 44450 h 1000125"/>
                <a:gd name="connsiteX0" fmla="*/ 734723 w 1772948"/>
                <a:gd name="connsiteY0" fmla="*/ 44450 h 1000125"/>
                <a:gd name="connsiteX1" fmla="*/ 1772948 w 1772948"/>
                <a:gd name="connsiteY1" fmla="*/ 0 h 1000125"/>
                <a:gd name="connsiteX2" fmla="*/ 1772948 w 1772948"/>
                <a:gd name="connsiteY2" fmla="*/ 1000125 h 1000125"/>
                <a:gd name="connsiteX3" fmla="*/ 620423 w 1772948"/>
                <a:gd name="connsiteY3" fmla="*/ 1000125 h 1000125"/>
                <a:gd name="connsiteX4" fmla="*/ 93373 w 1772948"/>
                <a:gd name="connsiteY4" fmla="*/ 796925 h 1000125"/>
                <a:gd name="connsiteX5" fmla="*/ 302923 w 1772948"/>
                <a:gd name="connsiteY5" fmla="*/ 587375 h 1000125"/>
                <a:gd name="connsiteX6" fmla="*/ 442623 w 1772948"/>
                <a:gd name="connsiteY6" fmla="*/ 238125 h 1000125"/>
                <a:gd name="connsiteX7" fmla="*/ 410873 w 1772948"/>
                <a:gd name="connsiteY7" fmla="*/ 123825 h 1000125"/>
                <a:gd name="connsiteX8" fmla="*/ 588673 w 1772948"/>
                <a:gd name="connsiteY8" fmla="*/ 41275 h 1000125"/>
                <a:gd name="connsiteX9" fmla="*/ 645823 w 1772948"/>
                <a:gd name="connsiteY9" fmla="*/ 73025 h 1000125"/>
                <a:gd name="connsiteX10" fmla="*/ 734723 w 1772948"/>
                <a:gd name="connsiteY10" fmla="*/ 44450 h 1000125"/>
                <a:gd name="connsiteX0" fmla="*/ 744804 w 1783029"/>
                <a:gd name="connsiteY0" fmla="*/ 44450 h 1000125"/>
                <a:gd name="connsiteX1" fmla="*/ 1783029 w 1783029"/>
                <a:gd name="connsiteY1" fmla="*/ 0 h 1000125"/>
                <a:gd name="connsiteX2" fmla="*/ 1783029 w 1783029"/>
                <a:gd name="connsiteY2" fmla="*/ 1000125 h 1000125"/>
                <a:gd name="connsiteX3" fmla="*/ 630504 w 1783029"/>
                <a:gd name="connsiteY3" fmla="*/ 1000125 h 1000125"/>
                <a:gd name="connsiteX4" fmla="*/ 103454 w 1783029"/>
                <a:gd name="connsiteY4" fmla="*/ 796925 h 1000125"/>
                <a:gd name="connsiteX5" fmla="*/ 313004 w 1783029"/>
                <a:gd name="connsiteY5" fmla="*/ 587375 h 1000125"/>
                <a:gd name="connsiteX6" fmla="*/ 452704 w 1783029"/>
                <a:gd name="connsiteY6" fmla="*/ 238125 h 1000125"/>
                <a:gd name="connsiteX7" fmla="*/ 420954 w 1783029"/>
                <a:gd name="connsiteY7" fmla="*/ 123825 h 1000125"/>
                <a:gd name="connsiteX8" fmla="*/ 598754 w 1783029"/>
                <a:gd name="connsiteY8" fmla="*/ 41275 h 1000125"/>
                <a:gd name="connsiteX9" fmla="*/ 655904 w 1783029"/>
                <a:gd name="connsiteY9" fmla="*/ 73025 h 1000125"/>
                <a:gd name="connsiteX10" fmla="*/ 744804 w 1783029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111549 w 1791124"/>
                <a:gd name="connsiteY4" fmla="*/ 796925 h 1000125"/>
                <a:gd name="connsiteX5" fmla="*/ 321099 w 1791124"/>
                <a:gd name="connsiteY5" fmla="*/ 587375 h 1000125"/>
                <a:gd name="connsiteX6" fmla="*/ 460799 w 1791124"/>
                <a:gd name="connsiteY6" fmla="*/ 238125 h 1000125"/>
                <a:gd name="connsiteX7" fmla="*/ 429049 w 1791124"/>
                <a:gd name="connsiteY7" fmla="*/ 123825 h 1000125"/>
                <a:gd name="connsiteX8" fmla="*/ 606849 w 1791124"/>
                <a:gd name="connsiteY8" fmla="*/ 41275 h 1000125"/>
                <a:gd name="connsiteX9" fmla="*/ 663999 w 1791124"/>
                <a:gd name="connsiteY9" fmla="*/ 73025 h 1000125"/>
                <a:gd name="connsiteX10" fmla="*/ 752899 w 1791124"/>
                <a:gd name="connsiteY10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2899 w 1791124"/>
                <a:gd name="connsiteY0" fmla="*/ 44450 h 1000125"/>
                <a:gd name="connsiteX1" fmla="*/ 1791124 w 1791124"/>
                <a:gd name="connsiteY1" fmla="*/ 0 h 1000125"/>
                <a:gd name="connsiteX2" fmla="*/ 1791124 w 1791124"/>
                <a:gd name="connsiteY2" fmla="*/ 1000125 h 1000125"/>
                <a:gd name="connsiteX3" fmla="*/ 638599 w 1791124"/>
                <a:gd name="connsiteY3" fmla="*/ 1000125 h 1000125"/>
                <a:gd name="connsiteX4" fmla="*/ 92500 w 1791124"/>
                <a:gd name="connsiteY4" fmla="*/ 930275 h 1000125"/>
                <a:gd name="connsiteX5" fmla="*/ 111549 w 1791124"/>
                <a:gd name="connsiteY5" fmla="*/ 796925 h 1000125"/>
                <a:gd name="connsiteX6" fmla="*/ 321099 w 1791124"/>
                <a:gd name="connsiteY6" fmla="*/ 587375 h 1000125"/>
                <a:gd name="connsiteX7" fmla="*/ 460799 w 1791124"/>
                <a:gd name="connsiteY7" fmla="*/ 238125 h 1000125"/>
                <a:gd name="connsiteX8" fmla="*/ 429049 w 1791124"/>
                <a:gd name="connsiteY8" fmla="*/ 123825 h 1000125"/>
                <a:gd name="connsiteX9" fmla="*/ 606849 w 1791124"/>
                <a:gd name="connsiteY9" fmla="*/ 41275 h 1000125"/>
                <a:gd name="connsiteX10" fmla="*/ 663999 w 1791124"/>
                <a:gd name="connsiteY10" fmla="*/ 73025 h 1000125"/>
                <a:gd name="connsiteX11" fmla="*/ 752899 w 1791124"/>
                <a:gd name="connsiteY11" fmla="*/ 44450 h 1000125"/>
                <a:gd name="connsiteX0" fmla="*/ 759412 w 1797637"/>
                <a:gd name="connsiteY0" fmla="*/ 44450 h 1000125"/>
                <a:gd name="connsiteX1" fmla="*/ 1797637 w 1797637"/>
                <a:gd name="connsiteY1" fmla="*/ 0 h 1000125"/>
                <a:gd name="connsiteX2" fmla="*/ 1797637 w 1797637"/>
                <a:gd name="connsiteY2" fmla="*/ 1000125 h 1000125"/>
                <a:gd name="connsiteX3" fmla="*/ 645112 w 1797637"/>
                <a:gd name="connsiteY3" fmla="*/ 1000125 h 1000125"/>
                <a:gd name="connsiteX4" fmla="*/ 99013 w 1797637"/>
                <a:gd name="connsiteY4" fmla="*/ 930275 h 1000125"/>
                <a:gd name="connsiteX5" fmla="*/ 118062 w 1797637"/>
                <a:gd name="connsiteY5" fmla="*/ 796925 h 1000125"/>
                <a:gd name="connsiteX6" fmla="*/ 327612 w 1797637"/>
                <a:gd name="connsiteY6" fmla="*/ 587375 h 1000125"/>
                <a:gd name="connsiteX7" fmla="*/ 467312 w 1797637"/>
                <a:gd name="connsiteY7" fmla="*/ 238125 h 1000125"/>
                <a:gd name="connsiteX8" fmla="*/ 435562 w 1797637"/>
                <a:gd name="connsiteY8" fmla="*/ 123825 h 1000125"/>
                <a:gd name="connsiteX9" fmla="*/ 613362 w 1797637"/>
                <a:gd name="connsiteY9" fmla="*/ 41275 h 1000125"/>
                <a:gd name="connsiteX10" fmla="*/ 670512 w 1797637"/>
                <a:gd name="connsiteY10" fmla="*/ 73025 h 1000125"/>
                <a:gd name="connsiteX11" fmla="*/ 759412 w 1797637"/>
                <a:gd name="connsiteY11" fmla="*/ 44450 h 1000125"/>
                <a:gd name="connsiteX0" fmla="*/ 759412 w 1797637"/>
                <a:gd name="connsiteY0" fmla="*/ 44450 h 1077333"/>
                <a:gd name="connsiteX1" fmla="*/ 1797637 w 1797637"/>
                <a:gd name="connsiteY1" fmla="*/ 0 h 1077333"/>
                <a:gd name="connsiteX2" fmla="*/ 1797637 w 1797637"/>
                <a:gd name="connsiteY2" fmla="*/ 1000125 h 1077333"/>
                <a:gd name="connsiteX3" fmla="*/ 645112 w 1797637"/>
                <a:gd name="connsiteY3" fmla="*/ 1000125 h 1077333"/>
                <a:gd name="connsiteX4" fmla="*/ 35514 w 1797637"/>
                <a:gd name="connsiteY4" fmla="*/ 1076325 h 1077333"/>
                <a:gd name="connsiteX5" fmla="*/ 99013 w 1797637"/>
                <a:gd name="connsiteY5" fmla="*/ 930275 h 1077333"/>
                <a:gd name="connsiteX6" fmla="*/ 118062 w 1797637"/>
                <a:gd name="connsiteY6" fmla="*/ 796925 h 1077333"/>
                <a:gd name="connsiteX7" fmla="*/ 327612 w 1797637"/>
                <a:gd name="connsiteY7" fmla="*/ 587375 h 1077333"/>
                <a:gd name="connsiteX8" fmla="*/ 467312 w 1797637"/>
                <a:gd name="connsiteY8" fmla="*/ 238125 h 1077333"/>
                <a:gd name="connsiteX9" fmla="*/ 435562 w 1797637"/>
                <a:gd name="connsiteY9" fmla="*/ 123825 h 1077333"/>
                <a:gd name="connsiteX10" fmla="*/ 613362 w 1797637"/>
                <a:gd name="connsiteY10" fmla="*/ 41275 h 1077333"/>
                <a:gd name="connsiteX11" fmla="*/ 670512 w 1797637"/>
                <a:gd name="connsiteY11" fmla="*/ 73025 h 1077333"/>
                <a:gd name="connsiteX12" fmla="*/ 759412 w 1797637"/>
                <a:gd name="connsiteY12" fmla="*/ 44450 h 1077333"/>
                <a:gd name="connsiteX0" fmla="*/ 759412 w 1797637"/>
                <a:gd name="connsiteY0" fmla="*/ 44450 h 1080176"/>
                <a:gd name="connsiteX1" fmla="*/ 1797637 w 1797637"/>
                <a:gd name="connsiteY1" fmla="*/ 0 h 1080176"/>
                <a:gd name="connsiteX2" fmla="*/ 1797637 w 1797637"/>
                <a:gd name="connsiteY2" fmla="*/ 1000125 h 1080176"/>
                <a:gd name="connsiteX3" fmla="*/ 645112 w 1797637"/>
                <a:gd name="connsiteY3" fmla="*/ 1000125 h 1080176"/>
                <a:gd name="connsiteX4" fmla="*/ 289514 w 1797637"/>
                <a:gd name="connsiteY4" fmla="*/ 1019175 h 1080176"/>
                <a:gd name="connsiteX5" fmla="*/ 35514 w 1797637"/>
                <a:gd name="connsiteY5" fmla="*/ 1076325 h 1080176"/>
                <a:gd name="connsiteX6" fmla="*/ 99013 w 1797637"/>
                <a:gd name="connsiteY6" fmla="*/ 930275 h 1080176"/>
                <a:gd name="connsiteX7" fmla="*/ 118062 w 1797637"/>
                <a:gd name="connsiteY7" fmla="*/ 796925 h 1080176"/>
                <a:gd name="connsiteX8" fmla="*/ 327612 w 1797637"/>
                <a:gd name="connsiteY8" fmla="*/ 587375 h 1080176"/>
                <a:gd name="connsiteX9" fmla="*/ 467312 w 1797637"/>
                <a:gd name="connsiteY9" fmla="*/ 238125 h 1080176"/>
                <a:gd name="connsiteX10" fmla="*/ 435562 w 1797637"/>
                <a:gd name="connsiteY10" fmla="*/ 123825 h 1080176"/>
                <a:gd name="connsiteX11" fmla="*/ 613362 w 1797637"/>
                <a:gd name="connsiteY11" fmla="*/ 41275 h 1080176"/>
                <a:gd name="connsiteX12" fmla="*/ 670512 w 1797637"/>
                <a:gd name="connsiteY12" fmla="*/ 73025 h 1080176"/>
                <a:gd name="connsiteX13" fmla="*/ 759412 w 1797637"/>
                <a:gd name="connsiteY13" fmla="*/ 44450 h 1080176"/>
                <a:gd name="connsiteX0" fmla="*/ 759412 w 1797637"/>
                <a:gd name="connsiteY0" fmla="*/ 44450 h 1222408"/>
                <a:gd name="connsiteX1" fmla="*/ 1797637 w 1797637"/>
                <a:gd name="connsiteY1" fmla="*/ 0 h 1222408"/>
                <a:gd name="connsiteX2" fmla="*/ 1797637 w 1797637"/>
                <a:gd name="connsiteY2" fmla="*/ 1000125 h 1222408"/>
                <a:gd name="connsiteX3" fmla="*/ 645112 w 1797637"/>
                <a:gd name="connsiteY3" fmla="*/ 1000125 h 1222408"/>
                <a:gd name="connsiteX4" fmla="*/ 270464 w 1797637"/>
                <a:gd name="connsiteY4" fmla="*/ 1222374 h 1222408"/>
                <a:gd name="connsiteX5" fmla="*/ 289514 w 1797637"/>
                <a:gd name="connsiteY5" fmla="*/ 1019175 h 1222408"/>
                <a:gd name="connsiteX6" fmla="*/ 35514 w 1797637"/>
                <a:gd name="connsiteY6" fmla="*/ 1076325 h 1222408"/>
                <a:gd name="connsiteX7" fmla="*/ 99013 w 1797637"/>
                <a:gd name="connsiteY7" fmla="*/ 930275 h 1222408"/>
                <a:gd name="connsiteX8" fmla="*/ 118062 w 1797637"/>
                <a:gd name="connsiteY8" fmla="*/ 796925 h 1222408"/>
                <a:gd name="connsiteX9" fmla="*/ 327612 w 1797637"/>
                <a:gd name="connsiteY9" fmla="*/ 587375 h 1222408"/>
                <a:gd name="connsiteX10" fmla="*/ 467312 w 1797637"/>
                <a:gd name="connsiteY10" fmla="*/ 238125 h 1222408"/>
                <a:gd name="connsiteX11" fmla="*/ 435562 w 1797637"/>
                <a:gd name="connsiteY11" fmla="*/ 123825 h 1222408"/>
                <a:gd name="connsiteX12" fmla="*/ 613362 w 1797637"/>
                <a:gd name="connsiteY12" fmla="*/ 41275 h 1222408"/>
                <a:gd name="connsiteX13" fmla="*/ 670512 w 1797637"/>
                <a:gd name="connsiteY13" fmla="*/ 73025 h 1222408"/>
                <a:gd name="connsiteX14" fmla="*/ 759412 w 1797637"/>
                <a:gd name="connsiteY14" fmla="*/ 44450 h 1222408"/>
                <a:gd name="connsiteX0" fmla="*/ 759412 w 1797637"/>
                <a:gd name="connsiteY0" fmla="*/ 44450 h 1222631"/>
                <a:gd name="connsiteX1" fmla="*/ 1797637 w 1797637"/>
                <a:gd name="connsiteY1" fmla="*/ 0 h 1222631"/>
                <a:gd name="connsiteX2" fmla="*/ 1797637 w 1797637"/>
                <a:gd name="connsiteY2" fmla="*/ 1000125 h 1222631"/>
                <a:gd name="connsiteX3" fmla="*/ 645112 w 1797637"/>
                <a:gd name="connsiteY3" fmla="*/ 1000125 h 1222631"/>
                <a:gd name="connsiteX4" fmla="*/ 454614 w 1797637"/>
                <a:gd name="connsiteY4" fmla="*/ 1038224 h 1222631"/>
                <a:gd name="connsiteX5" fmla="*/ 270464 w 1797637"/>
                <a:gd name="connsiteY5" fmla="*/ 1222374 h 1222631"/>
                <a:gd name="connsiteX6" fmla="*/ 289514 w 1797637"/>
                <a:gd name="connsiteY6" fmla="*/ 1019175 h 1222631"/>
                <a:gd name="connsiteX7" fmla="*/ 35514 w 1797637"/>
                <a:gd name="connsiteY7" fmla="*/ 1076325 h 1222631"/>
                <a:gd name="connsiteX8" fmla="*/ 99013 w 1797637"/>
                <a:gd name="connsiteY8" fmla="*/ 930275 h 1222631"/>
                <a:gd name="connsiteX9" fmla="*/ 118062 w 1797637"/>
                <a:gd name="connsiteY9" fmla="*/ 796925 h 1222631"/>
                <a:gd name="connsiteX10" fmla="*/ 327612 w 1797637"/>
                <a:gd name="connsiteY10" fmla="*/ 587375 h 1222631"/>
                <a:gd name="connsiteX11" fmla="*/ 467312 w 1797637"/>
                <a:gd name="connsiteY11" fmla="*/ 238125 h 1222631"/>
                <a:gd name="connsiteX12" fmla="*/ 435562 w 1797637"/>
                <a:gd name="connsiteY12" fmla="*/ 123825 h 1222631"/>
                <a:gd name="connsiteX13" fmla="*/ 613362 w 1797637"/>
                <a:gd name="connsiteY13" fmla="*/ 41275 h 1222631"/>
                <a:gd name="connsiteX14" fmla="*/ 670512 w 1797637"/>
                <a:gd name="connsiteY14" fmla="*/ 73025 h 1222631"/>
                <a:gd name="connsiteX15" fmla="*/ 759412 w 1797637"/>
                <a:gd name="connsiteY15" fmla="*/ 44450 h 1222631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575262 w 1797637"/>
                <a:gd name="connsiteY3" fmla="*/ 1254125 h 1254435"/>
                <a:gd name="connsiteX4" fmla="*/ 454614 w 1797637"/>
                <a:gd name="connsiteY4" fmla="*/ 1038224 h 1254435"/>
                <a:gd name="connsiteX5" fmla="*/ 270464 w 1797637"/>
                <a:gd name="connsiteY5" fmla="*/ 1222374 h 1254435"/>
                <a:gd name="connsiteX6" fmla="*/ 289514 w 1797637"/>
                <a:gd name="connsiteY6" fmla="*/ 1019175 h 1254435"/>
                <a:gd name="connsiteX7" fmla="*/ 35514 w 1797637"/>
                <a:gd name="connsiteY7" fmla="*/ 1076325 h 1254435"/>
                <a:gd name="connsiteX8" fmla="*/ 99013 w 1797637"/>
                <a:gd name="connsiteY8" fmla="*/ 930275 h 1254435"/>
                <a:gd name="connsiteX9" fmla="*/ 118062 w 1797637"/>
                <a:gd name="connsiteY9" fmla="*/ 796925 h 1254435"/>
                <a:gd name="connsiteX10" fmla="*/ 327612 w 1797637"/>
                <a:gd name="connsiteY10" fmla="*/ 587375 h 1254435"/>
                <a:gd name="connsiteX11" fmla="*/ 467312 w 1797637"/>
                <a:gd name="connsiteY11" fmla="*/ 238125 h 1254435"/>
                <a:gd name="connsiteX12" fmla="*/ 435562 w 1797637"/>
                <a:gd name="connsiteY12" fmla="*/ 123825 h 1254435"/>
                <a:gd name="connsiteX13" fmla="*/ 613362 w 1797637"/>
                <a:gd name="connsiteY13" fmla="*/ 41275 h 1254435"/>
                <a:gd name="connsiteX14" fmla="*/ 670512 w 1797637"/>
                <a:gd name="connsiteY14" fmla="*/ 73025 h 1254435"/>
                <a:gd name="connsiteX15" fmla="*/ 759412 w 1797637"/>
                <a:gd name="connsiteY15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07014 w 1797637"/>
                <a:gd name="connsiteY3" fmla="*/ 1133474 h 1254435"/>
                <a:gd name="connsiteX4" fmla="*/ 575262 w 1797637"/>
                <a:gd name="connsiteY4" fmla="*/ 1254125 h 1254435"/>
                <a:gd name="connsiteX5" fmla="*/ 454614 w 1797637"/>
                <a:gd name="connsiteY5" fmla="*/ 1038224 h 1254435"/>
                <a:gd name="connsiteX6" fmla="*/ 270464 w 1797637"/>
                <a:gd name="connsiteY6" fmla="*/ 1222374 h 1254435"/>
                <a:gd name="connsiteX7" fmla="*/ 289514 w 1797637"/>
                <a:gd name="connsiteY7" fmla="*/ 1019175 h 1254435"/>
                <a:gd name="connsiteX8" fmla="*/ 35514 w 1797637"/>
                <a:gd name="connsiteY8" fmla="*/ 1076325 h 1254435"/>
                <a:gd name="connsiteX9" fmla="*/ 99013 w 1797637"/>
                <a:gd name="connsiteY9" fmla="*/ 930275 h 1254435"/>
                <a:gd name="connsiteX10" fmla="*/ 118062 w 1797637"/>
                <a:gd name="connsiteY10" fmla="*/ 796925 h 1254435"/>
                <a:gd name="connsiteX11" fmla="*/ 327612 w 1797637"/>
                <a:gd name="connsiteY11" fmla="*/ 587375 h 1254435"/>
                <a:gd name="connsiteX12" fmla="*/ 467312 w 1797637"/>
                <a:gd name="connsiteY12" fmla="*/ 238125 h 1254435"/>
                <a:gd name="connsiteX13" fmla="*/ 435562 w 1797637"/>
                <a:gd name="connsiteY13" fmla="*/ 123825 h 1254435"/>
                <a:gd name="connsiteX14" fmla="*/ 613362 w 1797637"/>
                <a:gd name="connsiteY14" fmla="*/ 41275 h 1254435"/>
                <a:gd name="connsiteX15" fmla="*/ 670512 w 1797637"/>
                <a:gd name="connsiteY15" fmla="*/ 73025 h 1254435"/>
                <a:gd name="connsiteX16" fmla="*/ 759412 w 1797637"/>
                <a:gd name="connsiteY16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676864 w 1797637"/>
                <a:gd name="connsiteY3" fmla="*/ 1152524 h 1254435"/>
                <a:gd name="connsiteX4" fmla="*/ 607014 w 1797637"/>
                <a:gd name="connsiteY4" fmla="*/ 1133474 h 1254435"/>
                <a:gd name="connsiteX5" fmla="*/ 575262 w 1797637"/>
                <a:gd name="connsiteY5" fmla="*/ 1254125 h 1254435"/>
                <a:gd name="connsiteX6" fmla="*/ 454614 w 1797637"/>
                <a:gd name="connsiteY6" fmla="*/ 1038224 h 1254435"/>
                <a:gd name="connsiteX7" fmla="*/ 270464 w 1797637"/>
                <a:gd name="connsiteY7" fmla="*/ 1222374 h 1254435"/>
                <a:gd name="connsiteX8" fmla="*/ 289514 w 1797637"/>
                <a:gd name="connsiteY8" fmla="*/ 1019175 h 1254435"/>
                <a:gd name="connsiteX9" fmla="*/ 35514 w 1797637"/>
                <a:gd name="connsiteY9" fmla="*/ 1076325 h 1254435"/>
                <a:gd name="connsiteX10" fmla="*/ 99013 w 1797637"/>
                <a:gd name="connsiteY10" fmla="*/ 930275 h 1254435"/>
                <a:gd name="connsiteX11" fmla="*/ 118062 w 1797637"/>
                <a:gd name="connsiteY11" fmla="*/ 796925 h 1254435"/>
                <a:gd name="connsiteX12" fmla="*/ 327612 w 1797637"/>
                <a:gd name="connsiteY12" fmla="*/ 587375 h 1254435"/>
                <a:gd name="connsiteX13" fmla="*/ 467312 w 1797637"/>
                <a:gd name="connsiteY13" fmla="*/ 238125 h 1254435"/>
                <a:gd name="connsiteX14" fmla="*/ 435562 w 1797637"/>
                <a:gd name="connsiteY14" fmla="*/ 123825 h 1254435"/>
                <a:gd name="connsiteX15" fmla="*/ 613362 w 1797637"/>
                <a:gd name="connsiteY15" fmla="*/ 41275 h 1254435"/>
                <a:gd name="connsiteX16" fmla="*/ 670512 w 1797637"/>
                <a:gd name="connsiteY16" fmla="*/ 73025 h 1254435"/>
                <a:gd name="connsiteX17" fmla="*/ 759412 w 1797637"/>
                <a:gd name="connsiteY17" fmla="*/ 44450 h 1254435"/>
                <a:gd name="connsiteX0" fmla="*/ 759412 w 1797637"/>
                <a:gd name="connsiteY0" fmla="*/ 44450 h 1254435"/>
                <a:gd name="connsiteX1" fmla="*/ 1797637 w 1797637"/>
                <a:gd name="connsiteY1" fmla="*/ 0 h 1254435"/>
                <a:gd name="connsiteX2" fmla="*/ 1797637 w 1797637"/>
                <a:gd name="connsiteY2" fmla="*/ 1000125 h 1254435"/>
                <a:gd name="connsiteX3" fmla="*/ 753064 w 1797637"/>
                <a:gd name="connsiteY3" fmla="*/ 1114424 h 1254435"/>
                <a:gd name="connsiteX4" fmla="*/ 676864 w 1797637"/>
                <a:gd name="connsiteY4" fmla="*/ 1152524 h 1254435"/>
                <a:gd name="connsiteX5" fmla="*/ 607014 w 1797637"/>
                <a:gd name="connsiteY5" fmla="*/ 1133474 h 1254435"/>
                <a:gd name="connsiteX6" fmla="*/ 575262 w 1797637"/>
                <a:gd name="connsiteY6" fmla="*/ 1254125 h 1254435"/>
                <a:gd name="connsiteX7" fmla="*/ 454614 w 1797637"/>
                <a:gd name="connsiteY7" fmla="*/ 1038224 h 1254435"/>
                <a:gd name="connsiteX8" fmla="*/ 270464 w 1797637"/>
                <a:gd name="connsiteY8" fmla="*/ 1222374 h 1254435"/>
                <a:gd name="connsiteX9" fmla="*/ 289514 w 1797637"/>
                <a:gd name="connsiteY9" fmla="*/ 1019175 h 1254435"/>
                <a:gd name="connsiteX10" fmla="*/ 35514 w 1797637"/>
                <a:gd name="connsiteY10" fmla="*/ 1076325 h 1254435"/>
                <a:gd name="connsiteX11" fmla="*/ 99013 w 1797637"/>
                <a:gd name="connsiteY11" fmla="*/ 930275 h 1254435"/>
                <a:gd name="connsiteX12" fmla="*/ 118062 w 1797637"/>
                <a:gd name="connsiteY12" fmla="*/ 796925 h 1254435"/>
                <a:gd name="connsiteX13" fmla="*/ 327612 w 1797637"/>
                <a:gd name="connsiteY13" fmla="*/ 587375 h 1254435"/>
                <a:gd name="connsiteX14" fmla="*/ 467312 w 1797637"/>
                <a:gd name="connsiteY14" fmla="*/ 238125 h 1254435"/>
                <a:gd name="connsiteX15" fmla="*/ 435562 w 1797637"/>
                <a:gd name="connsiteY15" fmla="*/ 123825 h 1254435"/>
                <a:gd name="connsiteX16" fmla="*/ 613362 w 1797637"/>
                <a:gd name="connsiteY16" fmla="*/ 41275 h 1254435"/>
                <a:gd name="connsiteX17" fmla="*/ 670512 w 1797637"/>
                <a:gd name="connsiteY17" fmla="*/ 73025 h 1254435"/>
                <a:gd name="connsiteX18" fmla="*/ 759412 w 1797637"/>
                <a:gd name="connsiteY18" fmla="*/ 44450 h 1254435"/>
                <a:gd name="connsiteX0" fmla="*/ 759412 w 1797637"/>
                <a:gd name="connsiteY0" fmla="*/ 44450 h 1268237"/>
                <a:gd name="connsiteX1" fmla="*/ 1797637 w 1797637"/>
                <a:gd name="connsiteY1" fmla="*/ 0 h 1268237"/>
                <a:gd name="connsiteX2" fmla="*/ 1797637 w 1797637"/>
                <a:gd name="connsiteY2" fmla="*/ 1000125 h 1268237"/>
                <a:gd name="connsiteX3" fmla="*/ 854664 w 1797637"/>
                <a:gd name="connsiteY3" fmla="*/ 1266824 h 1268237"/>
                <a:gd name="connsiteX4" fmla="*/ 753064 w 1797637"/>
                <a:gd name="connsiteY4" fmla="*/ 1114424 h 1268237"/>
                <a:gd name="connsiteX5" fmla="*/ 676864 w 1797637"/>
                <a:gd name="connsiteY5" fmla="*/ 1152524 h 1268237"/>
                <a:gd name="connsiteX6" fmla="*/ 607014 w 1797637"/>
                <a:gd name="connsiteY6" fmla="*/ 1133474 h 1268237"/>
                <a:gd name="connsiteX7" fmla="*/ 575262 w 1797637"/>
                <a:gd name="connsiteY7" fmla="*/ 1254125 h 1268237"/>
                <a:gd name="connsiteX8" fmla="*/ 454614 w 1797637"/>
                <a:gd name="connsiteY8" fmla="*/ 1038224 h 1268237"/>
                <a:gd name="connsiteX9" fmla="*/ 270464 w 1797637"/>
                <a:gd name="connsiteY9" fmla="*/ 1222374 h 1268237"/>
                <a:gd name="connsiteX10" fmla="*/ 289514 w 1797637"/>
                <a:gd name="connsiteY10" fmla="*/ 1019175 h 1268237"/>
                <a:gd name="connsiteX11" fmla="*/ 35514 w 1797637"/>
                <a:gd name="connsiteY11" fmla="*/ 1076325 h 1268237"/>
                <a:gd name="connsiteX12" fmla="*/ 99013 w 1797637"/>
                <a:gd name="connsiteY12" fmla="*/ 930275 h 1268237"/>
                <a:gd name="connsiteX13" fmla="*/ 118062 w 1797637"/>
                <a:gd name="connsiteY13" fmla="*/ 796925 h 1268237"/>
                <a:gd name="connsiteX14" fmla="*/ 327612 w 1797637"/>
                <a:gd name="connsiteY14" fmla="*/ 587375 h 1268237"/>
                <a:gd name="connsiteX15" fmla="*/ 467312 w 1797637"/>
                <a:gd name="connsiteY15" fmla="*/ 238125 h 1268237"/>
                <a:gd name="connsiteX16" fmla="*/ 435562 w 1797637"/>
                <a:gd name="connsiteY16" fmla="*/ 123825 h 1268237"/>
                <a:gd name="connsiteX17" fmla="*/ 613362 w 1797637"/>
                <a:gd name="connsiteY17" fmla="*/ 41275 h 1268237"/>
                <a:gd name="connsiteX18" fmla="*/ 670512 w 1797637"/>
                <a:gd name="connsiteY18" fmla="*/ 73025 h 1268237"/>
                <a:gd name="connsiteX19" fmla="*/ 759412 w 1797637"/>
                <a:gd name="connsiteY19" fmla="*/ 44450 h 1268237"/>
                <a:gd name="connsiteX0" fmla="*/ 759412 w 1797637"/>
                <a:gd name="connsiteY0" fmla="*/ 44450 h 1270383"/>
                <a:gd name="connsiteX1" fmla="*/ 1797637 w 1797637"/>
                <a:gd name="connsiteY1" fmla="*/ 0 h 1270383"/>
                <a:gd name="connsiteX2" fmla="*/ 1797637 w 1797637"/>
                <a:gd name="connsiteY2" fmla="*/ 1000125 h 1270383"/>
                <a:gd name="connsiteX3" fmla="*/ 949914 w 1797637"/>
                <a:gd name="connsiteY3" fmla="*/ 1139824 h 1270383"/>
                <a:gd name="connsiteX4" fmla="*/ 854664 w 1797637"/>
                <a:gd name="connsiteY4" fmla="*/ 1266824 h 1270383"/>
                <a:gd name="connsiteX5" fmla="*/ 753064 w 1797637"/>
                <a:gd name="connsiteY5" fmla="*/ 1114424 h 1270383"/>
                <a:gd name="connsiteX6" fmla="*/ 676864 w 1797637"/>
                <a:gd name="connsiteY6" fmla="*/ 1152524 h 1270383"/>
                <a:gd name="connsiteX7" fmla="*/ 607014 w 1797637"/>
                <a:gd name="connsiteY7" fmla="*/ 1133474 h 1270383"/>
                <a:gd name="connsiteX8" fmla="*/ 575262 w 1797637"/>
                <a:gd name="connsiteY8" fmla="*/ 1254125 h 1270383"/>
                <a:gd name="connsiteX9" fmla="*/ 454614 w 1797637"/>
                <a:gd name="connsiteY9" fmla="*/ 1038224 h 1270383"/>
                <a:gd name="connsiteX10" fmla="*/ 270464 w 1797637"/>
                <a:gd name="connsiteY10" fmla="*/ 1222374 h 1270383"/>
                <a:gd name="connsiteX11" fmla="*/ 289514 w 1797637"/>
                <a:gd name="connsiteY11" fmla="*/ 1019175 h 1270383"/>
                <a:gd name="connsiteX12" fmla="*/ 35514 w 1797637"/>
                <a:gd name="connsiteY12" fmla="*/ 1076325 h 1270383"/>
                <a:gd name="connsiteX13" fmla="*/ 99013 w 1797637"/>
                <a:gd name="connsiteY13" fmla="*/ 930275 h 1270383"/>
                <a:gd name="connsiteX14" fmla="*/ 118062 w 1797637"/>
                <a:gd name="connsiteY14" fmla="*/ 796925 h 1270383"/>
                <a:gd name="connsiteX15" fmla="*/ 327612 w 1797637"/>
                <a:gd name="connsiteY15" fmla="*/ 587375 h 1270383"/>
                <a:gd name="connsiteX16" fmla="*/ 467312 w 1797637"/>
                <a:gd name="connsiteY16" fmla="*/ 238125 h 1270383"/>
                <a:gd name="connsiteX17" fmla="*/ 435562 w 1797637"/>
                <a:gd name="connsiteY17" fmla="*/ 123825 h 1270383"/>
                <a:gd name="connsiteX18" fmla="*/ 613362 w 1797637"/>
                <a:gd name="connsiteY18" fmla="*/ 41275 h 1270383"/>
                <a:gd name="connsiteX19" fmla="*/ 670512 w 1797637"/>
                <a:gd name="connsiteY19" fmla="*/ 73025 h 1270383"/>
                <a:gd name="connsiteX20" fmla="*/ 759412 w 1797637"/>
                <a:gd name="connsiteY20" fmla="*/ 44450 h 1270383"/>
                <a:gd name="connsiteX0" fmla="*/ 759412 w 1797637"/>
                <a:gd name="connsiteY0" fmla="*/ 44450 h 1313033"/>
                <a:gd name="connsiteX1" fmla="*/ 1797637 w 1797637"/>
                <a:gd name="connsiteY1" fmla="*/ 0 h 1313033"/>
                <a:gd name="connsiteX2" fmla="*/ 1797637 w 1797637"/>
                <a:gd name="connsiteY2" fmla="*/ 1000125 h 1313033"/>
                <a:gd name="connsiteX3" fmla="*/ 1089614 w 1797637"/>
                <a:gd name="connsiteY3" fmla="*/ 1311274 h 1313033"/>
                <a:gd name="connsiteX4" fmla="*/ 949914 w 1797637"/>
                <a:gd name="connsiteY4" fmla="*/ 1139824 h 1313033"/>
                <a:gd name="connsiteX5" fmla="*/ 854664 w 1797637"/>
                <a:gd name="connsiteY5" fmla="*/ 1266824 h 1313033"/>
                <a:gd name="connsiteX6" fmla="*/ 753064 w 1797637"/>
                <a:gd name="connsiteY6" fmla="*/ 1114424 h 1313033"/>
                <a:gd name="connsiteX7" fmla="*/ 676864 w 1797637"/>
                <a:gd name="connsiteY7" fmla="*/ 1152524 h 1313033"/>
                <a:gd name="connsiteX8" fmla="*/ 607014 w 1797637"/>
                <a:gd name="connsiteY8" fmla="*/ 1133474 h 1313033"/>
                <a:gd name="connsiteX9" fmla="*/ 575262 w 1797637"/>
                <a:gd name="connsiteY9" fmla="*/ 1254125 h 1313033"/>
                <a:gd name="connsiteX10" fmla="*/ 454614 w 1797637"/>
                <a:gd name="connsiteY10" fmla="*/ 1038224 h 1313033"/>
                <a:gd name="connsiteX11" fmla="*/ 270464 w 1797637"/>
                <a:gd name="connsiteY11" fmla="*/ 1222374 h 1313033"/>
                <a:gd name="connsiteX12" fmla="*/ 289514 w 1797637"/>
                <a:gd name="connsiteY12" fmla="*/ 1019175 h 1313033"/>
                <a:gd name="connsiteX13" fmla="*/ 35514 w 1797637"/>
                <a:gd name="connsiteY13" fmla="*/ 1076325 h 1313033"/>
                <a:gd name="connsiteX14" fmla="*/ 99013 w 1797637"/>
                <a:gd name="connsiteY14" fmla="*/ 930275 h 1313033"/>
                <a:gd name="connsiteX15" fmla="*/ 118062 w 1797637"/>
                <a:gd name="connsiteY15" fmla="*/ 796925 h 1313033"/>
                <a:gd name="connsiteX16" fmla="*/ 327612 w 1797637"/>
                <a:gd name="connsiteY16" fmla="*/ 587375 h 1313033"/>
                <a:gd name="connsiteX17" fmla="*/ 467312 w 1797637"/>
                <a:gd name="connsiteY17" fmla="*/ 238125 h 1313033"/>
                <a:gd name="connsiteX18" fmla="*/ 435562 w 1797637"/>
                <a:gd name="connsiteY18" fmla="*/ 123825 h 1313033"/>
                <a:gd name="connsiteX19" fmla="*/ 613362 w 1797637"/>
                <a:gd name="connsiteY19" fmla="*/ 41275 h 1313033"/>
                <a:gd name="connsiteX20" fmla="*/ 670512 w 1797637"/>
                <a:gd name="connsiteY20" fmla="*/ 73025 h 1313033"/>
                <a:gd name="connsiteX21" fmla="*/ 759412 w 1797637"/>
                <a:gd name="connsiteY21" fmla="*/ 44450 h 1313033"/>
                <a:gd name="connsiteX0" fmla="*/ 759412 w 1797637"/>
                <a:gd name="connsiteY0" fmla="*/ 142876 h 1411459"/>
                <a:gd name="connsiteX1" fmla="*/ 1222964 w 1797637"/>
                <a:gd name="connsiteY1" fmla="*/ 0 h 1411459"/>
                <a:gd name="connsiteX2" fmla="*/ 1797637 w 1797637"/>
                <a:gd name="connsiteY2" fmla="*/ 98426 h 1411459"/>
                <a:gd name="connsiteX3" fmla="*/ 1797637 w 1797637"/>
                <a:gd name="connsiteY3" fmla="*/ 1098551 h 1411459"/>
                <a:gd name="connsiteX4" fmla="*/ 1089614 w 1797637"/>
                <a:gd name="connsiteY4" fmla="*/ 1409700 h 1411459"/>
                <a:gd name="connsiteX5" fmla="*/ 949914 w 1797637"/>
                <a:gd name="connsiteY5" fmla="*/ 1238250 h 1411459"/>
                <a:gd name="connsiteX6" fmla="*/ 854664 w 1797637"/>
                <a:gd name="connsiteY6" fmla="*/ 1365250 h 1411459"/>
                <a:gd name="connsiteX7" fmla="*/ 753064 w 1797637"/>
                <a:gd name="connsiteY7" fmla="*/ 1212850 h 1411459"/>
                <a:gd name="connsiteX8" fmla="*/ 676864 w 1797637"/>
                <a:gd name="connsiteY8" fmla="*/ 1250950 h 1411459"/>
                <a:gd name="connsiteX9" fmla="*/ 607014 w 1797637"/>
                <a:gd name="connsiteY9" fmla="*/ 1231900 h 1411459"/>
                <a:gd name="connsiteX10" fmla="*/ 575262 w 1797637"/>
                <a:gd name="connsiteY10" fmla="*/ 1352551 h 1411459"/>
                <a:gd name="connsiteX11" fmla="*/ 454614 w 1797637"/>
                <a:gd name="connsiteY11" fmla="*/ 1136650 h 1411459"/>
                <a:gd name="connsiteX12" fmla="*/ 270464 w 1797637"/>
                <a:gd name="connsiteY12" fmla="*/ 1320800 h 1411459"/>
                <a:gd name="connsiteX13" fmla="*/ 289514 w 1797637"/>
                <a:gd name="connsiteY13" fmla="*/ 1117601 h 1411459"/>
                <a:gd name="connsiteX14" fmla="*/ 35514 w 1797637"/>
                <a:gd name="connsiteY14" fmla="*/ 1174751 h 1411459"/>
                <a:gd name="connsiteX15" fmla="*/ 99013 w 1797637"/>
                <a:gd name="connsiteY15" fmla="*/ 1028701 h 1411459"/>
                <a:gd name="connsiteX16" fmla="*/ 118062 w 1797637"/>
                <a:gd name="connsiteY16" fmla="*/ 895351 h 1411459"/>
                <a:gd name="connsiteX17" fmla="*/ 327612 w 1797637"/>
                <a:gd name="connsiteY17" fmla="*/ 685801 h 1411459"/>
                <a:gd name="connsiteX18" fmla="*/ 467312 w 1797637"/>
                <a:gd name="connsiteY18" fmla="*/ 336551 h 1411459"/>
                <a:gd name="connsiteX19" fmla="*/ 435562 w 1797637"/>
                <a:gd name="connsiteY19" fmla="*/ 222251 h 1411459"/>
                <a:gd name="connsiteX20" fmla="*/ 613362 w 1797637"/>
                <a:gd name="connsiteY20" fmla="*/ 139701 h 1411459"/>
                <a:gd name="connsiteX21" fmla="*/ 670512 w 1797637"/>
                <a:gd name="connsiteY21" fmla="*/ 171451 h 1411459"/>
                <a:gd name="connsiteX22" fmla="*/ 759412 w 1797637"/>
                <a:gd name="connsiteY22" fmla="*/ 142876 h 1411459"/>
                <a:gd name="connsiteX0" fmla="*/ 759412 w 1797637"/>
                <a:gd name="connsiteY0" fmla="*/ 149226 h 1417809"/>
                <a:gd name="connsiteX1" fmla="*/ 1254714 w 1797637"/>
                <a:gd name="connsiteY1" fmla="*/ 0 h 1417809"/>
                <a:gd name="connsiteX2" fmla="*/ 1797637 w 1797637"/>
                <a:gd name="connsiteY2" fmla="*/ 104776 h 1417809"/>
                <a:gd name="connsiteX3" fmla="*/ 1797637 w 1797637"/>
                <a:gd name="connsiteY3" fmla="*/ 1104901 h 1417809"/>
                <a:gd name="connsiteX4" fmla="*/ 1089614 w 1797637"/>
                <a:gd name="connsiteY4" fmla="*/ 1416050 h 1417809"/>
                <a:gd name="connsiteX5" fmla="*/ 949914 w 1797637"/>
                <a:gd name="connsiteY5" fmla="*/ 1244600 h 1417809"/>
                <a:gd name="connsiteX6" fmla="*/ 854664 w 1797637"/>
                <a:gd name="connsiteY6" fmla="*/ 1371600 h 1417809"/>
                <a:gd name="connsiteX7" fmla="*/ 753064 w 1797637"/>
                <a:gd name="connsiteY7" fmla="*/ 1219200 h 1417809"/>
                <a:gd name="connsiteX8" fmla="*/ 676864 w 1797637"/>
                <a:gd name="connsiteY8" fmla="*/ 1257300 h 1417809"/>
                <a:gd name="connsiteX9" fmla="*/ 607014 w 1797637"/>
                <a:gd name="connsiteY9" fmla="*/ 1238250 h 1417809"/>
                <a:gd name="connsiteX10" fmla="*/ 575262 w 1797637"/>
                <a:gd name="connsiteY10" fmla="*/ 1358901 h 1417809"/>
                <a:gd name="connsiteX11" fmla="*/ 454614 w 1797637"/>
                <a:gd name="connsiteY11" fmla="*/ 1143000 h 1417809"/>
                <a:gd name="connsiteX12" fmla="*/ 270464 w 1797637"/>
                <a:gd name="connsiteY12" fmla="*/ 1327150 h 1417809"/>
                <a:gd name="connsiteX13" fmla="*/ 289514 w 1797637"/>
                <a:gd name="connsiteY13" fmla="*/ 1123951 h 1417809"/>
                <a:gd name="connsiteX14" fmla="*/ 35514 w 1797637"/>
                <a:gd name="connsiteY14" fmla="*/ 1181101 h 1417809"/>
                <a:gd name="connsiteX15" fmla="*/ 99013 w 1797637"/>
                <a:gd name="connsiteY15" fmla="*/ 1035051 h 1417809"/>
                <a:gd name="connsiteX16" fmla="*/ 118062 w 1797637"/>
                <a:gd name="connsiteY16" fmla="*/ 901701 h 1417809"/>
                <a:gd name="connsiteX17" fmla="*/ 327612 w 1797637"/>
                <a:gd name="connsiteY17" fmla="*/ 692151 h 1417809"/>
                <a:gd name="connsiteX18" fmla="*/ 467312 w 1797637"/>
                <a:gd name="connsiteY18" fmla="*/ 342901 h 1417809"/>
                <a:gd name="connsiteX19" fmla="*/ 435562 w 1797637"/>
                <a:gd name="connsiteY19" fmla="*/ 228601 h 1417809"/>
                <a:gd name="connsiteX20" fmla="*/ 613362 w 1797637"/>
                <a:gd name="connsiteY20" fmla="*/ 146051 h 1417809"/>
                <a:gd name="connsiteX21" fmla="*/ 670512 w 1797637"/>
                <a:gd name="connsiteY21" fmla="*/ 177801 h 1417809"/>
                <a:gd name="connsiteX22" fmla="*/ 759412 w 1797637"/>
                <a:gd name="connsiteY22" fmla="*/ 149226 h 1417809"/>
                <a:gd name="connsiteX0" fmla="*/ 759412 w 1797637"/>
                <a:gd name="connsiteY0" fmla="*/ 161926 h 1430509"/>
                <a:gd name="connsiteX1" fmla="*/ 1235664 w 1797637"/>
                <a:gd name="connsiteY1" fmla="*/ 0 h 1430509"/>
                <a:gd name="connsiteX2" fmla="*/ 1797637 w 1797637"/>
                <a:gd name="connsiteY2" fmla="*/ 117476 h 1430509"/>
                <a:gd name="connsiteX3" fmla="*/ 1797637 w 1797637"/>
                <a:gd name="connsiteY3" fmla="*/ 1117601 h 1430509"/>
                <a:gd name="connsiteX4" fmla="*/ 1089614 w 1797637"/>
                <a:gd name="connsiteY4" fmla="*/ 1428750 h 1430509"/>
                <a:gd name="connsiteX5" fmla="*/ 949914 w 1797637"/>
                <a:gd name="connsiteY5" fmla="*/ 1257300 h 1430509"/>
                <a:gd name="connsiteX6" fmla="*/ 854664 w 1797637"/>
                <a:gd name="connsiteY6" fmla="*/ 1384300 h 1430509"/>
                <a:gd name="connsiteX7" fmla="*/ 753064 w 1797637"/>
                <a:gd name="connsiteY7" fmla="*/ 1231900 h 1430509"/>
                <a:gd name="connsiteX8" fmla="*/ 676864 w 1797637"/>
                <a:gd name="connsiteY8" fmla="*/ 1270000 h 1430509"/>
                <a:gd name="connsiteX9" fmla="*/ 607014 w 1797637"/>
                <a:gd name="connsiteY9" fmla="*/ 1250950 h 1430509"/>
                <a:gd name="connsiteX10" fmla="*/ 575262 w 1797637"/>
                <a:gd name="connsiteY10" fmla="*/ 1371601 h 1430509"/>
                <a:gd name="connsiteX11" fmla="*/ 454614 w 1797637"/>
                <a:gd name="connsiteY11" fmla="*/ 1155700 h 1430509"/>
                <a:gd name="connsiteX12" fmla="*/ 270464 w 1797637"/>
                <a:gd name="connsiteY12" fmla="*/ 1339850 h 1430509"/>
                <a:gd name="connsiteX13" fmla="*/ 289514 w 1797637"/>
                <a:gd name="connsiteY13" fmla="*/ 1136651 h 1430509"/>
                <a:gd name="connsiteX14" fmla="*/ 35514 w 1797637"/>
                <a:gd name="connsiteY14" fmla="*/ 1193801 h 1430509"/>
                <a:gd name="connsiteX15" fmla="*/ 99013 w 1797637"/>
                <a:gd name="connsiteY15" fmla="*/ 1047751 h 1430509"/>
                <a:gd name="connsiteX16" fmla="*/ 118062 w 1797637"/>
                <a:gd name="connsiteY16" fmla="*/ 914401 h 1430509"/>
                <a:gd name="connsiteX17" fmla="*/ 327612 w 1797637"/>
                <a:gd name="connsiteY17" fmla="*/ 704851 h 1430509"/>
                <a:gd name="connsiteX18" fmla="*/ 467312 w 1797637"/>
                <a:gd name="connsiteY18" fmla="*/ 355601 h 1430509"/>
                <a:gd name="connsiteX19" fmla="*/ 435562 w 1797637"/>
                <a:gd name="connsiteY19" fmla="*/ 241301 h 1430509"/>
                <a:gd name="connsiteX20" fmla="*/ 613362 w 1797637"/>
                <a:gd name="connsiteY20" fmla="*/ 158751 h 1430509"/>
                <a:gd name="connsiteX21" fmla="*/ 670512 w 1797637"/>
                <a:gd name="connsiteY21" fmla="*/ 190501 h 1430509"/>
                <a:gd name="connsiteX22" fmla="*/ 759412 w 1797637"/>
                <a:gd name="connsiteY22" fmla="*/ 161926 h 1430509"/>
                <a:gd name="connsiteX0" fmla="*/ 759412 w 1797637"/>
                <a:gd name="connsiteY0" fmla="*/ 358495 h 1627078"/>
                <a:gd name="connsiteX1" fmla="*/ 1235664 w 1797637"/>
                <a:gd name="connsiteY1" fmla="*/ 196569 h 1627078"/>
                <a:gd name="connsiteX2" fmla="*/ 1797637 w 1797637"/>
                <a:gd name="connsiteY2" fmla="*/ 314045 h 1627078"/>
                <a:gd name="connsiteX3" fmla="*/ 1797637 w 1797637"/>
                <a:gd name="connsiteY3" fmla="*/ 1314170 h 1627078"/>
                <a:gd name="connsiteX4" fmla="*/ 1089614 w 1797637"/>
                <a:gd name="connsiteY4" fmla="*/ 1625319 h 1627078"/>
                <a:gd name="connsiteX5" fmla="*/ 949914 w 1797637"/>
                <a:gd name="connsiteY5" fmla="*/ 1453869 h 1627078"/>
                <a:gd name="connsiteX6" fmla="*/ 854664 w 1797637"/>
                <a:gd name="connsiteY6" fmla="*/ 1580869 h 1627078"/>
                <a:gd name="connsiteX7" fmla="*/ 753064 w 1797637"/>
                <a:gd name="connsiteY7" fmla="*/ 1428469 h 1627078"/>
                <a:gd name="connsiteX8" fmla="*/ 676864 w 1797637"/>
                <a:gd name="connsiteY8" fmla="*/ 1466569 h 1627078"/>
                <a:gd name="connsiteX9" fmla="*/ 607014 w 1797637"/>
                <a:gd name="connsiteY9" fmla="*/ 1447519 h 1627078"/>
                <a:gd name="connsiteX10" fmla="*/ 575262 w 1797637"/>
                <a:gd name="connsiteY10" fmla="*/ 1568170 h 1627078"/>
                <a:gd name="connsiteX11" fmla="*/ 454614 w 1797637"/>
                <a:gd name="connsiteY11" fmla="*/ 1352269 h 1627078"/>
                <a:gd name="connsiteX12" fmla="*/ 270464 w 1797637"/>
                <a:gd name="connsiteY12" fmla="*/ 1536419 h 1627078"/>
                <a:gd name="connsiteX13" fmla="*/ 289514 w 1797637"/>
                <a:gd name="connsiteY13" fmla="*/ 1333220 h 1627078"/>
                <a:gd name="connsiteX14" fmla="*/ 35514 w 1797637"/>
                <a:gd name="connsiteY14" fmla="*/ 1390370 h 1627078"/>
                <a:gd name="connsiteX15" fmla="*/ 99013 w 1797637"/>
                <a:gd name="connsiteY15" fmla="*/ 1244320 h 1627078"/>
                <a:gd name="connsiteX16" fmla="*/ 118062 w 1797637"/>
                <a:gd name="connsiteY16" fmla="*/ 1110970 h 1627078"/>
                <a:gd name="connsiteX17" fmla="*/ 327612 w 1797637"/>
                <a:gd name="connsiteY17" fmla="*/ 901420 h 1627078"/>
                <a:gd name="connsiteX18" fmla="*/ 467312 w 1797637"/>
                <a:gd name="connsiteY18" fmla="*/ 552170 h 1627078"/>
                <a:gd name="connsiteX19" fmla="*/ 435562 w 1797637"/>
                <a:gd name="connsiteY19" fmla="*/ 437870 h 1627078"/>
                <a:gd name="connsiteX20" fmla="*/ 613362 w 1797637"/>
                <a:gd name="connsiteY20" fmla="*/ 355320 h 1627078"/>
                <a:gd name="connsiteX21" fmla="*/ 670512 w 1797637"/>
                <a:gd name="connsiteY21" fmla="*/ 387070 h 1627078"/>
                <a:gd name="connsiteX22" fmla="*/ 759412 w 1797637"/>
                <a:gd name="connsiteY22" fmla="*/ 358495 h 16270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797637 w 1797637"/>
                <a:gd name="connsiteY2" fmla="*/ 322845 h 1635878"/>
                <a:gd name="connsiteX3" fmla="*/ 1797637 w 1797637"/>
                <a:gd name="connsiteY3" fmla="*/ 1322970 h 1635878"/>
                <a:gd name="connsiteX4" fmla="*/ 1089614 w 1797637"/>
                <a:gd name="connsiteY4" fmla="*/ 1634119 h 1635878"/>
                <a:gd name="connsiteX5" fmla="*/ 949914 w 1797637"/>
                <a:gd name="connsiteY5" fmla="*/ 1462669 h 1635878"/>
                <a:gd name="connsiteX6" fmla="*/ 854664 w 1797637"/>
                <a:gd name="connsiteY6" fmla="*/ 1589669 h 1635878"/>
                <a:gd name="connsiteX7" fmla="*/ 753064 w 1797637"/>
                <a:gd name="connsiteY7" fmla="*/ 1437269 h 1635878"/>
                <a:gd name="connsiteX8" fmla="*/ 676864 w 1797637"/>
                <a:gd name="connsiteY8" fmla="*/ 1475369 h 1635878"/>
                <a:gd name="connsiteX9" fmla="*/ 607014 w 1797637"/>
                <a:gd name="connsiteY9" fmla="*/ 1456319 h 1635878"/>
                <a:gd name="connsiteX10" fmla="*/ 575262 w 1797637"/>
                <a:gd name="connsiteY10" fmla="*/ 1576970 h 1635878"/>
                <a:gd name="connsiteX11" fmla="*/ 454614 w 1797637"/>
                <a:gd name="connsiteY11" fmla="*/ 1361069 h 1635878"/>
                <a:gd name="connsiteX12" fmla="*/ 270464 w 1797637"/>
                <a:gd name="connsiteY12" fmla="*/ 1545219 h 1635878"/>
                <a:gd name="connsiteX13" fmla="*/ 289514 w 1797637"/>
                <a:gd name="connsiteY13" fmla="*/ 1342020 h 1635878"/>
                <a:gd name="connsiteX14" fmla="*/ 35514 w 1797637"/>
                <a:gd name="connsiteY14" fmla="*/ 1399170 h 1635878"/>
                <a:gd name="connsiteX15" fmla="*/ 99013 w 1797637"/>
                <a:gd name="connsiteY15" fmla="*/ 1253120 h 1635878"/>
                <a:gd name="connsiteX16" fmla="*/ 118062 w 1797637"/>
                <a:gd name="connsiteY16" fmla="*/ 1119770 h 1635878"/>
                <a:gd name="connsiteX17" fmla="*/ 327612 w 1797637"/>
                <a:gd name="connsiteY17" fmla="*/ 910220 h 1635878"/>
                <a:gd name="connsiteX18" fmla="*/ 467312 w 1797637"/>
                <a:gd name="connsiteY18" fmla="*/ 560970 h 1635878"/>
                <a:gd name="connsiteX19" fmla="*/ 435562 w 1797637"/>
                <a:gd name="connsiteY19" fmla="*/ 446670 h 1635878"/>
                <a:gd name="connsiteX20" fmla="*/ 613362 w 1797637"/>
                <a:gd name="connsiteY20" fmla="*/ 364120 h 1635878"/>
                <a:gd name="connsiteX21" fmla="*/ 670512 w 1797637"/>
                <a:gd name="connsiteY21" fmla="*/ 395870 h 1635878"/>
                <a:gd name="connsiteX22" fmla="*/ 759412 w 1797637"/>
                <a:gd name="connsiteY22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2284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7637"/>
                <a:gd name="connsiteY0" fmla="*/ 367295 h 1635878"/>
                <a:gd name="connsiteX1" fmla="*/ 1235664 w 1797637"/>
                <a:gd name="connsiteY1" fmla="*/ 205369 h 1635878"/>
                <a:gd name="connsiteX2" fmla="*/ 1375364 w 1797637"/>
                <a:gd name="connsiteY2" fmla="*/ 275219 h 1635878"/>
                <a:gd name="connsiteX3" fmla="*/ 1797637 w 1797637"/>
                <a:gd name="connsiteY3" fmla="*/ 367295 h 1635878"/>
                <a:gd name="connsiteX4" fmla="*/ 1797637 w 1797637"/>
                <a:gd name="connsiteY4" fmla="*/ 1322970 h 1635878"/>
                <a:gd name="connsiteX5" fmla="*/ 1089614 w 1797637"/>
                <a:gd name="connsiteY5" fmla="*/ 1634119 h 1635878"/>
                <a:gd name="connsiteX6" fmla="*/ 949914 w 1797637"/>
                <a:gd name="connsiteY6" fmla="*/ 1462669 h 1635878"/>
                <a:gd name="connsiteX7" fmla="*/ 854664 w 1797637"/>
                <a:gd name="connsiteY7" fmla="*/ 1589669 h 1635878"/>
                <a:gd name="connsiteX8" fmla="*/ 753064 w 1797637"/>
                <a:gd name="connsiteY8" fmla="*/ 1437269 h 1635878"/>
                <a:gd name="connsiteX9" fmla="*/ 676864 w 1797637"/>
                <a:gd name="connsiteY9" fmla="*/ 1475369 h 1635878"/>
                <a:gd name="connsiteX10" fmla="*/ 607014 w 1797637"/>
                <a:gd name="connsiteY10" fmla="*/ 1456319 h 1635878"/>
                <a:gd name="connsiteX11" fmla="*/ 575262 w 1797637"/>
                <a:gd name="connsiteY11" fmla="*/ 1576970 h 1635878"/>
                <a:gd name="connsiteX12" fmla="*/ 454614 w 1797637"/>
                <a:gd name="connsiteY12" fmla="*/ 1361069 h 1635878"/>
                <a:gd name="connsiteX13" fmla="*/ 270464 w 1797637"/>
                <a:gd name="connsiteY13" fmla="*/ 1545219 h 1635878"/>
                <a:gd name="connsiteX14" fmla="*/ 289514 w 1797637"/>
                <a:gd name="connsiteY14" fmla="*/ 1342020 h 1635878"/>
                <a:gd name="connsiteX15" fmla="*/ 35514 w 1797637"/>
                <a:gd name="connsiteY15" fmla="*/ 1399170 h 1635878"/>
                <a:gd name="connsiteX16" fmla="*/ 99013 w 1797637"/>
                <a:gd name="connsiteY16" fmla="*/ 1253120 h 1635878"/>
                <a:gd name="connsiteX17" fmla="*/ 118062 w 1797637"/>
                <a:gd name="connsiteY17" fmla="*/ 1119770 h 1635878"/>
                <a:gd name="connsiteX18" fmla="*/ 327612 w 1797637"/>
                <a:gd name="connsiteY18" fmla="*/ 910220 h 1635878"/>
                <a:gd name="connsiteX19" fmla="*/ 467312 w 1797637"/>
                <a:gd name="connsiteY19" fmla="*/ 560970 h 1635878"/>
                <a:gd name="connsiteX20" fmla="*/ 435562 w 1797637"/>
                <a:gd name="connsiteY20" fmla="*/ 446670 h 1635878"/>
                <a:gd name="connsiteX21" fmla="*/ 613362 w 1797637"/>
                <a:gd name="connsiteY21" fmla="*/ 364120 h 1635878"/>
                <a:gd name="connsiteX22" fmla="*/ 670512 w 1797637"/>
                <a:gd name="connsiteY22" fmla="*/ 395870 h 1635878"/>
                <a:gd name="connsiteX23" fmla="*/ 759412 w 1797637"/>
                <a:gd name="connsiteY23" fmla="*/ 367295 h 1635878"/>
                <a:gd name="connsiteX0" fmla="*/ 759412 w 1798412"/>
                <a:gd name="connsiteY0" fmla="*/ 367295 h 1635878"/>
                <a:gd name="connsiteX1" fmla="*/ 1235664 w 1798412"/>
                <a:gd name="connsiteY1" fmla="*/ 205369 h 1635878"/>
                <a:gd name="connsiteX2" fmla="*/ 1375364 w 1798412"/>
                <a:gd name="connsiteY2" fmla="*/ 275219 h 1635878"/>
                <a:gd name="connsiteX3" fmla="*/ 1797637 w 1798412"/>
                <a:gd name="connsiteY3" fmla="*/ 367295 h 1635878"/>
                <a:gd name="connsiteX4" fmla="*/ 1797637 w 1798412"/>
                <a:gd name="connsiteY4" fmla="*/ 1322970 h 1635878"/>
                <a:gd name="connsiteX5" fmla="*/ 1089614 w 1798412"/>
                <a:gd name="connsiteY5" fmla="*/ 1634119 h 1635878"/>
                <a:gd name="connsiteX6" fmla="*/ 949914 w 1798412"/>
                <a:gd name="connsiteY6" fmla="*/ 1462669 h 1635878"/>
                <a:gd name="connsiteX7" fmla="*/ 854664 w 1798412"/>
                <a:gd name="connsiteY7" fmla="*/ 1589669 h 1635878"/>
                <a:gd name="connsiteX8" fmla="*/ 753064 w 1798412"/>
                <a:gd name="connsiteY8" fmla="*/ 1437269 h 1635878"/>
                <a:gd name="connsiteX9" fmla="*/ 676864 w 1798412"/>
                <a:gd name="connsiteY9" fmla="*/ 1475369 h 1635878"/>
                <a:gd name="connsiteX10" fmla="*/ 607014 w 1798412"/>
                <a:gd name="connsiteY10" fmla="*/ 1456319 h 1635878"/>
                <a:gd name="connsiteX11" fmla="*/ 575262 w 1798412"/>
                <a:gd name="connsiteY11" fmla="*/ 1576970 h 1635878"/>
                <a:gd name="connsiteX12" fmla="*/ 454614 w 1798412"/>
                <a:gd name="connsiteY12" fmla="*/ 1361069 h 1635878"/>
                <a:gd name="connsiteX13" fmla="*/ 270464 w 1798412"/>
                <a:gd name="connsiteY13" fmla="*/ 1545219 h 1635878"/>
                <a:gd name="connsiteX14" fmla="*/ 289514 w 1798412"/>
                <a:gd name="connsiteY14" fmla="*/ 1342020 h 1635878"/>
                <a:gd name="connsiteX15" fmla="*/ 35514 w 1798412"/>
                <a:gd name="connsiteY15" fmla="*/ 1399170 h 1635878"/>
                <a:gd name="connsiteX16" fmla="*/ 99013 w 1798412"/>
                <a:gd name="connsiteY16" fmla="*/ 1253120 h 1635878"/>
                <a:gd name="connsiteX17" fmla="*/ 118062 w 1798412"/>
                <a:gd name="connsiteY17" fmla="*/ 1119770 h 1635878"/>
                <a:gd name="connsiteX18" fmla="*/ 327612 w 1798412"/>
                <a:gd name="connsiteY18" fmla="*/ 910220 h 1635878"/>
                <a:gd name="connsiteX19" fmla="*/ 467312 w 1798412"/>
                <a:gd name="connsiteY19" fmla="*/ 560970 h 1635878"/>
                <a:gd name="connsiteX20" fmla="*/ 435562 w 1798412"/>
                <a:gd name="connsiteY20" fmla="*/ 446670 h 1635878"/>
                <a:gd name="connsiteX21" fmla="*/ 613362 w 1798412"/>
                <a:gd name="connsiteY21" fmla="*/ 364120 h 1635878"/>
                <a:gd name="connsiteX22" fmla="*/ 670512 w 1798412"/>
                <a:gd name="connsiteY22" fmla="*/ 395870 h 1635878"/>
                <a:gd name="connsiteX23" fmla="*/ 759412 w 1798412"/>
                <a:gd name="connsiteY23" fmla="*/ 367295 h 1635878"/>
                <a:gd name="connsiteX0" fmla="*/ 759412 w 1946868"/>
                <a:gd name="connsiteY0" fmla="*/ 367295 h 1635878"/>
                <a:gd name="connsiteX1" fmla="*/ 1235664 w 1946868"/>
                <a:gd name="connsiteY1" fmla="*/ 205369 h 1635878"/>
                <a:gd name="connsiteX2" fmla="*/ 1375364 w 1946868"/>
                <a:gd name="connsiteY2" fmla="*/ 275219 h 1635878"/>
                <a:gd name="connsiteX3" fmla="*/ 1797637 w 1946868"/>
                <a:gd name="connsiteY3" fmla="*/ 367295 h 1635878"/>
                <a:gd name="connsiteX4" fmla="*/ 1946863 w 1946868"/>
                <a:gd name="connsiteY4" fmla="*/ 567319 h 1635878"/>
                <a:gd name="connsiteX5" fmla="*/ 1797637 w 1946868"/>
                <a:gd name="connsiteY5" fmla="*/ 1322970 h 1635878"/>
                <a:gd name="connsiteX6" fmla="*/ 1089614 w 1946868"/>
                <a:gd name="connsiteY6" fmla="*/ 1634119 h 1635878"/>
                <a:gd name="connsiteX7" fmla="*/ 949914 w 1946868"/>
                <a:gd name="connsiteY7" fmla="*/ 1462669 h 1635878"/>
                <a:gd name="connsiteX8" fmla="*/ 854664 w 1946868"/>
                <a:gd name="connsiteY8" fmla="*/ 1589669 h 1635878"/>
                <a:gd name="connsiteX9" fmla="*/ 753064 w 1946868"/>
                <a:gd name="connsiteY9" fmla="*/ 1437269 h 1635878"/>
                <a:gd name="connsiteX10" fmla="*/ 676864 w 1946868"/>
                <a:gd name="connsiteY10" fmla="*/ 1475369 h 1635878"/>
                <a:gd name="connsiteX11" fmla="*/ 607014 w 1946868"/>
                <a:gd name="connsiteY11" fmla="*/ 1456319 h 1635878"/>
                <a:gd name="connsiteX12" fmla="*/ 575262 w 1946868"/>
                <a:gd name="connsiteY12" fmla="*/ 1576970 h 1635878"/>
                <a:gd name="connsiteX13" fmla="*/ 454614 w 1946868"/>
                <a:gd name="connsiteY13" fmla="*/ 1361069 h 1635878"/>
                <a:gd name="connsiteX14" fmla="*/ 270464 w 1946868"/>
                <a:gd name="connsiteY14" fmla="*/ 1545219 h 1635878"/>
                <a:gd name="connsiteX15" fmla="*/ 289514 w 1946868"/>
                <a:gd name="connsiteY15" fmla="*/ 1342020 h 1635878"/>
                <a:gd name="connsiteX16" fmla="*/ 35514 w 1946868"/>
                <a:gd name="connsiteY16" fmla="*/ 1399170 h 1635878"/>
                <a:gd name="connsiteX17" fmla="*/ 99013 w 1946868"/>
                <a:gd name="connsiteY17" fmla="*/ 1253120 h 1635878"/>
                <a:gd name="connsiteX18" fmla="*/ 118062 w 1946868"/>
                <a:gd name="connsiteY18" fmla="*/ 1119770 h 1635878"/>
                <a:gd name="connsiteX19" fmla="*/ 327612 w 1946868"/>
                <a:gd name="connsiteY19" fmla="*/ 910220 h 1635878"/>
                <a:gd name="connsiteX20" fmla="*/ 467312 w 1946868"/>
                <a:gd name="connsiteY20" fmla="*/ 560970 h 1635878"/>
                <a:gd name="connsiteX21" fmla="*/ 435562 w 1946868"/>
                <a:gd name="connsiteY21" fmla="*/ 446670 h 1635878"/>
                <a:gd name="connsiteX22" fmla="*/ 613362 w 1946868"/>
                <a:gd name="connsiteY22" fmla="*/ 364120 h 1635878"/>
                <a:gd name="connsiteX23" fmla="*/ 670512 w 1946868"/>
                <a:gd name="connsiteY23" fmla="*/ 395870 h 1635878"/>
                <a:gd name="connsiteX24" fmla="*/ 759412 w 1946868"/>
                <a:gd name="connsiteY24" fmla="*/ 367295 h 1635878"/>
                <a:gd name="connsiteX0" fmla="*/ 759412 w 2011280"/>
                <a:gd name="connsiteY0" fmla="*/ 367295 h 1635878"/>
                <a:gd name="connsiteX1" fmla="*/ 1235664 w 2011280"/>
                <a:gd name="connsiteY1" fmla="*/ 205369 h 1635878"/>
                <a:gd name="connsiteX2" fmla="*/ 1375364 w 2011280"/>
                <a:gd name="connsiteY2" fmla="*/ 275219 h 1635878"/>
                <a:gd name="connsiteX3" fmla="*/ 1797637 w 2011280"/>
                <a:gd name="connsiteY3" fmla="*/ 367295 h 1635878"/>
                <a:gd name="connsiteX4" fmla="*/ 1946863 w 2011280"/>
                <a:gd name="connsiteY4" fmla="*/ 567319 h 1635878"/>
                <a:gd name="connsiteX5" fmla="*/ 2010363 w 2011280"/>
                <a:gd name="connsiteY5" fmla="*/ 834019 h 1635878"/>
                <a:gd name="connsiteX6" fmla="*/ 1797637 w 2011280"/>
                <a:gd name="connsiteY6" fmla="*/ 1322970 h 1635878"/>
                <a:gd name="connsiteX7" fmla="*/ 1089614 w 2011280"/>
                <a:gd name="connsiteY7" fmla="*/ 1634119 h 1635878"/>
                <a:gd name="connsiteX8" fmla="*/ 949914 w 2011280"/>
                <a:gd name="connsiteY8" fmla="*/ 1462669 h 1635878"/>
                <a:gd name="connsiteX9" fmla="*/ 854664 w 2011280"/>
                <a:gd name="connsiteY9" fmla="*/ 1589669 h 1635878"/>
                <a:gd name="connsiteX10" fmla="*/ 753064 w 2011280"/>
                <a:gd name="connsiteY10" fmla="*/ 1437269 h 1635878"/>
                <a:gd name="connsiteX11" fmla="*/ 676864 w 2011280"/>
                <a:gd name="connsiteY11" fmla="*/ 1475369 h 1635878"/>
                <a:gd name="connsiteX12" fmla="*/ 607014 w 2011280"/>
                <a:gd name="connsiteY12" fmla="*/ 1456319 h 1635878"/>
                <a:gd name="connsiteX13" fmla="*/ 575262 w 2011280"/>
                <a:gd name="connsiteY13" fmla="*/ 1576970 h 1635878"/>
                <a:gd name="connsiteX14" fmla="*/ 454614 w 2011280"/>
                <a:gd name="connsiteY14" fmla="*/ 1361069 h 1635878"/>
                <a:gd name="connsiteX15" fmla="*/ 270464 w 2011280"/>
                <a:gd name="connsiteY15" fmla="*/ 1545219 h 1635878"/>
                <a:gd name="connsiteX16" fmla="*/ 289514 w 2011280"/>
                <a:gd name="connsiteY16" fmla="*/ 1342020 h 1635878"/>
                <a:gd name="connsiteX17" fmla="*/ 35514 w 2011280"/>
                <a:gd name="connsiteY17" fmla="*/ 1399170 h 1635878"/>
                <a:gd name="connsiteX18" fmla="*/ 99013 w 2011280"/>
                <a:gd name="connsiteY18" fmla="*/ 1253120 h 1635878"/>
                <a:gd name="connsiteX19" fmla="*/ 118062 w 2011280"/>
                <a:gd name="connsiteY19" fmla="*/ 1119770 h 1635878"/>
                <a:gd name="connsiteX20" fmla="*/ 327612 w 2011280"/>
                <a:gd name="connsiteY20" fmla="*/ 910220 h 1635878"/>
                <a:gd name="connsiteX21" fmla="*/ 467312 w 2011280"/>
                <a:gd name="connsiteY21" fmla="*/ 560970 h 1635878"/>
                <a:gd name="connsiteX22" fmla="*/ 435562 w 2011280"/>
                <a:gd name="connsiteY22" fmla="*/ 446670 h 1635878"/>
                <a:gd name="connsiteX23" fmla="*/ 613362 w 2011280"/>
                <a:gd name="connsiteY23" fmla="*/ 364120 h 1635878"/>
                <a:gd name="connsiteX24" fmla="*/ 670512 w 2011280"/>
                <a:gd name="connsiteY24" fmla="*/ 395870 h 1635878"/>
                <a:gd name="connsiteX25" fmla="*/ 759412 w 2011280"/>
                <a:gd name="connsiteY25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3229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38594"/>
                <a:gd name="connsiteY0" fmla="*/ 367295 h 1635878"/>
                <a:gd name="connsiteX1" fmla="*/ 1235664 w 2038594"/>
                <a:gd name="connsiteY1" fmla="*/ 205369 h 1635878"/>
                <a:gd name="connsiteX2" fmla="*/ 1375364 w 2038594"/>
                <a:gd name="connsiteY2" fmla="*/ 275219 h 1635878"/>
                <a:gd name="connsiteX3" fmla="*/ 1797637 w 2038594"/>
                <a:gd name="connsiteY3" fmla="*/ 367295 h 1635878"/>
                <a:gd name="connsiteX4" fmla="*/ 1946863 w 2038594"/>
                <a:gd name="connsiteY4" fmla="*/ 567319 h 1635878"/>
                <a:gd name="connsiteX5" fmla="*/ 2010363 w 2038594"/>
                <a:gd name="connsiteY5" fmla="*/ 834019 h 1635878"/>
                <a:gd name="connsiteX6" fmla="*/ 2029413 w 2038594"/>
                <a:gd name="connsiteY6" fmla="*/ 1437269 h 1635878"/>
                <a:gd name="connsiteX7" fmla="*/ 1797637 w 2038594"/>
                <a:gd name="connsiteY7" fmla="*/ 1462670 h 1635878"/>
                <a:gd name="connsiteX8" fmla="*/ 1089614 w 2038594"/>
                <a:gd name="connsiteY8" fmla="*/ 1634119 h 1635878"/>
                <a:gd name="connsiteX9" fmla="*/ 949914 w 2038594"/>
                <a:gd name="connsiteY9" fmla="*/ 1462669 h 1635878"/>
                <a:gd name="connsiteX10" fmla="*/ 854664 w 2038594"/>
                <a:gd name="connsiteY10" fmla="*/ 1589669 h 1635878"/>
                <a:gd name="connsiteX11" fmla="*/ 753064 w 2038594"/>
                <a:gd name="connsiteY11" fmla="*/ 1437269 h 1635878"/>
                <a:gd name="connsiteX12" fmla="*/ 676864 w 2038594"/>
                <a:gd name="connsiteY12" fmla="*/ 1475369 h 1635878"/>
                <a:gd name="connsiteX13" fmla="*/ 607014 w 2038594"/>
                <a:gd name="connsiteY13" fmla="*/ 1456319 h 1635878"/>
                <a:gd name="connsiteX14" fmla="*/ 575262 w 2038594"/>
                <a:gd name="connsiteY14" fmla="*/ 1576970 h 1635878"/>
                <a:gd name="connsiteX15" fmla="*/ 454614 w 2038594"/>
                <a:gd name="connsiteY15" fmla="*/ 1361069 h 1635878"/>
                <a:gd name="connsiteX16" fmla="*/ 270464 w 2038594"/>
                <a:gd name="connsiteY16" fmla="*/ 1545219 h 1635878"/>
                <a:gd name="connsiteX17" fmla="*/ 289514 w 2038594"/>
                <a:gd name="connsiteY17" fmla="*/ 1342020 h 1635878"/>
                <a:gd name="connsiteX18" fmla="*/ 35514 w 2038594"/>
                <a:gd name="connsiteY18" fmla="*/ 1399170 h 1635878"/>
                <a:gd name="connsiteX19" fmla="*/ 99013 w 2038594"/>
                <a:gd name="connsiteY19" fmla="*/ 1253120 h 1635878"/>
                <a:gd name="connsiteX20" fmla="*/ 118062 w 2038594"/>
                <a:gd name="connsiteY20" fmla="*/ 1119770 h 1635878"/>
                <a:gd name="connsiteX21" fmla="*/ 327612 w 2038594"/>
                <a:gd name="connsiteY21" fmla="*/ 910220 h 1635878"/>
                <a:gd name="connsiteX22" fmla="*/ 467312 w 2038594"/>
                <a:gd name="connsiteY22" fmla="*/ 560970 h 1635878"/>
                <a:gd name="connsiteX23" fmla="*/ 435562 w 2038594"/>
                <a:gd name="connsiteY23" fmla="*/ 446670 h 1635878"/>
                <a:gd name="connsiteX24" fmla="*/ 613362 w 2038594"/>
                <a:gd name="connsiteY24" fmla="*/ 364120 h 1635878"/>
                <a:gd name="connsiteX25" fmla="*/ 670512 w 2038594"/>
                <a:gd name="connsiteY25" fmla="*/ 395870 h 1635878"/>
                <a:gd name="connsiteX26" fmla="*/ 759412 w 2038594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  <a:gd name="connsiteX0" fmla="*/ 759412 w 2057002"/>
                <a:gd name="connsiteY0" fmla="*/ 367295 h 1635878"/>
                <a:gd name="connsiteX1" fmla="*/ 1235664 w 2057002"/>
                <a:gd name="connsiteY1" fmla="*/ 205369 h 1635878"/>
                <a:gd name="connsiteX2" fmla="*/ 1375364 w 2057002"/>
                <a:gd name="connsiteY2" fmla="*/ 275219 h 1635878"/>
                <a:gd name="connsiteX3" fmla="*/ 1797637 w 2057002"/>
                <a:gd name="connsiteY3" fmla="*/ 367295 h 1635878"/>
                <a:gd name="connsiteX4" fmla="*/ 1946863 w 2057002"/>
                <a:gd name="connsiteY4" fmla="*/ 567319 h 1635878"/>
                <a:gd name="connsiteX5" fmla="*/ 2010363 w 2057002"/>
                <a:gd name="connsiteY5" fmla="*/ 834019 h 1635878"/>
                <a:gd name="connsiteX6" fmla="*/ 2029413 w 2057002"/>
                <a:gd name="connsiteY6" fmla="*/ 1437269 h 1635878"/>
                <a:gd name="connsiteX7" fmla="*/ 1797637 w 2057002"/>
                <a:gd name="connsiteY7" fmla="*/ 1462670 h 1635878"/>
                <a:gd name="connsiteX8" fmla="*/ 1089614 w 2057002"/>
                <a:gd name="connsiteY8" fmla="*/ 1634119 h 1635878"/>
                <a:gd name="connsiteX9" fmla="*/ 949914 w 2057002"/>
                <a:gd name="connsiteY9" fmla="*/ 1462669 h 1635878"/>
                <a:gd name="connsiteX10" fmla="*/ 854664 w 2057002"/>
                <a:gd name="connsiteY10" fmla="*/ 1589669 h 1635878"/>
                <a:gd name="connsiteX11" fmla="*/ 753064 w 2057002"/>
                <a:gd name="connsiteY11" fmla="*/ 1437269 h 1635878"/>
                <a:gd name="connsiteX12" fmla="*/ 676864 w 2057002"/>
                <a:gd name="connsiteY12" fmla="*/ 1475369 h 1635878"/>
                <a:gd name="connsiteX13" fmla="*/ 607014 w 2057002"/>
                <a:gd name="connsiteY13" fmla="*/ 1456319 h 1635878"/>
                <a:gd name="connsiteX14" fmla="*/ 575262 w 2057002"/>
                <a:gd name="connsiteY14" fmla="*/ 1576970 h 1635878"/>
                <a:gd name="connsiteX15" fmla="*/ 454614 w 2057002"/>
                <a:gd name="connsiteY15" fmla="*/ 1361069 h 1635878"/>
                <a:gd name="connsiteX16" fmla="*/ 270464 w 2057002"/>
                <a:gd name="connsiteY16" fmla="*/ 1545219 h 1635878"/>
                <a:gd name="connsiteX17" fmla="*/ 289514 w 2057002"/>
                <a:gd name="connsiteY17" fmla="*/ 1342020 h 1635878"/>
                <a:gd name="connsiteX18" fmla="*/ 35514 w 2057002"/>
                <a:gd name="connsiteY18" fmla="*/ 1399170 h 1635878"/>
                <a:gd name="connsiteX19" fmla="*/ 99013 w 2057002"/>
                <a:gd name="connsiteY19" fmla="*/ 1253120 h 1635878"/>
                <a:gd name="connsiteX20" fmla="*/ 118062 w 2057002"/>
                <a:gd name="connsiteY20" fmla="*/ 1119770 h 1635878"/>
                <a:gd name="connsiteX21" fmla="*/ 327612 w 2057002"/>
                <a:gd name="connsiteY21" fmla="*/ 910220 h 1635878"/>
                <a:gd name="connsiteX22" fmla="*/ 467312 w 2057002"/>
                <a:gd name="connsiteY22" fmla="*/ 560970 h 1635878"/>
                <a:gd name="connsiteX23" fmla="*/ 435562 w 2057002"/>
                <a:gd name="connsiteY23" fmla="*/ 446670 h 1635878"/>
                <a:gd name="connsiteX24" fmla="*/ 613362 w 2057002"/>
                <a:gd name="connsiteY24" fmla="*/ 364120 h 1635878"/>
                <a:gd name="connsiteX25" fmla="*/ 670512 w 2057002"/>
                <a:gd name="connsiteY25" fmla="*/ 395870 h 1635878"/>
                <a:gd name="connsiteX26" fmla="*/ 759412 w 2057002"/>
                <a:gd name="connsiteY26" fmla="*/ 367295 h 163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57002" h="1635878">
                  <a:moveTo>
                    <a:pt x="759412" y="367295"/>
                  </a:moveTo>
                  <a:cubicBezTo>
                    <a:pt x="653579" y="309086"/>
                    <a:pt x="890647" y="-314272"/>
                    <a:pt x="1235664" y="205369"/>
                  </a:cubicBezTo>
                  <a:cubicBezTo>
                    <a:pt x="1286464" y="218069"/>
                    <a:pt x="1324564" y="262519"/>
                    <a:pt x="1375364" y="275219"/>
                  </a:cubicBezTo>
                  <a:cubicBezTo>
                    <a:pt x="1516122" y="305911"/>
                    <a:pt x="1815629" y="120703"/>
                    <a:pt x="1797637" y="367295"/>
                  </a:cubicBezTo>
                  <a:cubicBezTo>
                    <a:pt x="1796579" y="406453"/>
                    <a:pt x="2055871" y="299561"/>
                    <a:pt x="1946863" y="567319"/>
                  </a:cubicBezTo>
                  <a:cubicBezTo>
                    <a:pt x="1936280" y="622352"/>
                    <a:pt x="2147946" y="537686"/>
                    <a:pt x="2010363" y="834019"/>
                  </a:cubicBezTo>
                  <a:cubicBezTo>
                    <a:pt x="1972263" y="912336"/>
                    <a:pt x="2067513" y="1358952"/>
                    <a:pt x="2029413" y="1437269"/>
                  </a:cubicBezTo>
                  <a:lnTo>
                    <a:pt x="1797637" y="1462670"/>
                  </a:lnTo>
                  <a:cubicBezTo>
                    <a:pt x="1673283" y="1652641"/>
                    <a:pt x="1230901" y="1610836"/>
                    <a:pt x="1089614" y="1634119"/>
                  </a:cubicBezTo>
                  <a:cubicBezTo>
                    <a:pt x="948327" y="1657402"/>
                    <a:pt x="982722" y="1441502"/>
                    <a:pt x="949914" y="1462669"/>
                  </a:cubicBezTo>
                  <a:cubicBezTo>
                    <a:pt x="917106" y="1483836"/>
                    <a:pt x="885356" y="1614011"/>
                    <a:pt x="854664" y="1589669"/>
                  </a:cubicBezTo>
                  <a:cubicBezTo>
                    <a:pt x="823972" y="1565327"/>
                    <a:pt x="784814" y="1428802"/>
                    <a:pt x="753064" y="1437269"/>
                  </a:cubicBezTo>
                  <a:cubicBezTo>
                    <a:pt x="721314" y="1445736"/>
                    <a:pt x="701206" y="1478544"/>
                    <a:pt x="676864" y="1475369"/>
                  </a:cubicBezTo>
                  <a:cubicBezTo>
                    <a:pt x="652522" y="1472194"/>
                    <a:pt x="622889" y="1433036"/>
                    <a:pt x="607014" y="1456319"/>
                  </a:cubicBezTo>
                  <a:lnTo>
                    <a:pt x="575262" y="1576970"/>
                  </a:lnTo>
                  <a:cubicBezTo>
                    <a:pt x="352483" y="1587553"/>
                    <a:pt x="517055" y="1324028"/>
                    <a:pt x="454614" y="1361069"/>
                  </a:cubicBezTo>
                  <a:cubicBezTo>
                    <a:pt x="392173" y="1398111"/>
                    <a:pt x="299039" y="1552627"/>
                    <a:pt x="270464" y="1545219"/>
                  </a:cubicBezTo>
                  <a:cubicBezTo>
                    <a:pt x="241889" y="1537811"/>
                    <a:pt x="363597" y="1331436"/>
                    <a:pt x="289514" y="1342020"/>
                  </a:cubicBezTo>
                  <a:cubicBezTo>
                    <a:pt x="215431" y="1352604"/>
                    <a:pt x="64089" y="1419278"/>
                    <a:pt x="35514" y="1399170"/>
                  </a:cubicBezTo>
                  <a:cubicBezTo>
                    <a:pt x="6939" y="1379062"/>
                    <a:pt x="122297" y="1281695"/>
                    <a:pt x="99013" y="1253120"/>
                  </a:cubicBezTo>
                  <a:cubicBezTo>
                    <a:pt x="-14229" y="1244653"/>
                    <a:pt x="-57621" y="1163162"/>
                    <a:pt x="118062" y="1119770"/>
                  </a:cubicBezTo>
                  <a:cubicBezTo>
                    <a:pt x="-195205" y="955728"/>
                    <a:pt x="241887" y="903870"/>
                    <a:pt x="327612" y="910220"/>
                  </a:cubicBezTo>
                  <a:cubicBezTo>
                    <a:pt x="190029" y="732420"/>
                    <a:pt x="250354" y="572612"/>
                    <a:pt x="467312" y="560970"/>
                  </a:cubicBezTo>
                  <a:cubicBezTo>
                    <a:pt x="462020" y="504878"/>
                    <a:pt x="405929" y="497470"/>
                    <a:pt x="435562" y="446670"/>
                  </a:cubicBezTo>
                  <a:cubicBezTo>
                    <a:pt x="465195" y="395870"/>
                    <a:pt x="600662" y="374703"/>
                    <a:pt x="613362" y="364120"/>
                  </a:cubicBezTo>
                  <a:cubicBezTo>
                    <a:pt x="626062" y="353537"/>
                    <a:pt x="652520" y="413332"/>
                    <a:pt x="670512" y="395870"/>
                  </a:cubicBezTo>
                  <a:lnTo>
                    <a:pt x="759412" y="367295"/>
                  </a:lnTo>
                  <a:close/>
                </a:path>
              </a:pathLst>
            </a:cu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9000">
                  <a:srgbClr val="56B053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60C187B7-63A3-45B2-9619-0E0CA749B776}"/>
              </a:ext>
            </a:extLst>
          </p:cNvPr>
          <p:cNvGrpSpPr/>
          <p:nvPr/>
        </p:nvGrpSpPr>
        <p:grpSpPr>
          <a:xfrm flipH="1">
            <a:off x="364948" y="1175657"/>
            <a:ext cx="2988420" cy="5622626"/>
            <a:chOff x="5301094" y="2003156"/>
            <a:chExt cx="1182632" cy="2225088"/>
          </a:xfrm>
        </p:grpSpPr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9FE31FF-888E-4C23-891B-2F7D4652E858}"/>
                </a:ext>
              </a:extLst>
            </p:cNvPr>
            <p:cNvGrpSpPr/>
            <p:nvPr/>
          </p:nvGrpSpPr>
          <p:grpSpPr>
            <a:xfrm>
              <a:off x="5301094" y="2003156"/>
              <a:ext cx="1182632" cy="2225088"/>
              <a:chOff x="5301094" y="2003156"/>
              <a:chExt cx="1182632" cy="2225088"/>
            </a:xfrm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383A6DD-D8EF-4105-8E90-2014B37F7A00}"/>
                  </a:ext>
                </a:extLst>
              </p:cNvPr>
              <p:cNvSpPr/>
              <p:nvPr/>
            </p:nvSpPr>
            <p:spPr>
              <a:xfrm>
                <a:off x="6049185" y="348573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9D63AB6-6B7C-4E21-AE10-C0D60E8BDF21}"/>
                  </a:ext>
                </a:extLst>
              </p:cNvPr>
              <p:cNvSpPr/>
              <p:nvPr/>
            </p:nvSpPr>
            <p:spPr>
              <a:xfrm>
                <a:off x="6049185" y="4133890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23CA96D-2DA6-46D4-B26F-62E8CD373F70}"/>
                  </a:ext>
                </a:extLst>
              </p:cNvPr>
              <p:cNvSpPr/>
              <p:nvPr/>
            </p:nvSpPr>
            <p:spPr>
              <a:xfrm>
                <a:off x="6142835" y="3494649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774BE709-4747-4BE1-979E-8F1075690BE3}"/>
                  </a:ext>
                </a:extLst>
              </p:cNvPr>
              <p:cNvSpPr/>
              <p:nvPr/>
            </p:nvSpPr>
            <p:spPr>
              <a:xfrm>
                <a:off x="6142835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2C215A4F-EF61-4CA0-B02A-35E388A9095B}"/>
                  </a:ext>
                </a:extLst>
              </p:cNvPr>
              <p:cNvSpPr/>
              <p:nvPr/>
            </p:nvSpPr>
            <p:spPr>
              <a:xfrm>
                <a:off x="5646067" y="3492400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E326794E-B6AD-488C-84B9-D8A19D37D1F4}"/>
                  </a:ext>
                </a:extLst>
              </p:cNvPr>
              <p:cNvSpPr/>
              <p:nvPr/>
            </p:nvSpPr>
            <p:spPr>
              <a:xfrm>
                <a:off x="5735049" y="349478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3A802930-4419-4511-A07A-9ECB6127D381}"/>
                  </a:ext>
                </a:extLst>
              </p:cNvPr>
              <p:cNvSpPr/>
              <p:nvPr/>
            </p:nvSpPr>
            <p:spPr>
              <a:xfrm>
                <a:off x="5642430" y="4142801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2D130212-A796-4837-A537-81A36E53C580}"/>
                  </a:ext>
                </a:extLst>
              </p:cNvPr>
              <p:cNvSpPr/>
              <p:nvPr/>
            </p:nvSpPr>
            <p:spPr>
              <a:xfrm>
                <a:off x="5736080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Moon 15">
                <a:extLst>
                  <a:ext uri="{FF2B5EF4-FFF2-40B4-BE49-F238E27FC236}">
                    <a16:creationId xmlns:a16="http://schemas.microsoft.com/office/drawing/2014/main" id="{CB6D3889-DFF3-418B-9ACD-3D47F99D7D72}"/>
                  </a:ext>
                </a:extLst>
              </p:cNvPr>
              <p:cNvSpPr/>
              <p:nvPr/>
            </p:nvSpPr>
            <p:spPr>
              <a:xfrm rot="6414822">
                <a:off x="6298340" y="3246872"/>
                <a:ext cx="93136" cy="213141"/>
              </a:xfrm>
              <a:custGeom>
                <a:avLst/>
                <a:gdLst>
                  <a:gd name="connsiteX0" fmla="*/ 79352 w 79352"/>
                  <a:gd name="connsiteY0" fmla="*/ 246025 h 246025"/>
                  <a:gd name="connsiteX1" fmla="*/ 0 w 79352"/>
                  <a:gd name="connsiteY1" fmla="*/ 123012 h 246025"/>
                  <a:gd name="connsiteX2" fmla="*/ 79352 w 79352"/>
                  <a:gd name="connsiteY2" fmla="*/ -1 h 246025"/>
                  <a:gd name="connsiteX3" fmla="*/ 79352 w 79352"/>
                  <a:gd name="connsiteY3" fmla="*/ 246024 h 246025"/>
                  <a:gd name="connsiteX4" fmla="*/ 79352 w 79352"/>
                  <a:gd name="connsiteY4" fmla="*/ 246025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21814"/>
                  <a:gd name="connsiteY0" fmla="*/ 234942 h 242355"/>
                  <a:gd name="connsiteX1" fmla="*/ 592 w 121814"/>
                  <a:gd name="connsiteY1" fmla="*/ 123013 h 242355"/>
                  <a:gd name="connsiteX2" fmla="*/ 79944 w 121814"/>
                  <a:gd name="connsiteY2" fmla="*/ 0 h 242355"/>
                  <a:gd name="connsiteX3" fmla="*/ 121814 w 121814"/>
                  <a:gd name="connsiteY3" fmla="*/ 220018 h 242355"/>
                  <a:gd name="connsiteX4" fmla="*/ 116396 w 121814"/>
                  <a:gd name="connsiteY4" fmla="*/ 234942 h 242355"/>
                  <a:gd name="connsiteX0" fmla="*/ 116396 w 116396"/>
                  <a:gd name="connsiteY0" fmla="*/ 234942 h 266364"/>
                  <a:gd name="connsiteX1" fmla="*/ 592 w 116396"/>
                  <a:gd name="connsiteY1" fmla="*/ 123013 h 266364"/>
                  <a:gd name="connsiteX2" fmla="*/ 79944 w 116396"/>
                  <a:gd name="connsiteY2" fmla="*/ 0 h 266364"/>
                  <a:gd name="connsiteX3" fmla="*/ 89448 w 116396"/>
                  <a:gd name="connsiteY3" fmla="*/ 266364 h 266364"/>
                  <a:gd name="connsiteX4" fmla="*/ 116396 w 116396"/>
                  <a:gd name="connsiteY4" fmla="*/ 234942 h 266364"/>
                  <a:gd name="connsiteX0" fmla="*/ 89448 w 89448"/>
                  <a:gd name="connsiteY0" fmla="*/ 266364 h 266364"/>
                  <a:gd name="connsiteX1" fmla="*/ 592 w 89448"/>
                  <a:gd name="connsiteY1" fmla="*/ 123013 h 266364"/>
                  <a:gd name="connsiteX2" fmla="*/ 79944 w 89448"/>
                  <a:gd name="connsiteY2" fmla="*/ 0 h 266364"/>
                  <a:gd name="connsiteX3" fmla="*/ 89448 w 89448"/>
                  <a:gd name="connsiteY3" fmla="*/ 266364 h 266364"/>
                  <a:gd name="connsiteX0" fmla="*/ 89448 w 89448"/>
                  <a:gd name="connsiteY0" fmla="*/ 266364 h 299034"/>
                  <a:gd name="connsiteX1" fmla="*/ 592 w 89448"/>
                  <a:gd name="connsiteY1" fmla="*/ 123013 h 299034"/>
                  <a:gd name="connsiteX2" fmla="*/ 79944 w 89448"/>
                  <a:gd name="connsiteY2" fmla="*/ 0 h 299034"/>
                  <a:gd name="connsiteX3" fmla="*/ 89448 w 89448"/>
                  <a:gd name="connsiteY3" fmla="*/ 266364 h 299034"/>
                  <a:gd name="connsiteX0" fmla="*/ 89448 w 132681"/>
                  <a:gd name="connsiteY0" fmla="*/ 266364 h 302489"/>
                  <a:gd name="connsiteX1" fmla="*/ 592 w 132681"/>
                  <a:gd name="connsiteY1" fmla="*/ 123013 h 302489"/>
                  <a:gd name="connsiteX2" fmla="*/ 79944 w 132681"/>
                  <a:gd name="connsiteY2" fmla="*/ 0 h 302489"/>
                  <a:gd name="connsiteX3" fmla="*/ 89448 w 132681"/>
                  <a:gd name="connsiteY3" fmla="*/ 266364 h 302489"/>
                  <a:gd name="connsiteX0" fmla="*/ 91414 w 134647"/>
                  <a:gd name="connsiteY0" fmla="*/ 266364 h 303738"/>
                  <a:gd name="connsiteX1" fmla="*/ 569 w 134647"/>
                  <a:gd name="connsiteY1" fmla="*/ 160122 h 303738"/>
                  <a:gd name="connsiteX2" fmla="*/ 81910 w 134647"/>
                  <a:gd name="connsiteY2" fmla="*/ 0 h 303738"/>
                  <a:gd name="connsiteX3" fmla="*/ 91414 w 134647"/>
                  <a:gd name="connsiteY3" fmla="*/ 266364 h 303738"/>
                  <a:gd name="connsiteX0" fmla="*/ 10454 w 53687"/>
                  <a:gd name="connsiteY0" fmla="*/ 266364 h 302489"/>
                  <a:gd name="connsiteX1" fmla="*/ 950 w 53687"/>
                  <a:gd name="connsiteY1" fmla="*/ 0 h 302489"/>
                  <a:gd name="connsiteX2" fmla="*/ 10454 w 53687"/>
                  <a:gd name="connsiteY2" fmla="*/ 266364 h 302489"/>
                  <a:gd name="connsiteX0" fmla="*/ 84428 w 127661"/>
                  <a:gd name="connsiteY0" fmla="*/ 266364 h 374597"/>
                  <a:gd name="connsiteX1" fmla="*/ 74924 w 127661"/>
                  <a:gd name="connsiteY1" fmla="*/ 0 h 374597"/>
                  <a:gd name="connsiteX2" fmla="*/ 84428 w 127661"/>
                  <a:gd name="connsiteY2" fmla="*/ 266364 h 374597"/>
                  <a:gd name="connsiteX0" fmla="*/ 84428 w 149206"/>
                  <a:gd name="connsiteY0" fmla="*/ 266364 h 374597"/>
                  <a:gd name="connsiteX1" fmla="*/ 74924 w 149206"/>
                  <a:gd name="connsiteY1" fmla="*/ 0 h 374597"/>
                  <a:gd name="connsiteX2" fmla="*/ 84428 w 149206"/>
                  <a:gd name="connsiteY2" fmla="*/ 266364 h 374597"/>
                  <a:gd name="connsiteX0" fmla="*/ 121563 w 186341"/>
                  <a:gd name="connsiteY0" fmla="*/ 266364 h 368668"/>
                  <a:gd name="connsiteX1" fmla="*/ 112059 w 186341"/>
                  <a:gd name="connsiteY1" fmla="*/ 0 h 368668"/>
                  <a:gd name="connsiteX2" fmla="*/ 121563 w 186341"/>
                  <a:gd name="connsiteY2" fmla="*/ 266364 h 368668"/>
                  <a:gd name="connsiteX0" fmla="*/ 143062 w 193878"/>
                  <a:gd name="connsiteY0" fmla="*/ 123879 h 248765"/>
                  <a:gd name="connsiteX1" fmla="*/ 90602 w 193878"/>
                  <a:gd name="connsiteY1" fmla="*/ 0 h 248765"/>
                  <a:gd name="connsiteX2" fmla="*/ 143062 w 193878"/>
                  <a:gd name="connsiteY2" fmla="*/ 123879 h 248765"/>
                  <a:gd name="connsiteX0" fmla="*/ 130279 w 181095"/>
                  <a:gd name="connsiteY0" fmla="*/ 123879 h 223478"/>
                  <a:gd name="connsiteX1" fmla="*/ 77819 w 181095"/>
                  <a:gd name="connsiteY1" fmla="*/ 0 h 223478"/>
                  <a:gd name="connsiteX2" fmla="*/ 130279 w 181095"/>
                  <a:gd name="connsiteY2" fmla="*/ 123879 h 223478"/>
                  <a:gd name="connsiteX0" fmla="*/ 130196 w 181012"/>
                  <a:gd name="connsiteY0" fmla="*/ 123879 h 219141"/>
                  <a:gd name="connsiteX1" fmla="*/ 77736 w 181012"/>
                  <a:gd name="connsiteY1" fmla="*/ 0 h 219141"/>
                  <a:gd name="connsiteX2" fmla="*/ 130196 w 181012"/>
                  <a:gd name="connsiteY2" fmla="*/ 123879 h 219141"/>
                  <a:gd name="connsiteX0" fmla="*/ 110294 w 172146"/>
                  <a:gd name="connsiteY0" fmla="*/ 127965 h 222499"/>
                  <a:gd name="connsiteX1" fmla="*/ 93096 w 172146"/>
                  <a:gd name="connsiteY1" fmla="*/ 0 h 222499"/>
                  <a:gd name="connsiteX2" fmla="*/ 110294 w 172146"/>
                  <a:gd name="connsiteY2" fmla="*/ 127965 h 222499"/>
                  <a:gd name="connsiteX0" fmla="*/ 93136 w 154988"/>
                  <a:gd name="connsiteY0" fmla="*/ 127965 h 213141"/>
                  <a:gd name="connsiteX1" fmla="*/ 75938 w 154988"/>
                  <a:gd name="connsiteY1" fmla="*/ 0 h 213141"/>
                  <a:gd name="connsiteX2" fmla="*/ 93136 w 154988"/>
                  <a:gd name="connsiteY2" fmla="*/ 127965 h 213141"/>
                  <a:gd name="connsiteX0" fmla="*/ 93136 w 103967"/>
                  <a:gd name="connsiteY0" fmla="*/ 127965 h 213141"/>
                  <a:gd name="connsiteX1" fmla="*/ 75938 w 103967"/>
                  <a:gd name="connsiteY1" fmla="*/ 0 h 213141"/>
                  <a:gd name="connsiteX2" fmla="*/ 93136 w 103967"/>
                  <a:gd name="connsiteY2" fmla="*/ 127965 h 213141"/>
                  <a:gd name="connsiteX0" fmla="*/ 93136 w 93136"/>
                  <a:gd name="connsiteY0" fmla="*/ 127965 h 213141"/>
                  <a:gd name="connsiteX1" fmla="*/ 75938 w 93136"/>
                  <a:gd name="connsiteY1" fmla="*/ 0 h 213141"/>
                  <a:gd name="connsiteX2" fmla="*/ 93136 w 93136"/>
                  <a:gd name="connsiteY2" fmla="*/ 127965 h 21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136" h="213141">
                    <a:moveTo>
                      <a:pt x="93136" y="127965"/>
                    </a:moveTo>
                    <a:cubicBezTo>
                      <a:pt x="-4007" y="363105"/>
                      <a:pt x="-48191" y="41214"/>
                      <a:pt x="75938" y="0"/>
                    </a:cubicBezTo>
                    <a:cubicBezTo>
                      <a:pt x="69055" y="68843"/>
                      <a:pt x="50992" y="39439"/>
                      <a:pt x="93136" y="127965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Rectangle: Rounded Corners 248">
                <a:extLst>
                  <a:ext uri="{FF2B5EF4-FFF2-40B4-BE49-F238E27FC236}">
                    <a16:creationId xmlns:a16="http://schemas.microsoft.com/office/drawing/2014/main" id="{3CE2B0B7-A490-41BB-AFBF-E4E720F53152}"/>
                  </a:ext>
                </a:extLst>
              </p:cNvPr>
              <p:cNvSpPr/>
              <p:nvPr/>
            </p:nvSpPr>
            <p:spPr>
              <a:xfrm rot="2373007">
                <a:off x="5687738" y="2103227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F54ED23-2C17-4A61-9B25-F416F9008B4E}"/>
                  </a:ext>
                </a:extLst>
              </p:cNvPr>
              <p:cNvSpPr/>
              <p:nvPr/>
            </p:nvSpPr>
            <p:spPr>
              <a:xfrm>
                <a:off x="5754254" y="2067767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Rectangle: Rounded Corners 250">
                <a:extLst>
                  <a:ext uri="{FF2B5EF4-FFF2-40B4-BE49-F238E27FC236}">
                    <a16:creationId xmlns:a16="http://schemas.microsoft.com/office/drawing/2014/main" id="{90458690-292A-4A74-B644-D80F945AD0F3}"/>
                  </a:ext>
                </a:extLst>
              </p:cNvPr>
              <p:cNvSpPr/>
              <p:nvPr/>
            </p:nvSpPr>
            <p:spPr>
              <a:xfrm>
                <a:off x="5570220" y="2316163"/>
                <a:ext cx="236220" cy="1112837"/>
              </a:xfrm>
              <a:prstGeom prst="round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Oval 4">
                <a:extLst>
                  <a:ext uri="{FF2B5EF4-FFF2-40B4-BE49-F238E27FC236}">
                    <a16:creationId xmlns:a16="http://schemas.microsoft.com/office/drawing/2014/main" id="{160E5ADB-C488-492D-BF3B-2342FE6D00D4}"/>
                  </a:ext>
                </a:extLst>
              </p:cNvPr>
              <p:cNvSpPr/>
              <p:nvPr/>
            </p:nvSpPr>
            <p:spPr>
              <a:xfrm rot="374752">
                <a:off x="5545271" y="3078549"/>
                <a:ext cx="769289" cy="563893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Oval 12">
                <a:extLst>
                  <a:ext uri="{FF2B5EF4-FFF2-40B4-BE49-F238E27FC236}">
                    <a16:creationId xmlns:a16="http://schemas.microsoft.com/office/drawing/2014/main" id="{0A8C4DFB-A519-4850-8C97-E8B7C8B3B784}"/>
                  </a:ext>
                </a:extLst>
              </p:cNvPr>
              <p:cNvSpPr/>
              <p:nvPr/>
            </p:nvSpPr>
            <p:spPr>
              <a:xfrm rot="20414911">
                <a:off x="5454207" y="2003156"/>
                <a:ext cx="149032" cy="181773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Oval 12">
                <a:extLst>
                  <a:ext uri="{FF2B5EF4-FFF2-40B4-BE49-F238E27FC236}">
                    <a16:creationId xmlns:a16="http://schemas.microsoft.com/office/drawing/2014/main" id="{13A8BF43-DB59-4F9C-B578-22D442993D95}"/>
                  </a:ext>
                </a:extLst>
              </p:cNvPr>
              <p:cNvSpPr/>
              <p:nvPr/>
            </p:nvSpPr>
            <p:spPr>
              <a:xfrm rot="3268710">
                <a:off x="5782452" y="2109884"/>
                <a:ext cx="160235" cy="268594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Oval 16">
                <a:extLst>
                  <a:ext uri="{FF2B5EF4-FFF2-40B4-BE49-F238E27FC236}">
                    <a16:creationId xmlns:a16="http://schemas.microsoft.com/office/drawing/2014/main" id="{F7D8065F-B10A-4FB8-B6A7-F44BE29DE709}"/>
                  </a:ext>
                </a:extLst>
              </p:cNvPr>
              <p:cNvSpPr/>
              <p:nvPr/>
            </p:nvSpPr>
            <p:spPr>
              <a:xfrm flipH="1">
                <a:off x="6394524" y="3376826"/>
                <a:ext cx="89202" cy="126602"/>
              </a:xfrm>
              <a:custGeom>
                <a:avLst/>
                <a:gdLst>
                  <a:gd name="connsiteX0" fmla="*/ 0 w 321945"/>
                  <a:gd name="connsiteY0" fmla="*/ 186531 h 373062"/>
                  <a:gd name="connsiteX1" fmla="*/ 160973 w 321945"/>
                  <a:gd name="connsiteY1" fmla="*/ 0 h 373062"/>
                  <a:gd name="connsiteX2" fmla="*/ 321946 w 321945"/>
                  <a:gd name="connsiteY2" fmla="*/ 186531 h 373062"/>
                  <a:gd name="connsiteX3" fmla="*/ 160973 w 321945"/>
                  <a:gd name="connsiteY3" fmla="*/ 373062 h 373062"/>
                  <a:gd name="connsiteX4" fmla="*/ 0 w 321945"/>
                  <a:gd name="connsiteY4" fmla="*/ 186531 h 373062"/>
                  <a:gd name="connsiteX0" fmla="*/ 0 w 181094"/>
                  <a:gd name="connsiteY0" fmla="*/ 191716 h 383432"/>
                  <a:gd name="connsiteX1" fmla="*/ 160973 w 181094"/>
                  <a:gd name="connsiteY1" fmla="*/ 5185 h 383432"/>
                  <a:gd name="connsiteX2" fmla="*/ 160973 w 181094"/>
                  <a:gd name="connsiteY2" fmla="*/ 378247 h 383432"/>
                  <a:gd name="connsiteX3" fmla="*/ 0 w 181094"/>
                  <a:gd name="connsiteY3" fmla="*/ 191716 h 383432"/>
                  <a:gd name="connsiteX0" fmla="*/ 232 w 168395"/>
                  <a:gd name="connsiteY0" fmla="*/ 188967 h 336168"/>
                  <a:gd name="connsiteX1" fmla="*/ 161205 w 168395"/>
                  <a:gd name="connsiteY1" fmla="*/ 2436 h 336168"/>
                  <a:gd name="connsiteX2" fmla="*/ 126280 w 168395"/>
                  <a:gd name="connsiteY2" fmla="*/ 331048 h 336168"/>
                  <a:gd name="connsiteX3" fmla="*/ 232 w 168395"/>
                  <a:gd name="connsiteY3" fmla="*/ 188967 h 336168"/>
                  <a:gd name="connsiteX0" fmla="*/ 10771 w 233974"/>
                  <a:gd name="connsiteY0" fmla="*/ 188967 h 341860"/>
                  <a:gd name="connsiteX1" fmla="*/ 171744 w 233974"/>
                  <a:gd name="connsiteY1" fmla="*/ 2436 h 341860"/>
                  <a:gd name="connsiteX2" fmla="*/ 136819 w 233974"/>
                  <a:gd name="connsiteY2" fmla="*/ 331048 h 341860"/>
                  <a:gd name="connsiteX3" fmla="*/ 10771 w 233974"/>
                  <a:gd name="connsiteY3" fmla="*/ 188967 h 341860"/>
                  <a:gd name="connsiteX0" fmla="*/ 10771 w 263900"/>
                  <a:gd name="connsiteY0" fmla="*/ 187285 h 340178"/>
                  <a:gd name="connsiteX1" fmla="*/ 171744 w 263900"/>
                  <a:gd name="connsiteY1" fmla="*/ 754 h 340178"/>
                  <a:gd name="connsiteX2" fmla="*/ 136819 w 263900"/>
                  <a:gd name="connsiteY2" fmla="*/ 329366 h 340178"/>
                  <a:gd name="connsiteX3" fmla="*/ 10771 w 263900"/>
                  <a:gd name="connsiteY3" fmla="*/ 187285 h 340178"/>
                  <a:gd name="connsiteX0" fmla="*/ 7989 w 261118"/>
                  <a:gd name="connsiteY0" fmla="*/ 187285 h 339029"/>
                  <a:gd name="connsiteX1" fmla="*/ 168962 w 261118"/>
                  <a:gd name="connsiteY1" fmla="*/ 754 h 339029"/>
                  <a:gd name="connsiteX2" fmla="*/ 134037 w 261118"/>
                  <a:gd name="connsiteY2" fmla="*/ 329366 h 339029"/>
                  <a:gd name="connsiteX3" fmla="*/ 7989 w 261118"/>
                  <a:gd name="connsiteY3" fmla="*/ 187285 h 339029"/>
                  <a:gd name="connsiteX0" fmla="*/ 0 w 76114"/>
                  <a:gd name="connsiteY0" fmla="*/ 329261 h 329261"/>
                  <a:gd name="connsiteX1" fmla="*/ 34925 w 76114"/>
                  <a:gd name="connsiteY1" fmla="*/ 649 h 329261"/>
                  <a:gd name="connsiteX2" fmla="*/ 0 w 76114"/>
                  <a:gd name="connsiteY2" fmla="*/ 329261 h 329261"/>
                  <a:gd name="connsiteX0" fmla="*/ 40960 w 136543"/>
                  <a:gd name="connsiteY0" fmla="*/ 335265 h 335265"/>
                  <a:gd name="connsiteX1" fmla="*/ 75885 w 136543"/>
                  <a:gd name="connsiteY1" fmla="*/ 6653 h 335265"/>
                  <a:gd name="connsiteX2" fmla="*/ 40960 w 136543"/>
                  <a:gd name="connsiteY2" fmla="*/ 335265 h 335265"/>
                  <a:gd name="connsiteX0" fmla="*/ 75964 w 206499"/>
                  <a:gd name="connsiteY0" fmla="*/ 328687 h 328687"/>
                  <a:gd name="connsiteX1" fmla="*/ 110889 w 206499"/>
                  <a:gd name="connsiteY1" fmla="*/ 75 h 328687"/>
                  <a:gd name="connsiteX2" fmla="*/ 75964 w 206499"/>
                  <a:gd name="connsiteY2" fmla="*/ 328687 h 328687"/>
                  <a:gd name="connsiteX0" fmla="*/ 78923 w 209458"/>
                  <a:gd name="connsiteY0" fmla="*/ 322314 h 322314"/>
                  <a:gd name="connsiteX1" fmla="*/ 113848 w 209458"/>
                  <a:gd name="connsiteY1" fmla="*/ 52 h 322314"/>
                  <a:gd name="connsiteX2" fmla="*/ 78923 w 209458"/>
                  <a:gd name="connsiteY2" fmla="*/ 322314 h 322314"/>
                  <a:gd name="connsiteX0" fmla="*/ 98534 w 248718"/>
                  <a:gd name="connsiteY0" fmla="*/ 322268 h 322268"/>
                  <a:gd name="connsiteX1" fmla="*/ 133459 w 248718"/>
                  <a:gd name="connsiteY1" fmla="*/ 6 h 322268"/>
                  <a:gd name="connsiteX2" fmla="*/ 98534 w 248718"/>
                  <a:gd name="connsiteY2" fmla="*/ 322268 h 322268"/>
                  <a:gd name="connsiteX0" fmla="*/ 96322 w 248969"/>
                  <a:gd name="connsiteY0" fmla="*/ 309569 h 309569"/>
                  <a:gd name="connsiteX1" fmla="*/ 134422 w 248969"/>
                  <a:gd name="connsiteY1" fmla="*/ 7 h 309569"/>
                  <a:gd name="connsiteX2" fmla="*/ 96322 w 248969"/>
                  <a:gd name="connsiteY2" fmla="*/ 309569 h 309569"/>
                  <a:gd name="connsiteX0" fmla="*/ 75345 w 206961"/>
                  <a:gd name="connsiteY0" fmla="*/ 309569 h 309569"/>
                  <a:gd name="connsiteX1" fmla="*/ 113445 w 206961"/>
                  <a:gd name="connsiteY1" fmla="*/ 7 h 309569"/>
                  <a:gd name="connsiteX2" fmla="*/ 75345 w 206961"/>
                  <a:gd name="connsiteY2" fmla="*/ 309569 h 309569"/>
                  <a:gd name="connsiteX0" fmla="*/ 85123 w 226548"/>
                  <a:gd name="connsiteY0" fmla="*/ 309708 h 309708"/>
                  <a:gd name="connsiteX1" fmla="*/ 123223 w 226548"/>
                  <a:gd name="connsiteY1" fmla="*/ 146 h 309708"/>
                  <a:gd name="connsiteX2" fmla="*/ 85123 w 226548"/>
                  <a:gd name="connsiteY2" fmla="*/ 309708 h 309708"/>
                  <a:gd name="connsiteX0" fmla="*/ 75345 w 206961"/>
                  <a:gd name="connsiteY0" fmla="*/ 310490 h 310490"/>
                  <a:gd name="connsiteX1" fmla="*/ 113445 w 206961"/>
                  <a:gd name="connsiteY1" fmla="*/ 928 h 310490"/>
                  <a:gd name="connsiteX2" fmla="*/ 75345 w 206961"/>
                  <a:gd name="connsiteY2" fmla="*/ 310490 h 310490"/>
                  <a:gd name="connsiteX0" fmla="*/ 93520 w 243360"/>
                  <a:gd name="connsiteY0" fmla="*/ 310238 h 310238"/>
                  <a:gd name="connsiteX1" fmla="*/ 131620 w 243360"/>
                  <a:gd name="connsiteY1" fmla="*/ 676 h 310238"/>
                  <a:gd name="connsiteX2" fmla="*/ 93520 w 243360"/>
                  <a:gd name="connsiteY2" fmla="*/ 310238 h 310238"/>
                  <a:gd name="connsiteX0" fmla="*/ 62807 w 181832"/>
                  <a:gd name="connsiteY0" fmla="*/ 309616 h 309616"/>
                  <a:gd name="connsiteX1" fmla="*/ 100907 w 181832"/>
                  <a:gd name="connsiteY1" fmla="*/ 54 h 309616"/>
                  <a:gd name="connsiteX2" fmla="*/ 62807 w 181832"/>
                  <a:gd name="connsiteY2" fmla="*/ 309616 h 309616"/>
                  <a:gd name="connsiteX0" fmla="*/ 80930 w 218150"/>
                  <a:gd name="connsiteY0" fmla="*/ 309616 h 309616"/>
                  <a:gd name="connsiteX1" fmla="*/ 119030 w 218150"/>
                  <a:gd name="connsiteY1" fmla="*/ 54 h 309616"/>
                  <a:gd name="connsiteX2" fmla="*/ 80930 w 218150"/>
                  <a:gd name="connsiteY2" fmla="*/ 309616 h 30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150" h="309616">
                    <a:moveTo>
                      <a:pt x="80930" y="309616"/>
                    </a:moveTo>
                    <a:cubicBezTo>
                      <a:pt x="80930" y="309616"/>
                      <a:pt x="-124387" y="4816"/>
                      <a:pt x="119030" y="54"/>
                    </a:cubicBezTo>
                    <a:cubicBezTo>
                      <a:pt x="362447" y="-4708"/>
                      <a:pt x="80930" y="309616"/>
                      <a:pt x="80930" y="309616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Oval 20">
                <a:extLst>
                  <a:ext uri="{FF2B5EF4-FFF2-40B4-BE49-F238E27FC236}">
                    <a16:creationId xmlns:a16="http://schemas.microsoft.com/office/drawing/2014/main" id="{D06C5700-31C6-47F2-8154-87116189700D}"/>
                  </a:ext>
                </a:extLst>
              </p:cNvPr>
              <p:cNvSpPr/>
              <p:nvPr/>
            </p:nvSpPr>
            <p:spPr>
              <a:xfrm>
                <a:off x="5711598" y="2474133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704414E8-2957-4210-8FFE-F173BFDE65E3}"/>
                  </a:ext>
                </a:extLst>
              </p:cNvPr>
              <p:cNvSpPr/>
              <p:nvPr/>
            </p:nvSpPr>
            <p:spPr>
              <a:xfrm rot="16996436">
                <a:off x="5623179" y="3226824"/>
                <a:ext cx="229541" cy="28149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Rectangle: Rounded Corners 257">
                <a:extLst>
                  <a:ext uri="{FF2B5EF4-FFF2-40B4-BE49-F238E27FC236}">
                    <a16:creationId xmlns:a16="http://schemas.microsoft.com/office/drawing/2014/main" id="{F05B2A4F-C008-499F-996F-35B756B176A0}"/>
                  </a:ext>
                </a:extLst>
              </p:cNvPr>
              <p:cNvSpPr/>
              <p:nvPr/>
            </p:nvSpPr>
            <p:spPr>
              <a:xfrm rot="2373007">
                <a:off x="5594252" y="2055416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1E94EBD4-0E13-49DE-AFBE-67FE974B2D25}"/>
                  </a:ext>
                </a:extLst>
              </p:cNvPr>
              <p:cNvSpPr/>
              <p:nvPr/>
            </p:nvSpPr>
            <p:spPr>
              <a:xfrm>
                <a:off x="5663894" y="2020139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" name="Oval 4">
                <a:extLst>
                  <a:ext uri="{FF2B5EF4-FFF2-40B4-BE49-F238E27FC236}">
                    <a16:creationId xmlns:a16="http://schemas.microsoft.com/office/drawing/2014/main" id="{75679852-146B-4DA3-9B69-C1293B94CC1B}"/>
                  </a:ext>
                </a:extLst>
              </p:cNvPr>
              <p:cNvSpPr/>
              <p:nvPr/>
            </p:nvSpPr>
            <p:spPr>
              <a:xfrm rot="16926036">
                <a:off x="5254859" y="2207292"/>
                <a:ext cx="639950" cy="457908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Oval 20">
                <a:extLst>
                  <a:ext uri="{FF2B5EF4-FFF2-40B4-BE49-F238E27FC236}">
                    <a16:creationId xmlns:a16="http://schemas.microsoft.com/office/drawing/2014/main" id="{55A207B8-81F6-40A0-AB56-D34C84AE4A8A}"/>
                  </a:ext>
                </a:extLst>
              </p:cNvPr>
              <p:cNvSpPr/>
              <p:nvPr/>
            </p:nvSpPr>
            <p:spPr>
              <a:xfrm flipH="1">
                <a:off x="5570220" y="2698395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351DE26-7CFE-4479-B3F2-D89CCF79DEBC}"/>
                  </a:ext>
                </a:extLst>
              </p:cNvPr>
              <p:cNvSpPr/>
              <p:nvPr/>
            </p:nvSpPr>
            <p:spPr>
              <a:xfrm rot="11924998">
                <a:off x="5301094" y="2484913"/>
                <a:ext cx="445542" cy="266889"/>
              </a:xfrm>
              <a:custGeom>
                <a:avLst/>
                <a:gdLst>
                  <a:gd name="connsiteX0" fmla="*/ 445542 w 445542"/>
                  <a:gd name="connsiteY0" fmla="*/ 197985 h 266889"/>
                  <a:gd name="connsiteX1" fmla="*/ 414552 w 445542"/>
                  <a:gd name="connsiteY1" fmla="*/ 222062 h 266889"/>
                  <a:gd name="connsiteX2" fmla="*/ 190487 w 445542"/>
                  <a:gd name="connsiteY2" fmla="*/ 266889 h 266889"/>
                  <a:gd name="connsiteX3" fmla="*/ 13253 w 445542"/>
                  <a:gd name="connsiteY3" fmla="*/ 246253 h 266889"/>
                  <a:gd name="connsiteX4" fmla="*/ 0 w 445542"/>
                  <a:gd name="connsiteY4" fmla="*/ 240529 h 266889"/>
                  <a:gd name="connsiteX5" fmla="*/ 2857 w 445542"/>
                  <a:gd name="connsiteY5" fmla="*/ 203225 h 266889"/>
                  <a:gd name="connsiteX6" fmla="*/ 217642 w 445542"/>
                  <a:gd name="connsiteY6" fmla="*/ 634 h 266889"/>
                  <a:gd name="connsiteX7" fmla="*/ 444228 w 445542"/>
                  <a:gd name="connsiteY7" fmla="*/ 188304 h 266889"/>
                  <a:gd name="connsiteX8" fmla="*/ 445542 w 445542"/>
                  <a:gd name="connsiteY8" fmla="*/ 197985 h 26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542" h="266889">
                    <a:moveTo>
                      <a:pt x="445542" y="197985"/>
                    </a:moveTo>
                    <a:lnTo>
                      <a:pt x="414552" y="222062"/>
                    </a:lnTo>
                    <a:cubicBezTo>
                      <a:pt x="357360" y="256084"/>
                      <a:pt x="278753" y="266889"/>
                      <a:pt x="190487" y="266889"/>
                    </a:cubicBezTo>
                    <a:cubicBezTo>
                      <a:pt x="124289" y="266889"/>
                      <a:pt x="63578" y="262323"/>
                      <a:pt x="13253" y="246253"/>
                    </a:cubicBezTo>
                    <a:lnTo>
                      <a:pt x="0" y="240529"/>
                    </a:lnTo>
                    <a:lnTo>
                      <a:pt x="2857" y="203225"/>
                    </a:lnTo>
                    <a:cubicBezTo>
                      <a:pt x="17765" y="89313"/>
                      <a:pt x="70478" y="9287"/>
                      <a:pt x="217642" y="634"/>
                    </a:cubicBezTo>
                    <a:cubicBezTo>
                      <a:pt x="364807" y="-8019"/>
                      <a:pt x="422386" y="72876"/>
                      <a:pt x="444228" y="188304"/>
                    </a:cubicBezTo>
                    <a:lnTo>
                      <a:pt x="445542" y="19798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BB91AEDF-1608-4DCB-8E45-5484D8C0C7E8}"/>
                  </a:ext>
                </a:extLst>
              </p:cNvPr>
              <p:cNvSpPr/>
              <p:nvPr/>
            </p:nvSpPr>
            <p:spPr>
              <a:xfrm rot="16996436">
                <a:off x="5997629" y="3165442"/>
                <a:ext cx="178542" cy="218955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601CB230-6E70-4732-9301-6101C0EC81BD}"/>
                  </a:ext>
                </a:extLst>
              </p:cNvPr>
              <p:cNvSpPr/>
              <p:nvPr/>
            </p:nvSpPr>
            <p:spPr>
              <a:xfrm rot="16996436">
                <a:off x="5945655" y="3431527"/>
                <a:ext cx="158511" cy="19439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C5E27424-72E9-4C73-8A2A-42C44FF84723}"/>
                  </a:ext>
                </a:extLst>
              </p:cNvPr>
              <p:cNvSpPr/>
              <p:nvPr/>
            </p:nvSpPr>
            <p:spPr>
              <a:xfrm rot="13764884">
                <a:off x="5615793" y="3021000"/>
                <a:ext cx="122384" cy="236082"/>
              </a:xfrm>
              <a:custGeom>
                <a:avLst/>
                <a:gdLst>
                  <a:gd name="connsiteX0" fmla="*/ 91400 w 139238"/>
                  <a:gd name="connsiteY0" fmla="*/ 0 h 227707"/>
                  <a:gd name="connsiteX1" fmla="*/ 109025 w 139238"/>
                  <a:gd name="connsiteY1" fmla="*/ 20134 h 227707"/>
                  <a:gd name="connsiteX2" fmla="*/ 139238 w 139238"/>
                  <a:gd name="connsiteY2" fmla="*/ 143725 h 227707"/>
                  <a:gd name="connsiteX3" fmla="*/ 131132 w 139238"/>
                  <a:gd name="connsiteY3" fmla="*/ 211759 h 227707"/>
                  <a:gd name="connsiteX4" fmla="*/ 124786 w 139238"/>
                  <a:gd name="connsiteY4" fmla="*/ 227707 h 227707"/>
                  <a:gd name="connsiteX5" fmla="*/ 63819 w 139238"/>
                  <a:gd name="connsiteY5" fmla="*/ 179694 h 227707"/>
                  <a:gd name="connsiteX6" fmla="*/ 2898 w 139238"/>
                  <a:gd name="connsiteY6" fmla="*/ 139080 h 227707"/>
                  <a:gd name="connsiteX7" fmla="*/ 0 w 139238"/>
                  <a:gd name="connsiteY7" fmla="*/ 137620 h 227707"/>
                  <a:gd name="connsiteX8" fmla="*/ 91400 w 139238"/>
                  <a:gd name="connsiteY8" fmla="*/ 0 h 22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38" h="227707">
                    <a:moveTo>
                      <a:pt x="91400" y="0"/>
                    </a:moveTo>
                    <a:lnTo>
                      <a:pt x="109025" y="20134"/>
                    </a:lnTo>
                    <a:cubicBezTo>
                      <a:pt x="127692" y="51764"/>
                      <a:pt x="139238" y="95460"/>
                      <a:pt x="139238" y="143725"/>
                    </a:cubicBezTo>
                    <a:cubicBezTo>
                      <a:pt x="139238" y="167858"/>
                      <a:pt x="136352" y="190848"/>
                      <a:pt x="131132" y="211759"/>
                    </a:cubicBezTo>
                    <a:lnTo>
                      <a:pt x="124786" y="227707"/>
                    </a:lnTo>
                    <a:lnTo>
                      <a:pt x="63819" y="179694"/>
                    </a:lnTo>
                    <a:cubicBezTo>
                      <a:pt x="43477" y="164764"/>
                      <a:pt x="23162" y="151081"/>
                      <a:pt x="2898" y="139080"/>
                    </a:cubicBezTo>
                    <a:lnTo>
                      <a:pt x="0" y="137620"/>
                    </a:lnTo>
                    <a:lnTo>
                      <a:pt x="91400" y="0"/>
                    </a:lnTo>
                    <a:close/>
                  </a:path>
                </a:pathLst>
              </a:custGeom>
              <a:solidFill>
                <a:srgbClr val="E89A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6322836D-A551-4327-8313-16BD4C040272}"/>
                  </a:ext>
                </a:extLst>
              </p:cNvPr>
              <p:cNvSpPr/>
              <p:nvPr/>
            </p:nvSpPr>
            <p:spPr>
              <a:xfrm rot="19584607">
                <a:off x="5739791" y="2886782"/>
                <a:ext cx="191858" cy="349569"/>
              </a:xfrm>
              <a:custGeom>
                <a:avLst/>
                <a:gdLst>
                  <a:gd name="connsiteX0" fmla="*/ 143308 w 191858"/>
                  <a:gd name="connsiteY0" fmla="*/ 13735 h 349569"/>
                  <a:gd name="connsiteX1" fmla="*/ 158472 w 191858"/>
                  <a:gd name="connsiteY1" fmla="*/ 31059 h 349569"/>
                  <a:gd name="connsiteX2" fmla="*/ 67072 w 191858"/>
                  <a:gd name="connsiteY2" fmla="*/ 168679 h 349569"/>
                  <a:gd name="connsiteX3" fmla="*/ 69970 w 191858"/>
                  <a:gd name="connsiteY3" fmla="*/ 170139 h 349569"/>
                  <a:gd name="connsiteX4" fmla="*/ 130891 w 191858"/>
                  <a:gd name="connsiteY4" fmla="*/ 210753 h 349569"/>
                  <a:gd name="connsiteX5" fmla="*/ 191858 w 191858"/>
                  <a:gd name="connsiteY5" fmla="*/ 258766 h 349569"/>
                  <a:gd name="connsiteX6" fmla="*/ 176097 w 191858"/>
                  <a:gd name="connsiteY6" fmla="*/ 298375 h 349569"/>
                  <a:gd name="connsiteX7" fmla="*/ 103155 w 191858"/>
                  <a:gd name="connsiteY7" fmla="*/ 349569 h 349569"/>
                  <a:gd name="connsiteX8" fmla="*/ 0 w 191858"/>
                  <a:gd name="connsiteY8" fmla="*/ 174784 h 349569"/>
                  <a:gd name="connsiteX9" fmla="*/ 103155 w 191858"/>
                  <a:gd name="connsiteY9" fmla="*/ 0 h 349569"/>
                  <a:gd name="connsiteX10" fmla="*/ 143308 w 191858"/>
                  <a:gd name="connsiteY10" fmla="*/ 13735 h 34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1858" h="349569">
                    <a:moveTo>
                      <a:pt x="143308" y="13735"/>
                    </a:moveTo>
                    <a:lnTo>
                      <a:pt x="158472" y="31059"/>
                    </a:lnTo>
                    <a:lnTo>
                      <a:pt x="67072" y="168679"/>
                    </a:lnTo>
                    <a:lnTo>
                      <a:pt x="69970" y="170139"/>
                    </a:lnTo>
                    <a:cubicBezTo>
                      <a:pt x="90234" y="182140"/>
                      <a:pt x="110549" y="195823"/>
                      <a:pt x="130891" y="210753"/>
                    </a:cubicBezTo>
                    <a:lnTo>
                      <a:pt x="191858" y="258766"/>
                    </a:lnTo>
                    <a:lnTo>
                      <a:pt x="176097" y="298375"/>
                    </a:lnTo>
                    <a:cubicBezTo>
                      <a:pt x="157429" y="330005"/>
                      <a:pt x="131640" y="349569"/>
                      <a:pt x="103155" y="349569"/>
                    </a:cubicBezTo>
                    <a:cubicBezTo>
                      <a:pt x="46185" y="349568"/>
                      <a:pt x="0" y="271315"/>
                      <a:pt x="0" y="174784"/>
                    </a:cubicBezTo>
                    <a:cubicBezTo>
                      <a:pt x="0" y="78253"/>
                      <a:pt x="46184" y="1"/>
                      <a:pt x="103155" y="0"/>
                    </a:cubicBezTo>
                    <a:cubicBezTo>
                      <a:pt x="117398" y="0"/>
                      <a:pt x="130966" y="4891"/>
                      <a:pt x="143308" y="1373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10AEC5BE-2792-4494-B28D-45E371A8BF35}"/>
                  </a:ext>
                </a:extLst>
              </p:cNvPr>
              <p:cNvSpPr/>
              <p:nvPr/>
            </p:nvSpPr>
            <p:spPr>
              <a:xfrm rot="16996436">
                <a:off x="5421290" y="2491633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75E77632-245B-4FE8-BF5C-2C0B557ABF68}"/>
                  </a:ext>
                </a:extLst>
              </p:cNvPr>
              <p:cNvSpPr/>
              <p:nvPr/>
            </p:nvSpPr>
            <p:spPr>
              <a:xfrm rot="16996436">
                <a:off x="5538397" y="2520318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2A12F8A0-B9CC-4034-BEAB-FCEB07167DF6}"/>
                  </a:ext>
                </a:extLst>
              </p:cNvPr>
              <p:cNvSpPr/>
              <p:nvPr/>
            </p:nvSpPr>
            <p:spPr>
              <a:xfrm rot="12751688">
                <a:off x="5443238" y="222699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E253C272-CFF8-44E4-A327-9193ED9E643D}"/>
                  </a:ext>
                </a:extLst>
              </p:cNvPr>
              <p:cNvSpPr/>
              <p:nvPr/>
            </p:nvSpPr>
            <p:spPr>
              <a:xfrm rot="13202437">
                <a:off x="5448471" y="2250638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BD4607F0-C8AD-4C0E-9D8A-56492E0BAE84}"/>
                  </a:ext>
                </a:extLst>
              </p:cNvPr>
              <p:cNvSpPr/>
              <p:nvPr/>
            </p:nvSpPr>
            <p:spPr>
              <a:xfrm rot="13066296">
                <a:off x="5480594" y="2245802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536EC86F-37B4-4958-87C6-3682A550F009}"/>
                  </a:ext>
                </a:extLst>
              </p:cNvPr>
              <p:cNvSpPr/>
              <p:nvPr/>
            </p:nvSpPr>
            <p:spPr>
              <a:xfrm rot="12751688">
                <a:off x="5597514" y="225287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EE3DD86D-D281-4949-BEFF-3869715A509C}"/>
                  </a:ext>
                </a:extLst>
              </p:cNvPr>
              <p:cNvSpPr/>
              <p:nvPr/>
            </p:nvSpPr>
            <p:spPr>
              <a:xfrm rot="13202437">
                <a:off x="5599984" y="2271665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9469A93C-6327-420A-8742-25314C6A3B0F}"/>
                  </a:ext>
                </a:extLst>
              </p:cNvPr>
              <p:cNvSpPr/>
              <p:nvPr/>
            </p:nvSpPr>
            <p:spPr>
              <a:xfrm rot="13066296">
                <a:off x="5622043" y="2271765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39" name="Arc 238">
              <a:extLst>
                <a:ext uri="{FF2B5EF4-FFF2-40B4-BE49-F238E27FC236}">
                  <a16:creationId xmlns:a16="http://schemas.microsoft.com/office/drawing/2014/main" id="{045910DF-85E0-4E8D-9EC2-364334ED7AE0}"/>
                </a:ext>
              </a:extLst>
            </p:cNvPr>
            <p:cNvSpPr/>
            <p:nvPr/>
          </p:nvSpPr>
          <p:spPr>
            <a:xfrm rot="7973619">
              <a:off x="5399586" y="2423620"/>
              <a:ext cx="252524" cy="25252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14F697F3-D8B7-4BE1-BAF7-89D282ACEBFE}"/>
              </a:ext>
            </a:extLst>
          </p:cNvPr>
          <p:cNvGrpSpPr/>
          <p:nvPr/>
        </p:nvGrpSpPr>
        <p:grpSpPr>
          <a:xfrm>
            <a:off x="-47401" y="1429881"/>
            <a:ext cx="12286801" cy="5803565"/>
            <a:chOff x="2171155" y="2191893"/>
            <a:chExt cx="6898834" cy="3258604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F090ABAB-4339-42D6-8293-A7343689171A}"/>
                </a:ext>
              </a:extLst>
            </p:cNvPr>
            <p:cNvSpPr/>
            <p:nvPr/>
          </p:nvSpPr>
          <p:spPr>
            <a:xfrm>
              <a:off x="6781800" y="4056250"/>
              <a:ext cx="2288189" cy="1353064"/>
            </a:xfrm>
            <a:prstGeom prst="rect">
              <a:avLst/>
            </a:prstGeom>
            <a:solidFill>
              <a:srgbClr val="EDA7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F73D0CE-3AA3-461A-A36D-560022EA791B}"/>
                </a:ext>
              </a:extLst>
            </p:cNvPr>
            <p:cNvSpPr/>
            <p:nvPr/>
          </p:nvSpPr>
          <p:spPr>
            <a:xfrm>
              <a:off x="2171155" y="4056250"/>
              <a:ext cx="2288189" cy="1353064"/>
            </a:xfrm>
            <a:prstGeom prst="rect">
              <a:avLst/>
            </a:prstGeom>
            <a:solidFill>
              <a:srgbClr val="EDA7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Rectangle 37">
              <a:extLst>
                <a:ext uri="{FF2B5EF4-FFF2-40B4-BE49-F238E27FC236}">
                  <a16:creationId xmlns:a16="http://schemas.microsoft.com/office/drawing/2014/main" id="{474021DE-2F06-4557-A436-731BEE9401F9}"/>
                </a:ext>
              </a:extLst>
            </p:cNvPr>
            <p:cNvSpPr/>
            <p:nvPr/>
          </p:nvSpPr>
          <p:spPr>
            <a:xfrm>
              <a:off x="4490397" y="2191893"/>
              <a:ext cx="2288189" cy="1014917"/>
            </a:xfrm>
            <a:custGeom>
              <a:avLst/>
              <a:gdLst>
                <a:gd name="connsiteX0" fmla="*/ 0 w 2288189"/>
                <a:gd name="connsiteY0" fmla="*/ 0 h 874457"/>
                <a:gd name="connsiteX1" fmla="*/ 2288189 w 2288189"/>
                <a:gd name="connsiteY1" fmla="*/ 0 h 874457"/>
                <a:gd name="connsiteX2" fmla="*/ 2288189 w 2288189"/>
                <a:gd name="connsiteY2" fmla="*/ 874457 h 874457"/>
                <a:gd name="connsiteX3" fmla="*/ 0 w 2288189"/>
                <a:gd name="connsiteY3" fmla="*/ 874457 h 874457"/>
                <a:gd name="connsiteX4" fmla="*/ 0 w 2288189"/>
                <a:gd name="connsiteY4" fmla="*/ 0 h 874457"/>
                <a:gd name="connsiteX0" fmla="*/ 7620 w 2288189"/>
                <a:gd name="connsiteY0" fmla="*/ 129540 h 874457"/>
                <a:gd name="connsiteX1" fmla="*/ 2288189 w 2288189"/>
                <a:gd name="connsiteY1" fmla="*/ 0 h 874457"/>
                <a:gd name="connsiteX2" fmla="*/ 2288189 w 2288189"/>
                <a:gd name="connsiteY2" fmla="*/ 874457 h 874457"/>
                <a:gd name="connsiteX3" fmla="*/ 0 w 2288189"/>
                <a:gd name="connsiteY3" fmla="*/ 874457 h 874457"/>
                <a:gd name="connsiteX4" fmla="*/ 7620 w 2288189"/>
                <a:gd name="connsiteY4" fmla="*/ 129540 h 874457"/>
                <a:gd name="connsiteX0" fmla="*/ 7620 w 2288189"/>
                <a:gd name="connsiteY0" fmla="*/ 91440 h 836357"/>
                <a:gd name="connsiteX1" fmla="*/ 2288189 w 2288189"/>
                <a:gd name="connsiteY1" fmla="*/ 0 h 836357"/>
                <a:gd name="connsiteX2" fmla="*/ 2288189 w 2288189"/>
                <a:gd name="connsiteY2" fmla="*/ 836357 h 836357"/>
                <a:gd name="connsiteX3" fmla="*/ 0 w 2288189"/>
                <a:gd name="connsiteY3" fmla="*/ 836357 h 836357"/>
                <a:gd name="connsiteX4" fmla="*/ 7620 w 2288189"/>
                <a:gd name="connsiteY4" fmla="*/ 91440 h 836357"/>
                <a:gd name="connsiteX0" fmla="*/ 7620 w 2288189"/>
                <a:gd name="connsiteY0" fmla="*/ 245475 h 990392"/>
                <a:gd name="connsiteX1" fmla="*/ 2288189 w 2288189"/>
                <a:gd name="connsiteY1" fmla="*/ 154035 h 990392"/>
                <a:gd name="connsiteX2" fmla="*/ 2288189 w 2288189"/>
                <a:gd name="connsiteY2" fmla="*/ 990392 h 990392"/>
                <a:gd name="connsiteX3" fmla="*/ 0 w 2288189"/>
                <a:gd name="connsiteY3" fmla="*/ 990392 h 990392"/>
                <a:gd name="connsiteX4" fmla="*/ 7620 w 2288189"/>
                <a:gd name="connsiteY4" fmla="*/ 245475 h 990392"/>
                <a:gd name="connsiteX0" fmla="*/ 7620 w 2288189"/>
                <a:gd name="connsiteY0" fmla="*/ 294339 h 1039256"/>
                <a:gd name="connsiteX1" fmla="*/ 2288189 w 2288189"/>
                <a:gd name="connsiteY1" fmla="*/ 202899 h 1039256"/>
                <a:gd name="connsiteX2" fmla="*/ 2288189 w 2288189"/>
                <a:gd name="connsiteY2" fmla="*/ 1039256 h 1039256"/>
                <a:gd name="connsiteX3" fmla="*/ 0 w 2288189"/>
                <a:gd name="connsiteY3" fmla="*/ 1039256 h 1039256"/>
                <a:gd name="connsiteX4" fmla="*/ 7620 w 2288189"/>
                <a:gd name="connsiteY4" fmla="*/ 294339 h 1039256"/>
                <a:gd name="connsiteX0" fmla="*/ 7620 w 2288189"/>
                <a:gd name="connsiteY0" fmla="*/ 271090 h 1016007"/>
                <a:gd name="connsiteX1" fmla="*/ 2288189 w 2288189"/>
                <a:gd name="connsiteY1" fmla="*/ 179650 h 1016007"/>
                <a:gd name="connsiteX2" fmla="*/ 2288189 w 2288189"/>
                <a:gd name="connsiteY2" fmla="*/ 1016007 h 1016007"/>
                <a:gd name="connsiteX3" fmla="*/ 0 w 2288189"/>
                <a:gd name="connsiteY3" fmla="*/ 1016007 h 1016007"/>
                <a:gd name="connsiteX4" fmla="*/ 7620 w 2288189"/>
                <a:gd name="connsiteY4" fmla="*/ 271090 h 1016007"/>
                <a:gd name="connsiteX0" fmla="*/ 7620 w 2288189"/>
                <a:gd name="connsiteY0" fmla="*/ 271090 h 1016007"/>
                <a:gd name="connsiteX1" fmla="*/ 2288189 w 2288189"/>
                <a:gd name="connsiteY1" fmla="*/ 179650 h 1016007"/>
                <a:gd name="connsiteX2" fmla="*/ 2288189 w 2288189"/>
                <a:gd name="connsiteY2" fmla="*/ 1016007 h 1016007"/>
                <a:gd name="connsiteX3" fmla="*/ 0 w 2288189"/>
                <a:gd name="connsiteY3" fmla="*/ 1016007 h 1016007"/>
                <a:gd name="connsiteX4" fmla="*/ 7620 w 2288189"/>
                <a:gd name="connsiteY4" fmla="*/ 271090 h 1016007"/>
                <a:gd name="connsiteX0" fmla="*/ 7620 w 2288189"/>
                <a:gd name="connsiteY0" fmla="*/ 271090 h 1046487"/>
                <a:gd name="connsiteX1" fmla="*/ 2288189 w 2288189"/>
                <a:gd name="connsiteY1" fmla="*/ 179650 h 1046487"/>
                <a:gd name="connsiteX2" fmla="*/ 2288189 w 2288189"/>
                <a:gd name="connsiteY2" fmla="*/ 1016007 h 1046487"/>
                <a:gd name="connsiteX3" fmla="*/ 0 w 2288189"/>
                <a:gd name="connsiteY3" fmla="*/ 1046487 h 1046487"/>
                <a:gd name="connsiteX4" fmla="*/ 7620 w 2288189"/>
                <a:gd name="connsiteY4" fmla="*/ 271090 h 1046487"/>
                <a:gd name="connsiteX0" fmla="*/ 7620 w 2288189"/>
                <a:gd name="connsiteY0" fmla="*/ 271090 h 1046487"/>
                <a:gd name="connsiteX1" fmla="*/ 2288189 w 2288189"/>
                <a:gd name="connsiteY1" fmla="*/ 179650 h 1046487"/>
                <a:gd name="connsiteX2" fmla="*/ 2288189 w 2288189"/>
                <a:gd name="connsiteY2" fmla="*/ 1016007 h 1046487"/>
                <a:gd name="connsiteX3" fmla="*/ 0 w 2288189"/>
                <a:gd name="connsiteY3" fmla="*/ 1046487 h 1046487"/>
                <a:gd name="connsiteX4" fmla="*/ 7620 w 2288189"/>
                <a:gd name="connsiteY4" fmla="*/ 271090 h 1046487"/>
                <a:gd name="connsiteX0" fmla="*/ 7620 w 2288189"/>
                <a:gd name="connsiteY0" fmla="*/ 239520 h 1014917"/>
                <a:gd name="connsiteX1" fmla="*/ 2266796 w 2288189"/>
                <a:gd name="connsiteY1" fmla="*/ 197996 h 1014917"/>
                <a:gd name="connsiteX2" fmla="*/ 2288189 w 2288189"/>
                <a:gd name="connsiteY2" fmla="*/ 984437 h 1014917"/>
                <a:gd name="connsiteX3" fmla="*/ 0 w 2288189"/>
                <a:gd name="connsiteY3" fmla="*/ 1014917 h 1014917"/>
                <a:gd name="connsiteX4" fmla="*/ 7620 w 2288189"/>
                <a:gd name="connsiteY4" fmla="*/ 239520 h 1014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189" h="1014917">
                  <a:moveTo>
                    <a:pt x="7620" y="239520"/>
                  </a:moveTo>
                  <a:cubicBezTo>
                    <a:pt x="539210" y="-4320"/>
                    <a:pt x="1476126" y="-129664"/>
                    <a:pt x="2266796" y="197996"/>
                  </a:cubicBezTo>
                  <a:cubicBezTo>
                    <a:pt x="2266796" y="476782"/>
                    <a:pt x="2288189" y="705651"/>
                    <a:pt x="2288189" y="984437"/>
                  </a:cubicBezTo>
                  <a:cubicBezTo>
                    <a:pt x="1517839" y="771077"/>
                    <a:pt x="518890" y="809177"/>
                    <a:pt x="0" y="1014917"/>
                  </a:cubicBezTo>
                  <a:lnTo>
                    <a:pt x="7620" y="239520"/>
                  </a:lnTo>
                  <a:close/>
                </a:path>
              </a:pathLst>
            </a:custGeom>
            <a:solidFill>
              <a:srgbClr val="EDA7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4FAEBF43-2B42-4386-8E0F-749CD83BE014}"/>
                </a:ext>
              </a:extLst>
            </p:cNvPr>
            <p:cNvSpPr/>
            <p:nvPr/>
          </p:nvSpPr>
          <p:spPr>
            <a:xfrm>
              <a:off x="6475761" y="3378821"/>
              <a:ext cx="312947" cy="2023362"/>
            </a:xfrm>
            <a:custGeom>
              <a:avLst/>
              <a:gdLst>
                <a:gd name="connsiteX0" fmla="*/ 0 w 4075257"/>
                <a:gd name="connsiteY0" fmla="*/ 0 h 2409803"/>
                <a:gd name="connsiteX1" fmla="*/ 4075257 w 4075257"/>
                <a:gd name="connsiteY1" fmla="*/ 0 h 2409803"/>
                <a:gd name="connsiteX2" fmla="*/ 4075257 w 4075257"/>
                <a:gd name="connsiteY2" fmla="*/ 2409803 h 2409803"/>
                <a:gd name="connsiteX3" fmla="*/ 0 w 4075257"/>
                <a:gd name="connsiteY3" fmla="*/ 2409803 h 2409803"/>
                <a:gd name="connsiteX4" fmla="*/ 0 w 4075257"/>
                <a:gd name="connsiteY4" fmla="*/ 0 h 2409803"/>
                <a:gd name="connsiteX0" fmla="*/ 685800 w 4075257"/>
                <a:gd name="connsiteY0" fmla="*/ 0 h 2778103"/>
                <a:gd name="connsiteX1" fmla="*/ 4075257 w 4075257"/>
                <a:gd name="connsiteY1" fmla="*/ 368300 h 2778103"/>
                <a:gd name="connsiteX2" fmla="*/ 4075257 w 4075257"/>
                <a:gd name="connsiteY2" fmla="*/ 2778103 h 2778103"/>
                <a:gd name="connsiteX3" fmla="*/ 0 w 4075257"/>
                <a:gd name="connsiteY3" fmla="*/ 2778103 h 2778103"/>
                <a:gd name="connsiteX4" fmla="*/ 685800 w 4075257"/>
                <a:gd name="connsiteY4" fmla="*/ 0 h 2778103"/>
                <a:gd name="connsiteX0" fmla="*/ 0 w 3389457"/>
                <a:gd name="connsiteY0" fmla="*/ 0 h 2778103"/>
                <a:gd name="connsiteX1" fmla="*/ 3389457 w 3389457"/>
                <a:gd name="connsiteY1" fmla="*/ 368300 h 2778103"/>
                <a:gd name="connsiteX2" fmla="*/ 3389457 w 3389457"/>
                <a:gd name="connsiteY2" fmla="*/ 2778103 h 2778103"/>
                <a:gd name="connsiteX3" fmla="*/ 241300 w 3389457"/>
                <a:gd name="connsiteY3" fmla="*/ 2447903 h 2778103"/>
                <a:gd name="connsiteX4" fmla="*/ 0 w 3389457"/>
                <a:gd name="connsiteY4" fmla="*/ 0 h 2778103"/>
                <a:gd name="connsiteX0" fmla="*/ 114300 w 3148157"/>
                <a:gd name="connsiteY0" fmla="*/ 0 h 2816203"/>
                <a:gd name="connsiteX1" fmla="*/ 3148157 w 3148157"/>
                <a:gd name="connsiteY1" fmla="*/ 406400 h 2816203"/>
                <a:gd name="connsiteX2" fmla="*/ 3148157 w 3148157"/>
                <a:gd name="connsiteY2" fmla="*/ 2816203 h 2816203"/>
                <a:gd name="connsiteX3" fmla="*/ 0 w 3148157"/>
                <a:gd name="connsiteY3" fmla="*/ 2486003 h 2816203"/>
                <a:gd name="connsiteX4" fmla="*/ 114300 w 3148157"/>
                <a:gd name="connsiteY4" fmla="*/ 0 h 2816203"/>
                <a:gd name="connsiteX0" fmla="*/ 165100 w 3148157"/>
                <a:gd name="connsiteY0" fmla="*/ 0 h 2486003"/>
                <a:gd name="connsiteX1" fmla="*/ 3148157 w 3148157"/>
                <a:gd name="connsiteY1" fmla="*/ 76200 h 2486003"/>
                <a:gd name="connsiteX2" fmla="*/ 3148157 w 3148157"/>
                <a:gd name="connsiteY2" fmla="*/ 2486003 h 2486003"/>
                <a:gd name="connsiteX3" fmla="*/ 0 w 3148157"/>
                <a:gd name="connsiteY3" fmla="*/ 2155803 h 2486003"/>
                <a:gd name="connsiteX4" fmla="*/ 165100 w 3148157"/>
                <a:gd name="connsiteY4" fmla="*/ 0 h 2486003"/>
                <a:gd name="connsiteX0" fmla="*/ 165100 w 3148157"/>
                <a:gd name="connsiteY0" fmla="*/ 0 h 2409803"/>
                <a:gd name="connsiteX1" fmla="*/ 3148157 w 3148157"/>
                <a:gd name="connsiteY1" fmla="*/ 0 h 2409803"/>
                <a:gd name="connsiteX2" fmla="*/ 3148157 w 3148157"/>
                <a:gd name="connsiteY2" fmla="*/ 2409803 h 2409803"/>
                <a:gd name="connsiteX3" fmla="*/ 0 w 3148157"/>
                <a:gd name="connsiteY3" fmla="*/ 2079603 h 2409803"/>
                <a:gd name="connsiteX4" fmla="*/ 165100 w 3148157"/>
                <a:gd name="connsiteY4" fmla="*/ 0 h 2409803"/>
                <a:gd name="connsiteX0" fmla="*/ 0 w 2983057"/>
                <a:gd name="connsiteY0" fmla="*/ 0 h 2409803"/>
                <a:gd name="connsiteX1" fmla="*/ 2983057 w 2983057"/>
                <a:gd name="connsiteY1" fmla="*/ 0 h 2409803"/>
                <a:gd name="connsiteX2" fmla="*/ 2983057 w 2983057"/>
                <a:gd name="connsiteY2" fmla="*/ 2409803 h 2409803"/>
                <a:gd name="connsiteX3" fmla="*/ 355600 w 2983057"/>
                <a:gd name="connsiteY3" fmla="*/ 2409803 h 2409803"/>
                <a:gd name="connsiteX4" fmla="*/ 0 w 2983057"/>
                <a:gd name="connsiteY4" fmla="*/ 0 h 2409803"/>
                <a:gd name="connsiteX0" fmla="*/ 0 w 2779857"/>
                <a:gd name="connsiteY0" fmla="*/ 0 h 3108303"/>
                <a:gd name="connsiteX1" fmla="*/ 2779857 w 2779857"/>
                <a:gd name="connsiteY1" fmla="*/ 698500 h 3108303"/>
                <a:gd name="connsiteX2" fmla="*/ 2779857 w 2779857"/>
                <a:gd name="connsiteY2" fmla="*/ 3108303 h 3108303"/>
                <a:gd name="connsiteX3" fmla="*/ 152400 w 2779857"/>
                <a:gd name="connsiteY3" fmla="*/ 3108303 h 3108303"/>
                <a:gd name="connsiteX4" fmla="*/ 0 w 2779857"/>
                <a:gd name="connsiteY4" fmla="*/ 0 h 3108303"/>
                <a:gd name="connsiteX0" fmla="*/ 0 w 2779857"/>
                <a:gd name="connsiteY0" fmla="*/ 0 h 3108303"/>
                <a:gd name="connsiteX1" fmla="*/ 2779857 w 2779857"/>
                <a:gd name="connsiteY1" fmla="*/ 698500 h 3108303"/>
                <a:gd name="connsiteX2" fmla="*/ 2779857 w 2779857"/>
                <a:gd name="connsiteY2" fmla="*/ 3108303 h 3108303"/>
                <a:gd name="connsiteX3" fmla="*/ 177800 w 2779857"/>
                <a:gd name="connsiteY3" fmla="*/ 2879703 h 3108303"/>
                <a:gd name="connsiteX4" fmla="*/ 0 w 2779857"/>
                <a:gd name="connsiteY4" fmla="*/ 0 h 3108303"/>
                <a:gd name="connsiteX0" fmla="*/ 0 w 2779857"/>
                <a:gd name="connsiteY0" fmla="*/ 0 h 3971903"/>
                <a:gd name="connsiteX1" fmla="*/ 2779857 w 2779857"/>
                <a:gd name="connsiteY1" fmla="*/ 1562100 h 3971903"/>
                <a:gd name="connsiteX2" fmla="*/ 2779857 w 2779857"/>
                <a:gd name="connsiteY2" fmla="*/ 3971903 h 3971903"/>
                <a:gd name="connsiteX3" fmla="*/ 177800 w 2779857"/>
                <a:gd name="connsiteY3" fmla="*/ 3743303 h 3971903"/>
                <a:gd name="connsiteX4" fmla="*/ 0 w 2779857"/>
                <a:gd name="connsiteY4" fmla="*/ 0 h 3971903"/>
                <a:gd name="connsiteX0" fmla="*/ 0 w 2779857"/>
                <a:gd name="connsiteY0" fmla="*/ 0 h 3971903"/>
                <a:gd name="connsiteX1" fmla="*/ 671656 w 2779857"/>
                <a:gd name="connsiteY1" fmla="*/ 1676400 h 3971903"/>
                <a:gd name="connsiteX2" fmla="*/ 2779857 w 2779857"/>
                <a:gd name="connsiteY2" fmla="*/ 3971903 h 3971903"/>
                <a:gd name="connsiteX3" fmla="*/ 177800 w 2779857"/>
                <a:gd name="connsiteY3" fmla="*/ 3743303 h 3971903"/>
                <a:gd name="connsiteX4" fmla="*/ 0 w 2779857"/>
                <a:gd name="connsiteY4" fmla="*/ 0 h 3971903"/>
                <a:gd name="connsiteX0" fmla="*/ 0 w 671656"/>
                <a:gd name="connsiteY0" fmla="*/ 0 h 3921103"/>
                <a:gd name="connsiteX1" fmla="*/ 671656 w 671656"/>
                <a:gd name="connsiteY1" fmla="*/ 1676400 h 3921103"/>
                <a:gd name="connsiteX2" fmla="*/ 671656 w 671656"/>
                <a:gd name="connsiteY2" fmla="*/ 3921103 h 3921103"/>
                <a:gd name="connsiteX3" fmla="*/ 177800 w 671656"/>
                <a:gd name="connsiteY3" fmla="*/ 3743303 h 3921103"/>
                <a:gd name="connsiteX4" fmla="*/ 0 w 671656"/>
                <a:gd name="connsiteY4" fmla="*/ 0 h 3921103"/>
                <a:gd name="connsiteX0" fmla="*/ 0 w 671656"/>
                <a:gd name="connsiteY0" fmla="*/ 0 h 3921103"/>
                <a:gd name="connsiteX1" fmla="*/ 671656 w 671656"/>
                <a:gd name="connsiteY1" fmla="*/ 1676400 h 3921103"/>
                <a:gd name="connsiteX2" fmla="*/ 671656 w 671656"/>
                <a:gd name="connsiteY2" fmla="*/ 3921103 h 3921103"/>
                <a:gd name="connsiteX3" fmla="*/ 317500 w 671656"/>
                <a:gd name="connsiteY3" fmla="*/ 3756003 h 3921103"/>
                <a:gd name="connsiteX4" fmla="*/ 0 w 671656"/>
                <a:gd name="connsiteY4" fmla="*/ 0 h 3921103"/>
                <a:gd name="connsiteX0" fmla="*/ 0 w 684356"/>
                <a:gd name="connsiteY0" fmla="*/ 0 h 4225903"/>
                <a:gd name="connsiteX1" fmla="*/ 684356 w 684356"/>
                <a:gd name="connsiteY1" fmla="*/ 1981200 h 4225903"/>
                <a:gd name="connsiteX2" fmla="*/ 684356 w 684356"/>
                <a:gd name="connsiteY2" fmla="*/ 4225903 h 4225903"/>
                <a:gd name="connsiteX3" fmla="*/ 330200 w 684356"/>
                <a:gd name="connsiteY3" fmla="*/ 4060803 h 4225903"/>
                <a:gd name="connsiteX4" fmla="*/ 0 w 684356"/>
                <a:gd name="connsiteY4" fmla="*/ 0 h 4225903"/>
                <a:gd name="connsiteX0" fmla="*/ 0 w 595456"/>
                <a:gd name="connsiteY0" fmla="*/ 0 h 3921103"/>
                <a:gd name="connsiteX1" fmla="*/ 595456 w 595456"/>
                <a:gd name="connsiteY1" fmla="*/ 1676400 h 3921103"/>
                <a:gd name="connsiteX2" fmla="*/ 595456 w 595456"/>
                <a:gd name="connsiteY2" fmla="*/ 3921103 h 3921103"/>
                <a:gd name="connsiteX3" fmla="*/ 241300 w 595456"/>
                <a:gd name="connsiteY3" fmla="*/ 3756003 h 3921103"/>
                <a:gd name="connsiteX4" fmla="*/ 0 w 595456"/>
                <a:gd name="connsiteY4" fmla="*/ 0 h 3921103"/>
                <a:gd name="connsiteX0" fmla="*/ 152400 w 747856"/>
                <a:gd name="connsiteY0" fmla="*/ 0 h 3921103"/>
                <a:gd name="connsiteX1" fmla="*/ 747856 w 747856"/>
                <a:gd name="connsiteY1" fmla="*/ 1676400 h 3921103"/>
                <a:gd name="connsiteX2" fmla="*/ 747856 w 747856"/>
                <a:gd name="connsiteY2" fmla="*/ 3921103 h 3921103"/>
                <a:gd name="connsiteX3" fmla="*/ 0 w 747856"/>
                <a:gd name="connsiteY3" fmla="*/ 1571602 h 3921103"/>
                <a:gd name="connsiteX4" fmla="*/ 152400 w 747856"/>
                <a:gd name="connsiteY4" fmla="*/ 0 h 3921103"/>
                <a:gd name="connsiteX0" fmla="*/ 165100 w 760556"/>
                <a:gd name="connsiteY0" fmla="*/ 0 h 3921103"/>
                <a:gd name="connsiteX1" fmla="*/ 760556 w 760556"/>
                <a:gd name="connsiteY1" fmla="*/ 1676400 h 3921103"/>
                <a:gd name="connsiteX2" fmla="*/ 760556 w 760556"/>
                <a:gd name="connsiteY2" fmla="*/ 3921103 h 3921103"/>
                <a:gd name="connsiteX3" fmla="*/ 0 w 760556"/>
                <a:gd name="connsiteY3" fmla="*/ 1165202 h 3921103"/>
                <a:gd name="connsiteX4" fmla="*/ 165100 w 760556"/>
                <a:gd name="connsiteY4" fmla="*/ 0 h 3921103"/>
                <a:gd name="connsiteX0" fmla="*/ 88900 w 684356"/>
                <a:gd name="connsiteY0" fmla="*/ 0 h 3921103"/>
                <a:gd name="connsiteX1" fmla="*/ 684356 w 684356"/>
                <a:gd name="connsiteY1" fmla="*/ 1676400 h 3921103"/>
                <a:gd name="connsiteX2" fmla="*/ 684356 w 684356"/>
                <a:gd name="connsiteY2" fmla="*/ 3921103 h 3921103"/>
                <a:gd name="connsiteX3" fmla="*/ 0 w 684356"/>
                <a:gd name="connsiteY3" fmla="*/ 1139802 h 3921103"/>
                <a:gd name="connsiteX4" fmla="*/ 88900 w 684356"/>
                <a:gd name="connsiteY4" fmla="*/ 0 h 3921103"/>
                <a:gd name="connsiteX0" fmla="*/ 50800 w 646256"/>
                <a:gd name="connsiteY0" fmla="*/ 0 h 3921103"/>
                <a:gd name="connsiteX1" fmla="*/ 646256 w 646256"/>
                <a:gd name="connsiteY1" fmla="*/ 1676400 h 3921103"/>
                <a:gd name="connsiteX2" fmla="*/ 646256 w 646256"/>
                <a:gd name="connsiteY2" fmla="*/ 3921103 h 3921103"/>
                <a:gd name="connsiteX3" fmla="*/ 0 w 646256"/>
                <a:gd name="connsiteY3" fmla="*/ 1508102 h 3921103"/>
                <a:gd name="connsiteX4" fmla="*/ 50800 w 646256"/>
                <a:gd name="connsiteY4" fmla="*/ 0 h 3921103"/>
                <a:gd name="connsiteX0" fmla="*/ 38100 w 633556"/>
                <a:gd name="connsiteY0" fmla="*/ 0 h 3921103"/>
                <a:gd name="connsiteX1" fmla="*/ 633556 w 633556"/>
                <a:gd name="connsiteY1" fmla="*/ 1676400 h 3921103"/>
                <a:gd name="connsiteX2" fmla="*/ 633556 w 633556"/>
                <a:gd name="connsiteY2" fmla="*/ 3921103 h 3921103"/>
                <a:gd name="connsiteX3" fmla="*/ 0 w 633556"/>
                <a:gd name="connsiteY3" fmla="*/ 1978003 h 3921103"/>
                <a:gd name="connsiteX4" fmla="*/ 38100 w 633556"/>
                <a:gd name="connsiteY4" fmla="*/ 0 h 3921103"/>
                <a:gd name="connsiteX0" fmla="*/ 0 w 595456"/>
                <a:gd name="connsiteY0" fmla="*/ 0 h 3921103"/>
                <a:gd name="connsiteX1" fmla="*/ 595456 w 595456"/>
                <a:gd name="connsiteY1" fmla="*/ 1676400 h 3921103"/>
                <a:gd name="connsiteX2" fmla="*/ 595456 w 595456"/>
                <a:gd name="connsiteY2" fmla="*/ 3921103 h 3921103"/>
                <a:gd name="connsiteX3" fmla="*/ 38100 w 595456"/>
                <a:gd name="connsiteY3" fmla="*/ 2130404 h 3921103"/>
                <a:gd name="connsiteX4" fmla="*/ 0 w 595456"/>
                <a:gd name="connsiteY4" fmla="*/ 0 h 3921103"/>
                <a:gd name="connsiteX0" fmla="*/ 0 w 595456"/>
                <a:gd name="connsiteY0" fmla="*/ 0 h 3921103"/>
                <a:gd name="connsiteX1" fmla="*/ 595456 w 595456"/>
                <a:gd name="connsiteY1" fmla="*/ 1676400 h 3921103"/>
                <a:gd name="connsiteX2" fmla="*/ 595456 w 595456"/>
                <a:gd name="connsiteY2" fmla="*/ 3921103 h 3921103"/>
                <a:gd name="connsiteX3" fmla="*/ 38100 w 595456"/>
                <a:gd name="connsiteY3" fmla="*/ 2371705 h 3921103"/>
                <a:gd name="connsiteX4" fmla="*/ 0 w 595456"/>
                <a:gd name="connsiteY4" fmla="*/ 0 h 3921103"/>
                <a:gd name="connsiteX0" fmla="*/ 0 w 595456"/>
                <a:gd name="connsiteY0" fmla="*/ 0 h 3959203"/>
                <a:gd name="connsiteX1" fmla="*/ 595456 w 595456"/>
                <a:gd name="connsiteY1" fmla="*/ 1676400 h 3959203"/>
                <a:gd name="connsiteX2" fmla="*/ 430357 w 595456"/>
                <a:gd name="connsiteY2" fmla="*/ 3959203 h 3959203"/>
                <a:gd name="connsiteX3" fmla="*/ 38100 w 595456"/>
                <a:gd name="connsiteY3" fmla="*/ 2371705 h 3959203"/>
                <a:gd name="connsiteX4" fmla="*/ 0 w 595456"/>
                <a:gd name="connsiteY4" fmla="*/ 0 h 3959203"/>
                <a:gd name="connsiteX0" fmla="*/ 0 w 595456"/>
                <a:gd name="connsiteY0" fmla="*/ 0 h 3959203"/>
                <a:gd name="connsiteX1" fmla="*/ 595456 w 595456"/>
                <a:gd name="connsiteY1" fmla="*/ 1676400 h 3959203"/>
                <a:gd name="connsiteX2" fmla="*/ 417657 w 595456"/>
                <a:gd name="connsiteY2" fmla="*/ 3959203 h 3959203"/>
                <a:gd name="connsiteX3" fmla="*/ 38100 w 595456"/>
                <a:gd name="connsiteY3" fmla="*/ 2371705 h 3959203"/>
                <a:gd name="connsiteX4" fmla="*/ 0 w 595456"/>
                <a:gd name="connsiteY4" fmla="*/ 0 h 3959203"/>
                <a:gd name="connsiteX0" fmla="*/ 12700 w 557356"/>
                <a:gd name="connsiteY0" fmla="*/ 0 h 3590903"/>
                <a:gd name="connsiteX1" fmla="*/ 557356 w 557356"/>
                <a:gd name="connsiteY1" fmla="*/ 1308100 h 3590903"/>
                <a:gd name="connsiteX2" fmla="*/ 379557 w 557356"/>
                <a:gd name="connsiteY2" fmla="*/ 3590903 h 3590903"/>
                <a:gd name="connsiteX3" fmla="*/ 0 w 557356"/>
                <a:gd name="connsiteY3" fmla="*/ 2003405 h 3590903"/>
                <a:gd name="connsiteX4" fmla="*/ 12700 w 557356"/>
                <a:gd name="connsiteY4" fmla="*/ 0 h 3590903"/>
                <a:gd name="connsiteX0" fmla="*/ 76 w 722531"/>
                <a:gd name="connsiteY0" fmla="*/ 0 h 3883003"/>
                <a:gd name="connsiteX1" fmla="*/ 722531 w 722531"/>
                <a:gd name="connsiteY1" fmla="*/ 1600200 h 3883003"/>
                <a:gd name="connsiteX2" fmla="*/ 544732 w 722531"/>
                <a:gd name="connsiteY2" fmla="*/ 3883003 h 3883003"/>
                <a:gd name="connsiteX3" fmla="*/ 165175 w 722531"/>
                <a:gd name="connsiteY3" fmla="*/ 2295505 h 3883003"/>
                <a:gd name="connsiteX4" fmla="*/ 76 w 722531"/>
                <a:gd name="connsiteY4" fmla="*/ 0 h 3883003"/>
                <a:gd name="connsiteX0" fmla="*/ 563 w 570619"/>
                <a:gd name="connsiteY0" fmla="*/ 0 h 3895703"/>
                <a:gd name="connsiteX1" fmla="*/ 570619 w 570619"/>
                <a:gd name="connsiteY1" fmla="*/ 1612900 h 3895703"/>
                <a:gd name="connsiteX2" fmla="*/ 392820 w 570619"/>
                <a:gd name="connsiteY2" fmla="*/ 3895703 h 3895703"/>
                <a:gd name="connsiteX3" fmla="*/ 13263 w 570619"/>
                <a:gd name="connsiteY3" fmla="*/ 2308205 h 3895703"/>
                <a:gd name="connsiteX4" fmla="*/ 563 w 570619"/>
                <a:gd name="connsiteY4" fmla="*/ 0 h 3895703"/>
                <a:gd name="connsiteX0" fmla="*/ 12700 w 557356"/>
                <a:gd name="connsiteY0" fmla="*/ 0 h 3603603"/>
                <a:gd name="connsiteX1" fmla="*/ 557356 w 557356"/>
                <a:gd name="connsiteY1" fmla="*/ 1320800 h 3603603"/>
                <a:gd name="connsiteX2" fmla="*/ 379557 w 557356"/>
                <a:gd name="connsiteY2" fmla="*/ 3603603 h 3603603"/>
                <a:gd name="connsiteX3" fmla="*/ 0 w 557356"/>
                <a:gd name="connsiteY3" fmla="*/ 2016105 h 3603603"/>
                <a:gd name="connsiteX4" fmla="*/ 12700 w 557356"/>
                <a:gd name="connsiteY4" fmla="*/ 0 h 36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356" h="3603603">
                  <a:moveTo>
                    <a:pt x="12700" y="0"/>
                  </a:moveTo>
                  <a:lnTo>
                    <a:pt x="557356" y="1320800"/>
                  </a:lnTo>
                  <a:lnTo>
                    <a:pt x="379557" y="3603603"/>
                  </a:lnTo>
                  <a:lnTo>
                    <a:pt x="0" y="2016105"/>
                  </a:lnTo>
                  <a:cubicBezTo>
                    <a:pt x="4233" y="1348303"/>
                    <a:pt x="8467" y="667802"/>
                    <a:pt x="12700" y="0"/>
                  </a:cubicBezTo>
                  <a:close/>
                </a:path>
              </a:pathLst>
            </a:custGeom>
            <a:solidFill>
              <a:srgbClr val="EDA7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1873A43C-4FCB-400D-A04C-E69353B03505}"/>
                </a:ext>
              </a:extLst>
            </p:cNvPr>
            <p:cNvSpPr/>
            <p:nvPr/>
          </p:nvSpPr>
          <p:spPr>
            <a:xfrm>
              <a:off x="6657279" y="2335197"/>
              <a:ext cx="110703" cy="3081952"/>
            </a:xfrm>
            <a:prstGeom prst="roundRect">
              <a:avLst/>
            </a:prstGeom>
            <a:solidFill>
              <a:srgbClr val="956D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Rectangle 388">
              <a:extLst>
                <a:ext uri="{FF2B5EF4-FFF2-40B4-BE49-F238E27FC236}">
                  <a16:creationId xmlns:a16="http://schemas.microsoft.com/office/drawing/2014/main" id="{A56FAFB2-F374-4316-9827-90B57A82F9FF}"/>
                </a:ext>
              </a:extLst>
            </p:cNvPr>
            <p:cNvSpPr/>
            <p:nvPr/>
          </p:nvSpPr>
          <p:spPr>
            <a:xfrm flipH="1">
              <a:off x="4407613" y="3427135"/>
              <a:ext cx="312947" cy="2023362"/>
            </a:xfrm>
            <a:custGeom>
              <a:avLst/>
              <a:gdLst>
                <a:gd name="connsiteX0" fmla="*/ 0 w 4075257"/>
                <a:gd name="connsiteY0" fmla="*/ 0 h 2409803"/>
                <a:gd name="connsiteX1" fmla="*/ 4075257 w 4075257"/>
                <a:gd name="connsiteY1" fmla="*/ 0 h 2409803"/>
                <a:gd name="connsiteX2" fmla="*/ 4075257 w 4075257"/>
                <a:gd name="connsiteY2" fmla="*/ 2409803 h 2409803"/>
                <a:gd name="connsiteX3" fmla="*/ 0 w 4075257"/>
                <a:gd name="connsiteY3" fmla="*/ 2409803 h 2409803"/>
                <a:gd name="connsiteX4" fmla="*/ 0 w 4075257"/>
                <a:gd name="connsiteY4" fmla="*/ 0 h 2409803"/>
                <a:gd name="connsiteX0" fmla="*/ 685800 w 4075257"/>
                <a:gd name="connsiteY0" fmla="*/ 0 h 2778103"/>
                <a:gd name="connsiteX1" fmla="*/ 4075257 w 4075257"/>
                <a:gd name="connsiteY1" fmla="*/ 368300 h 2778103"/>
                <a:gd name="connsiteX2" fmla="*/ 4075257 w 4075257"/>
                <a:gd name="connsiteY2" fmla="*/ 2778103 h 2778103"/>
                <a:gd name="connsiteX3" fmla="*/ 0 w 4075257"/>
                <a:gd name="connsiteY3" fmla="*/ 2778103 h 2778103"/>
                <a:gd name="connsiteX4" fmla="*/ 685800 w 4075257"/>
                <a:gd name="connsiteY4" fmla="*/ 0 h 2778103"/>
                <a:gd name="connsiteX0" fmla="*/ 0 w 3389457"/>
                <a:gd name="connsiteY0" fmla="*/ 0 h 2778103"/>
                <a:gd name="connsiteX1" fmla="*/ 3389457 w 3389457"/>
                <a:gd name="connsiteY1" fmla="*/ 368300 h 2778103"/>
                <a:gd name="connsiteX2" fmla="*/ 3389457 w 3389457"/>
                <a:gd name="connsiteY2" fmla="*/ 2778103 h 2778103"/>
                <a:gd name="connsiteX3" fmla="*/ 241300 w 3389457"/>
                <a:gd name="connsiteY3" fmla="*/ 2447903 h 2778103"/>
                <a:gd name="connsiteX4" fmla="*/ 0 w 3389457"/>
                <a:gd name="connsiteY4" fmla="*/ 0 h 2778103"/>
                <a:gd name="connsiteX0" fmla="*/ 114300 w 3148157"/>
                <a:gd name="connsiteY0" fmla="*/ 0 h 2816203"/>
                <a:gd name="connsiteX1" fmla="*/ 3148157 w 3148157"/>
                <a:gd name="connsiteY1" fmla="*/ 406400 h 2816203"/>
                <a:gd name="connsiteX2" fmla="*/ 3148157 w 3148157"/>
                <a:gd name="connsiteY2" fmla="*/ 2816203 h 2816203"/>
                <a:gd name="connsiteX3" fmla="*/ 0 w 3148157"/>
                <a:gd name="connsiteY3" fmla="*/ 2486003 h 2816203"/>
                <a:gd name="connsiteX4" fmla="*/ 114300 w 3148157"/>
                <a:gd name="connsiteY4" fmla="*/ 0 h 2816203"/>
                <a:gd name="connsiteX0" fmla="*/ 165100 w 3148157"/>
                <a:gd name="connsiteY0" fmla="*/ 0 h 2486003"/>
                <a:gd name="connsiteX1" fmla="*/ 3148157 w 3148157"/>
                <a:gd name="connsiteY1" fmla="*/ 76200 h 2486003"/>
                <a:gd name="connsiteX2" fmla="*/ 3148157 w 3148157"/>
                <a:gd name="connsiteY2" fmla="*/ 2486003 h 2486003"/>
                <a:gd name="connsiteX3" fmla="*/ 0 w 3148157"/>
                <a:gd name="connsiteY3" fmla="*/ 2155803 h 2486003"/>
                <a:gd name="connsiteX4" fmla="*/ 165100 w 3148157"/>
                <a:gd name="connsiteY4" fmla="*/ 0 h 2486003"/>
                <a:gd name="connsiteX0" fmla="*/ 165100 w 3148157"/>
                <a:gd name="connsiteY0" fmla="*/ 0 h 2409803"/>
                <a:gd name="connsiteX1" fmla="*/ 3148157 w 3148157"/>
                <a:gd name="connsiteY1" fmla="*/ 0 h 2409803"/>
                <a:gd name="connsiteX2" fmla="*/ 3148157 w 3148157"/>
                <a:gd name="connsiteY2" fmla="*/ 2409803 h 2409803"/>
                <a:gd name="connsiteX3" fmla="*/ 0 w 3148157"/>
                <a:gd name="connsiteY3" fmla="*/ 2079603 h 2409803"/>
                <a:gd name="connsiteX4" fmla="*/ 165100 w 3148157"/>
                <a:gd name="connsiteY4" fmla="*/ 0 h 2409803"/>
                <a:gd name="connsiteX0" fmla="*/ 0 w 2983057"/>
                <a:gd name="connsiteY0" fmla="*/ 0 h 2409803"/>
                <a:gd name="connsiteX1" fmla="*/ 2983057 w 2983057"/>
                <a:gd name="connsiteY1" fmla="*/ 0 h 2409803"/>
                <a:gd name="connsiteX2" fmla="*/ 2983057 w 2983057"/>
                <a:gd name="connsiteY2" fmla="*/ 2409803 h 2409803"/>
                <a:gd name="connsiteX3" fmla="*/ 355600 w 2983057"/>
                <a:gd name="connsiteY3" fmla="*/ 2409803 h 2409803"/>
                <a:gd name="connsiteX4" fmla="*/ 0 w 2983057"/>
                <a:gd name="connsiteY4" fmla="*/ 0 h 2409803"/>
                <a:gd name="connsiteX0" fmla="*/ 0 w 2779857"/>
                <a:gd name="connsiteY0" fmla="*/ 0 h 3108303"/>
                <a:gd name="connsiteX1" fmla="*/ 2779857 w 2779857"/>
                <a:gd name="connsiteY1" fmla="*/ 698500 h 3108303"/>
                <a:gd name="connsiteX2" fmla="*/ 2779857 w 2779857"/>
                <a:gd name="connsiteY2" fmla="*/ 3108303 h 3108303"/>
                <a:gd name="connsiteX3" fmla="*/ 152400 w 2779857"/>
                <a:gd name="connsiteY3" fmla="*/ 3108303 h 3108303"/>
                <a:gd name="connsiteX4" fmla="*/ 0 w 2779857"/>
                <a:gd name="connsiteY4" fmla="*/ 0 h 3108303"/>
                <a:gd name="connsiteX0" fmla="*/ 0 w 2779857"/>
                <a:gd name="connsiteY0" fmla="*/ 0 h 3108303"/>
                <a:gd name="connsiteX1" fmla="*/ 2779857 w 2779857"/>
                <a:gd name="connsiteY1" fmla="*/ 698500 h 3108303"/>
                <a:gd name="connsiteX2" fmla="*/ 2779857 w 2779857"/>
                <a:gd name="connsiteY2" fmla="*/ 3108303 h 3108303"/>
                <a:gd name="connsiteX3" fmla="*/ 177800 w 2779857"/>
                <a:gd name="connsiteY3" fmla="*/ 2879703 h 3108303"/>
                <a:gd name="connsiteX4" fmla="*/ 0 w 2779857"/>
                <a:gd name="connsiteY4" fmla="*/ 0 h 3108303"/>
                <a:gd name="connsiteX0" fmla="*/ 0 w 2779857"/>
                <a:gd name="connsiteY0" fmla="*/ 0 h 3971903"/>
                <a:gd name="connsiteX1" fmla="*/ 2779857 w 2779857"/>
                <a:gd name="connsiteY1" fmla="*/ 1562100 h 3971903"/>
                <a:gd name="connsiteX2" fmla="*/ 2779857 w 2779857"/>
                <a:gd name="connsiteY2" fmla="*/ 3971903 h 3971903"/>
                <a:gd name="connsiteX3" fmla="*/ 177800 w 2779857"/>
                <a:gd name="connsiteY3" fmla="*/ 3743303 h 3971903"/>
                <a:gd name="connsiteX4" fmla="*/ 0 w 2779857"/>
                <a:gd name="connsiteY4" fmla="*/ 0 h 3971903"/>
                <a:gd name="connsiteX0" fmla="*/ 0 w 2779857"/>
                <a:gd name="connsiteY0" fmla="*/ 0 h 3971903"/>
                <a:gd name="connsiteX1" fmla="*/ 671656 w 2779857"/>
                <a:gd name="connsiteY1" fmla="*/ 1676400 h 3971903"/>
                <a:gd name="connsiteX2" fmla="*/ 2779857 w 2779857"/>
                <a:gd name="connsiteY2" fmla="*/ 3971903 h 3971903"/>
                <a:gd name="connsiteX3" fmla="*/ 177800 w 2779857"/>
                <a:gd name="connsiteY3" fmla="*/ 3743303 h 3971903"/>
                <a:gd name="connsiteX4" fmla="*/ 0 w 2779857"/>
                <a:gd name="connsiteY4" fmla="*/ 0 h 3971903"/>
                <a:gd name="connsiteX0" fmla="*/ 0 w 671656"/>
                <a:gd name="connsiteY0" fmla="*/ 0 h 3921103"/>
                <a:gd name="connsiteX1" fmla="*/ 671656 w 671656"/>
                <a:gd name="connsiteY1" fmla="*/ 1676400 h 3921103"/>
                <a:gd name="connsiteX2" fmla="*/ 671656 w 671656"/>
                <a:gd name="connsiteY2" fmla="*/ 3921103 h 3921103"/>
                <a:gd name="connsiteX3" fmla="*/ 177800 w 671656"/>
                <a:gd name="connsiteY3" fmla="*/ 3743303 h 3921103"/>
                <a:gd name="connsiteX4" fmla="*/ 0 w 671656"/>
                <a:gd name="connsiteY4" fmla="*/ 0 h 3921103"/>
                <a:gd name="connsiteX0" fmla="*/ 0 w 671656"/>
                <a:gd name="connsiteY0" fmla="*/ 0 h 3921103"/>
                <a:gd name="connsiteX1" fmla="*/ 671656 w 671656"/>
                <a:gd name="connsiteY1" fmla="*/ 1676400 h 3921103"/>
                <a:gd name="connsiteX2" fmla="*/ 671656 w 671656"/>
                <a:gd name="connsiteY2" fmla="*/ 3921103 h 3921103"/>
                <a:gd name="connsiteX3" fmla="*/ 317500 w 671656"/>
                <a:gd name="connsiteY3" fmla="*/ 3756003 h 3921103"/>
                <a:gd name="connsiteX4" fmla="*/ 0 w 671656"/>
                <a:gd name="connsiteY4" fmla="*/ 0 h 3921103"/>
                <a:gd name="connsiteX0" fmla="*/ 0 w 684356"/>
                <a:gd name="connsiteY0" fmla="*/ 0 h 4225903"/>
                <a:gd name="connsiteX1" fmla="*/ 684356 w 684356"/>
                <a:gd name="connsiteY1" fmla="*/ 1981200 h 4225903"/>
                <a:gd name="connsiteX2" fmla="*/ 684356 w 684356"/>
                <a:gd name="connsiteY2" fmla="*/ 4225903 h 4225903"/>
                <a:gd name="connsiteX3" fmla="*/ 330200 w 684356"/>
                <a:gd name="connsiteY3" fmla="*/ 4060803 h 4225903"/>
                <a:gd name="connsiteX4" fmla="*/ 0 w 684356"/>
                <a:gd name="connsiteY4" fmla="*/ 0 h 4225903"/>
                <a:gd name="connsiteX0" fmla="*/ 0 w 595456"/>
                <a:gd name="connsiteY0" fmla="*/ 0 h 3921103"/>
                <a:gd name="connsiteX1" fmla="*/ 595456 w 595456"/>
                <a:gd name="connsiteY1" fmla="*/ 1676400 h 3921103"/>
                <a:gd name="connsiteX2" fmla="*/ 595456 w 595456"/>
                <a:gd name="connsiteY2" fmla="*/ 3921103 h 3921103"/>
                <a:gd name="connsiteX3" fmla="*/ 241300 w 595456"/>
                <a:gd name="connsiteY3" fmla="*/ 3756003 h 3921103"/>
                <a:gd name="connsiteX4" fmla="*/ 0 w 595456"/>
                <a:gd name="connsiteY4" fmla="*/ 0 h 3921103"/>
                <a:gd name="connsiteX0" fmla="*/ 152400 w 747856"/>
                <a:gd name="connsiteY0" fmla="*/ 0 h 3921103"/>
                <a:gd name="connsiteX1" fmla="*/ 747856 w 747856"/>
                <a:gd name="connsiteY1" fmla="*/ 1676400 h 3921103"/>
                <a:gd name="connsiteX2" fmla="*/ 747856 w 747856"/>
                <a:gd name="connsiteY2" fmla="*/ 3921103 h 3921103"/>
                <a:gd name="connsiteX3" fmla="*/ 0 w 747856"/>
                <a:gd name="connsiteY3" fmla="*/ 1571602 h 3921103"/>
                <a:gd name="connsiteX4" fmla="*/ 152400 w 747856"/>
                <a:gd name="connsiteY4" fmla="*/ 0 h 3921103"/>
                <a:gd name="connsiteX0" fmla="*/ 165100 w 760556"/>
                <a:gd name="connsiteY0" fmla="*/ 0 h 3921103"/>
                <a:gd name="connsiteX1" fmla="*/ 760556 w 760556"/>
                <a:gd name="connsiteY1" fmla="*/ 1676400 h 3921103"/>
                <a:gd name="connsiteX2" fmla="*/ 760556 w 760556"/>
                <a:gd name="connsiteY2" fmla="*/ 3921103 h 3921103"/>
                <a:gd name="connsiteX3" fmla="*/ 0 w 760556"/>
                <a:gd name="connsiteY3" fmla="*/ 1165202 h 3921103"/>
                <a:gd name="connsiteX4" fmla="*/ 165100 w 760556"/>
                <a:gd name="connsiteY4" fmla="*/ 0 h 3921103"/>
                <a:gd name="connsiteX0" fmla="*/ 88900 w 684356"/>
                <a:gd name="connsiteY0" fmla="*/ 0 h 3921103"/>
                <a:gd name="connsiteX1" fmla="*/ 684356 w 684356"/>
                <a:gd name="connsiteY1" fmla="*/ 1676400 h 3921103"/>
                <a:gd name="connsiteX2" fmla="*/ 684356 w 684356"/>
                <a:gd name="connsiteY2" fmla="*/ 3921103 h 3921103"/>
                <a:gd name="connsiteX3" fmla="*/ 0 w 684356"/>
                <a:gd name="connsiteY3" fmla="*/ 1139802 h 3921103"/>
                <a:gd name="connsiteX4" fmla="*/ 88900 w 684356"/>
                <a:gd name="connsiteY4" fmla="*/ 0 h 3921103"/>
                <a:gd name="connsiteX0" fmla="*/ 50800 w 646256"/>
                <a:gd name="connsiteY0" fmla="*/ 0 h 3921103"/>
                <a:gd name="connsiteX1" fmla="*/ 646256 w 646256"/>
                <a:gd name="connsiteY1" fmla="*/ 1676400 h 3921103"/>
                <a:gd name="connsiteX2" fmla="*/ 646256 w 646256"/>
                <a:gd name="connsiteY2" fmla="*/ 3921103 h 3921103"/>
                <a:gd name="connsiteX3" fmla="*/ 0 w 646256"/>
                <a:gd name="connsiteY3" fmla="*/ 1508102 h 3921103"/>
                <a:gd name="connsiteX4" fmla="*/ 50800 w 646256"/>
                <a:gd name="connsiteY4" fmla="*/ 0 h 3921103"/>
                <a:gd name="connsiteX0" fmla="*/ 38100 w 633556"/>
                <a:gd name="connsiteY0" fmla="*/ 0 h 3921103"/>
                <a:gd name="connsiteX1" fmla="*/ 633556 w 633556"/>
                <a:gd name="connsiteY1" fmla="*/ 1676400 h 3921103"/>
                <a:gd name="connsiteX2" fmla="*/ 633556 w 633556"/>
                <a:gd name="connsiteY2" fmla="*/ 3921103 h 3921103"/>
                <a:gd name="connsiteX3" fmla="*/ 0 w 633556"/>
                <a:gd name="connsiteY3" fmla="*/ 1978003 h 3921103"/>
                <a:gd name="connsiteX4" fmla="*/ 38100 w 633556"/>
                <a:gd name="connsiteY4" fmla="*/ 0 h 3921103"/>
                <a:gd name="connsiteX0" fmla="*/ 0 w 595456"/>
                <a:gd name="connsiteY0" fmla="*/ 0 h 3921103"/>
                <a:gd name="connsiteX1" fmla="*/ 595456 w 595456"/>
                <a:gd name="connsiteY1" fmla="*/ 1676400 h 3921103"/>
                <a:gd name="connsiteX2" fmla="*/ 595456 w 595456"/>
                <a:gd name="connsiteY2" fmla="*/ 3921103 h 3921103"/>
                <a:gd name="connsiteX3" fmla="*/ 38100 w 595456"/>
                <a:gd name="connsiteY3" fmla="*/ 2130404 h 3921103"/>
                <a:gd name="connsiteX4" fmla="*/ 0 w 595456"/>
                <a:gd name="connsiteY4" fmla="*/ 0 h 3921103"/>
                <a:gd name="connsiteX0" fmla="*/ 0 w 595456"/>
                <a:gd name="connsiteY0" fmla="*/ 0 h 3921103"/>
                <a:gd name="connsiteX1" fmla="*/ 595456 w 595456"/>
                <a:gd name="connsiteY1" fmla="*/ 1676400 h 3921103"/>
                <a:gd name="connsiteX2" fmla="*/ 595456 w 595456"/>
                <a:gd name="connsiteY2" fmla="*/ 3921103 h 3921103"/>
                <a:gd name="connsiteX3" fmla="*/ 38100 w 595456"/>
                <a:gd name="connsiteY3" fmla="*/ 2371705 h 3921103"/>
                <a:gd name="connsiteX4" fmla="*/ 0 w 595456"/>
                <a:gd name="connsiteY4" fmla="*/ 0 h 3921103"/>
                <a:gd name="connsiteX0" fmla="*/ 0 w 595456"/>
                <a:gd name="connsiteY0" fmla="*/ 0 h 3959203"/>
                <a:gd name="connsiteX1" fmla="*/ 595456 w 595456"/>
                <a:gd name="connsiteY1" fmla="*/ 1676400 h 3959203"/>
                <a:gd name="connsiteX2" fmla="*/ 430357 w 595456"/>
                <a:gd name="connsiteY2" fmla="*/ 3959203 h 3959203"/>
                <a:gd name="connsiteX3" fmla="*/ 38100 w 595456"/>
                <a:gd name="connsiteY3" fmla="*/ 2371705 h 3959203"/>
                <a:gd name="connsiteX4" fmla="*/ 0 w 595456"/>
                <a:gd name="connsiteY4" fmla="*/ 0 h 3959203"/>
                <a:gd name="connsiteX0" fmla="*/ 0 w 595456"/>
                <a:gd name="connsiteY0" fmla="*/ 0 h 3959203"/>
                <a:gd name="connsiteX1" fmla="*/ 595456 w 595456"/>
                <a:gd name="connsiteY1" fmla="*/ 1676400 h 3959203"/>
                <a:gd name="connsiteX2" fmla="*/ 417657 w 595456"/>
                <a:gd name="connsiteY2" fmla="*/ 3959203 h 3959203"/>
                <a:gd name="connsiteX3" fmla="*/ 38100 w 595456"/>
                <a:gd name="connsiteY3" fmla="*/ 2371705 h 3959203"/>
                <a:gd name="connsiteX4" fmla="*/ 0 w 595456"/>
                <a:gd name="connsiteY4" fmla="*/ 0 h 3959203"/>
                <a:gd name="connsiteX0" fmla="*/ 12700 w 557356"/>
                <a:gd name="connsiteY0" fmla="*/ 0 h 3590903"/>
                <a:gd name="connsiteX1" fmla="*/ 557356 w 557356"/>
                <a:gd name="connsiteY1" fmla="*/ 1308100 h 3590903"/>
                <a:gd name="connsiteX2" fmla="*/ 379557 w 557356"/>
                <a:gd name="connsiteY2" fmla="*/ 3590903 h 3590903"/>
                <a:gd name="connsiteX3" fmla="*/ 0 w 557356"/>
                <a:gd name="connsiteY3" fmla="*/ 2003405 h 3590903"/>
                <a:gd name="connsiteX4" fmla="*/ 12700 w 557356"/>
                <a:gd name="connsiteY4" fmla="*/ 0 h 3590903"/>
                <a:gd name="connsiteX0" fmla="*/ 76 w 722531"/>
                <a:gd name="connsiteY0" fmla="*/ 0 h 3883003"/>
                <a:gd name="connsiteX1" fmla="*/ 722531 w 722531"/>
                <a:gd name="connsiteY1" fmla="*/ 1600200 h 3883003"/>
                <a:gd name="connsiteX2" fmla="*/ 544732 w 722531"/>
                <a:gd name="connsiteY2" fmla="*/ 3883003 h 3883003"/>
                <a:gd name="connsiteX3" fmla="*/ 165175 w 722531"/>
                <a:gd name="connsiteY3" fmla="*/ 2295505 h 3883003"/>
                <a:gd name="connsiteX4" fmla="*/ 76 w 722531"/>
                <a:gd name="connsiteY4" fmla="*/ 0 h 3883003"/>
                <a:gd name="connsiteX0" fmla="*/ 563 w 570619"/>
                <a:gd name="connsiteY0" fmla="*/ 0 h 3895703"/>
                <a:gd name="connsiteX1" fmla="*/ 570619 w 570619"/>
                <a:gd name="connsiteY1" fmla="*/ 1612900 h 3895703"/>
                <a:gd name="connsiteX2" fmla="*/ 392820 w 570619"/>
                <a:gd name="connsiteY2" fmla="*/ 3895703 h 3895703"/>
                <a:gd name="connsiteX3" fmla="*/ 13263 w 570619"/>
                <a:gd name="connsiteY3" fmla="*/ 2308205 h 3895703"/>
                <a:gd name="connsiteX4" fmla="*/ 563 w 570619"/>
                <a:gd name="connsiteY4" fmla="*/ 0 h 3895703"/>
                <a:gd name="connsiteX0" fmla="*/ 12700 w 557356"/>
                <a:gd name="connsiteY0" fmla="*/ 0 h 3603603"/>
                <a:gd name="connsiteX1" fmla="*/ 557356 w 557356"/>
                <a:gd name="connsiteY1" fmla="*/ 1320800 h 3603603"/>
                <a:gd name="connsiteX2" fmla="*/ 379557 w 557356"/>
                <a:gd name="connsiteY2" fmla="*/ 3603603 h 3603603"/>
                <a:gd name="connsiteX3" fmla="*/ 0 w 557356"/>
                <a:gd name="connsiteY3" fmla="*/ 2016105 h 3603603"/>
                <a:gd name="connsiteX4" fmla="*/ 12700 w 557356"/>
                <a:gd name="connsiteY4" fmla="*/ 0 h 36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356" h="3603603">
                  <a:moveTo>
                    <a:pt x="12700" y="0"/>
                  </a:moveTo>
                  <a:lnTo>
                    <a:pt x="557356" y="1320800"/>
                  </a:lnTo>
                  <a:lnTo>
                    <a:pt x="379557" y="3603603"/>
                  </a:lnTo>
                  <a:lnTo>
                    <a:pt x="0" y="2016105"/>
                  </a:lnTo>
                  <a:cubicBezTo>
                    <a:pt x="4233" y="1348303"/>
                    <a:pt x="8467" y="667802"/>
                    <a:pt x="12700" y="0"/>
                  </a:cubicBezTo>
                  <a:close/>
                </a:path>
              </a:pathLst>
            </a:custGeom>
            <a:solidFill>
              <a:srgbClr val="EDA74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88E44392-D139-484C-9CAE-F0496612C306}"/>
                </a:ext>
              </a:extLst>
            </p:cNvPr>
            <p:cNvSpPr/>
            <p:nvPr/>
          </p:nvSpPr>
          <p:spPr>
            <a:xfrm>
              <a:off x="4396811" y="2347379"/>
              <a:ext cx="144344" cy="3069770"/>
            </a:xfrm>
            <a:prstGeom prst="roundRect">
              <a:avLst/>
            </a:prstGeom>
            <a:solidFill>
              <a:srgbClr val="956D4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F31CFDA4-7DB6-45F9-B30F-7AEEE4E68147}"/>
              </a:ext>
            </a:extLst>
          </p:cNvPr>
          <p:cNvSpPr txBox="1"/>
          <p:nvPr/>
        </p:nvSpPr>
        <p:spPr>
          <a:xfrm>
            <a:off x="4088573" y="1857309"/>
            <a:ext cx="4068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Welcome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CFE29045-2784-4388-84F6-F2D589CCDC0C}"/>
              </a:ext>
            </a:extLst>
          </p:cNvPr>
          <p:cNvGrpSpPr/>
          <p:nvPr/>
        </p:nvGrpSpPr>
        <p:grpSpPr>
          <a:xfrm>
            <a:off x="6333819" y="5428025"/>
            <a:ext cx="618219" cy="1036136"/>
            <a:chOff x="6515000" y="4332527"/>
            <a:chExt cx="1005256" cy="1684809"/>
          </a:xfrm>
        </p:grpSpPr>
        <p:grpSp>
          <p:nvGrpSpPr>
            <p:cNvPr id="337" name="Group 336">
              <a:extLst>
                <a:ext uri="{FF2B5EF4-FFF2-40B4-BE49-F238E27FC236}">
                  <a16:creationId xmlns:a16="http://schemas.microsoft.com/office/drawing/2014/main" id="{F5ED54BD-3E1E-46D9-8749-144BBC99F38C}"/>
                </a:ext>
              </a:extLst>
            </p:cNvPr>
            <p:cNvGrpSpPr/>
            <p:nvPr/>
          </p:nvGrpSpPr>
          <p:grpSpPr>
            <a:xfrm>
              <a:off x="6515000" y="4332527"/>
              <a:ext cx="935191" cy="1684809"/>
              <a:chOff x="6900125" y="4738285"/>
              <a:chExt cx="935191" cy="1684809"/>
            </a:xfrm>
          </p:grpSpPr>
          <p:sp>
            <p:nvSpPr>
              <p:cNvPr id="341" name="Rectangle 14">
                <a:extLst>
                  <a:ext uri="{FF2B5EF4-FFF2-40B4-BE49-F238E27FC236}">
                    <a16:creationId xmlns:a16="http://schemas.microsoft.com/office/drawing/2014/main" id="{D0FC4CBF-F1CD-4C16-99DA-DDF33665C43B}"/>
                  </a:ext>
                </a:extLst>
              </p:cNvPr>
              <p:cNvSpPr/>
              <p:nvPr/>
            </p:nvSpPr>
            <p:spPr>
              <a:xfrm>
                <a:off x="6900125" y="4738285"/>
                <a:ext cx="935191" cy="1684809"/>
              </a:xfrm>
              <a:custGeom>
                <a:avLst/>
                <a:gdLst>
                  <a:gd name="connsiteX0" fmla="*/ 0 w 914401"/>
                  <a:gd name="connsiteY0" fmla="*/ 0 h 889775"/>
                  <a:gd name="connsiteX1" fmla="*/ 914401 w 914401"/>
                  <a:gd name="connsiteY1" fmla="*/ 0 h 889775"/>
                  <a:gd name="connsiteX2" fmla="*/ 914401 w 914401"/>
                  <a:gd name="connsiteY2" fmla="*/ 889775 h 889775"/>
                  <a:gd name="connsiteX3" fmla="*/ 0 w 914401"/>
                  <a:gd name="connsiteY3" fmla="*/ 889775 h 889775"/>
                  <a:gd name="connsiteX4" fmla="*/ 0 w 914401"/>
                  <a:gd name="connsiteY4" fmla="*/ 0 h 889775"/>
                  <a:gd name="connsiteX0" fmla="*/ 0 w 914401"/>
                  <a:gd name="connsiteY0" fmla="*/ 0 h 2451875"/>
                  <a:gd name="connsiteX1" fmla="*/ 914401 w 914401"/>
                  <a:gd name="connsiteY1" fmla="*/ 0 h 2451875"/>
                  <a:gd name="connsiteX2" fmla="*/ 914401 w 914401"/>
                  <a:gd name="connsiteY2" fmla="*/ 889775 h 2451875"/>
                  <a:gd name="connsiteX3" fmla="*/ 88900 w 914401"/>
                  <a:gd name="connsiteY3" fmla="*/ 2451875 h 2451875"/>
                  <a:gd name="connsiteX4" fmla="*/ 0 w 914401"/>
                  <a:gd name="connsiteY4" fmla="*/ 0 h 2451875"/>
                  <a:gd name="connsiteX0" fmla="*/ 0 w 914401"/>
                  <a:gd name="connsiteY0" fmla="*/ 0 h 2451875"/>
                  <a:gd name="connsiteX1" fmla="*/ 914401 w 914401"/>
                  <a:gd name="connsiteY1" fmla="*/ 0 h 2451875"/>
                  <a:gd name="connsiteX2" fmla="*/ 850901 w 914401"/>
                  <a:gd name="connsiteY2" fmla="*/ 2413775 h 2451875"/>
                  <a:gd name="connsiteX3" fmla="*/ 88900 w 914401"/>
                  <a:gd name="connsiteY3" fmla="*/ 2451875 h 2451875"/>
                  <a:gd name="connsiteX4" fmla="*/ 0 w 914401"/>
                  <a:gd name="connsiteY4" fmla="*/ 0 h 2451875"/>
                  <a:gd name="connsiteX0" fmla="*/ 0 w 914401"/>
                  <a:gd name="connsiteY0" fmla="*/ 0 h 2462095"/>
                  <a:gd name="connsiteX1" fmla="*/ 914401 w 914401"/>
                  <a:gd name="connsiteY1" fmla="*/ 0 h 2462095"/>
                  <a:gd name="connsiteX2" fmla="*/ 850901 w 914401"/>
                  <a:gd name="connsiteY2" fmla="*/ 2413775 h 2462095"/>
                  <a:gd name="connsiteX3" fmla="*/ 88900 w 914401"/>
                  <a:gd name="connsiteY3" fmla="*/ 2451875 h 2462095"/>
                  <a:gd name="connsiteX4" fmla="*/ 0 w 914401"/>
                  <a:gd name="connsiteY4" fmla="*/ 0 h 2462095"/>
                  <a:gd name="connsiteX0" fmla="*/ 0 w 914401"/>
                  <a:gd name="connsiteY0" fmla="*/ 0 h 2486199"/>
                  <a:gd name="connsiteX1" fmla="*/ 914401 w 914401"/>
                  <a:gd name="connsiteY1" fmla="*/ 0 h 2486199"/>
                  <a:gd name="connsiteX2" fmla="*/ 850901 w 914401"/>
                  <a:gd name="connsiteY2" fmla="*/ 2413775 h 2486199"/>
                  <a:gd name="connsiteX3" fmla="*/ 88900 w 914401"/>
                  <a:gd name="connsiteY3" fmla="*/ 2451875 h 2486199"/>
                  <a:gd name="connsiteX4" fmla="*/ 0 w 914401"/>
                  <a:gd name="connsiteY4" fmla="*/ 0 h 2486199"/>
                  <a:gd name="connsiteX0" fmla="*/ 0 w 914401"/>
                  <a:gd name="connsiteY0" fmla="*/ 0 h 2458239"/>
                  <a:gd name="connsiteX1" fmla="*/ 914401 w 914401"/>
                  <a:gd name="connsiteY1" fmla="*/ 0 h 2458239"/>
                  <a:gd name="connsiteX2" fmla="*/ 850901 w 914401"/>
                  <a:gd name="connsiteY2" fmla="*/ 2413775 h 2458239"/>
                  <a:gd name="connsiteX3" fmla="*/ 25400 w 914401"/>
                  <a:gd name="connsiteY3" fmla="*/ 2388375 h 2458239"/>
                  <a:gd name="connsiteX4" fmla="*/ 0 w 914401"/>
                  <a:gd name="connsiteY4" fmla="*/ 0 h 2458239"/>
                  <a:gd name="connsiteX0" fmla="*/ 0 w 914401"/>
                  <a:gd name="connsiteY0" fmla="*/ 0 h 2472619"/>
                  <a:gd name="connsiteX1" fmla="*/ 914401 w 914401"/>
                  <a:gd name="connsiteY1" fmla="*/ 0 h 2472619"/>
                  <a:gd name="connsiteX2" fmla="*/ 850901 w 914401"/>
                  <a:gd name="connsiteY2" fmla="*/ 2413775 h 2472619"/>
                  <a:gd name="connsiteX3" fmla="*/ 25400 w 914401"/>
                  <a:gd name="connsiteY3" fmla="*/ 2426475 h 2472619"/>
                  <a:gd name="connsiteX4" fmla="*/ 0 w 914401"/>
                  <a:gd name="connsiteY4" fmla="*/ 0 h 2472619"/>
                  <a:gd name="connsiteX0" fmla="*/ 0 w 1112521"/>
                  <a:gd name="connsiteY0" fmla="*/ 7620 h 2472619"/>
                  <a:gd name="connsiteX1" fmla="*/ 1112521 w 1112521"/>
                  <a:gd name="connsiteY1" fmla="*/ 0 h 2472619"/>
                  <a:gd name="connsiteX2" fmla="*/ 1049021 w 1112521"/>
                  <a:gd name="connsiteY2" fmla="*/ 2413775 h 2472619"/>
                  <a:gd name="connsiteX3" fmla="*/ 223520 w 1112521"/>
                  <a:gd name="connsiteY3" fmla="*/ 2426475 h 2472619"/>
                  <a:gd name="connsiteX4" fmla="*/ 0 w 1112521"/>
                  <a:gd name="connsiteY4" fmla="*/ 7620 h 2472619"/>
                  <a:gd name="connsiteX0" fmla="*/ 0 w 960121"/>
                  <a:gd name="connsiteY0" fmla="*/ 0 h 2693599"/>
                  <a:gd name="connsiteX1" fmla="*/ 960121 w 960121"/>
                  <a:gd name="connsiteY1" fmla="*/ 220980 h 2693599"/>
                  <a:gd name="connsiteX2" fmla="*/ 896621 w 960121"/>
                  <a:gd name="connsiteY2" fmla="*/ 2634755 h 2693599"/>
                  <a:gd name="connsiteX3" fmla="*/ 71120 w 960121"/>
                  <a:gd name="connsiteY3" fmla="*/ 2647455 h 2693599"/>
                  <a:gd name="connsiteX4" fmla="*/ 0 w 960121"/>
                  <a:gd name="connsiteY4" fmla="*/ 0 h 2693599"/>
                  <a:gd name="connsiteX0" fmla="*/ 0 w 960121"/>
                  <a:gd name="connsiteY0" fmla="*/ 0 h 2693599"/>
                  <a:gd name="connsiteX1" fmla="*/ 960121 w 960121"/>
                  <a:gd name="connsiteY1" fmla="*/ 220980 h 2693599"/>
                  <a:gd name="connsiteX2" fmla="*/ 896621 w 960121"/>
                  <a:gd name="connsiteY2" fmla="*/ 2634755 h 2693599"/>
                  <a:gd name="connsiteX3" fmla="*/ 71120 w 960121"/>
                  <a:gd name="connsiteY3" fmla="*/ 2647455 h 2693599"/>
                  <a:gd name="connsiteX4" fmla="*/ 0 w 960121"/>
                  <a:gd name="connsiteY4" fmla="*/ 0 h 2693599"/>
                  <a:gd name="connsiteX0" fmla="*/ 0 w 1043941"/>
                  <a:gd name="connsiteY0" fmla="*/ 0 h 2693599"/>
                  <a:gd name="connsiteX1" fmla="*/ 1043941 w 1043941"/>
                  <a:gd name="connsiteY1" fmla="*/ 220980 h 2693599"/>
                  <a:gd name="connsiteX2" fmla="*/ 980441 w 1043941"/>
                  <a:gd name="connsiteY2" fmla="*/ 2634755 h 2693599"/>
                  <a:gd name="connsiteX3" fmla="*/ 154940 w 1043941"/>
                  <a:gd name="connsiteY3" fmla="*/ 2647455 h 2693599"/>
                  <a:gd name="connsiteX4" fmla="*/ 0 w 1043941"/>
                  <a:gd name="connsiteY4" fmla="*/ 0 h 2693599"/>
                  <a:gd name="connsiteX0" fmla="*/ 0 w 1043941"/>
                  <a:gd name="connsiteY0" fmla="*/ 0 h 2693599"/>
                  <a:gd name="connsiteX1" fmla="*/ 1043941 w 1043941"/>
                  <a:gd name="connsiteY1" fmla="*/ 220980 h 2693599"/>
                  <a:gd name="connsiteX2" fmla="*/ 980441 w 1043941"/>
                  <a:gd name="connsiteY2" fmla="*/ 2634755 h 2693599"/>
                  <a:gd name="connsiteX3" fmla="*/ 154940 w 1043941"/>
                  <a:gd name="connsiteY3" fmla="*/ 2647455 h 2693599"/>
                  <a:gd name="connsiteX4" fmla="*/ 0 w 1043941"/>
                  <a:gd name="connsiteY4" fmla="*/ 0 h 2693599"/>
                  <a:gd name="connsiteX0" fmla="*/ 0 w 1043941"/>
                  <a:gd name="connsiteY0" fmla="*/ 0 h 2693599"/>
                  <a:gd name="connsiteX1" fmla="*/ 1043941 w 1043941"/>
                  <a:gd name="connsiteY1" fmla="*/ 220980 h 2693599"/>
                  <a:gd name="connsiteX2" fmla="*/ 980441 w 1043941"/>
                  <a:gd name="connsiteY2" fmla="*/ 2634755 h 2693599"/>
                  <a:gd name="connsiteX3" fmla="*/ 154940 w 1043941"/>
                  <a:gd name="connsiteY3" fmla="*/ 2647455 h 2693599"/>
                  <a:gd name="connsiteX4" fmla="*/ 0 w 1043941"/>
                  <a:gd name="connsiteY4" fmla="*/ 0 h 2693599"/>
                  <a:gd name="connsiteX0" fmla="*/ 0 w 1173481"/>
                  <a:gd name="connsiteY0" fmla="*/ 0 h 2693599"/>
                  <a:gd name="connsiteX1" fmla="*/ 1173481 w 1173481"/>
                  <a:gd name="connsiteY1" fmla="*/ 167640 h 2693599"/>
                  <a:gd name="connsiteX2" fmla="*/ 980441 w 1173481"/>
                  <a:gd name="connsiteY2" fmla="*/ 2634755 h 2693599"/>
                  <a:gd name="connsiteX3" fmla="*/ 154940 w 1173481"/>
                  <a:gd name="connsiteY3" fmla="*/ 2647455 h 2693599"/>
                  <a:gd name="connsiteX4" fmla="*/ 0 w 1173481"/>
                  <a:gd name="connsiteY4" fmla="*/ 0 h 2693599"/>
                  <a:gd name="connsiteX0" fmla="*/ 0 w 1173481"/>
                  <a:gd name="connsiteY0" fmla="*/ 0 h 2693599"/>
                  <a:gd name="connsiteX1" fmla="*/ 1173481 w 1173481"/>
                  <a:gd name="connsiteY1" fmla="*/ 167640 h 2693599"/>
                  <a:gd name="connsiteX2" fmla="*/ 980441 w 1173481"/>
                  <a:gd name="connsiteY2" fmla="*/ 2634755 h 2693599"/>
                  <a:gd name="connsiteX3" fmla="*/ 154940 w 1173481"/>
                  <a:gd name="connsiteY3" fmla="*/ 2647455 h 2693599"/>
                  <a:gd name="connsiteX4" fmla="*/ 0 w 1173481"/>
                  <a:gd name="connsiteY4" fmla="*/ 0 h 2693599"/>
                  <a:gd name="connsiteX0" fmla="*/ 0 w 1211581"/>
                  <a:gd name="connsiteY0" fmla="*/ 0 h 2693599"/>
                  <a:gd name="connsiteX1" fmla="*/ 1211581 w 1211581"/>
                  <a:gd name="connsiteY1" fmla="*/ 167640 h 2693599"/>
                  <a:gd name="connsiteX2" fmla="*/ 980441 w 1211581"/>
                  <a:gd name="connsiteY2" fmla="*/ 2634755 h 2693599"/>
                  <a:gd name="connsiteX3" fmla="*/ 154940 w 1211581"/>
                  <a:gd name="connsiteY3" fmla="*/ 2647455 h 2693599"/>
                  <a:gd name="connsiteX4" fmla="*/ 0 w 1211581"/>
                  <a:gd name="connsiteY4" fmla="*/ 0 h 2693599"/>
                  <a:gd name="connsiteX0" fmla="*/ 0 w 1211581"/>
                  <a:gd name="connsiteY0" fmla="*/ 0 h 2693599"/>
                  <a:gd name="connsiteX1" fmla="*/ 1211581 w 1211581"/>
                  <a:gd name="connsiteY1" fmla="*/ 167640 h 2693599"/>
                  <a:gd name="connsiteX2" fmla="*/ 980441 w 1211581"/>
                  <a:gd name="connsiteY2" fmla="*/ 2634755 h 2693599"/>
                  <a:gd name="connsiteX3" fmla="*/ 154940 w 1211581"/>
                  <a:gd name="connsiteY3" fmla="*/ 2647455 h 2693599"/>
                  <a:gd name="connsiteX4" fmla="*/ 0 w 1211581"/>
                  <a:gd name="connsiteY4" fmla="*/ 0 h 2693599"/>
                  <a:gd name="connsiteX0" fmla="*/ 0 w 1068706"/>
                  <a:gd name="connsiteY0" fmla="*/ 0 h 2655499"/>
                  <a:gd name="connsiteX1" fmla="*/ 1068706 w 1068706"/>
                  <a:gd name="connsiteY1" fmla="*/ 129540 h 2655499"/>
                  <a:gd name="connsiteX2" fmla="*/ 837566 w 1068706"/>
                  <a:gd name="connsiteY2" fmla="*/ 2596655 h 2655499"/>
                  <a:gd name="connsiteX3" fmla="*/ 12065 w 1068706"/>
                  <a:gd name="connsiteY3" fmla="*/ 2609355 h 2655499"/>
                  <a:gd name="connsiteX4" fmla="*/ 0 w 1068706"/>
                  <a:gd name="connsiteY4" fmla="*/ 0 h 2655499"/>
                  <a:gd name="connsiteX0" fmla="*/ 36179 w 1057260"/>
                  <a:gd name="connsiteY0" fmla="*/ 127635 h 2525959"/>
                  <a:gd name="connsiteX1" fmla="*/ 1057260 w 1057260"/>
                  <a:gd name="connsiteY1" fmla="*/ 0 h 2525959"/>
                  <a:gd name="connsiteX2" fmla="*/ 826120 w 1057260"/>
                  <a:gd name="connsiteY2" fmla="*/ 2467115 h 2525959"/>
                  <a:gd name="connsiteX3" fmla="*/ 619 w 1057260"/>
                  <a:gd name="connsiteY3" fmla="*/ 2479815 h 2525959"/>
                  <a:gd name="connsiteX4" fmla="*/ 36179 w 1057260"/>
                  <a:gd name="connsiteY4" fmla="*/ 127635 h 2525959"/>
                  <a:gd name="connsiteX0" fmla="*/ 36266 w 1057347"/>
                  <a:gd name="connsiteY0" fmla="*/ 127635 h 2525959"/>
                  <a:gd name="connsiteX1" fmla="*/ 1057347 w 1057347"/>
                  <a:gd name="connsiteY1" fmla="*/ 0 h 2525959"/>
                  <a:gd name="connsiteX2" fmla="*/ 826207 w 1057347"/>
                  <a:gd name="connsiteY2" fmla="*/ 2467115 h 2525959"/>
                  <a:gd name="connsiteX3" fmla="*/ 706 w 1057347"/>
                  <a:gd name="connsiteY3" fmla="*/ 2479815 h 2525959"/>
                  <a:gd name="connsiteX4" fmla="*/ 36266 w 1057347"/>
                  <a:gd name="connsiteY4" fmla="*/ 127635 h 2525959"/>
                  <a:gd name="connsiteX0" fmla="*/ 226596 w 1057177"/>
                  <a:gd name="connsiteY0" fmla="*/ 184785 h 2525959"/>
                  <a:gd name="connsiteX1" fmla="*/ 1057177 w 1057177"/>
                  <a:gd name="connsiteY1" fmla="*/ 0 h 2525959"/>
                  <a:gd name="connsiteX2" fmla="*/ 826037 w 1057177"/>
                  <a:gd name="connsiteY2" fmla="*/ 2467115 h 2525959"/>
                  <a:gd name="connsiteX3" fmla="*/ 536 w 1057177"/>
                  <a:gd name="connsiteY3" fmla="*/ 2479815 h 2525959"/>
                  <a:gd name="connsiteX4" fmla="*/ 226596 w 1057177"/>
                  <a:gd name="connsiteY4" fmla="*/ 184785 h 2525959"/>
                  <a:gd name="connsiteX0" fmla="*/ 226914 w 1057495"/>
                  <a:gd name="connsiteY0" fmla="*/ 184785 h 2525959"/>
                  <a:gd name="connsiteX1" fmla="*/ 1057495 w 1057495"/>
                  <a:gd name="connsiteY1" fmla="*/ 0 h 2525959"/>
                  <a:gd name="connsiteX2" fmla="*/ 826355 w 1057495"/>
                  <a:gd name="connsiteY2" fmla="*/ 2467115 h 2525959"/>
                  <a:gd name="connsiteX3" fmla="*/ 854 w 1057495"/>
                  <a:gd name="connsiteY3" fmla="*/ 2479815 h 2525959"/>
                  <a:gd name="connsiteX4" fmla="*/ 226914 w 1057495"/>
                  <a:gd name="connsiteY4" fmla="*/ 184785 h 2525959"/>
                  <a:gd name="connsiteX0" fmla="*/ 226914 w 1057495"/>
                  <a:gd name="connsiteY0" fmla="*/ 184785 h 2525959"/>
                  <a:gd name="connsiteX1" fmla="*/ 1057495 w 1057495"/>
                  <a:gd name="connsiteY1" fmla="*/ 0 h 2525959"/>
                  <a:gd name="connsiteX2" fmla="*/ 826355 w 1057495"/>
                  <a:gd name="connsiteY2" fmla="*/ 2467115 h 2525959"/>
                  <a:gd name="connsiteX3" fmla="*/ 854 w 1057495"/>
                  <a:gd name="connsiteY3" fmla="*/ 2479815 h 2525959"/>
                  <a:gd name="connsiteX4" fmla="*/ 226914 w 1057495"/>
                  <a:gd name="connsiteY4" fmla="*/ 184785 h 2525959"/>
                  <a:gd name="connsiteX0" fmla="*/ 0 w 1097281"/>
                  <a:gd name="connsiteY0" fmla="*/ 375285 h 2525959"/>
                  <a:gd name="connsiteX1" fmla="*/ 1097281 w 1097281"/>
                  <a:gd name="connsiteY1" fmla="*/ 0 h 2525959"/>
                  <a:gd name="connsiteX2" fmla="*/ 866141 w 1097281"/>
                  <a:gd name="connsiteY2" fmla="*/ 2467115 h 2525959"/>
                  <a:gd name="connsiteX3" fmla="*/ 40640 w 1097281"/>
                  <a:gd name="connsiteY3" fmla="*/ 2479815 h 2525959"/>
                  <a:gd name="connsiteX4" fmla="*/ 0 w 1097281"/>
                  <a:gd name="connsiteY4" fmla="*/ 375285 h 2525959"/>
                  <a:gd name="connsiteX0" fmla="*/ 18004 w 1058135"/>
                  <a:gd name="connsiteY0" fmla="*/ 889635 h 2525959"/>
                  <a:gd name="connsiteX1" fmla="*/ 1058135 w 1058135"/>
                  <a:gd name="connsiteY1" fmla="*/ 0 h 2525959"/>
                  <a:gd name="connsiteX2" fmla="*/ 826995 w 1058135"/>
                  <a:gd name="connsiteY2" fmla="*/ 2467115 h 2525959"/>
                  <a:gd name="connsiteX3" fmla="*/ 1494 w 1058135"/>
                  <a:gd name="connsiteY3" fmla="*/ 2479815 h 2525959"/>
                  <a:gd name="connsiteX4" fmla="*/ 18004 w 1058135"/>
                  <a:gd name="connsiteY4" fmla="*/ 889635 h 2525959"/>
                  <a:gd name="connsiteX0" fmla="*/ 0 w 1071881"/>
                  <a:gd name="connsiteY0" fmla="*/ 889635 h 2525959"/>
                  <a:gd name="connsiteX1" fmla="*/ 1071881 w 1071881"/>
                  <a:gd name="connsiteY1" fmla="*/ 0 h 2525959"/>
                  <a:gd name="connsiteX2" fmla="*/ 840741 w 1071881"/>
                  <a:gd name="connsiteY2" fmla="*/ 2467115 h 2525959"/>
                  <a:gd name="connsiteX3" fmla="*/ 15240 w 1071881"/>
                  <a:gd name="connsiteY3" fmla="*/ 2479815 h 2525959"/>
                  <a:gd name="connsiteX4" fmla="*/ 0 w 1071881"/>
                  <a:gd name="connsiteY4" fmla="*/ 889635 h 2525959"/>
                  <a:gd name="connsiteX0" fmla="*/ 0 w 1071881"/>
                  <a:gd name="connsiteY0" fmla="*/ 889635 h 2525959"/>
                  <a:gd name="connsiteX1" fmla="*/ 1071881 w 1071881"/>
                  <a:gd name="connsiteY1" fmla="*/ 0 h 2525959"/>
                  <a:gd name="connsiteX2" fmla="*/ 840741 w 1071881"/>
                  <a:gd name="connsiteY2" fmla="*/ 2467115 h 2525959"/>
                  <a:gd name="connsiteX3" fmla="*/ 15240 w 1071881"/>
                  <a:gd name="connsiteY3" fmla="*/ 2479815 h 2525959"/>
                  <a:gd name="connsiteX4" fmla="*/ 0 w 1071881"/>
                  <a:gd name="connsiteY4" fmla="*/ 889635 h 2525959"/>
                  <a:gd name="connsiteX0" fmla="*/ 0 w 1129031"/>
                  <a:gd name="connsiteY0" fmla="*/ 959485 h 2525959"/>
                  <a:gd name="connsiteX1" fmla="*/ 1129031 w 1129031"/>
                  <a:gd name="connsiteY1" fmla="*/ 0 h 2525959"/>
                  <a:gd name="connsiteX2" fmla="*/ 897891 w 1129031"/>
                  <a:gd name="connsiteY2" fmla="*/ 2467115 h 2525959"/>
                  <a:gd name="connsiteX3" fmla="*/ 72390 w 1129031"/>
                  <a:gd name="connsiteY3" fmla="*/ 2479815 h 2525959"/>
                  <a:gd name="connsiteX4" fmla="*/ 0 w 1129031"/>
                  <a:gd name="connsiteY4" fmla="*/ 959485 h 2525959"/>
                  <a:gd name="connsiteX0" fmla="*/ 0 w 1129031"/>
                  <a:gd name="connsiteY0" fmla="*/ 959485 h 2525959"/>
                  <a:gd name="connsiteX1" fmla="*/ 1129031 w 1129031"/>
                  <a:gd name="connsiteY1" fmla="*/ 0 h 2525959"/>
                  <a:gd name="connsiteX2" fmla="*/ 897891 w 1129031"/>
                  <a:gd name="connsiteY2" fmla="*/ 2467115 h 2525959"/>
                  <a:gd name="connsiteX3" fmla="*/ 72390 w 1129031"/>
                  <a:gd name="connsiteY3" fmla="*/ 2479815 h 2525959"/>
                  <a:gd name="connsiteX4" fmla="*/ 0 w 1129031"/>
                  <a:gd name="connsiteY4" fmla="*/ 959485 h 2525959"/>
                  <a:gd name="connsiteX0" fmla="*/ 0 w 1129031"/>
                  <a:gd name="connsiteY0" fmla="*/ 959485 h 2525959"/>
                  <a:gd name="connsiteX1" fmla="*/ 1129031 w 1129031"/>
                  <a:gd name="connsiteY1" fmla="*/ 0 h 2525959"/>
                  <a:gd name="connsiteX2" fmla="*/ 897891 w 1129031"/>
                  <a:gd name="connsiteY2" fmla="*/ 2467115 h 2525959"/>
                  <a:gd name="connsiteX3" fmla="*/ 72390 w 1129031"/>
                  <a:gd name="connsiteY3" fmla="*/ 2479815 h 2525959"/>
                  <a:gd name="connsiteX4" fmla="*/ 0 w 1129031"/>
                  <a:gd name="connsiteY4" fmla="*/ 959485 h 2525959"/>
                  <a:gd name="connsiteX0" fmla="*/ 0 w 1022351"/>
                  <a:gd name="connsiteY0" fmla="*/ 304165 h 1870639"/>
                  <a:gd name="connsiteX1" fmla="*/ 1022351 w 1022351"/>
                  <a:gd name="connsiteY1" fmla="*/ 0 h 1870639"/>
                  <a:gd name="connsiteX2" fmla="*/ 897891 w 1022351"/>
                  <a:gd name="connsiteY2" fmla="*/ 1811795 h 1870639"/>
                  <a:gd name="connsiteX3" fmla="*/ 72390 w 1022351"/>
                  <a:gd name="connsiteY3" fmla="*/ 1824495 h 1870639"/>
                  <a:gd name="connsiteX4" fmla="*/ 0 w 1022351"/>
                  <a:gd name="connsiteY4" fmla="*/ 304165 h 1870639"/>
                  <a:gd name="connsiteX0" fmla="*/ 0 w 961391"/>
                  <a:gd name="connsiteY0" fmla="*/ 205105 h 1771579"/>
                  <a:gd name="connsiteX1" fmla="*/ 961391 w 961391"/>
                  <a:gd name="connsiteY1" fmla="*/ 0 h 1771579"/>
                  <a:gd name="connsiteX2" fmla="*/ 897891 w 961391"/>
                  <a:gd name="connsiteY2" fmla="*/ 1712735 h 1771579"/>
                  <a:gd name="connsiteX3" fmla="*/ 72390 w 961391"/>
                  <a:gd name="connsiteY3" fmla="*/ 1725435 h 1771579"/>
                  <a:gd name="connsiteX4" fmla="*/ 0 w 961391"/>
                  <a:gd name="connsiteY4" fmla="*/ 205105 h 1771579"/>
                  <a:gd name="connsiteX0" fmla="*/ 0 w 961391"/>
                  <a:gd name="connsiteY0" fmla="*/ 205105 h 1743120"/>
                  <a:gd name="connsiteX1" fmla="*/ 961391 w 961391"/>
                  <a:gd name="connsiteY1" fmla="*/ 0 h 1743120"/>
                  <a:gd name="connsiteX2" fmla="*/ 783591 w 961391"/>
                  <a:gd name="connsiteY2" fmla="*/ 1621295 h 1743120"/>
                  <a:gd name="connsiteX3" fmla="*/ 72390 w 961391"/>
                  <a:gd name="connsiteY3" fmla="*/ 1725435 h 1743120"/>
                  <a:gd name="connsiteX4" fmla="*/ 0 w 961391"/>
                  <a:gd name="connsiteY4" fmla="*/ 205105 h 1743120"/>
                  <a:gd name="connsiteX0" fmla="*/ 0 w 961391"/>
                  <a:gd name="connsiteY0" fmla="*/ 205105 h 1752633"/>
                  <a:gd name="connsiteX1" fmla="*/ 961391 w 961391"/>
                  <a:gd name="connsiteY1" fmla="*/ 0 h 1752633"/>
                  <a:gd name="connsiteX2" fmla="*/ 783591 w 961391"/>
                  <a:gd name="connsiteY2" fmla="*/ 1621295 h 1752633"/>
                  <a:gd name="connsiteX3" fmla="*/ 72390 w 961391"/>
                  <a:gd name="connsiteY3" fmla="*/ 1725435 h 1752633"/>
                  <a:gd name="connsiteX4" fmla="*/ 0 w 961391"/>
                  <a:gd name="connsiteY4" fmla="*/ 205105 h 1752633"/>
                  <a:gd name="connsiteX0" fmla="*/ 0 w 961391"/>
                  <a:gd name="connsiteY0" fmla="*/ 205105 h 1723214"/>
                  <a:gd name="connsiteX1" fmla="*/ 961391 w 961391"/>
                  <a:gd name="connsiteY1" fmla="*/ 0 h 1723214"/>
                  <a:gd name="connsiteX2" fmla="*/ 783591 w 961391"/>
                  <a:gd name="connsiteY2" fmla="*/ 1621295 h 1723214"/>
                  <a:gd name="connsiteX3" fmla="*/ 64770 w 961391"/>
                  <a:gd name="connsiteY3" fmla="*/ 1679715 h 1723214"/>
                  <a:gd name="connsiteX4" fmla="*/ 0 w 961391"/>
                  <a:gd name="connsiteY4" fmla="*/ 205105 h 1723214"/>
                  <a:gd name="connsiteX0" fmla="*/ 0 w 961391"/>
                  <a:gd name="connsiteY0" fmla="*/ 205105 h 1723214"/>
                  <a:gd name="connsiteX1" fmla="*/ 961391 w 961391"/>
                  <a:gd name="connsiteY1" fmla="*/ 0 h 1723214"/>
                  <a:gd name="connsiteX2" fmla="*/ 783591 w 961391"/>
                  <a:gd name="connsiteY2" fmla="*/ 1621295 h 1723214"/>
                  <a:gd name="connsiteX3" fmla="*/ 64770 w 961391"/>
                  <a:gd name="connsiteY3" fmla="*/ 1679715 h 1723214"/>
                  <a:gd name="connsiteX4" fmla="*/ 0 w 961391"/>
                  <a:gd name="connsiteY4" fmla="*/ 205105 h 1723214"/>
                  <a:gd name="connsiteX0" fmla="*/ 0 w 961391"/>
                  <a:gd name="connsiteY0" fmla="*/ 205105 h 1723214"/>
                  <a:gd name="connsiteX1" fmla="*/ 961391 w 961391"/>
                  <a:gd name="connsiteY1" fmla="*/ 0 h 1723214"/>
                  <a:gd name="connsiteX2" fmla="*/ 783591 w 961391"/>
                  <a:gd name="connsiteY2" fmla="*/ 1621295 h 1723214"/>
                  <a:gd name="connsiteX3" fmla="*/ 64770 w 961391"/>
                  <a:gd name="connsiteY3" fmla="*/ 1679715 h 1723214"/>
                  <a:gd name="connsiteX4" fmla="*/ 0 w 961391"/>
                  <a:gd name="connsiteY4" fmla="*/ 205105 h 1723214"/>
                  <a:gd name="connsiteX0" fmla="*/ 0 w 961391"/>
                  <a:gd name="connsiteY0" fmla="*/ 205105 h 1723214"/>
                  <a:gd name="connsiteX1" fmla="*/ 961391 w 961391"/>
                  <a:gd name="connsiteY1" fmla="*/ 0 h 1723214"/>
                  <a:gd name="connsiteX2" fmla="*/ 783591 w 961391"/>
                  <a:gd name="connsiteY2" fmla="*/ 1621295 h 1723214"/>
                  <a:gd name="connsiteX3" fmla="*/ 64770 w 961391"/>
                  <a:gd name="connsiteY3" fmla="*/ 1679715 h 1723214"/>
                  <a:gd name="connsiteX4" fmla="*/ 0 w 961391"/>
                  <a:gd name="connsiteY4" fmla="*/ 205105 h 1723214"/>
                  <a:gd name="connsiteX0" fmla="*/ 0 w 961391"/>
                  <a:gd name="connsiteY0" fmla="*/ 205105 h 1740943"/>
                  <a:gd name="connsiteX1" fmla="*/ 961391 w 961391"/>
                  <a:gd name="connsiteY1" fmla="*/ 0 h 1740943"/>
                  <a:gd name="connsiteX2" fmla="*/ 783591 w 961391"/>
                  <a:gd name="connsiteY2" fmla="*/ 1621295 h 1740943"/>
                  <a:gd name="connsiteX3" fmla="*/ 64770 w 961391"/>
                  <a:gd name="connsiteY3" fmla="*/ 1679715 h 1740943"/>
                  <a:gd name="connsiteX4" fmla="*/ 0 w 961391"/>
                  <a:gd name="connsiteY4" fmla="*/ 205105 h 1740943"/>
                  <a:gd name="connsiteX0" fmla="*/ 0 w 961391"/>
                  <a:gd name="connsiteY0" fmla="*/ 205105 h 1751484"/>
                  <a:gd name="connsiteX1" fmla="*/ 961391 w 961391"/>
                  <a:gd name="connsiteY1" fmla="*/ 0 h 1751484"/>
                  <a:gd name="connsiteX2" fmla="*/ 783591 w 961391"/>
                  <a:gd name="connsiteY2" fmla="*/ 1621295 h 1751484"/>
                  <a:gd name="connsiteX3" fmla="*/ 64770 w 961391"/>
                  <a:gd name="connsiteY3" fmla="*/ 1679715 h 1751484"/>
                  <a:gd name="connsiteX4" fmla="*/ 0 w 961391"/>
                  <a:gd name="connsiteY4" fmla="*/ 205105 h 1751484"/>
                  <a:gd name="connsiteX0" fmla="*/ 0 w 789108"/>
                  <a:gd name="connsiteY0" fmla="*/ 205105 h 1751484"/>
                  <a:gd name="connsiteX1" fmla="*/ 732791 w 789108"/>
                  <a:gd name="connsiteY1" fmla="*/ 0 h 1751484"/>
                  <a:gd name="connsiteX2" fmla="*/ 783591 w 789108"/>
                  <a:gd name="connsiteY2" fmla="*/ 1621295 h 1751484"/>
                  <a:gd name="connsiteX3" fmla="*/ 64770 w 789108"/>
                  <a:gd name="connsiteY3" fmla="*/ 1679715 h 1751484"/>
                  <a:gd name="connsiteX4" fmla="*/ 0 w 789108"/>
                  <a:gd name="connsiteY4" fmla="*/ 205105 h 1751484"/>
                  <a:gd name="connsiteX0" fmla="*/ 0 w 932333"/>
                  <a:gd name="connsiteY0" fmla="*/ 205105 h 1751484"/>
                  <a:gd name="connsiteX1" fmla="*/ 732791 w 932333"/>
                  <a:gd name="connsiteY1" fmla="*/ 0 h 1751484"/>
                  <a:gd name="connsiteX2" fmla="*/ 783591 w 932333"/>
                  <a:gd name="connsiteY2" fmla="*/ 1621295 h 1751484"/>
                  <a:gd name="connsiteX3" fmla="*/ 64770 w 932333"/>
                  <a:gd name="connsiteY3" fmla="*/ 1679715 h 1751484"/>
                  <a:gd name="connsiteX4" fmla="*/ 0 w 932333"/>
                  <a:gd name="connsiteY4" fmla="*/ 205105 h 1751484"/>
                  <a:gd name="connsiteX0" fmla="*/ 0 w 876394"/>
                  <a:gd name="connsiteY0" fmla="*/ 147955 h 1694334"/>
                  <a:gd name="connsiteX1" fmla="*/ 637541 w 876394"/>
                  <a:gd name="connsiteY1" fmla="*/ 0 h 1694334"/>
                  <a:gd name="connsiteX2" fmla="*/ 783591 w 876394"/>
                  <a:gd name="connsiteY2" fmla="*/ 1564145 h 1694334"/>
                  <a:gd name="connsiteX3" fmla="*/ 64770 w 876394"/>
                  <a:gd name="connsiteY3" fmla="*/ 1622565 h 1694334"/>
                  <a:gd name="connsiteX4" fmla="*/ 0 w 876394"/>
                  <a:gd name="connsiteY4" fmla="*/ 147955 h 1694334"/>
                  <a:gd name="connsiteX0" fmla="*/ 0 w 945800"/>
                  <a:gd name="connsiteY0" fmla="*/ 147955 h 1694334"/>
                  <a:gd name="connsiteX1" fmla="*/ 637541 w 945800"/>
                  <a:gd name="connsiteY1" fmla="*/ 0 h 1694334"/>
                  <a:gd name="connsiteX2" fmla="*/ 783591 w 945800"/>
                  <a:gd name="connsiteY2" fmla="*/ 1564145 h 1694334"/>
                  <a:gd name="connsiteX3" fmla="*/ 64770 w 945800"/>
                  <a:gd name="connsiteY3" fmla="*/ 1622565 h 1694334"/>
                  <a:gd name="connsiteX4" fmla="*/ 0 w 945800"/>
                  <a:gd name="connsiteY4" fmla="*/ 147955 h 1694334"/>
                  <a:gd name="connsiteX0" fmla="*/ 0 w 923512"/>
                  <a:gd name="connsiteY0" fmla="*/ 138430 h 1684809"/>
                  <a:gd name="connsiteX1" fmla="*/ 599441 w 923512"/>
                  <a:gd name="connsiteY1" fmla="*/ 0 h 1684809"/>
                  <a:gd name="connsiteX2" fmla="*/ 783591 w 923512"/>
                  <a:gd name="connsiteY2" fmla="*/ 1554620 h 1684809"/>
                  <a:gd name="connsiteX3" fmla="*/ 64770 w 923512"/>
                  <a:gd name="connsiteY3" fmla="*/ 1613040 h 1684809"/>
                  <a:gd name="connsiteX4" fmla="*/ 0 w 923512"/>
                  <a:gd name="connsiteY4" fmla="*/ 138430 h 1684809"/>
                  <a:gd name="connsiteX0" fmla="*/ 0 w 958746"/>
                  <a:gd name="connsiteY0" fmla="*/ 138430 h 1684809"/>
                  <a:gd name="connsiteX1" fmla="*/ 599441 w 958746"/>
                  <a:gd name="connsiteY1" fmla="*/ 0 h 1684809"/>
                  <a:gd name="connsiteX2" fmla="*/ 783591 w 958746"/>
                  <a:gd name="connsiteY2" fmla="*/ 1554620 h 1684809"/>
                  <a:gd name="connsiteX3" fmla="*/ 64770 w 958746"/>
                  <a:gd name="connsiteY3" fmla="*/ 1613040 h 1684809"/>
                  <a:gd name="connsiteX4" fmla="*/ 0 w 958746"/>
                  <a:gd name="connsiteY4" fmla="*/ 138430 h 1684809"/>
                  <a:gd name="connsiteX0" fmla="*/ 0 w 935191"/>
                  <a:gd name="connsiteY0" fmla="*/ 138430 h 1684809"/>
                  <a:gd name="connsiteX1" fmla="*/ 599441 w 935191"/>
                  <a:gd name="connsiteY1" fmla="*/ 0 h 1684809"/>
                  <a:gd name="connsiteX2" fmla="*/ 783591 w 935191"/>
                  <a:gd name="connsiteY2" fmla="*/ 1554620 h 1684809"/>
                  <a:gd name="connsiteX3" fmla="*/ 64770 w 935191"/>
                  <a:gd name="connsiteY3" fmla="*/ 1613040 h 1684809"/>
                  <a:gd name="connsiteX4" fmla="*/ 0 w 935191"/>
                  <a:gd name="connsiteY4" fmla="*/ 138430 h 1684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191" h="1684809">
                    <a:moveTo>
                      <a:pt x="0" y="138430"/>
                    </a:moveTo>
                    <a:lnTo>
                      <a:pt x="599441" y="0"/>
                    </a:lnTo>
                    <a:cubicBezTo>
                      <a:pt x="1234229" y="649017"/>
                      <a:pt x="771738" y="541748"/>
                      <a:pt x="783591" y="1554620"/>
                    </a:cubicBezTo>
                    <a:cubicBezTo>
                      <a:pt x="476886" y="1744485"/>
                      <a:pt x="264795" y="1692415"/>
                      <a:pt x="64770" y="1613040"/>
                    </a:cubicBezTo>
                    <a:cubicBezTo>
                      <a:pt x="50588" y="987730"/>
                      <a:pt x="581872" y="1121245"/>
                      <a:pt x="0" y="1384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87B48855-99E7-4CC3-973A-FF34775F9F0A}"/>
                  </a:ext>
                </a:extLst>
              </p:cNvPr>
              <p:cNvSpPr/>
              <p:nvPr/>
            </p:nvSpPr>
            <p:spPr>
              <a:xfrm>
                <a:off x="6969623" y="6125377"/>
                <a:ext cx="721899" cy="297717"/>
              </a:xfrm>
              <a:custGeom>
                <a:avLst/>
                <a:gdLst>
                  <a:gd name="connsiteX0" fmla="*/ 23588 w 721899"/>
                  <a:gd name="connsiteY0" fmla="*/ 0 h 297717"/>
                  <a:gd name="connsiteX1" fmla="*/ 721899 w 721899"/>
                  <a:gd name="connsiteY1" fmla="*/ 0 h 297717"/>
                  <a:gd name="connsiteX2" fmla="*/ 719102 w 721899"/>
                  <a:gd name="connsiteY2" fmla="*/ 167904 h 297717"/>
                  <a:gd name="connsiteX3" fmla="*/ 409621 w 721899"/>
                  <a:gd name="connsiteY3" fmla="*/ 290754 h 297717"/>
                  <a:gd name="connsiteX4" fmla="*/ 324137 w 721899"/>
                  <a:gd name="connsiteY4" fmla="*/ 297717 h 297717"/>
                  <a:gd name="connsiteX5" fmla="*/ 223854 w 721899"/>
                  <a:gd name="connsiteY5" fmla="*/ 290708 h 297717"/>
                  <a:gd name="connsiteX6" fmla="*/ 153852 w 721899"/>
                  <a:gd name="connsiteY6" fmla="*/ 277382 h 297717"/>
                  <a:gd name="connsiteX7" fmla="*/ 281 w 721899"/>
                  <a:gd name="connsiteY7" fmla="*/ 226324 h 297717"/>
                  <a:gd name="connsiteX8" fmla="*/ 17292 w 721899"/>
                  <a:gd name="connsiteY8" fmla="*/ 23740 h 297717"/>
                  <a:gd name="connsiteX9" fmla="*/ 23588 w 721899"/>
                  <a:gd name="connsiteY9" fmla="*/ 0 h 297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1899" h="297717">
                    <a:moveTo>
                      <a:pt x="23588" y="0"/>
                    </a:moveTo>
                    <a:lnTo>
                      <a:pt x="721899" y="0"/>
                    </a:lnTo>
                    <a:lnTo>
                      <a:pt x="719102" y="167904"/>
                    </a:lnTo>
                    <a:cubicBezTo>
                      <a:pt x="604088" y="239104"/>
                      <a:pt x="502378" y="276281"/>
                      <a:pt x="409621" y="290754"/>
                    </a:cubicBezTo>
                    <a:lnTo>
                      <a:pt x="324137" y="297717"/>
                    </a:lnTo>
                    <a:lnTo>
                      <a:pt x="223854" y="290708"/>
                    </a:lnTo>
                    <a:lnTo>
                      <a:pt x="153852" y="277382"/>
                    </a:lnTo>
                    <a:cubicBezTo>
                      <a:pt x="101048" y="264305"/>
                      <a:pt x="50287" y="246168"/>
                      <a:pt x="281" y="226324"/>
                    </a:cubicBezTo>
                    <a:cubicBezTo>
                      <a:pt x="-1492" y="148160"/>
                      <a:pt x="5258" y="81853"/>
                      <a:pt x="17292" y="23740"/>
                    </a:cubicBezTo>
                    <a:lnTo>
                      <a:pt x="23588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D5CAFCAA-BD53-4268-BE1B-E59BC8E0E506}"/>
                </a:ext>
              </a:extLst>
            </p:cNvPr>
            <p:cNvGrpSpPr/>
            <p:nvPr/>
          </p:nvGrpSpPr>
          <p:grpSpPr>
            <a:xfrm>
              <a:off x="6639444" y="5275294"/>
              <a:ext cx="880812" cy="348219"/>
              <a:chOff x="6639444" y="5275294"/>
              <a:chExt cx="880812" cy="348219"/>
            </a:xfrm>
          </p:grpSpPr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E222F2CF-E707-4C3E-AAE5-D26CBD91973C}"/>
                  </a:ext>
                </a:extLst>
              </p:cNvPr>
              <p:cNvSpPr/>
              <p:nvPr/>
            </p:nvSpPr>
            <p:spPr>
              <a:xfrm>
                <a:off x="6639444" y="5491284"/>
                <a:ext cx="788822" cy="132229"/>
              </a:xfrm>
              <a:custGeom>
                <a:avLst/>
                <a:gdLst>
                  <a:gd name="connsiteX0" fmla="*/ 56641 w 753157"/>
                  <a:gd name="connsiteY0" fmla="*/ 0 h 132229"/>
                  <a:gd name="connsiteX1" fmla="*/ 727724 w 753157"/>
                  <a:gd name="connsiteY1" fmla="*/ 0 h 132229"/>
                  <a:gd name="connsiteX2" fmla="*/ 734543 w 753157"/>
                  <a:gd name="connsiteY2" fmla="*/ 40581 h 132229"/>
                  <a:gd name="connsiteX3" fmla="*/ 746300 w 753157"/>
                  <a:gd name="connsiteY3" fmla="*/ 97051 h 132229"/>
                  <a:gd name="connsiteX4" fmla="*/ 753157 w 753157"/>
                  <a:gd name="connsiteY4" fmla="*/ 132229 h 132229"/>
                  <a:gd name="connsiteX5" fmla="*/ 0 w 753157"/>
                  <a:gd name="connsiteY5" fmla="*/ 132229 h 132229"/>
                  <a:gd name="connsiteX6" fmla="*/ 15633 w 753157"/>
                  <a:gd name="connsiteY6" fmla="*/ 96369 h 132229"/>
                  <a:gd name="connsiteX7" fmla="*/ 40636 w 753157"/>
                  <a:gd name="connsiteY7" fmla="*/ 41910 h 132229"/>
                  <a:gd name="connsiteX8" fmla="*/ 56641 w 753157"/>
                  <a:gd name="connsiteY8" fmla="*/ 0 h 13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3157" h="132229">
                    <a:moveTo>
                      <a:pt x="56641" y="0"/>
                    </a:moveTo>
                    <a:lnTo>
                      <a:pt x="727724" y="0"/>
                    </a:lnTo>
                    <a:lnTo>
                      <a:pt x="734543" y="40581"/>
                    </a:lnTo>
                    <a:cubicBezTo>
                      <a:pt x="738312" y="59788"/>
                      <a:pt x="742331" y="78228"/>
                      <a:pt x="746300" y="97051"/>
                    </a:cubicBezTo>
                    <a:lnTo>
                      <a:pt x="753157" y="132229"/>
                    </a:lnTo>
                    <a:lnTo>
                      <a:pt x="0" y="132229"/>
                    </a:lnTo>
                    <a:lnTo>
                      <a:pt x="15633" y="96369"/>
                    </a:lnTo>
                    <a:cubicBezTo>
                      <a:pt x="24076" y="78217"/>
                      <a:pt x="32540" y="60499"/>
                      <a:pt x="40636" y="41910"/>
                    </a:cubicBezTo>
                    <a:lnTo>
                      <a:pt x="56641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C83073F7-0696-47ED-A4C2-95E74812E9DB}"/>
                  </a:ext>
                </a:extLst>
              </p:cNvPr>
              <p:cNvSpPr/>
              <p:nvPr/>
            </p:nvSpPr>
            <p:spPr>
              <a:xfrm>
                <a:off x="6731434" y="5275294"/>
                <a:ext cx="788822" cy="132229"/>
              </a:xfrm>
              <a:custGeom>
                <a:avLst/>
                <a:gdLst>
                  <a:gd name="connsiteX0" fmla="*/ 56641 w 753157"/>
                  <a:gd name="connsiteY0" fmla="*/ 0 h 132229"/>
                  <a:gd name="connsiteX1" fmla="*/ 727724 w 753157"/>
                  <a:gd name="connsiteY1" fmla="*/ 0 h 132229"/>
                  <a:gd name="connsiteX2" fmla="*/ 734543 w 753157"/>
                  <a:gd name="connsiteY2" fmla="*/ 40581 h 132229"/>
                  <a:gd name="connsiteX3" fmla="*/ 746300 w 753157"/>
                  <a:gd name="connsiteY3" fmla="*/ 97051 h 132229"/>
                  <a:gd name="connsiteX4" fmla="*/ 753157 w 753157"/>
                  <a:gd name="connsiteY4" fmla="*/ 132229 h 132229"/>
                  <a:gd name="connsiteX5" fmla="*/ 0 w 753157"/>
                  <a:gd name="connsiteY5" fmla="*/ 132229 h 132229"/>
                  <a:gd name="connsiteX6" fmla="*/ 15633 w 753157"/>
                  <a:gd name="connsiteY6" fmla="*/ 96369 h 132229"/>
                  <a:gd name="connsiteX7" fmla="*/ 40636 w 753157"/>
                  <a:gd name="connsiteY7" fmla="*/ 41910 h 132229"/>
                  <a:gd name="connsiteX8" fmla="*/ 56641 w 753157"/>
                  <a:gd name="connsiteY8" fmla="*/ 0 h 13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3157" h="132229">
                    <a:moveTo>
                      <a:pt x="56641" y="0"/>
                    </a:moveTo>
                    <a:lnTo>
                      <a:pt x="727724" y="0"/>
                    </a:lnTo>
                    <a:lnTo>
                      <a:pt x="734543" y="40581"/>
                    </a:lnTo>
                    <a:cubicBezTo>
                      <a:pt x="738312" y="59788"/>
                      <a:pt x="742331" y="78228"/>
                      <a:pt x="746300" y="97051"/>
                    </a:cubicBezTo>
                    <a:lnTo>
                      <a:pt x="753157" y="132229"/>
                    </a:lnTo>
                    <a:lnTo>
                      <a:pt x="0" y="132229"/>
                    </a:lnTo>
                    <a:lnTo>
                      <a:pt x="15633" y="96369"/>
                    </a:lnTo>
                    <a:cubicBezTo>
                      <a:pt x="24076" y="78217"/>
                      <a:pt x="32540" y="60499"/>
                      <a:pt x="40636" y="41910"/>
                    </a:cubicBezTo>
                    <a:lnTo>
                      <a:pt x="56641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251C05AB-BB2A-4A33-B20A-2A5C97F36DE9}"/>
              </a:ext>
            </a:extLst>
          </p:cNvPr>
          <p:cNvGrpSpPr/>
          <p:nvPr/>
        </p:nvGrpSpPr>
        <p:grpSpPr>
          <a:xfrm>
            <a:off x="5277010" y="5169376"/>
            <a:ext cx="650798" cy="1553433"/>
            <a:chOff x="4796574" y="3911951"/>
            <a:chExt cx="1058230" cy="2525959"/>
          </a:xfrm>
        </p:grpSpPr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07C27746-6C7B-4221-BE32-FBEFA999EA21}"/>
                </a:ext>
              </a:extLst>
            </p:cNvPr>
            <p:cNvGrpSpPr/>
            <p:nvPr/>
          </p:nvGrpSpPr>
          <p:grpSpPr>
            <a:xfrm>
              <a:off x="4796574" y="3911951"/>
              <a:ext cx="1058230" cy="2525959"/>
              <a:chOff x="5395910" y="4023360"/>
              <a:chExt cx="1058230" cy="2525959"/>
            </a:xfrm>
          </p:grpSpPr>
          <p:sp>
            <p:nvSpPr>
              <p:cNvPr id="335" name="Rectangle 14">
                <a:extLst>
                  <a:ext uri="{FF2B5EF4-FFF2-40B4-BE49-F238E27FC236}">
                    <a16:creationId xmlns:a16="http://schemas.microsoft.com/office/drawing/2014/main" id="{52B2922C-F5CE-4B4B-8DF8-81FD2B43CFEF}"/>
                  </a:ext>
                </a:extLst>
              </p:cNvPr>
              <p:cNvSpPr/>
              <p:nvPr/>
            </p:nvSpPr>
            <p:spPr>
              <a:xfrm>
                <a:off x="5396645" y="4023360"/>
                <a:ext cx="1057495" cy="2525959"/>
              </a:xfrm>
              <a:custGeom>
                <a:avLst/>
                <a:gdLst>
                  <a:gd name="connsiteX0" fmla="*/ 0 w 914401"/>
                  <a:gd name="connsiteY0" fmla="*/ 0 h 889775"/>
                  <a:gd name="connsiteX1" fmla="*/ 914401 w 914401"/>
                  <a:gd name="connsiteY1" fmla="*/ 0 h 889775"/>
                  <a:gd name="connsiteX2" fmla="*/ 914401 w 914401"/>
                  <a:gd name="connsiteY2" fmla="*/ 889775 h 889775"/>
                  <a:gd name="connsiteX3" fmla="*/ 0 w 914401"/>
                  <a:gd name="connsiteY3" fmla="*/ 889775 h 889775"/>
                  <a:gd name="connsiteX4" fmla="*/ 0 w 914401"/>
                  <a:gd name="connsiteY4" fmla="*/ 0 h 889775"/>
                  <a:gd name="connsiteX0" fmla="*/ 0 w 914401"/>
                  <a:gd name="connsiteY0" fmla="*/ 0 h 2451875"/>
                  <a:gd name="connsiteX1" fmla="*/ 914401 w 914401"/>
                  <a:gd name="connsiteY1" fmla="*/ 0 h 2451875"/>
                  <a:gd name="connsiteX2" fmla="*/ 914401 w 914401"/>
                  <a:gd name="connsiteY2" fmla="*/ 889775 h 2451875"/>
                  <a:gd name="connsiteX3" fmla="*/ 88900 w 914401"/>
                  <a:gd name="connsiteY3" fmla="*/ 2451875 h 2451875"/>
                  <a:gd name="connsiteX4" fmla="*/ 0 w 914401"/>
                  <a:gd name="connsiteY4" fmla="*/ 0 h 2451875"/>
                  <a:gd name="connsiteX0" fmla="*/ 0 w 914401"/>
                  <a:gd name="connsiteY0" fmla="*/ 0 h 2451875"/>
                  <a:gd name="connsiteX1" fmla="*/ 914401 w 914401"/>
                  <a:gd name="connsiteY1" fmla="*/ 0 h 2451875"/>
                  <a:gd name="connsiteX2" fmla="*/ 850901 w 914401"/>
                  <a:gd name="connsiteY2" fmla="*/ 2413775 h 2451875"/>
                  <a:gd name="connsiteX3" fmla="*/ 88900 w 914401"/>
                  <a:gd name="connsiteY3" fmla="*/ 2451875 h 2451875"/>
                  <a:gd name="connsiteX4" fmla="*/ 0 w 914401"/>
                  <a:gd name="connsiteY4" fmla="*/ 0 h 2451875"/>
                  <a:gd name="connsiteX0" fmla="*/ 0 w 914401"/>
                  <a:gd name="connsiteY0" fmla="*/ 0 h 2462095"/>
                  <a:gd name="connsiteX1" fmla="*/ 914401 w 914401"/>
                  <a:gd name="connsiteY1" fmla="*/ 0 h 2462095"/>
                  <a:gd name="connsiteX2" fmla="*/ 850901 w 914401"/>
                  <a:gd name="connsiteY2" fmla="*/ 2413775 h 2462095"/>
                  <a:gd name="connsiteX3" fmla="*/ 88900 w 914401"/>
                  <a:gd name="connsiteY3" fmla="*/ 2451875 h 2462095"/>
                  <a:gd name="connsiteX4" fmla="*/ 0 w 914401"/>
                  <a:gd name="connsiteY4" fmla="*/ 0 h 2462095"/>
                  <a:gd name="connsiteX0" fmla="*/ 0 w 914401"/>
                  <a:gd name="connsiteY0" fmla="*/ 0 h 2486199"/>
                  <a:gd name="connsiteX1" fmla="*/ 914401 w 914401"/>
                  <a:gd name="connsiteY1" fmla="*/ 0 h 2486199"/>
                  <a:gd name="connsiteX2" fmla="*/ 850901 w 914401"/>
                  <a:gd name="connsiteY2" fmla="*/ 2413775 h 2486199"/>
                  <a:gd name="connsiteX3" fmla="*/ 88900 w 914401"/>
                  <a:gd name="connsiteY3" fmla="*/ 2451875 h 2486199"/>
                  <a:gd name="connsiteX4" fmla="*/ 0 w 914401"/>
                  <a:gd name="connsiteY4" fmla="*/ 0 h 2486199"/>
                  <a:gd name="connsiteX0" fmla="*/ 0 w 914401"/>
                  <a:gd name="connsiteY0" fmla="*/ 0 h 2458239"/>
                  <a:gd name="connsiteX1" fmla="*/ 914401 w 914401"/>
                  <a:gd name="connsiteY1" fmla="*/ 0 h 2458239"/>
                  <a:gd name="connsiteX2" fmla="*/ 850901 w 914401"/>
                  <a:gd name="connsiteY2" fmla="*/ 2413775 h 2458239"/>
                  <a:gd name="connsiteX3" fmla="*/ 25400 w 914401"/>
                  <a:gd name="connsiteY3" fmla="*/ 2388375 h 2458239"/>
                  <a:gd name="connsiteX4" fmla="*/ 0 w 914401"/>
                  <a:gd name="connsiteY4" fmla="*/ 0 h 2458239"/>
                  <a:gd name="connsiteX0" fmla="*/ 0 w 914401"/>
                  <a:gd name="connsiteY0" fmla="*/ 0 h 2472619"/>
                  <a:gd name="connsiteX1" fmla="*/ 914401 w 914401"/>
                  <a:gd name="connsiteY1" fmla="*/ 0 h 2472619"/>
                  <a:gd name="connsiteX2" fmla="*/ 850901 w 914401"/>
                  <a:gd name="connsiteY2" fmla="*/ 2413775 h 2472619"/>
                  <a:gd name="connsiteX3" fmla="*/ 25400 w 914401"/>
                  <a:gd name="connsiteY3" fmla="*/ 2426475 h 2472619"/>
                  <a:gd name="connsiteX4" fmla="*/ 0 w 914401"/>
                  <a:gd name="connsiteY4" fmla="*/ 0 h 2472619"/>
                  <a:gd name="connsiteX0" fmla="*/ 0 w 1112521"/>
                  <a:gd name="connsiteY0" fmla="*/ 7620 h 2472619"/>
                  <a:gd name="connsiteX1" fmla="*/ 1112521 w 1112521"/>
                  <a:gd name="connsiteY1" fmla="*/ 0 h 2472619"/>
                  <a:gd name="connsiteX2" fmla="*/ 1049021 w 1112521"/>
                  <a:gd name="connsiteY2" fmla="*/ 2413775 h 2472619"/>
                  <a:gd name="connsiteX3" fmla="*/ 223520 w 1112521"/>
                  <a:gd name="connsiteY3" fmla="*/ 2426475 h 2472619"/>
                  <a:gd name="connsiteX4" fmla="*/ 0 w 1112521"/>
                  <a:gd name="connsiteY4" fmla="*/ 7620 h 2472619"/>
                  <a:gd name="connsiteX0" fmla="*/ 0 w 960121"/>
                  <a:gd name="connsiteY0" fmla="*/ 0 h 2693599"/>
                  <a:gd name="connsiteX1" fmla="*/ 960121 w 960121"/>
                  <a:gd name="connsiteY1" fmla="*/ 220980 h 2693599"/>
                  <a:gd name="connsiteX2" fmla="*/ 896621 w 960121"/>
                  <a:gd name="connsiteY2" fmla="*/ 2634755 h 2693599"/>
                  <a:gd name="connsiteX3" fmla="*/ 71120 w 960121"/>
                  <a:gd name="connsiteY3" fmla="*/ 2647455 h 2693599"/>
                  <a:gd name="connsiteX4" fmla="*/ 0 w 960121"/>
                  <a:gd name="connsiteY4" fmla="*/ 0 h 2693599"/>
                  <a:gd name="connsiteX0" fmla="*/ 0 w 960121"/>
                  <a:gd name="connsiteY0" fmla="*/ 0 h 2693599"/>
                  <a:gd name="connsiteX1" fmla="*/ 960121 w 960121"/>
                  <a:gd name="connsiteY1" fmla="*/ 220980 h 2693599"/>
                  <a:gd name="connsiteX2" fmla="*/ 896621 w 960121"/>
                  <a:gd name="connsiteY2" fmla="*/ 2634755 h 2693599"/>
                  <a:gd name="connsiteX3" fmla="*/ 71120 w 960121"/>
                  <a:gd name="connsiteY3" fmla="*/ 2647455 h 2693599"/>
                  <a:gd name="connsiteX4" fmla="*/ 0 w 960121"/>
                  <a:gd name="connsiteY4" fmla="*/ 0 h 2693599"/>
                  <a:gd name="connsiteX0" fmla="*/ 0 w 1043941"/>
                  <a:gd name="connsiteY0" fmla="*/ 0 h 2693599"/>
                  <a:gd name="connsiteX1" fmla="*/ 1043941 w 1043941"/>
                  <a:gd name="connsiteY1" fmla="*/ 220980 h 2693599"/>
                  <a:gd name="connsiteX2" fmla="*/ 980441 w 1043941"/>
                  <a:gd name="connsiteY2" fmla="*/ 2634755 h 2693599"/>
                  <a:gd name="connsiteX3" fmla="*/ 154940 w 1043941"/>
                  <a:gd name="connsiteY3" fmla="*/ 2647455 h 2693599"/>
                  <a:gd name="connsiteX4" fmla="*/ 0 w 1043941"/>
                  <a:gd name="connsiteY4" fmla="*/ 0 h 2693599"/>
                  <a:gd name="connsiteX0" fmla="*/ 0 w 1043941"/>
                  <a:gd name="connsiteY0" fmla="*/ 0 h 2693599"/>
                  <a:gd name="connsiteX1" fmla="*/ 1043941 w 1043941"/>
                  <a:gd name="connsiteY1" fmla="*/ 220980 h 2693599"/>
                  <a:gd name="connsiteX2" fmla="*/ 980441 w 1043941"/>
                  <a:gd name="connsiteY2" fmla="*/ 2634755 h 2693599"/>
                  <a:gd name="connsiteX3" fmla="*/ 154940 w 1043941"/>
                  <a:gd name="connsiteY3" fmla="*/ 2647455 h 2693599"/>
                  <a:gd name="connsiteX4" fmla="*/ 0 w 1043941"/>
                  <a:gd name="connsiteY4" fmla="*/ 0 h 2693599"/>
                  <a:gd name="connsiteX0" fmla="*/ 0 w 1043941"/>
                  <a:gd name="connsiteY0" fmla="*/ 0 h 2693599"/>
                  <a:gd name="connsiteX1" fmla="*/ 1043941 w 1043941"/>
                  <a:gd name="connsiteY1" fmla="*/ 220980 h 2693599"/>
                  <a:gd name="connsiteX2" fmla="*/ 980441 w 1043941"/>
                  <a:gd name="connsiteY2" fmla="*/ 2634755 h 2693599"/>
                  <a:gd name="connsiteX3" fmla="*/ 154940 w 1043941"/>
                  <a:gd name="connsiteY3" fmla="*/ 2647455 h 2693599"/>
                  <a:gd name="connsiteX4" fmla="*/ 0 w 1043941"/>
                  <a:gd name="connsiteY4" fmla="*/ 0 h 2693599"/>
                  <a:gd name="connsiteX0" fmla="*/ 0 w 1173481"/>
                  <a:gd name="connsiteY0" fmla="*/ 0 h 2693599"/>
                  <a:gd name="connsiteX1" fmla="*/ 1173481 w 1173481"/>
                  <a:gd name="connsiteY1" fmla="*/ 167640 h 2693599"/>
                  <a:gd name="connsiteX2" fmla="*/ 980441 w 1173481"/>
                  <a:gd name="connsiteY2" fmla="*/ 2634755 h 2693599"/>
                  <a:gd name="connsiteX3" fmla="*/ 154940 w 1173481"/>
                  <a:gd name="connsiteY3" fmla="*/ 2647455 h 2693599"/>
                  <a:gd name="connsiteX4" fmla="*/ 0 w 1173481"/>
                  <a:gd name="connsiteY4" fmla="*/ 0 h 2693599"/>
                  <a:gd name="connsiteX0" fmla="*/ 0 w 1173481"/>
                  <a:gd name="connsiteY0" fmla="*/ 0 h 2693599"/>
                  <a:gd name="connsiteX1" fmla="*/ 1173481 w 1173481"/>
                  <a:gd name="connsiteY1" fmla="*/ 167640 h 2693599"/>
                  <a:gd name="connsiteX2" fmla="*/ 980441 w 1173481"/>
                  <a:gd name="connsiteY2" fmla="*/ 2634755 h 2693599"/>
                  <a:gd name="connsiteX3" fmla="*/ 154940 w 1173481"/>
                  <a:gd name="connsiteY3" fmla="*/ 2647455 h 2693599"/>
                  <a:gd name="connsiteX4" fmla="*/ 0 w 1173481"/>
                  <a:gd name="connsiteY4" fmla="*/ 0 h 2693599"/>
                  <a:gd name="connsiteX0" fmla="*/ 0 w 1211581"/>
                  <a:gd name="connsiteY0" fmla="*/ 0 h 2693599"/>
                  <a:gd name="connsiteX1" fmla="*/ 1211581 w 1211581"/>
                  <a:gd name="connsiteY1" fmla="*/ 167640 h 2693599"/>
                  <a:gd name="connsiteX2" fmla="*/ 980441 w 1211581"/>
                  <a:gd name="connsiteY2" fmla="*/ 2634755 h 2693599"/>
                  <a:gd name="connsiteX3" fmla="*/ 154940 w 1211581"/>
                  <a:gd name="connsiteY3" fmla="*/ 2647455 h 2693599"/>
                  <a:gd name="connsiteX4" fmla="*/ 0 w 1211581"/>
                  <a:gd name="connsiteY4" fmla="*/ 0 h 2693599"/>
                  <a:gd name="connsiteX0" fmla="*/ 0 w 1211581"/>
                  <a:gd name="connsiteY0" fmla="*/ 0 h 2693599"/>
                  <a:gd name="connsiteX1" fmla="*/ 1211581 w 1211581"/>
                  <a:gd name="connsiteY1" fmla="*/ 167640 h 2693599"/>
                  <a:gd name="connsiteX2" fmla="*/ 980441 w 1211581"/>
                  <a:gd name="connsiteY2" fmla="*/ 2634755 h 2693599"/>
                  <a:gd name="connsiteX3" fmla="*/ 154940 w 1211581"/>
                  <a:gd name="connsiteY3" fmla="*/ 2647455 h 2693599"/>
                  <a:gd name="connsiteX4" fmla="*/ 0 w 1211581"/>
                  <a:gd name="connsiteY4" fmla="*/ 0 h 2693599"/>
                  <a:gd name="connsiteX0" fmla="*/ 0 w 1068706"/>
                  <a:gd name="connsiteY0" fmla="*/ 0 h 2655499"/>
                  <a:gd name="connsiteX1" fmla="*/ 1068706 w 1068706"/>
                  <a:gd name="connsiteY1" fmla="*/ 129540 h 2655499"/>
                  <a:gd name="connsiteX2" fmla="*/ 837566 w 1068706"/>
                  <a:gd name="connsiteY2" fmla="*/ 2596655 h 2655499"/>
                  <a:gd name="connsiteX3" fmla="*/ 12065 w 1068706"/>
                  <a:gd name="connsiteY3" fmla="*/ 2609355 h 2655499"/>
                  <a:gd name="connsiteX4" fmla="*/ 0 w 1068706"/>
                  <a:gd name="connsiteY4" fmla="*/ 0 h 2655499"/>
                  <a:gd name="connsiteX0" fmla="*/ 36179 w 1057260"/>
                  <a:gd name="connsiteY0" fmla="*/ 127635 h 2525959"/>
                  <a:gd name="connsiteX1" fmla="*/ 1057260 w 1057260"/>
                  <a:gd name="connsiteY1" fmla="*/ 0 h 2525959"/>
                  <a:gd name="connsiteX2" fmla="*/ 826120 w 1057260"/>
                  <a:gd name="connsiteY2" fmla="*/ 2467115 h 2525959"/>
                  <a:gd name="connsiteX3" fmla="*/ 619 w 1057260"/>
                  <a:gd name="connsiteY3" fmla="*/ 2479815 h 2525959"/>
                  <a:gd name="connsiteX4" fmla="*/ 36179 w 1057260"/>
                  <a:gd name="connsiteY4" fmla="*/ 127635 h 2525959"/>
                  <a:gd name="connsiteX0" fmla="*/ 36266 w 1057347"/>
                  <a:gd name="connsiteY0" fmla="*/ 127635 h 2525959"/>
                  <a:gd name="connsiteX1" fmla="*/ 1057347 w 1057347"/>
                  <a:gd name="connsiteY1" fmla="*/ 0 h 2525959"/>
                  <a:gd name="connsiteX2" fmla="*/ 826207 w 1057347"/>
                  <a:gd name="connsiteY2" fmla="*/ 2467115 h 2525959"/>
                  <a:gd name="connsiteX3" fmla="*/ 706 w 1057347"/>
                  <a:gd name="connsiteY3" fmla="*/ 2479815 h 2525959"/>
                  <a:gd name="connsiteX4" fmla="*/ 36266 w 1057347"/>
                  <a:gd name="connsiteY4" fmla="*/ 127635 h 2525959"/>
                  <a:gd name="connsiteX0" fmla="*/ 226596 w 1057177"/>
                  <a:gd name="connsiteY0" fmla="*/ 184785 h 2525959"/>
                  <a:gd name="connsiteX1" fmla="*/ 1057177 w 1057177"/>
                  <a:gd name="connsiteY1" fmla="*/ 0 h 2525959"/>
                  <a:gd name="connsiteX2" fmla="*/ 826037 w 1057177"/>
                  <a:gd name="connsiteY2" fmla="*/ 2467115 h 2525959"/>
                  <a:gd name="connsiteX3" fmla="*/ 536 w 1057177"/>
                  <a:gd name="connsiteY3" fmla="*/ 2479815 h 2525959"/>
                  <a:gd name="connsiteX4" fmla="*/ 226596 w 1057177"/>
                  <a:gd name="connsiteY4" fmla="*/ 184785 h 2525959"/>
                  <a:gd name="connsiteX0" fmla="*/ 226914 w 1057495"/>
                  <a:gd name="connsiteY0" fmla="*/ 184785 h 2525959"/>
                  <a:gd name="connsiteX1" fmla="*/ 1057495 w 1057495"/>
                  <a:gd name="connsiteY1" fmla="*/ 0 h 2525959"/>
                  <a:gd name="connsiteX2" fmla="*/ 826355 w 1057495"/>
                  <a:gd name="connsiteY2" fmla="*/ 2467115 h 2525959"/>
                  <a:gd name="connsiteX3" fmla="*/ 854 w 1057495"/>
                  <a:gd name="connsiteY3" fmla="*/ 2479815 h 2525959"/>
                  <a:gd name="connsiteX4" fmla="*/ 226914 w 1057495"/>
                  <a:gd name="connsiteY4" fmla="*/ 184785 h 2525959"/>
                  <a:gd name="connsiteX0" fmla="*/ 226914 w 1057495"/>
                  <a:gd name="connsiteY0" fmla="*/ 184785 h 2525959"/>
                  <a:gd name="connsiteX1" fmla="*/ 1057495 w 1057495"/>
                  <a:gd name="connsiteY1" fmla="*/ 0 h 2525959"/>
                  <a:gd name="connsiteX2" fmla="*/ 826355 w 1057495"/>
                  <a:gd name="connsiteY2" fmla="*/ 2467115 h 2525959"/>
                  <a:gd name="connsiteX3" fmla="*/ 854 w 1057495"/>
                  <a:gd name="connsiteY3" fmla="*/ 2479815 h 2525959"/>
                  <a:gd name="connsiteX4" fmla="*/ 226914 w 1057495"/>
                  <a:gd name="connsiteY4" fmla="*/ 184785 h 2525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7495" h="2525959">
                    <a:moveTo>
                      <a:pt x="226914" y="184785"/>
                    </a:moveTo>
                    <a:lnTo>
                      <a:pt x="1057495" y="0"/>
                    </a:lnTo>
                    <a:cubicBezTo>
                      <a:pt x="558808" y="2392092"/>
                      <a:pt x="890702" y="1644743"/>
                      <a:pt x="826355" y="2467115"/>
                    </a:cubicBezTo>
                    <a:cubicBezTo>
                      <a:pt x="521555" y="2556015"/>
                      <a:pt x="229454" y="2530615"/>
                      <a:pt x="854" y="2479815"/>
                    </a:cubicBezTo>
                    <a:cubicBezTo>
                      <a:pt x="-22853" y="1597330"/>
                      <a:pt x="456361" y="2135975"/>
                      <a:pt x="226914" y="18478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AC31808A-EEC3-41A0-8DF2-1EF21E061457}"/>
                  </a:ext>
                </a:extLst>
              </p:cNvPr>
              <p:cNvSpPr/>
              <p:nvPr/>
            </p:nvSpPr>
            <p:spPr>
              <a:xfrm>
                <a:off x="5395910" y="6247891"/>
                <a:ext cx="834304" cy="298093"/>
              </a:xfrm>
              <a:custGeom>
                <a:avLst/>
                <a:gdLst>
                  <a:gd name="connsiteX0" fmla="*/ 11730 w 834304"/>
                  <a:gd name="connsiteY0" fmla="*/ 0 h 298093"/>
                  <a:gd name="connsiteX1" fmla="*/ 834304 w 834304"/>
                  <a:gd name="connsiteY1" fmla="*/ 0 h 298093"/>
                  <a:gd name="connsiteX2" fmla="*/ 834083 w 834304"/>
                  <a:gd name="connsiteY2" fmla="*/ 102300 h 298093"/>
                  <a:gd name="connsiteX3" fmla="*/ 826362 w 834304"/>
                  <a:gd name="connsiteY3" fmla="*/ 239249 h 298093"/>
                  <a:gd name="connsiteX4" fmla="*/ 861 w 834304"/>
                  <a:gd name="connsiteY4" fmla="*/ 251949 h 298093"/>
                  <a:gd name="connsiteX5" fmla="*/ 6142 w 834304"/>
                  <a:gd name="connsiteY5" fmla="*/ 46357 h 298093"/>
                  <a:gd name="connsiteX6" fmla="*/ 11730 w 834304"/>
                  <a:gd name="connsiteY6" fmla="*/ 0 h 29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304" h="298093">
                    <a:moveTo>
                      <a:pt x="11730" y="0"/>
                    </a:moveTo>
                    <a:lnTo>
                      <a:pt x="834304" y="0"/>
                    </a:lnTo>
                    <a:lnTo>
                      <a:pt x="834083" y="102300"/>
                    </a:lnTo>
                    <a:cubicBezTo>
                      <a:pt x="832858" y="142584"/>
                      <a:pt x="830384" y="187851"/>
                      <a:pt x="826362" y="239249"/>
                    </a:cubicBezTo>
                    <a:cubicBezTo>
                      <a:pt x="521562" y="328149"/>
                      <a:pt x="229461" y="302749"/>
                      <a:pt x="861" y="251949"/>
                    </a:cubicBezTo>
                    <a:cubicBezTo>
                      <a:pt x="-1361" y="169216"/>
                      <a:pt x="836" y="102155"/>
                      <a:pt x="6142" y="46357"/>
                    </a:cubicBezTo>
                    <a:lnTo>
                      <a:pt x="1173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6EDD5D75-9ABC-4FAA-B891-3ED0B267D227}"/>
                </a:ext>
              </a:extLst>
            </p:cNvPr>
            <p:cNvGrpSpPr/>
            <p:nvPr/>
          </p:nvGrpSpPr>
          <p:grpSpPr>
            <a:xfrm>
              <a:off x="4898987" y="5216929"/>
              <a:ext cx="812527" cy="709859"/>
              <a:chOff x="4898987" y="5216929"/>
              <a:chExt cx="812527" cy="709859"/>
            </a:xfrm>
          </p:grpSpPr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B716142-7E8C-49D3-8FF7-DD37B99F25E1}"/>
                  </a:ext>
                </a:extLst>
              </p:cNvPr>
              <p:cNvSpPr/>
              <p:nvPr/>
            </p:nvSpPr>
            <p:spPr>
              <a:xfrm rot="1015439">
                <a:off x="5024366" y="5515969"/>
                <a:ext cx="643637" cy="160428"/>
              </a:xfrm>
              <a:custGeom>
                <a:avLst/>
                <a:gdLst>
                  <a:gd name="connsiteX0" fmla="*/ 0 w 667444"/>
                  <a:gd name="connsiteY0" fmla="*/ 0 h 132229"/>
                  <a:gd name="connsiteX1" fmla="*/ 667444 w 667444"/>
                  <a:gd name="connsiteY1" fmla="*/ 0 h 132229"/>
                  <a:gd name="connsiteX2" fmla="*/ 666772 w 667444"/>
                  <a:gd name="connsiteY2" fmla="*/ 4928 h 132229"/>
                  <a:gd name="connsiteX3" fmla="*/ 656108 w 667444"/>
                  <a:gd name="connsiteY3" fmla="*/ 93378 h 132229"/>
                  <a:gd name="connsiteX4" fmla="*/ 652135 w 667444"/>
                  <a:gd name="connsiteY4" fmla="*/ 132229 h 132229"/>
                  <a:gd name="connsiteX5" fmla="*/ 11938 w 667444"/>
                  <a:gd name="connsiteY5" fmla="*/ 132229 h 132229"/>
                  <a:gd name="connsiteX6" fmla="*/ 7810 w 667444"/>
                  <a:gd name="connsiteY6" fmla="*/ 76638 h 132229"/>
                  <a:gd name="connsiteX7" fmla="*/ 0 w 667444"/>
                  <a:gd name="connsiteY7" fmla="*/ 0 h 13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7444" h="132229">
                    <a:moveTo>
                      <a:pt x="0" y="0"/>
                    </a:moveTo>
                    <a:lnTo>
                      <a:pt x="667444" y="0"/>
                    </a:lnTo>
                    <a:lnTo>
                      <a:pt x="666772" y="4928"/>
                    </a:lnTo>
                    <a:cubicBezTo>
                      <a:pt x="662756" y="36136"/>
                      <a:pt x="659213" y="65571"/>
                      <a:pt x="656108" y="93378"/>
                    </a:cubicBezTo>
                    <a:lnTo>
                      <a:pt x="652135" y="132229"/>
                    </a:lnTo>
                    <a:lnTo>
                      <a:pt x="11938" y="132229"/>
                    </a:lnTo>
                    <a:lnTo>
                      <a:pt x="7810" y="766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9F7BD645-B5ED-40FF-AAD9-D3DD145D3D71}"/>
                  </a:ext>
                </a:extLst>
              </p:cNvPr>
              <p:cNvSpPr/>
              <p:nvPr/>
            </p:nvSpPr>
            <p:spPr>
              <a:xfrm rot="648313">
                <a:off x="5067877" y="5216929"/>
                <a:ext cx="643637" cy="160428"/>
              </a:xfrm>
              <a:custGeom>
                <a:avLst/>
                <a:gdLst>
                  <a:gd name="connsiteX0" fmla="*/ 0 w 667444"/>
                  <a:gd name="connsiteY0" fmla="*/ 0 h 132229"/>
                  <a:gd name="connsiteX1" fmla="*/ 667444 w 667444"/>
                  <a:gd name="connsiteY1" fmla="*/ 0 h 132229"/>
                  <a:gd name="connsiteX2" fmla="*/ 666772 w 667444"/>
                  <a:gd name="connsiteY2" fmla="*/ 4928 h 132229"/>
                  <a:gd name="connsiteX3" fmla="*/ 656108 w 667444"/>
                  <a:gd name="connsiteY3" fmla="*/ 93378 h 132229"/>
                  <a:gd name="connsiteX4" fmla="*/ 652135 w 667444"/>
                  <a:gd name="connsiteY4" fmla="*/ 132229 h 132229"/>
                  <a:gd name="connsiteX5" fmla="*/ 11938 w 667444"/>
                  <a:gd name="connsiteY5" fmla="*/ 132229 h 132229"/>
                  <a:gd name="connsiteX6" fmla="*/ 7810 w 667444"/>
                  <a:gd name="connsiteY6" fmla="*/ 76638 h 132229"/>
                  <a:gd name="connsiteX7" fmla="*/ 0 w 667444"/>
                  <a:gd name="connsiteY7" fmla="*/ 0 h 13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7444" h="132229">
                    <a:moveTo>
                      <a:pt x="0" y="0"/>
                    </a:moveTo>
                    <a:lnTo>
                      <a:pt x="667444" y="0"/>
                    </a:lnTo>
                    <a:lnTo>
                      <a:pt x="666772" y="4928"/>
                    </a:lnTo>
                    <a:cubicBezTo>
                      <a:pt x="662756" y="36136"/>
                      <a:pt x="659213" y="65571"/>
                      <a:pt x="656108" y="93378"/>
                    </a:cubicBezTo>
                    <a:lnTo>
                      <a:pt x="652135" y="132229"/>
                    </a:lnTo>
                    <a:lnTo>
                      <a:pt x="11938" y="132229"/>
                    </a:lnTo>
                    <a:lnTo>
                      <a:pt x="7810" y="766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9EB121E3-73FE-46EB-9F41-2239E109AA01}"/>
                  </a:ext>
                </a:extLst>
              </p:cNvPr>
              <p:cNvSpPr/>
              <p:nvPr/>
            </p:nvSpPr>
            <p:spPr>
              <a:xfrm rot="736682">
                <a:off x="4898987" y="5794559"/>
                <a:ext cx="643637" cy="132229"/>
              </a:xfrm>
              <a:custGeom>
                <a:avLst/>
                <a:gdLst>
                  <a:gd name="connsiteX0" fmla="*/ 21921 w 651591"/>
                  <a:gd name="connsiteY0" fmla="*/ 0 h 132229"/>
                  <a:gd name="connsiteX1" fmla="*/ 645255 w 651591"/>
                  <a:gd name="connsiteY1" fmla="*/ 0 h 132229"/>
                  <a:gd name="connsiteX2" fmla="*/ 646998 w 651591"/>
                  <a:gd name="connsiteY2" fmla="*/ 84400 h 132229"/>
                  <a:gd name="connsiteX3" fmla="*/ 651591 w 651591"/>
                  <a:gd name="connsiteY3" fmla="*/ 132229 h 132229"/>
                  <a:gd name="connsiteX4" fmla="*/ 0 w 651591"/>
                  <a:gd name="connsiteY4" fmla="*/ 132229 h 132229"/>
                  <a:gd name="connsiteX5" fmla="*/ 11362 w 651591"/>
                  <a:gd name="connsiteY5" fmla="*/ 86940 h 132229"/>
                  <a:gd name="connsiteX6" fmla="*/ 21921 w 651591"/>
                  <a:gd name="connsiteY6" fmla="*/ 0 h 13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1591" h="132229">
                    <a:moveTo>
                      <a:pt x="21921" y="0"/>
                    </a:moveTo>
                    <a:lnTo>
                      <a:pt x="645255" y="0"/>
                    </a:lnTo>
                    <a:lnTo>
                      <a:pt x="646998" y="84400"/>
                    </a:lnTo>
                    <a:lnTo>
                      <a:pt x="651591" y="132229"/>
                    </a:lnTo>
                    <a:lnTo>
                      <a:pt x="0" y="132229"/>
                    </a:lnTo>
                    <a:lnTo>
                      <a:pt x="11362" y="86940"/>
                    </a:lnTo>
                    <a:lnTo>
                      <a:pt x="21921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6" name="Rectangle 30">
            <a:extLst>
              <a:ext uri="{FF2B5EF4-FFF2-40B4-BE49-F238E27FC236}">
                <a16:creationId xmlns:a16="http://schemas.microsoft.com/office/drawing/2014/main" id="{6A7672A8-9E88-42A5-9A35-1A06B3E37817}"/>
              </a:ext>
            </a:extLst>
          </p:cNvPr>
          <p:cNvSpPr/>
          <p:nvPr/>
        </p:nvSpPr>
        <p:spPr>
          <a:xfrm rot="10080337">
            <a:off x="6358221" y="3798388"/>
            <a:ext cx="427447" cy="468601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  <a:gd name="connsiteX0" fmla="*/ 329923 w 1216194"/>
              <a:gd name="connsiteY0" fmla="*/ 0 h 603303"/>
              <a:gd name="connsiteX1" fmla="*/ 1216194 w 1216194"/>
              <a:gd name="connsiteY1" fmla="*/ 112797 h 603303"/>
              <a:gd name="connsiteX2" fmla="*/ 1153724 w 1216194"/>
              <a:gd name="connsiteY2" fmla="*/ 603303 h 603303"/>
              <a:gd name="connsiteX3" fmla="*/ 0 w 1216194"/>
              <a:gd name="connsiteY3" fmla="*/ 473446 h 603303"/>
              <a:gd name="connsiteX4" fmla="*/ 329923 w 1216194"/>
              <a:gd name="connsiteY4" fmla="*/ 0 h 603303"/>
              <a:gd name="connsiteX0" fmla="*/ 195040 w 1081311"/>
              <a:gd name="connsiteY0" fmla="*/ 0 h 603303"/>
              <a:gd name="connsiteX1" fmla="*/ 1081311 w 1081311"/>
              <a:gd name="connsiteY1" fmla="*/ 112797 h 603303"/>
              <a:gd name="connsiteX2" fmla="*/ 1018841 w 1081311"/>
              <a:gd name="connsiteY2" fmla="*/ 603303 h 603303"/>
              <a:gd name="connsiteX3" fmla="*/ 0 w 1081311"/>
              <a:gd name="connsiteY3" fmla="*/ 570940 h 603303"/>
              <a:gd name="connsiteX4" fmla="*/ 195040 w 1081311"/>
              <a:gd name="connsiteY4" fmla="*/ 0 h 603303"/>
              <a:gd name="connsiteX0" fmla="*/ 147463 w 1033734"/>
              <a:gd name="connsiteY0" fmla="*/ 0 h 603303"/>
              <a:gd name="connsiteX1" fmla="*/ 1033734 w 1033734"/>
              <a:gd name="connsiteY1" fmla="*/ 112797 h 603303"/>
              <a:gd name="connsiteX2" fmla="*/ 971264 w 1033734"/>
              <a:gd name="connsiteY2" fmla="*/ 603303 h 603303"/>
              <a:gd name="connsiteX3" fmla="*/ -1 w 1033734"/>
              <a:gd name="connsiteY3" fmla="*/ 596882 h 603303"/>
              <a:gd name="connsiteX4" fmla="*/ 147463 w 1033734"/>
              <a:gd name="connsiteY4" fmla="*/ 0 h 603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734" h="603303">
                <a:moveTo>
                  <a:pt x="147463" y="0"/>
                </a:moveTo>
                <a:lnTo>
                  <a:pt x="1033734" y="112797"/>
                </a:lnTo>
                <a:lnTo>
                  <a:pt x="971264" y="603303"/>
                </a:lnTo>
                <a:lnTo>
                  <a:pt x="-1" y="596882"/>
                </a:lnTo>
                <a:lnTo>
                  <a:pt x="147463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7" name="Rectangle 30">
            <a:extLst>
              <a:ext uri="{FF2B5EF4-FFF2-40B4-BE49-F238E27FC236}">
                <a16:creationId xmlns:a16="http://schemas.microsoft.com/office/drawing/2014/main" id="{8977AD6E-9F43-41DF-8471-4C94EEA67495}"/>
              </a:ext>
            </a:extLst>
          </p:cNvPr>
          <p:cNvSpPr/>
          <p:nvPr/>
        </p:nvSpPr>
        <p:spPr>
          <a:xfrm rot="10800000">
            <a:off x="6350092" y="4243001"/>
            <a:ext cx="317266" cy="272205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  <a:gd name="connsiteX0" fmla="*/ 329923 w 1216194"/>
              <a:gd name="connsiteY0" fmla="*/ 0 h 603303"/>
              <a:gd name="connsiteX1" fmla="*/ 1216194 w 1216194"/>
              <a:gd name="connsiteY1" fmla="*/ 112797 h 603303"/>
              <a:gd name="connsiteX2" fmla="*/ 1153724 w 1216194"/>
              <a:gd name="connsiteY2" fmla="*/ 603303 h 603303"/>
              <a:gd name="connsiteX3" fmla="*/ 0 w 1216194"/>
              <a:gd name="connsiteY3" fmla="*/ 473446 h 603303"/>
              <a:gd name="connsiteX4" fmla="*/ 329923 w 1216194"/>
              <a:gd name="connsiteY4" fmla="*/ 0 h 603303"/>
              <a:gd name="connsiteX0" fmla="*/ 195040 w 1081311"/>
              <a:gd name="connsiteY0" fmla="*/ 0 h 603303"/>
              <a:gd name="connsiteX1" fmla="*/ 1081311 w 1081311"/>
              <a:gd name="connsiteY1" fmla="*/ 112797 h 603303"/>
              <a:gd name="connsiteX2" fmla="*/ 1018841 w 1081311"/>
              <a:gd name="connsiteY2" fmla="*/ 603303 h 603303"/>
              <a:gd name="connsiteX3" fmla="*/ 0 w 1081311"/>
              <a:gd name="connsiteY3" fmla="*/ 570940 h 603303"/>
              <a:gd name="connsiteX4" fmla="*/ 195040 w 1081311"/>
              <a:gd name="connsiteY4" fmla="*/ 0 h 603303"/>
              <a:gd name="connsiteX0" fmla="*/ 147463 w 1033734"/>
              <a:gd name="connsiteY0" fmla="*/ 0 h 603303"/>
              <a:gd name="connsiteX1" fmla="*/ 1033734 w 1033734"/>
              <a:gd name="connsiteY1" fmla="*/ 112797 h 603303"/>
              <a:gd name="connsiteX2" fmla="*/ 971264 w 1033734"/>
              <a:gd name="connsiteY2" fmla="*/ 603303 h 603303"/>
              <a:gd name="connsiteX3" fmla="*/ -1 w 1033734"/>
              <a:gd name="connsiteY3" fmla="*/ 596882 h 603303"/>
              <a:gd name="connsiteX4" fmla="*/ 147463 w 1033734"/>
              <a:gd name="connsiteY4" fmla="*/ 0 h 603303"/>
              <a:gd name="connsiteX0" fmla="*/ 147463 w 1033734"/>
              <a:gd name="connsiteY0" fmla="*/ 0 h 596883"/>
              <a:gd name="connsiteX1" fmla="*/ 1033734 w 1033734"/>
              <a:gd name="connsiteY1" fmla="*/ 112797 h 596883"/>
              <a:gd name="connsiteX2" fmla="*/ 986533 w 1033734"/>
              <a:gd name="connsiteY2" fmla="*/ 546820 h 596883"/>
              <a:gd name="connsiteX3" fmla="*/ -1 w 1033734"/>
              <a:gd name="connsiteY3" fmla="*/ 596882 h 596883"/>
              <a:gd name="connsiteX4" fmla="*/ 147463 w 1033734"/>
              <a:gd name="connsiteY4" fmla="*/ 0 h 596883"/>
              <a:gd name="connsiteX0" fmla="*/ 147463 w 1033734"/>
              <a:gd name="connsiteY0" fmla="*/ 0 h 546820"/>
              <a:gd name="connsiteX1" fmla="*/ 1033734 w 1033734"/>
              <a:gd name="connsiteY1" fmla="*/ 112797 h 546820"/>
              <a:gd name="connsiteX2" fmla="*/ 986533 w 1033734"/>
              <a:gd name="connsiteY2" fmla="*/ 546820 h 546820"/>
              <a:gd name="connsiteX3" fmla="*/ 0 w 1033734"/>
              <a:gd name="connsiteY3" fmla="*/ 314464 h 546820"/>
              <a:gd name="connsiteX4" fmla="*/ 147463 w 1033734"/>
              <a:gd name="connsiteY4" fmla="*/ 0 h 546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734" h="546820">
                <a:moveTo>
                  <a:pt x="147463" y="0"/>
                </a:moveTo>
                <a:lnTo>
                  <a:pt x="1033734" y="112797"/>
                </a:lnTo>
                <a:lnTo>
                  <a:pt x="986533" y="546820"/>
                </a:lnTo>
                <a:lnTo>
                  <a:pt x="0" y="314464"/>
                </a:lnTo>
                <a:lnTo>
                  <a:pt x="147463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Rectangle 30">
            <a:extLst>
              <a:ext uri="{FF2B5EF4-FFF2-40B4-BE49-F238E27FC236}">
                <a16:creationId xmlns:a16="http://schemas.microsoft.com/office/drawing/2014/main" id="{701E3B99-9A9D-48D0-B445-8F2A6D1468E8}"/>
              </a:ext>
            </a:extLst>
          </p:cNvPr>
          <p:cNvSpPr/>
          <p:nvPr/>
        </p:nvSpPr>
        <p:spPr>
          <a:xfrm rot="11662175">
            <a:off x="6315369" y="4476359"/>
            <a:ext cx="232493" cy="284263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  <a:gd name="connsiteX0" fmla="*/ 329923 w 1216194"/>
              <a:gd name="connsiteY0" fmla="*/ 0 h 603303"/>
              <a:gd name="connsiteX1" fmla="*/ 1216194 w 1216194"/>
              <a:gd name="connsiteY1" fmla="*/ 112797 h 603303"/>
              <a:gd name="connsiteX2" fmla="*/ 1153724 w 1216194"/>
              <a:gd name="connsiteY2" fmla="*/ 603303 h 603303"/>
              <a:gd name="connsiteX3" fmla="*/ 0 w 1216194"/>
              <a:gd name="connsiteY3" fmla="*/ 473446 h 603303"/>
              <a:gd name="connsiteX4" fmla="*/ 329923 w 1216194"/>
              <a:gd name="connsiteY4" fmla="*/ 0 h 603303"/>
              <a:gd name="connsiteX0" fmla="*/ 195040 w 1081311"/>
              <a:gd name="connsiteY0" fmla="*/ 0 h 603303"/>
              <a:gd name="connsiteX1" fmla="*/ 1081311 w 1081311"/>
              <a:gd name="connsiteY1" fmla="*/ 112797 h 603303"/>
              <a:gd name="connsiteX2" fmla="*/ 1018841 w 1081311"/>
              <a:gd name="connsiteY2" fmla="*/ 603303 h 603303"/>
              <a:gd name="connsiteX3" fmla="*/ 0 w 1081311"/>
              <a:gd name="connsiteY3" fmla="*/ 570940 h 603303"/>
              <a:gd name="connsiteX4" fmla="*/ 195040 w 1081311"/>
              <a:gd name="connsiteY4" fmla="*/ 0 h 603303"/>
              <a:gd name="connsiteX0" fmla="*/ 147463 w 1033734"/>
              <a:gd name="connsiteY0" fmla="*/ 0 h 603303"/>
              <a:gd name="connsiteX1" fmla="*/ 1033734 w 1033734"/>
              <a:gd name="connsiteY1" fmla="*/ 112797 h 603303"/>
              <a:gd name="connsiteX2" fmla="*/ 971264 w 1033734"/>
              <a:gd name="connsiteY2" fmla="*/ 603303 h 603303"/>
              <a:gd name="connsiteX3" fmla="*/ -1 w 1033734"/>
              <a:gd name="connsiteY3" fmla="*/ 596882 h 603303"/>
              <a:gd name="connsiteX4" fmla="*/ 147463 w 1033734"/>
              <a:gd name="connsiteY4" fmla="*/ 0 h 603303"/>
              <a:gd name="connsiteX0" fmla="*/ 147463 w 1033734"/>
              <a:gd name="connsiteY0" fmla="*/ 0 h 596883"/>
              <a:gd name="connsiteX1" fmla="*/ 1033734 w 1033734"/>
              <a:gd name="connsiteY1" fmla="*/ 112797 h 596883"/>
              <a:gd name="connsiteX2" fmla="*/ 986533 w 1033734"/>
              <a:gd name="connsiteY2" fmla="*/ 546820 h 596883"/>
              <a:gd name="connsiteX3" fmla="*/ -1 w 1033734"/>
              <a:gd name="connsiteY3" fmla="*/ 596882 h 596883"/>
              <a:gd name="connsiteX4" fmla="*/ 147463 w 1033734"/>
              <a:gd name="connsiteY4" fmla="*/ 0 h 596883"/>
              <a:gd name="connsiteX0" fmla="*/ 147463 w 1033734"/>
              <a:gd name="connsiteY0" fmla="*/ 0 h 546820"/>
              <a:gd name="connsiteX1" fmla="*/ 1033734 w 1033734"/>
              <a:gd name="connsiteY1" fmla="*/ 112797 h 546820"/>
              <a:gd name="connsiteX2" fmla="*/ 986533 w 1033734"/>
              <a:gd name="connsiteY2" fmla="*/ 546820 h 546820"/>
              <a:gd name="connsiteX3" fmla="*/ 0 w 1033734"/>
              <a:gd name="connsiteY3" fmla="*/ 314464 h 546820"/>
              <a:gd name="connsiteX4" fmla="*/ 147463 w 1033734"/>
              <a:gd name="connsiteY4" fmla="*/ 0 h 546820"/>
              <a:gd name="connsiteX0" fmla="*/ 315030 w 1033734"/>
              <a:gd name="connsiteY0" fmla="*/ 0 h 488590"/>
              <a:gd name="connsiteX1" fmla="*/ 1033734 w 1033734"/>
              <a:gd name="connsiteY1" fmla="*/ 54567 h 488590"/>
              <a:gd name="connsiteX2" fmla="*/ 986533 w 1033734"/>
              <a:gd name="connsiteY2" fmla="*/ 488590 h 488590"/>
              <a:gd name="connsiteX3" fmla="*/ 0 w 1033734"/>
              <a:gd name="connsiteY3" fmla="*/ 256234 h 488590"/>
              <a:gd name="connsiteX4" fmla="*/ 315030 w 1033734"/>
              <a:gd name="connsiteY4" fmla="*/ 0 h 488590"/>
              <a:gd name="connsiteX0" fmla="*/ 314530 w 1033234"/>
              <a:gd name="connsiteY0" fmla="*/ 0 h 488590"/>
              <a:gd name="connsiteX1" fmla="*/ 1033234 w 1033234"/>
              <a:gd name="connsiteY1" fmla="*/ 54567 h 488590"/>
              <a:gd name="connsiteX2" fmla="*/ 986033 w 1033234"/>
              <a:gd name="connsiteY2" fmla="*/ 488590 h 488590"/>
              <a:gd name="connsiteX3" fmla="*/ -1 w 1033234"/>
              <a:gd name="connsiteY3" fmla="*/ 289445 h 488590"/>
              <a:gd name="connsiteX4" fmla="*/ 314530 w 1033234"/>
              <a:gd name="connsiteY4" fmla="*/ 0 h 488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3234" h="488590">
                <a:moveTo>
                  <a:pt x="314530" y="0"/>
                </a:moveTo>
                <a:lnTo>
                  <a:pt x="1033234" y="54567"/>
                </a:lnTo>
                <a:lnTo>
                  <a:pt x="986033" y="488590"/>
                </a:lnTo>
                <a:lnTo>
                  <a:pt x="-1" y="289445"/>
                </a:lnTo>
                <a:lnTo>
                  <a:pt x="31453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9" name="Rectangle 30">
            <a:extLst>
              <a:ext uri="{FF2B5EF4-FFF2-40B4-BE49-F238E27FC236}">
                <a16:creationId xmlns:a16="http://schemas.microsoft.com/office/drawing/2014/main" id="{08548AC6-A41E-4852-94C6-3DBA5E9528A2}"/>
              </a:ext>
            </a:extLst>
          </p:cNvPr>
          <p:cNvSpPr/>
          <p:nvPr/>
        </p:nvSpPr>
        <p:spPr>
          <a:xfrm rot="12177828">
            <a:off x="6135865" y="4698215"/>
            <a:ext cx="234833" cy="241115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  <a:gd name="connsiteX0" fmla="*/ 329923 w 1216194"/>
              <a:gd name="connsiteY0" fmla="*/ 0 h 603303"/>
              <a:gd name="connsiteX1" fmla="*/ 1216194 w 1216194"/>
              <a:gd name="connsiteY1" fmla="*/ 112797 h 603303"/>
              <a:gd name="connsiteX2" fmla="*/ 1153724 w 1216194"/>
              <a:gd name="connsiteY2" fmla="*/ 603303 h 603303"/>
              <a:gd name="connsiteX3" fmla="*/ 0 w 1216194"/>
              <a:gd name="connsiteY3" fmla="*/ 473446 h 603303"/>
              <a:gd name="connsiteX4" fmla="*/ 329923 w 1216194"/>
              <a:gd name="connsiteY4" fmla="*/ 0 h 603303"/>
              <a:gd name="connsiteX0" fmla="*/ 195040 w 1081311"/>
              <a:gd name="connsiteY0" fmla="*/ 0 h 603303"/>
              <a:gd name="connsiteX1" fmla="*/ 1081311 w 1081311"/>
              <a:gd name="connsiteY1" fmla="*/ 112797 h 603303"/>
              <a:gd name="connsiteX2" fmla="*/ 1018841 w 1081311"/>
              <a:gd name="connsiteY2" fmla="*/ 603303 h 603303"/>
              <a:gd name="connsiteX3" fmla="*/ 0 w 1081311"/>
              <a:gd name="connsiteY3" fmla="*/ 570940 h 603303"/>
              <a:gd name="connsiteX4" fmla="*/ 195040 w 1081311"/>
              <a:gd name="connsiteY4" fmla="*/ 0 h 603303"/>
              <a:gd name="connsiteX0" fmla="*/ 147463 w 1033734"/>
              <a:gd name="connsiteY0" fmla="*/ 0 h 603303"/>
              <a:gd name="connsiteX1" fmla="*/ 1033734 w 1033734"/>
              <a:gd name="connsiteY1" fmla="*/ 112797 h 603303"/>
              <a:gd name="connsiteX2" fmla="*/ 971264 w 1033734"/>
              <a:gd name="connsiteY2" fmla="*/ 603303 h 603303"/>
              <a:gd name="connsiteX3" fmla="*/ -1 w 1033734"/>
              <a:gd name="connsiteY3" fmla="*/ 596882 h 603303"/>
              <a:gd name="connsiteX4" fmla="*/ 147463 w 1033734"/>
              <a:gd name="connsiteY4" fmla="*/ 0 h 603303"/>
              <a:gd name="connsiteX0" fmla="*/ 147463 w 1033734"/>
              <a:gd name="connsiteY0" fmla="*/ 0 h 596883"/>
              <a:gd name="connsiteX1" fmla="*/ 1033734 w 1033734"/>
              <a:gd name="connsiteY1" fmla="*/ 112797 h 596883"/>
              <a:gd name="connsiteX2" fmla="*/ 986533 w 1033734"/>
              <a:gd name="connsiteY2" fmla="*/ 546820 h 596883"/>
              <a:gd name="connsiteX3" fmla="*/ -1 w 1033734"/>
              <a:gd name="connsiteY3" fmla="*/ 596882 h 596883"/>
              <a:gd name="connsiteX4" fmla="*/ 147463 w 1033734"/>
              <a:gd name="connsiteY4" fmla="*/ 0 h 596883"/>
              <a:gd name="connsiteX0" fmla="*/ 147463 w 1033734"/>
              <a:gd name="connsiteY0" fmla="*/ 0 h 546820"/>
              <a:gd name="connsiteX1" fmla="*/ 1033734 w 1033734"/>
              <a:gd name="connsiteY1" fmla="*/ 112797 h 546820"/>
              <a:gd name="connsiteX2" fmla="*/ 986533 w 1033734"/>
              <a:gd name="connsiteY2" fmla="*/ 546820 h 546820"/>
              <a:gd name="connsiteX3" fmla="*/ 0 w 1033734"/>
              <a:gd name="connsiteY3" fmla="*/ 314464 h 546820"/>
              <a:gd name="connsiteX4" fmla="*/ 147463 w 1033734"/>
              <a:gd name="connsiteY4" fmla="*/ 0 h 546820"/>
              <a:gd name="connsiteX0" fmla="*/ 315030 w 1033734"/>
              <a:gd name="connsiteY0" fmla="*/ 0 h 488590"/>
              <a:gd name="connsiteX1" fmla="*/ 1033734 w 1033734"/>
              <a:gd name="connsiteY1" fmla="*/ 54567 h 488590"/>
              <a:gd name="connsiteX2" fmla="*/ 986533 w 1033734"/>
              <a:gd name="connsiteY2" fmla="*/ 488590 h 488590"/>
              <a:gd name="connsiteX3" fmla="*/ 0 w 1033734"/>
              <a:gd name="connsiteY3" fmla="*/ 256234 h 488590"/>
              <a:gd name="connsiteX4" fmla="*/ 315030 w 1033734"/>
              <a:gd name="connsiteY4" fmla="*/ 0 h 488590"/>
              <a:gd name="connsiteX0" fmla="*/ 314530 w 1033234"/>
              <a:gd name="connsiteY0" fmla="*/ 0 h 488590"/>
              <a:gd name="connsiteX1" fmla="*/ 1033234 w 1033234"/>
              <a:gd name="connsiteY1" fmla="*/ 54567 h 488590"/>
              <a:gd name="connsiteX2" fmla="*/ 986033 w 1033234"/>
              <a:gd name="connsiteY2" fmla="*/ 488590 h 488590"/>
              <a:gd name="connsiteX3" fmla="*/ -1 w 1033234"/>
              <a:gd name="connsiteY3" fmla="*/ 289445 h 488590"/>
              <a:gd name="connsiteX4" fmla="*/ 314530 w 1033234"/>
              <a:gd name="connsiteY4" fmla="*/ 0 h 488590"/>
              <a:gd name="connsiteX0" fmla="*/ 314530 w 1033234"/>
              <a:gd name="connsiteY0" fmla="*/ 0 h 414427"/>
              <a:gd name="connsiteX1" fmla="*/ 1033234 w 1033234"/>
              <a:gd name="connsiteY1" fmla="*/ 54567 h 414427"/>
              <a:gd name="connsiteX2" fmla="*/ 904782 w 1033234"/>
              <a:gd name="connsiteY2" fmla="*/ 414427 h 414427"/>
              <a:gd name="connsiteX3" fmla="*/ -1 w 1033234"/>
              <a:gd name="connsiteY3" fmla="*/ 289445 h 414427"/>
              <a:gd name="connsiteX4" fmla="*/ 314530 w 1033234"/>
              <a:gd name="connsiteY4" fmla="*/ 0 h 414427"/>
              <a:gd name="connsiteX0" fmla="*/ 314530 w 1270819"/>
              <a:gd name="connsiteY0" fmla="*/ 0 h 414427"/>
              <a:gd name="connsiteX1" fmla="*/ 1270819 w 1270819"/>
              <a:gd name="connsiteY1" fmla="*/ 85615 h 414427"/>
              <a:gd name="connsiteX2" fmla="*/ 904782 w 1270819"/>
              <a:gd name="connsiteY2" fmla="*/ 414427 h 414427"/>
              <a:gd name="connsiteX3" fmla="*/ -1 w 1270819"/>
              <a:gd name="connsiteY3" fmla="*/ 289445 h 414427"/>
              <a:gd name="connsiteX4" fmla="*/ 314530 w 1270819"/>
              <a:gd name="connsiteY4" fmla="*/ 0 h 414427"/>
              <a:gd name="connsiteX0" fmla="*/ 87347 w 1043636"/>
              <a:gd name="connsiteY0" fmla="*/ 0 h 414427"/>
              <a:gd name="connsiteX1" fmla="*/ 1043636 w 1043636"/>
              <a:gd name="connsiteY1" fmla="*/ 85615 h 414427"/>
              <a:gd name="connsiteX2" fmla="*/ 677599 w 1043636"/>
              <a:gd name="connsiteY2" fmla="*/ 414427 h 414427"/>
              <a:gd name="connsiteX3" fmla="*/ -1 w 1043636"/>
              <a:gd name="connsiteY3" fmla="*/ 269710 h 414427"/>
              <a:gd name="connsiteX4" fmla="*/ 87347 w 1043636"/>
              <a:gd name="connsiteY4" fmla="*/ 0 h 414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3636" h="414427">
                <a:moveTo>
                  <a:pt x="87347" y="0"/>
                </a:moveTo>
                <a:lnTo>
                  <a:pt x="1043636" y="85615"/>
                </a:lnTo>
                <a:lnTo>
                  <a:pt x="677599" y="414427"/>
                </a:lnTo>
                <a:lnTo>
                  <a:pt x="-1" y="269710"/>
                </a:lnTo>
                <a:lnTo>
                  <a:pt x="87347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0" name="Rectangle 13">
            <a:extLst>
              <a:ext uri="{FF2B5EF4-FFF2-40B4-BE49-F238E27FC236}">
                <a16:creationId xmlns:a16="http://schemas.microsoft.com/office/drawing/2014/main" id="{0BE08F06-3232-4B3A-8361-5D0349F2D834}"/>
              </a:ext>
            </a:extLst>
          </p:cNvPr>
          <p:cNvSpPr/>
          <p:nvPr/>
        </p:nvSpPr>
        <p:spPr>
          <a:xfrm>
            <a:off x="7029579" y="5028227"/>
            <a:ext cx="491371" cy="866319"/>
          </a:xfrm>
          <a:custGeom>
            <a:avLst/>
            <a:gdLst>
              <a:gd name="connsiteX0" fmla="*/ 0 w 247981"/>
              <a:gd name="connsiteY0" fmla="*/ 0 h 247255"/>
              <a:gd name="connsiteX1" fmla="*/ 247981 w 247981"/>
              <a:gd name="connsiteY1" fmla="*/ 0 h 247255"/>
              <a:gd name="connsiteX2" fmla="*/ 247981 w 247981"/>
              <a:gd name="connsiteY2" fmla="*/ 247255 h 247255"/>
              <a:gd name="connsiteX3" fmla="*/ 0 w 247981"/>
              <a:gd name="connsiteY3" fmla="*/ 247255 h 247255"/>
              <a:gd name="connsiteX4" fmla="*/ 0 w 247981"/>
              <a:gd name="connsiteY4" fmla="*/ 0 h 247255"/>
              <a:gd name="connsiteX0" fmla="*/ 0 w 324181"/>
              <a:gd name="connsiteY0" fmla="*/ 0 h 437755"/>
              <a:gd name="connsiteX1" fmla="*/ 247981 w 324181"/>
              <a:gd name="connsiteY1" fmla="*/ 0 h 437755"/>
              <a:gd name="connsiteX2" fmla="*/ 324181 w 324181"/>
              <a:gd name="connsiteY2" fmla="*/ 437755 h 437755"/>
              <a:gd name="connsiteX3" fmla="*/ 0 w 324181"/>
              <a:gd name="connsiteY3" fmla="*/ 247255 h 437755"/>
              <a:gd name="connsiteX4" fmla="*/ 0 w 324181"/>
              <a:gd name="connsiteY4" fmla="*/ 0 h 437755"/>
              <a:gd name="connsiteX0" fmla="*/ 0 w 392761"/>
              <a:gd name="connsiteY0" fmla="*/ 0 h 437755"/>
              <a:gd name="connsiteX1" fmla="*/ 392761 w 392761"/>
              <a:gd name="connsiteY1" fmla="*/ 312420 h 437755"/>
              <a:gd name="connsiteX2" fmla="*/ 324181 w 392761"/>
              <a:gd name="connsiteY2" fmla="*/ 437755 h 437755"/>
              <a:gd name="connsiteX3" fmla="*/ 0 w 392761"/>
              <a:gd name="connsiteY3" fmla="*/ 247255 h 437755"/>
              <a:gd name="connsiteX4" fmla="*/ 0 w 392761"/>
              <a:gd name="connsiteY4" fmla="*/ 0 h 437755"/>
              <a:gd name="connsiteX0" fmla="*/ 7620 w 392761"/>
              <a:gd name="connsiteY0" fmla="*/ 0 h 536815"/>
              <a:gd name="connsiteX1" fmla="*/ 392761 w 392761"/>
              <a:gd name="connsiteY1" fmla="*/ 411480 h 536815"/>
              <a:gd name="connsiteX2" fmla="*/ 324181 w 392761"/>
              <a:gd name="connsiteY2" fmla="*/ 536815 h 536815"/>
              <a:gd name="connsiteX3" fmla="*/ 0 w 392761"/>
              <a:gd name="connsiteY3" fmla="*/ 346315 h 536815"/>
              <a:gd name="connsiteX4" fmla="*/ 7620 w 392761"/>
              <a:gd name="connsiteY4" fmla="*/ 0 h 536815"/>
              <a:gd name="connsiteX0" fmla="*/ 7620 w 392761"/>
              <a:gd name="connsiteY0" fmla="*/ 2128 h 538943"/>
              <a:gd name="connsiteX1" fmla="*/ 392761 w 392761"/>
              <a:gd name="connsiteY1" fmla="*/ 413608 h 538943"/>
              <a:gd name="connsiteX2" fmla="*/ 324181 w 392761"/>
              <a:gd name="connsiteY2" fmla="*/ 538943 h 538943"/>
              <a:gd name="connsiteX3" fmla="*/ 0 w 392761"/>
              <a:gd name="connsiteY3" fmla="*/ 348443 h 538943"/>
              <a:gd name="connsiteX4" fmla="*/ 7620 w 392761"/>
              <a:gd name="connsiteY4" fmla="*/ 2128 h 538943"/>
              <a:gd name="connsiteX0" fmla="*/ 7620 w 392761"/>
              <a:gd name="connsiteY0" fmla="*/ 2229 h 539044"/>
              <a:gd name="connsiteX1" fmla="*/ 392761 w 392761"/>
              <a:gd name="connsiteY1" fmla="*/ 413709 h 539044"/>
              <a:gd name="connsiteX2" fmla="*/ 324181 w 392761"/>
              <a:gd name="connsiteY2" fmla="*/ 539044 h 539044"/>
              <a:gd name="connsiteX3" fmla="*/ 0 w 392761"/>
              <a:gd name="connsiteY3" fmla="*/ 348544 h 539044"/>
              <a:gd name="connsiteX4" fmla="*/ 7620 w 392761"/>
              <a:gd name="connsiteY4" fmla="*/ 2229 h 539044"/>
              <a:gd name="connsiteX0" fmla="*/ 7620 w 392761"/>
              <a:gd name="connsiteY0" fmla="*/ 2229 h 539044"/>
              <a:gd name="connsiteX1" fmla="*/ 392761 w 392761"/>
              <a:gd name="connsiteY1" fmla="*/ 413709 h 539044"/>
              <a:gd name="connsiteX2" fmla="*/ 324181 w 392761"/>
              <a:gd name="connsiteY2" fmla="*/ 539044 h 539044"/>
              <a:gd name="connsiteX3" fmla="*/ 0 w 392761"/>
              <a:gd name="connsiteY3" fmla="*/ 348544 h 539044"/>
              <a:gd name="connsiteX4" fmla="*/ 7620 w 392761"/>
              <a:gd name="connsiteY4" fmla="*/ 2229 h 539044"/>
              <a:gd name="connsiteX0" fmla="*/ 7620 w 392761"/>
              <a:gd name="connsiteY0" fmla="*/ 2229 h 539044"/>
              <a:gd name="connsiteX1" fmla="*/ 392761 w 392761"/>
              <a:gd name="connsiteY1" fmla="*/ 413709 h 539044"/>
              <a:gd name="connsiteX2" fmla="*/ 324181 w 392761"/>
              <a:gd name="connsiteY2" fmla="*/ 539044 h 539044"/>
              <a:gd name="connsiteX3" fmla="*/ 0 w 392761"/>
              <a:gd name="connsiteY3" fmla="*/ 272344 h 539044"/>
              <a:gd name="connsiteX4" fmla="*/ 7620 w 392761"/>
              <a:gd name="connsiteY4" fmla="*/ 2229 h 539044"/>
              <a:gd name="connsiteX0" fmla="*/ 7620 w 697918"/>
              <a:gd name="connsiteY0" fmla="*/ 2229 h 1408677"/>
              <a:gd name="connsiteX1" fmla="*/ 392761 w 697918"/>
              <a:gd name="connsiteY1" fmla="*/ 413709 h 1408677"/>
              <a:gd name="connsiteX2" fmla="*/ 697561 w 697918"/>
              <a:gd name="connsiteY2" fmla="*/ 1408677 h 1408677"/>
              <a:gd name="connsiteX3" fmla="*/ 324181 w 697918"/>
              <a:gd name="connsiteY3" fmla="*/ 539044 h 1408677"/>
              <a:gd name="connsiteX4" fmla="*/ 0 w 697918"/>
              <a:gd name="connsiteY4" fmla="*/ 272344 h 1408677"/>
              <a:gd name="connsiteX5" fmla="*/ 7620 w 697918"/>
              <a:gd name="connsiteY5" fmla="*/ 2229 h 1408677"/>
              <a:gd name="connsiteX0" fmla="*/ 7620 w 697918"/>
              <a:gd name="connsiteY0" fmla="*/ 2229 h 1408677"/>
              <a:gd name="connsiteX1" fmla="*/ 392761 w 697918"/>
              <a:gd name="connsiteY1" fmla="*/ 413709 h 1408677"/>
              <a:gd name="connsiteX2" fmla="*/ 697561 w 697918"/>
              <a:gd name="connsiteY2" fmla="*/ 1408677 h 1408677"/>
              <a:gd name="connsiteX3" fmla="*/ 324181 w 697918"/>
              <a:gd name="connsiteY3" fmla="*/ 539044 h 1408677"/>
              <a:gd name="connsiteX4" fmla="*/ 0 w 697918"/>
              <a:gd name="connsiteY4" fmla="*/ 272344 h 1408677"/>
              <a:gd name="connsiteX5" fmla="*/ 7620 w 697918"/>
              <a:gd name="connsiteY5" fmla="*/ 2229 h 1408677"/>
              <a:gd name="connsiteX0" fmla="*/ 7620 w 697918"/>
              <a:gd name="connsiteY0" fmla="*/ 2229 h 1408677"/>
              <a:gd name="connsiteX1" fmla="*/ 392761 w 697918"/>
              <a:gd name="connsiteY1" fmla="*/ 413709 h 1408677"/>
              <a:gd name="connsiteX2" fmla="*/ 697561 w 697918"/>
              <a:gd name="connsiteY2" fmla="*/ 1408677 h 1408677"/>
              <a:gd name="connsiteX3" fmla="*/ 324181 w 697918"/>
              <a:gd name="connsiteY3" fmla="*/ 539044 h 1408677"/>
              <a:gd name="connsiteX4" fmla="*/ 0 w 697918"/>
              <a:gd name="connsiteY4" fmla="*/ 272344 h 1408677"/>
              <a:gd name="connsiteX5" fmla="*/ 7620 w 697918"/>
              <a:gd name="connsiteY5" fmla="*/ 2229 h 1408677"/>
              <a:gd name="connsiteX0" fmla="*/ 7620 w 793507"/>
              <a:gd name="connsiteY0" fmla="*/ 2229 h 1408677"/>
              <a:gd name="connsiteX1" fmla="*/ 392761 w 793507"/>
              <a:gd name="connsiteY1" fmla="*/ 413709 h 1408677"/>
              <a:gd name="connsiteX2" fmla="*/ 697561 w 793507"/>
              <a:gd name="connsiteY2" fmla="*/ 1408677 h 1408677"/>
              <a:gd name="connsiteX3" fmla="*/ 324181 w 793507"/>
              <a:gd name="connsiteY3" fmla="*/ 539044 h 1408677"/>
              <a:gd name="connsiteX4" fmla="*/ 0 w 793507"/>
              <a:gd name="connsiteY4" fmla="*/ 272344 h 1408677"/>
              <a:gd name="connsiteX5" fmla="*/ 7620 w 793507"/>
              <a:gd name="connsiteY5" fmla="*/ 2229 h 1408677"/>
              <a:gd name="connsiteX0" fmla="*/ 7620 w 798995"/>
              <a:gd name="connsiteY0" fmla="*/ 2229 h 1408677"/>
              <a:gd name="connsiteX1" fmla="*/ 392761 w 798995"/>
              <a:gd name="connsiteY1" fmla="*/ 413709 h 1408677"/>
              <a:gd name="connsiteX2" fmla="*/ 697561 w 798995"/>
              <a:gd name="connsiteY2" fmla="*/ 1408677 h 1408677"/>
              <a:gd name="connsiteX3" fmla="*/ 324181 w 798995"/>
              <a:gd name="connsiteY3" fmla="*/ 539044 h 1408677"/>
              <a:gd name="connsiteX4" fmla="*/ 0 w 798995"/>
              <a:gd name="connsiteY4" fmla="*/ 272344 h 1408677"/>
              <a:gd name="connsiteX5" fmla="*/ 7620 w 798995"/>
              <a:gd name="connsiteY5" fmla="*/ 2229 h 1408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8995" h="1408677">
                <a:moveTo>
                  <a:pt x="7620" y="2229"/>
                </a:moveTo>
                <a:cubicBezTo>
                  <a:pt x="250300" y="-28251"/>
                  <a:pt x="340581" y="261309"/>
                  <a:pt x="392761" y="413709"/>
                </a:cubicBezTo>
                <a:cubicBezTo>
                  <a:pt x="1056336" y="461202"/>
                  <a:pt x="710261" y="1389759"/>
                  <a:pt x="697561" y="1408677"/>
                </a:cubicBezTo>
                <a:cubicBezTo>
                  <a:pt x="163526" y="999736"/>
                  <a:pt x="310528" y="562222"/>
                  <a:pt x="324181" y="539044"/>
                </a:cubicBezTo>
                <a:cubicBezTo>
                  <a:pt x="216121" y="475544"/>
                  <a:pt x="108060" y="76764"/>
                  <a:pt x="0" y="272344"/>
                </a:cubicBezTo>
                <a:lnTo>
                  <a:pt x="7620" y="222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Rectangle 12">
            <a:extLst>
              <a:ext uri="{FF2B5EF4-FFF2-40B4-BE49-F238E27FC236}">
                <a16:creationId xmlns:a16="http://schemas.microsoft.com/office/drawing/2014/main" id="{FB2A64B2-A143-4FF6-BF5F-9410D65DAF8E}"/>
              </a:ext>
            </a:extLst>
          </p:cNvPr>
          <p:cNvSpPr/>
          <p:nvPr/>
        </p:nvSpPr>
        <p:spPr>
          <a:xfrm rot="20758591">
            <a:off x="5261507" y="4665142"/>
            <a:ext cx="1895761" cy="1305934"/>
          </a:xfrm>
          <a:custGeom>
            <a:avLst/>
            <a:gdLst>
              <a:gd name="connsiteX0" fmla="*/ 0 w 1321659"/>
              <a:gd name="connsiteY0" fmla="*/ 0 h 920865"/>
              <a:gd name="connsiteX1" fmla="*/ 1321659 w 1321659"/>
              <a:gd name="connsiteY1" fmla="*/ 0 h 920865"/>
              <a:gd name="connsiteX2" fmla="*/ 1321659 w 1321659"/>
              <a:gd name="connsiteY2" fmla="*/ 920865 h 920865"/>
              <a:gd name="connsiteX3" fmla="*/ 0 w 1321659"/>
              <a:gd name="connsiteY3" fmla="*/ 920865 h 920865"/>
              <a:gd name="connsiteX4" fmla="*/ 0 w 1321659"/>
              <a:gd name="connsiteY4" fmla="*/ 0 h 920865"/>
              <a:gd name="connsiteX0" fmla="*/ 0 w 1321659"/>
              <a:gd name="connsiteY0" fmla="*/ 35055 h 955920"/>
              <a:gd name="connsiteX1" fmla="*/ 1055520 w 1321659"/>
              <a:gd name="connsiteY1" fmla="*/ 0 h 955920"/>
              <a:gd name="connsiteX2" fmla="*/ 1321659 w 1321659"/>
              <a:gd name="connsiteY2" fmla="*/ 955920 h 955920"/>
              <a:gd name="connsiteX3" fmla="*/ 0 w 1321659"/>
              <a:gd name="connsiteY3" fmla="*/ 955920 h 955920"/>
              <a:gd name="connsiteX4" fmla="*/ 0 w 1321659"/>
              <a:gd name="connsiteY4" fmla="*/ 35055 h 955920"/>
              <a:gd name="connsiteX0" fmla="*/ 0 w 2916601"/>
              <a:gd name="connsiteY0" fmla="*/ 35055 h 1016553"/>
              <a:gd name="connsiteX1" fmla="*/ 1055520 w 2916601"/>
              <a:gd name="connsiteY1" fmla="*/ 0 h 1016553"/>
              <a:gd name="connsiteX2" fmla="*/ 2916601 w 2916601"/>
              <a:gd name="connsiteY2" fmla="*/ 1016553 h 1016553"/>
              <a:gd name="connsiteX3" fmla="*/ 0 w 2916601"/>
              <a:gd name="connsiteY3" fmla="*/ 955920 h 1016553"/>
              <a:gd name="connsiteX4" fmla="*/ 0 w 2916601"/>
              <a:gd name="connsiteY4" fmla="*/ 35055 h 1016553"/>
              <a:gd name="connsiteX0" fmla="*/ 0 w 2916601"/>
              <a:gd name="connsiteY0" fmla="*/ 35055 h 1016553"/>
              <a:gd name="connsiteX1" fmla="*/ 1055520 w 2916601"/>
              <a:gd name="connsiteY1" fmla="*/ 0 h 1016553"/>
              <a:gd name="connsiteX2" fmla="*/ 1530283 w 2916601"/>
              <a:gd name="connsiteY2" fmla="*/ 609110 h 1016553"/>
              <a:gd name="connsiteX3" fmla="*/ 2916601 w 2916601"/>
              <a:gd name="connsiteY3" fmla="*/ 1016553 h 1016553"/>
              <a:gd name="connsiteX4" fmla="*/ 0 w 2916601"/>
              <a:gd name="connsiteY4" fmla="*/ 955920 h 1016553"/>
              <a:gd name="connsiteX5" fmla="*/ 0 w 2916601"/>
              <a:gd name="connsiteY5" fmla="*/ 35055 h 1016553"/>
              <a:gd name="connsiteX0" fmla="*/ 0 w 2916601"/>
              <a:gd name="connsiteY0" fmla="*/ 35055 h 1916843"/>
              <a:gd name="connsiteX1" fmla="*/ 1055520 w 2916601"/>
              <a:gd name="connsiteY1" fmla="*/ 0 h 1916843"/>
              <a:gd name="connsiteX2" fmla="*/ 1530283 w 2916601"/>
              <a:gd name="connsiteY2" fmla="*/ 609110 h 1916843"/>
              <a:gd name="connsiteX3" fmla="*/ 2916601 w 2916601"/>
              <a:gd name="connsiteY3" fmla="*/ 1016553 h 1916843"/>
              <a:gd name="connsiteX4" fmla="*/ 451155 w 2916601"/>
              <a:gd name="connsiteY4" fmla="*/ 1916843 h 1916843"/>
              <a:gd name="connsiteX5" fmla="*/ 0 w 2916601"/>
              <a:gd name="connsiteY5" fmla="*/ 35055 h 1916843"/>
              <a:gd name="connsiteX0" fmla="*/ 47155 w 2963756"/>
              <a:gd name="connsiteY0" fmla="*/ 35055 h 1916843"/>
              <a:gd name="connsiteX1" fmla="*/ 1102675 w 2963756"/>
              <a:gd name="connsiteY1" fmla="*/ 0 h 1916843"/>
              <a:gd name="connsiteX2" fmla="*/ 1577438 w 2963756"/>
              <a:gd name="connsiteY2" fmla="*/ 609110 h 1916843"/>
              <a:gd name="connsiteX3" fmla="*/ 2963756 w 2963756"/>
              <a:gd name="connsiteY3" fmla="*/ 1016553 h 1916843"/>
              <a:gd name="connsiteX4" fmla="*/ 498310 w 2963756"/>
              <a:gd name="connsiteY4" fmla="*/ 1916843 h 1916843"/>
              <a:gd name="connsiteX5" fmla="*/ 47155 w 2963756"/>
              <a:gd name="connsiteY5" fmla="*/ 35055 h 1916843"/>
              <a:gd name="connsiteX0" fmla="*/ 157691 w 3074292"/>
              <a:gd name="connsiteY0" fmla="*/ 35055 h 1916843"/>
              <a:gd name="connsiteX1" fmla="*/ 1213211 w 3074292"/>
              <a:gd name="connsiteY1" fmla="*/ 0 h 1916843"/>
              <a:gd name="connsiteX2" fmla="*/ 1687974 w 3074292"/>
              <a:gd name="connsiteY2" fmla="*/ 609110 h 1916843"/>
              <a:gd name="connsiteX3" fmla="*/ 3074292 w 3074292"/>
              <a:gd name="connsiteY3" fmla="*/ 1016553 h 1916843"/>
              <a:gd name="connsiteX4" fmla="*/ 608846 w 3074292"/>
              <a:gd name="connsiteY4" fmla="*/ 1916843 h 1916843"/>
              <a:gd name="connsiteX5" fmla="*/ 157691 w 3074292"/>
              <a:gd name="connsiteY5" fmla="*/ 35055 h 1916843"/>
              <a:gd name="connsiteX0" fmla="*/ 190090 w 3036455"/>
              <a:gd name="connsiteY0" fmla="*/ 68305 h 1916843"/>
              <a:gd name="connsiteX1" fmla="*/ 1175374 w 3036455"/>
              <a:gd name="connsiteY1" fmla="*/ 0 h 1916843"/>
              <a:gd name="connsiteX2" fmla="*/ 1650137 w 3036455"/>
              <a:gd name="connsiteY2" fmla="*/ 609110 h 1916843"/>
              <a:gd name="connsiteX3" fmla="*/ 3036455 w 3036455"/>
              <a:gd name="connsiteY3" fmla="*/ 1016553 h 1916843"/>
              <a:gd name="connsiteX4" fmla="*/ 571009 w 3036455"/>
              <a:gd name="connsiteY4" fmla="*/ 1916843 h 1916843"/>
              <a:gd name="connsiteX5" fmla="*/ 190090 w 3036455"/>
              <a:gd name="connsiteY5" fmla="*/ 68305 h 1916843"/>
              <a:gd name="connsiteX0" fmla="*/ 222316 w 3068681"/>
              <a:gd name="connsiteY0" fmla="*/ 68305 h 1916843"/>
              <a:gd name="connsiteX1" fmla="*/ 1207600 w 3068681"/>
              <a:gd name="connsiteY1" fmla="*/ 0 h 1916843"/>
              <a:gd name="connsiteX2" fmla="*/ 1682363 w 3068681"/>
              <a:gd name="connsiteY2" fmla="*/ 609110 h 1916843"/>
              <a:gd name="connsiteX3" fmla="*/ 3068681 w 3068681"/>
              <a:gd name="connsiteY3" fmla="*/ 1016553 h 1916843"/>
              <a:gd name="connsiteX4" fmla="*/ 603235 w 3068681"/>
              <a:gd name="connsiteY4" fmla="*/ 1916843 h 1916843"/>
              <a:gd name="connsiteX5" fmla="*/ 222316 w 3068681"/>
              <a:gd name="connsiteY5" fmla="*/ 68305 h 1916843"/>
              <a:gd name="connsiteX0" fmla="*/ 222316 w 3068681"/>
              <a:gd name="connsiteY0" fmla="*/ 68305 h 2087424"/>
              <a:gd name="connsiteX1" fmla="*/ 1207600 w 3068681"/>
              <a:gd name="connsiteY1" fmla="*/ 0 h 2087424"/>
              <a:gd name="connsiteX2" fmla="*/ 1682363 w 3068681"/>
              <a:gd name="connsiteY2" fmla="*/ 609110 h 2087424"/>
              <a:gd name="connsiteX3" fmla="*/ 3068681 w 3068681"/>
              <a:gd name="connsiteY3" fmla="*/ 1016553 h 2087424"/>
              <a:gd name="connsiteX4" fmla="*/ 2506955 w 3068681"/>
              <a:gd name="connsiteY4" fmla="*/ 2087424 h 2087424"/>
              <a:gd name="connsiteX5" fmla="*/ 603235 w 3068681"/>
              <a:gd name="connsiteY5" fmla="*/ 1916843 h 2087424"/>
              <a:gd name="connsiteX6" fmla="*/ 222316 w 3068681"/>
              <a:gd name="connsiteY6" fmla="*/ 68305 h 2087424"/>
              <a:gd name="connsiteX0" fmla="*/ 222316 w 3068681"/>
              <a:gd name="connsiteY0" fmla="*/ 68305 h 2122873"/>
              <a:gd name="connsiteX1" fmla="*/ 1207600 w 3068681"/>
              <a:gd name="connsiteY1" fmla="*/ 0 h 2122873"/>
              <a:gd name="connsiteX2" fmla="*/ 1682363 w 3068681"/>
              <a:gd name="connsiteY2" fmla="*/ 609110 h 2122873"/>
              <a:gd name="connsiteX3" fmla="*/ 3068681 w 3068681"/>
              <a:gd name="connsiteY3" fmla="*/ 1016553 h 2122873"/>
              <a:gd name="connsiteX4" fmla="*/ 2506955 w 3068681"/>
              <a:gd name="connsiteY4" fmla="*/ 2087424 h 2122873"/>
              <a:gd name="connsiteX5" fmla="*/ 603235 w 3068681"/>
              <a:gd name="connsiteY5" fmla="*/ 1916843 h 2122873"/>
              <a:gd name="connsiteX6" fmla="*/ 222316 w 3068681"/>
              <a:gd name="connsiteY6" fmla="*/ 68305 h 2122873"/>
              <a:gd name="connsiteX0" fmla="*/ 222316 w 3068681"/>
              <a:gd name="connsiteY0" fmla="*/ 68305 h 2137646"/>
              <a:gd name="connsiteX1" fmla="*/ 1207600 w 3068681"/>
              <a:gd name="connsiteY1" fmla="*/ 0 h 2137646"/>
              <a:gd name="connsiteX2" fmla="*/ 1682363 w 3068681"/>
              <a:gd name="connsiteY2" fmla="*/ 609110 h 2137646"/>
              <a:gd name="connsiteX3" fmla="*/ 3068681 w 3068681"/>
              <a:gd name="connsiteY3" fmla="*/ 1016553 h 2137646"/>
              <a:gd name="connsiteX4" fmla="*/ 2506955 w 3068681"/>
              <a:gd name="connsiteY4" fmla="*/ 2087424 h 2137646"/>
              <a:gd name="connsiteX5" fmla="*/ 603235 w 3068681"/>
              <a:gd name="connsiteY5" fmla="*/ 1916843 h 2137646"/>
              <a:gd name="connsiteX6" fmla="*/ 222316 w 3068681"/>
              <a:gd name="connsiteY6" fmla="*/ 68305 h 2137646"/>
              <a:gd name="connsiteX0" fmla="*/ 222316 w 3068681"/>
              <a:gd name="connsiteY0" fmla="*/ 68305 h 2100525"/>
              <a:gd name="connsiteX1" fmla="*/ 1207600 w 3068681"/>
              <a:gd name="connsiteY1" fmla="*/ 0 h 2100525"/>
              <a:gd name="connsiteX2" fmla="*/ 1682363 w 3068681"/>
              <a:gd name="connsiteY2" fmla="*/ 609110 h 2100525"/>
              <a:gd name="connsiteX3" fmla="*/ 3068681 w 3068681"/>
              <a:gd name="connsiteY3" fmla="*/ 1016553 h 2100525"/>
              <a:gd name="connsiteX4" fmla="*/ 2754593 w 3068681"/>
              <a:gd name="connsiteY4" fmla="*/ 2039318 h 2100525"/>
              <a:gd name="connsiteX5" fmla="*/ 603235 w 3068681"/>
              <a:gd name="connsiteY5" fmla="*/ 1916843 h 2100525"/>
              <a:gd name="connsiteX6" fmla="*/ 222316 w 3068681"/>
              <a:gd name="connsiteY6" fmla="*/ 68305 h 2100525"/>
              <a:gd name="connsiteX0" fmla="*/ 222316 w 3085643"/>
              <a:gd name="connsiteY0" fmla="*/ 68305 h 2100525"/>
              <a:gd name="connsiteX1" fmla="*/ 1207600 w 3085643"/>
              <a:gd name="connsiteY1" fmla="*/ 0 h 2100525"/>
              <a:gd name="connsiteX2" fmla="*/ 1682363 w 3085643"/>
              <a:gd name="connsiteY2" fmla="*/ 609110 h 2100525"/>
              <a:gd name="connsiteX3" fmla="*/ 3068681 w 3085643"/>
              <a:gd name="connsiteY3" fmla="*/ 1016553 h 2100525"/>
              <a:gd name="connsiteX4" fmla="*/ 2754593 w 3085643"/>
              <a:gd name="connsiteY4" fmla="*/ 2039318 h 2100525"/>
              <a:gd name="connsiteX5" fmla="*/ 603235 w 3085643"/>
              <a:gd name="connsiteY5" fmla="*/ 1916843 h 2100525"/>
              <a:gd name="connsiteX6" fmla="*/ 222316 w 3085643"/>
              <a:gd name="connsiteY6" fmla="*/ 68305 h 2100525"/>
              <a:gd name="connsiteX0" fmla="*/ 222316 w 3082604"/>
              <a:gd name="connsiteY0" fmla="*/ 68305 h 2104620"/>
              <a:gd name="connsiteX1" fmla="*/ 1207600 w 3082604"/>
              <a:gd name="connsiteY1" fmla="*/ 0 h 2104620"/>
              <a:gd name="connsiteX2" fmla="*/ 1682363 w 3082604"/>
              <a:gd name="connsiteY2" fmla="*/ 609110 h 2104620"/>
              <a:gd name="connsiteX3" fmla="*/ 3068681 w 3082604"/>
              <a:gd name="connsiteY3" fmla="*/ 1016553 h 2104620"/>
              <a:gd name="connsiteX4" fmla="*/ 2713936 w 3082604"/>
              <a:gd name="connsiteY4" fmla="*/ 2044872 h 2104620"/>
              <a:gd name="connsiteX5" fmla="*/ 603235 w 3082604"/>
              <a:gd name="connsiteY5" fmla="*/ 1916843 h 2104620"/>
              <a:gd name="connsiteX6" fmla="*/ 222316 w 3082604"/>
              <a:gd name="connsiteY6" fmla="*/ 68305 h 2104620"/>
              <a:gd name="connsiteX0" fmla="*/ 222316 w 3082604"/>
              <a:gd name="connsiteY0" fmla="*/ 68305 h 2123513"/>
              <a:gd name="connsiteX1" fmla="*/ 1207600 w 3082604"/>
              <a:gd name="connsiteY1" fmla="*/ 0 h 2123513"/>
              <a:gd name="connsiteX2" fmla="*/ 1682363 w 3082604"/>
              <a:gd name="connsiteY2" fmla="*/ 609110 h 2123513"/>
              <a:gd name="connsiteX3" fmla="*/ 3068681 w 3082604"/>
              <a:gd name="connsiteY3" fmla="*/ 1016553 h 2123513"/>
              <a:gd name="connsiteX4" fmla="*/ 2713936 w 3082604"/>
              <a:gd name="connsiteY4" fmla="*/ 2044872 h 2123513"/>
              <a:gd name="connsiteX5" fmla="*/ 603235 w 3082604"/>
              <a:gd name="connsiteY5" fmla="*/ 1916843 h 2123513"/>
              <a:gd name="connsiteX6" fmla="*/ 222316 w 3082604"/>
              <a:gd name="connsiteY6" fmla="*/ 68305 h 2123513"/>
              <a:gd name="connsiteX0" fmla="*/ 222316 w 3082604"/>
              <a:gd name="connsiteY0" fmla="*/ 68305 h 2123513"/>
              <a:gd name="connsiteX1" fmla="*/ 1207600 w 3082604"/>
              <a:gd name="connsiteY1" fmla="*/ 0 h 2123513"/>
              <a:gd name="connsiteX2" fmla="*/ 1682363 w 3082604"/>
              <a:gd name="connsiteY2" fmla="*/ 609110 h 2123513"/>
              <a:gd name="connsiteX3" fmla="*/ 3068681 w 3082604"/>
              <a:gd name="connsiteY3" fmla="*/ 1016553 h 2123513"/>
              <a:gd name="connsiteX4" fmla="*/ 2713936 w 3082604"/>
              <a:gd name="connsiteY4" fmla="*/ 2044872 h 2123513"/>
              <a:gd name="connsiteX5" fmla="*/ 603235 w 3082604"/>
              <a:gd name="connsiteY5" fmla="*/ 1916843 h 2123513"/>
              <a:gd name="connsiteX6" fmla="*/ 222316 w 3082604"/>
              <a:gd name="connsiteY6" fmla="*/ 68305 h 2123513"/>
              <a:gd name="connsiteX0" fmla="*/ 222316 w 3082604"/>
              <a:gd name="connsiteY0" fmla="*/ 68305 h 2123513"/>
              <a:gd name="connsiteX1" fmla="*/ 1207600 w 3082604"/>
              <a:gd name="connsiteY1" fmla="*/ 0 h 2123513"/>
              <a:gd name="connsiteX2" fmla="*/ 1682363 w 3082604"/>
              <a:gd name="connsiteY2" fmla="*/ 609110 h 2123513"/>
              <a:gd name="connsiteX3" fmla="*/ 3068681 w 3082604"/>
              <a:gd name="connsiteY3" fmla="*/ 1016553 h 2123513"/>
              <a:gd name="connsiteX4" fmla="*/ 2713936 w 3082604"/>
              <a:gd name="connsiteY4" fmla="*/ 2044872 h 2123513"/>
              <a:gd name="connsiteX5" fmla="*/ 603235 w 3082604"/>
              <a:gd name="connsiteY5" fmla="*/ 1916843 h 2123513"/>
              <a:gd name="connsiteX6" fmla="*/ 222316 w 3082604"/>
              <a:gd name="connsiteY6" fmla="*/ 68305 h 212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82604" h="2123513">
                <a:moveTo>
                  <a:pt x="222316" y="68305"/>
                </a:moveTo>
                <a:lnTo>
                  <a:pt x="1207600" y="0"/>
                </a:lnTo>
                <a:cubicBezTo>
                  <a:pt x="1416966" y="113699"/>
                  <a:pt x="1472997" y="495411"/>
                  <a:pt x="1682363" y="609110"/>
                </a:cubicBezTo>
                <a:cubicBezTo>
                  <a:pt x="2109302" y="508372"/>
                  <a:pt x="2900339" y="490720"/>
                  <a:pt x="3068681" y="1016553"/>
                </a:cubicBezTo>
                <a:cubicBezTo>
                  <a:pt x="3130268" y="1142439"/>
                  <a:pt x="2983169" y="1946634"/>
                  <a:pt x="2713936" y="2044872"/>
                </a:cubicBezTo>
                <a:cubicBezTo>
                  <a:pt x="1905689" y="2211674"/>
                  <a:pt x="997577" y="2086492"/>
                  <a:pt x="603235" y="1916843"/>
                </a:cubicBezTo>
                <a:cubicBezTo>
                  <a:pt x="-269730" y="1446831"/>
                  <a:pt x="-2456" y="751095"/>
                  <a:pt x="222316" y="6830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2" name="Rectangle 4">
            <a:extLst>
              <a:ext uri="{FF2B5EF4-FFF2-40B4-BE49-F238E27FC236}">
                <a16:creationId xmlns:a16="http://schemas.microsoft.com/office/drawing/2014/main" id="{E5725005-A116-402F-B0AD-7197EEBE24D5}"/>
              </a:ext>
            </a:extLst>
          </p:cNvPr>
          <p:cNvSpPr/>
          <p:nvPr/>
        </p:nvSpPr>
        <p:spPr>
          <a:xfrm>
            <a:off x="4698441" y="3220594"/>
            <a:ext cx="1693995" cy="1869924"/>
          </a:xfrm>
          <a:custGeom>
            <a:avLst/>
            <a:gdLst>
              <a:gd name="connsiteX0" fmla="*/ 0 w 1733265"/>
              <a:gd name="connsiteY0" fmla="*/ 0 h 1610436"/>
              <a:gd name="connsiteX1" fmla="*/ 1733265 w 1733265"/>
              <a:gd name="connsiteY1" fmla="*/ 0 h 1610436"/>
              <a:gd name="connsiteX2" fmla="*/ 1733265 w 1733265"/>
              <a:gd name="connsiteY2" fmla="*/ 1610436 h 1610436"/>
              <a:gd name="connsiteX3" fmla="*/ 0 w 1733265"/>
              <a:gd name="connsiteY3" fmla="*/ 1610436 h 1610436"/>
              <a:gd name="connsiteX4" fmla="*/ 0 w 1733265"/>
              <a:gd name="connsiteY4" fmla="*/ 0 h 1610436"/>
              <a:gd name="connsiteX0" fmla="*/ 257175 w 1990440"/>
              <a:gd name="connsiteY0" fmla="*/ 0 h 2239086"/>
              <a:gd name="connsiteX1" fmla="*/ 1990440 w 1990440"/>
              <a:gd name="connsiteY1" fmla="*/ 0 h 2239086"/>
              <a:gd name="connsiteX2" fmla="*/ 1990440 w 1990440"/>
              <a:gd name="connsiteY2" fmla="*/ 1610436 h 2239086"/>
              <a:gd name="connsiteX3" fmla="*/ 0 w 1990440"/>
              <a:gd name="connsiteY3" fmla="*/ 2239086 h 2239086"/>
              <a:gd name="connsiteX4" fmla="*/ 257175 w 1990440"/>
              <a:gd name="connsiteY4" fmla="*/ 0 h 2239086"/>
              <a:gd name="connsiteX0" fmla="*/ 2105025 w 2105025"/>
              <a:gd name="connsiteY0" fmla="*/ 0 h 2839161"/>
              <a:gd name="connsiteX1" fmla="*/ 1990440 w 2105025"/>
              <a:gd name="connsiteY1" fmla="*/ 600075 h 2839161"/>
              <a:gd name="connsiteX2" fmla="*/ 1990440 w 2105025"/>
              <a:gd name="connsiteY2" fmla="*/ 2210511 h 2839161"/>
              <a:gd name="connsiteX3" fmla="*/ 0 w 2105025"/>
              <a:gd name="connsiteY3" fmla="*/ 2839161 h 2839161"/>
              <a:gd name="connsiteX4" fmla="*/ 2105025 w 2105025"/>
              <a:gd name="connsiteY4" fmla="*/ 0 h 2839161"/>
              <a:gd name="connsiteX0" fmla="*/ 2105025 w 2105025"/>
              <a:gd name="connsiteY0" fmla="*/ 70455 h 2909616"/>
              <a:gd name="connsiteX1" fmla="*/ 1990440 w 2105025"/>
              <a:gd name="connsiteY1" fmla="*/ 670530 h 2909616"/>
              <a:gd name="connsiteX2" fmla="*/ 1990440 w 2105025"/>
              <a:gd name="connsiteY2" fmla="*/ 2280966 h 2909616"/>
              <a:gd name="connsiteX3" fmla="*/ 0 w 2105025"/>
              <a:gd name="connsiteY3" fmla="*/ 2909616 h 2909616"/>
              <a:gd name="connsiteX4" fmla="*/ 2105025 w 2105025"/>
              <a:gd name="connsiteY4" fmla="*/ 70455 h 2909616"/>
              <a:gd name="connsiteX0" fmla="*/ 2227317 w 2227317"/>
              <a:gd name="connsiteY0" fmla="*/ 76154 h 2915315"/>
              <a:gd name="connsiteX1" fmla="*/ 2112732 w 2227317"/>
              <a:gd name="connsiteY1" fmla="*/ 676229 h 2915315"/>
              <a:gd name="connsiteX2" fmla="*/ 2112732 w 2227317"/>
              <a:gd name="connsiteY2" fmla="*/ 2286665 h 2915315"/>
              <a:gd name="connsiteX3" fmla="*/ 122292 w 2227317"/>
              <a:gd name="connsiteY3" fmla="*/ 2915315 h 2915315"/>
              <a:gd name="connsiteX4" fmla="*/ 2227317 w 2227317"/>
              <a:gd name="connsiteY4" fmla="*/ 76154 h 2915315"/>
              <a:gd name="connsiteX0" fmla="*/ 2236514 w 2236514"/>
              <a:gd name="connsiteY0" fmla="*/ 76154 h 2915315"/>
              <a:gd name="connsiteX1" fmla="*/ 2121929 w 2236514"/>
              <a:gd name="connsiteY1" fmla="*/ 676229 h 2915315"/>
              <a:gd name="connsiteX2" fmla="*/ 2121929 w 2236514"/>
              <a:gd name="connsiteY2" fmla="*/ 2286665 h 2915315"/>
              <a:gd name="connsiteX3" fmla="*/ 131489 w 2236514"/>
              <a:gd name="connsiteY3" fmla="*/ 2915315 h 2915315"/>
              <a:gd name="connsiteX4" fmla="*/ 2236514 w 2236514"/>
              <a:gd name="connsiteY4" fmla="*/ 76154 h 2915315"/>
              <a:gd name="connsiteX0" fmla="*/ 2236514 w 2579129"/>
              <a:gd name="connsiteY0" fmla="*/ 76154 h 2915315"/>
              <a:gd name="connsiteX1" fmla="*/ 2121929 w 2579129"/>
              <a:gd name="connsiteY1" fmla="*/ 676229 h 2915315"/>
              <a:gd name="connsiteX2" fmla="*/ 2579129 w 2579129"/>
              <a:gd name="connsiteY2" fmla="*/ 2515265 h 2915315"/>
              <a:gd name="connsiteX3" fmla="*/ 131489 w 2579129"/>
              <a:gd name="connsiteY3" fmla="*/ 2915315 h 2915315"/>
              <a:gd name="connsiteX4" fmla="*/ 2236514 w 2579129"/>
              <a:gd name="connsiteY4" fmla="*/ 76154 h 2915315"/>
              <a:gd name="connsiteX0" fmla="*/ 2236514 w 2579129"/>
              <a:gd name="connsiteY0" fmla="*/ 76154 h 2915315"/>
              <a:gd name="connsiteX1" fmla="*/ 2579129 w 2579129"/>
              <a:gd name="connsiteY1" fmla="*/ 2515265 h 2915315"/>
              <a:gd name="connsiteX2" fmla="*/ 131489 w 2579129"/>
              <a:gd name="connsiteY2" fmla="*/ 2915315 h 2915315"/>
              <a:gd name="connsiteX3" fmla="*/ 2236514 w 2579129"/>
              <a:gd name="connsiteY3" fmla="*/ 76154 h 2915315"/>
              <a:gd name="connsiteX0" fmla="*/ 2236514 w 2764498"/>
              <a:gd name="connsiteY0" fmla="*/ 76154 h 2915315"/>
              <a:gd name="connsiteX1" fmla="*/ 2579129 w 2764498"/>
              <a:gd name="connsiteY1" fmla="*/ 2515265 h 2915315"/>
              <a:gd name="connsiteX2" fmla="*/ 131489 w 2764498"/>
              <a:gd name="connsiteY2" fmla="*/ 2915315 h 2915315"/>
              <a:gd name="connsiteX3" fmla="*/ 2236514 w 2764498"/>
              <a:gd name="connsiteY3" fmla="*/ 76154 h 2915315"/>
              <a:gd name="connsiteX0" fmla="*/ 2236514 w 2846407"/>
              <a:gd name="connsiteY0" fmla="*/ 76154 h 2915315"/>
              <a:gd name="connsiteX1" fmla="*/ 2579129 w 2846407"/>
              <a:gd name="connsiteY1" fmla="*/ 2515265 h 2915315"/>
              <a:gd name="connsiteX2" fmla="*/ 131489 w 2846407"/>
              <a:gd name="connsiteY2" fmla="*/ 2915315 h 2915315"/>
              <a:gd name="connsiteX3" fmla="*/ 2236514 w 2846407"/>
              <a:gd name="connsiteY3" fmla="*/ 76154 h 2915315"/>
              <a:gd name="connsiteX0" fmla="*/ 2236514 w 2754522"/>
              <a:gd name="connsiteY0" fmla="*/ 76154 h 2915315"/>
              <a:gd name="connsiteX1" fmla="*/ 2579129 w 2754522"/>
              <a:gd name="connsiteY1" fmla="*/ 2515265 h 2915315"/>
              <a:gd name="connsiteX2" fmla="*/ 131489 w 2754522"/>
              <a:gd name="connsiteY2" fmla="*/ 2915315 h 2915315"/>
              <a:gd name="connsiteX3" fmla="*/ 2236514 w 2754522"/>
              <a:gd name="connsiteY3" fmla="*/ 76154 h 2915315"/>
              <a:gd name="connsiteX0" fmla="*/ 2236514 w 2754522"/>
              <a:gd name="connsiteY0" fmla="*/ 76154 h 2915315"/>
              <a:gd name="connsiteX1" fmla="*/ 2579129 w 2754522"/>
              <a:gd name="connsiteY1" fmla="*/ 2515265 h 2915315"/>
              <a:gd name="connsiteX2" fmla="*/ 131489 w 2754522"/>
              <a:gd name="connsiteY2" fmla="*/ 2915315 h 2915315"/>
              <a:gd name="connsiteX3" fmla="*/ 2236514 w 2754522"/>
              <a:gd name="connsiteY3" fmla="*/ 76154 h 2915315"/>
              <a:gd name="connsiteX0" fmla="*/ 2236514 w 2754522"/>
              <a:gd name="connsiteY0" fmla="*/ 76154 h 3040589"/>
              <a:gd name="connsiteX1" fmla="*/ 2579129 w 2754522"/>
              <a:gd name="connsiteY1" fmla="*/ 2515265 h 3040589"/>
              <a:gd name="connsiteX2" fmla="*/ 131489 w 2754522"/>
              <a:gd name="connsiteY2" fmla="*/ 2915315 h 3040589"/>
              <a:gd name="connsiteX3" fmla="*/ 2236514 w 2754522"/>
              <a:gd name="connsiteY3" fmla="*/ 76154 h 3040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522" h="3040589">
                <a:moveTo>
                  <a:pt x="2236514" y="76154"/>
                </a:moveTo>
                <a:cubicBezTo>
                  <a:pt x="3017469" y="1070166"/>
                  <a:pt x="2722099" y="2435653"/>
                  <a:pt x="2579129" y="2515265"/>
                </a:cubicBezTo>
                <a:cubicBezTo>
                  <a:pt x="1563224" y="3182015"/>
                  <a:pt x="385394" y="3086765"/>
                  <a:pt x="131489" y="2915315"/>
                </a:cubicBezTo>
                <a:cubicBezTo>
                  <a:pt x="-252686" y="1749853"/>
                  <a:pt x="134664" y="-434784"/>
                  <a:pt x="2236514" y="761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Freeform: Shape 292">
            <a:extLst>
              <a:ext uri="{FF2B5EF4-FFF2-40B4-BE49-F238E27FC236}">
                <a16:creationId xmlns:a16="http://schemas.microsoft.com/office/drawing/2014/main" id="{39CE8BCE-A7F9-4D23-A139-A760DF223878}"/>
              </a:ext>
            </a:extLst>
          </p:cNvPr>
          <p:cNvSpPr/>
          <p:nvPr/>
        </p:nvSpPr>
        <p:spPr>
          <a:xfrm>
            <a:off x="5349937" y="4182220"/>
            <a:ext cx="465533" cy="482196"/>
          </a:xfrm>
          <a:custGeom>
            <a:avLst/>
            <a:gdLst>
              <a:gd name="connsiteX0" fmla="*/ 22134 w 822234"/>
              <a:gd name="connsiteY0" fmla="*/ 800100 h 800100"/>
              <a:gd name="connsiteX1" fmla="*/ 3084 w 822234"/>
              <a:gd name="connsiteY1" fmla="*/ 571500 h 800100"/>
              <a:gd name="connsiteX2" fmla="*/ 79284 w 822234"/>
              <a:gd name="connsiteY2" fmla="*/ 285750 h 800100"/>
              <a:gd name="connsiteX3" fmla="*/ 279309 w 822234"/>
              <a:gd name="connsiteY3" fmla="*/ 123825 h 800100"/>
              <a:gd name="connsiteX4" fmla="*/ 574584 w 822234"/>
              <a:gd name="connsiteY4" fmla="*/ 114300 h 800100"/>
              <a:gd name="connsiteX5" fmla="*/ 746034 w 822234"/>
              <a:gd name="connsiteY5" fmla="*/ 76200 h 800100"/>
              <a:gd name="connsiteX6" fmla="*/ 822234 w 822234"/>
              <a:gd name="connsiteY6" fmla="*/ 0 h 800100"/>
              <a:gd name="connsiteX7" fmla="*/ 822234 w 822234"/>
              <a:gd name="connsiteY7" fmla="*/ 0 h 800100"/>
              <a:gd name="connsiteX0" fmla="*/ 22134 w 822234"/>
              <a:gd name="connsiteY0" fmla="*/ 800100 h 800100"/>
              <a:gd name="connsiteX1" fmla="*/ 3084 w 822234"/>
              <a:gd name="connsiteY1" fmla="*/ 571500 h 800100"/>
              <a:gd name="connsiteX2" fmla="*/ 79284 w 822234"/>
              <a:gd name="connsiteY2" fmla="*/ 285750 h 800100"/>
              <a:gd name="connsiteX3" fmla="*/ 574584 w 822234"/>
              <a:gd name="connsiteY3" fmla="*/ 114300 h 800100"/>
              <a:gd name="connsiteX4" fmla="*/ 746034 w 822234"/>
              <a:gd name="connsiteY4" fmla="*/ 76200 h 800100"/>
              <a:gd name="connsiteX5" fmla="*/ 822234 w 822234"/>
              <a:gd name="connsiteY5" fmla="*/ 0 h 800100"/>
              <a:gd name="connsiteX6" fmla="*/ 822234 w 822234"/>
              <a:gd name="connsiteY6" fmla="*/ 0 h 800100"/>
              <a:gd name="connsiteX0" fmla="*/ 24131 w 824231"/>
              <a:gd name="connsiteY0" fmla="*/ 800100 h 800100"/>
              <a:gd name="connsiteX1" fmla="*/ 5081 w 824231"/>
              <a:gd name="connsiteY1" fmla="*/ 571500 h 800100"/>
              <a:gd name="connsiteX2" fmla="*/ 81281 w 824231"/>
              <a:gd name="connsiteY2" fmla="*/ 285750 h 800100"/>
              <a:gd name="connsiteX3" fmla="*/ 748031 w 824231"/>
              <a:gd name="connsiteY3" fmla="*/ 76200 h 800100"/>
              <a:gd name="connsiteX4" fmla="*/ 824231 w 824231"/>
              <a:gd name="connsiteY4" fmla="*/ 0 h 800100"/>
              <a:gd name="connsiteX5" fmla="*/ 824231 w 824231"/>
              <a:gd name="connsiteY5" fmla="*/ 0 h 800100"/>
              <a:gd name="connsiteX0" fmla="*/ 24131 w 871998"/>
              <a:gd name="connsiteY0" fmla="*/ 800100 h 800100"/>
              <a:gd name="connsiteX1" fmla="*/ 5081 w 871998"/>
              <a:gd name="connsiteY1" fmla="*/ 571500 h 800100"/>
              <a:gd name="connsiteX2" fmla="*/ 81281 w 871998"/>
              <a:gd name="connsiteY2" fmla="*/ 285750 h 800100"/>
              <a:gd name="connsiteX3" fmla="*/ 748031 w 871998"/>
              <a:gd name="connsiteY3" fmla="*/ 76200 h 800100"/>
              <a:gd name="connsiteX4" fmla="*/ 824231 w 871998"/>
              <a:gd name="connsiteY4" fmla="*/ 0 h 800100"/>
              <a:gd name="connsiteX5" fmla="*/ 824231 w 871998"/>
              <a:gd name="connsiteY5" fmla="*/ 0 h 800100"/>
              <a:gd name="connsiteX0" fmla="*/ 24131 w 871998"/>
              <a:gd name="connsiteY0" fmla="*/ 800100 h 800100"/>
              <a:gd name="connsiteX1" fmla="*/ 5081 w 871998"/>
              <a:gd name="connsiteY1" fmla="*/ 571500 h 800100"/>
              <a:gd name="connsiteX2" fmla="*/ 81281 w 871998"/>
              <a:gd name="connsiteY2" fmla="*/ 285750 h 800100"/>
              <a:gd name="connsiteX3" fmla="*/ 748031 w 871998"/>
              <a:gd name="connsiteY3" fmla="*/ 76200 h 800100"/>
              <a:gd name="connsiteX4" fmla="*/ 824231 w 871998"/>
              <a:gd name="connsiteY4" fmla="*/ 0 h 800100"/>
              <a:gd name="connsiteX0" fmla="*/ 24131 w 824885"/>
              <a:gd name="connsiteY0" fmla="*/ 800100 h 800100"/>
              <a:gd name="connsiteX1" fmla="*/ 5081 w 824885"/>
              <a:gd name="connsiteY1" fmla="*/ 571500 h 800100"/>
              <a:gd name="connsiteX2" fmla="*/ 81281 w 824885"/>
              <a:gd name="connsiteY2" fmla="*/ 285750 h 800100"/>
              <a:gd name="connsiteX3" fmla="*/ 748031 w 824885"/>
              <a:gd name="connsiteY3" fmla="*/ 76200 h 800100"/>
              <a:gd name="connsiteX4" fmla="*/ 809944 w 824885"/>
              <a:gd name="connsiteY4" fmla="*/ 95250 h 800100"/>
              <a:gd name="connsiteX5" fmla="*/ 824231 w 824885"/>
              <a:gd name="connsiteY5" fmla="*/ 0 h 800100"/>
              <a:gd name="connsiteX0" fmla="*/ 27741 w 828495"/>
              <a:gd name="connsiteY0" fmla="*/ 800100 h 800100"/>
              <a:gd name="connsiteX1" fmla="*/ 8691 w 828495"/>
              <a:gd name="connsiteY1" fmla="*/ 571500 h 800100"/>
              <a:gd name="connsiteX2" fmla="*/ 84891 w 828495"/>
              <a:gd name="connsiteY2" fmla="*/ 285750 h 800100"/>
              <a:gd name="connsiteX3" fmla="*/ 813554 w 828495"/>
              <a:gd name="connsiteY3" fmla="*/ 95250 h 800100"/>
              <a:gd name="connsiteX4" fmla="*/ 827841 w 828495"/>
              <a:gd name="connsiteY4" fmla="*/ 0 h 800100"/>
              <a:gd name="connsiteX0" fmla="*/ 27741 w 828495"/>
              <a:gd name="connsiteY0" fmla="*/ 806881 h 806881"/>
              <a:gd name="connsiteX1" fmla="*/ 8691 w 828495"/>
              <a:gd name="connsiteY1" fmla="*/ 578281 h 806881"/>
              <a:gd name="connsiteX2" fmla="*/ 84891 w 828495"/>
              <a:gd name="connsiteY2" fmla="*/ 292531 h 806881"/>
              <a:gd name="connsiteX3" fmla="*/ 813554 w 828495"/>
              <a:gd name="connsiteY3" fmla="*/ 102031 h 806881"/>
              <a:gd name="connsiteX4" fmla="*/ 827841 w 828495"/>
              <a:gd name="connsiteY4" fmla="*/ 6781 h 806881"/>
              <a:gd name="connsiteX0" fmla="*/ 16662 w 817416"/>
              <a:gd name="connsiteY0" fmla="*/ 806881 h 806881"/>
              <a:gd name="connsiteX1" fmla="*/ 73812 w 817416"/>
              <a:gd name="connsiteY1" fmla="*/ 292531 h 806881"/>
              <a:gd name="connsiteX2" fmla="*/ 802475 w 817416"/>
              <a:gd name="connsiteY2" fmla="*/ 102031 h 806881"/>
              <a:gd name="connsiteX3" fmla="*/ 816762 w 817416"/>
              <a:gd name="connsiteY3" fmla="*/ 6781 h 806881"/>
              <a:gd name="connsiteX0" fmla="*/ 0 w 800754"/>
              <a:gd name="connsiteY0" fmla="*/ 800100 h 800100"/>
              <a:gd name="connsiteX1" fmla="*/ 785813 w 800754"/>
              <a:gd name="connsiteY1" fmla="*/ 95250 h 800100"/>
              <a:gd name="connsiteX2" fmla="*/ 800100 w 800754"/>
              <a:gd name="connsiteY2" fmla="*/ 0 h 800100"/>
              <a:gd name="connsiteX0" fmla="*/ 26305 w 827059"/>
              <a:gd name="connsiteY0" fmla="*/ 800100 h 800100"/>
              <a:gd name="connsiteX1" fmla="*/ 812118 w 827059"/>
              <a:gd name="connsiteY1" fmla="*/ 95250 h 800100"/>
              <a:gd name="connsiteX2" fmla="*/ 826405 w 827059"/>
              <a:gd name="connsiteY2" fmla="*/ 0 h 800100"/>
              <a:gd name="connsiteX0" fmla="*/ 15768 w 816522"/>
              <a:gd name="connsiteY0" fmla="*/ 807918 h 807918"/>
              <a:gd name="connsiteX1" fmla="*/ 801581 w 816522"/>
              <a:gd name="connsiteY1" fmla="*/ 103068 h 807918"/>
              <a:gd name="connsiteX2" fmla="*/ 815868 w 816522"/>
              <a:gd name="connsiteY2" fmla="*/ 7818 h 807918"/>
              <a:gd name="connsiteX0" fmla="*/ 14622 w 815376"/>
              <a:gd name="connsiteY0" fmla="*/ 881826 h 881826"/>
              <a:gd name="connsiteX1" fmla="*/ 800435 w 815376"/>
              <a:gd name="connsiteY1" fmla="*/ 176976 h 881826"/>
              <a:gd name="connsiteX2" fmla="*/ 814722 w 815376"/>
              <a:gd name="connsiteY2" fmla="*/ 81726 h 881826"/>
              <a:gd name="connsiteX0" fmla="*/ 14622 w 815376"/>
              <a:gd name="connsiteY0" fmla="*/ 872540 h 872540"/>
              <a:gd name="connsiteX1" fmla="*/ 800435 w 815376"/>
              <a:gd name="connsiteY1" fmla="*/ 167690 h 872540"/>
              <a:gd name="connsiteX2" fmla="*/ 814722 w 815376"/>
              <a:gd name="connsiteY2" fmla="*/ 72440 h 872540"/>
              <a:gd name="connsiteX0" fmla="*/ 14622 w 862426"/>
              <a:gd name="connsiteY0" fmla="*/ 872540 h 872540"/>
              <a:gd name="connsiteX1" fmla="*/ 800435 w 862426"/>
              <a:gd name="connsiteY1" fmla="*/ 167690 h 872540"/>
              <a:gd name="connsiteX2" fmla="*/ 862347 w 862426"/>
              <a:gd name="connsiteY2" fmla="*/ 120065 h 872540"/>
              <a:gd name="connsiteX0" fmla="*/ 14622 w 800435"/>
              <a:gd name="connsiteY0" fmla="*/ 872540 h 872540"/>
              <a:gd name="connsiteX1" fmla="*/ 800435 w 800435"/>
              <a:gd name="connsiteY1" fmla="*/ 167690 h 872540"/>
              <a:gd name="connsiteX0" fmla="*/ 15151 w 767626"/>
              <a:gd name="connsiteY0" fmla="*/ 850419 h 850419"/>
              <a:gd name="connsiteX1" fmla="*/ 767626 w 767626"/>
              <a:gd name="connsiteY1" fmla="*/ 188432 h 850419"/>
              <a:gd name="connsiteX0" fmla="*/ 4505 w 756980"/>
              <a:gd name="connsiteY0" fmla="*/ 784074 h 784074"/>
              <a:gd name="connsiteX1" fmla="*/ 756980 w 756980"/>
              <a:gd name="connsiteY1" fmla="*/ 122087 h 784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6980" h="784074">
                <a:moveTo>
                  <a:pt x="4505" y="784074"/>
                </a:moveTo>
                <a:cubicBezTo>
                  <a:pt x="-65146" y="-377183"/>
                  <a:pt x="695067" y="83986"/>
                  <a:pt x="756980" y="12208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B9099A5D-34E6-4FA8-9DDF-E257B9344FE1}"/>
              </a:ext>
            </a:extLst>
          </p:cNvPr>
          <p:cNvSpPr/>
          <p:nvPr/>
        </p:nvSpPr>
        <p:spPr>
          <a:xfrm rot="21237501">
            <a:off x="5389780" y="4220917"/>
            <a:ext cx="451047" cy="5564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080D2806-7AC5-4300-876A-E62436E72EC1}"/>
              </a:ext>
            </a:extLst>
          </p:cNvPr>
          <p:cNvSpPr/>
          <p:nvPr/>
        </p:nvSpPr>
        <p:spPr>
          <a:xfrm>
            <a:off x="5455218" y="4292450"/>
            <a:ext cx="175733" cy="25774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6" name="Oval 8">
            <a:extLst>
              <a:ext uri="{FF2B5EF4-FFF2-40B4-BE49-F238E27FC236}">
                <a16:creationId xmlns:a16="http://schemas.microsoft.com/office/drawing/2014/main" id="{0127B3FB-5EB2-44C1-8BA7-A1EAE42FCAC7}"/>
              </a:ext>
            </a:extLst>
          </p:cNvPr>
          <p:cNvSpPr/>
          <p:nvPr/>
        </p:nvSpPr>
        <p:spPr>
          <a:xfrm rot="21441304">
            <a:off x="5632988" y="4559189"/>
            <a:ext cx="110086" cy="90821"/>
          </a:xfrm>
          <a:custGeom>
            <a:avLst/>
            <a:gdLst>
              <a:gd name="connsiteX0" fmla="*/ 0 w 285750"/>
              <a:gd name="connsiteY0" fmla="*/ 209550 h 419100"/>
              <a:gd name="connsiteX1" fmla="*/ 142875 w 285750"/>
              <a:gd name="connsiteY1" fmla="*/ 0 h 419100"/>
              <a:gd name="connsiteX2" fmla="*/ 285750 w 285750"/>
              <a:gd name="connsiteY2" fmla="*/ 209550 h 419100"/>
              <a:gd name="connsiteX3" fmla="*/ 142875 w 285750"/>
              <a:gd name="connsiteY3" fmla="*/ 419100 h 419100"/>
              <a:gd name="connsiteX4" fmla="*/ 0 w 285750"/>
              <a:gd name="connsiteY4" fmla="*/ 209550 h 419100"/>
              <a:gd name="connsiteX0" fmla="*/ 0 w 285750"/>
              <a:gd name="connsiteY0" fmla="*/ 209550 h 235743"/>
              <a:gd name="connsiteX1" fmla="*/ 142875 w 285750"/>
              <a:gd name="connsiteY1" fmla="*/ 0 h 235743"/>
              <a:gd name="connsiteX2" fmla="*/ 285750 w 285750"/>
              <a:gd name="connsiteY2" fmla="*/ 209550 h 235743"/>
              <a:gd name="connsiteX3" fmla="*/ 0 w 285750"/>
              <a:gd name="connsiteY3" fmla="*/ 209550 h 23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235743">
                <a:moveTo>
                  <a:pt x="0" y="209550"/>
                </a:moveTo>
                <a:cubicBezTo>
                  <a:pt x="0" y="93819"/>
                  <a:pt x="63967" y="0"/>
                  <a:pt x="142875" y="0"/>
                </a:cubicBezTo>
                <a:cubicBezTo>
                  <a:pt x="221783" y="0"/>
                  <a:pt x="285750" y="93819"/>
                  <a:pt x="285750" y="209550"/>
                </a:cubicBezTo>
                <a:cubicBezTo>
                  <a:pt x="261938" y="244475"/>
                  <a:pt x="23812" y="244475"/>
                  <a:pt x="0" y="20955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7" name="Oval 8">
            <a:extLst>
              <a:ext uri="{FF2B5EF4-FFF2-40B4-BE49-F238E27FC236}">
                <a16:creationId xmlns:a16="http://schemas.microsoft.com/office/drawing/2014/main" id="{7BAA531A-06F5-4833-A10C-BFA7F0D70EFC}"/>
              </a:ext>
            </a:extLst>
          </p:cNvPr>
          <p:cNvSpPr/>
          <p:nvPr/>
        </p:nvSpPr>
        <p:spPr>
          <a:xfrm rot="13578583">
            <a:off x="4513734" y="4692340"/>
            <a:ext cx="755813" cy="450811"/>
          </a:xfrm>
          <a:custGeom>
            <a:avLst/>
            <a:gdLst>
              <a:gd name="connsiteX0" fmla="*/ 0 w 285750"/>
              <a:gd name="connsiteY0" fmla="*/ 209550 h 419100"/>
              <a:gd name="connsiteX1" fmla="*/ 142875 w 285750"/>
              <a:gd name="connsiteY1" fmla="*/ 0 h 419100"/>
              <a:gd name="connsiteX2" fmla="*/ 285750 w 285750"/>
              <a:gd name="connsiteY2" fmla="*/ 209550 h 419100"/>
              <a:gd name="connsiteX3" fmla="*/ 142875 w 285750"/>
              <a:gd name="connsiteY3" fmla="*/ 419100 h 419100"/>
              <a:gd name="connsiteX4" fmla="*/ 0 w 285750"/>
              <a:gd name="connsiteY4" fmla="*/ 209550 h 419100"/>
              <a:gd name="connsiteX0" fmla="*/ 0 w 285750"/>
              <a:gd name="connsiteY0" fmla="*/ 209550 h 235743"/>
              <a:gd name="connsiteX1" fmla="*/ 142875 w 285750"/>
              <a:gd name="connsiteY1" fmla="*/ 0 h 235743"/>
              <a:gd name="connsiteX2" fmla="*/ 285750 w 285750"/>
              <a:gd name="connsiteY2" fmla="*/ 209550 h 235743"/>
              <a:gd name="connsiteX3" fmla="*/ 0 w 285750"/>
              <a:gd name="connsiteY3" fmla="*/ 209550 h 235743"/>
              <a:gd name="connsiteX0" fmla="*/ 0 w 314939"/>
              <a:gd name="connsiteY0" fmla="*/ 218662 h 240747"/>
              <a:gd name="connsiteX1" fmla="*/ 172064 w 314939"/>
              <a:gd name="connsiteY1" fmla="*/ 17 h 240747"/>
              <a:gd name="connsiteX2" fmla="*/ 314939 w 314939"/>
              <a:gd name="connsiteY2" fmla="*/ 209567 h 240747"/>
              <a:gd name="connsiteX3" fmla="*/ 0 w 314939"/>
              <a:gd name="connsiteY3" fmla="*/ 218662 h 240747"/>
              <a:gd name="connsiteX0" fmla="*/ 15660 w 330599"/>
              <a:gd name="connsiteY0" fmla="*/ 218662 h 259673"/>
              <a:gd name="connsiteX1" fmla="*/ 187724 w 330599"/>
              <a:gd name="connsiteY1" fmla="*/ 17 h 259673"/>
              <a:gd name="connsiteX2" fmla="*/ 330599 w 330599"/>
              <a:gd name="connsiteY2" fmla="*/ 209567 h 259673"/>
              <a:gd name="connsiteX3" fmla="*/ 15660 w 330599"/>
              <a:gd name="connsiteY3" fmla="*/ 218662 h 259673"/>
              <a:gd name="connsiteX0" fmla="*/ 30772 w 345711"/>
              <a:gd name="connsiteY0" fmla="*/ 219018 h 230820"/>
              <a:gd name="connsiteX1" fmla="*/ 31405 w 345711"/>
              <a:gd name="connsiteY1" fmla="*/ 160253 h 230820"/>
              <a:gd name="connsiteX2" fmla="*/ 202836 w 345711"/>
              <a:gd name="connsiteY2" fmla="*/ 373 h 230820"/>
              <a:gd name="connsiteX3" fmla="*/ 345711 w 345711"/>
              <a:gd name="connsiteY3" fmla="*/ 209923 h 230820"/>
              <a:gd name="connsiteX4" fmla="*/ 30772 w 345711"/>
              <a:gd name="connsiteY4" fmla="*/ 219018 h 230820"/>
              <a:gd name="connsiteX0" fmla="*/ 316960 w 316960"/>
              <a:gd name="connsiteY0" fmla="*/ 209920 h 218422"/>
              <a:gd name="connsiteX1" fmla="*/ 2654 w 316960"/>
              <a:gd name="connsiteY1" fmla="*/ 160250 h 218422"/>
              <a:gd name="connsiteX2" fmla="*/ 174085 w 316960"/>
              <a:gd name="connsiteY2" fmla="*/ 370 h 218422"/>
              <a:gd name="connsiteX3" fmla="*/ 316960 w 316960"/>
              <a:gd name="connsiteY3" fmla="*/ 209920 h 218422"/>
              <a:gd name="connsiteX0" fmla="*/ 321245 w 321245"/>
              <a:gd name="connsiteY0" fmla="*/ 209561 h 236800"/>
              <a:gd name="connsiteX1" fmla="*/ 2595 w 321245"/>
              <a:gd name="connsiteY1" fmla="*/ 216435 h 236800"/>
              <a:gd name="connsiteX2" fmla="*/ 178370 w 321245"/>
              <a:gd name="connsiteY2" fmla="*/ 11 h 236800"/>
              <a:gd name="connsiteX3" fmla="*/ 321245 w 321245"/>
              <a:gd name="connsiteY3" fmla="*/ 209561 h 236800"/>
              <a:gd name="connsiteX0" fmla="*/ 321170 w 321170"/>
              <a:gd name="connsiteY0" fmla="*/ 223161 h 250400"/>
              <a:gd name="connsiteX1" fmla="*/ 2520 w 321170"/>
              <a:gd name="connsiteY1" fmla="*/ 230035 h 250400"/>
              <a:gd name="connsiteX2" fmla="*/ 183270 w 321170"/>
              <a:gd name="connsiteY2" fmla="*/ 8 h 250400"/>
              <a:gd name="connsiteX3" fmla="*/ 321170 w 321170"/>
              <a:gd name="connsiteY3" fmla="*/ 223161 h 250400"/>
              <a:gd name="connsiteX0" fmla="*/ 321170 w 336045"/>
              <a:gd name="connsiteY0" fmla="*/ 223162 h 289421"/>
              <a:gd name="connsiteX1" fmla="*/ 2520 w 336045"/>
              <a:gd name="connsiteY1" fmla="*/ 230036 h 289421"/>
              <a:gd name="connsiteX2" fmla="*/ 183270 w 336045"/>
              <a:gd name="connsiteY2" fmla="*/ 9 h 289421"/>
              <a:gd name="connsiteX3" fmla="*/ 321170 w 336045"/>
              <a:gd name="connsiteY3" fmla="*/ 223162 h 289421"/>
              <a:gd name="connsiteX0" fmla="*/ 320350 w 340832"/>
              <a:gd name="connsiteY0" fmla="*/ 223162 h 249445"/>
              <a:gd name="connsiteX1" fmla="*/ 307035 w 340832"/>
              <a:gd name="connsiteY1" fmla="*/ 232595 h 249445"/>
              <a:gd name="connsiteX2" fmla="*/ 1700 w 340832"/>
              <a:gd name="connsiteY2" fmla="*/ 230036 h 249445"/>
              <a:gd name="connsiteX3" fmla="*/ 182450 w 340832"/>
              <a:gd name="connsiteY3" fmla="*/ 9 h 249445"/>
              <a:gd name="connsiteX4" fmla="*/ 320350 w 340832"/>
              <a:gd name="connsiteY4" fmla="*/ 223162 h 249445"/>
              <a:gd name="connsiteX0" fmla="*/ 182428 w 312397"/>
              <a:gd name="connsiteY0" fmla="*/ 1 h 261254"/>
              <a:gd name="connsiteX1" fmla="*/ 307013 w 312397"/>
              <a:gd name="connsiteY1" fmla="*/ 232587 h 261254"/>
              <a:gd name="connsiteX2" fmla="*/ 1678 w 312397"/>
              <a:gd name="connsiteY2" fmla="*/ 230028 h 261254"/>
              <a:gd name="connsiteX3" fmla="*/ 182428 w 312397"/>
              <a:gd name="connsiteY3" fmla="*/ 1 h 261254"/>
              <a:gd name="connsiteX0" fmla="*/ 182428 w 312397"/>
              <a:gd name="connsiteY0" fmla="*/ 1 h 292025"/>
              <a:gd name="connsiteX1" fmla="*/ 307013 w 312397"/>
              <a:gd name="connsiteY1" fmla="*/ 232587 h 292025"/>
              <a:gd name="connsiteX2" fmla="*/ 1678 w 312397"/>
              <a:gd name="connsiteY2" fmla="*/ 230028 h 292025"/>
              <a:gd name="connsiteX3" fmla="*/ 182428 w 312397"/>
              <a:gd name="connsiteY3" fmla="*/ 1 h 292025"/>
              <a:gd name="connsiteX0" fmla="*/ 182428 w 314655"/>
              <a:gd name="connsiteY0" fmla="*/ 150 h 292174"/>
              <a:gd name="connsiteX1" fmla="*/ 307013 w 314655"/>
              <a:gd name="connsiteY1" fmla="*/ 232736 h 292174"/>
              <a:gd name="connsiteX2" fmla="*/ 1678 w 314655"/>
              <a:gd name="connsiteY2" fmla="*/ 230177 h 292174"/>
              <a:gd name="connsiteX3" fmla="*/ 182428 w 314655"/>
              <a:gd name="connsiteY3" fmla="*/ 150 h 29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655" h="292174">
                <a:moveTo>
                  <a:pt x="182428" y="150"/>
                </a:moveTo>
                <a:cubicBezTo>
                  <a:pt x="274613" y="-6265"/>
                  <a:pt x="337138" y="194398"/>
                  <a:pt x="307013" y="232736"/>
                </a:cubicBezTo>
                <a:cubicBezTo>
                  <a:pt x="245197" y="344703"/>
                  <a:pt x="20758" y="271686"/>
                  <a:pt x="1678" y="230177"/>
                </a:cubicBezTo>
                <a:cubicBezTo>
                  <a:pt x="-17402" y="188668"/>
                  <a:pt x="131539" y="-276"/>
                  <a:pt x="182428" y="15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4FA5CE0-FF7C-4F1B-846D-D8494A88827A}"/>
              </a:ext>
            </a:extLst>
          </p:cNvPr>
          <p:cNvGrpSpPr/>
          <p:nvPr/>
        </p:nvGrpSpPr>
        <p:grpSpPr>
          <a:xfrm>
            <a:off x="5551285" y="5134794"/>
            <a:ext cx="745106" cy="1656530"/>
            <a:chOff x="5242559" y="3855720"/>
            <a:chExt cx="1211581" cy="2693599"/>
          </a:xfrm>
        </p:grpSpPr>
        <p:sp>
          <p:nvSpPr>
            <p:cNvPr id="328" name="Rectangle 14">
              <a:extLst>
                <a:ext uri="{FF2B5EF4-FFF2-40B4-BE49-F238E27FC236}">
                  <a16:creationId xmlns:a16="http://schemas.microsoft.com/office/drawing/2014/main" id="{5A8D20C0-2438-45B6-A366-EC6E81065270}"/>
                </a:ext>
              </a:extLst>
            </p:cNvPr>
            <p:cNvSpPr/>
            <p:nvPr/>
          </p:nvSpPr>
          <p:spPr>
            <a:xfrm>
              <a:off x="5242559" y="3855720"/>
              <a:ext cx="1211581" cy="2693599"/>
            </a:xfrm>
            <a:custGeom>
              <a:avLst/>
              <a:gdLst>
                <a:gd name="connsiteX0" fmla="*/ 0 w 914401"/>
                <a:gd name="connsiteY0" fmla="*/ 0 h 889775"/>
                <a:gd name="connsiteX1" fmla="*/ 914401 w 914401"/>
                <a:gd name="connsiteY1" fmla="*/ 0 h 889775"/>
                <a:gd name="connsiteX2" fmla="*/ 914401 w 914401"/>
                <a:gd name="connsiteY2" fmla="*/ 889775 h 889775"/>
                <a:gd name="connsiteX3" fmla="*/ 0 w 914401"/>
                <a:gd name="connsiteY3" fmla="*/ 889775 h 889775"/>
                <a:gd name="connsiteX4" fmla="*/ 0 w 914401"/>
                <a:gd name="connsiteY4" fmla="*/ 0 h 889775"/>
                <a:gd name="connsiteX0" fmla="*/ 0 w 914401"/>
                <a:gd name="connsiteY0" fmla="*/ 0 h 2451875"/>
                <a:gd name="connsiteX1" fmla="*/ 914401 w 914401"/>
                <a:gd name="connsiteY1" fmla="*/ 0 h 2451875"/>
                <a:gd name="connsiteX2" fmla="*/ 914401 w 914401"/>
                <a:gd name="connsiteY2" fmla="*/ 889775 h 2451875"/>
                <a:gd name="connsiteX3" fmla="*/ 88900 w 914401"/>
                <a:gd name="connsiteY3" fmla="*/ 2451875 h 2451875"/>
                <a:gd name="connsiteX4" fmla="*/ 0 w 914401"/>
                <a:gd name="connsiteY4" fmla="*/ 0 h 2451875"/>
                <a:gd name="connsiteX0" fmla="*/ 0 w 914401"/>
                <a:gd name="connsiteY0" fmla="*/ 0 h 2451875"/>
                <a:gd name="connsiteX1" fmla="*/ 914401 w 914401"/>
                <a:gd name="connsiteY1" fmla="*/ 0 h 2451875"/>
                <a:gd name="connsiteX2" fmla="*/ 850901 w 914401"/>
                <a:gd name="connsiteY2" fmla="*/ 2413775 h 2451875"/>
                <a:gd name="connsiteX3" fmla="*/ 88900 w 914401"/>
                <a:gd name="connsiteY3" fmla="*/ 2451875 h 2451875"/>
                <a:gd name="connsiteX4" fmla="*/ 0 w 914401"/>
                <a:gd name="connsiteY4" fmla="*/ 0 h 2451875"/>
                <a:gd name="connsiteX0" fmla="*/ 0 w 914401"/>
                <a:gd name="connsiteY0" fmla="*/ 0 h 2462095"/>
                <a:gd name="connsiteX1" fmla="*/ 914401 w 914401"/>
                <a:gd name="connsiteY1" fmla="*/ 0 h 2462095"/>
                <a:gd name="connsiteX2" fmla="*/ 850901 w 914401"/>
                <a:gd name="connsiteY2" fmla="*/ 2413775 h 2462095"/>
                <a:gd name="connsiteX3" fmla="*/ 88900 w 914401"/>
                <a:gd name="connsiteY3" fmla="*/ 2451875 h 2462095"/>
                <a:gd name="connsiteX4" fmla="*/ 0 w 914401"/>
                <a:gd name="connsiteY4" fmla="*/ 0 h 2462095"/>
                <a:gd name="connsiteX0" fmla="*/ 0 w 914401"/>
                <a:gd name="connsiteY0" fmla="*/ 0 h 2486199"/>
                <a:gd name="connsiteX1" fmla="*/ 914401 w 914401"/>
                <a:gd name="connsiteY1" fmla="*/ 0 h 2486199"/>
                <a:gd name="connsiteX2" fmla="*/ 850901 w 914401"/>
                <a:gd name="connsiteY2" fmla="*/ 2413775 h 2486199"/>
                <a:gd name="connsiteX3" fmla="*/ 88900 w 914401"/>
                <a:gd name="connsiteY3" fmla="*/ 2451875 h 2486199"/>
                <a:gd name="connsiteX4" fmla="*/ 0 w 914401"/>
                <a:gd name="connsiteY4" fmla="*/ 0 h 2486199"/>
                <a:gd name="connsiteX0" fmla="*/ 0 w 914401"/>
                <a:gd name="connsiteY0" fmla="*/ 0 h 2458239"/>
                <a:gd name="connsiteX1" fmla="*/ 914401 w 914401"/>
                <a:gd name="connsiteY1" fmla="*/ 0 h 2458239"/>
                <a:gd name="connsiteX2" fmla="*/ 850901 w 914401"/>
                <a:gd name="connsiteY2" fmla="*/ 2413775 h 2458239"/>
                <a:gd name="connsiteX3" fmla="*/ 25400 w 914401"/>
                <a:gd name="connsiteY3" fmla="*/ 2388375 h 2458239"/>
                <a:gd name="connsiteX4" fmla="*/ 0 w 914401"/>
                <a:gd name="connsiteY4" fmla="*/ 0 h 2458239"/>
                <a:gd name="connsiteX0" fmla="*/ 0 w 914401"/>
                <a:gd name="connsiteY0" fmla="*/ 0 h 2472619"/>
                <a:gd name="connsiteX1" fmla="*/ 914401 w 914401"/>
                <a:gd name="connsiteY1" fmla="*/ 0 h 2472619"/>
                <a:gd name="connsiteX2" fmla="*/ 850901 w 914401"/>
                <a:gd name="connsiteY2" fmla="*/ 2413775 h 2472619"/>
                <a:gd name="connsiteX3" fmla="*/ 25400 w 914401"/>
                <a:gd name="connsiteY3" fmla="*/ 2426475 h 2472619"/>
                <a:gd name="connsiteX4" fmla="*/ 0 w 914401"/>
                <a:gd name="connsiteY4" fmla="*/ 0 h 2472619"/>
                <a:gd name="connsiteX0" fmla="*/ 0 w 1112521"/>
                <a:gd name="connsiteY0" fmla="*/ 7620 h 2472619"/>
                <a:gd name="connsiteX1" fmla="*/ 1112521 w 1112521"/>
                <a:gd name="connsiteY1" fmla="*/ 0 h 2472619"/>
                <a:gd name="connsiteX2" fmla="*/ 1049021 w 1112521"/>
                <a:gd name="connsiteY2" fmla="*/ 2413775 h 2472619"/>
                <a:gd name="connsiteX3" fmla="*/ 223520 w 1112521"/>
                <a:gd name="connsiteY3" fmla="*/ 2426475 h 2472619"/>
                <a:gd name="connsiteX4" fmla="*/ 0 w 1112521"/>
                <a:gd name="connsiteY4" fmla="*/ 7620 h 2472619"/>
                <a:gd name="connsiteX0" fmla="*/ 0 w 960121"/>
                <a:gd name="connsiteY0" fmla="*/ 0 h 2693599"/>
                <a:gd name="connsiteX1" fmla="*/ 960121 w 960121"/>
                <a:gd name="connsiteY1" fmla="*/ 220980 h 2693599"/>
                <a:gd name="connsiteX2" fmla="*/ 896621 w 960121"/>
                <a:gd name="connsiteY2" fmla="*/ 2634755 h 2693599"/>
                <a:gd name="connsiteX3" fmla="*/ 71120 w 960121"/>
                <a:gd name="connsiteY3" fmla="*/ 2647455 h 2693599"/>
                <a:gd name="connsiteX4" fmla="*/ 0 w 960121"/>
                <a:gd name="connsiteY4" fmla="*/ 0 h 2693599"/>
                <a:gd name="connsiteX0" fmla="*/ 0 w 960121"/>
                <a:gd name="connsiteY0" fmla="*/ 0 h 2693599"/>
                <a:gd name="connsiteX1" fmla="*/ 960121 w 960121"/>
                <a:gd name="connsiteY1" fmla="*/ 220980 h 2693599"/>
                <a:gd name="connsiteX2" fmla="*/ 896621 w 960121"/>
                <a:gd name="connsiteY2" fmla="*/ 2634755 h 2693599"/>
                <a:gd name="connsiteX3" fmla="*/ 71120 w 960121"/>
                <a:gd name="connsiteY3" fmla="*/ 2647455 h 2693599"/>
                <a:gd name="connsiteX4" fmla="*/ 0 w 960121"/>
                <a:gd name="connsiteY4" fmla="*/ 0 h 2693599"/>
                <a:gd name="connsiteX0" fmla="*/ 0 w 1043941"/>
                <a:gd name="connsiteY0" fmla="*/ 0 h 2693599"/>
                <a:gd name="connsiteX1" fmla="*/ 1043941 w 1043941"/>
                <a:gd name="connsiteY1" fmla="*/ 220980 h 2693599"/>
                <a:gd name="connsiteX2" fmla="*/ 980441 w 1043941"/>
                <a:gd name="connsiteY2" fmla="*/ 2634755 h 2693599"/>
                <a:gd name="connsiteX3" fmla="*/ 154940 w 1043941"/>
                <a:gd name="connsiteY3" fmla="*/ 2647455 h 2693599"/>
                <a:gd name="connsiteX4" fmla="*/ 0 w 1043941"/>
                <a:gd name="connsiteY4" fmla="*/ 0 h 2693599"/>
                <a:gd name="connsiteX0" fmla="*/ 0 w 1043941"/>
                <a:gd name="connsiteY0" fmla="*/ 0 h 2693599"/>
                <a:gd name="connsiteX1" fmla="*/ 1043941 w 1043941"/>
                <a:gd name="connsiteY1" fmla="*/ 220980 h 2693599"/>
                <a:gd name="connsiteX2" fmla="*/ 980441 w 1043941"/>
                <a:gd name="connsiteY2" fmla="*/ 2634755 h 2693599"/>
                <a:gd name="connsiteX3" fmla="*/ 154940 w 1043941"/>
                <a:gd name="connsiteY3" fmla="*/ 2647455 h 2693599"/>
                <a:gd name="connsiteX4" fmla="*/ 0 w 1043941"/>
                <a:gd name="connsiteY4" fmla="*/ 0 h 2693599"/>
                <a:gd name="connsiteX0" fmla="*/ 0 w 1043941"/>
                <a:gd name="connsiteY0" fmla="*/ 0 h 2693599"/>
                <a:gd name="connsiteX1" fmla="*/ 1043941 w 1043941"/>
                <a:gd name="connsiteY1" fmla="*/ 220980 h 2693599"/>
                <a:gd name="connsiteX2" fmla="*/ 980441 w 1043941"/>
                <a:gd name="connsiteY2" fmla="*/ 2634755 h 2693599"/>
                <a:gd name="connsiteX3" fmla="*/ 154940 w 1043941"/>
                <a:gd name="connsiteY3" fmla="*/ 2647455 h 2693599"/>
                <a:gd name="connsiteX4" fmla="*/ 0 w 1043941"/>
                <a:gd name="connsiteY4" fmla="*/ 0 h 2693599"/>
                <a:gd name="connsiteX0" fmla="*/ 0 w 1173481"/>
                <a:gd name="connsiteY0" fmla="*/ 0 h 2693599"/>
                <a:gd name="connsiteX1" fmla="*/ 1173481 w 1173481"/>
                <a:gd name="connsiteY1" fmla="*/ 167640 h 2693599"/>
                <a:gd name="connsiteX2" fmla="*/ 980441 w 1173481"/>
                <a:gd name="connsiteY2" fmla="*/ 2634755 h 2693599"/>
                <a:gd name="connsiteX3" fmla="*/ 154940 w 1173481"/>
                <a:gd name="connsiteY3" fmla="*/ 2647455 h 2693599"/>
                <a:gd name="connsiteX4" fmla="*/ 0 w 1173481"/>
                <a:gd name="connsiteY4" fmla="*/ 0 h 2693599"/>
                <a:gd name="connsiteX0" fmla="*/ 0 w 1173481"/>
                <a:gd name="connsiteY0" fmla="*/ 0 h 2693599"/>
                <a:gd name="connsiteX1" fmla="*/ 1173481 w 1173481"/>
                <a:gd name="connsiteY1" fmla="*/ 167640 h 2693599"/>
                <a:gd name="connsiteX2" fmla="*/ 980441 w 1173481"/>
                <a:gd name="connsiteY2" fmla="*/ 2634755 h 2693599"/>
                <a:gd name="connsiteX3" fmla="*/ 154940 w 1173481"/>
                <a:gd name="connsiteY3" fmla="*/ 2647455 h 2693599"/>
                <a:gd name="connsiteX4" fmla="*/ 0 w 1173481"/>
                <a:gd name="connsiteY4" fmla="*/ 0 h 2693599"/>
                <a:gd name="connsiteX0" fmla="*/ 0 w 1211581"/>
                <a:gd name="connsiteY0" fmla="*/ 0 h 2693599"/>
                <a:gd name="connsiteX1" fmla="*/ 1211581 w 1211581"/>
                <a:gd name="connsiteY1" fmla="*/ 167640 h 2693599"/>
                <a:gd name="connsiteX2" fmla="*/ 980441 w 1211581"/>
                <a:gd name="connsiteY2" fmla="*/ 2634755 h 2693599"/>
                <a:gd name="connsiteX3" fmla="*/ 154940 w 1211581"/>
                <a:gd name="connsiteY3" fmla="*/ 2647455 h 2693599"/>
                <a:gd name="connsiteX4" fmla="*/ 0 w 1211581"/>
                <a:gd name="connsiteY4" fmla="*/ 0 h 2693599"/>
                <a:gd name="connsiteX0" fmla="*/ 0 w 1211581"/>
                <a:gd name="connsiteY0" fmla="*/ 0 h 2693599"/>
                <a:gd name="connsiteX1" fmla="*/ 1211581 w 1211581"/>
                <a:gd name="connsiteY1" fmla="*/ 167640 h 2693599"/>
                <a:gd name="connsiteX2" fmla="*/ 980441 w 1211581"/>
                <a:gd name="connsiteY2" fmla="*/ 2634755 h 2693599"/>
                <a:gd name="connsiteX3" fmla="*/ 154940 w 1211581"/>
                <a:gd name="connsiteY3" fmla="*/ 2647455 h 2693599"/>
                <a:gd name="connsiteX4" fmla="*/ 0 w 1211581"/>
                <a:gd name="connsiteY4" fmla="*/ 0 h 269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1581" h="2693599">
                  <a:moveTo>
                    <a:pt x="0" y="0"/>
                  </a:moveTo>
                  <a:lnTo>
                    <a:pt x="1211581" y="167640"/>
                  </a:lnTo>
                  <a:cubicBezTo>
                    <a:pt x="712894" y="2559732"/>
                    <a:pt x="1044788" y="1812383"/>
                    <a:pt x="980441" y="2634755"/>
                  </a:cubicBezTo>
                  <a:cubicBezTo>
                    <a:pt x="675641" y="2723655"/>
                    <a:pt x="383540" y="2698255"/>
                    <a:pt x="154940" y="2647455"/>
                  </a:cubicBezTo>
                  <a:cubicBezTo>
                    <a:pt x="131233" y="1764970"/>
                    <a:pt x="610447" y="266556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F9AE5819-4ABC-4C61-B976-AD210AFD85FD}"/>
                </a:ext>
              </a:extLst>
            </p:cNvPr>
            <p:cNvSpPr/>
            <p:nvPr/>
          </p:nvSpPr>
          <p:spPr>
            <a:xfrm>
              <a:off x="5395910" y="6247891"/>
              <a:ext cx="834304" cy="298093"/>
            </a:xfrm>
            <a:custGeom>
              <a:avLst/>
              <a:gdLst>
                <a:gd name="connsiteX0" fmla="*/ 11730 w 834304"/>
                <a:gd name="connsiteY0" fmla="*/ 0 h 298093"/>
                <a:gd name="connsiteX1" fmla="*/ 834304 w 834304"/>
                <a:gd name="connsiteY1" fmla="*/ 0 h 298093"/>
                <a:gd name="connsiteX2" fmla="*/ 834083 w 834304"/>
                <a:gd name="connsiteY2" fmla="*/ 102300 h 298093"/>
                <a:gd name="connsiteX3" fmla="*/ 826362 w 834304"/>
                <a:gd name="connsiteY3" fmla="*/ 239249 h 298093"/>
                <a:gd name="connsiteX4" fmla="*/ 861 w 834304"/>
                <a:gd name="connsiteY4" fmla="*/ 251949 h 298093"/>
                <a:gd name="connsiteX5" fmla="*/ 6142 w 834304"/>
                <a:gd name="connsiteY5" fmla="*/ 46357 h 298093"/>
                <a:gd name="connsiteX6" fmla="*/ 11730 w 834304"/>
                <a:gd name="connsiteY6" fmla="*/ 0 h 2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304" h="298093">
                  <a:moveTo>
                    <a:pt x="11730" y="0"/>
                  </a:moveTo>
                  <a:lnTo>
                    <a:pt x="834304" y="0"/>
                  </a:lnTo>
                  <a:lnTo>
                    <a:pt x="834083" y="102300"/>
                  </a:lnTo>
                  <a:cubicBezTo>
                    <a:pt x="832858" y="142584"/>
                    <a:pt x="830384" y="187851"/>
                    <a:pt x="826362" y="239249"/>
                  </a:cubicBezTo>
                  <a:cubicBezTo>
                    <a:pt x="521562" y="328149"/>
                    <a:pt x="229461" y="302749"/>
                    <a:pt x="861" y="251949"/>
                  </a:cubicBezTo>
                  <a:cubicBezTo>
                    <a:pt x="-1361" y="169216"/>
                    <a:pt x="836" y="102155"/>
                    <a:pt x="6142" y="46357"/>
                  </a:cubicBezTo>
                  <a:lnTo>
                    <a:pt x="1173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9" name="Rectangle 30">
            <a:extLst>
              <a:ext uri="{FF2B5EF4-FFF2-40B4-BE49-F238E27FC236}">
                <a16:creationId xmlns:a16="http://schemas.microsoft.com/office/drawing/2014/main" id="{695BCC1E-B2FB-4814-AF74-3BEB9AD11D03}"/>
              </a:ext>
            </a:extLst>
          </p:cNvPr>
          <p:cNvSpPr/>
          <p:nvPr/>
        </p:nvSpPr>
        <p:spPr>
          <a:xfrm rot="1874019">
            <a:off x="4476164" y="3551245"/>
            <a:ext cx="615081" cy="305545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53" h="496832">
                <a:moveTo>
                  <a:pt x="10160" y="0"/>
                </a:moveTo>
                <a:lnTo>
                  <a:pt x="1000153" y="74052"/>
                </a:lnTo>
                <a:lnTo>
                  <a:pt x="1000153" y="416195"/>
                </a:lnTo>
                <a:lnTo>
                  <a:pt x="0" y="496832"/>
                </a:lnTo>
                <a:lnTo>
                  <a:pt x="1016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0" name="Rectangle 30">
            <a:extLst>
              <a:ext uri="{FF2B5EF4-FFF2-40B4-BE49-F238E27FC236}">
                <a16:creationId xmlns:a16="http://schemas.microsoft.com/office/drawing/2014/main" id="{E3131839-092B-4901-97ED-1C933A7C2A35}"/>
              </a:ext>
            </a:extLst>
          </p:cNvPr>
          <p:cNvSpPr/>
          <p:nvPr/>
        </p:nvSpPr>
        <p:spPr>
          <a:xfrm rot="2900896">
            <a:off x="4678585" y="3262975"/>
            <a:ext cx="615082" cy="305545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53" h="496832">
                <a:moveTo>
                  <a:pt x="10160" y="0"/>
                </a:moveTo>
                <a:lnTo>
                  <a:pt x="1000153" y="74052"/>
                </a:lnTo>
                <a:lnTo>
                  <a:pt x="1000153" y="416195"/>
                </a:lnTo>
                <a:lnTo>
                  <a:pt x="0" y="496832"/>
                </a:lnTo>
                <a:lnTo>
                  <a:pt x="1016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1" name="Rectangle 30">
            <a:extLst>
              <a:ext uri="{FF2B5EF4-FFF2-40B4-BE49-F238E27FC236}">
                <a16:creationId xmlns:a16="http://schemas.microsoft.com/office/drawing/2014/main" id="{AEE40B24-8647-471D-919F-FC51974613EB}"/>
              </a:ext>
            </a:extLst>
          </p:cNvPr>
          <p:cNvSpPr/>
          <p:nvPr/>
        </p:nvSpPr>
        <p:spPr>
          <a:xfrm rot="3697295">
            <a:off x="5072663" y="3014198"/>
            <a:ext cx="502894" cy="384562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194" h="495108">
                <a:moveTo>
                  <a:pt x="329923" y="0"/>
                </a:moveTo>
                <a:lnTo>
                  <a:pt x="1216194" y="112797"/>
                </a:lnTo>
                <a:lnTo>
                  <a:pt x="1196903" y="495108"/>
                </a:lnTo>
                <a:lnTo>
                  <a:pt x="0" y="473446"/>
                </a:lnTo>
                <a:lnTo>
                  <a:pt x="329923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2" name="Rectangle 30">
            <a:extLst>
              <a:ext uri="{FF2B5EF4-FFF2-40B4-BE49-F238E27FC236}">
                <a16:creationId xmlns:a16="http://schemas.microsoft.com/office/drawing/2014/main" id="{3D72C665-78E9-4EF0-8C9B-88F4E3E582A2}"/>
              </a:ext>
            </a:extLst>
          </p:cNvPr>
          <p:cNvSpPr/>
          <p:nvPr/>
        </p:nvSpPr>
        <p:spPr>
          <a:xfrm rot="5400000">
            <a:off x="5487484" y="2959799"/>
            <a:ext cx="502894" cy="384562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194" h="495108">
                <a:moveTo>
                  <a:pt x="329923" y="0"/>
                </a:moveTo>
                <a:lnTo>
                  <a:pt x="1216194" y="112797"/>
                </a:lnTo>
                <a:lnTo>
                  <a:pt x="1196903" y="495108"/>
                </a:lnTo>
                <a:lnTo>
                  <a:pt x="0" y="473446"/>
                </a:lnTo>
                <a:lnTo>
                  <a:pt x="329923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3" name="Rectangle 30">
            <a:extLst>
              <a:ext uri="{FF2B5EF4-FFF2-40B4-BE49-F238E27FC236}">
                <a16:creationId xmlns:a16="http://schemas.microsoft.com/office/drawing/2014/main" id="{8E43BFB0-C3CD-4C3A-B02A-C5623D57B9DD}"/>
              </a:ext>
            </a:extLst>
          </p:cNvPr>
          <p:cNvSpPr/>
          <p:nvPr/>
        </p:nvSpPr>
        <p:spPr>
          <a:xfrm rot="6450144">
            <a:off x="5881988" y="3041919"/>
            <a:ext cx="502894" cy="384562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226201 w 1216194"/>
              <a:gd name="connsiteY0" fmla="*/ 0 h 434701"/>
              <a:gd name="connsiteX1" fmla="*/ 1216194 w 1216194"/>
              <a:gd name="connsiteY1" fmla="*/ 74052 h 434701"/>
              <a:gd name="connsiteX2" fmla="*/ 1216194 w 1216194"/>
              <a:gd name="connsiteY2" fmla="*/ 416195 h 434701"/>
              <a:gd name="connsiteX3" fmla="*/ 0 w 1216194"/>
              <a:gd name="connsiteY3" fmla="*/ 434701 h 434701"/>
              <a:gd name="connsiteX4" fmla="*/ 226201 w 1216194"/>
              <a:gd name="connsiteY4" fmla="*/ 0 h 434701"/>
              <a:gd name="connsiteX0" fmla="*/ 329923 w 1216194"/>
              <a:gd name="connsiteY0" fmla="*/ 0 h 473446"/>
              <a:gd name="connsiteX1" fmla="*/ 1216194 w 1216194"/>
              <a:gd name="connsiteY1" fmla="*/ 112797 h 473446"/>
              <a:gd name="connsiteX2" fmla="*/ 1216194 w 1216194"/>
              <a:gd name="connsiteY2" fmla="*/ 454940 h 473446"/>
              <a:gd name="connsiteX3" fmla="*/ 0 w 1216194"/>
              <a:gd name="connsiteY3" fmla="*/ 473446 h 473446"/>
              <a:gd name="connsiteX4" fmla="*/ 329923 w 1216194"/>
              <a:gd name="connsiteY4" fmla="*/ 0 h 473446"/>
              <a:gd name="connsiteX0" fmla="*/ 329923 w 1216194"/>
              <a:gd name="connsiteY0" fmla="*/ 0 h 495108"/>
              <a:gd name="connsiteX1" fmla="*/ 1216194 w 1216194"/>
              <a:gd name="connsiteY1" fmla="*/ 112797 h 495108"/>
              <a:gd name="connsiteX2" fmla="*/ 1196903 w 1216194"/>
              <a:gd name="connsiteY2" fmla="*/ 495108 h 495108"/>
              <a:gd name="connsiteX3" fmla="*/ 0 w 1216194"/>
              <a:gd name="connsiteY3" fmla="*/ 473446 h 495108"/>
              <a:gd name="connsiteX4" fmla="*/ 329923 w 1216194"/>
              <a:gd name="connsiteY4" fmla="*/ 0 h 49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194" h="495108">
                <a:moveTo>
                  <a:pt x="329923" y="0"/>
                </a:moveTo>
                <a:lnTo>
                  <a:pt x="1216194" y="112797"/>
                </a:lnTo>
                <a:lnTo>
                  <a:pt x="1196903" y="495108"/>
                </a:lnTo>
                <a:lnTo>
                  <a:pt x="0" y="473446"/>
                </a:lnTo>
                <a:lnTo>
                  <a:pt x="329923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4" name="Rectangle 30">
            <a:extLst>
              <a:ext uri="{FF2B5EF4-FFF2-40B4-BE49-F238E27FC236}">
                <a16:creationId xmlns:a16="http://schemas.microsoft.com/office/drawing/2014/main" id="{8E894A97-5639-4E84-B091-FFF66BADAF34}"/>
              </a:ext>
            </a:extLst>
          </p:cNvPr>
          <p:cNvSpPr/>
          <p:nvPr/>
        </p:nvSpPr>
        <p:spPr>
          <a:xfrm rot="553824">
            <a:off x="4562477" y="3930227"/>
            <a:ext cx="435878" cy="163221"/>
          </a:xfrm>
          <a:custGeom>
            <a:avLst/>
            <a:gdLst>
              <a:gd name="connsiteX0" fmla="*/ 0 w 989643"/>
              <a:gd name="connsiteY0" fmla="*/ 0 h 342143"/>
              <a:gd name="connsiteX1" fmla="*/ 989643 w 989643"/>
              <a:gd name="connsiteY1" fmla="*/ 0 h 342143"/>
              <a:gd name="connsiteX2" fmla="*/ 989643 w 989643"/>
              <a:gd name="connsiteY2" fmla="*/ 342143 h 342143"/>
              <a:gd name="connsiteX3" fmla="*/ 0 w 989643"/>
              <a:gd name="connsiteY3" fmla="*/ 342143 h 342143"/>
              <a:gd name="connsiteX4" fmla="*/ 0 w 989643"/>
              <a:gd name="connsiteY4" fmla="*/ 0 h 342143"/>
              <a:gd name="connsiteX0" fmla="*/ 10510 w 1000153"/>
              <a:gd name="connsiteY0" fmla="*/ 0 h 422780"/>
              <a:gd name="connsiteX1" fmla="*/ 1000153 w 1000153"/>
              <a:gd name="connsiteY1" fmla="*/ 0 h 422780"/>
              <a:gd name="connsiteX2" fmla="*/ 1000153 w 1000153"/>
              <a:gd name="connsiteY2" fmla="*/ 342143 h 422780"/>
              <a:gd name="connsiteX3" fmla="*/ 0 w 1000153"/>
              <a:gd name="connsiteY3" fmla="*/ 422780 h 422780"/>
              <a:gd name="connsiteX4" fmla="*/ 10510 w 1000153"/>
              <a:gd name="connsiteY4" fmla="*/ 0 h 422780"/>
              <a:gd name="connsiteX0" fmla="*/ 10160 w 1000153"/>
              <a:gd name="connsiteY0" fmla="*/ 0 h 496832"/>
              <a:gd name="connsiteX1" fmla="*/ 1000153 w 1000153"/>
              <a:gd name="connsiteY1" fmla="*/ 74052 h 496832"/>
              <a:gd name="connsiteX2" fmla="*/ 1000153 w 1000153"/>
              <a:gd name="connsiteY2" fmla="*/ 416195 h 496832"/>
              <a:gd name="connsiteX3" fmla="*/ 0 w 1000153"/>
              <a:gd name="connsiteY3" fmla="*/ 496832 h 496832"/>
              <a:gd name="connsiteX4" fmla="*/ 10160 w 1000153"/>
              <a:gd name="connsiteY4" fmla="*/ 0 h 496832"/>
              <a:gd name="connsiteX0" fmla="*/ 10160 w 1000153"/>
              <a:gd name="connsiteY0" fmla="*/ 0 h 564628"/>
              <a:gd name="connsiteX1" fmla="*/ 1000153 w 1000153"/>
              <a:gd name="connsiteY1" fmla="*/ 74052 h 564628"/>
              <a:gd name="connsiteX2" fmla="*/ 1000153 w 1000153"/>
              <a:gd name="connsiteY2" fmla="*/ 416195 h 564628"/>
              <a:gd name="connsiteX3" fmla="*/ 0 w 1000153"/>
              <a:gd name="connsiteY3" fmla="*/ 496832 h 564628"/>
              <a:gd name="connsiteX4" fmla="*/ 10160 w 1000153"/>
              <a:gd name="connsiteY4" fmla="*/ 0 h 564628"/>
              <a:gd name="connsiteX0" fmla="*/ 10160 w 1000153"/>
              <a:gd name="connsiteY0" fmla="*/ 0 h 594015"/>
              <a:gd name="connsiteX1" fmla="*/ 1000153 w 1000153"/>
              <a:gd name="connsiteY1" fmla="*/ 74052 h 594015"/>
              <a:gd name="connsiteX2" fmla="*/ 1000153 w 1000153"/>
              <a:gd name="connsiteY2" fmla="*/ 416195 h 594015"/>
              <a:gd name="connsiteX3" fmla="*/ 0 w 1000153"/>
              <a:gd name="connsiteY3" fmla="*/ 496832 h 594015"/>
              <a:gd name="connsiteX4" fmla="*/ 10160 w 1000153"/>
              <a:gd name="connsiteY4" fmla="*/ 0 h 594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53" h="594015">
                <a:moveTo>
                  <a:pt x="10160" y="0"/>
                </a:moveTo>
                <a:lnTo>
                  <a:pt x="1000153" y="74052"/>
                </a:lnTo>
                <a:lnTo>
                  <a:pt x="1000153" y="416195"/>
                </a:lnTo>
                <a:cubicBezTo>
                  <a:pt x="669954" y="580480"/>
                  <a:pt x="332855" y="677431"/>
                  <a:pt x="0" y="496832"/>
                </a:cubicBezTo>
                <a:lnTo>
                  <a:pt x="1016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F17774CF-6B9D-4604-8376-F8B2A857FD39}"/>
              </a:ext>
            </a:extLst>
          </p:cNvPr>
          <p:cNvGrpSpPr/>
          <p:nvPr/>
        </p:nvGrpSpPr>
        <p:grpSpPr>
          <a:xfrm>
            <a:off x="6570666" y="5677561"/>
            <a:ext cx="575130" cy="1036136"/>
            <a:chOff x="6900125" y="4738285"/>
            <a:chExt cx="935191" cy="1684809"/>
          </a:xfrm>
        </p:grpSpPr>
        <p:sp>
          <p:nvSpPr>
            <p:cNvPr id="326" name="Rectangle 14">
              <a:extLst>
                <a:ext uri="{FF2B5EF4-FFF2-40B4-BE49-F238E27FC236}">
                  <a16:creationId xmlns:a16="http://schemas.microsoft.com/office/drawing/2014/main" id="{41C2405C-8826-4F41-972E-CA2BC9292B69}"/>
                </a:ext>
              </a:extLst>
            </p:cNvPr>
            <p:cNvSpPr/>
            <p:nvPr/>
          </p:nvSpPr>
          <p:spPr>
            <a:xfrm>
              <a:off x="6900125" y="4738285"/>
              <a:ext cx="935191" cy="1684809"/>
            </a:xfrm>
            <a:custGeom>
              <a:avLst/>
              <a:gdLst>
                <a:gd name="connsiteX0" fmla="*/ 0 w 914401"/>
                <a:gd name="connsiteY0" fmla="*/ 0 h 889775"/>
                <a:gd name="connsiteX1" fmla="*/ 914401 w 914401"/>
                <a:gd name="connsiteY1" fmla="*/ 0 h 889775"/>
                <a:gd name="connsiteX2" fmla="*/ 914401 w 914401"/>
                <a:gd name="connsiteY2" fmla="*/ 889775 h 889775"/>
                <a:gd name="connsiteX3" fmla="*/ 0 w 914401"/>
                <a:gd name="connsiteY3" fmla="*/ 889775 h 889775"/>
                <a:gd name="connsiteX4" fmla="*/ 0 w 914401"/>
                <a:gd name="connsiteY4" fmla="*/ 0 h 889775"/>
                <a:gd name="connsiteX0" fmla="*/ 0 w 914401"/>
                <a:gd name="connsiteY0" fmla="*/ 0 h 2451875"/>
                <a:gd name="connsiteX1" fmla="*/ 914401 w 914401"/>
                <a:gd name="connsiteY1" fmla="*/ 0 h 2451875"/>
                <a:gd name="connsiteX2" fmla="*/ 914401 w 914401"/>
                <a:gd name="connsiteY2" fmla="*/ 889775 h 2451875"/>
                <a:gd name="connsiteX3" fmla="*/ 88900 w 914401"/>
                <a:gd name="connsiteY3" fmla="*/ 2451875 h 2451875"/>
                <a:gd name="connsiteX4" fmla="*/ 0 w 914401"/>
                <a:gd name="connsiteY4" fmla="*/ 0 h 2451875"/>
                <a:gd name="connsiteX0" fmla="*/ 0 w 914401"/>
                <a:gd name="connsiteY0" fmla="*/ 0 h 2451875"/>
                <a:gd name="connsiteX1" fmla="*/ 914401 w 914401"/>
                <a:gd name="connsiteY1" fmla="*/ 0 h 2451875"/>
                <a:gd name="connsiteX2" fmla="*/ 850901 w 914401"/>
                <a:gd name="connsiteY2" fmla="*/ 2413775 h 2451875"/>
                <a:gd name="connsiteX3" fmla="*/ 88900 w 914401"/>
                <a:gd name="connsiteY3" fmla="*/ 2451875 h 2451875"/>
                <a:gd name="connsiteX4" fmla="*/ 0 w 914401"/>
                <a:gd name="connsiteY4" fmla="*/ 0 h 2451875"/>
                <a:gd name="connsiteX0" fmla="*/ 0 w 914401"/>
                <a:gd name="connsiteY0" fmla="*/ 0 h 2462095"/>
                <a:gd name="connsiteX1" fmla="*/ 914401 w 914401"/>
                <a:gd name="connsiteY1" fmla="*/ 0 h 2462095"/>
                <a:gd name="connsiteX2" fmla="*/ 850901 w 914401"/>
                <a:gd name="connsiteY2" fmla="*/ 2413775 h 2462095"/>
                <a:gd name="connsiteX3" fmla="*/ 88900 w 914401"/>
                <a:gd name="connsiteY3" fmla="*/ 2451875 h 2462095"/>
                <a:gd name="connsiteX4" fmla="*/ 0 w 914401"/>
                <a:gd name="connsiteY4" fmla="*/ 0 h 2462095"/>
                <a:gd name="connsiteX0" fmla="*/ 0 w 914401"/>
                <a:gd name="connsiteY0" fmla="*/ 0 h 2486199"/>
                <a:gd name="connsiteX1" fmla="*/ 914401 w 914401"/>
                <a:gd name="connsiteY1" fmla="*/ 0 h 2486199"/>
                <a:gd name="connsiteX2" fmla="*/ 850901 w 914401"/>
                <a:gd name="connsiteY2" fmla="*/ 2413775 h 2486199"/>
                <a:gd name="connsiteX3" fmla="*/ 88900 w 914401"/>
                <a:gd name="connsiteY3" fmla="*/ 2451875 h 2486199"/>
                <a:gd name="connsiteX4" fmla="*/ 0 w 914401"/>
                <a:gd name="connsiteY4" fmla="*/ 0 h 2486199"/>
                <a:gd name="connsiteX0" fmla="*/ 0 w 914401"/>
                <a:gd name="connsiteY0" fmla="*/ 0 h 2458239"/>
                <a:gd name="connsiteX1" fmla="*/ 914401 w 914401"/>
                <a:gd name="connsiteY1" fmla="*/ 0 h 2458239"/>
                <a:gd name="connsiteX2" fmla="*/ 850901 w 914401"/>
                <a:gd name="connsiteY2" fmla="*/ 2413775 h 2458239"/>
                <a:gd name="connsiteX3" fmla="*/ 25400 w 914401"/>
                <a:gd name="connsiteY3" fmla="*/ 2388375 h 2458239"/>
                <a:gd name="connsiteX4" fmla="*/ 0 w 914401"/>
                <a:gd name="connsiteY4" fmla="*/ 0 h 2458239"/>
                <a:gd name="connsiteX0" fmla="*/ 0 w 914401"/>
                <a:gd name="connsiteY0" fmla="*/ 0 h 2472619"/>
                <a:gd name="connsiteX1" fmla="*/ 914401 w 914401"/>
                <a:gd name="connsiteY1" fmla="*/ 0 h 2472619"/>
                <a:gd name="connsiteX2" fmla="*/ 850901 w 914401"/>
                <a:gd name="connsiteY2" fmla="*/ 2413775 h 2472619"/>
                <a:gd name="connsiteX3" fmla="*/ 25400 w 914401"/>
                <a:gd name="connsiteY3" fmla="*/ 2426475 h 2472619"/>
                <a:gd name="connsiteX4" fmla="*/ 0 w 914401"/>
                <a:gd name="connsiteY4" fmla="*/ 0 h 2472619"/>
                <a:gd name="connsiteX0" fmla="*/ 0 w 1112521"/>
                <a:gd name="connsiteY0" fmla="*/ 7620 h 2472619"/>
                <a:gd name="connsiteX1" fmla="*/ 1112521 w 1112521"/>
                <a:gd name="connsiteY1" fmla="*/ 0 h 2472619"/>
                <a:gd name="connsiteX2" fmla="*/ 1049021 w 1112521"/>
                <a:gd name="connsiteY2" fmla="*/ 2413775 h 2472619"/>
                <a:gd name="connsiteX3" fmla="*/ 223520 w 1112521"/>
                <a:gd name="connsiteY3" fmla="*/ 2426475 h 2472619"/>
                <a:gd name="connsiteX4" fmla="*/ 0 w 1112521"/>
                <a:gd name="connsiteY4" fmla="*/ 7620 h 2472619"/>
                <a:gd name="connsiteX0" fmla="*/ 0 w 960121"/>
                <a:gd name="connsiteY0" fmla="*/ 0 h 2693599"/>
                <a:gd name="connsiteX1" fmla="*/ 960121 w 960121"/>
                <a:gd name="connsiteY1" fmla="*/ 220980 h 2693599"/>
                <a:gd name="connsiteX2" fmla="*/ 896621 w 960121"/>
                <a:gd name="connsiteY2" fmla="*/ 2634755 h 2693599"/>
                <a:gd name="connsiteX3" fmla="*/ 71120 w 960121"/>
                <a:gd name="connsiteY3" fmla="*/ 2647455 h 2693599"/>
                <a:gd name="connsiteX4" fmla="*/ 0 w 960121"/>
                <a:gd name="connsiteY4" fmla="*/ 0 h 2693599"/>
                <a:gd name="connsiteX0" fmla="*/ 0 w 960121"/>
                <a:gd name="connsiteY0" fmla="*/ 0 h 2693599"/>
                <a:gd name="connsiteX1" fmla="*/ 960121 w 960121"/>
                <a:gd name="connsiteY1" fmla="*/ 220980 h 2693599"/>
                <a:gd name="connsiteX2" fmla="*/ 896621 w 960121"/>
                <a:gd name="connsiteY2" fmla="*/ 2634755 h 2693599"/>
                <a:gd name="connsiteX3" fmla="*/ 71120 w 960121"/>
                <a:gd name="connsiteY3" fmla="*/ 2647455 h 2693599"/>
                <a:gd name="connsiteX4" fmla="*/ 0 w 960121"/>
                <a:gd name="connsiteY4" fmla="*/ 0 h 2693599"/>
                <a:gd name="connsiteX0" fmla="*/ 0 w 1043941"/>
                <a:gd name="connsiteY0" fmla="*/ 0 h 2693599"/>
                <a:gd name="connsiteX1" fmla="*/ 1043941 w 1043941"/>
                <a:gd name="connsiteY1" fmla="*/ 220980 h 2693599"/>
                <a:gd name="connsiteX2" fmla="*/ 980441 w 1043941"/>
                <a:gd name="connsiteY2" fmla="*/ 2634755 h 2693599"/>
                <a:gd name="connsiteX3" fmla="*/ 154940 w 1043941"/>
                <a:gd name="connsiteY3" fmla="*/ 2647455 h 2693599"/>
                <a:gd name="connsiteX4" fmla="*/ 0 w 1043941"/>
                <a:gd name="connsiteY4" fmla="*/ 0 h 2693599"/>
                <a:gd name="connsiteX0" fmla="*/ 0 w 1043941"/>
                <a:gd name="connsiteY0" fmla="*/ 0 h 2693599"/>
                <a:gd name="connsiteX1" fmla="*/ 1043941 w 1043941"/>
                <a:gd name="connsiteY1" fmla="*/ 220980 h 2693599"/>
                <a:gd name="connsiteX2" fmla="*/ 980441 w 1043941"/>
                <a:gd name="connsiteY2" fmla="*/ 2634755 h 2693599"/>
                <a:gd name="connsiteX3" fmla="*/ 154940 w 1043941"/>
                <a:gd name="connsiteY3" fmla="*/ 2647455 h 2693599"/>
                <a:gd name="connsiteX4" fmla="*/ 0 w 1043941"/>
                <a:gd name="connsiteY4" fmla="*/ 0 h 2693599"/>
                <a:gd name="connsiteX0" fmla="*/ 0 w 1043941"/>
                <a:gd name="connsiteY0" fmla="*/ 0 h 2693599"/>
                <a:gd name="connsiteX1" fmla="*/ 1043941 w 1043941"/>
                <a:gd name="connsiteY1" fmla="*/ 220980 h 2693599"/>
                <a:gd name="connsiteX2" fmla="*/ 980441 w 1043941"/>
                <a:gd name="connsiteY2" fmla="*/ 2634755 h 2693599"/>
                <a:gd name="connsiteX3" fmla="*/ 154940 w 1043941"/>
                <a:gd name="connsiteY3" fmla="*/ 2647455 h 2693599"/>
                <a:gd name="connsiteX4" fmla="*/ 0 w 1043941"/>
                <a:gd name="connsiteY4" fmla="*/ 0 h 2693599"/>
                <a:gd name="connsiteX0" fmla="*/ 0 w 1173481"/>
                <a:gd name="connsiteY0" fmla="*/ 0 h 2693599"/>
                <a:gd name="connsiteX1" fmla="*/ 1173481 w 1173481"/>
                <a:gd name="connsiteY1" fmla="*/ 167640 h 2693599"/>
                <a:gd name="connsiteX2" fmla="*/ 980441 w 1173481"/>
                <a:gd name="connsiteY2" fmla="*/ 2634755 h 2693599"/>
                <a:gd name="connsiteX3" fmla="*/ 154940 w 1173481"/>
                <a:gd name="connsiteY3" fmla="*/ 2647455 h 2693599"/>
                <a:gd name="connsiteX4" fmla="*/ 0 w 1173481"/>
                <a:gd name="connsiteY4" fmla="*/ 0 h 2693599"/>
                <a:gd name="connsiteX0" fmla="*/ 0 w 1173481"/>
                <a:gd name="connsiteY0" fmla="*/ 0 h 2693599"/>
                <a:gd name="connsiteX1" fmla="*/ 1173481 w 1173481"/>
                <a:gd name="connsiteY1" fmla="*/ 167640 h 2693599"/>
                <a:gd name="connsiteX2" fmla="*/ 980441 w 1173481"/>
                <a:gd name="connsiteY2" fmla="*/ 2634755 h 2693599"/>
                <a:gd name="connsiteX3" fmla="*/ 154940 w 1173481"/>
                <a:gd name="connsiteY3" fmla="*/ 2647455 h 2693599"/>
                <a:gd name="connsiteX4" fmla="*/ 0 w 1173481"/>
                <a:gd name="connsiteY4" fmla="*/ 0 h 2693599"/>
                <a:gd name="connsiteX0" fmla="*/ 0 w 1211581"/>
                <a:gd name="connsiteY0" fmla="*/ 0 h 2693599"/>
                <a:gd name="connsiteX1" fmla="*/ 1211581 w 1211581"/>
                <a:gd name="connsiteY1" fmla="*/ 167640 h 2693599"/>
                <a:gd name="connsiteX2" fmla="*/ 980441 w 1211581"/>
                <a:gd name="connsiteY2" fmla="*/ 2634755 h 2693599"/>
                <a:gd name="connsiteX3" fmla="*/ 154940 w 1211581"/>
                <a:gd name="connsiteY3" fmla="*/ 2647455 h 2693599"/>
                <a:gd name="connsiteX4" fmla="*/ 0 w 1211581"/>
                <a:gd name="connsiteY4" fmla="*/ 0 h 2693599"/>
                <a:gd name="connsiteX0" fmla="*/ 0 w 1211581"/>
                <a:gd name="connsiteY0" fmla="*/ 0 h 2693599"/>
                <a:gd name="connsiteX1" fmla="*/ 1211581 w 1211581"/>
                <a:gd name="connsiteY1" fmla="*/ 167640 h 2693599"/>
                <a:gd name="connsiteX2" fmla="*/ 980441 w 1211581"/>
                <a:gd name="connsiteY2" fmla="*/ 2634755 h 2693599"/>
                <a:gd name="connsiteX3" fmla="*/ 154940 w 1211581"/>
                <a:gd name="connsiteY3" fmla="*/ 2647455 h 2693599"/>
                <a:gd name="connsiteX4" fmla="*/ 0 w 1211581"/>
                <a:gd name="connsiteY4" fmla="*/ 0 h 2693599"/>
                <a:gd name="connsiteX0" fmla="*/ 0 w 1068706"/>
                <a:gd name="connsiteY0" fmla="*/ 0 h 2655499"/>
                <a:gd name="connsiteX1" fmla="*/ 1068706 w 1068706"/>
                <a:gd name="connsiteY1" fmla="*/ 129540 h 2655499"/>
                <a:gd name="connsiteX2" fmla="*/ 837566 w 1068706"/>
                <a:gd name="connsiteY2" fmla="*/ 2596655 h 2655499"/>
                <a:gd name="connsiteX3" fmla="*/ 12065 w 1068706"/>
                <a:gd name="connsiteY3" fmla="*/ 2609355 h 2655499"/>
                <a:gd name="connsiteX4" fmla="*/ 0 w 1068706"/>
                <a:gd name="connsiteY4" fmla="*/ 0 h 2655499"/>
                <a:gd name="connsiteX0" fmla="*/ 36179 w 1057260"/>
                <a:gd name="connsiteY0" fmla="*/ 127635 h 2525959"/>
                <a:gd name="connsiteX1" fmla="*/ 1057260 w 1057260"/>
                <a:gd name="connsiteY1" fmla="*/ 0 h 2525959"/>
                <a:gd name="connsiteX2" fmla="*/ 826120 w 1057260"/>
                <a:gd name="connsiteY2" fmla="*/ 2467115 h 2525959"/>
                <a:gd name="connsiteX3" fmla="*/ 619 w 1057260"/>
                <a:gd name="connsiteY3" fmla="*/ 2479815 h 2525959"/>
                <a:gd name="connsiteX4" fmla="*/ 36179 w 1057260"/>
                <a:gd name="connsiteY4" fmla="*/ 127635 h 2525959"/>
                <a:gd name="connsiteX0" fmla="*/ 36266 w 1057347"/>
                <a:gd name="connsiteY0" fmla="*/ 127635 h 2525959"/>
                <a:gd name="connsiteX1" fmla="*/ 1057347 w 1057347"/>
                <a:gd name="connsiteY1" fmla="*/ 0 h 2525959"/>
                <a:gd name="connsiteX2" fmla="*/ 826207 w 1057347"/>
                <a:gd name="connsiteY2" fmla="*/ 2467115 h 2525959"/>
                <a:gd name="connsiteX3" fmla="*/ 706 w 1057347"/>
                <a:gd name="connsiteY3" fmla="*/ 2479815 h 2525959"/>
                <a:gd name="connsiteX4" fmla="*/ 36266 w 1057347"/>
                <a:gd name="connsiteY4" fmla="*/ 127635 h 2525959"/>
                <a:gd name="connsiteX0" fmla="*/ 226596 w 1057177"/>
                <a:gd name="connsiteY0" fmla="*/ 184785 h 2525959"/>
                <a:gd name="connsiteX1" fmla="*/ 1057177 w 1057177"/>
                <a:gd name="connsiteY1" fmla="*/ 0 h 2525959"/>
                <a:gd name="connsiteX2" fmla="*/ 826037 w 1057177"/>
                <a:gd name="connsiteY2" fmla="*/ 2467115 h 2525959"/>
                <a:gd name="connsiteX3" fmla="*/ 536 w 1057177"/>
                <a:gd name="connsiteY3" fmla="*/ 2479815 h 2525959"/>
                <a:gd name="connsiteX4" fmla="*/ 226596 w 1057177"/>
                <a:gd name="connsiteY4" fmla="*/ 184785 h 2525959"/>
                <a:gd name="connsiteX0" fmla="*/ 226914 w 1057495"/>
                <a:gd name="connsiteY0" fmla="*/ 184785 h 2525959"/>
                <a:gd name="connsiteX1" fmla="*/ 1057495 w 1057495"/>
                <a:gd name="connsiteY1" fmla="*/ 0 h 2525959"/>
                <a:gd name="connsiteX2" fmla="*/ 826355 w 1057495"/>
                <a:gd name="connsiteY2" fmla="*/ 2467115 h 2525959"/>
                <a:gd name="connsiteX3" fmla="*/ 854 w 1057495"/>
                <a:gd name="connsiteY3" fmla="*/ 2479815 h 2525959"/>
                <a:gd name="connsiteX4" fmla="*/ 226914 w 1057495"/>
                <a:gd name="connsiteY4" fmla="*/ 184785 h 2525959"/>
                <a:gd name="connsiteX0" fmla="*/ 226914 w 1057495"/>
                <a:gd name="connsiteY0" fmla="*/ 184785 h 2525959"/>
                <a:gd name="connsiteX1" fmla="*/ 1057495 w 1057495"/>
                <a:gd name="connsiteY1" fmla="*/ 0 h 2525959"/>
                <a:gd name="connsiteX2" fmla="*/ 826355 w 1057495"/>
                <a:gd name="connsiteY2" fmla="*/ 2467115 h 2525959"/>
                <a:gd name="connsiteX3" fmla="*/ 854 w 1057495"/>
                <a:gd name="connsiteY3" fmla="*/ 2479815 h 2525959"/>
                <a:gd name="connsiteX4" fmla="*/ 226914 w 1057495"/>
                <a:gd name="connsiteY4" fmla="*/ 184785 h 2525959"/>
                <a:gd name="connsiteX0" fmla="*/ 0 w 1097281"/>
                <a:gd name="connsiteY0" fmla="*/ 375285 h 2525959"/>
                <a:gd name="connsiteX1" fmla="*/ 1097281 w 1097281"/>
                <a:gd name="connsiteY1" fmla="*/ 0 h 2525959"/>
                <a:gd name="connsiteX2" fmla="*/ 866141 w 1097281"/>
                <a:gd name="connsiteY2" fmla="*/ 2467115 h 2525959"/>
                <a:gd name="connsiteX3" fmla="*/ 40640 w 1097281"/>
                <a:gd name="connsiteY3" fmla="*/ 2479815 h 2525959"/>
                <a:gd name="connsiteX4" fmla="*/ 0 w 1097281"/>
                <a:gd name="connsiteY4" fmla="*/ 375285 h 2525959"/>
                <a:gd name="connsiteX0" fmla="*/ 18004 w 1058135"/>
                <a:gd name="connsiteY0" fmla="*/ 889635 h 2525959"/>
                <a:gd name="connsiteX1" fmla="*/ 1058135 w 1058135"/>
                <a:gd name="connsiteY1" fmla="*/ 0 h 2525959"/>
                <a:gd name="connsiteX2" fmla="*/ 826995 w 1058135"/>
                <a:gd name="connsiteY2" fmla="*/ 2467115 h 2525959"/>
                <a:gd name="connsiteX3" fmla="*/ 1494 w 1058135"/>
                <a:gd name="connsiteY3" fmla="*/ 2479815 h 2525959"/>
                <a:gd name="connsiteX4" fmla="*/ 18004 w 1058135"/>
                <a:gd name="connsiteY4" fmla="*/ 889635 h 2525959"/>
                <a:gd name="connsiteX0" fmla="*/ 0 w 1071881"/>
                <a:gd name="connsiteY0" fmla="*/ 889635 h 2525959"/>
                <a:gd name="connsiteX1" fmla="*/ 1071881 w 1071881"/>
                <a:gd name="connsiteY1" fmla="*/ 0 h 2525959"/>
                <a:gd name="connsiteX2" fmla="*/ 840741 w 1071881"/>
                <a:gd name="connsiteY2" fmla="*/ 2467115 h 2525959"/>
                <a:gd name="connsiteX3" fmla="*/ 15240 w 1071881"/>
                <a:gd name="connsiteY3" fmla="*/ 2479815 h 2525959"/>
                <a:gd name="connsiteX4" fmla="*/ 0 w 1071881"/>
                <a:gd name="connsiteY4" fmla="*/ 889635 h 2525959"/>
                <a:gd name="connsiteX0" fmla="*/ 0 w 1071881"/>
                <a:gd name="connsiteY0" fmla="*/ 889635 h 2525959"/>
                <a:gd name="connsiteX1" fmla="*/ 1071881 w 1071881"/>
                <a:gd name="connsiteY1" fmla="*/ 0 h 2525959"/>
                <a:gd name="connsiteX2" fmla="*/ 840741 w 1071881"/>
                <a:gd name="connsiteY2" fmla="*/ 2467115 h 2525959"/>
                <a:gd name="connsiteX3" fmla="*/ 15240 w 1071881"/>
                <a:gd name="connsiteY3" fmla="*/ 2479815 h 2525959"/>
                <a:gd name="connsiteX4" fmla="*/ 0 w 1071881"/>
                <a:gd name="connsiteY4" fmla="*/ 889635 h 2525959"/>
                <a:gd name="connsiteX0" fmla="*/ 0 w 1129031"/>
                <a:gd name="connsiteY0" fmla="*/ 959485 h 2525959"/>
                <a:gd name="connsiteX1" fmla="*/ 1129031 w 1129031"/>
                <a:gd name="connsiteY1" fmla="*/ 0 h 2525959"/>
                <a:gd name="connsiteX2" fmla="*/ 897891 w 1129031"/>
                <a:gd name="connsiteY2" fmla="*/ 2467115 h 2525959"/>
                <a:gd name="connsiteX3" fmla="*/ 72390 w 1129031"/>
                <a:gd name="connsiteY3" fmla="*/ 2479815 h 2525959"/>
                <a:gd name="connsiteX4" fmla="*/ 0 w 1129031"/>
                <a:gd name="connsiteY4" fmla="*/ 959485 h 2525959"/>
                <a:gd name="connsiteX0" fmla="*/ 0 w 1129031"/>
                <a:gd name="connsiteY0" fmla="*/ 959485 h 2525959"/>
                <a:gd name="connsiteX1" fmla="*/ 1129031 w 1129031"/>
                <a:gd name="connsiteY1" fmla="*/ 0 h 2525959"/>
                <a:gd name="connsiteX2" fmla="*/ 897891 w 1129031"/>
                <a:gd name="connsiteY2" fmla="*/ 2467115 h 2525959"/>
                <a:gd name="connsiteX3" fmla="*/ 72390 w 1129031"/>
                <a:gd name="connsiteY3" fmla="*/ 2479815 h 2525959"/>
                <a:gd name="connsiteX4" fmla="*/ 0 w 1129031"/>
                <a:gd name="connsiteY4" fmla="*/ 959485 h 2525959"/>
                <a:gd name="connsiteX0" fmla="*/ 0 w 1129031"/>
                <a:gd name="connsiteY0" fmla="*/ 959485 h 2525959"/>
                <a:gd name="connsiteX1" fmla="*/ 1129031 w 1129031"/>
                <a:gd name="connsiteY1" fmla="*/ 0 h 2525959"/>
                <a:gd name="connsiteX2" fmla="*/ 897891 w 1129031"/>
                <a:gd name="connsiteY2" fmla="*/ 2467115 h 2525959"/>
                <a:gd name="connsiteX3" fmla="*/ 72390 w 1129031"/>
                <a:gd name="connsiteY3" fmla="*/ 2479815 h 2525959"/>
                <a:gd name="connsiteX4" fmla="*/ 0 w 1129031"/>
                <a:gd name="connsiteY4" fmla="*/ 959485 h 2525959"/>
                <a:gd name="connsiteX0" fmla="*/ 0 w 1022351"/>
                <a:gd name="connsiteY0" fmla="*/ 304165 h 1870639"/>
                <a:gd name="connsiteX1" fmla="*/ 1022351 w 1022351"/>
                <a:gd name="connsiteY1" fmla="*/ 0 h 1870639"/>
                <a:gd name="connsiteX2" fmla="*/ 897891 w 1022351"/>
                <a:gd name="connsiteY2" fmla="*/ 1811795 h 1870639"/>
                <a:gd name="connsiteX3" fmla="*/ 72390 w 1022351"/>
                <a:gd name="connsiteY3" fmla="*/ 1824495 h 1870639"/>
                <a:gd name="connsiteX4" fmla="*/ 0 w 1022351"/>
                <a:gd name="connsiteY4" fmla="*/ 304165 h 1870639"/>
                <a:gd name="connsiteX0" fmla="*/ 0 w 961391"/>
                <a:gd name="connsiteY0" fmla="*/ 205105 h 1771579"/>
                <a:gd name="connsiteX1" fmla="*/ 961391 w 961391"/>
                <a:gd name="connsiteY1" fmla="*/ 0 h 1771579"/>
                <a:gd name="connsiteX2" fmla="*/ 897891 w 961391"/>
                <a:gd name="connsiteY2" fmla="*/ 1712735 h 1771579"/>
                <a:gd name="connsiteX3" fmla="*/ 72390 w 961391"/>
                <a:gd name="connsiteY3" fmla="*/ 1725435 h 1771579"/>
                <a:gd name="connsiteX4" fmla="*/ 0 w 961391"/>
                <a:gd name="connsiteY4" fmla="*/ 205105 h 1771579"/>
                <a:gd name="connsiteX0" fmla="*/ 0 w 961391"/>
                <a:gd name="connsiteY0" fmla="*/ 205105 h 1743120"/>
                <a:gd name="connsiteX1" fmla="*/ 961391 w 961391"/>
                <a:gd name="connsiteY1" fmla="*/ 0 h 1743120"/>
                <a:gd name="connsiteX2" fmla="*/ 783591 w 961391"/>
                <a:gd name="connsiteY2" fmla="*/ 1621295 h 1743120"/>
                <a:gd name="connsiteX3" fmla="*/ 72390 w 961391"/>
                <a:gd name="connsiteY3" fmla="*/ 1725435 h 1743120"/>
                <a:gd name="connsiteX4" fmla="*/ 0 w 961391"/>
                <a:gd name="connsiteY4" fmla="*/ 205105 h 1743120"/>
                <a:gd name="connsiteX0" fmla="*/ 0 w 961391"/>
                <a:gd name="connsiteY0" fmla="*/ 205105 h 1752633"/>
                <a:gd name="connsiteX1" fmla="*/ 961391 w 961391"/>
                <a:gd name="connsiteY1" fmla="*/ 0 h 1752633"/>
                <a:gd name="connsiteX2" fmla="*/ 783591 w 961391"/>
                <a:gd name="connsiteY2" fmla="*/ 1621295 h 1752633"/>
                <a:gd name="connsiteX3" fmla="*/ 72390 w 961391"/>
                <a:gd name="connsiteY3" fmla="*/ 1725435 h 1752633"/>
                <a:gd name="connsiteX4" fmla="*/ 0 w 961391"/>
                <a:gd name="connsiteY4" fmla="*/ 205105 h 1752633"/>
                <a:gd name="connsiteX0" fmla="*/ 0 w 961391"/>
                <a:gd name="connsiteY0" fmla="*/ 205105 h 1723214"/>
                <a:gd name="connsiteX1" fmla="*/ 961391 w 961391"/>
                <a:gd name="connsiteY1" fmla="*/ 0 h 1723214"/>
                <a:gd name="connsiteX2" fmla="*/ 783591 w 961391"/>
                <a:gd name="connsiteY2" fmla="*/ 1621295 h 1723214"/>
                <a:gd name="connsiteX3" fmla="*/ 64770 w 961391"/>
                <a:gd name="connsiteY3" fmla="*/ 1679715 h 1723214"/>
                <a:gd name="connsiteX4" fmla="*/ 0 w 961391"/>
                <a:gd name="connsiteY4" fmla="*/ 205105 h 1723214"/>
                <a:gd name="connsiteX0" fmla="*/ 0 w 961391"/>
                <a:gd name="connsiteY0" fmla="*/ 205105 h 1723214"/>
                <a:gd name="connsiteX1" fmla="*/ 961391 w 961391"/>
                <a:gd name="connsiteY1" fmla="*/ 0 h 1723214"/>
                <a:gd name="connsiteX2" fmla="*/ 783591 w 961391"/>
                <a:gd name="connsiteY2" fmla="*/ 1621295 h 1723214"/>
                <a:gd name="connsiteX3" fmla="*/ 64770 w 961391"/>
                <a:gd name="connsiteY3" fmla="*/ 1679715 h 1723214"/>
                <a:gd name="connsiteX4" fmla="*/ 0 w 961391"/>
                <a:gd name="connsiteY4" fmla="*/ 205105 h 1723214"/>
                <a:gd name="connsiteX0" fmla="*/ 0 w 961391"/>
                <a:gd name="connsiteY0" fmla="*/ 205105 h 1723214"/>
                <a:gd name="connsiteX1" fmla="*/ 961391 w 961391"/>
                <a:gd name="connsiteY1" fmla="*/ 0 h 1723214"/>
                <a:gd name="connsiteX2" fmla="*/ 783591 w 961391"/>
                <a:gd name="connsiteY2" fmla="*/ 1621295 h 1723214"/>
                <a:gd name="connsiteX3" fmla="*/ 64770 w 961391"/>
                <a:gd name="connsiteY3" fmla="*/ 1679715 h 1723214"/>
                <a:gd name="connsiteX4" fmla="*/ 0 w 961391"/>
                <a:gd name="connsiteY4" fmla="*/ 205105 h 1723214"/>
                <a:gd name="connsiteX0" fmla="*/ 0 w 961391"/>
                <a:gd name="connsiteY0" fmla="*/ 205105 h 1723214"/>
                <a:gd name="connsiteX1" fmla="*/ 961391 w 961391"/>
                <a:gd name="connsiteY1" fmla="*/ 0 h 1723214"/>
                <a:gd name="connsiteX2" fmla="*/ 783591 w 961391"/>
                <a:gd name="connsiteY2" fmla="*/ 1621295 h 1723214"/>
                <a:gd name="connsiteX3" fmla="*/ 64770 w 961391"/>
                <a:gd name="connsiteY3" fmla="*/ 1679715 h 1723214"/>
                <a:gd name="connsiteX4" fmla="*/ 0 w 961391"/>
                <a:gd name="connsiteY4" fmla="*/ 205105 h 1723214"/>
                <a:gd name="connsiteX0" fmla="*/ 0 w 961391"/>
                <a:gd name="connsiteY0" fmla="*/ 205105 h 1740943"/>
                <a:gd name="connsiteX1" fmla="*/ 961391 w 961391"/>
                <a:gd name="connsiteY1" fmla="*/ 0 h 1740943"/>
                <a:gd name="connsiteX2" fmla="*/ 783591 w 961391"/>
                <a:gd name="connsiteY2" fmla="*/ 1621295 h 1740943"/>
                <a:gd name="connsiteX3" fmla="*/ 64770 w 961391"/>
                <a:gd name="connsiteY3" fmla="*/ 1679715 h 1740943"/>
                <a:gd name="connsiteX4" fmla="*/ 0 w 961391"/>
                <a:gd name="connsiteY4" fmla="*/ 205105 h 1740943"/>
                <a:gd name="connsiteX0" fmla="*/ 0 w 961391"/>
                <a:gd name="connsiteY0" fmla="*/ 205105 h 1751484"/>
                <a:gd name="connsiteX1" fmla="*/ 961391 w 961391"/>
                <a:gd name="connsiteY1" fmla="*/ 0 h 1751484"/>
                <a:gd name="connsiteX2" fmla="*/ 783591 w 961391"/>
                <a:gd name="connsiteY2" fmla="*/ 1621295 h 1751484"/>
                <a:gd name="connsiteX3" fmla="*/ 64770 w 961391"/>
                <a:gd name="connsiteY3" fmla="*/ 1679715 h 1751484"/>
                <a:gd name="connsiteX4" fmla="*/ 0 w 961391"/>
                <a:gd name="connsiteY4" fmla="*/ 205105 h 1751484"/>
                <a:gd name="connsiteX0" fmla="*/ 0 w 789108"/>
                <a:gd name="connsiteY0" fmla="*/ 205105 h 1751484"/>
                <a:gd name="connsiteX1" fmla="*/ 732791 w 789108"/>
                <a:gd name="connsiteY1" fmla="*/ 0 h 1751484"/>
                <a:gd name="connsiteX2" fmla="*/ 783591 w 789108"/>
                <a:gd name="connsiteY2" fmla="*/ 1621295 h 1751484"/>
                <a:gd name="connsiteX3" fmla="*/ 64770 w 789108"/>
                <a:gd name="connsiteY3" fmla="*/ 1679715 h 1751484"/>
                <a:gd name="connsiteX4" fmla="*/ 0 w 789108"/>
                <a:gd name="connsiteY4" fmla="*/ 205105 h 1751484"/>
                <a:gd name="connsiteX0" fmla="*/ 0 w 932333"/>
                <a:gd name="connsiteY0" fmla="*/ 205105 h 1751484"/>
                <a:gd name="connsiteX1" fmla="*/ 732791 w 932333"/>
                <a:gd name="connsiteY1" fmla="*/ 0 h 1751484"/>
                <a:gd name="connsiteX2" fmla="*/ 783591 w 932333"/>
                <a:gd name="connsiteY2" fmla="*/ 1621295 h 1751484"/>
                <a:gd name="connsiteX3" fmla="*/ 64770 w 932333"/>
                <a:gd name="connsiteY3" fmla="*/ 1679715 h 1751484"/>
                <a:gd name="connsiteX4" fmla="*/ 0 w 932333"/>
                <a:gd name="connsiteY4" fmla="*/ 205105 h 1751484"/>
                <a:gd name="connsiteX0" fmla="*/ 0 w 876394"/>
                <a:gd name="connsiteY0" fmla="*/ 147955 h 1694334"/>
                <a:gd name="connsiteX1" fmla="*/ 637541 w 876394"/>
                <a:gd name="connsiteY1" fmla="*/ 0 h 1694334"/>
                <a:gd name="connsiteX2" fmla="*/ 783591 w 876394"/>
                <a:gd name="connsiteY2" fmla="*/ 1564145 h 1694334"/>
                <a:gd name="connsiteX3" fmla="*/ 64770 w 876394"/>
                <a:gd name="connsiteY3" fmla="*/ 1622565 h 1694334"/>
                <a:gd name="connsiteX4" fmla="*/ 0 w 876394"/>
                <a:gd name="connsiteY4" fmla="*/ 147955 h 1694334"/>
                <a:gd name="connsiteX0" fmla="*/ 0 w 945800"/>
                <a:gd name="connsiteY0" fmla="*/ 147955 h 1694334"/>
                <a:gd name="connsiteX1" fmla="*/ 637541 w 945800"/>
                <a:gd name="connsiteY1" fmla="*/ 0 h 1694334"/>
                <a:gd name="connsiteX2" fmla="*/ 783591 w 945800"/>
                <a:gd name="connsiteY2" fmla="*/ 1564145 h 1694334"/>
                <a:gd name="connsiteX3" fmla="*/ 64770 w 945800"/>
                <a:gd name="connsiteY3" fmla="*/ 1622565 h 1694334"/>
                <a:gd name="connsiteX4" fmla="*/ 0 w 945800"/>
                <a:gd name="connsiteY4" fmla="*/ 147955 h 1694334"/>
                <a:gd name="connsiteX0" fmla="*/ 0 w 923512"/>
                <a:gd name="connsiteY0" fmla="*/ 138430 h 1684809"/>
                <a:gd name="connsiteX1" fmla="*/ 599441 w 923512"/>
                <a:gd name="connsiteY1" fmla="*/ 0 h 1684809"/>
                <a:gd name="connsiteX2" fmla="*/ 783591 w 923512"/>
                <a:gd name="connsiteY2" fmla="*/ 1554620 h 1684809"/>
                <a:gd name="connsiteX3" fmla="*/ 64770 w 923512"/>
                <a:gd name="connsiteY3" fmla="*/ 1613040 h 1684809"/>
                <a:gd name="connsiteX4" fmla="*/ 0 w 923512"/>
                <a:gd name="connsiteY4" fmla="*/ 138430 h 1684809"/>
                <a:gd name="connsiteX0" fmla="*/ 0 w 958746"/>
                <a:gd name="connsiteY0" fmla="*/ 138430 h 1684809"/>
                <a:gd name="connsiteX1" fmla="*/ 599441 w 958746"/>
                <a:gd name="connsiteY1" fmla="*/ 0 h 1684809"/>
                <a:gd name="connsiteX2" fmla="*/ 783591 w 958746"/>
                <a:gd name="connsiteY2" fmla="*/ 1554620 h 1684809"/>
                <a:gd name="connsiteX3" fmla="*/ 64770 w 958746"/>
                <a:gd name="connsiteY3" fmla="*/ 1613040 h 1684809"/>
                <a:gd name="connsiteX4" fmla="*/ 0 w 958746"/>
                <a:gd name="connsiteY4" fmla="*/ 138430 h 1684809"/>
                <a:gd name="connsiteX0" fmla="*/ 0 w 935191"/>
                <a:gd name="connsiteY0" fmla="*/ 138430 h 1684809"/>
                <a:gd name="connsiteX1" fmla="*/ 599441 w 935191"/>
                <a:gd name="connsiteY1" fmla="*/ 0 h 1684809"/>
                <a:gd name="connsiteX2" fmla="*/ 783591 w 935191"/>
                <a:gd name="connsiteY2" fmla="*/ 1554620 h 1684809"/>
                <a:gd name="connsiteX3" fmla="*/ 64770 w 935191"/>
                <a:gd name="connsiteY3" fmla="*/ 1613040 h 1684809"/>
                <a:gd name="connsiteX4" fmla="*/ 0 w 935191"/>
                <a:gd name="connsiteY4" fmla="*/ 138430 h 16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5191" h="1684809">
                  <a:moveTo>
                    <a:pt x="0" y="138430"/>
                  </a:moveTo>
                  <a:lnTo>
                    <a:pt x="599441" y="0"/>
                  </a:lnTo>
                  <a:cubicBezTo>
                    <a:pt x="1234229" y="649017"/>
                    <a:pt x="771738" y="541748"/>
                    <a:pt x="783591" y="1554620"/>
                  </a:cubicBezTo>
                  <a:cubicBezTo>
                    <a:pt x="476886" y="1744485"/>
                    <a:pt x="264795" y="1692415"/>
                    <a:pt x="64770" y="1613040"/>
                  </a:cubicBezTo>
                  <a:cubicBezTo>
                    <a:pt x="50588" y="987730"/>
                    <a:pt x="581872" y="1121245"/>
                    <a:pt x="0" y="13843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72674D5-1AA9-4E06-A242-CD3C3CBF4DFD}"/>
                </a:ext>
              </a:extLst>
            </p:cNvPr>
            <p:cNvSpPr/>
            <p:nvPr/>
          </p:nvSpPr>
          <p:spPr>
            <a:xfrm>
              <a:off x="6969623" y="6125377"/>
              <a:ext cx="721899" cy="297717"/>
            </a:xfrm>
            <a:custGeom>
              <a:avLst/>
              <a:gdLst>
                <a:gd name="connsiteX0" fmla="*/ 23588 w 721899"/>
                <a:gd name="connsiteY0" fmla="*/ 0 h 297717"/>
                <a:gd name="connsiteX1" fmla="*/ 721899 w 721899"/>
                <a:gd name="connsiteY1" fmla="*/ 0 h 297717"/>
                <a:gd name="connsiteX2" fmla="*/ 719102 w 721899"/>
                <a:gd name="connsiteY2" fmla="*/ 167904 h 297717"/>
                <a:gd name="connsiteX3" fmla="*/ 409621 w 721899"/>
                <a:gd name="connsiteY3" fmla="*/ 290754 h 297717"/>
                <a:gd name="connsiteX4" fmla="*/ 324137 w 721899"/>
                <a:gd name="connsiteY4" fmla="*/ 297717 h 297717"/>
                <a:gd name="connsiteX5" fmla="*/ 223854 w 721899"/>
                <a:gd name="connsiteY5" fmla="*/ 290708 h 297717"/>
                <a:gd name="connsiteX6" fmla="*/ 153852 w 721899"/>
                <a:gd name="connsiteY6" fmla="*/ 277382 h 297717"/>
                <a:gd name="connsiteX7" fmla="*/ 281 w 721899"/>
                <a:gd name="connsiteY7" fmla="*/ 226324 h 297717"/>
                <a:gd name="connsiteX8" fmla="*/ 17292 w 721899"/>
                <a:gd name="connsiteY8" fmla="*/ 23740 h 297717"/>
                <a:gd name="connsiteX9" fmla="*/ 23588 w 721899"/>
                <a:gd name="connsiteY9" fmla="*/ 0 h 297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1899" h="297717">
                  <a:moveTo>
                    <a:pt x="23588" y="0"/>
                  </a:moveTo>
                  <a:lnTo>
                    <a:pt x="721899" y="0"/>
                  </a:lnTo>
                  <a:lnTo>
                    <a:pt x="719102" y="167904"/>
                  </a:lnTo>
                  <a:cubicBezTo>
                    <a:pt x="604088" y="239104"/>
                    <a:pt x="502378" y="276281"/>
                    <a:pt x="409621" y="290754"/>
                  </a:cubicBezTo>
                  <a:lnTo>
                    <a:pt x="324137" y="297717"/>
                  </a:lnTo>
                  <a:lnTo>
                    <a:pt x="223854" y="290708"/>
                  </a:lnTo>
                  <a:lnTo>
                    <a:pt x="153852" y="277382"/>
                  </a:lnTo>
                  <a:cubicBezTo>
                    <a:pt x="101048" y="264305"/>
                    <a:pt x="50287" y="246168"/>
                    <a:pt x="281" y="226324"/>
                  </a:cubicBezTo>
                  <a:cubicBezTo>
                    <a:pt x="-1492" y="148160"/>
                    <a:pt x="5258" y="81853"/>
                    <a:pt x="17292" y="23740"/>
                  </a:cubicBezTo>
                  <a:lnTo>
                    <a:pt x="23588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6" name="Rectangle 10">
            <a:extLst>
              <a:ext uri="{FF2B5EF4-FFF2-40B4-BE49-F238E27FC236}">
                <a16:creationId xmlns:a16="http://schemas.microsoft.com/office/drawing/2014/main" id="{B1265EE8-75AD-422F-A1CC-52D06A756740}"/>
              </a:ext>
            </a:extLst>
          </p:cNvPr>
          <p:cNvSpPr/>
          <p:nvPr/>
        </p:nvSpPr>
        <p:spPr>
          <a:xfrm rot="2924819">
            <a:off x="5916904" y="2984924"/>
            <a:ext cx="816522" cy="1157776"/>
          </a:xfrm>
          <a:custGeom>
            <a:avLst/>
            <a:gdLst>
              <a:gd name="connsiteX0" fmla="*/ 0 w 581025"/>
              <a:gd name="connsiteY0" fmla="*/ 0 h 750986"/>
              <a:gd name="connsiteX1" fmla="*/ 581025 w 581025"/>
              <a:gd name="connsiteY1" fmla="*/ 0 h 750986"/>
              <a:gd name="connsiteX2" fmla="*/ 581025 w 581025"/>
              <a:gd name="connsiteY2" fmla="*/ 750986 h 750986"/>
              <a:gd name="connsiteX3" fmla="*/ 0 w 581025"/>
              <a:gd name="connsiteY3" fmla="*/ 750986 h 750986"/>
              <a:gd name="connsiteX4" fmla="*/ 0 w 581025"/>
              <a:gd name="connsiteY4" fmla="*/ 0 h 750986"/>
              <a:gd name="connsiteX0" fmla="*/ 67633 w 581025"/>
              <a:gd name="connsiteY0" fmla="*/ 0 h 1882602"/>
              <a:gd name="connsiteX1" fmla="*/ 581025 w 581025"/>
              <a:gd name="connsiteY1" fmla="*/ 1131616 h 1882602"/>
              <a:gd name="connsiteX2" fmla="*/ 581025 w 581025"/>
              <a:gd name="connsiteY2" fmla="*/ 1882602 h 1882602"/>
              <a:gd name="connsiteX3" fmla="*/ 0 w 581025"/>
              <a:gd name="connsiteY3" fmla="*/ 1882602 h 1882602"/>
              <a:gd name="connsiteX4" fmla="*/ 67633 w 581025"/>
              <a:gd name="connsiteY4" fmla="*/ 0 h 1882602"/>
              <a:gd name="connsiteX0" fmla="*/ 67633 w 581025"/>
              <a:gd name="connsiteY0" fmla="*/ 0 h 1882602"/>
              <a:gd name="connsiteX1" fmla="*/ 581025 w 581025"/>
              <a:gd name="connsiteY1" fmla="*/ 1882602 h 1882602"/>
              <a:gd name="connsiteX2" fmla="*/ 0 w 581025"/>
              <a:gd name="connsiteY2" fmla="*/ 1882602 h 1882602"/>
              <a:gd name="connsiteX3" fmla="*/ 67633 w 581025"/>
              <a:gd name="connsiteY3" fmla="*/ 0 h 1882602"/>
              <a:gd name="connsiteX0" fmla="*/ 67633 w 749923"/>
              <a:gd name="connsiteY0" fmla="*/ 0 h 1882602"/>
              <a:gd name="connsiteX1" fmla="*/ 581025 w 749923"/>
              <a:gd name="connsiteY1" fmla="*/ 1882602 h 1882602"/>
              <a:gd name="connsiteX2" fmla="*/ 0 w 749923"/>
              <a:gd name="connsiteY2" fmla="*/ 1882602 h 1882602"/>
              <a:gd name="connsiteX3" fmla="*/ 67633 w 749923"/>
              <a:gd name="connsiteY3" fmla="*/ 0 h 1882602"/>
              <a:gd name="connsiteX0" fmla="*/ 67633 w 932596"/>
              <a:gd name="connsiteY0" fmla="*/ 0 h 1882602"/>
              <a:gd name="connsiteX1" fmla="*/ 581025 w 932596"/>
              <a:gd name="connsiteY1" fmla="*/ 1882602 h 1882602"/>
              <a:gd name="connsiteX2" fmla="*/ 0 w 932596"/>
              <a:gd name="connsiteY2" fmla="*/ 1882602 h 1882602"/>
              <a:gd name="connsiteX3" fmla="*/ 67633 w 932596"/>
              <a:gd name="connsiteY3" fmla="*/ 0 h 1882602"/>
              <a:gd name="connsiteX0" fmla="*/ 291522 w 1156485"/>
              <a:gd name="connsiteY0" fmla="*/ 0 h 1882602"/>
              <a:gd name="connsiteX1" fmla="*/ 804914 w 1156485"/>
              <a:gd name="connsiteY1" fmla="*/ 1882602 h 1882602"/>
              <a:gd name="connsiteX2" fmla="*/ 223889 w 1156485"/>
              <a:gd name="connsiteY2" fmla="*/ 1882602 h 1882602"/>
              <a:gd name="connsiteX3" fmla="*/ 291522 w 1156485"/>
              <a:gd name="connsiteY3" fmla="*/ 0 h 1882602"/>
              <a:gd name="connsiteX0" fmla="*/ 462742 w 1327705"/>
              <a:gd name="connsiteY0" fmla="*/ 0 h 1882602"/>
              <a:gd name="connsiteX1" fmla="*/ 976134 w 1327705"/>
              <a:gd name="connsiteY1" fmla="*/ 1882602 h 1882602"/>
              <a:gd name="connsiteX2" fmla="*/ 395109 w 1327705"/>
              <a:gd name="connsiteY2" fmla="*/ 1882602 h 1882602"/>
              <a:gd name="connsiteX3" fmla="*/ 462742 w 1327705"/>
              <a:gd name="connsiteY3" fmla="*/ 0 h 1882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7705" h="1882602">
                <a:moveTo>
                  <a:pt x="462742" y="0"/>
                </a:moveTo>
                <a:cubicBezTo>
                  <a:pt x="1734797" y="123458"/>
                  <a:pt x="1324468" y="1457285"/>
                  <a:pt x="976134" y="1882602"/>
                </a:cubicBezTo>
                <a:lnTo>
                  <a:pt x="395109" y="1882602"/>
                </a:lnTo>
                <a:cubicBezTo>
                  <a:pt x="-122245" y="1668405"/>
                  <a:pt x="-163555" y="478085"/>
                  <a:pt x="46274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" name="Rectangle 10">
            <a:extLst>
              <a:ext uri="{FF2B5EF4-FFF2-40B4-BE49-F238E27FC236}">
                <a16:creationId xmlns:a16="http://schemas.microsoft.com/office/drawing/2014/main" id="{D351E6D9-391C-49EC-8675-EBC30953E039}"/>
              </a:ext>
            </a:extLst>
          </p:cNvPr>
          <p:cNvSpPr/>
          <p:nvPr/>
        </p:nvSpPr>
        <p:spPr>
          <a:xfrm rot="2113173">
            <a:off x="6199705" y="3085706"/>
            <a:ext cx="560917" cy="797301"/>
          </a:xfrm>
          <a:custGeom>
            <a:avLst/>
            <a:gdLst>
              <a:gd name="connsiteX0" fmla="*/ 0 w 581025"/>
              <a:gd name="connsiteY0" fmla="*/ 0 h 750986"/>
              <a:gd name="connsiteX1" fmla="*/ 581025 w 581025"/>
              <a:gd name="connsiteY1" fmla="*/ 0 h 750986"/>
              <a:gd name="connsiteX2" fmla="*/ 581025 w 581025"/>
              <a:gd name="connsiteY2" fmla="*/ 750986 h 750986"/>
              <a:gd name="connsiteX3" fmla="*/ 0 w 581025"/>
              <a:gd name="connsiteY3" fmla="*/ 750986 h 750986"/>
              <a:gd name="connsiteX4" fmla="*/ 0 w 581025"/>
              <a:gd name="connsiteY4" fmla="*/ 0 h 750986"/>
              <a:gd name="connsiteX0" fmla="*/ 67633 w 581025"/>
              <a:gd name="connsiteY0" fmla="*/ 0 h 1882602"/>
              <a:gd name="connsiteX1" fmla="*/ 581025 w 581025"/>
              <a:gd name="connsiteY1" fmla="*/ 1131616 h 1882602"/>
              <a:gd name="connsiteX2" fmla="*/ 581025 w 581025"/>
              <a:gd name="connsiteY2" fmla="*/ 1882602 h 1882602"/>
              <a:gd name="connsiteX3" fmla="*/ 0 w 581025"/>
              <a:gd name="connsiteY3" fmla="*/ 1882602 h 1882602"/>
              <a:gd name="connsiteX4" fmla="*/ 67633 w 581025"/>
              <a:gd name="connsiteY4" fmla="*/ 0 h 1882602"/>
              <a:gd name="connsiteX0" fmla="*/ 67633 w 581025"/>
              <a:gd name="connsiteY0" fmla="*/ 0 h 1882602"/>
              <a:gd name="connsiteX1" fmla="*/ 581025 w 581025"/>
              <a:gd name="connsiteY1" fmla="*/ 1882602 h 1882602"/>
              <a:gd name="connsiteX2" fmla="*/ 0 w 581025"/>
              <a:gd name="connsiteY2" fmla="*/ 1882602 h 1882602"/>
              <a:gd name="connsiteX3" fmla="*/ 67633 w 581025"/>
              <a:gd name="connsiteY3" fmla="*/ 0 h 1882602"/>
              <a:gd name="connsiteX0" fmla="*/ 67633 w 749923"/>
              <a:gd name="connsiteY0" fmla="*/ 0 h 1882602"/>
              <a:gd name="connsiteX1" fmla="*/ 581025 w 749923"/>
              <a:gd name="connsiteY1" fmla="*/ 1882602 h 1882602"/>
              <a:gd name="connsiteX2" fmla="*/ 0 w 749923"/>
              <a:gd name="connsiteY2" fmla="*/ 1882602 h 1882602"/>
              <a:gd name="connsiteX3" fmla="*/ 67633 w 749923"/>
              <a:gd name="connsiteY3" fmla="*/ 0 h 1882602"/>
              <a:gd name="connsiteX0" fmla="*/ 67633 w 932596"/>
              <a:gd name="connsiteY0" fmla="*/ 0 h 1882602"/>
              <a:gd name="connsiteX1" fmla="*/ 581025 w 932596"/>
              <a:gd name="connsiteY1" fmla="*/ 1882602 h 1882602"/>
              <a:gd name="connsiteX2" fmla="*/ 0 w 932596"/>
              <a:gd name="connsiteY2" fmla="*/ 1882602 h 1882602"/>
              <a:gd name="connsiteX3" fmla="*/ 67633 w 932596"/>
              <a:gd name="connsiteY3" fmla="*/ 0 h 1882602"/>
              <a:gd name="connsiteX0" fmla="*/ 291522 w 1156485"/>
              <a:gd name="connsiteY0" fmla="*/ 0 h 1882602"/>
              <a:gd name="connsiteX1" fmla="*/ 804914 w 1156485"/>
              <a:gd name="connsiteY1" fmla="*/ 1882602 h 1882602"/>
              <a:gd name="connsiteX2" fmla="*/ 223889 w 1156485"/>
              <a:gd name="connsiteY2" fmla="*/ 1882602 h 1882602"/>
              <a:gd name="connsiteX3" fmla="*/ 291522 w 1156485"/>
              <a:gd name="connsiteY3" fmla="*/ 0 h 1882602"/>
              <a:gd name="connsiteX0" fmla="*/ 462742 w 1327705"/>
              <a:gd name="connsiteY0" fmla="*/ 0 h 1882602"/>
              <a:gd name="connsiteX1" fmla="*/ 976134 w 1327705"/>
              <a:gd name="connsiteY1" fmla="*/ 1882602 h 1882602"/>
              <a:gd name="connsiteX2" fmla="*/ 395109 w 1327705"/>
              <a:gd name="connsiteY2" fmla="*/ 1882602 h 1882602"/>
              <a:gd name="connsiteX3" fmla="*/ 462742 w 1327705"/>
              <a:gd name="connsiteY3" fmla="*/ 0 h 1882602"/>
              <a:gd name="connsiteX0" fmla="*/ 533541 w 1398504"/>
              <a:gd name="connsiteY0" fmla="*/ 0 h 1882602"/>
              <a:gd name="connsiteX1" fmla="*/ 1046933 w 1398504"/>
              <a:gd name="connsiteY1" fmla="*/ 1882602 h 1882602"/>
              <a:gd name="connsiteX2" fmla="*/ 337338 w 1398504"/>
              <a:gd name="connsiteY2" fmla="*/ 1824511 h 1882602"/>
              <a:gd name="connsiteX3" fmla="*/ 533541 w 1398504"/>
              <a:gd name="connsiteY3" fmla="*/ 0 h 1882602"/>
              <a:gd name="connsiteX0" fmla="*/ 533541 w 1352892"/>
              <a:gd name="connsiteY0" fmla="*/ 0 h 1882602"/>
              <a:gd name="connsiteX1" fmla="*/ 1046933 w 1352892"/>
              <a:gd name="connsiteY1" fmla="*/ 1882602 h 1882602"/>
              <a:gd name="connsiteX2" fmla="*/ 337338 w 1352892"/>
              <a:gd name="connsiteY2" fmla="*/ 1824511 h 1882602"/>
              <a:gd name="connsiteX3" fmla="*/ 533541 w 1352892"/>
              <a:gd name="connsiteY3" fmla="*/ 0 h 1882602"/>
              <a:gd name="connsiteX0" fmla="*/ 550064 w 1354202"/>
              <a:gd name="connsiteY0" fmla="*/ 0 h 1893260"/>
              <a:gd name="connsiteX1" fmla="*/ 1035956 w 1354202"/>
              <a:gd name="connsiteY1" fmla="*/ 1893260 h 1893260"/>
              <a:gd name="connsiteX2" fmla="*/ 326361 w 1354202"/>
              <a:gd name="connsiteY2" fmla="*/ 1835169 h 1893260"/>
              <a:gd name="connsiteX3" fmla="*/ 550064 w 1354202"/>
              <a:gd name="connsiteY3" fmla="*/ 0 h 1893260"/>
              <a:gd name="connsiteX0" fmla="*/ 522202 w 1326340"/>
              <a:gd name="connsiteY0" fmla="*/ 0 h 1893260"/>
              <a:gd name="connsiteX1" fmla="*/ 1008094 w 1326340"/>
              <a:gd name="connsiteY1" fmla="*/ 1893260 h 1893260"/>
              <a:gd name="connsiteX2" fmla="*/ 298499 w 1326340"/>
              <a:gd name="connsiteY2" fmla="*/ 1835169 h 1893260"/>
              <a:gd name="connsiteX3" fmla="*/ 522202 w 1326340"/>
              <a:gd name="connsiteY3" fmla="*/ 0 h 1893260"/>
              <a:gd name="connsiteX0" fmla="*/ 522200 w 1369954"/>
              <a:gd name="connsiteY0" fmla="*/ 0 h 1893260"/>
              <a:gd name="connsiteX1" fmla="*/ 1008092 w 1369954"/>
              <a:gd name="connsiteY1" fmla="*/ 1893260 h 1893260"/>
              <a:gd name="connsiteX2" fmla="*/ 298497 w 1369954"/>
              <a:gd name="connsiteY2" fmla="*/ 1835169 h 1893260"/>
              <a:gd name="connsiteX3" fmla="*/ 522200 w 1369954"/>
              <a:gd name="connsiteY3" fmla="*/ 0 h 1893260"/>
              <a:gd name="connsiteX0" fmla="*/ 522200 w 1369952"/>
              <a:gd name="connsiteY0" fmla="*/ 0 h 1934412"/>
              <a:gd name="connsiteX1" fmla="*/ 1008092 w 1369952"/>
              <a:gd name="connsiteY1" fmla="*/ 1893260 h 1934412"/>
              <a:gd name="connsiteX2" fmla="*/ 298497 w 1369952"/>
              <a:gd name="connsiteY2" fmla="*/ 1835169 h 1934412"/>
              <a:gd name="connsiteX3" fmla="*/ 522200 w 1369952"/>
              <a:gd name="connsiteY3" fmla="*/ 0 h 1934412"/>
              <a:gd name="connsiteX0" fmla="*/ 522200 w 1369954"/>
              <a:gd name="connsiteY0" fmla="*/ 0 h 1954923"/>
              <a:gd name="connsiteX1" fmla="*/ 1008092 w 1369954"/>
              <a:gd name="connsiteY1" fmla="*/ 1893260 h 1954923"/>
              <a:gd name="connsiteX2" fmla="*/ 298497 w 1369954"/>
              <a:gd name="connsiteY2" fmla="*/ 1835169 h 1954923"/>
              <a:gd name="connsiteX3" fmla="*/ 522200 w 1369954"/>
              <a:gd name="connsiteY3" fmla="*/ 0 h 1954923"/>
              <a:gd name="connsiteX0" fmla="*/ 522200 w 1369952"/>
              <a:gd name="connsiteY0" fmla="*/ 0 h 1947279"/>
              <a:gd name="connsiteX1" fmla="*/ 1008092 w 1369952"/>
              <a:gd name="connsiteY1" fmla="*/ 1893260 h 1947279"/>
              <a:gd name="connsiteX2" fmla="*/ 298497 w 1369952"/>
              <a:gd name="connsiteY2" fmla="*/ 1835169 h 1947279"/>
              <a:gd name="connsiteX3" fmla="*/ 522200 w 1369952"/>
              <a:gd name="connsiteY3" fmla="*/ 0 h 194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952" h="1947279">
                <a:moveTo>
                  <a:pt x="522200" y="0"/>
                </a:moveTo>
                <a:cubicBezTo>
                  <a:pt x="1665006" y="337286"/>
                  <a:pt x="1465058" y="1522596"/>
                  <a:pt x="1008092" y="1893260"/>
                </a:cubicBezTo>
                <a:cubicBezTo>
                  <a:pt x="820723" y="2005556"/>
                  <a:pt x="415743" y="1921231"/>
                  <a:pt x="298497" y="1835169"/>
                </a:cubicBezTo>
                <a:cubicBezTo>
                  <a:pt x="-218857" y="1620972"/>
                  <a:pt x="-11625" y="447830"/>
                  <a:pt x="52220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" name="Rectangle 10">
            <a:extLst>
              <a:ext uri="{FF2B5EF4-FFF2-40B4-BE49-F238E27FC236}">
                <a16:creationId xmlns:a16="http://schemas.microsoft.com/office/drawing/2014/main" id="{9D74E1EF-6192-45A6-A4E3-C5A2A9693887}"/>
              </a:ext>
            </a:extLst>
          </p:cNvPr>
          <p:cNvSpPr/>
          <p:nvPr/>
        </p:nvSpPr>
        <p:spPr>
          <a:xfrm rot="18495174">
            <a:off x="5602009" y="3450953"/>
            <a:ext cx="560918" cy="797300"/>
          </a:xfrm>
          <a:custGeom>
            <a:avLst/>
            <a:gdLst>
              <a:gd name="connsiteX0" fmla="*/ 0 w 581025"/>
              <a:gd name="connsiteY0" fmla="*/ 0 h 750986"/>
              <a:gd name="connsiteX1" fmla="*/ 581025 w 581025"/>
              <a:gd name="connsiteY1" fmla="*/ 0 h 750986"/>
              <a:gd name="connsiteX2" fmla="*/ 581025 w 581025"/>
              <a:gd name="connsiteY2" fmla="*/ 750986 h 750986"/>
              <a:gd name="connsiteX3" fmla="*/ 0 w 581025"/>
              <a:gd name="connsiteY3" fmla="*/ 750986 h 750986"/>
              <a:gd name="connsiteX4" fmla="*/ 0 w 581025"/>
              <a:gd name="connsiteY4" fmla="*/ 0 h 750986"/>
              <a:gd name="connsiteX0" fmla="*/ 67633 w 581025"/>
              <a:gd name="connsiteY0" fmla="*/ 0 h 1882602"/>
              <a:gd name="connsiteX1" fmla="*/ 581025 w 581025"/>
              <a:gd name="connsiteY1" fmla="*/ 1131616 h 1882602"/>
              <a:gd name="connsiteX2" fmla="*/ 581025 w 581025"/>
              <a:gd name="connsiteY2" fmla="*/ 1882602 h 1882602"/>
              <a:gd name="connsiteX3" fmla="*/ 0 w 581025"/>
              <a:gd name="connsiteY3" fmla="*/ 1882602 h 1882602"/>
              <a:gd name="connsiteX4" fmla="*/ 67633 w 581025"/>
              <a:gd name="connsiteY4" fmla="*/ 0 h 1882602"/>
              <a:gd name="connsiteX0" fmla="*/ 67633 w 581025"/>
              <a:gd name="connsiteY0" fmla="*/ 0 h 1882602"/>
              <a:gd name="connsiteX1" fmla="*/ 581025 w 581025"/>
              <a:gd name="connsiteY1" fmla="*/ 1882602 h 1882602"/>
              <a:gd name="connsiteX2" fmla="*/ 0 w 581025"/>
              <a:gd name="connsiteY2" fmla="*/ 1882602 h 1882602"/>
              <a:gd name="connsiteX3" fmla="*/ 67633 w 581025"/>
              <a:gd name="connsiteY3" fmla="*/ 0 h 1882602"/>
              <a:gd name="connsiteX0" fmla="*/ 67633 w 749923"/>
              <a:gd name="connsiteY0" fmla="*/ 0 h 1882602"/>
              <a:gd name="connsiteX1" fmla="*/ 581025 w 749923"/>
              <a:gd name="connsiteY1" fmla="*/ 1882602 h 1882602"/>
              <a:gd name="connsiteX2" fmla="*/ 0 w 749923"/>
              <a:gd name="connsiteY2" fmla="*/ 1882602 h 1882602"/>
              <a:gd name="connsiteX3" fmla="*/ 67633 w 749923"/>
              <a:gd name="connsiteY3" fmla="*/ 0 h 1882602"/>
              <a:gd name="connsiteX0" fmla="*/ 67633 w 932596"/>
              <a:gd name="connsiteY0" fmla="*/ 0 h 1882602"/>
              <a:gd name="connsiteX1" fmla="*/ 581025 w 932596"/>
              <a:gd name="connsiteY1" fmla="*/ 1882602 h 1882602"/>
              <a:gd name="connsiteX2" fmla="*/ 0 w 932596"/>
              <a:gd name="connsiteY2" fmla="*/ 1882602 h 1882602"/>
              <a:gd name="connsiteX3" fmla="*/ 67633 w 932596"/>
              <a:gd name="connsiteY3" fmla="*/ 0 h 1882602"/>
              <a:gd name="connsiteX0" fmla="*/ 291522 w 1156485"/>
              <a:gd name="connsiteY0" fmla="*/ 0 h 1882602"/>
              <a:gd name="connsiteX1" fmla="*/ 804914 w 1156485"/>
              <a:gd name="connsiteY1" fmla="*/ 1882602 h 1882602"/>
              <a:gd name="connsiteX2" fmla="*/ 223889 w 1156485"/>
              <a:gd name="connsiteY2" fmla="*/ 1882602 h 1882602"/>
              <a:gd name="connsiteX3" fmla="*/ 291522 w 1156485"/>
              <a:gd name="connsiteY3" fmla="*/ 0 h 1882602"/>
              <a:gd name="connsiteX0" fmla="*/ 462742 w 1327705"/>
              <a:gd name="connsiteY0" fmla="*/ 0 h 1882602"/>
              <a:gd name="connsiteX1" fmla="*/ 976134 w 1327705"/>
              <a:gd name="connsiteY1" fmla="*/ 1882602 h 1882602"/>
              <a:gd name="connsiteX2" fmla="*/ 395109 w 1327705"/>
              <a:gd name="connsiteY2" fmla="*/ 1882602 h 1882602"/>
              <a:gd name="connsiteX3" fmla="*/ 462742 w 1327705"/>
              <a:gd name="connsiteY3" fmla="*/ 0 h 1882602"/>
              <a:gd name="connsiteX0" fmla="*/ 533541 w 1398504"/>
              <a:gd name="connsiteY0" fmla="*/ 0 h 1882602"/>
              <a:gd name="connsiteX1" fmla="*/ 1046933 w 1398504"/>
              <a:gd name="connsiteY1" fmla="*/ 1882602 h 1882602"/>
              <a:gd name="connsiteX2" fmla="*/ 337338 w 1398504"/>
              <a:gd name="connsiteY2" fmla="*/ 1824511 h 1882602"/>
              <a:gd name="connsiteX3" fmla="*/ 533541 w 1398504"/>
              <a:gd name="connsiteY3" fmla="*/ 0 h 1882602"/>
              <a:gd name="connsiteX0" fmla="*/ 533541 w 1352892"/>
              <a:gd name="connsiteY0" fmla="*/ 0 h 1882602"/>
              <a:gd name="connsiteX1" fmla="*/ 1046933 w 1352892"/>
              <a:gd name="connsiteY1" fmla="*/ 1882602 h 1882602"/>
              <a:gd name="connsiteX2" fmla="*/ 337338 w 1352892"/>
              <a:gd name="connsiteY2" fmla="*/ 1824511 h 1882602"/>
              <a:gd name="connsiteX3" fmla="*/ 533541 w 1352892"/>
              <a:gd name="connsiteY3" fmla="*/ 0 h 1882602"/>
              <a:gd name="connsiteX0" fmla="*/ 550064 w 1354202"/>
              <a:gd name="connsiteY0" fmla="*/ 0 h 1893260"/>
              <a:gd name="connsiteX1" fmla="*/ 1035956 w 1354202"/>
              <a:gd name="connsiteY1" fmla="*/ 1893260 h 1893260"/>
              <a:gd name="connsiteX2" fmla="*/ 326361 w 1354202"/>
              <a:gd name="connsiteY2" fmla="*/ 1835169 h 1893260"/>
              <a:gd name="connsiteX3" fmla="*/ 550064 w 1354202"/>
              <a:gd name="connsiteY3" fmla="*/ 0 h 1893260"/>
              <a:gd name="connsiteX0" fmla="*/ 522202 w 1326340"/>
              <a:gd name="connsiteY0" fmla="*/ 0 h 1893260"/>
              <a:gd name="connsiteX1" fmla="*/ 1008094 w 1326340"/>
              <a:gd name="connsiteY1" fmla="*/ 1893260 h 1893260"/>
              <a:gd name="connsiteX2" fmla="*/ 298499 w 1326340"/>
              <a:gd name="connsiteY2" fmla="*/ 1835169 h 1893260"/>
              <a:gd name="connsiteX3" fmla="*/ 522202 w 1326340"/>
              <a:gd name="connsiteY3" fmla="*/ 0 h 1893260"/>
              <a:gd name="connsiteX0" fmla="*/ 522200 w 1369954"/>
              <a:gd name="connsiteY0" fmla="*/ 0 h 1893260"/>
              <a:gd name="connsiteX1" fmla="*/ 1008092 w 1369954"/>
              <a:gd name="connsiteY1" fmla="*/ 1893260 h 1893260"/>
              <a:gd name="connsiteX2" fmla="*/ 298497 w 1369954"/>
              <a:gd name="connsiteY2" fmla="*/ 1835169 h 1893260"/>
              <a:gd name="connsiteX3" fmla="*/ 522200 w 1369954"/>
              <a:gd name="connsiteY3" fmla="*/ 0 h 1893260"/>
              <a:gd name="connsiteX0" fmla="*/ 522200 w 1369952"/>
              <a:gd name="connsiteY0" fmla="*/ 0 h 1934412"/>
              <a:gd name="connsiteX1" fmla="*/ 1008092 w 1369952"/>
              <a:gd name="connsiteY1" fmla="*/ 1893260 h 1934412"/>
              <a:gd name="connsiteX2" fmla="*/ 298497 w 1369952"/>
              <a:gd name="connsiteY2" fmla="*/ 1835169 h 1934412"/>
              <a:gd name="connsiteX3" fmla="*/ 522200 w 1369952"/>
              <a:gd name="connsiteY3" fmla="*/ 0 h 1934412"/>
              <a:gd name="connsiteX0" fmla="*/ 522200 w 1369954"/>
              <a:gd name="connsiteY0" fmla="*/ 0 h 1954923"/>
              <a:gd name="connsiteX1" fmla="*/ 1008092 w 1369954"/>
              <a:gd name="connsiteY1" fmla="*/ 1893260 h 1954923"/>
              <a:gd name="connsiteX2" fmla="*/ 298497 w 1369954"/>
              <a:gd name="connsiteY2" fmla="*/ 1835169 h 1954923"/>
              <a:gd name="connsiteX3" fmla="*/ 522200 w 1369954"/>
              <a:gd name="connsiteY3" fmla="*/ 0 h 1954923"/>
              <a:gd name="connsiteX0" fmla="*/ 522200 w 1369952"/>
              <a:gd name="connsiteY0" fmla="*/ 0 h 1947279"/>
              <a:gd name="connsiteX1" fmla="*/ 1008092 w 1369952"/>
              <a:gd name="connsiteY1" fmla="*/ 1893260 h 1947279"/>
              <a:gd name="connsiteX2" fmla="*/ 298497 w 1369952"/>
              <a:gd name="connsiteY2" fmla="*/ 1835169 h 1947279"/>
              <a:gd name="connsiteX3" fmla="*/ 522200 w 1369952"/>
              <a:gd name="connsiteY3" fmla="*/ 0 h 194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952" h="1947279">
                <a:moveTo>
                  <a:pt x="522200" y="0"/>
                </a:moveTo>
                <a:cubicBezTo>
                  <a:pt x="1665006" y="337286"/>
                  <a:pt x="1465058" y="1522596"/>
                  <a:pt x="1008092" y="1893260"/>
                </a:cubicBezTo>
                <a:cubicBezTo>
                  <a:pt x="820723" y="2005556"/>
                  <a:pt x="415743" y="1921231"/>
                  <a:pt x="298497" y="1835169"/>
                </a:cubicBezTo>
                <a:cubicBezTo>
                  <a:pt x="-218857" y="1620972"/>
                  <a:pt x="-11625" y="447830"/>
                  <a:pt x="5222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" name="Rectangle 10">
            <a:extLst>
              <a:ext uri="{FF2B5EF4-FFF2-40B4-BE49-F238E27FC236}">
                <a16:creationId xmlns:a16="http://schemas.microsoft.com/office/drawing/2014/main" id="{8832A547-5A5A-4128-8349-A1D0FB92D4AF}"/>
              </a:ext>
            </a:extLst>
          </p:cNvPr>
          <p:cNvSpPr/>
          <p:nvPr/>
        </p:nvSpPr>
        <p:spPr>
          <a:xfrm rot="17170706">
            <a:off x="5634888" y="4835702"/>
            <a:ext cx="560918" cy="1013479"/>
          </a:xfrm>
          <a:custGeom>
            <a:avLst/>
            <a:gdLst>
              <a:gd name="connsiteX0" fmla="*/ 0 w 581025"/>
              <a:gd name="connsiteY0" fmla="*/ 0 h 750986"/>
              <a:gd name="connsiteX1" fmla="*/ 581025 w 581025"/>
              <a:gd name="connsiteY1" fmla="*/ 0 h 750986"/>
              <a:gd name="connsiteX2" fmla="*/ 581025 w 581025"/>
              <a:gd name="connsiteY2" fmla="*/ 750986 h 750986"/>
              <a:gd name="connsiteX3" fmla="*/ 0 w 581025"/>
              <a:gd name="connsiteY3" fmla="*/ 750986 h 750986"/>
              <a:gd name="connsiteX4" fmla="*/ 0 w 581025"/>
              <a:gd name="connsiteY4" fmla="*/ 0 h 750986"/>
              <a:gd name="connsiteX0" fmla="*/ 67633 w 581025"/>
              <a:gd name="connsiteY0" fmla="*/ 0 h 1882602"/>
              <a:gd name="connsiteX1" fmla="*/ 581025 w 581025"/>
              <a:gd name="connsiteY1" fmla="*/ 1131616 h 1882602"/>
              <a:gd name="connsiteX2" fmla="*/ 581025 w 581025"/>
              <a:gd name="connsiteY2" fmla="*/ 1882602 h 1882602"/>
              <a:gd name="connsiteX3" fmla="*/ 0 w 581025"/>
              <a:gd name="connsiteY3" fmla="*/ 1882602 h 1882602"/>
              <a:gd name="connsiteX4" fmla="*/ 67633 w 581025"/>
              <a:gd name="connsiteY4" fmla="*/ 0 h 1882602"/>
              <a:gd name="connsiteX0" fmla="*/ 67633 w 581025"/>
              <a:gd name="connsiteY0" fmla="*/ 0 h 1882602"/>
              <a:gd name="connsiteX1" fmla="*/ 581025 w 581025"/>
              <a:gd name="connsiteY1" fmla="*/ 1882602 h 1882602"/>
              <a:gd name="connsiteX2" fmla="*/ 0 w 581025"/>
              <a:gd name="connsiteY2" fmla="*/ 1882602 h 1882602"/>
              <a:gd name="connsiteX3" fmla="*/ 67633 w 581025"/>
              <a:gd name="connsiteY3" fmla="*/ 0 h 1882602"/>
              <a:gd name="connsiteX0" fmla="*/ 67633 w 749923"/>
              <a:gd name="connsiteY0" fmla="*/ 0 h 1882602"/>
              <a:gd name="connsiteX1" fmla="*/ 581025 w 749923"/>
              <a:gd name="connsiteY1" fmla="*/ 1882602 h 1882602"/>
              <a:gd name="connsiteX2" fmla="*/ 0 w 749923"/>
              <a:gd name="connsiteY2" fmla="*/ 1882602 h 1882602"/>
              <a:gd name="connsiteX3" fmla="*/ 67633 w 749923"/>
              <a:gd name="connsiteY3" fmla="*/ 0 h 1882602"/>
              <a:gd name="connsiteX0" fmla="*/ 67633 w 932596"/>
              <a:gd name="connsiteY0" fmla="*/ 0 h 1882602"/>
              <a:gd name="connsiteX1" fmla="*/ 581025 w 932596"/>
              <a:gd name="connsiteY1" fmla="*/ 1882602 h 1882602"/>
              <a:gd name="connsiteX2" fmla="*/ 0 w 932596"/>
              <a:gd name="connsiteY2" fmla="*/ 1882602 h 1882602"/>
              <a:gd name="connsiteX3" fmla="*/ 67633 w 932596"/>
              <a:gd name="connsiteY3" fmla="*/ 0 h 1882602"/>
              <a:gd name="connsiteX0" fmla="*/ 291522 w 1156485"/>
              <a:gd name="connsiteY0" fmla="*/ 0 h 1882602"/>
              <a:gd name="connsiteX1" fmla="*/ 804914 w 1156485"/>
              <a:gd name="connsiteY1" fmla="*/ 1882602 h 1882602"/>
              <a:gd name="connsiteX2" fmla="*/ 223889 w 1156485"/>
              <a:gd name="connsiteY2" fmla="*/ 1882602 h 1882602"/>
              <a:gd name="connsiteX3" fmla="*/ 291522 w 1156485"/>
              <a:gd name="connsiteY3" fmla="*/ 0 h 1882602"/>
              <a:gd name="connsiteX0" fmla="*/ 462742 w 1327705"/>
              <a:gd name="connsiteY0" fmla="*/ 0 h 1882602"/>
              <a:gd name="connsiteX1" fmla="*/ 976134 w 1327705"/>
              <a:gd name="connsiteY1" fmla="*/ 1882602 h 1882602"/>
              <a:gd name="connsiteX2" fmla="*/ 395109 w 1327705"/>
              <a:gd name="connsiteY2" fmla="*/ 1882602 h 1882602"/>
              <a:gd name="connsiteX3" fmla="*/ 462742 w 1327705"/>
              <a:gd name="connsiteY3" fmla="*/ 0 h 1882602"/>
              <a:gd name="connsiteX0" fmla="*/ 533541 w 1398504"/>
              <a:gd name="connsiteY0" fmla="*/ 0 h 1882602"/>
              <a:gd name="connsiteX1" fmla="*/ 1046933 w 1398504"/>
              <a:gd name="connsiteY1" fmla="*/ 1882602 h 1882602"/>
              <a:gd name="connsiteX2" fmla="*/ 337338 w 1398504"/>
              <a:gd name="connsiteY2" fmla="*/ 1824511 h 1882602"/>
              <a:gd name="connsiteX3" fmla="*/ 533541 w 1398504"/>
              <a:gd name="connsiteY3" fmla="*/ 0 h 1882602"/>
              <a:gd name="connsiteX0" fmla="*/ 533541 w 1352892"/>
              <a:gd name="connsiteY0" fmla="*/ 0 h 1882602"/>
              <a:gd name="connsiteX1" fmla="*/ 1046933 w 1352892"/>
              <a:gd name="connsiteY1" fmla="*/ 1882602 h 1882602"/>
              <a:gd name="connsiteX2" fmla="*/ 337338 w 1352892"/>
              <a:gd name="connsiteY2" fmla="*/ 1824511 h 1882602"/>
              <a:gd name="connsiteX3" fmla="*/ 533541 w 1352892"/>
              <a:gd name="connsiteY3" fmla="*/ 0 h 1882602"/>
              <a:gd name="connsiteX0" fmla="*/ 550064 w 1354202"/>
              <a:gd name="connsiteY0" fmla="*/ 0 h 1893260"/>
              <a:gd name="connsiteX1" fmla="*/ 1035956 w 1354202"/>
              <a:gd name="connsiteY1" fmla="*/ 1893260 h 1893260"/>
              <a:gd name="connsiteX2" fmla="*/ 326361 w 1354202"/>
              <a:gd name="connsiteY2" fmla="*/ 1835169 h 1893260"/>
              <a:gd name="connsiteX3" fmla="*/ 550064 w 1354202"/>
              <a:gd name="connsiteY3" fmla="*/ 0 h 1893260"/>
              <a:gd name="connsiteX0" fmla="*/ 522202 w 1326340"/>
              <a:gd name="connsiteY0" fmla="*/ 0 h 1893260"/>
              <a:gd name="connsiteX1" fmla="*/ 1008094 w 1326340"/>
              <a:gd name="connsiteY1" fmla="*/ 1893260 h 1893260"/>
              <a:gd name="connsiteX2" fmla="*/ 298499 w 1326340"/>
              <a:gd name="connsiteY2" fmla="*/ 1835169 h 1893260"/>
              <a:gd name="connsiteX3" fmla="*/ 522202 w 1326340"/>
              <a:gd name="connsiteY3" fmla="*/ 0 h 1893260"/>
              <a:gd name="connsiteX0" fmla="*/ 522200 w 1369954"/>
              <a:gd name="connsiteY0" fmla="*/ 0 h 1893260"/>
              <a:gd name="connsiteX1" fmla="*/ 1008092 w 1369954"/>
              <a:gd name="connsiteY1" fmla="*/ 1893260 h 1893260"/>
              <a:gd name="connsiteX2" fmla="*/ 298497 w 1369954"/>
              <a:gd name="connsiteY2" fmla="*/ 1835169 h 1893260"/>
              <a:gd name="connsiteX3" fmla="*/ 522200 w 1369954"/>
              <a:gd name="connsiteY3" fmla="*/ 0 h 1893260"/>
              <a:gd name="connsiteX0" fmla="*/ 522200 w 1369952"/>
              <a:gd name="connsiteY0" fmla="*/ 0 h 1934412"/>
              <a:gd name="connsiteX1" fmla="*/ 1008092 w 1369952"/>
              <a:gd name="connsiteY1" fmla="*/ 1893260 h 1934412"/>
              <a:gd name="connsiteX2" fmla="*/ 298497 w 1369952"/>
              <a:gd name="connsiteY2" fmla="*/ 1835169 h 1934412"/>
              <a:gd name="connsiteX3" fmla="*/ 522200 w 1369952"/>
              <a:gd name="connsiteY3" fmla="*/ 0 h 1934412"/>
              <a:gd name="connsiteX0" fmla="*/ 522200 w 1369954"/>
              <a:gd name="connsiteY0" fmla="*/ 0 h 1954923"/>
              <a:gd name="connsiteX1" fmla="*/ 1008092 w 1369954"/>
              <a:gd name="connsiteY1" fmla="*/ 1893260 h 1954923"/>
              <a:gd name="connsiteX2" fmla="*/ 298497 w 1369954"/>
              <a:gd name="connsiteY2" fmla="*/ 1835169 h 1954923"/>
              <a:gd name="connsiteX3" fmla="*/ 522200 w 1369954"/>
              <a:gd name="connsiteY3" fmla="*/ 0 h 1954923"/>
              <a:gd name="connsiteX0" fmla="*/ 522200 w 1369952"/>
              <a:gd name="connsiteY0" fmla="*/ 0 h 1947279"/>
              <a:gd name="connsiteX1" fmla="*/ 1008092 w 1369952"/>
              <a:gd name="connsiteY1" fmla="*/ 1893260 h 1947279"/>
              <a:gd name="connsiteX2" fmla="*/ 298497 w 1369952"/>
              <a:gd name="connsiteY2" fmla="*/ 1835169 h 1947279"/>
              <a:gd name="connsiteX3" fmla="*/ 522200 w 1369952"/>
              <a:gd name="connsiteY3" fmla="*/ 0 h 194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952" h="1947279">
                <a:moveTo>
                  <a:pt x="522200" y="0"/>
                </a:moveTo>
                <a:cubicBezTo>
                  <a:pt x="1665006" y="337286"/>
                  <a:pt x="1465058" y="1522596"/>
                  <a:pt x="1008092" y="1893260"/>
                </a:cubicBezTo>
                <a:cubicBezTo>
                  <a:pt x="820723" y="2005556"/>
                  <a:pt x="415743" y="1921231"/>
                  <a:pt x="298497" y="1835169"/>
                </a:cubicBezTo>
                <a:cubicBezTo>
                  <a:pt x="-218857" y="1620972"/>
                  <a:pt x="-11625" y="447830"/>
                  <a:pt x="5222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10">
            <a:extLst>
              <a:ext uri="{FF2B5EF4-FFF2-40B4-BE49-F238E27FC236}">
                <a16:creationId xmlns:a16="http://schemas.microsoft.com/office/drawing/2014/main" id="{28564490-DB4F-4CF8-8200-EEB08C152488}"/>
              </a:ext>
            </a:extLst>
          </p:cNvPr>
          <p:cNvSpPr/>
          <p:nvPr/>
        </p:nvSpPr>
        <p:spPr>
          <a:xfrm rot="15075251">
            <a:off x="6512820" y="5242117"/>
            <a:ext cx="433321" cy="745106"/>
          </a:xfrm>
          <a:custGeom>
            <a:avLst/>
            <a:gdLst>
              <a:gd name="connsiteX0" fmla="*/ 0 w 581025"/>
              <a:gd name="connsiteY0" fmla="*/ 0 h 750986"/>
              <a:gd name="connsiteX1" fmla="*/ 581025 w 581025"/>
              <a:gd name="connsiteY1" fmla="*/ 0 h 750986"/>
              <a:gd name="connsiteX2" fmla="*/ 581025 w 581025"/>
              <a:gd name="connsiteY2" fmla="*/ 750986 h 750986"/>
              <a:gd name="connsiteX3" fmla="*/ 0 w 581025"/>
              <a:gd name="connsiteY3" fmla="*/ 750986 h 750986"/>
              <a:gd name="connsiteX4" fmla="*/ 0 w 581025"/>
              <a:gd name="connsiteY4" fmla="*/ 0 h 750986"/>
              <a:gd name="connsiteX0" fmla="*/ 67633 w 581025"/>
              <a:gd name="connsiteY0" fmla="*/ 0 h 1882602"/>
              <a:gd name="connsiteX1" fmla="*/ 581025 w 581025"/>
              <a:gd name="connsiteY1" fmla="*/ 1131616 h 1882602"/>
              <a:gd name="connsiteX2" fmla="*/ 581025 w 581025"/>
              <a:gd name="connsiteY2" fmla="*/ 1882602 h 1882602"/>
              <a:gd name="connsiteX3" fmla="*/ 0 w 581025"/>
              <a:gd name="connsiteY3" fmla="*/ 1882602 h 1882602"/>
              <a:gd name="connsiteX4" fmla="*/ 67633 w 581025"/>
              <a:gd name="connsiteY4" fmla="*/ 0 h 1882602"/>
              <a:gd name="connsiteX0" fmla="*/ 67633 w 581025"/>
              <a:gd name="connsiteY0" fmla="*/ 0 h 1882602"/>
              <a:gd name="connsiteX1" fmla="*/ 581025 w 581025"/>
              <a:gd name="connsiteY1" fmla="*/ 1882602 h 1882602"/>
              <a:gd name="connsiteX2" fmla="*/ 0 w 581025"/>
              <a:gd name="connsiteY2" fmla="*/ 1882602 h 1882602"/>
              <a:gd name="connsiteX3" fmla="*/ 67633 w 581025"/>
              <a:gd name="connsiteY3" fmla="*/ 0 h 1882602"/>
              <a:gd name="connsiteX0" fmla="*/ 67633 w 749923"/>
              <a:gd name="connsiteY0" fmla="*/ 0 h 1882602"/>
              <a:gd name="connsiteX1" fmla="*/ 581025 w 749923"/>
              <a:gd name="connsiteY1" fmla="*/ 1882602 h 1882602"/>
              <a:gd name="connsiteX2" fmla="*/ 0 w 749923"/>
              <a:gd name="connsiteY2" fmla="*/ 1882602 h 1882602"/>
              <a:gd name="connsiteX3" fmla="*/ 67633 w 749923"/>
              <a:gd name="connsiteY3" fmla="*/ 0 h 1882602"/>
              <a:gd name="connsiteX0" fmla="*/ 67633 w 932596"/>
              <a:gd name="connsiteY0" fmla="*/ 0 h 1882602"/>
              <a:gd name="connsiteX1" fmla="*/ 581025 w 932596"/>
              <a:gd name="connsiteY1" fmla="*/ 1882602 h 1882602"/>
              <a:gd name="connsiteX2" fmla="*/ 0 w 932596"/>
              <a:gd name="connsiteY2" fmla="*/ 1882602 h 1882602"/>
              <a:gd name="connsiteX3" fmla="*/ 67633 w 932596"/>
              <a:gd name="connsiteY3" fmla="*/ 0 h 1882602"/>
              <a:gd name="connsiteX0" fmla="*/ 291522 w 1156485"/>
              <a:gd name="connsiteY0" fmla="*/ 0 h 1882602"/>
              <a:gd name="connsiteX1" fmla="*/ 804914 w 1156485"/>
              <a:gd name="connsiteY1" fmla="*/ 1882602 h 1882602"/>
              <a:gd name="connsiteX2" fmla="*/ 223889 w 1156485"/>
              <a:gd name="connsiteY2" fmla="*/ 1882602 h 1882602"/>
              <a:gd name="connsiteX3" fmla="*/ 291522 w 1156485"/>
              <a:gd name="connsiteY3" fmla="*/ 0 h 1882602"/>
              <a:gd name="connsiteX0" fmla="*/ 462742 w 1327705"/>
              <a:gd name="connsiteY0" fmla="*/ 0 h 1882602"/>
              <a:gd name="connsiteX1" fmla="*/ 976134 w 1327705"/>
              <a:gd name="connsiteY1" fmla="*/ 1882602 h 1882602"/>
              <a:gd name="connsiteX2" fmla="*/ 395109 w 1327705"/>
              <a:gd name="connsiteY2" fmla="*/ 1882602 h 1882602"/>
              <a:gd name="connsiteX3" fmla="*/ 462742 w 1327705"/>
              <a:gd name="connsiteY3" fmla="*/ 0 h 1882602"/>
              <a:gd name="connsiteX0" fmla="*/ 533541 w 1398504"/>
              <a:gd name="connsiteY0" fmla="*/ 0 h 1882602"/>
              <a:gd name="connsiteX1" fmla="*/ 1046933 w 1398504"/>
              <a:gd name="connsiteY1" fmla="*/ 1882602 h 1882602"/>
              <a:gd name="connsiteX2" fmla="*/ 337338 w 1398504"/>
              <a:gd name="connsiteY2" fmla="*/ 1824511 h 1882602"/>
              <a:gd name="connsiteX3" fmla="*/ 533541 w 1398504"/>
              <a:gd name="connsiteY3" fmla="*/ 0 h 1882602"/>
              <a:gd name="connsiteX0" fmla="*/ 533541 w 1352892"/>
              <a:gd name="connsiteY0" fmla="*/ 0 h 1882602"/>
              <a:gd name="connsiteX1" fmla="*/ 1046933 w 1352892"/>
              <a:gd name="connsiteY1" fmla="*/ 1882602 h 1882602"/>
              <a:gd name="connsiteX2" fmla="*/ 337338 w 1352892"/>
              <a:gd name="connsiteY2" fmla="*/ 1824511 h 1882602"/>
              <a:gd name="connsiteX3" fmla="*/ 533541 w 1352892"/>
              <a:gd name="connsiteY3" fmla="*/ 0 h 1882602"/>
              <a:gd name="connsiteX0" fmla="*/ 550064 w 1354202"/>
              <a:gd name="connsiteY0" fmla="*/ 0 h 1893260"/>
              <a:gd name="connsiteX1" fmla="*/ 1035956 w 1354202"/>
              <a:gd name="connsiteY1" fmla="*/ 1893260 h 1893260"/>
              <a:gd name="connsiteX2" fmla="*/ 326361 w 1354202"/>
              <a:gd name="connsiteY2" fmla="*/ 1835169 h 1893260"/>
              <a:gd name="connsiteX3" fmla="*/ 550064 w 1354202"/>
              <a:gd name="connsiteY3" fmla="*/ 0 h 1893260"/>
              <a:gd name="connsiteX0" fmla="*/ 522202 w 1326340"/>
              <a:gd name="connsiteY0" fmla="*/ 0 h 1893260"/>
              <a:gd name="connsiteX1" fmla="*/ 1008094 w 1326340"/>
              <a:gd name="connsiteY1" fmla="*/ 1893260 h 1893260"/>
              <a:gd name="connsiteX2" fmla="*/ 298499 w 1326340"/>
              <a:gd name="connsiteY2" fmla="*/ 1835169 h 1893260"/>
              <a:gd name="connsiteX3" fmla="*/ 522202 w 1326340"/>
              <a:gd name="connsiteY3" fmla="*/ 0 h 1893260"/>
              <a:gd name="connsiteX0" fmla="*/ 522200 w 1369954"/>
              <a:gd name="connsiteY0" fmla="*/ 0 h 1893260"/>
              <a:gd name="connsiteX1" fmla="*/ 1008092 w 1369954"/>
              <a:gd name="connsiteY1" fmla="*/ 1893260 h 1893260"/>
              <a:gd name="connsiteX2" fmla="*/ 298497 w 1369954"/>
              <a:gd name="connsiteY2" fmla="*/ 1835169 h 1893260"/>
              <a:gd name="connsiteX3" fmla="*/ 522200 w 1369954"/>
              <a:gd name="connsiteY3" fmla="*/ 0 h 1893260"/>
              <a:gd name="connsiteX0" fmla="*/ 522200 w 1369952"/>
              <a:gd name="connsiteY0" fmla="*/ 0 h 1934412"/>
              <a:gd name="connsiteX1" fmla="*/ 1008092 w 1369952"/>
              <a:gd name="connsiteY1" fmla="*/ 1893260 h 1934412"/>
              <a:gd name="connsiteX2" fmla="*/ 298497 w 1369952"/>
              <a:gd name="connsiteY2" fmla="*/ 1835169 h 1934412"/>
              <a:gd name="connsiteX3" fmla="*/ 522200 w 1369952"/>
              <a:gd name="connsiteY3" fmla="*/ 0 h 1934412"/>
              <a:gd name="connsiteX0" fmla="*/ 522200 w 1369954"/>
              <a:gd name="connsiteY0" fmla="*/ 0 h 1954923"/>
              <a:gd name="connsiteX1" fmla="*/ 1008092 w 1369954"/>
              <a:gd name="connsiteY1" fmla="*/ 1893260 h 1954923"/>
              <a:gd name="connsiteX2" fmla="*/ 298497 w 1369954"/>
              <a:gd name="connsiteY2" fmla="*/ 1835169 h 1954923"/>
              <a:gd name="connsiteX3" fmla="*/ 522200 w 1369954"/>
              <a:gd name="connsiteY3" fmla="*/ 0 h 1954923"/>
              <a:gd name="connsiteX0" fmla="*/ 522200 w 1369952"/>
              <a:gd name="connsiteY0" fmla="*/ 0 h 1947279"/>
              <a:gd name="connsiteX1" fmla="*/ 1008092 w 1369952"/>
              <a:gd name="connsiteY1" fmla="*/ 1893260 h 1947279"/>
              <a:gd name="connsiteX2" fmla="*/ 298497 w 1369952"/>
              <a:gd name="connsiteY2" fmla="*/ 1835169 h 1947279"/>
              <a:gd name="connsiteX3" fmla="*/ 522200 w 1369952"/>
              <a:gd name="connsiteY3" fmla="*/ 0 h 194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952" h="1947279">
                <a:moveTo>
                  <a:pt x="522200" y="0"/>
                </a:moveTo>
                <a:cubicBezTo>
                  <a:pt x="1665006" y="337286"/>
                  <a:pt x="1465058" y="1522596"/>
                  <a:pt x="1008092" y="1893260"/>
                </a:cubicBezTo>
                <a:cubicBezTo>
                  <a:pt x="820723" y="2005556"/>
                  <a:pt x="415743" y="1921231"/>
                  <a:pt x="298497" y="1835169"/>
                </a:cubicBezTo>
                <a:cubicBezTo>
                  <a:pt x="-218857" y="1620972"/>
                  <a:pt x="-11625" y="447830"/>
                  <a:pt x="5222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" name="Freeform: Shape 310">
            <a:extLst>
              <a:ext uri="{FF2B5EF4-FFF2-40B4-BE49-F238E27FC236}">
                <a16:creationId xmlns:a16="http://schemas.microsoft.com/office/drawing/2014/main" id="{DE1B87BE-2C47-44BE-96E2-D885EE94966D}"/>
              </a:ext>
            </a:extLst>
          </p:cNvPr>
          <p:cNvSpPr/>
          <p:nvPr/>
        </p:nvSpPr>
        <p:spPr>
          <a:xfrm>
            <a:off x="5666098" y="5651837"/>
            <a:ext cx="535532" cy="186029"/>
          </a:xfrm>
          <a:custGeom>
            <a:avLst/>
            <a:gdLst>
              <a:gd name="connsiteX0" fmla="*/ 0 w 877203"/>
              <a:gd name="connsiteY0" fmla="*/ 0 h 291944"/>
              <a:gd name="connsiteX1" fmla="*/ 877203 w 877203"/>
              <a:gd name="connsiteY1" fmla="*/ 64790 h 291944"/>
              <a:gd name="connsiteX2" fmla="*/ 876876 w 877203"/>
              <a:gd name="connsiteY2" fmla="*/ 66526 h 291944"/>
              <a:gd name="connsiteX3" fmla="*/ 849740 w 877203"/>
              <a:gd name="connsiteY3" fmla="*/ 216773 h 291944"/>
              <a:gd name="connsiteX4" fmla="*/ 836826 w 877203"/>
              <a:gd name="connsiteY4" fmla="*/ 291944 h 291944"/>
              <a:gd name="connsiteX5" fmla="*/ 43200 w 877203"/>
              <a:gd name="connsiteY5" fmla="*/ 233327 h 291944"/>
              <a:gd name="connsiteX6" fmla="*/ 28178 w 877203"/>
              <a:gd name="connsiteY6" fmla="*/ 148511 h 291944"/>
              <a:gd name="connsiteX7" fmla="*/ 0 w 877203"/>
              <a:gd name="connsiteY7" fmla="*/ 0 h 29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7203" h="291944">
                <a:moveTo>
                  <a:pt x="0" y="0"/>
                </a:moveTo>
                <a:lnTo>
                  <a:pt x="877203" y="64790"/>
                </a:lnTo>
                <a:lnTo>
                  <a:pt x="876876" y="66526"/>
                </a:lnTo>
                <a:cubicBezTo>
                  <a:pt x="867182" y="119051"/>
                  <a:pt x="858149" y="169085"/>
                  <a:pt x="849740" y="216773"/>
                </a:cubicBezTo>
                <a:lnTo>
                  <a:pt x="836826" y="291944"/>
                </a:lnTo>
                <a:lnTo>
                  <a:pt x="43200" y="233327"/>
                </a:lnTo>
                <a:lnTo>
                  <a:pt x="28178" y="14851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2" name="Freeform: Shape 311">
            <a:extLst>
              <a:ext uri="{FF2B5EF4-FFF2-40B4-BE49-F238E27FC236}">
                <a16:creationId xmlns:a16="http://schemas.microsoft.com/office/drawing/2014/main" id="{3342C9F4-EA8C-41FB-95E0-29AF255C8B18}"/>
              </a:ext>
            </a:extLst>
          </p:cNvPr>
          <p:cNvSpPr/>
          <p:nvPr/>
        </p:nvSpPr>
        <p:spPr>
          <a:xfrm>
            <a:off x="5714423" y="5931155"/>
            <a:ext cx="444256" cy="141147"/>
          </a:xfrm>
          <a:custGeom>
            <a:avLst/>
            <a:gdLst>
              <a:gd name="connsiteX0" fmla="*/ 0 w 750968"/>
              <a:gd name="connsiteY0" fmla="*/ 0 h 229512"/>
              <a:gd name="connsiteX1" fmla="*/ 750968 w 750968"/>
              <a:gd name="connsiteY1" fmla="*/ 0 h 229512"/>
              <a:gd name="connsiteX2" fmla="*/ 736978 w 750968"/>
              <a:gd name="connsiteY2" fmla="*/ 86545 h 229512"/>
              <a:gd name="connsiteX3" fmla="*/ 720399 w 750968"/>
              <a:gd name="connsiteY3" fmla="*/ 197127 h 229512"/>
              <a:gd name="connsiteX4" fmla="*/ 715983 w 750968"/>
              <a:gd name="connsiteY4" fmla="*/ 229512 h 229512"/>
              <a:gd name="connsiteX5" fmla="*/ 32818 w 750968"/>
              <a:gd name="connsiteY5" fmla="*/ 229512 h 229512"/>
              <a:gd name="connsiteX6" fmla="*/ 24676 w 750968"/>
              <a:gd name="connsiteY6" fmla="*/ 164584 h 229512"/>
              <a:gd name="connsiteX7" fmla="*/ 7118 w 750968"/>
              <a:gd name="connsiteY7" fmla="*/ 43814 h 229512"/>
              <a:gd name="connsiteX8" fmla="*/ 0 w 750968"/>
              <a:gd name="connsiteY8" fmla="*/ 0 h 229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0968" h="229512">
                <a:moveTo>
                  <a:pt x="0" y="0"/>
                </a:moveTo>
                <a:lnTo>
                  <a:pt x="750968" y="0"/>
                </a:lnTo>
                <a:lnTo>
                  <a:pt x="736978" y="86545"/>
                </a:lnTo>
                <a:cubicBezTo>
                  <a:pt x="730915" y="125418"/>
                  <a:pt x="725401" y="162231"/>
                  <a:pt x="720399" y="197127"/>
                </a:cubicBezTo>
                <a:lnTo>
                  <a:pt x="715983" y="229512"/>
                </a:lnTo>
                <a:lnTo>
                  <a:pt x="32818" y="229512"/>
                </a:lnTo>
                <a:lnTo>
                  <a:pt x="24676" y="164584"/>
                </a:lnTo>
                <a:cubicBezTo>
                  <a:pt x="19515" y="126558"/>
                  <a:pt x="13679" y="86356"/>
                  <a:pt x="7118" y="4381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3" name="Freeform: Shape 312">
            <a:extLst>
              <a:ext uri="{FF2B5EF4-FFF2-40B4-BE49-F238E27FC236}">
                <a16:creationId xmlns:a16="http://schemas.microsoft.com/office/drawing/2014/main" id="{1ACABC1F-6333-40B5-807A-4220E7DB200A}"/>
              </a:ext>
            </a:extLst>
          </p:cNvPr>
          <p:cNvSpPr/>
          <p:nvPr/>
        </p:nvSpPr>
        <p:spPr>
          <a:xfrm>
            <a:off x="5740266" y="6151160"/>
            <a:ext cx="395828" cy="98661"/>
          </a:xfrm>
          <a:custGeom>
            <a:avLst/>
            <a:gdLst>
              <a:gd name="connsiteX0" fmla="*/ 0 w 667444"/>
              <a:gd name="connsiteY0" fmla="*/ 0 h 132229"/>
              <a:gd name="connsiteX1" fmla="*/ 667444 w 667444"/>
              <a:gd name="connsiteY1" fmla="*/ 0 h 132229"/>
              <a:gd name="connsiteX2" fmla="*/ 666772 w 667444"/>
              <a:gd name="connsiteY2" fmla="*/ 4928 h 132229"/>
              <a:gd name="connsiteX3" fmla="*/ 656108 w 667444"/>
              <a:gd name="connsiteY3" fmla="*/ 93378 h 132229"/>
              <a:gd name="connsiteX4" fmla="*/ 652135 w 667444"/>
              <a:gd name="connsiteY4" fmla="*/ 132229 h 132229"/>
              <a:gd name="connsiteX5" fmla="*/ 11938 w 667444"/>
              <a:gd name="connsiteY5" fmla="*/ 132229 h 132229"/>
              <a:gd name="connsiteX6" fmla="*/ 7810 w 667444"/>
              <a:gd name="connsiteY6" fmla="*/ 76638 h 132229"/>
              <a:gd name="connsiteX7" fmla="*/ 0 w 667444"/>
              <a:gd name="connsiteY7" fmla="*/ 0 h 13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44" h="132229">
                <a:moveTo>
                  <a:pt x="0" y="0"/>
                </a:moveTo>
                <a:lnTo>
                  <a:pt x="667444" y="0"/>
                </a:lnTo>
                <a:lnTo>
                  <a:pt x="666772" y="4928"/>
                </a:lnTo>
                <a:cubicBezTo>
                  <a:pt x="662756" y="36136"/>
                  <a:pt x="659213" y="65571"/>
                  <a:pt x="656108" y="93378"/>
                </a:cubicBezTo>
                <a:lnTo>
                  <a:pt x="652135" y="132229"/>
                </a:lnTo>
                <a:lnTo>
                  <a:pt x="11938" y="132229"/>
                </a:lnTo>
                <a:lnTo>
                  <a:pt x="7810" y="7663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4" name="Freeform: Shape 313">
            <a:extLst>
              <a:ext uri="{FF2B5EF4-FFF2-40B4-BE49-F238E27FC236}">
                <a16:creationId xmlns:a16="http://schemas.microsoft.com/office/drawing/2014/main" id="{790D434B-3DD6-4A44-9E79-0827F032FE6B}"/>
              </a:ext>
            </a:extLst>
          </p:cNvPr>
          <p:cNvSpPr/>
          <p:nvPr/>
        </p:nvSpPr>
        <p:spPr>
          <a:xfrm>
            <a:off x="5730717" y="6323347"/>
            <a:ext cx="395828" cy="81319"/>
          </a:xfrm>
          <a:custGeom>
            <a:avLst/>
            <a:gdLst>
              <a:gd name="connsiteX0" fmla="*/ 21921 w 651591"/>
              <a:gd name="connsiteY0" fmla="*/ 0 h 132229"/>
              <a:gd name="connsiteX1" fmla="*/ 645255 w 651591"/>
              <a:gd name="connsiteY1" fmla="*/ 0 h 132229"/>
              <a:gd name="connsiteX2" fmla="*/ 646998 w 651591"/>
              <a:gd name="connsiteY2" fmla="*/ 84400 h 132229"/>
              <a:gd name="connsiteX3" fmla="*/ 651591 w 651591"/>
              <a:gd name="connsiteY3" fmla="*/ 132229 h 132229"/>
              <a:gd name="connsiteX4" fmla="*/ 0 w 651591"/>
              <a:gd name="connsiteY4" fmla="*/ 132229 h 132229"/>
              <a:gd name="connsiteX5" fmla="*/ 11362 w 651591"/>
              <a:gd name="connsiteY5" fmla="*/ 86940 h 132229"/>
              <a:gd name="connsiteX6" fmla="*/ 21921 w 651591"/>
              <a:gd name="connsiteY6" fmla="*/ 0 h 13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1591" h="132229">
                <a:moveTo>
                  <a:pt x="21921" y="0"/>
                </a:moveTo>
                <a:lnTo>
                  <a:pt x="645255" y="0"/>
                </a:lnTo>
                <a:lnTo>
                  <a:pt x="646998" y="84400"/>
                </a:lnTo>
                <a:lnTo>
                  <a:pt x="651591" y="132229"/>
                </a:lnTo>
                <a:lnTo>
                  <a:pt x="0" y="132229"/>
                </a:lnTo>
                <a:lnTo>
                  <a:pt x="11362" y="86940"/>
                </a:lnTo>
                <a:lnTo>
                  <a:pt x="21921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5" name="Freeform: Shape 314">
            <a:extLst>
              <a:ext uri="{FF2B5EF4-FFF2-40B4-BE49-F238E27FC236}">
                <a16:creationId xmlns:a16="http://schemas.microsoft.com/office/drawing/2014/main" id="{C9815FE5-075C-4C5C-B0C8-709ED30BB410}"/>
              </a:ext>
            </a:extLst>
          </p:cNvPr>
          <p:cNvSpPr/>
          <p:nvPr/>
        </p:nvSpPr>
        <p:spPr>
          <a:xfrm>
            <a:off x="5666098" y="6462517"/>
            <a:ext cx="485115" cy="81319"/>
          </a:xfrm>
          <a:custGeom>
            <a:avLst/>
            <a:gdLst>
              <a:gd name="connsiteX0" fmla="*/ 56641 w 753157"/>
              <a:gd name="connsiteY0" fmla="*/ 0 h 132229"/>
              <a:gd name="connsiteX1" fmla="*/ 727724 w 753157"/>
              <a:gd name="connsiteY1" fmla="*/ 0 h 132229"/>
              <a:gd name="connsiteX2" fmla="*/ 734543 w 753157"/>
              <a:gd name="connsiteY2" fmla="*/ 40581 h 132229"/>
              <a:gd name="connsiteX3" fmla="*/ 746300 w 753157"/>
              <a:gd name="connsiteY3" fmla="*/ 97051 h 132229"/>
              <a:gd name="connsiteX4" fmla="*/ 753157 w 753157"/>
              <a:gd name="connsiteY4" fmla="*/ 132229 h 132229"/>
              <a:gd name="connsiteX5" fmla="*/ 0 w 753157"/>
              <a:gd name="connsiteY5" fmla="*/ 132229 h 132229"/>
              <a:gd name="connsiteX6" fmla="*/ 15633 w 753157"/>
              <a:gd name="connsiteY6" fmla="*/ 96369 h 132229"/>
              <a:gd name="connsiteX7" fmla="*/ 40636 w 753157"/>
              <a:gd name="connsiteY7" fmla="*/ 41910 h 132229"/>
              <a:gd name="connsiteX8" fmla="*/ 56641 w 753157"/>
              <a:gd name="connsiteY8" fmla="*/ 0 h 13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3157" h="132229">
                <a:moveTo>
                  <a:pt x="56641" y="0"/>
                </a:moveTo>
                <a:lnTo>
                  <a:pt x="727724" y="0"/>
                </a:lnTo>
                <a:lnTo>
                  <a:pt x="734543" y="40581"/>
                </a:lnTo>
                <a:cubicBezTo>
                  <a:pt x="738312" y="59788"/>
                  <a:pt x="742331" y="78228"/>
                  <a:pt x="746300" y="97051"/>
                </a:cubicBezTo>
                <a:lnTo>
                  <a:pt x="753157" y="132229"/>
                </a:lnTo>
                <a:lnTo>
                  <a:pt x="0" y="132229"/>
                </a:lnTo>
                <a:lnTo>
                  <a:pt x="15633" y="96369"/>
                </a:lnTo>
                <a:cubicBezTo>
                  <a:pt x="24076" y="78217"/>
                  <a:pt x="32540" y="60499"/>
                  <a:pt x="40636" y="41910"/>
                </a:cubicBezTo>
                <a:lnTo>
                  <a:pt x="56641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3AD561C9-26B3-444D-B3C5-E696A6C3ACBD}"/>
              </a:ext>
            </a:extLst>
          </p:cNvPr>
          <p:cNvGrpSpPr/>
          <p:nvPr/>
        </p:nvGrpSpPr>
        <p:grpSpPr>
          <a:xfrm>
            <a:off x="6621900" y="5847448"/>
            <a:ext cx="521990" cy="603105"/>
            <a:chOff x="6983434" y="5014530"/>
            <a:chExt cx="848782" cy="980678"/>
          </a:xfrm>
        </p:grpSpPr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360397B-ED50-45DD-8B5C-30505B5521F2}"/>
                </a:ext>
              </a:extLst>
            </p:cNvPr>
            <p:cNvSpPr/>
            <p:nvPr/>
          </p:nvSpPr>
          <p:spPr>
            <a:xfrm>
              <a:off x="6983434" y="5014530"/>
              <a:ext cx="834152" cy="189897"/>
            </a:xfrm>
            <a:custGeom>
              <a:avLst/>
              <a:gdLst>
                <a:gd name="connsiteX0" fmla="*/ 0 w 834152"/>
                <a:gd name="connsiteY0" fmla="*/ 0 h 189897"/>
                <a:gd name="connsiteX1" fmla="*/ 761925 w 834152"/>
                <a:gd name="connsiteY1" fmla="*/ 0 h 189897"/>
                <a:gd name="connsiteX2" fmla="*/ 796224 w 834152"/>
                <a:gd name="connsiteY2" fmla="*/ 60805 h 189897"/>
                <a:gd name="connsiteX3" fmla="*/ 822923 w 834152"/>
                <a:gd name="connsiteY3" fmla="*/ 130676 h 189897"/>
                <a:gd name="connsiteX4" fmla="*/ 834152 w 834152"/>
                <a:gd name="connsiteY4" fmla="*/ 189897 h 189897"/>
                <a:gd name="connsiteX5" fmla="*/ 89349 w 834152"/>
                <a:gd name="connsiteY5" fmla="*/ 189897 h 189897"/>
                <a:gd name="connsiteX6" fmla="*/ 71137 w 834152"/>
                <a:gd name="connsiteY6" fmla="*/ 144847 h 189897"/>
                <a:gd name="connsiteX7" fmla="*/ 0 w 834152"/>
                <a:gd name="connsiteY7" fmla="*/ 0 h 18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4152" h="189897">
                  <a:moveTo>
                    <a:pt x="0" y="0"/>
                  </a:moveTo>
                  <a:lnTo>
                    <a:pt x="761925" y="0"/>
                  </a:lnTo>
                  <a:lnTo>
                    <a:pt x="796224" y="60805"/>
                  </a:lnTo>
                  <a:cubicBezTo>
                    <a:pt x="807747" y="85065"/>
                    <a:pt x="816519" y="108202"/>
                    <a:pt x="822923" y="130676"/>
                  </a:cubicBezTo>
                  <a:lnTo>
                    <a:pt x="834152" y="189897"/>
                  </a:lnTo>
                  <a:lnTo>
                    <a:pt x="89349" y="189897"/>
                  </a:lnTo>
                  <a:lnTo>
                    <a:pt x="71137" y="1448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F54D9B2A-052E-4914-B7BA-66D33706C27B}"/>
                </a:ext>
              </a:extLst>
            </p:cNvPr>
            <p:cNvSpPr/>
            <p:nvPr/>
          </p:nvSpPr>
          <p:spPr>
            <a:xfrm>
              <a:off x="7121784" y="5304975"/>
              <a:ext cx="710432" cy="189897"/>
            </a:xfrm>
            <a:custGeom>
              <a:avLst/>
              <a:gdLst>
                <a:gd name="connsiteX0" fmla="*/ 0 w 710432"/>
                <a:gd name="connsiteY0" fmla="*/ 0 h 189897"/>
                <a:gd name="connsiteX1" fmla="*/ 710432 w 710432"/>
                <a:gd name="connsiteY1" fmla="*/ 0 h 189897"/>
                <a:gd name="connsiteX2" fmla="*/ 703363 w 710432"/>
                <a:gd name="connsiteY2" fmla="*/ 51895 h 189897"/>
                <a:gd name="connsiteX3" fmla="*/ 687049 w 710432"/>
                <a:gd name="connsiteY3" fmla="*/ 122330 h 189897"/>
                <a:gd name="connsiteX4" fmla="*/ 668457 w 710432"/>
                <a:gd name="connsiteY4" fmla="*/ 189897 h 189897"/>
                <a:gd name="connsiteX5" fmla="*/ 46316 w 710432"/>
                <a:gd name="connsiteY5" fmla="*/ 189897 h 189897"/>
                <a:gd name="connsiteX6" fmla="*/ 31849 w 710432"/>
                <a:gd name="connsiteY6" fmla="*/ 106560 h 189897"/>
                <a:gd name="connsiteX7" fmla="*/ 0 w 710432"/>
                <a:gd name="connsiteY7" fmla="*/ 0 h 18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0432" h="189897">
                  <a:moveTo>
                    <a:pt x="0" y="0"/>
                  </a:moveTo>
                  <a:lnTo>
                    <a:pt x="710432" y="0"/>
                  </a:lnTo>
                  <a:lnTo>
                    <a:pt x="703363" y="51895"/>
                  </a:lnTo>
                  <a:cubicBezTo>
                    <a:pt x="699014" y="74510"/>
                    <a:pt x="693448" y="97836"/>
                    <a:pt x="687049" y="122330"/>
                  </a:cubicBezTo>
                  <a:lnTo>
                    <a:pt x="668457" y="189897"/>
                  </a:lnTo>
                  <a:lnTo>
                    <a:pt x="46316" y="189897"/>
                  </a:lnTo>
                  <a:lnTo>
                    <a:pt x="31849" y="106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6593B4FD-C2BD-4C81-985C-E29319474084}"/>
                </a:ext>
              </a:extLst>
            </p:cNvPr>
            <p:cNvSpPr/>
            <p:nvPr/>
          </p:nvSpPr>
          <p:spPr>
            <a:xfrm>
              <a:off x="7141670" y="5606009"/>
              <a:ext cx="619739" cy="135255"/>
            </a:xfrm>
            <a:custGeom>
              <a:avLst/>
              <a:gdLst>
                <a:gd name="connsiteX0" fmla="*/ 28758 w 619739"/>
                <a:gd name="connsiteY0" fmla="*/ 0 h 135255"/>
                <a:gd name="connsiteX1" fmla="*/ 619739 w 619739"/>
                <a:gd name="connsiteY1" fmla="*/ 0 h 135255"/>
                <a:gd name="connsiteX2" fmla="*/ 596434 w 619739"/>
                <a:gd name="connsiteY2" fmla="*/ 95239 h 135255"/>
                <a:gd name="connsiteX3" fmla="*/ 588606 w 619739"/>
                <a:gd name="connsiteY3" fmla="*/ 135255 h 135255"/>
                <a:gd name="connsiteX4" fmla="*/ 0 w 619739"/>
                <a:gd name="connsiteY4" fmla="*/ 135255 h 135255"/>
                <a:gd name="connsiteX5" fmla="*/ 2619 w 619739"/>
                <a:gd name="connsiteY5" fmla="*/ 129365 h 135255"/>
                <a:gd name="connsiteX6" fmla="*/ 20755 w 619739"/>
                <a:gd name="connsiteY6" fmla="*/ 63949 h 135255"/>
                <a:gd name="connsiteX7" fmla="*/ 28758 w 619739"/>
                <a:gd name="connsiteY7" fmla="*/ 0 h 1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739" h="135255">
                  <a:moveTo>
                    <a:pt x="28758" y="0"/>
                  </a:moveTo>
                  <a:lnTo>
                    <a:pt x="619739" y="0"/>
                  </a:lnTo>
                  <a:lnTo>
                    <a:pt x="596434" y="95239"/>
                  </a:lnTo>
                  <a:lnTo>
                    <a:pt x="588606" y="135255"/>
                  </a:lnTo>
                  <a:lnTo>
                    <a:pt x="0" y="135255"/>
                  </a:lnTo>
                  <a:lnTo>
                    <a:pt x="2619" y="129365"/>
                  </a:lnTo>
                  <a:cubicBezTo>
                    <a:pt x="9908" y="108411"/>
                    <a:pt x="16089" y="86758"/>
                    <a:pt x="20755" y="63949"/>
                  </a:cubicBezTo>
                  <a:lnTo>
                    <a:pt x="28758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D70CC67-2371-4810-880B-790109DCB478}"/>
                </a:ext>
              </a:extLst>
            </p:cNvPr>
            <p:cNvSpPr/>
            <p:nvPr/>
          </p:nvSpPr>
          <p:spPr>
            <a:xfrm>
              <a:off x="7026502" y="5859953"/>
              <a:ext cx="684370" cy="135255"/>
            </a:xfrm>
            <a:custGeom>
              <a:avLst/>
              <a:gdLst>
                <a:gd name="connsiteX0" fmla="*/ 64203 w 684370"/>
                <a:gd name="connsiteY0" fmla="*/ 0 h 135255"/>
                <a:gd name="connsiteX1" fmla="*/ 684370 w 684370"/>
                <a:gd name="connsiteY1" fmla="*/ 0 h 135255"/>
                <a:gd name="connsiteX2" fmla="*/ 671834 w 684370"/>
                <a:gd name="connsiteY2" fmla="*/ 91196 h 135255"/>
                <a:gd name="connsiteX3" fmla="*/ 668462 w 684370"/>
                <a:gd name="connsiteY3" fmla="*/ 135255 h 135255"/>
                <a:gd name="connsiteX4" fmla="*/ 0 w 684370"/>
                <a:gd name="connsiteY4" fmla="*/ 135255 h 135255"/>
                <a:gd name="connsiteX5" fmla="*/ 4015 w 684370"/>
                <a:gd name="connsiteY5" fmla="*/ 124599 h 135255"/>
                <a:gd name="connsiteX6" fmla="*/ 64203 w 684370"/>
                <a:gd name="connsiteY6" fmla="*/ 0 h 1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370" h="135255">
                  <a:moveTo>
                    <a:pt x="64203" y="0"/>
                  </a:moveTo>
                  <a:lnTo>
                    <a:pt x="684370" y="0"/>
                  </a:lnTo>
                  <a:lnTo>
                    <a:pt x="671834" y="91196"/>
                  </a:lnTo>
                  <a:lnTo>
                    <a:pt x="668462" y="135255"/>
                  </a:lnTo>
                  <a:lnTo>
                    <a:pt x="0" y="135255"/>
                  </a:lnTo>
                  <a:lnTo>
                    <a:pt x="4015" y="124599"/>
                  </a:lnTo>
                  <a:lnTo>
                    <a:pt x="64203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7" name="Freeform: Shape 316">
            <a:extLst>
              <a:ext uri="{FF2B5EF4-FFF2-40B4-BE49-F238E27FC236}">
                <a16:creationId xmlns:a16="http://schemas.microsoft.com/office/drawing/2014/main" id="{BAE08536-C5D9-46D5-B979-B2217EF5A8AC}"/>
              </a:ext>
            </a:extLst>
          </p:cNvPr>
          <p:cNvSpPr/>
          <p:nvPr/>
        </p:nvSpPr>
        <p:spPr>
          <a:xfrm rot="498453">
            <a:off x="6762549" y="4903413"/>
            <a:ext cx="152438" cy="482003"/>
          </a:xfrm>
          <a:custGeom>
            <a:avLst/>
            <a:gdLst>
              <a:gd name="connsiteX0" fmla="*/ 0 w 247872"/>
              <a:gd name="connsiteY0" fmla="*/ 4142 h 783761"/>
              <a:gd name="connsiteX1" fmla="*/ 48217 w 247872"/>
              <a:gd name="connsiteY1" fmla="*/ 0 h 783761"/>
              <a:gd name="connsiteX2" fmla="*/ 139203 w 247872"/>
              <a:gd name="connsiteY2" fmla="*/ 1576 h 783761"/>
              <a:gd name="connsiteX3" fmla="*/ 247627 w 247872"/>
              <a:gd name="connsiteY3" fmla="*/ 744110 h 783761"/>
              <a:gd name="connsiteX4" fmla="*/ 228175 w 247872"/>
              <a:gd name="connsiteY4" fmla="*/ 770213 h 783761"/>
              <a:gd name="connsiteX5" fmla="*/ 137066 w 247872"/>
              <a:gd name="connsiteY5" fmla="*/ 783517 h 783761"/>
              <a:gd name="connsiteX6" fmla="*/ 110963 w 247872"/>
              <a:gd name="connsiteY6" fmla="*/ 764065 h 783761"/>
              <a:gd name="connsiteX7" fmla="*/ 0 w 247872"/>
              <a:gd name="connsiteY7" fmla="*/ 4142 h 783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7872" h="783761">
                <a:moveTo>
                  <a:pt x="0" y="4142"/>
                </a:moveTo>
                <a:lnTo>
                  <a:pt x="48217" y="0"/>
                </a:lnTo>
                <a:lnTo>
                  <a:pt x="139203" y="1576"/>
                </a:lnTo>
                <a:lnTo>
                  <a:pt x="247627" y="744110"/>
                </a:lnTo>
                <a:cubicBezTo>
                  <a:pt x="249463" y="756689"/>
                  <a:pt x="240755" y="768376"/>
                  <a:pt x="228175" y="770213"/>
                </a:cubicBezTo>
                <a:lnTo>
                  <a:pt x="137066" y="783517"/>
                </a:lnTo>
                <a:cubicBezTo>
                  <a:pt x="124487" y="785353"/>
                  <a:pt x="112800" y="776645"/>
                  <a:pt x="110963" y="764065"/>
                </a:cubicBezTo>
                <a:lnTo>
                  <a:pt x="0" y="4142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8" name="Freeform: Shape 317">
            <a:extLst>
              <a:ext uri="{FF2B5EF4-FFF2-40B4-BE49-F238E27FC236}">
                <a16:creationId xmlns:a16="http://schemas.microsoft.com/office/drawing/2014/main" id="{DA1D378A-7838-456B-B625-E2032666DCE8}"/>
              </a:ext>
            </a:extLst>
          </p:cNvPr>
          <p:cNvSpPr/>
          <p:nvPr/>
        </p:nvSpPr>
        <p:spPr>
          <a:xfrm rot="498453">
            <a:off x="6541780" y="4890977"/>
            <a:ext cx="141305" cy="428428"/>
          </a:xfrm>
          <a:custGeom>
            <a:avLst/>
            <a:gdLst>
              <a:gd name="connsiteX0" fmla="*/ 133591 w 229769"/>
              <a:gd name="connsiteY0" fmla="*/ 0 h 696645"/>
              <a:gd name="connsiteX1" fmla="*/ 229524 w 229769"/>
              <a:gd name="connsiteY1" fmla="*/ 656994 h 696645"/>
              <a:gd name="connsiteX2" fmla="*/ 210073 w 229769"/>
              <a:gd name="connsiteY2" fmla="*/ 683097 h 696645"/>
              <a:gd name="connsiteX3" fmla="*/ 118964 w 229769"/>
              <a:gd name="connsiteY3" fmla="*/ 696401 h 696645"/>
              <a:gd name="connsiteX4" fmla="*/ 92860 w 229769"/>
              <a:gd name="connsiteY4" fmla="*/ 676949 h 696645"/>
              <a:gd name="connsiteX5" fmla="*/ 0 w 229769"/>
              <a:gd name="connsiteY5" fmla="*/ 40999 h 696645"/>
              <a:gd name="connsiteX6" fmla="*/ 509 w 229769"/>
              <a:gd name="connsiteY6" fmla="*/ 40786 h 696645"/>
              <a:gd name="connsiteX7" fmla="*/ 100620 w 229769"/>
              <a:gd name="connsiteY7" fmla="*/ 8360 h 696645"/>
              <a:gd name="connsiteX8" fmla="*/ 133591 w 229769"/>
              <a:gd name="connsiteY8" fmla="*/ 0 h 69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769" h="696645">
                <a:moveTo>
                  <a:pt x="133591" y="0"/>
                </a:moveTo>
                <a:lnTo>
                  <a:pt x="229524" y="656994"/>
                </a:lnTo>
                <a:cubicBezTo>
                  <a:pt x="231361" y="669573"/>
                  <a:pt x="222652" y="681260"/>
                  <a:pt x="210073" y="683097"/>
                </a:cubicBezTo>
                <a:lnTo>
                  <a:pt x="118964" y="696401"/>
                </a:lnTo>
                <a:cubicBezTo>
                  <a:pt x="106384" y="698237"/>
                  <a:pt x="94697" y="689529"/>
                  <a:pt x="92860" y="676949"/>
                </a:cubicBezTo>
                <a:lnTo>
                  <a:pt x="0" y="40999"/>
                </a:lnTo>
                <a:lnTo>
                  <a:pt x="509" y="40786"/>
                </a:lnTo>
                <a:cubicBezTo>
                  <a:pt x="33581" y="28979"/>
                  <a:pt x="67012" y="18106"/>
                  <a:pt x="100620" y="8360"/>
                </a:cubicBezTo>
                <a:lnTo>
                  <a:pt x="133591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9" name="Freeform: Shape 318">
            <a:extLst>
              <a:ext uri="{FF2B5EF4-FFF2-40B4-BE49-F238E27FC236}">
                <a16:creationId xmlns:a16="http://schemas.microsoft.com/office/drawing/2014/main" id="{D221E204-AC38-46C6-A446-6BCEE609BB82}"/>
              </a:ext>
            </a:extLst>
          </p:cNvPr>
          <p:cNvSpPr/>
          <p:nvPr/>
        </p:nvSpPr>
        <p:spPr>
          <a:xfrm rot="498453">
            <a:off x="6354877" y="4936584"/>
            <a:ext cx="118210" cy="267670"/>
          </a:xfrm>
          <a:custGeom>
            <a:avLst/>
            <a:gdLst>
              <a:gd name="connsiteX0" fmla="*/ 134398 w 192215"/>
              <a:gd name="connsiteY0" fmla="*/ 0 h 435244"/>
              <a:gd name="connsiteX1" fmla="*/ 191962 w 192215"/>
              <a:gd name="connsiteY1" fmla="*/ 394226 h 435244"/>
              <a:gd name="connsiteX2" fmla="*/ 171840 w 192215"/>
              <a:gd name="connsiteY2" fmla="*/ 421229 h 435244"/>
              <a:gd name="connsiteX3" fmla="*/ 77590 w 192215"/>
              <a:gd name="connsiteY3" fmla="*/ 434992 h 435244"/>
              <a:gd name="connsiteX4" fmla="*/ 50586 w 192215"/>
              <a:gd name="connsiteY4" fmla="*/ 414869 h 435244"/>
              <a:gd name="connsiteX5" fmla="*/ 0 w 192215"/>
              <a:gd name="connsiteY5" fmla="*/ 68435 h 435244"/>
              <a:gd name="connsiteX6" fmla="*/ 106909 w 192215"/>
              <a:gd name="connsiteY6" fmla="*/ 11479 h 435244"/>
              <a:gd name="connsiteX7" fmla="*/ 134398 w 192215"/>
              <a:gd name="connsiteY7" fmla="*/ 0 h 43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215" h="435244">
                <a:moveTo>
                  <a:pt x="134398" y="0"/>
                </a:moveTo>
                <a:lnTo>
                  <a:pt x="191962" y="394226"/>
                </a:lnTo>
                <a:cubicBezTo>
                  <a:pt x="193862" y="407240"/>
                  <a:pt x="184854" y="419329"/>
                  <a:pt x="171840" y="421229"/>
                </a:cubicBezTo>
                <a:lnTo>
                  <a:pt x="77590" y="434992"/>
                </a:lnTo>
                <a:cubicBezTo>
                  <a:pt x="64576" y="436892"/>
                  <a:pt x="52487" y="427883"/>
                  <a:pt x="50586" y="414869"/>
                </a:cubicBezTo>
                <a:lnTo>
                  <a:pt x="0" y="68435"/>
                </a:lnTo>
                <a:lnTo>
                  <a:pt x="106909" y="11479"/>
                </a:lnTo>
                <a:lnTo>
                  <a:pt x="134398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0" name="Freeform: Shape 319">
            <a:extLst>
              <a:ext uri="{FF2B5EF4-FFF2-40B4-BE49-F238E27FC236}">
                <a16:creationId xmlns:a16="http://schemas.microsoft.com/office/drawing/2014/main" id="{C20FD115-08F0-4411-9A39-21C6C4F169AE}"/>
              </a:ext>
            </a:extLst>
          </p:cNvPr>
          <p:cNvSpPr/>
          <p:nvPr/>
        </p:nvSpPr>
        <p:spPr>
          <a:xfrm rot="498453">
            <a:off x="6973531" y="4973144"/>
            <a:ext cx="84938" cy="529727"/>
          </a:xfrm>
          <a:custGeom>
            <a:avLst/>
            <a:gdLst>
              <a:gd name="connsiteX0" fmla="*/ 0 w 138114"/>
              <a:gd name="connsiteY0" fmla="*/ 0 h 861363"/>
              <a:gd name="connsiteX1" fmla="*/ 44392 w 138114"/>
              <a:gd name="connsiteY1" fmla="*/ 20709 h 861363"/>
              <a:gd name="connsiteX2" fmla="*/ 122780 w 138114"/>
              <a:gd name="connsiteY2" fmla="*/ 75292 h 861363"/>
              <a:gd name="connsiteX3" fmla="*/ 138114 w 138114"/>
              <a:gd name="connsiteY3" fmla="*/ 90611 h 861363"/>
              <a:gd name="connsiteX4" fmla="*/ 138114 w 138114"/>
              <a:gd name="connsiteY4" fmla="*/ 838344 h 861363"/>
              <a:gd name="connsiteX5" fmla="*/ 115095 w 138114"/>
              <a:gd name="connsiteY5" fmla="*/ 861363 h 861363"/>
              <a:gd name="connsiteX6" fmla="*/ 23020 w 138114"/>
              <a:gd name="connsiteY6" fmla="*/ 861363 h 861363"/>
              <a:gd name="connsiteX7" fmla="*/ 1 w 138114"/>
              <a:gd name="connsiteY7" fmla="*/ 838344 h 861363"/>
              <a:gd name="connsiteX8" fmla="*/ 0 w 138114"/>
              <a:gd name="connsiteY8" fmla="*/ 0 h 86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114" h="861363">
                <a:moveTo>
                  <a:pt x="0" y="0"/>
                </a:moveTo>
                <a:lnTo>
                  <a:pt x="44392" y="20709"/>
                </a:lnTo>
                <a:cubicBezTo>
                  <a:pt x="71664" y="36341"/>
                  <a:pt x="97854" y="54470"/>
                  <a:pt x="122780" y="75292"/>
                </a:cubicBezTo>
                <a:lnTo>
                  <a:pt x="138114" y="90611"/>
                </a:lnTo>
                <a:lnTo>
                  <a:pt x="138114" y="838344"/>
                </a:lnTo>
                <a:cubicBezTo>
                  <a:pt x="138114" y="851058"/>
                  <a:pt x="127808" y="861363"/>
                  <a:pt x="115095" y="861363"/>
                </a:cubicBezTo>
                <a:lnTo>
                  <a:pt x="23020" y="861363"/>
                </a:lnTo>
                <a:cubicBezTo>
                  <a:pt x="10307" y="861363"/>
                  <a:pt x="1" y="851057"/>
                  <a:pt x="1" y="8383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Freeform: Shape 320">
            <a:extLst>
              <a:ext uri="{FF2B5EF4-FFF2-40B4-BE49-F238E27FC236}">
                <a16:creationId xmlns:a16="http://schemas.microsoft.com/office/drawing/2014/main" id="{9D48D12B-9431-4458-86FD-4FD4F9058CCC}"/>
              </a:ext>
            </a:extLst>
          </p:cNvPr>
          <p:cNvSpPr/>
          <p:nvPr/>
        </p:nvSpPr>
        <p:spPr>
          <a:xfrm rot="498453">
            <a:off x="6142625" y="5011335"/>
            <a:ext cx="126832" cy="284632"/>
          </a:xfrm>
          <a:custGeom>
            <a:avLst/>
            <a:gdLst>
              <a:gd name="connsiteX0" fmla="*/ 0 w 206235"/>
              <a:gd name="connsiteY0" fmla="*/ 0 h 462825"/>
              <a:gd name="connsiteX1" fmla="*/ 17193 w 206235"/>
              <a:gd name="connsiteY1" fmla="*/ 9034 h 462825"/>
              <a:gd name="connsiteX2" fmla="*/ 104299 w 206235"/>
              <a:gd name="connsiteY2" fmla="*/ 31798 h 462825"/>
              <a:gd name="connsiteX3" fmla="*/ 144983 w 206235"/>
              <a:gd name="connsiteY3" fmla="*/ 4060 h 462825"/>
              <a:gd name="connsiteX4" fmla="*/ 205982 w 206235"/>
              <a:gd name="connsiteY4" fmla="*/ 421807 h 462825"/>
              <a:gd name="connsiteX5" fmla="*/ 185859 w 206235"/>
              <a:gd name="connsiteY5" fmla="*/ 448811 h 462825"/>
              <a:gd name="connsiteX6" fmla="*/ 91610 w 206235"/>
              <a:gd name="connsiteY6" fmla="*/ 462573 h 462825"/>
              <a:gd name="connsiteX7" fmla="*/ 64606 w 206235"/>
              <a:gd name="connsiteY7" fmla="*/ 442450 h 462825"/>
              <a:gd name="connsiteX8" fmla="*/ 0 w 206235"/>
              <a:gd name="connsiteY8" fmla="*/ 0 h 46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235" h="462825">
                <a:moveTo>
                  <a:pt x="0" y="0"/>
                </a:moveTo>
                <a:lnTo>
                  <a:pt x="17193" y="9034"/>
                </a:lnTo>
                <a:cubicBezTo>
                  <a:pt x="45707" y="20609"/>
                  <a:pt x="74690" y="28596"/>
                  <a:pt x="104299" y="31798"/>
                </a:cubicBezTo>
                <a:lnTo>
                  <a:pt x="144983" y="4060"/>
                </a:lnTo>
                <a:lnTo>
                  <a:pt x="205982" y="421807"/>
                </a:lnTo>
                <a:cubicBezTo>
                  <a:pt x="207882" y="434821"/>
                  <a:pt x="198873" y="446910"/>
                  <a:pt x="185859" y="448811"/>
                </a:cubicBezTo>
                <a:lnTo>
                  <a:pt x="91610" y="462573"/>
                </a:lnTo>
                <a:cubicBezTo>
                  <a:pt x="78596" y="464473"/>
                  <a:pt x="66506" y="455464"/>
                  <a:pt x="64606" y="4424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B8988C0-D656-4F4F-AC01-C2581FFB0FAD}"/>
              </a:ext>
            </a:extLst>
          </p:cNvPr>
          <p:cNvGrpSpPr/>
          <p:nvPr/>
        </p:nvGrpSpPr>
        <p:grpSpPr>
          <a:xfrm>
            <a:off x="9810948" y="3403527"/>
            <a:ext cx="1342313" cy="1787881"/>
            <a:chOff x="3778785" y="493486"/>
            <a:chExt cx="4495424" cy="5987631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CEE75D00-7958-4193-8217-B685F0B763E6}"/>
                </a:ext>
              </a:extLst>
            </p:cNvPr>
            <p:cNvGrpSpPr/>
            <p:nvPr/>
          </p:nvGrpSpPr>
          <p:grpSpPr>
            <a:xfrm>
              <a:off x="3778785" y="493486"/>
              <a:ext cx="4342594" cy="5987631"/>
              <a:chOff x="3778785" y="493486"/>
              <a:chExt cx="4342594" cy="5987631"/>
            </a:xfrm>
          </p:grpSpPr>
          <p:sp>
            <p:nvSpPr>
              <p:cNvPr id="351" name="Moon 350">
                <a:extLst>
                  <a:ext uri="{FF2B5EF4-FFF2-40B4-BE49-F238E27FC236}">
                    <a16:creationId xmlns:a16="http://schemas.microsoft.com/office/drawing/2014/main" id="{B8D76E29-D1B4-4F28-845E-7D316143DD69}"/>
                  </a:ext>
                </a:extLst>
              </p:cNvPr>
              <p:cNvSpPr/>
              <p:nvPr/>
            </p:nvSpPr>
            <p:spPr>
              <a:xfrm rot="8777147">
                <a:off x="6775778" y="590083"/>
                <a:ext cx="405603" cy="1595182"/>
              </a:xfrm>
              <a:prstGeom prst="moon">
                <a:avLst/>
              </a:prstGeom>
              <a:solidFill>
                <a:srgbClr val="CC3A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2" name="Oval 11">
                <a:extLst>
                  <a:ext uri="{FF2B5EF4-FFF2-40B4-BE49-F238E27FC236}">
                    <a16:creationId xmlns:a16="http://schemas.microsoft.com/office/drawing/2014/main" id="{0A3AE8BC-BD59-4EF2-BB93-C2F4FAD6D6BC}"/>
                  </a:ext>
                </a:extLst>
              </p:cNvPr>
              <p:cNvSpPr/>
              <p:nvPr/>
            </p:nvSpPr>
            <p:spPr>
              <a:xfrm>
                <a:off x="5386024" y="4657233"/>
                <a:ext cx="674823" cy="631304"/>
              </a:xfrm>
              <a:custGeom>
                <a:avLst/>
                <a:gdLst>
                  <a:gd name="connsiteX0" fmla="*/ 0 w 425738"/>
                  <a:gd name="connsiteY0" fmla="*/ 360792 h 721584"/>
                  <a:gd name="connsiteX1" fmla="*/ 212869 w 425738"/>
                  <a:gd name="connsiteY1" fmla="*/ 0 h 721584"/>
                  <a:gd name="connsiteX2" fmla="*/ 425738 w 425738"/>
                  <a:gd name="connsiteY2" fmla="*/ 360792 h 721584"/>
                  <a:gd name="connsiteX3" fmla="*/ 212869 w 425738"/>
                  <a:gd name="connsiteY3" fmla="*/ 721584 h 721584"/>
                  <a:gd name="connsiteX4" fmla="*/ 0 w 425738"/>
                  <a:gd name="connsiteY4" fmla="*/ 360792 h 721584"/>
                  <a:gd name="connsiteX0" fmla="*/ 375708 w 801446"/>
                  <a:gd name="connsiteY0" fmla="*/ 173352 h 534144"/>
                  <a:gd name="connsiteX1" fmla="*/ 22520 w 801446"/>
                  <a:gd name="connsiteY1" fmla="*/ 1246 h 534144"/>
                  <a:gd name="connsiteX2" fmla="*/ 801446 w 801446"/>
                  <a:gd name="connsiteY2" fmla="*/ 173352 h 534144"/>
                  <a:gd name="connsiteX3" fmla="*/ 588577 w 801446"/>
                  <a:gd name="connsiteY3" fmla="*/ 534144 h 534144"/>
                  <a:gd name="connsiteX4" fmla="*/ 375708 w 801446"/>
                  <a:gd name="connsiteY4" fmla="*/ 173352 h 534144"/>
                  <a:gd name="connsiteX0" fmla="*/ 374955 w 800693"/>
                  <a:gd name="connsiteY0" fmla="*/ 173352 h 577687"/>
                  <a:gd name="connsiteX1" fmla="*/ 21767 w 800693"/>
                  <a:gd name="connsiteY1" fmla="*/ 1246 h 577687"/>
                  <a:gd name="connsiteX2" fmla="*/ 800693 w 800693"/>
                  <a:gd name="connsiteY2" fmla="*/ 173352 h 577687"/>
                  <a:gd name="connsiteX3" fmla="*/ 486224 w 800693"/>
                  <a:gd name="connsiteY3" fmla="*/ 577687 h 577687"/>
                  <a:gd name="connsiteX4" fmla="*/ 374955 w 800693"/>
                  <a:gd name="connsiteY4" fmla="*/ 173352 h 577687"/>
                  <a:gd name="connsiteX0" fmla="*/ 357800 w 638396"/>
                  <a:gd name="connsiteY0" fmla="*/ 172161 h 576518"/>
                  <a:gd name="connsiteX1" fmla="*/ 4612 w 638396"/>
                  <a:gd name="connsiteY1" fmla="*/ 55 h 576518"/>
                  <a:gd name="connsiteX2" fmla="*/ 638396 w 638396"/>
                  <a:gd name="connsiteY2" fmla="*/ 186676 h 576518"/>
                  <a:gd name="connsiteX3" fmla="*/ 469069 w 638396"/>
                  <a:gd name="connsiteY3" fmla="*/ 576496 h 576518"/>
                  <a:gd name="connsiteX4" fmla="*/ 357800 w 638396"/>
                  <a:gd name="connsiteY4" fmla="*/ 172161 h 576518"/>
                  <a:gd name="connsiteX0" fmla="*/ 332691 w 613287"/>
                  <a:gd name="connsiteY0" fmla="*/ 99505 h 503862"/>
                  <a:gd name="connsiteX1" fmla="*/ 4903 w 613287"/>
                  <a:gd name="connsiteY1" fmla="*/ 35349 h 503862"/>
                  <a:gd name="connsiteX2" fmla="*/ 613287 w 613287"/>
                  <a:gd name="connsiteY2" fmla="*/ 114020 h 503862"/>
                  <a:gd name="connsiteX3" fmla="*/ 443960 w 613287"/>
                  <a:gd name="connsiteY3" fmla="*/ 503840 h 503862"/>
                  <a:gd name="connsiteX4" fmla="*/ 332691 w 613287"/>
                  <a:gd name="connsiteY4" fmla="*/ 99505 h 503862"/>
                  <a:gd name="connsiteX0" fmla="*/ 342997 w 623593"/>
                  <a:gd name="connsiteY0" fmla="*/ 210878 h 615235"/>
                  <a:gd name="connsiteX1" fmla="*/ 15209 w 623593"/>
                  <a:gd name="connsiteY1" fmla="*/ 146722 h 615235"/>
                  <a:gd name="connsiteX2" fmla="*/ 623593 w 623593"/>
                  <a:gd name="connsiteY2" fmla="*/ 225393 h 615235"/>
                  <a:gd name="connsiteX3" fmla="*/ 454266 w 623593"/>
                  <a:gd name="connsiteY3" fmla="*/ 615213 h 615235"/>
                  <a:gd name="connsiteX4" fmla="*/ 342997 w 623593"/>
                  <a:gd name="connsiteY4" fmla="*/ 210878 h 615235"/>
                  <a:gd name="connsiteX0" fmla="*/ 330570 w 611166"/>
                  <a:gd name="connsiteY0" fmla="*/ 140380 h 544737"/>
                  <a:gd name="connsiteX1" fmla="*/ 2782 w 611166"/>
                  <a:gd name="connsiteY1" fmla="*/ 76224 h 544737"/>
                  <a:gd name="connsiteX2" fmla="*/ 611166 w 611166"/>
                  <a:gd name="connsiteY2" fmla="*/ 154895 h 544737"/>
                  <a:gd name="connsiteX3" fmla="*/ 441839 w 611166"/>
                  <a:gd name="connsiteY3" fmla="*/ 544715 h 544737"/>
                  <a:gd name="connsiteX4" fmla="*/ 330570 w 611166"/>
                  <a:gd name="connsiteY4" fmla="*/ 140380 h 544737"/>
                  <a:gd name="connsiteX0" fmla="*/ 330570 w 611166"/>
                  <a:gd name="connsiteY0" fmla="*/ 205595 h 609952"/>
                  <a:gd name="connsiteX1" fmla="*/ 2782 w 611166"/>
                  <a:gd name="connsiteY1" fmla="*/ 141439 h 609952"/>
                  <a:gd name="connsiteX2" fmla="*/ 611166 w 611166"/>
                  <a:gd name="connsiteY2" fmla="*/ 220110 h 609952"/>
                  <a:gd name="connsiteX3" fmla="*/ 441839 w 611166"/>
                  <a:gd name="connsiteY3" fmla="*/ 609930 h 609952"/>
                  <a:gd name="connsiteX4" fmla="*/ 330570 w 611166"/>
                  <a:gd name="connsiteY4" fmla="*/ 205595 h 609952"/>
                  <a:gd name="connsiteX0" fmla="*/ 330570 w 611176"/>
                  <a:gd name="connsiteY0" fmla="*/ 205595 h 610514"/>
                  <a:gd name="connsiteX1" fmla="*/ 2782 w 611176"/>
                  <a:gd name="connsiteY1" fmla="*/ 141439 h 610514"/>
                  <a:gd name="connsiteX2" fmla="*/ 611166 w 611176"/>
                  <a:gd name="connsiteY2" fmla="*/ 220110 h 610514"/>
                  <a:gd name="connsiteX3" fmla="*/ 441839 w 611176"/>
                  <a:gd name="connsiteY3" fmla="*/ 609930 h 610514"/>
                  <a:gd name="connsiteX4" fmla="*/ 330570 w 611176"/>
                  <a:gd name="connsiteY4" fmla="*/ 205595 h 610514"/>
                  <a:gd name="connsiteX0" fmla="*/ 330570 w 666315"/>
                  <a:gd name="connsiteY0" fmla="*/ 205595 h 610514"/>
                  <a:gd name="connsiteX1" fmla="*/ 2782 w 666315"/>
                  <a:gd name="connsiteY1" fmla="*/ 141439 h 610514"/>
                  <a:gd name="connsiteX2" fmla="*/ 611166 w 666315"/>
                  <a:gd name="connsiteY2" fmla="*/ 220110 h 610514"/>
                  <a:gd name="connsiteX3" fmla="*/ 441839 w 666315"/>
                  <a:gd name="connsiteY3" fmla="*/ 609930 h 610514"/>
                  <a:gd name="connsiteX4" fmla="*/ 330570 w 666315"/>
                  <a:gd name="connsiteY4" fmla="*/ 205595 h 610514"/>
                  <a:gd name="connsiteX0" fmla="*/ 330570 w 680258"/>
                  <a:gd name="connsiteY0" fmla="*/ 205595 h 610514"/>
                  <a:gd name="connsiteX1" fmla="*/ 2782 w 680258"/>
                  <a:gd name="connsiteY1" fmla="*/ 141439 h 610514"/>
                  <a:gd name="connsiteX2" fmla="*/ 611166 w 680258"/>
                  <a:gd name="connsiteY2" fmla="*/ 220110 h 610514"/>
                  <a:gd name="connsiteX3" fmla="*/ 441839 w 680258"/>
                  <a:gd name="connsiteY3" fmla="*/ 609930 h 610514"/>
                  <a:gd name="connsiteX4" fmla="*/ 330570 w 680258"/>
                  <a:gd name="connsiteY4" fmla="*/ 205595 h 610514"/>
                  <a:gd name="connsiteX0" fmla="*/ 330319 w 680007"/>
                  <a:gd name="connsiteY0" fmla="*/ 205595 h 610536"/>
                  <a:gd name="connsiteX1" fmla="*/ 2531 w 680007"/>
                  <a:gd name="connsiteY1" fmla="*/ 141439 h 610536"/>
                  <a:gd name="connsiteX2" fmla="*/ 610915 w 680007"/>
                  <a:gd name="connsiteY2" fmla="*/ 220110 h 610536"/>
                  <a:gd name="connsiteX3" fmla="*/ 441588 w 680007"/>
                  <a:gd name="connsiteY3" fmla="*/ 609930 h 610536"/>
                  <a:gd name="connsiteX4" fmla="*/ 330319 w 680007"/>
                  <a:gd name="connsiteY4" fmla="*/ 205595 h 610536"/>
                  <a:gd name="connsiteX0" fmla="*/ 330515 w 680203"/>
                  <a:gd name="connsiteY0" fmla="*/ 205595 h 610514"/>
                  <a:gd name="connsiteX1" fmla="*/ 2727 w 680203"/>
                  <a:gd name="connsiteY1" fmla="*/ 141439 h 610514"/>
                  <a:gd name="connsiteX2" fmla="*/ 611111 w 680203"/>
                  <a:gd name="connsiteY2" fmla="*/ 220110 h 610514"/>
                  <a:gd name="connsiteX3" fmla="*/ 441784 w 680203"/>
                  <a:gd name="connsiteY3" fmla="*/ 609930 h 610514"/>
                  <a:gd name="connsiteX4" fmla="*/ 330515 w 680203"/>
                  <a:gd name="connsiteY4" fmla="*/ 205595 h 610514"/>
                  <a:gd name="connsiteX0" fmla="*/ 302425 w 665984"/>
                  <a:gd name="connsiteY0" fmla="*/ 205991 h 578596"/>
                  <a:gd name="connsiteX1" fmla="*/ 6387 w 665984"/>
                  <a:gd name="connsiteY1" fmla="*/ 110085 h 578596"/>
                  <a:gd name="connsiteX2" fmla="*/ 614771 w 665984"/>
                  <a:gd name="connsiteY2" fmla="*/ 188756 h 578596"/>
                  <a:gd name="connsiteX3" fmla="*/ 445444 w 665984"/>
                  <a:gd name="connsiteY3" fmla="*/ 578576 h 578596"/>
                  <a:gd name="connsiteX4" fmla="*/ 302425 w 665984"/>
                  <a:gd name="connsiteY4" fmla="*/ 205991 h 578596"/>
                  <a:gd name="connsiteX0" fmla="*/ 302550 w 666109"/>
                  <a:gd name="connsiteY0" fmla="*/ 205991 h 578596"/>
                  <a:gd name="connsiteX1" fmla="*/ 6512 w 666109"/>
                  <a:gd name="connsiteY1" fmla="*/ 110085 h 578596"/>
                  <a:gd name="connsiteX2" fmla="*/ 614896 w 666109"/>
                  <a:gd name="connsiteY2" fmla="*/ 188756 h 578596"/>
                  <a:gd name="connsiteX3" fmla="*/ 445569 w 666109"/>
                  <a:gd name="connsiteY3" fmla="*/ 578576 h 578596"/>
                  <a:gd name="connsiteX4" fmla="*/ 302550 w 666109"/>
                  <a:gd name="connsiteY4" fmla="*/ 205991 h 578596"/>
                  <a:gd name="connsiteX0" fmla="*/ 302550 w 679350"/>
                  <a:gd name="connsiteY0" fmla="*/ 205991 h 580177"/>
                  <a:gd name="connsiteX1" fmla="*/ 6512 w 679350"/>
                  <a:gd name="connsiteY1" fmla="*/ 110085 h 580177"/>
                  <a:gd name="connsiteX2" fmla="*/ 614896 w 679350"/>
                  <a:gd name="connsiteY2" fmla="*/ 188756 h 580177"/>
                  <a:gd name="connsiteX3" fmla="*/ 445569 w 679350"/>
                  <a:gd name="connsiteY3" fmla="*/ 578576 h 580177"/>
                  <a:gd name="connsiteX4" fmla="*/ 302550 w 679350"/>
                  <a:gd name="connsiteY4" fmla="*/ 205991 h 580177"/>
                  <a:gd name="connsiteX0" fmla="*/ 303960 w 680760"/>
                  <a:gd name="connsiteY0" fmla="*/ 236995 h 611181"/>
                  <a:gd name="connsiteX1" fmla="*/ 7922 w 680760"/>
                  <a:gd name="connsiteY1" fmla="*/ 141089 h 611181"/>
                  <a:gd name="connsiteX2" fmla="*/ 616306 w 680760"/>
                  <a:gd name="connsiteY2" fmla="*/ 219760 h 611181"/>
                  <a:gd name="connsiteX3" fmla="*/ 446979 w 680760"/>
                  <a:gd name="connsiteY3" fmla="*/ 609580 h 611181"/>
                  <a:gd name="connsiteX4" fmla="*/ 303960 w 680760"/>
                  <a:gd name="connsiteY4" fmla="*/ 236995 h 611181"/>
                  <a:gd name="connsiteX0" fmla="*/ 298023 w 674823"/>
                  <a:gd name="connsiteY0" fmla="*/ 218889 h 593075"/>
                  <a:gd name="connsiteX1" fmla="*/ 1985 w 674823"/>
                  <a:gd name="connsiteY1" fmla="*/ 122983 h 593075"/>
                  <a:gd name="connsiteX2" fmla="*/ 610369 w 674823"/>
                  <a:gd name="connsiteY2" fmla="*/ 201654 h 593075"/>
                  <a:gd name="connsiteX3" fmla="*/ 441042 w 674823"/>
                  <a:gd name="connsiteY3" fmla="*/ 591474 h 593075"/>
                  <a:gd name="connsiteX4" fmla="*/ 298023 w 674823"/>
                  <a:gd name="connsiteY4" fmla="*/ 218889 h 593075"/>
                  <a:gd name="connsiteX0" fmla="*/ 298023 w 674823"/>
                  <a:gd name="connsiteY0" fmla="*/ 257118 h 631304"/>
                  <a:gd name="connsiteX1" fmla="*/ 1985 w 674823"/>
                  <a:gd name="connsiteY1" fmla="*/ 161212 h 631304"/>
                  <a:gd name="connsiteX2" fmla="*/ 610369 w 674823"/>
                  <a:gd name="connsiteY2" fmla="*/ 239883 h 631304"/>
                  <a:gd name="connsiteX3" fmla="*/ 441042 w 674823"/>
                  <a:gd name="connsiteY3" fmla="*/ 629703 h 631304"/>
                  <a:gd name="connsiteX4" fmla="*/ 298023 w 674823"/>
                  <a:gd name="connsiteY4" fmla="*/ 257118 h 631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823" h="631304">
                    <a:moveTo>
                      <a:pt x="298023" y="257118"/>
                    </a:moveTo>
                    <a:cubicBezTo>
                      <a:pt x="224847" y="179036"/>
                      <a:pt x="-24673" y="208535"/>
                      <a:pt x="1985" y="161212"/>
                    </a:cubicBezTo>
                    <a:cubicBezTo>
                      <a:pt x="28643" y="113889"/>
                      <a:pt x="375419" y="-219727"/>
                      <a:pt x="610369" y="239883"/>
                    </a:cubicBezTo>
                    <a:cubicBezTo>
                      <a:pt x="775469" y="432793"/>
                      <a:pt x="588350" y="652230"/>
                      <a:pt x="441042" y="629703"/>
                    </a:cubicBezTo>
                    <a:cubicBezTo>
                      <a:pt x="293734" y="607176"/>
                      <a:pt x="371199" y="335200"/>
                      <a:pt x="298023" y="257118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3" name="Oval 11">
                <a:extLst>
                  <a:ext uri="{FF2B5EF4-FFF2-40B4-BE49-F238E27FC236}">
                    <a16:creationId xmlns:a16="http://schemas.microsoft.com/office/drawing/2014/main" id="{3F00499B-14CC-484D-96D9-1626B97F3979}"/>
                  </a:ext>
                </a:extLst>
              </p:cNvPr>
              <p:cNvSpPr/>
              <p:nvPr/>
            </p:nvSpPr>
            <p:spPr>
              <a:xfrm>
                <a:off x="5102838" y="4678105"/>
                <a:ext cx="674823" cy="631304"/>
              </a:xfrm>
              <a:custGeom>
                <a:avLst/>
                <a:gdLst>
                  <a:gd name="connsiteX0" fmla="*/ 0 w 425738"/>
                  <a:gd name="connsiteY0" fmla="*/ 360792 h 721584"/>
                  <a:gd name="connsiteX1" fmla="*/ 212869 w 425738"/>
                  <a:gd name="connsiteY1" fmla="*/ 0 h 721584"/>
                  <a:gd name="connsiteX2" fmla="*/ 425738 w 425738"/>
                  <a:gd name="connsiteY2" fmla="*/ 360792 h 721584"/>
                  <a:gd name="connsiteX3" fmla="*/ 212869 w 425738"/>
                  <a:gd name="connsiteY3" fmla="*/ 721584 h 721584"/>
                  <a:gd name="connsiteX4" fmla="*/ 0 w 425738"/>
                  <a:gd name="connsiteY4" fmla="*/ 360792 h 721584"/>
                  <a:gd name="connsiteX0" fmla="*/ 375708 w 801446"/>
                  <a:gd name="connsiteY0" fmla="*/ 173352 h 534144"/>
                  <a:gd name="connsiteX1" fmla="*/ 22520 w 801446"/>
                  <a:gd name="connsiteY1" fmla="*/ 1246 h 534144"/>
                  <a:gd name="connsiteX2" fmla="*/ 801446 w 801446"/>
                  <a:gd name="connsiteY2" fmla="*/ 173352 h 534144"/>
                  <a:gd name="connsiteX3" fmla="*/ 588577 w 801446"/>
                  <a:gd name="connsiteY3" fmla="*/ 534144 h 534144"/>
                  <a:gd name="connsiteX4" fmla="*/ 375708 w 801446"/>
                  <a:gd name="connsiteY4" fmla="*/ 173352 h 534144"/>
                  <a:gd name="connsiteX0" fmla="*/ 374955 w 800693"/>
                  <a:gd name="connsiteY0" fmla="*/ 173352 h 577687"/>
                  <a:gd name="connsiteX1" fmla="*/ 21767 w 800693"/>
                  <a:gd name="connsiteY1" fmla="*/ 1246 h 577687"/>
                  <a:gd name="connsiteX2" fmla="*/ 800693 w 800693"/>
                  <a:gd name="connsiteY2" fmla="*/ 173352 h 577687"/>
                  <a:gd name="connsiteX3" fmla="*/ 486224 w 800693"/>
                  <a:gd name="connsiteY3" fmla="*/ 577687 h 577687"/>
                  <a:gd name="connsiteX4" fmla="*/ 374955 w 800693"/>
                  <a:gd name="connsiteY4" fmla="*/ 173352 h 577687"/>
                  <a:gd name="connsiteX0" fmla="*/ 357800 w 638396"/>
                  <a:gd name="connsiteY0" fmla="*/ 172161 h 576518"/>
                  <a:gd name="connsiteX1" fmla="*/ 4612 w 638396"/>
                  <a:gd name="connsiteY1" fmla="*/ 55 h 576518"/>
                  <a:gd name="connsiteX2" fmla="*/ 638396 w 638396"/>
                  <a:gd name="connsiteY2" fmla="*/ 186676 h 576518"/>
                  <a:gd name="connsiteX3" fmla="*/ 469069 w 638396"/>
                  <a:gd name="connsiteY3" fmla="*/ 576496 h 576518"/>
                  <a:gd name="connsiteX4" fmla="*/ 357800 w 638396"/>
                  <a:gd name="connsiteY4" fmla="*/ 172161 h 576518"/>
                  <a:gd name="connsiteX0" fmla="*/ 332691 w 613287"/>
                  <a:gd name="connsiteY0" fmla="*/ 99505 h 503862"/>
                  <a:gd name="connsiteX1" fmla="*/ 4903 w 613287"/>
                  <a:gd name="connsiteY1" fmla="*/ 35349 h 503862"/>
                  <a:gd name="connsiteX2" fmla="*/ 613287 w 613287"/>
                  <a:gd name="connsiteY2" fmla="*/ 114020 h 503862"/>
                  <a:gd name="connsiteX3" fmla="*/ 443960 w 613287"/>
                  <a:gd name="connsiteY3" fmla="*/ 503840 h 503862"/>
                  <a:gd name="connsiteX4" fmla="*/ 332691 w 613287"/>
                  <a:gd name="connsiteY4" fmla="*/ 99505 h 503862"/>
                  <a:gd name="connsiteX0" fmla="*/ 342997 w 623593"/>
                  <a:gd name="connsiteY0" fmla="*/ 210878 h 615235"/>
                  <a:gd name="connsiteX1" fmla="*/ 15209 w 623593"/>
                  <a:gd name="connsiteY1" fmla="*/ 146722 h 615235"/>
                  <a:gd name="connsiteX2" fmla="*/ 623593 w 623593"/>
                  <a:gd name="connsiteY2" fmla="*/ 225393 h 615235"/>
                  <a:gd name="connsiteX3" fmla="*/ 454266 w 623593"/>
                  <a:gd name="connsiteY3" fmla="*/ 615213 h 615235"/>
                  <a:gd name="connsiteX4" fmla="*/ 342997 w 623593"/>
                  <a:gd name="connsiteY4" fmla="*/ 210878 h 615235"/>
                  <a:gd name="connsiteX0" fmla="*/ 330570 w 611166"/>
                  <a:gd name="connsiteY0" fmla="*/ 140380 h 544737"/>
                  <a:gd name="connsiteX1" fmla="*/ 2782 w 611166"/>
                  <a:gd name="connsiteY1" fmla="*/ 76224 h 544737"/>
                  <a:gd name="connsiteX2" fmla="*/ 611166 w 611166"/>
                  <a:gd name="connsiteY2" fmla="*/ 154895 h 544737"/>
                  <a:gd name="connsiteX3" fmla="*/ 441839 w 611166"/>
                  <a:gd name="connsiteY3" fmla="*/ 544715 h 544737"/>
                  <a:gd name="connsiteX4" fmla="*/ 330570 w 611166"/>
                  <a:gd name="connsiteY4" fmla="*/ 140380 h 544737"/>
                  <a:gd name="connsiteX0" fmla="*/ 330570 w 611166"/>
                  <a:gd name="connsiteY0" fmla="*/ 205595 h 609952"/>
                  <a:gd name="connsiteX1" fmla="*/ 2782 w 611166"/>
                  <a:gd name="connsiteY1" fmla="*/ 141439 h 609952"/>
                  <a:gd name="connsiteX2" fmla="*/ 611166 w 611166"/>
                  <a:gd name="connsiteY2" fmla="*/ 220110 h 609952"/>
                  <a:gd name="connsiteX3" fmla="*/ 441839 w 611166"/>
                  <a:gd name="connsiteY3" fmla="*/ 609930 h 609952"/>
                  <a:gd name="connsiteX4" fmla="*/ 330570 w 611166"/>
                  <a:gd name="connsiteY4" fmla="*/ 205595 h 609952"/>
                  <a:gd name="connsiteX0" fmla="*/ 330570 w 611176"/>
                  <a:gd name="connsiteY0" fmla="*/ 205595 h 610514"/>
                  <a:gd name="connsiteX1" fmla="*/ 2782 w 611176"/>
                  <a:gd name="connsiteY1" fmla="*/ 141439 h 610514"/>
                  <a:gd name="connsiteX2" fmla="*/ 611166 w 611176"/>
                  <a:gd name="connsiteY2" fmla="*/ 220110 h 610514"/>
                  <a:gd name="connsiteX3" fmla="*/ 441839 w 611176"/>
                  <a:gd name="connsiteY3" fmla="*/ 609930 h 610514"/>
                  <a:gd name="connsiteX4" fmla="*/ 330570 w 611176"/>
                  <a:gd name="connsiteY4" fmla="*/ 205595 h 610514"/>
                  <a:gd name="connsiteX0" fmla="*/ 330570 w 666315"/>
                  <a:gd name="connsiteY0" fmla="*/ 205595 h 610514"/>
                  <a:gd name="connsiteX1" fmla="*/ 2782 w 666315"/>
                  <a:gd name="connsiteY1" fmla="*/ 141439 h 610514"/>
                  <a:gd name="connsiteX2" fmla="*/ 611166 w 666315"/>
                  <a:gd name="connsiteY2" fmla="*/ 220110 h 610514"/>
                  <a:gd name="connsiteX3" fmla="*/ 441839 w 666315"/>
                  <a:gd name="connsiteY3" fmla="*/ 609930 h 610514"/>
                  <a:gd name="connsiteX4" fmla="*/ 330570 w 666315"/>
                  <a:gd name="connsiteY4" fmla="*/ 205595 h 610514"/>
                  <a:gd name="connsiteX0" fmla="*/ 330570 w 680258"/>
                  <a:gd name="connsiteY0" fmla="*/ 205595 h 610514"/>
                  <a:gd name="connsiteX1" fmla="*/ 2782 w 680258"/>
                  <a:gd name="connsiteY1" fmla="*/ 141439 h 610514"/>
                  <a:gd name="connsiteX2" fmla="*/ 611166 w 680258"/>
                  <a:gd name="connsiteY2" fmla="*/ 220110 h 610514"/>
                  <a:gd name="connsiteX3" fmla="*/ 441839 w 680258"/>
                  <a:gd name="connsiteY3" fmla="*/ 609930 h 610514"/>
                  <a:gd name="connsiteX4" fmla="*/ 330570 w 680258"/>
                  <a:gd name="connsiteY4" fmla="*/ 205595 h 610514"/>
                  <a:gd name="connsiteX0" fmla="*/ 330319 w 680007"/>
                  <a:gd name="connsiteY0" fmla="*/ 205595 h 610536"/>
                  <a:gd name="connsiteX1" fmla="*/ 2531 w 680007"/>
                  <a:gd name="connsiteY1" fmla="*/ 141439 h 610536"/>
                  <a:gd name="connsiteX2" fmla="*/ 610915 w 680007"/>
                  <a:gd name="connsiteY2" fmla="*/ 220110 h 610536"/>
                  <a:gd name="connsiteX3" fmla="*/ 441588 w 680007"/>
                  <a:gd name="connsiteY3" fmla="*/ 609930 h 610536"/>
                  <a:gd name="connsiteX4" fmla="*/ 330319 w 680007"/>
                  <a:gd name="connsiteY4" fmla="*/ 205595 h 610536"/>
                  <a:gd name="connsiteX0" fmla="*/ 330515 w 680203"/>
                  <a:gd name="connsiteY0" fmla="*/ 205595 h 610514"/>
                  <a:gd name="connsiteX1" fmla="*/ 2727 w 680203"/>
                  <a:gd name="connsiteY1" fmla="*/ 141439 h 610514"/>
                  <a:gd name="connsiteX2" fmla="*/ 611111 w 680203"/>
                  <a:gd name="connsiteY2" fmla="*/ 220110 h 610514"/>
                  <a:gd name="connsiteX3" fmla="*/ 441784 w 680203"/>
                  <a:gd name="connsiteY3" fmla="*/ 609930 h 610514"/>
                  <a:gd name="connsiteX4" fmla="*/ 330515 w 680203"/>
                  <a:gd name="connsiteY4" fmla="*/ 205595 h 610514"/>
                  <a:gd name="connsiteX0" fmla="*/ 302425 w 665984"/>
                  <a:gd name="connsiteY0" fmla="*/ 205991 h 578596"/>
                  <a:gd name="connsiteX1" fmla="*/ 6387 w 665984"/>
                  <a:gd name="connsiteY1" fmla="*/ 110085 h 578596"/>
                  <a:gd name="connsiteX2" fmla="*/ 614771 w 665984"/>
                  <a:gd name="connsiteY2" fmla="*/ 188756 h 578596"/>
                  <a:gd name="connsiteX3" fmla="*/ 445444 w 665984"/>
                  <a:gd name="connsiteY3" fmla="*/ 578576 h 578596"/>
                  <a:gd name="connsiteX4" fmla="*/ 302425 w 665984"/>
                  <a:gd name="connsiteY4" fmla="*/ 205991 h 578596"/>
                  <a:gd name="connsiteX0" fmla="*/ 302550 w 666109"/>
                  <a:gd name="connsiteY0" fmla="*/ 205991 h 578596"/>
                  <a:gd name="connsiteX1" fmla="*/ 6512 w 666109"/>
                  <a:gd name="connsiteY1" fmla="*/ 110085 h 578596"/>
                  <a:gd name="connsiteX2" fmla="*/ 614896 w 666109"/>
                  <a:gd name="connsiteY2" fmla="*/ 188756 h 578596"/>
                  <a:gd name="connsiteX3" fmla="*/ 445569 w 666109"/>
                  <a:gd name="connsiteY3" fmla="*/ 578576 h 578596"/>
                  <a:gd name="connsiteX4" fmla="*/ 302550 w 666109"/>
                  <a:gd name="connsiteY4" fmla="*/ 205991 h 578596"/>
                  <a:gd name="connsiteX0" fmla="*/ 302550 w 679350"/>
                  <a:gd name="connsiteY0" fmla="*/ 205991 h 580177"/>
                  <a:gd name="connsiteX1" fmla="*/ 6512 w 679350"/>
                  <a:gd name="connsiteY1" fmla="*/ 110085 h 580177"/>
                  <a:gd name="connsiteX2" fmla="*/ 614896 w 679350"/>
                  <a:gd name="connsiteY2" fmla="*/ 188756 h 580177"/>
                  <a:gd name="connsiteX3" fmla="*/ 445569 w 679350"/>
                  <a:gd name="connsiteY3" fmla="*/ 578576 h 580177"/>
                  <a:gd name="connsiteX4" fmla="*/ 302550 w 679350"/>
                  <a:gd name="connsiteY4" fmla="*/ 205991 h 580177"/>
                  <a:gd name="connsiteX0" fmla="*/ 303960 w 680760"/>
                  <a:gd name="connsiteY0" fmla="*/ 236995 h 611181"/>
                  <a:gd name="connsiteX1" fmla="*/ 7922 w 680760"/>
                  <a:gd name="connsiteY1" fmla="*/ 141089 h 611181"/>
                  <a:gd name="connsiteX2" fmla="*/ 616306 w 680760"/>
                  <a:gd name="connsiteY2" fmla="*/ 219760 h 611181"/>
                  <a:gd name="connsiteX3" fmla="*/ 446979 w 680760"/>
                  <a:gd name="connsiteY3" fmla="*/ 609580 h 611181"/>
                  <a:gd name="connsiteX4" fmla="*/ 303960 w 680760"/>
                  <a:gd name="connsiteY4" fmla="*/ 236995 h 611181"/>
                  <a:gd name="connsiteX0" fmla="*/ 298023 w 674823"/>
                  <a:gd name="connsiteY0" fmla="*/ 218889 h 593075"/>
                  <a:gd name="connsiteX1" fmla="*/ 1985 w 674823"/>
                  <a:gd name="connsiteY1" fmla="*/ 122983 h 593075"/>
                  <a:gd name="connsiteX2" fmla="*/ 610369 w 674823"/>
                  <a:gd name="connsiteY2" fmla="*/ 201654 h 593075"/>
                  <a:gd name="connsiteX3" fmla="*/ 441042 w 674823"/>
                  <a:gd name="connsiteY3" fmla="*/ 591474 h 593075"/>
                  <a:gd name="connsiteX4" fmla="*/ 298023 w 674823"/>
                  <a:gd name="connsiteY4" fmla="*/ 218889 h 593075"/>
                  <a:gd name="connsiteX0" fmla="*/ 298023 w 674823"/>
                  <a:gd name="connsiteY0" fmla="*/ 257118 h 631304"/>
                  <a:gd name="connsiteX1" fmla="*/ 1985 w 674823"/>
                  <a:gd name="connsiteY1" fmla="*/ 161212 h 631304"/>
                  <a:gd name="connsiteX2" fmla="*/ 610369 w 674823"/>
                  <a:gd name="connsiteY2" fmla="*/ 239883 h 631304"/>
                  <a:gd name="connsiteX3" fmla="*/ 441042 w 674823"/>
                  <a:gd name="connsiteY3" fmla="*/ 629703 h 631304"/>
                  <a:gd name="connsiteX4" fmla="*/ 298023 w 674823"/>
                  <a:gd name="connsiteY4" fmla="*/ 257118 h 631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823" h="631304">
                    <a:moveTo>
                      <a:pt x="298023" y="257118"/>
                    </a:moveTo>
                    <a:cubicBezTo>
                      <a:pt x="224847" y="179036"/>
                      <a:pt x="-24673" y="208535"/>
                      <a:pt x="1985" y="161212"/>
                    </a:cubicBezTo>
                    <a:cubicBezTo>
                      <a:pt x="28643" y="113889"/>
                      <a:pt x="375419" y="-219727"/>
                      <a:pt x="610369" y="239883"/>
                    </a:cubicBezTo>
                    <a:cubicBezTo>
                      <a:pt x="775469" y="432793"/>
                      <a:pt x="588350" y="652230"/>
                      <a:pt x="441042" y="629703"/>
                    </a:cubicBezTo>
                    <a:cubicBezTo>
                      <a:pt x="293734" y="607176"/>
                      <a:pt x="371199" y="335200"/>
                      <a:pt x="298023" y="257118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63B6F20A-32EB-46D1-AABB-4030F36B3195}"/>
                  </a:ext>
                </a:extLst>
              </p:cNvPr>
              <p:cNvSpPr/>
              <p:nvPr/>
            </p:nvSpPr>
            <p:spPr>
              <a:xfrm rot="20139439">
                <a:off x="4971847" y="2190289"/>
                <a:ext cx="2055156" cy="3116157"/>
              </a:xfrm>
              <a:prstGeom prst="ellipse">
                <a:avLst/>
              </a:prstGeom>
              <a:solidFill>
                <a:srgbClr val="CC3A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5" name="Rectangle 7">
                <a:extLst>
                  <a:ext uri="{FF2B5EF4-FFF2-40B4-BE49-F238E27FC236}">
                    <a16:creationId xmlns:a16="http://schemas.microsoft.com/office/drawing/2014/main" id="{13B63496-6FBB-490D-B38F-980A2FEBE77F}"/>
                  </a:ext>
                </a:extLst>
              </p:cNvPr>
              <p:cNvSpPr/>
              <p:nvPr/>
            </p:nvSpPr>
            <p:spPr>
              <a:xfrm rot="19800066">
                <a:off x="5828314" y="3262852"/>
                <a:ext cx="1441963" cy="985351"/>
              </a:xfrm>
              <a:custGeom>
                <a:avLst/>
                <a:gdLst>
                  <a:gd name="connsiteX0" fmla="*/ 0 w 799375"/>
                  <a:gd name="connsiteY0" fmla="*/ 0 h 283754"/>
                  <a:gd name="connsiteX1" fmla="*/ 799375 w 799375"/>
                  <a:gd name="connsiteY1" fmla="*/ 0 h 283754"/>
                  <a:gd name="connsiteX2" fmla="*/ 799375 w 799375"/>
                  <a:gd name="connsiteY2" fmla="*/ 283754 h 283754"/>
                  <a:gd name="connsiteX3" fmla="*/ 0 w 799375"/>
                  <a:gd name="connsiteY3" fmla="*/ 283754 h 283754"/>
                  <a:gd name="connsiteX4" fmla="*/ 0 w 799375"/>
                  <a:gd name="connsiteY4" fmla="*/ 0 h 283754"/>
                  <a:gd name="connsiteX0" fmla="*/ 0 w 819173"/>
                  <a:gd name="connsiteY0" fmla="*/ 0 h 295183"/>
                  <a:gd name="connsiteX1" fmla="*/ 819173 w 819173"/>
                  <a:gd name="connsiteY1" fmla="*/ 11429 h 295183"/>
                  <a:gd name="connsiteX2" fmla="*/ 819173 w 819173"/>
                  <a:gd name="connsiteY2" fmla="*/ 295183 h 295183"/>
                  <a:gd name="connsiteX3" fmla="*/ 19798 w 819173"/>
                  <a:gd name="connsiteY3" fmla="*/ 295183 h 295183"/>
                  <a:gd name="connsiteX4" fmla="*/ 0 w 819173"/>
                  <a:gd name="connsiteY4" fmla="*/ 0 h 295183"/>
                  <a:gd name="connsiteX0" fmla="*/ 221176 w 1040349"/>
                  <a:gd name="connsiteY0" fmla="*/ 0 h 499213"/>
                  <a:gd name="connsiteX1" fmla="*/ 1040349 w 1040349"/>
                  <a:gd name="connsiteY1" fmla="*/ 11429 h 499213"/>
                  <a:gd name="connsiteX2" fmla="*/ 1040349 w 1040349"/>
                  <a:gd name="connsiteY2" fmla="*/ 295183 h 499213"/>
                  <a:gd name="connsiteX3" fmla="*/ 0 w 1040349"/>
                  <a:gd name="connsiteY3" fmla="*/ 499213 h 499213"/>
                  <a:gd name="connsiteX4" fmla="*/ 221176 w 1040349"/>
                  <a:gd name="connsiteY4" fmla="*/ 0 h 499213"/>
                  <a:gd name="connsiteX0" fmla="*/ 221176 w 1040349"/>
                  <a:gd name="connsiteY0" fmla="*/ 0 h 499213"/>
                  <a:gd name="connsiteX1" fmla="*/ 1040349 w 1040349"/>
                  <a:gd name="connsiteY1" fmla="*/ 11429 h 499213"/>
                  <a:gd name="connsiteX2" fmla="*/ 1040349 w 1040349"/>
                  <a:gd name="connsiteY2" fmla="*/ 295183 h 499213"/>
                  <a:gd name="connsiteX3" fmla="*/ 534506 w 1040349"/>
                  <a:gd name="connsiteY3" fmla="*/ 426740 h 499213"/>
                  <a:gd name="connsiteX4" fmla="*/ 0 w 1040349"/>
                  <a:gd name="connsiteY4" fmla="*/ 499213 h 499213"/>
                  <a:gd name="connsiteX5" fmla="*/ 221176 w 1040349"/>
                  <a:gd name="connsiteY5" fmla="*/ 0 h 499213"/>
                  <a:gd name="connsiteX0" fmla="*/ 0 w 819173"/>
                  <a:gd name="connsiteY0" fmla="*/ 0 h 426740"/>
                  <a:gd name="connsiteX1" fmla="*/ 819173 w 819173"/>
                  <a:gd name="connsiteY1" fmla="*/ 11429 h 426740"/>
                  <a:gd name="connsiteX2" fmla="*/ 819173 w 819173"/>
                  <a:gd name="connsiteY2" fmla="*/ 295183 h 426740"/>
                  <a:gd name="connsiteX3" fmla="*/ 313330 w 819173"/>
                  <a:gd name="connsiteY3" fmla="*/ 426740 h 426740"/>
                  <a:gd name="connsiteX4" fmla="*/ 0 w 819173"/>
                  <a:gd name="connsiteY4" fmla="*/ 0 h 426740"/>
                  <a:gd name="connsiteX0" fmla="*/ 130109 w 949282"/>
                  <a:gd name="connsiteY0" fmla="*/ 0 h 526485"/>
                  <a:gd name="connsiteX1" fmla="*/ 949282 w 949282"/>
                  <a:gd name="connsiteY1" fmla="*/ 11429 h 526485"/>
                  <a:gd name="connsiteX2" fmla="*/ 949282 w 949282"/>
                  <a:gd name="connsiteY2" fmla="*/ 295183 h 526485"/>
                  <a:gd name="connsiteX3" fmla="*/ 443439 w 949282"/>
                  <a:gd name="connsiteY3" fmla="*/ 426740 h 526485"/>
                  <a:gd name="connsiteX4" fmla="*/ 130109 w 949282"/>
                  <a:gd name="connsiteY4" fmla="*/ 0 h 526485"/>
                  <a:gd name="connsiteX0" fmla="*/ 195454 w 1014627"/>
                  <a:gd name="connsiteY0" fmla="*/ 0 h 536248"/>
                  <a:gd name="connsiteX1" fmla="*/ 1014627 w 1014627"/>
                  <a:gd name="connsiteY1" fmla="*/ 11429 h 536248"/>
                  <a:gd name="connsiteX2" fmla="*/ 1014627 w 1014627"/>
                  <a:gd name="connsiteY2" fmla="*/ 295183 h 536248"/>
                  <a:gd name="connsiteX3" fmla="*/ 508784 w 1014627"/>
                  <a:gd name="connsiteY3" fmla="*/ 426740 h 536248"/>
                  <a:gd name="connsiteX4" fmla="*/ 195454 w 1014627"/>
                  <a:gd name="connsiteY4" fmla="*/ 0 h 536248"/>
                  <a:gd name="connsiteX0" fmla="*/ 195454 w 1014627"/>
                  <a:gd name="connsiteY0" fmla="*/ 0 h 536248"/>
                  <a:gd name="connsiteX1" fmla="*/ 1014627 w 1014627"/>
                  <a:gd name="connsiteY1" fmla="*/ 11429 h 536248"/>
                  <a:gd name="connsiteX2" fmla="*/ 508784 w 1014627"/>
                  <a:gd name="connsiteY2" fmla="*/ 426740 h 536248"/>
                  <a:gd name="connsiteX3" fmla="*/ 195454 w 1014627"/>
                  <a:gd name="connsiteY3" fmla="*/ 0 h 536248"/>
                  <a:gd name="connsiteX0" fmla="*/ 195454 w 1100883"/>
                  <a:gd name="connsiteY0" fmla="*/ 0 h 536248"/>
                  <a:gd name="connsiteX1" fmla="*/ 1014627 w 1100883"/>
                  <a:gd name="connsiteY1" fmla="*/ 11429 h 536248"/>
                  <a:gd name="connsiteX2" fmla="*/ 508784 w 1100883"/>
                  <a:gd name="connsiteY2" fmla="*/ 426740 h 536248"/>
                  <a:gd name="connsiteX3" fmla="*/ 195454 w 1100883"/>
                  <a:gd name="connsiteY3" fmla="*/ 0 h 536248"/>
                  <a:gd name="connsiteX0" fmla="*/ 195454 w 1184649"/>
                  <a:gd name="connsiteY0" fmla="*/ 0 h 536248"/>
                  <a:gd name="connsiteX1" fmla="*/ 1014627 w 1184649"/>
                  <a:gd name="connsiteY1" fmla="*/ 11429 h 536248"/>
                  <a:gd name="connsiteX2" fmla="*/ 508784 w 1184649"/>
                  <a:gd name="connsiteY2" fmla="*/ 426740 h 536248"/>
                  <a:gd name="connsiteX3" fmla="*/ 195454 w 1184649"/>
                  <a:gd name="connsiteY3" fmla="*/ 0 h 536248"/>
                  <a:gd name="connsiteX0" fmla="*/ 195454 w 1187920"/>
                  <a:gd name="connsiteY0" fmla="*/ 0 h 536248"/>
                  <a:gd name="connsiteX1" fmla="*/ 1014627 w 1187920"/>
                  <a:gd name="connsiteY1" fmla="*/ 11429 h 536248"/>
                  <a:gd name="connsiteX2" fmla="*/ 508784 w 1187920"/>
                  <a:gd name="connsiteY2" fmla="*/ 426740 h 536248"/>
                  <a:gd name="connsiteX3" fmla="*/ 195454 w 1187920"/>
                  <a:gd name="connsiteY3" fmla="*/ 0 h 536248"/>
                  <a:gd name="connsiteX0" fmla="*/ 167116 w 1187069"/>
                  <a:gd name="connsiteY0" fmla="*/ 0 h 548620"/>
                  <a:gd name="connsiteX1" fmla="*/ 986289 w 1187069"/>
                  <a:gd name="connsiteY1" fmla="*/ 11429 h 548620"/>
                  <a:gd name="connsiteX2" fmla="*/ 534445 w 1187069"/>
                  <a:gd name="connsiteY2" fmla="*/ 440982 h 548620"/>
                  <a:gd name="connsiteX3" fmla="*/ 167116 w 1187069"/>
                  <a:gd name="connsiteY3" fmla="*/ 0 h 548620"/>
                  <a:gd name="connsiteX0" fmla="*/ 133778 w 1223918"/>
                  <a:gd name="connsiteY0" fmla="*/ 3569 h 539162"/>
                  <a:gd name="connsiteX1" fmla="*/ 1023138 w 1223918"/>
                  <a:gd name="connsiteY1" fmla="*/ 0 h 539162"/>
                  <a:gd name="connsiteX2" fmla="*/ 571294 w 1223918"/>
                  <a:gd name="connsiteY2" fmla="*/ 429553 h 539162"/>
                  <a:gd name="connsiteX3" fmla="*/ 133778 w 1223918"/>
                  <a:gd name="connsiteY3" fmla="*/ 3569 h 539162"/>
                  <a:gd name="connsiteX0" fmla="*/ 133778 w 1286784"/>
                  <a:gd name="connsiteY0" fmla="*/ 23780 h 559373"/>
                  <a:gd name="connsiteX1" fmla="*/ 1145416 w 1286784"/>
                  <a:gd name="connsiteY1" fmla="*/ 0 h 559373"/>
                  <a:gd name="connsiteX2" fmla="*/ 571294 w 1286784"/>
                  <a:gd name="connsiteY2" fmla="*/ 449764 h 559373"/>
                  <a:gd name="connsiteX3" fmla="*/ 133778 w 1286784"/>
                  <a:gd name="connsiteY3" fmla="*/ 23780 h 559373"/>
                  <a:gd name="connsiteX0" fmla="*/ 133778 w 1245744"/>
                  <a:gd name="connsiteY0" fmla="*/ 23780 h 559373"/>
                  <a:gd name="connsiteX1" fmla="*/ 1145416 w 1245744"/>
                  <a:gd name="connsiteY1" fmla="*/ 0 h 559373"/>
                  <a:gd name="connsiteX2" fmla="*/ 571294 w 1245744"/>
                  <a:gd name="connsiteY2" fmla="*/ 449764 h 559373"/>
                  <a:gd name="connsiteX3" fmla="*/ 133778 w 1245744"/>
                  <a:gd name="connsiteY3" fmla="*/ 23780 h 559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45744" h="559373">
                    <a:moveTo>
                      <a:pt x="133778" y="23780"/>
                    </a:moveTo>
                    <a:lnTo>
                      <a:pt x="1145416" y="0"/>
                    </a:lnTo>
                    <a:cubicBezTo>
                      <a:pt x="1220771" y="112110"/>
                      <a:pt x="1506806" y="688102"/>
                      <a:pt x="571294" y="449764"/>
                    </a:cubicBezTo>
                    <a:cubicBezTo>
                      <a:pt x="-268724" y="789120"/>
                      <a:pt x="38408" y="253040"/>
                      <a:pt x="133778" y="2378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6" name="Rectangle 6">
                <a:extLst>
                  <a:ext uri="{FF2B5EF4-FFF2-40B4-BE49-F238E27FC236}">
                    <a16:creationId xmlns:a16="http://schemas.microsoft.com/office/drawing/2014/main" id="{E20D9D43-0C14-4855-8D8A-32807450D64D}"/>
                  </a:ext>
                </a:extLst>
              </p:cNvPr>
              <p:cNvSpPr/>
              <p:nvPr/>
            </p:nvSpPr>
            <p:spPr>
              <a:xfrm rot="19112148">
                <a:off x="6225863" y="3695989"/>
                <a:ext cx="1205480" cy="2692656"/>
              </a:xfrm>
              <a:custGeom>
                <a:avLst/>
                <a:gdLst>
                  <a:gd name="connsiteX0" fmla="*/ 0 w 471313"/>
                  <a:gd name="connsiteY0" fmla="*/ 0 h 800274"/>
                  <a:gd name="connsiteX1" fmla="*/ 471313 w 471313"/>
                  <a:gd name="connsiteY1" fmla="*/ 0 h 800274"/>
                  <a:gd name="connsiteX2" fmla="*/ 471313 w 471313"/>
                  <a:gd name="connsiteY2" fmla="*/ 800274 h 800274"/>
                  <a:gd name="connsiteX3" fmla="*/ 0 w 471313"/>
                  <a:gd name="connsiteY3" fmla="*/ 800274 h 800274"/>
                  <a:gd name="connsiteX4" fmla="*/ 0 w 471313"/>
                  <a:gd name="connsiteY4" fmla="*/ 0 h 800274"/>
                  <a:gd name="connsiteX0" fmla="*/ 302884 w 774197"/>
                  <a:gd name="connsiteY0" fmla="*/ 0 h 2858153"/>
                  <a:gd name="connsiteX1" fmla="*/ 774197 w 774197"/>
                  <a:gd name="connsiteY1" fmla="*/ 0 h 2858153"/>
                  <a:gd name="connsiteX2" fmla="*/ 774197 w 774197"/>
                  <a:gd name="connsiteY2" fmla="*/ 800274 h 2858153"/>
                  <a:gd name="connsiteX3" fmla="*/ 0 w 774197"/>
                  <a:gd name="connsiteY3" fmla="*/ 2858153 h 2858153"/>
                  <a:gd name="connsiteX4" fmla="*/ 302884 w 774197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1190755 w 1190755"/>
                  <a:gd name="connsiteY2" fmla="*/ 800274 h 2858153"/>
                  <a:gd name="connsiteX3" fmla="*/ 416558 w 1190755"/>
                  <a:gd name="connsiteY3" fmla="*/ 2858153 h 2858153"/>
                  <a:gd name="connsiteX4" fmla="*/ 719442 w 1190755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416558 w 1190755"/>
                  <a:gd name="connsiteY2" fmla="*/ 2858153 h 2858153"/>
                  <a:gd name="connsiteX3" fmla="*/ 719442 w 1190755"/>
                  <a:gd name="connsiteY3" fmla="*/ 0 h 2858153"/>
                  <a:gd name="connsiteX0" fmla="*/ 719442 w 1293055"/>
                  <a:gd name="connsiteY0" fmla="*/ 0 h 2858153"/>
                  <a:gd name="connsiteX1" fmla="*/ 1190755 w 1293055"/>
                  <a:gd name="connsiteY1" fmla="*/ 0 h 2858153"/>
                  <a:gd name="connsiteX2" fmla="*/ 416558 w 1293055"/>
                  <a:gd name="connsiteY2" fmla="*/ 2858153 h 2858153"/>
                  <a:gd name="connsiteX3" fmla="*/ 719442 w 1293055"/>
                  <a:gd name="connsiteY3" fmla="*/ 0 h 2858153"/>
                  <a:gd name="connsiteX0" fmla="*/ 832705 w 1406318"/>
                  <a:gd name="connsiteY0" fmla="*/ 0 h 2858153"/>
                  <a:gd name="connsiteX1" fmla="*/ 1304018 w 1406318"/>
                  <a:gd name="connsiteY1" fmla="*/ 0 h 2858153"/>
                  <a:gd name="connsiteX2" fmla="*/ 529821 w 1406318"/>
                  <a:gd name="connsiteY2" fmla="*/ 2858153 h 2858153"/>
                  <a:gd name="connsiteX3" fmla="*/ 832705 w 1406318"/>
                  <a:gd name="connsiteY3" fmla="*/ 0 h 2858153"/>
                  <a:gd name="connsiteX0" fmla="*/ 832705 w 1498722"/>
                  <a:gd name="connsiteY0" fmla="*/ 0 h 2858153"/>
                  <a:gd name="connsiteX1" fmla="*/ 1304018 w 1498722"/>
                  <a:gd name="connsiteY1" fmla="*/ 0 h 2858153"/>
                  <a:gd name="connsiteX2" fmla="*/ 529821 w 1498722"/>
                  <a:gd name="connsiteY2" fmla="*/ 2858153 h 2858153"/>
                  <a:gd name="connsiteX3" fmla="*/ 832705 w 1498722"/>
                  <a:gd name="connsiteY3" fmla="*/ 0 h 2858153"/>
                  <a:gd name="connsiteX0" fmla="*/ 832705 w 3523399"/>
                  <a:gd name="connsiteY0" fmla="*/ 0 h 2858153"/>
                  <a:gd name="connsiteX1" fmla="*/ 3523398 w 3523399"/>
                  <a:gd name="connsiteY1" fmla="*/ 165497 h 2858153"/>
                  <a:gd name="connsiteX2" fmla="*/ 529821 w 3523399"/>
                  <a:gd name="connsiteY2" fmla="*/ 2858153 h 2858153"/>
                  <a:gd name="connsiteX3" fmla="*/ 832705 w 3523399"/>
                  <a:gd name="connsiteY3" fmla="*/ 0 h 2858153"/>
                  <a:gd name="connsiteX0" fmla="*/ 2360410 w 3244926"/>
                  <a:gd name="connsiteY0" fmla="*/ 89530 h 2692656"/>
                  <a:gd name="connsiteX1" fmla="*/ 3244925 w 3244926"/>
                  <a:gd name="connsiteY1" fmla="*/ 0 h 2692656"/>
                  <a:gd name="connsiteX2" fmla="*/ 251348 w 3244926"/>
                  <a:gd name="connsiteY2" fmla="*/ 2692656 h 2692656"/>
                  <a:gd name="connsiteX3" fmla="*/ 2360410 w 3244926"/>
                  <a:gd name="connsiteY3" fmla="*/ 89530 h 2692656"/>
                  <a:gd name="connsiteX0" fmla="*/ 2394678 w 3279194"/>
                  <a:gd name="connsiteY0" fmla="*/ 89530 h 2692656"/>
                  <a:gd name="connsiteX1" fmla="*/ 3279193 w 3279194"/>
                  <a:gd name="connsiteY1" fmla="*/ 0 h 2692656"/>
                  <a:gd name="connsiteX2" fmla="*/ 285616 w 3279194"/>
                  <a:gd name="connsiteY2" fmla="*/ 2692656 h 2692656"/>
                  <a:gd name="connsiteX3" fmla="*/ 2394678 w 3279194"/>
                  <a:gd name="connsiteY3" fmla="*/ 89530 h 2692656"/>
                  <a:gd name="connsiteX0" fmla="*/ 2713830 w 3598346"/>
                  <a:gd name="connsiteY0" fmla="*/ 89530 h 2692656"/>
                  <a:gd name="connsiteX1" fmla="*/ 3598345 w 3598346"/>
                  <a:gd name="connsiteY1" fmla="*/ 0 h 2692656"/>
                  <a:gd name="connsiteX2" fmla="*/ 604768 w 3598346"/>
                  <a:gd name="connsiteY2" fmla="*/ 2692656 h 2692656"/>
                  <a:gd name="connsiteX3" fmla="*/ 2713830 w 3598346"/>
                  <a:gd name="connsiteY3" fmla="*/ 89530 h 2692656"/>
                  <a:gd name="connsiteX0" fmla="*/ 2713830 w 3598346"/>
                  <a:gd name="connsiteY0" fmla="*/ 89530 h 2692656"/>
                  <a:gd name="connsiteX1" fmla="*/ 3598345 w 3598346"/>
                  <a:gd name="connsiteY1" fmla="*/ 0 h 2692656"/>
                  <a:gd name="connsiteX2" fmla="*/ 604768 w 3598346"/>
                  <a:gd name="connsiteY2" fmla="*/ 2692656 h 2692656"/>
                  <a:gd name="connsiteX3" fmla="*/ 2713830 w 3598346"/>
                  <a:gd name="connsiteY3" fmla="*/ 89530 h 2692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8346" h="2692656">
                    <a:moveTo>
                      <a:pt x="2713830" y="89530"/>
                    </a:moveTo>
                    <a:lnTo>
                      <a:pt x="3598345" y="0"/>
                    </a:lnTo>
                    <a:cubicBezTo>
                      <a:pt x="3598740" y="592918"/>
                      <a:pt x="2737906" y="1821252"/>
                      <a:pt x="604768" y="2692656"/>
                    </a:cubicBezTo>
                    <a:cubicBezTo>
                      <a:pt x="-1250290" y="1594045"/>
                      <a:pt x="1656520" y="1310331"/>
                      <a:pt x="2713830" y="89530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7" name="Rectangle 6">
                <a:extLst>
                  <a:ext uri="{FF2B5EF4-FFF2-40B4-BE49-F238E27FC236}">
                    <a16:creationId xmlns:a16="http://schemas.microsoft.com/office/drawing/2014/main" id="{C8DC34DA-44C9-4217-9526-769471F78E7F}"/>
                  </a:ext>
                </a:extLst>
              </p:cNvPr>
              <p:cNvSpPr/>
              <p:nvPr/>
            </p:nvSpPr>
            <p:spPr>
              <a:xfrm rot="21027340" flipH="1">
                <a:off x="6867515" y="3511757"/>
                <a:ext cx="1253864" cy="2610471"/>
              </a:xfrm>
              <a:custGeom>
                <a:avLst/>
                <a:gdLst>
                  <a:gd name="connsiteX0" fmla="*/ 0 w 471313"/>
                  <a:gd name="connsiteY0" fmla="*/ 0 h 800274"/>
                  <a:gd name="connsiteX1" fmla="*/ 471313 w 471313"/>
                  <a:gd name="connsiteY1" fmla="*/ 0 h 800274"/>
                  <a:gd name="connsiteX2" fmla="*/ 471313 w 471313"/>
                  <a:gd name="connsiteY2" fmla="*/ 800274 h 800274"/>
                  <a:gd name="connsiteX3" fmla="*/ 0 w 471313"/>
                  <a:gd name="connsiteY3" fmla="*/ 800274 h 800274"/>
                  <a:gd name="connsiteX4" fmla="*/ 0 w 471313"/>
                  <a:gd name="connsiteY4" fmla="*/ 0 h 800274"/>
                  <a:gd name="connsiteX0" fmla="*/ 302884 w 774197"/>
                  <a:gd name="connsiteY0" fmla="*/ 0 h 2858153"/>
                  <a:gd name="connsiteX1" fmla="*/ 774197 w 774197"/>
                  <a:gd name="connsiteY1" fmla="*/ 0 h 2858153"/>
                  <a:gd name="connsiteX2" fmla="*/ 774197 w 774197"/>
                  <a:gd name="connsiteY2" fmla="*/ 800274 h 2858153"/>
                  <a:gd name="connsiteX3" fmla="*/ 0 w 774197"/>
                  <a:gd name="connsiteY3" fmla="*/ 2858153 h 2858153"/>
                  <a:gd name="connsiteX4" fmla="*/ 302884 w 774197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1190755 w 1190755"/>
                  <a:gd name="connsiteY2" fmla="*/ 800274 h 2858153"/>
                  <a:gd name="connsiteX3" fmla="*/ 416558 w 1190755"/>
                  <a:gd name="connsiteY3" fmla="*/ 2858153 h 2858153"/>
                  <a:gd name="connsiteX4" fmla="*/ 719442 w 1190755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416558 w 1190755"/>
                  <a:gd name="connsiteY2" fmla="*/ 2858153 h 2858153"/>
                  <a:gd name="connsiteX3" fmla="*/ 719442 w 1190755"/>
                  <a:gd name="connsiteY3" fmla="*/ 0 h 2858153"/>
                  <a:gd name="connsiteX0" fmla="*/ 719442 w 1293055"/>
                  <a:gd name="connsiteY0" fmla="*/ 0 h 2858153"/>
                  <a:gd name="connsiteX1" fmla="*/ 1190755 w 1293055"/>
                  <a:gd name="connsiteY1" fmla="*/ 0 h 2858153"/>
                  <a:gd name="connsiteX2" fmla="*/ 416558 w 1293055"/>
                  <a:gd name="connsiteY2" fmla="*/ 2858153 h 2858153"/>
                  <a:gd name="connsiteX3" fmla="*/ 719442 w 1293055"/>
                  <a:gd name="connsiteY3" fmla="*/ 0 h 2858153"/>
                  <a:gd name="connsiteX0" fmla="*/ 832705 w 1406318"/>
                  <a:gd name="connsiteY0" fmla="*/ 0 h 2858153"/>
                  <a:gd name="connsiteX1" fmla="*/ 1304018 w 1406318"/>
                  <a:gd name="connsiteY1" fmla="*/ 0 h 2858153"/>
                  <a:gd name="connsiteX2" fmla="*/ 529821 w 1406318"/>
                  <a:gd name="connsiteY2" fmla="*/ 2858153 h 2858153"/>
                  <a:gd name="connsiteX3" fmla="*/ 832705 w 1406318"/>
                  <a:gd name="connsiteY3" fmla="*/ 0 h 2858153"/>
                  <a:gd name="connsiteX0" fmla="*/ 832705 w 1498722"/>
                  <a:gd name="connsiteY0" fmla="*/ 0 h 2858153"/>
                  <a:gd name="connsiteX1" fmla="*/ 1304018 w 1498722"/>
                  <a:gd name="connsiteY1" fmla="*/ 0 h 2858153"/>
                  <a:gd name="connsiteX2" fmla="*/ 529821 w 1498722"/>
                  <a:gd name="connsiteY2" fmla="*/ 2858153 h 2858153"/>
                  <a:gd name="connsiteX3" fmla="*/ 832705 w 1498722"/>
                  <a:gd name="connsiteY3" fmla="*/ 0 h 2858153"/>
                  <a:gd name="connsiteX0" fmla="*/ 832705 w 3523399"/>
                  <a:gd name="connsiteY0" fmla="*/ 0 h 2858153"/>
                  <a:gd name="connsiteX1" fmla="*/ 3523398 w 3523399"/>
                  <a:gd name="connsiteY1" fmla="*/ 165497 h 2858153"/>
                  <a:gd name="connsiteX2" fmla="*/ 529821 w 3523399"/>
                  <a:gd name="connsiteY2" fmla="*/ 2858153 h 2858153"/>
                  <a:gd name="connsiteX3" fmla="*/ 832705 w 3523399"/>
                  <a:gd name="connsiteY3" fmla="*/ 0 h 2858153"/>
                  <a:gd name="connsiteX0" fmla="*/ 2360410 w 3244926"/>
                  <a:gd name="connsiteY0" fmla="*/ 89530 h 2692656"/>
                  <a:gd name="connsiteX1" fmla="*/ 3244925 w 3244926"/>
                  <a:gd name="connsiteY1" fmla="*/ 0 h 2692656"/>
                  <a:gd name="connsiteX2" fmla="*/ 251348 w 3244926"/>
                  <a:gd name="connsiteY2" fmla="*/ 2692656 h 2692656"/>
                  <a:gd name="connsiteX3" fmla="*/ 2360410 w 3244926"/>
                  <a:gd name="connsiteY3" fmla="*/ 89530 h 2692656"/>
                  <a:gd name="connsiteX0" fmla="*/ 2394678 w 3279194"/>
                  <a:gd name="connsiteY0" fmla="*/ 89530 h 2692656"/>
                  <a:gd name="connsiteX1" fmla="*/ 3279193 w 3279194"/>
                  <a:gd name="connsiteY1" fmla="*/ 0 h 2692656"/>
                  <a:gd name="connsiteX2" fmla="*/ 285616 w 3279194"/>
                  <a:gd name="connsiteY2" fmla="*/ 2692656 h 2692656"/>
                  <a:gd name="connsiteX3" fmla="*/ 2394678 w 3279194"/>
                  <a:gd name="connsiteY3" fmla="*/ 89530 h 2692656"/>
                  <a:gd name="connsiteX0" fmla="*/ 2713830 w 3598346"/>
                  <a:gd name="connsiteY0" fmla="*/ 89530 h 2692656"/>
                  <a:gd name="connsiteX1" fmla="*/ 3598345 w 3598346"/>
                  <a:gd name="connsiteY1" fmla="*/ 0 h 2692656"/>
                  <a:gd name="connsiteX2" fmla="*/ 604768 w 3598346"/>
                  <a:gd name="connsiteY2" fmla="*/ 2692656 h 2692656"/>
                  <a:gd name="connsiteX3" fmla="*/ 2713830 w 3598346"/>
                  <a:gd name="connsiteY3" fmla="*/ 89530 h 2692656"/>
                  <a:gd name="connsiteX0" fmla="*/ 2713830 w 3598346"/>
                  <a:gd name="connsiteY0" fmla="*/ 89530 h 2692656"/>
                  <a:gd name="connsiteX1" fmla="*/ 3598345 w 3598346"/>
                  <a:gd name="connsiteY1" fmla="*/ 0 h 2692656"/>
                  <a:gd name="connsiteX2" fmla="*/ 604768 w 3598346"/>
                  <a:gd name="connsiteY2" fmla="*/ 2692656 h 2692656"/>
                  <a:gd name="connsiteX3" fmla="*/ 2713830 w 3598346"/>
                  <a:gd name="connsiteY3" fmla="*/ 89530 h 2692656"/>
                  <a:gd name="connsiteX0" fmla="*/ 3181650 w 4066166"/>
                  <a:gd name="connsiteY0" fmla="*/ 89530 h 2626099"/>
                  <a:gd name="connsiteX1" fmla="*/ 4066165 w 4066166"/>
                  <a:gd name="connsiteY1" fmla="*/ 0 h 2626099"/>
                  <a:gd name="connsiteX2" fmla="*/ 539444 w 4066166"/>
                  <a:gd name="connsiteY2" fmla="*/ 2626099 h 2626099"/>
                  <a:gd name="connsiteX3" fmla="*/ 3181650 w 4066166"/>
                  <a:gd name="connsiteY3" fmla="*/ 89530 h 2626099"/>
                  <a:gd name="connsiteX0" fmla="*/ 2861937 w 3746453"/>
                  <a:gd name="connsiteY0" fmla="*/ 89530 h 2626099"/>
                  <a:gd name="connsiteX1" fmla="*/ 3746452 w 3746453"/>
                  <a:gd name="connsiteY1" fmla="*/ 0 h 2626099"/>
                  <a:gd name="connsiteX2" fmla="*/ 219731 w 3746453"/>
                  <a:gd name="connsiteY2" fmla="*/ 2626099 h 2626099"/>
                  <a:gd name="connsiteX3" fmla="*/ 2861937 w 3746453"/>
                  <a:gd name="connsiteY3" fmla="*/ 89530 h 2626099"/>
                  <a:gd name="connsiteX0" fmla="*/ 2861937 w 3746453"/>
                  <a:gd name="connsiteY0" fmla="*/ 89530 h 2626099"/>
                  <a:gd name="connsiteX1" fmla="*/ 3746452 w 3746453"/>
                  <a:gd name="connsiteY1" fmla="*/ 0 h 2626099"/>
                  <a:gd name="connsiteX2" fmla="*/ 219731 w 3746453"/>
                  <a:gd name="connsiteY2" fmla="*/ 2626099 h 2626099"/>
                  <a:gd name="connsiteX3" fmla="*/ 2861937 w 3746453"/>
                  <a:gd name="connsiteY3" fmla="*/ 89530 h 2626099"/>
                  <a:gd name="connsiteX0" fmla="*/ 2923255 w 3807771"/>
                  <a:gd name="connsiteY0" fmla="*/ 89530 h 2610471"/>
                  <a:gd name="connsiteX1" fmla="*/ 3807770 w 3807771"/>
                  <a:gd name="connsiteY1" fmla="*/ 0 h 2610471"/>
                  <a:gd name="connsiteX2" fmla="*/ 215543 w 3807771"/>
                  <a:gd name="connsiteY2" fmla="*/ 2610471 h 2610471"/>
                  <a:gd name="connsiteX3" fmla="*/ 2923255 w 3807771"/>
                  <a:gd name="connsiteY3" fmla="*/ 89530 h 2610471"/>
                  <a:gd name="connsiteX0" fmla="*/ 2851624 w 3736140"/>
                  <a:gd name="connsiteY0" fmla="*/ 89530 h 2610471"/>
                  <a:gd name="connsiteX1" fmla="*/ 3736139 w 3736140"/>
                  <a:gd name="connsiteY1" fmla="*/ 0 h 2610471"/>
                  <a:gd name="connsiteX2" fmla="*/ 143912 w 3736140"/>
                  <a:gd name="connsiteY2" fmla="*/ 2610471 h 2610471"/>
                  <a:gd name="connsiteX3" fmla="*/ 2851624 w 3736140"/>
                  <a:gd name="connsiteY3" fmla="*/ 89530 h 2610471"/>
                  <a:gd name="connsiteX0" fmla="*/ 2858257 w 3742773"/>
                  <a:gd name="connsiteY0" fmla="*/ 89530 h 2610471"/>
                  <a:gd name="connsiteX1" fmla="*/ 3742772 w 3742773"/>
                  <a:gd name="connsiteY1" fmla="*/ 0 h 2610471"/>
                  <a:gd name="connsiteX2" fmla="*/ 150545 w 3742773"/>
                  <a:gd name="connsiteY2" fmla="*/ 2610471 h 2610471"/>
                  <a:gd name="connsiteX3" fmla="*/ 2858257 w 3742773"/>
                  <a:gd name="connsiteY3" fmla="*/ 89530 h 2610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2773" h="2610471">
                    <a:moveTo>
                      <a:pt x="2858257" y="89530"/>
                    </a:moveTo>
                    <a:lnTo>
                      <a:pt x="3742772" y="0"/>
                    </a:lnTo>
                    <a:cubicBezTo>
                      <a:pt x="3743167" y="592918"/>
                      <a:pt x="2708309" y="1934079"/>
                      <a:pt x="150545" y="2610471"/>
                    </a:cubicBezTo>
                    <a:cubicBezTo>
                      <a:pt x="-603655" y="1713856"/>
                      <a:pt x="1660173" y="1183038"/>
                      <a:pt x="2858257" y="89530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8" name="Rectangle 6">
                <a:extLst>
                  <a:ext uri="{FF2B5EF4-FFF2-40B4-BE49-F238E27FC236}">
                    <a16:creationId xmlns:a16="http://schemas.microsoft.com/office/drawing/2014/main" id="{5514A816-E82B-4CAA-B0AA-CC3C538D38EE}"/>
                  </a:ext>
                </a:extLst>
              </p:cNvPr>
              <p:cNvSpPr/>
              <p:nvPr/>
            </p:nvSpPr>
            <p:spPr>
              <a:xfrm rot="21027340" flipH="1">
                <a:off x="6831683" y="3837537"/>
                <a:ext cx="1010768" cy="2643580"/>
              </a:xfrm>
              <a:custGeom>
                <a:avLst/>
                <a:gdLst>
                  <a:gd name="connsiteX0" fmla="*/ 0 w 471313"/>
                  <a:gd name="connsiteY0" fmla="*/ 0 h 800274"/>
                  <a:gd name="connsiteX1" fmla="*/ 471313 w 471313"/>
                  <a:gd name="connsiteY1" fmla="*/ 0 h 800274"/>
                  <a:gd name="connsiteX2" fmla="*/ 471313 w 471313"/>
                  <a:gd name="connsiteY2" fmla="*/ 800274 h 800274"/>
                  <a:gd name="connsiteX3" fmla="*/ 0 w 471313"/>
                  <a:gd name="connsiteY3" fmla="*/ 800274 h 800274"/>
                  <a:gd name="connsiteX4" fmla="*/ 0 w 471313"/>
                  <a:gd name="connsiteY4" fmla="*/ 0 h 800274"/>
                  <a:gd name="connsiteX0" fmla="*/ 302884 w 774197"/>
                  <a:gd name="connsiteY0" fmla="*/ 0 h 2858153"/>
                  <a:gd name="connsiteX1" fmla="*/ 774197 w 774197"/>
                  <a:gd name="connsiteY1" fmla="*/ 0 h 2858153"/>
                  <a:gd name="connsiteX2" fmla="*/ 774197 w 774197"/>
                  <a:gd name="connsiteY2" fmla="*/ 800274 h 2858153"/>
                  <a:gd name="connsiteX3" fmla="*/ 0 w 774197"/>
                  <a:gd name="connsiteY3" fmla="*/ 2858153 h 2858153"/>
                  <a:gd name="connsiteX4" fmla="*/ 302884 w 774197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1190755 w 1190755"/>
                  <a:gd name="connsiteY2" fmla="*/ 800274 h 2858153"/>
                  <a:gd name="connsiteX3" fmla="*/ 416558 w 1190755"/>
                  <a:gd name="connsiteY3" fmla="*/ 2858153 h 2858153"/>
                  <a:gd name="connsiteX4" fmla="*/ 719442 w 1190755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416558 w 1190755"/>
                  <a:gd name="connsiteY2" fmla="*/ 2858153 h 2858153"/>
                  <a:gd name="connsiteX3" fmla="*/ 719442 w 1190755"/>
                  <a:gd name="connsiteY3" fmla="*/ 0 h 2858153"/>
                  <a:gd name="connsiteX0" fmla="*/ 719442 w 1293055"/>
                  <a:gd name="connsiteY0" fmla="*/ 0 h 2858153"/>
                  <a:gd name="connsiteX1" fmla="*/ 1190755 w 1293055"/>
                  <a:gd name="connsiteY1" fmla="*/ 0 h 2858153"/>
                  <a:gd name="connsiteX2" fmla="*/ 416558 w 1293055"/>
                  <a:gd name="connsiteY2" fmla="*/ 2858153 h 2858153"/>
                  <a:gd name="connsiteX3" fmla="*/ 719442 w 1293055"/>
                  <a:gd name="connsiteY3" fmla="*/ 0 h 2858153"/>
                  <a:gd name="connsiteX0" fmla="*/ 832705 w 1406318"/>
                  <a:gd name="connsiteY0" fmla="*/ 0 h 2858153"/>
                  <a:gd name="connsiteX1" fmla="*/ 1304018 w 1406318"/>
                  <a:gd name="connsiteY1" fmla="*/ 0 h 2858153"/>
                  <a:gd name="connsiteX2" fmla="*/ 529821 w 1406318"/>
                  <a:gd name="connsiteY2" fmla="*/ 2858153 h 2858153"/>
                  <a:gd name="connsiteX3" fmla="*/ 832705 w 1406318"/>
                  <a:gd name="connsiteY3" fmla="*/ 0 h 2858153"/>
                  <a:gd name="connsiteX0" fmla="*/ 832705 w 1498722"/>
                  <a:gd name="connsiteY0" fmla="*/ 0 h 2858153"/>
                  <a:gd name="connsiteX1" fmla="*/ 1304018 w 1498722"/>
                  <a:gd name="connsiteY1" fmla="*/ 0 h 2858153"/>
                  <a:gd name="connsiteX2" fmla="*/ 529821 w 1498722"/>
                  <a:gd name="connsiteY2" fmla="*/ 2858153 h 2858153"/>
                  <a:gd name="connsiteX3" fmla="*/ 832705 w 1498722"/>
                  <a:gd name="connsiteY3" fmla="*/ 0 h 2858153"/>
                  <a:gd name="connsiteX0" fmla="*/ 832705 w 3523399"/>
                  <a:gd name="connsiteY0" fmla="*/ 0 h 2858153"/>
                  <a:gd name="connsiteX1" fmla="*/ 3523398 w 3523399"/>
                  <a:gd name="connsiteY1" fmla="*/ 165497 h 2858153"/>
                  <a:gd name="connsiteX2" fmla="*/ 529821 w 3523399"/>
                  <a:gd name="connsiteY2" fmla="*/ 2858153 h 2858153"/>
                  <a:gd name="connsiteX3" fmla="*/ 832705 w 3523399"/>
                  <a:gd name="connsiteY3" fmla="*/ 0 h 2858153"/>
                  <a:gd name="connsiteX0" fmla="*/ 2360410 w 3244926"/>
                  <a:gd name="connsiteY0" fmla="*/ 89530 h 2692656"/>
                  <a:gd name="connsiteX1" fmla="*/ 3244925 w 3244926"/>
                  <a:gd name="connsiteY1" fmla="*/ 0 h 2692656"/>
                  <a:gd name="connsiteX2" fmla="*/ 251348 w 3244926"/>
                  <a:gd name="connsiteY2" fmla="*/ 2692656 h 2692656"/>
                  <a:gd name="connsiteX3" fmla="*/ 2360410 w 3244926"/>
                  <a:gd name="connsiteY3" fmla="*/ 89530 h 2692656"/>
                  <a:gd name="connsiteX0" fmla="*/ 2394678 w 3279194"/>
                  <a:gd name="connsiteY0" fmla="*/ 89530 h 2692656"/>
                  <a:gd name="connsiteX1" fmla="*/ 3279193 w 3279194"/>
                  <a:gd name="connsiteY1" fmla="*/ 0 h 2692656"/>
                  <a:gd name="connsiteX2" fmla="*/ 285616 w 3279194"/>
                  <a:gd name="connsiteY2" fmla="*/ 2692656 h 2692656"/>
                  <a:gd name="connsiteX3" fmla="*/ 2394678 w 3279194"/>
                  <a:gd name="connsiteY3" fmla="*/ 89530 h 2692656"/>
                  <a:gd name="connsiteX0" fmla="*/ 2713830 w 3598346"/>
                  <a:gd name="connsiteY0" fmla="*/ 89530 h 2692656"/>
                  <a:gd name="connsiteX1" fmla="*/ 3598345 w 3598346"/>
                  <a:gd name="connsiteY1" fmla="*/ 0 h 2692656"/>
                  <a:gd name="connsiteX2" fmla="*/ 604768 w 3598346"/>
                  <a:gd name="connsiteY2" fmla="*/ 2692656 h 2692656"/>
                  <a:gd name="connsiteX3" fmla="*/ 2713830 w 3598346"/>
                  <a:gd name="connsiteY3" fmla="*/ 89530 h 2692656"/>
                  <a:gd name="connsiteX0" fmla="*/ 2713830 w 3598346"/>
                  <a:gd name="connsiteY0" fmla="*/ 89530 h 2692656"/>
                  <a:gd name="connsiteX1" fmla="*/ 3598345 w 3598346"/>
                  <a:gd name="connsiteY1" fmla="*/ 0 h 2692656"/>
                  <a:gd name="connsiteX2" fmla="*/ 604768 w 3598346"/>
                  <a:gd name="connsiteY2" fmla="*/ 2692656 h 2692656"/>
                  <a:gd name="connsiteX3" fmla="*/ 2713830 w 3598346"/>
                  <a:gd name="connsiteY3" fmla="*/ 89530 h 2692656"/>
                  <a:gd name="connsiteX0" fmla="*/ 3181650 w 4066166"/>
                  <a:gd name="connsiteY0" fmla="*/ 89530 h 2626099"/>
                  <a:gd name="connsiteX1" fmla="*/ 4066165 w 4066166"/>
                  <a:gd name="connsiteY1" fmla="*/ 0 h 2626099"/>
                  <a:gd name="connsiteX2" fmla="*/ 539444 w 4066166"/>
                  <a:gd name="connsiteY2" fmla="*/ 2626099 h 2626099"/>
                  <a:gd name="connsiteX3" fmla="*/ 3181650 w 4066166"/>
                  <a:gd name="connsiteY3" fmla="*/ 89530 h 2626099"/>
                  <a:gd name="connsiteX0" fmla="*/ 2861937 w 3746453"/>
                  <a:gd name="connsiteY0" fmla="*/ 89530 h 2626099"/>
                  <a:gd name="connsiteX1" fmla="*/ 3746452 w 3746453"/>
                  <a:gd name="connsiteY1" fmla="*/ 0 h 2626099"/>
                  <a:gd name="connsiteX2" fmla="*/ 219731 w 3746453"/>
                  <a:gd name="connsiteY2" fmla="*/ 2626099 h 2626099"/>
                  <a:gd name="connsiteX3" fmla="*/ 2861937 w 3746453"/>
                  <a:gd name="connsiteY3" fmla="*/ 89530 h 2626099"/>
                  <a:gd name="connsiteX0" fmla="*/ 2861937 w 3746453"/>
                  <a:gd name="connsiteY0" fmla="*/ 89530 h 2626099"/>
                  <a:gd name="connsiteX1" fmla="*/ 3746452 w 3746453"/>
                  <a:gd name="connsiteY1" fmla="*/ 0 h 2626099"/>
                  <a:gd name="connsiteX2" fmla="*/ 219731 w 3746453"/>
                  <a:gd name="connsiteY2" fmla="*/ 2626099 h 2626099"/>
                  <a:gd name="connsiteX3" fmla="*/ 2861937 w 3746453"/>
                  <a:gd name="connsiteY3" fmla="*/ 89530 h 2626099"/>
                  <a:gd name="connsiteX0" fmla="*/ 2923255 w 3807771"/>
                  <a:gd name="connsiteY0" fmla="*/ 89530 h 2610471"/>
                  <a:gd name="connsiteX1" fmla="*/ 3807770 w 3807771"/>
                  <a:gd name="connsiteY1" fmla="*/ 0 h 2610471"/>
                  <a:gd name="connsiteX2" fmla="*/ 215543 w 3807771"/>
                  <a:gd name="connsiteY2" fmla="*/ 2610471 h 2610471"/>
                  <a:gd name="connsiteX3" fmla="*/ 2923255 w 3807771"/>
                  <a:gd name="connsiteY3" fmla="*/ 89530 h 2610471"/>
                  <a:gd name="connsiteX0" fmla="*/ 2851624 w 3736140"/>
                  <a:gd name="connsiteY0" fmla="*/ 89530 h 2610471"/>
                  <a:gd name="connsiteX1" fmla="*/ 3736139 w 3736140"/>
                  <a:gd name="connsiteY1" fmla="*/ 0 h 2610471"/>
                  <a:gd name="connsiteX2" fmla="*/ 143912 w 3736140"/>
                  <a:gd name="connsiteY2" fmla="*/ 2610471 h 2610471"/>
                  <a:gd name="connsiteX3" fmla="*/ 2851624 w 3736140"/>
                  <a:gd name="connsiteY3" fmla="*/ 89530 h 2610471"/>
                  <a:gd name="connsiteX0" fmla="*/ 2858257 w 3742773"/>
                  <a:gd name="connsiteY0" fmla="*/ 89530 h 2610471"/>
                  <a:gd name="connsiteX1" fmla="*/ 3742772 w 3742773"/>
                  <a:gd name="connsiteY1" fmla="*/ 0 h 2610471"/>
                  <a:gd name="connsiteX2" fmla="*/ 150545 w 3742773"/>
                  <a:gd name="connsiteY2" fmla="*/ 2610471 h 2610471"/>
                  <a:gd name="connsiteX3" fmla="*/ 2858257 w 3742773"/>
                  <a:gd name="connsiteY3" fmla="*/ 89530 h 2610471"/>
                  <a:gd name="connsiteX0" fmla="*/ 1813933 w 3836364"/>
                  <a:gd name="connsiteY0" fmla="*/ 0 h 2643580"/>
                  <a:gd name="connsiteX1" fmla="*/ 3836363 w 3836364"/>
                  <a:gd name="connsiteY1" fmla="*/ 33109 h 2643580"/>
                  <a:gd name="connsiteX2" fmla="*/ 244136 w 3836364"/>
                  <a:gd name="connsiteY2" fmla="*/ 2643580 h 2643580"/>
                  <a:gd name="connsiteX3" fmla="*/ 1813933 w 3836364"/>
                  <a:gd name="connsiteY3" fmla="*/ 0 h 2643580"/>
                  <a:gd name="connsiteX0" fmla="*/ 1813933 w 2745741"/>
                  <a:gd name="connsiteY0" fmla="*/ 0 h 2643580"/>
                  <a:gd name="connsiteX1" fmla="*/ 2745594 w 2745741"/>
                  <a:gd name="connsiteY1" fmla="*/ 4402 h 2643580"/>
                  <a:gd name="connsiteX2" fmla="*/ 244136 w 2745741"/>
                  <a:gd name="connsiteY2" fmla="*/ 2643580 h 2643580"/>
                  <a:gd name="connsiteX3" fmla="*/ 1813933 w 2745741"/>
                  <a:gd name="connsiteY3" fmla="*/ 0 h 2643580"/>
                  <a:gd name="connsiteX0" fmla="*/ 2085325 w 3017133"/>
                  <a:gd name="connsiteY0" fmla="*/ 0 h 2643580"/>
                  <a:gd name="connsiteX1" fmla="*/ 3016986 w 3017133"/>
                  <a:gd name="connsiteY1" fmla="*/ 4402 h 2643580"/>
                  <a:gd name="connsiteX2" fmla="*/ 515528 w 3017133"/>
                  <a:gd name="connsiteY2" fmla="*/ 2643580 h 2643580"/>
                  <a:gd name="connsiteX3" fmla="*/ 2085325 w 3017133"/>
                  <a:gd name="connsiteY3" fmla="*/ 0 h 2643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7133" h="2643580">
                    <a:moveTo>
                      <a:pt x="2085325" y="0"/>
                    </a:moveTo>
                    <a:lnTo>
                      <a:pt x="3016986" y="4402"/>
                    </a:lnTo>
                    <a:cubicBezTo>
                      <a:pt x="3017381" y="597320"/>
                      <a:pt x="3073292" y="1967188"/>
                      <a:pt x="515528" y="2643580"/>
                    </a:cubicBezTo>
                    <a:cubicBezTo>
                      <a:pt x="-886617" y="1796341"/>
                      <a:pt x="887241" y="1093508"/>
                      <a:pt x="2085325" y="0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9" name="Rectangle 6">
                <a:extLst>
                  <a:ext uri="{FF2B5EF4-FFF2-40B4-BE49-F238E27FC236}">
                    <a16:creationId xmlns:a16="http://schemas.microsoft.com/office/drawing/2014/main" id="{07800490-C3A2-4D77-BB7C-AA142418E2C3}"/>
                  </a:ext>
                </a:extLst>
              </p:cNvPr>
              <p:cNvSpPr/>
              <p:nvPr/>
            </p:nvSpPr>
            <p:spPr>
              <a:xfrm rot="19221806">
                <a:off x="5857564" y="2447221"/>
                <a:ext cx="1498722" cy="2858153"/>
              </a:xfrm>
              <a:custGeom>
                <a:avLst/>
                <a:gdLst>
                  <a:gd name="connsiteX0" fmla="*/ 0 w 471313"/>
                  <a:gd name="connsiteY0" fmla="*/ 0 h 800274"/>
                  <a:gd name="connsiteX1" fmla="*/ 471313 w 471313"/>
                  <a:gd name="connsiteY1" fmla="*/ 0 h 800274"/>
                  <a:gd name="connsiteX2" fmla="*/ 471313 w 471313"/>
                  <a:gd name="connsiteY2" fmla="*/ 800274 h 800274"/>
                  <a:gd name="connsiteX3" fmla="*/ 0 w 471313"/>
                  <a:gd name="connsiteY3" fmla="*/ 800274 h 800274"/>
                  <a:gd name="connsiteX4" fmla="*/ 0 w 471313"/>
                  <a:gd name="connsiteY4" fmla="*/ 0 h 800274"/>
                  <a:gd name="connsiteX0" fmla="*/ 302884 w 774197"/>
                  <a:gd name="connsiteY0" fmla="*/ 0 h 2858153"/>
                  <a:gd name="connsiteX1" fmla="*/ 774197 w 774197"/>
                  <a:gd name="connsiteY1" fmla="*/ 0 h 2858153"/>
                  <a:gd name="connsiteX2" fmla="*/ 774197 w 774197"/>
                  <a:gd name="connsiteY2" fmla="*/ 800274 h 2858153"/>
                  <a:gd name="connsiteX3" fmla="*/ 0 w 774197"/>
                  <a:gd name="connsiteY3" fmla="*/ 2858153 h 2858153"/>
                  <a:gd name="connsiteX4" fmla="*/ 302884 w 774197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1190755 w 1190755"/>
                  <a:gd name="connsiteY2" fmla="*/ 800274 h 2858153"/>
                  <a:gd name="connsiteX3" fmla="*/ 416558 w 1190755"/>
                  <a:gd name="connsiteY3" fmla="*/ 2858153 h 2858153"/>
                  <a:gd name="connsiteX4" fmla="*/ 719442 w 1190755"/>
                  <a:gd name="connsiteY4" fmla="*/ 0 h 2858153"/>
                  <a:gd name="connsiteX0" fmla="*/ 719442 w 1190755"/>
                  <a:gd name="connsiteY0" fmla="*/ 0 h 2858153"/>
                  <a:gd name="connsiteX1" fmla="*/ 1190755 w 1190755"/>
                  <a:gd name="connsiteY1" fmla="*/ 0 h 2858153"/>
                  <a:gd name="connsiteX2" fmla="*/ 416558 w 1190755"/>
                  <a:gd name="connsiteY2" fmla="*/ 2858153 h 2858153"/>
                  <a:gd name="connsiteX3" fmla="*/ 719442 w 1190755"/>
                  <a:gd name="connsiteY3" fmla="*/ 0 h 2858153"/>
                  <a:gd name="connsiteX0" fmla="*/ 719442 w 1293055"/>
                  <a:gd name="connsiteY0" fmla="*/ 0 h 2858153"/>
                  <a:gd name="connsiteX1" fmla="*/ 1190755 w 1293055"/>
                  <a:gd name="connsiteY1" fmla="*/ 0 h 2858153"/>
                  <a:gd name="connsiteX2" fmla="*/ 416558 w 1293055"/>
                  <a:gd name="connsiteY2" fmla="*/ 2858153 h 2858153"/>
                  <a:gd name="connsiteX3" fmla="*/ 719442 w 1293055"/>
                  <a:gd name="connsiteY3" fmla="*/ 0 h 2858153"/>
                  <a:gd name="connsiteX0" fmla="*/ 832705 w 1406318"/>
                  <a:gd name="connsiteY0" fmla="*/ 0 h 2858153"/>
                  <a:gd name="connsiteX1" fmla="*/ 1304018 w 1406318"/>
                  <a:gd name="connsiteY1" fmla="*/ 0 h 2858153"/>
                  <a:gd name="connsiteX2" fmla="*/ 529821 w 1406318"/>
                  <a:gd name="connsiteY2" fmla="*/ 2858153 h 2858153"/>
                  <a:gd name="connsiteX3" fmla="*/ 832705 w 1406318"/>
                  <a:gd name="connsiteY3" fmla="*/ 0 h 2858153"/>
                  <a:gd name="connsiteX0" fmla="*/ 832705 w 1498722"/>
                  <a:gd name="connsiteY0" fmla="*/ 0 h 2858153"/>
                  <a:gd name="connsiteX1" fmla="*/ 1304018 w 1498722"/>
                  <a:gd name="connsiteY1" fmla="*/ 0 h 2858153"/>
                  <a:gd name="connsiteX2" fmla="*/ 529821 w 1498722"/>
                  <a:gd name="connsiteY2" fmla="*/ 2858153 h 2858153"/>
                  <a:gd name="connsiteX3" fmla="*/ 832705 w 1498722"/>
                  <a:gd name="connsiteY3" fmla="*/ 0 h 2858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8722" h="2858153">
                    <a:moveTo>
                      <a:pt x="832705" y="0"/>
                    </a:moveTo>
                    <a:lnTo>
                      <a:pt x="1304018" y="0"/>
                    </a:lnTo>
                    <a:cubicBezTo>
                      <a:pt x="1304413" y="592918"/>
                      <a:pt x="2080899" y="1670393"/>
                      <a:pt x="529821" y="2858153"/>
                    </a:cubicBezTo>
                    <a:cubicBezTo>
                      <a:pt x="-519281" y="1760854"/>
                      <a:pt x="209344" y="806936"/>
                      <a:pt x="832705" y="0"/>
                    </a:cubicBezTo>
                    <a:close/>
                  </a:path>
                </a:pathLst>
              </a:custGeom>
              <a:solidFill>
                <a:srgbClr val="CC3A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0" name="Isosceles Triangle 8">
                <a:extLst>
                  <a:ext uri="{FF2B5EF4-FFF2-40B4-BE49-F238E27FC236}">
                    <a16:creationId xmlns:a16="http://schemas.microsoft.com/office/drawing/2014/main" id="{8CAC19C3-655E-45A9-A987-36010ED820B2}"/>
                  </a:ext>
                </a:extLst>
              </p:cNvPr>
              <p:cNvSpPr/>
              <p:nvPr/>
            </p:nvSpPr>
            <p:spPr>
              <a:xfrm rot="8894888">
                <a:off x="6291231" y="3828177"/>
                <a:ext cx="1419721" cy="1362461"/>
              </a:xfrm>
              <a:custGeom>
                <a:avLst/>
                <a:gdLst>
                  <a:gd name="connsiteX0" fmla="*/ 0 w 691561"/>
                  <a:gd name="connsiteY0" fmla="*/ 1316002 h 1316002"/>
                  <a:gd name="connsiteX1" fmla="*/ 345781 w 691561"/>
                  <a:gd name="connsiteY1" fmla="*/ 0 h 1316002"/>
                  <a:gd name="connsiteX2" fmla="*/ 691561 w 691561"/>
                  <a:gd name="connsiteY2" fmla="*/ 1316002 h 1316002"/>
                  <a:gd name="connsiteX3" fmla="*/ 0 w 691561"/>
                  <a:gd name="connsiteY3" fmla="*/ 1316002 h 1316002"/>
                  <a:gd name="connsiteX0" fmla="*/ 0 w 1006634"/>
                  <a:gd name="connsiteY0" fmla="*/ 1316002 h 1316002"/>
                  <a:gd name="connsiteX1" fmla="*/ 345781 w 1006634"/>
                  <a:gd name="connsiteY1" fmla="*/ 0 h 1316002"/>
                  <a:gd name="connsiteX2" fmla="*/ 1006634 w 1006634"/>
                  <a:gd name="connsiteY2" fmla="*/ 1253356 h 1316002"/>
                  <a:gd name="connsiteX3" fmla="*/ 0 w 1006634"/>
                  <a:gd name="connsiteY3" fmla="*/ 1316002 h 1316002"/>
                  <a:gd name="connsiteX0" fmla="*/ 0 w 1014479"/>
                  <a:gd name="connsiteY0" fmla="*/ 1316002 h 1316002"/>
                  <a:gd name="connsiteX1" fmla="*/ 345781 w 1014479"/>
                  <a:gd name="connsiteY1" fmla="*/ 0 h 1316002"/>
                  <a:gd name="connsiteX2" fmla="*/ 1014479 w 1014479"/>
                  <a:gd name="connsiteY2" fmla="*/ 1276880 h 1316002"/>
                  <a:gd name="connsiteX3" fmla="*/ 0 w 1014479"/>
                  <a:gd name="connsiteY3" fmla="*/ 1316002 h 1316002"/>
                  <a:gd name="connsiteX0" fmla="*/ 0 w 1023530"/>
                  <a:gd name="connsiteY0" fmla="*/ 1316002 h 1316002"/>
                  <a:gd name="connsiteX1" fmla="*/ 345781 w 1023530"/>
                  <a:gd name="connsiteY1" fmla="*/ 0 h 1316002"/>
                  <a:gd name="connsiteX2" fmla="*/ 1014479 w 1023530"/>
                  <a:gd name="connsiteY2" fmla="*/ 1276880 h 1316002"/>
                  <a:gd name="connsiteX3" fmla="*/ 0 w 1023530"/>
                  <a:gd name="connsiteY3" fmla="*/ 1316002 h 1316002"/>
                  <a:gd name="connsiteX0" fmla="*/ 0 w 1023989"/>
                  <a:gd name="connsiteY0" fmla="*/ 1316002 h 1316002"/>
                  <a:gd name="connsiteX1" fmla="*/ 345781 w 1023989"/>
                  <a:gd name="connsiteY1" fmla="*/ 0 h 1316002"/>
                  <a:gd name="connsiteX2" fmla="*/ 1014479 w 1023989"/>
                  <a:gd name="connsiteY2" fmla="*/ 1276880 h 1316002"/>
                  <a:gd name="connsiteX3" fmla="*/ 0 w 1023989"/>
                  <a:gd name="connsiteY3" fmla="*/ 1316002 h 1316002"/>
                  <a:gd name="connsiteX0" fmla="*/ 23809 w 1047798"/>
                  <a:gd name="connsiteY0" fmla="*/ 1316002 h 1316002"/>
                  <a:gd name="connsiteX1" fmla="*/ 369590 w 1047798"/>
                  <a:gd name="connsiteY1" fmla="*/ 0 h 1316002"/>
                  <a:gd name="connsiteX2" fmla="*/ 1038288 w 1047798"/>
                  <a:gd name="connsiteY2" fmla="*/ 1276880 h 1316002"/>
                  <a:gd name="connsiteX3" fmla="*/ 23809 w 1047798"/>
                  <a:gd name="connsiteY3" fmla="*/ 1316002 h 1316002"/>
                  <a:gd name="connsiteX0" fmla="*/ 30647 w 1054433"/>
                  <a:gd name="connsiteY0" fmla="*/ 1319985 h 1319985"/>
                  <a:gd name="connsiteX1" fmla="*/ 363958 w 1054433"/>
                  <a:gd name="connsiteY1" fmla="*/ 0 h 1319985"/>
                  <a:gd name="connsiteX2" fmla="*/ 1045126 w 1054433"/>
                  <a:gd name="connsiteY2" fmla="*/ 1280863 h 1319985"/>
                  <a:gd name="connsiteX3" fmla="*/ 30647 w 1054433"/>
                  <a:gd name="connsiteY3" fmla="*/ 1319985 h 1319985"/>
                  <a:gd name="connsiteX0" fmla="*/ 0 w 1431162"/>
                  <a:gd name="connsiteY0" fmla="*/ 1362847 h 1362847"/>
                  <a:gd name="connsiteX1" fmla="*/ 740687 w 1431162"/>
                  <a:gd name="connsiteY1" fmla="*/ 0 h 1362847"/>
                  <a:gd name="connsiteX2" fmla="*/ 1421855 w 1431162"/>
                  <a:gd name="connsiteY2" fmla="*/ 1280863 h 1362847"/>
                  <a:gd name="connsiteX3" fmla="*/ 0 w 1431162"/>
                  <a:gd name="connsiteY3" fmla="*/ 1362847 h 1362847"/>
                  <a:gd name="connsiteX0" fmla="*/ 0 w 1431162"/>
                  <a:gd name="connsiteY0" fmla="*/ 1362847 h 1362847"/>
                  <a:gd name="connsiteX1" fmla="*/ 740687 w 1431162"/>
                  <a:gd name="connsiteY1" fmla="*/ 0 h 1362847"/>
                  <a:gd name="connsiteX2" fmla="*/ 1421855 w 1431162"/>
                  <a:gd name="connsiteY2" fmla="*/ 1280863 h 1362847"/>
                  <a:gd name="connsiteX3" fmla="*/ 0 w 1431162"/>
                  <a:gd name="connsiteY3" fmla="*/ 1362847 h 1362847"/>
                  <a:gd name="connsiteX0" fmla="*/ 0 w 1431162"/>
                  <a:gd name="connsiteY0" fmla="*/ 1362847 h 1362847"/>
                  <a:gd name="connsiteX1" fmla="*/ 740687 w 1431162"/>
                  <a:gd name="connsiteY1" fmla="*/ 0 h 1362847"/>
                  <a:gd name="connsiteX2" fmla="*/ 1421855 w 1431162"/>
                  <a:gd name="connsiteY2" fmla="*/ 1280863 h 1362847"/>
                  <a:gd name="connsiteX3" fmla="*/ 0 w 1431162"/>
                  <a:gd name="connsiteY3" fmla="*/ 1362847 h 1362847"/>
                  <a:gd name="connsiteX0" fmla="*/ 0 w 1431162"/>
                  <a:gd name="connsiteY0" fmla="*/ 1362847 h 1362847"/>
                  <a:gd name="connsiteX1" fmla="*/ 740687 w 1431162"/>
                  <a:gd name="connsiteY1" fmla="*/ 0 h 1362847"/>
                  <a:gd name="connsiteX2" fmla="*/ 1421855 w 1431162"/>
                  <a:gd name="connsiteY2" fmla="*/ 1280863 h 1362847"/>
                  <a:gd name="connsiteX3" fmla="*/ 0 w 1431162"/>
                  <a:gd name="connsiteY3" fmla="*/ 1362847 h 1362847"/>
                  <a:gd name="connsiteX0" fmla="*/ 0 w 1431162"/>
                  <a:gd name="connsiteY0" fmla="*/ 1362847 h 1362847"/>
                  <a:gd name="connsiteX1" fmla="*/ 740687 w 1431162"/>
                  <a:gd name="connsiteY1" fmla="*/ 0 h 1362847"/>
                  <a:gd name="connsiteX2" fmla="*/ 1421855 w 1431162"/>
                  <a:gd name="connsiteY2" fmla="*/ 1280863 h 1362847"/>
                  <a:gd name="connsiteX3" fmla="*/ 0 w 1431162"/>
                  <a:gd name="connsiteY3" fmla="*/ 1362847 h 1362847"/>
                  <a:gd name="connsiteX0" fmla="*/ 0 w 1419721"/>
                  <a:gd name="connsiteY0" fmla="*/ 1362461 h 1362461"/>
                  <a:gd name="connsiteX1" fmla="*/ 729246 w 1419721"/>
                  <a:gd name="connsiteY1" fmla="*/ 0 h 1362461"/>
                  <a:gd name="connsiteX2" fmla="*/ 1410414 w 1419721"/>
                  <a:gd name="connsiteY2" fmla="*/ 1280863 h 1362461"/>
                  <a:gd name="connsiteX3" fmla="*/ 0 w 1419721"/>
                  <a:gd name="connsiteY3" fmla="*/ 1362461 h 1362461"/>
                  <a:gd name="connsiteX0" fmla="*/ 0 w 1419721"/>
                  <a:gd name="connsiteY0" fmla="*/ 1362461 h 1362461"/>
                  <a:gd name="connsiteX1" fmla="*/ 729246 w 1419721"/>
                  <a:gd name="connsiteY1" fmla="*/ 0 h 1362461"/>
                  <a:gd name="connsiteX2" fmla="*/ 1410414 w 1419721"/>
                  <a:gd name="connsiteY2" fmla="*/ 1280863 h 1362461"/>
                  <a:gd name="connsiteX3" fmla="*/ 0 w 1419721"/>
                  <a:gd name="connsiteY3" fmla="*/ 1362461 h 1362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9721" h="1362461">
                    <a:moveTo>
                      <a:pt x="0" y="1362461"/>
                    </a:moveTo>
                    <a:cubicBezTo>
                      <a:pt x="40195" y="996822"/>
                      <a:pt x="240547" y="468927"/>
                      <a:pt x="729246" y="0"/>
                    </a:cubicBezTo>
                    <a:cubicBezTo>
                      <a:pt x="981934" y="160292"/>
                      <a:pt x="1494997" y="750553"/>
                      <a:pt x="1410414" y="1280863"/>
                    </a:cubicBezTo>
                    <a:lnTo>
                      <a:pt x="0" y="136246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1" name="Rectangle 7">
                <a:extLst>
                  <a:ext uri="{FF2B5EF4-FFF2-40B4-BE49-F238E27FC236}">
                    <a16:creationId xmlns:a16="http://schemas.microsoft.com/office/drawing/2014/main" id="{0AD48451-F4AE-4E74-821A-34AF1C2CD76B}"/>
                  </a:ext>
                </a:extLst>
              </p:cNvPr>
              <p:cNvSpPr/>
              <p:nvPr/>
            </p:nvSpPr>
            <p:spPr>
              <a:xfrm rot="19800066">
                <a:off x="5828066" y="3225169"/>
                <a:ext cx="1430737" cy="1043827"/>
              </a:xfrm>
              <a:custGeom>
                <a:avLst/>
                <a:gdLst>
                  <a:gd name="connsiteX0" fmla="*/ 0 w 799375"/>
                  <a:gd name="connsiteY0" fmla="*/ 0 h 283754"/>
                  <a:gd name="connsiteX1" fmla="*/ 799375 w 799375"/>
                  <a:gd name="connsiteY1" fmla="*/ 0 h 283754"/>
                  <a:gd name="connsiteX2" fmla="*/ 799375 w 799375"/>
                  <a:gd name="connsiteY2" fmla="*/ 283754 h 283754"/>
                  <a:gd name="connsiteX3" fmla="*/ 0 w 799375"/>
                  <a:gd name="connsiteY3" fmla="*/ 283754 h 283754"/>
                  <a:gd name="connsiteX4" fmla="*/ 0 w 799375"/>
                  <a:gd name="connsiteY4" fmla="*/ 0 h 283754"/>
                  <a:gd name="connsiteX0" fmla="*/ 0 w 819173"/>
                  <a:gd name="connsiteY0" fmla="*/ 0 h 295183"/>
                  <a:gd name="connsiteX1" fmla="*/ 819173 w 819173"/>
                  <a:gd name="connsiteY1" fmla="*/ 11429 h 295183"/>
                  <a:gd name="connsiteX2" fmla="*/ 819173 w 819173"/>
                  <a:gd name="connsiteY2" fmla="*/ 295183 h 295183"/>
                  <a:gd name="connsiteX3" fmla="*/ 19798 w 819173"/>
                  <a:gd name="connsiteY3" fmla="*/ 295183 h 295183"/>
                  <a:gd name="connsiteX4" fmla="*/ 0 w 819173"/>
                  <a:gd name="connsiteY4" fmla="*/ 0 h 295183"/>
                  <a:gd name="connsiteX0" fmla="*/ 221176 w 1040349"/>
                  <a:gd name="connsiteY0" fmla="*/ 0 h 499213"/>
                  <a:gd name="connsiteX1" fmla="*/ 1040349 w 1040349"/>
                  <a:gd name="connsiteY1" fmla="*/ 11429 h 499213"/>
                  <a:gd name="connsiteX2" fmla="*/ 1040349 w 1040349"/>
                  <a:gd name="connsiteY2" fmla="*/ 295183 h 499213"/>
                  <a:gd name="connsiteX3" fmla="*/ 0 w 1040349"/>
                  <a:gd name="connsiteY3" fmla="*/ 499213 h 499213"/>
                  <a:gd name="connsiteX4" fmla="*/ 221176 w 1040349"/>
                  <a:gd name="connsiteY4" fmla="*/ 0 h 499213"/>
                  <a:gd name="connsiteX0" fmla="*/ 221176 w 1040349"/>
                  <a:gd name="connsiteY0" fmla="*/ 0 h 499213"/>
                  <a:gd name="connsiteX1" fmla="*/ 1040349 w 1040349"/>
                  <a:gd name="connsiteY1" fmla="*/ 11429 h 499213"/>
                  <a:gd name="connsiteX2" fmla="*/ 1040349 w 1040349"/>
                  <a:gd name="connsiteY2" fmla="*/ 295183 h 499213"/>
                  <a:gd name="connsiteX3" fmla="*/ 534506 w 1040349"/>
                  <a:gd name="connsiteY3" fmla="*/ 426740 h 499213"/>
                  <a:gd name="connsiteX4" fmla="*/ 0 w 1040349"/>
                  <a:gd name="connsiteY4" fmla="*/ 499213 h 499213"/>
                  <a:gd name="connsiteX5" fmla="*/ 221176 w 1040349"/>
                  <a:gd name="connsiteY5" fmla="*/ 0 h 499213"/>
                  <a:gd name="connsiteX0" fmla="*/ 0 w 819173"/>
                  <a:gd name="connsiteY0" fmla="*/ 0 h 426740"/>
                  <a:gd name="connsiteX1" fmla="*/ 819173 w 819173"/>
                  <a:gd name="connsiteY1" fmla="*/ 11429 h 426740"/>
                  <a:gd name="connsiteX2" fmla="*/ 819173 w 819173"/>
                  <a:gd name="connsiteY2" fmla="*/ 295183 h 426740"/>
                  <a:gd name="connsiteX3" fmla="*/ 313330 w 819173"/>
                  <a:gd name="connsiteY3" fmla="*/ 426740 h 426740"/>
                  <a:gd name="connsiteX4" fmla="*/ 0 w 819173"/>
                  <a:gd name="connsiteY4" fmla="*/ 0 h 426740"/>
                  <a:gd name="connsiteX0" fmla="*/ 130109 w 949282"/>
                  <a:gd name="connsiteY0" fmla="*/ 0 h 526485"/>
                  <a:gd name="connsiteX1" fmla="*/ 949282 w 949282"/>
                  <a:gd name="connsiteY1" fmla="*/ 11429 h 526485"/>
                  <a:gd name="connsiteX2" fmla="*/ 949282 w 949282"/>
                  <a:gd name="connsiteY2" fmla="*/ 295183 h 526485"/>
                  <a:gd name="connsiteX3" fmla="*/ 443439 w 949282"/>
                  <a:gd name="connsiteY3" fmla="*/ 426740 h 526485"/>
                  <a:gd name="connsiteX4" fmla="*/ 130109 w 949282"/>
                  <a:gd name="connsiteY4" fmla="*/ 0 h 526485"/>
                  <a:gd name="connsiteX0" fmla="*/ 195454 w 1014627"/>
                  <a:gd name="connsiteY0" fmla="*/ 0 h 536248"/>
                  <a:gd name="connsiteX1" fmla="*/ 1014627 w 1014627"/>
                  <a:gd name="connsiteY1" fmla="*/ 11429 h 536248"/>
                  <a:gd name="connsiteX2" fmla="*/ 1014627 w 1014627"/>
                  <a:gd name="connsiteY2" fmla="*/ 295183 h 536248"/>
                  <a:gd name="connsiteX3" fmla="*/ 508784 w 1014627"/>
                  <a:gd name="connsiteY3" fmla="*/ 426740 h 536248"/>
                  <a:gd name="connsiteX4" fmla="*/ 195454 w 1014627"/>
                  <a:gd name="connsiteY4" fmla="*/ 0 h 536248"/>
                  <a:gd name="connsiteX0" fmla="*/ 195454 w 1014627"/>
                  <a:gd name="connsiteY0" fmla="*/ 0 h 536248"/>
                  <a:gd name="connsiteX1" fmla="*/ 1014627 w 1014627"/>
                  <a:gd name="connsiteY1" fmla="*/ 11429 h 536248"/>
                  <a:gd name="connsiteX2" fmla="*/ 508784 w 1014627"/>
                  <a:gd name="connsiteY2" fmla="*/ 426740 h 536248"/>
                  <a:gd name="connsiteX3" fmla="*/ 195454 w 1014627"/>
                  <a:gd name="connsiteY3" fmla="*/ 0 h 536248"/>
                  <a:gd name="connsiteX0" fmla="*/ 195454 w 1100883"/>
                  <a:gd name="connsiteY0" fmla="*/ 0 h 536248"/>
                  <a:gd name="connsiteX1" fmla="*/ 1014627 w 1100883"/>
                  <a:gd name="connsiteY1" fmla="*/ 11429 h 536248"/>
                  <a:gd name="connsiteX2" fmla="*/ 508784 w 1100883"/>
                  <a:gd name="connsiteY2" fmla="*/ 426740 h 536248"/>
                  <a:gd name="connsiteX3" fmla="*/ 195454 w 1100883"/>
                  <a:gd name="connsiteY3" fmla="*/ 0 h 536248"/>
                  <a:gd name="connsiteX0" fmla="*/ 195454 w 1184649"/>
                  <a:gd name="connsiteY0" fmla="*/ 0 h 536248"/>
                  <a:gd name="connsiteX1" fmla="*/ 1014627 w 1184649"/>
                  <a:gd name="connsiteY1" fmla="*/ 11429 h 536248"/>
                  <a:gd name="connsiteX2" fmla="*/ 508784 w 1184649"/>
                  <a:gd name="connsiteY2" fmla="*/ 426740 h 536248"/>
                  <a:gd name="connsiteX3" fmla="*/ 195454 w 1184649"/>
                  <a:gd name="connsiteY3" fmla="*/ 0 h 536248"/>
                  <a:gd name="connsiteX0" fmla="*/ 195454 w 1187920"/>
                  <a:gd name="connsiteY0" fmla="*/ 0 h 536248"/>
                  <a:gd name="connsiteX1" fmla="*/ 1014627 w 1187920"/>
                  <a:gd name="connsiteY1" fmla="*/ 11429 h 536248"/>
                  <a:gd name="connsiteX2" fmla="*/ 508784 w 1187920"/>
                  <a:gd name="connsiteY2" fmla="*/ 426740 h 536248"/>
                  <a:gd name="connsiteX3" fmla="*/ 195454 w 1187920"/>
                  <a:gd name="connsiteY3" fmla="*/ 0 h 536248"/>
                  <a:gd name="connsiteX0" fmla="*/ 155899 w 1225029"/>
                  <a:gd name="connsiteY0" fmla="*/ 0 h 529783"/>
                  <a:gd name="connsiteX1" fmla="*/ 1051736 w 1225029"/>
                  <a:gd name="connsiteY1" fmla="*/ 3959 h 529783"/>
                  <a:gd name="connsiteX2" fmla="*/ 545893 w 1225029"/>
                  <a:gd name="connsiteY2" fmla="*/ 419270 h 529783"/>
                  <a:gd name="connsiteX3" fmla="*/ 155899 w 1225029"/>
                  <a:gd name="connsiteY3" fmla="*/ 0 h 529783"/>
                  <a:gd name="connsiteX0" fmla="*/ 132289 w 1201419"/>
                  <a:gd name="connsiteY0" fmla="*/ 0 h 516974"/>
                  <a:gd name="connsiteX1" fmla="*/ 1028126 w 1201419"/>
                  <a:gd name="connsiteY1" fmla="*/ 3959 h 516974"/>
                  <a:gd name="connsiteX2" fmla="*/ 522283 w 1201419"/>
                  <a:gd name="connsiteY2" fmla="*/ 419270 h 516974"/>
                  <a:gd name="connsiteX3" fmla="*/ 132289 w 1201419"/>
                  <a:gd name="connsiteY3" fmla="*/ 0 h 516974"/>
                  <a:gd name="connsiteX0" fmla="*/ 121606 w 1190736"/>
                  <a:gd name="connsiteY0" fmla="*/ 0 h 508740"/>
                  <a:gd name="connsiteX1" fmla="*/ 1017443 w 1190736"/>
                  <a:gd name="connsiteY1" fmla="*/ 3959 h 508740"/>
                  <a:gd name="connsiteX2" fmla="*/ 511600 w 1190736"/>
                  <a:gd name="connsiteY2" fmla="*/ 419270 h 508740"/>
                  <a:gd name="connsiteX3" fmla="*/ 121606 w 1190736"/>
                  <a:gd name="connsiteY3" fmla="*/ 0 h 508740"/>
                  <a:gd name="connsiteX0" fmla="*/ 121606 w 1252319"/>
                  <a:gd name="connsiteY0" fmla="*/ 10243 h 518983"/>
                  <a:gd name="connsiteX1" fmla="*/ 1129704 w 1252319"/>
                  <a:gd name="connsiteY1" fmla="*/ 0 h 518983"/>
                  <a:gd name="connsiteX2" fmla="*/ 511600 w 1252319"/>
                  <a:gd name="connsiteY2" fmla="*/ 429513 h 518983"/>
                  <a:gd name="connsiteX3" fmla="*/ 121606 w 1252319"/>
                  <a:gd name="connsiteY3" fmla="*/ 10243 h 518983"/>
                  <a:gd name="connsiteX0" fmla="*/ 121606 w 1222035"/>
                  <a:gd name="connsiteY0" fmla="*/ 10243 h 518983"/>
                  <a:gd name="connsiteX1" fmla="*/ 1129704 w 1222035"/>
                  <a:gd name="connsiteY1" fmla="*/ 0 h 518983"/>
                  <a:gd name="connsiteX2" fmla="*/ 511600 w 1222035"/>
                  <a:gd name="connsiteY2" fmla="*/ 429513 h 518983"/>
                  <a:gd name="connsiteX3" fmla="*/ 121606 w 1222035"/>
                  <a:gd name="connsiteY3" fmla="*/ 10243 h 518983"/>
                  <a:gd name="connsiteX0" fmla="*/ 121606 w 1216271"/>
                  <a:gd name="connsiteY0" fmla="*/ 10243 h 518983"/>
                  <a:gd name="connsiteX1" fmla="*/ 1129704 w 1216271"/>
                  <a:gd name="connsiteY1" fmla="*/ 0 h 518983"/>
                  <a:gd name="connsiteX2" fmla="*/ 511600 w 1216271"/>
                  <a:gd name="connsiteY2" fmla="*/ 429513 h 518983"/>
                  <a:gd name="connsiteX3" fmla="*/ 121606 w 1216271"/>
                  <a:gd name="connsiteY3" fmla="*/ 10243 h 518983"/>
                  <a:gd name="connsiteX0" fmla="*/ 121606 w 1199323"/>
                  <a:gd name="connsiteY0" fmla="*/ 63702 h 572442"/>
                  <a:gd name="connsiteX1" fmla="*/ 1103369 w 1199323"/>
                  <a:gd name="connsiteY1" fmla="*/ 0 h 572442"/>
                  <a:gd name="connsiteX2" fmla="*/ 511600 w 1199323"/>
                  <a:gd name="connsiteY2" fmla="*/ 482972 h 572442"/>
                  <a:gd name="connsiteX3" fmla="*/ 121606 w 1199323"/>
                  <a:gd name="connsiteY3" fmla="*/ 63702 h 572442"/>
                  <a:gd name="connsiteX0" fmla="*/ 121606 w 1200711"/>
                  <a:gd name="connsiteY0" fmla="*/ 63702 h 572442"/>
                  <a:gd name="connsiteX1" fmla="*/ 1103369 w 1200711"/>
                  <a:gd name="connsiteY1" fmla="*/ 0 h 572442"/>
                  <a:gd name="connsiteX2" fmla="*/ 511600 w 1200711"/>
                  <a:gd name="connsiteY2" fmla="*/ 482972 h 572442"/>
                  <a:gd name="connsiteX3" fmla="*/ 121606 w 1200711"/>
                  <a:gd name="connsiteY3" fmla="*/ 63702 h 572442"/>
                  <a:gd name="connsiteX0" fmla="*/ 121133 w 1200238"/>
                  <a:gd name="connsiteY0" fmla="*/ 63702 h 565993"/>
                  <a:gd name="connsiteX1" fmla="*/ 1102896 w 1200238"/>
                  <a:gd name="connsiteY1" fmla="*/ 0 h 565993"/>
                  <a:gd name="connsiteX2" fmla="*/ 511127 w 1200238"/>
                  <a:gd name="connsiteY2" fmla="*/ 482972 h 565993"/>
                  <a:gd name="connsiteX3" fmla="*/ 121133 w 1200238"/>
                  <a:gd name="connsiteY3" fmla="*/ 63702 h 565993"/>
                  <a:gd name="connsiteX0" fmla="*/ 121133 w 1212789"/>
                  <a:gd name="connsiteY0" fmla="*/ 63702 h 565993"/>
                  <a:gd name="connsiteX1" fmla="*/ 1102896 w 1212789"/>
                  <a:gd name="connsiteY1" fmla="*/ 0 h 565993"/>
                  <a:gd name="connsiteX2" fmla="*/ 511127 w 1212789"/>
                  <a:gd name="connsiteY2" fmla="*/ 482972 h 565993"/>
                  <a:gd name="connsiteX3" fmla="*/ 121133 w 1212789"/>
                  <a:gd name="connsiteY3" fmla="*/ 63702 h 565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2789" h="565993">
                    <a:moveTo>
                      <a:pt x="121133" y="63702"/>
                    </a:moveTo>
                    <a:lnTo>
                      <a:pt x="1102896" y="0"/>
                    </a:lnTo>
                    <a:cubicBezTo>
                      <a:pt x="1181495" y="77526"/>
                      <a:pt x="1495040" y="725287"/>
                      <a:pt x="511127" y="482972"/>
                    </a:cubicBezTo>
                    <a:cubicBezTo>
                      <a:pt x="-232391" y="770499"/>
                      <a:pt x="26935" y="232267"/>
                      <a:pt x="121133" y="63702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2" name="Rectangle 7">
                <a:extLst>
                  <a:ext uri="{FF2B5EF4-FFF2-40B4-BE49-F238E27FC236}">
                    <a16:creationId xmlns:a16="http://schemas.microsoft.com/office/drawing/2014/main" id="{9B5E93E5-7B6B-4472-B923-3FCD8ED04985}"/>
                  </a:ext>
                </a:extLst>
              </p:cNvPr>
              <p:cNvSpPr/>
              <p:nvPr/>
            </p:nvSpPr>
            <p:spPr>
              <a:xfrm rot="19800066">
                <a:off x="5697347" y="2996748"/>
                <a:ext cx="1193042" cy="562577"/>
              </a:xfrm>
              <a:custGeom>
                <a:avLst/>
                <a:gdLst>
                  <a:gd name="connsiteX0" fmla="*/ 0 w 799375"/>
                  <a:gd name="connsiteY0" fmla="*/ 0 h 283754"/>
                  <a:gd name="connsiteX1" fmla="*/ 799375 w 799375"/>
                  <a:gd name="connsiteY1" fmla="*/ 0 h 283754"/>
                  <a:gd name="connsiteX2" fmla="*/ 799375 w 799375"/>
                  <a:gd name="connsiteY2" fmla="*/ 283754 h 283754"/>
                  <a:gd name="connsiteX3" fmla="*/ 0 w 799375"/>
                  <a:gd name="connsiteY3" fmla="*/ 283754 h 283754"/>
                  <a:gd name="connsiteX4" fmla="*/ 0 w 799375"/>
                  <a:gd name="connsiteY4" fmla="*/ 0 h 283754"/>
                  <a:gd name="connsiteX0" fmla="*/ 0 w 819173"/>
                  <a:gd name="connsiteY0" fmla="*/ 0 h 295183"/>
                  <a:gd name="connsiteX1" fmla="*/ 819173 w 819173"/>
                  <a:gd name="connsiteY1" fmla="*/ 11429 h 295183"/>
                  <a:gd name="connsiteX2" fmla="*/ 819173 w 819173"/>
                  <a:gd name="connsiteY2" fmla="*/ 295183 h 295183"/>
                  <a:gd name="connsiteX3" fmla="*/ 19798 w 819173"/>
                  <a:gd name="connsiteY3" fmla="*/ 295183 h 295183"/>
                  <a:gd name="connsiteX4" fmla="*/ 0 w 819173"/>
                  <a:gd name="connsiteY4" fmla="*/ 0 h 295183"/>
                  <a:gd name="connsiteX0" fmla="*/ 221176 w 1040349"/>
                  <a:gd name="connsiteY0" fmla="*/ 0 h 499213"/>
                  <a:gd name="connsiteX1" fmla="*/ 1040349 w 1040349"/>
                  <a:gd name="connsiteY1" fmla="*/ 11429 h 499213"/>
                  <a:gd name="connsiteX2" fmla="*/ 1040349 w 1040349"/>
                  <a:gd name="connsiteY2" fmla="*/ 295183 h 499213"/>
                  <a:gd name="connsiteX3" fmla="*/ 0 w 1040349"/>
                  <a:gd name="connsiteY3" fmla="*/ 499213 h 499213"/>
                  <a:gd name="connsiteX4" fmla="*/ 221176 w 1040349"/>
                  <a:gd name="connsiteY4" fmla="*/ 0 h 499213"/>
                  <a:gd name="connsiteX0" fmla="*/ 221176 w 1040349"/>
                  <a:gd name="connsiteY0" fmla="*/ 0 h 499213"/>
                  <a:gd name="connsiteX1" fmla="*/ 1040349 w 1040349"/>
                  <a:gd name="connsiteY1" fmla="*/ 11429 h 499213"/>
                  <a:gd name="connsiteX2" fmla="*/ 1040349 w 1040349"/>
                  <a:gd name="connsiteY2" fmla="*/ 295183 h 499213"/>
                  <a:gd name="connsiteX3" fmla="*/ 534506 w 1040349"/>
                  <a:gd name="connsiteY3" fmla="*/ 426740 h 499213"/>
                  <a:gd name="connsiteX4" fmla="*/ 0 w 1040349"/>
                  <a:gd name="connsiteY4" fmla="*/ 499213 h 499213"/>
                  <a:gd name="connsiteX5" fmla="*/ 221176 w 1040349"/>
                  <a:gd name="connsiteY5" fmla="*/ 0 h 499213"/>
                  <a:gd name="connsiteX0" fmla="*/ 0 w 819173"/>
                  <a:gd name="connsiteY0" fmla="*/ 0 h 426740"/>
                  <a:gd name="connsiteX1" fmla="*/ 819173 w 819173"/>
                  <a:gd name="connsiteY1" fmla="*/ 11429 h 426740"/>
                  <a:gd name="connsiteX2" fmla="*/ 819173 w 819173"/>
                  <a:gd name="connsiteY2" fmla="*/ 295183 h 426740"/>
                  <a:gd name="connsiteX3" fmla="*/ 313330 w 819173"/>
                  <a:gd name="connsiteY3" fmla="*/ 426740 h 426740"/>
                  <a:gd name="connsiteX4" fmla="*/ 0 w 819173"/>
                  <a:gd name="connsiteY4" fmla="*/ 0 h 426740"/>
                  <a:gd name="connsiteX0" fmla="*/ 130109 w 949282"/>
                  <a:gd name="connsiteY0" fmla="*/ 0 h 526485"/>
                  <a:gd name="connsiteX1" fmla="*/ 949282 w 949282"/>
                  <a:gd name="connsiteY1" fmla="*/ 11429 h 526485"/>
                  <a:gd name="connsiteX2" fmla="*/ 949282 w 949282"/>
                  <a:gd name="connsiteY2" fmla="*/ 295183 h 526485"/>
                  <a:gd name="connsiteX3" fmla="*/ 443439 w 949282"/>
                  <a:gd name="connsiteY3" fmla="*/ 426740 h 526485"/>
                  <a:gd name="connsiteX4" fmla="*/ 130109 w 949282"/>
                  <a:gd name="connsiteY4" fmla="*/ 0 h 526485"/>
                  <a:gd name="connsiteX0" fmla="*/ 195454 w 1014627"/>
                  <a:gd name="connsiteY0" fmla="*/ 0 h 536248"/>
                  <a:gd name="connsiteX1" fmla="*/ 1014627 w 1014627"/>
                  <a:gd name="connsiteY1" fmla="*/ 11429 h 536248"/>
                  <a:gd name="connsiteX2" fmla="*/ 1014627 w 1014627"/>
                  <a:gd name="connsiteY2" fmla="*/ 295183 h 536248"/>
                  <a:gd name="connsiteX3" fmla="*/ 508784 w 1014627"/>
                  <a:gd name="connsiteY3" fmla="*/ 426740 h 536248"/>
                  <a:gd name="connsiteX4" fmla="*/ 195454 w 1014627"/>
                  <a:gd name="connsiteY4" fmla="*/ 0 h 536248"/>
                  <a:gd name="connsiteX0" fmla="*/ 195454 w 1014627"/>
                  <a:gd name="connsiteY0" fmla="*/ 0 h 536248"/>
                  <a:gd name="connsiteX1" fmla="*/ 1014627 w 1014627"/>
                  <a:gd name="connsiteY1" fmla="*/ 11429 h 536248"/>
                  <a:gd name="connsiteX2" fmla="*/ 508784 w 1014627"/>
                  <a:gd name="connsiteY2" fmla="*/ 426740 h 536248"/>
                  <a:gd name="connsiteX3" fmla="*/ 195454 w 1014627"/>
                  <a:gd name="connsiteY3" fmla="*/ 0 h 536248"/>
                  <a:gd name="connsiteX0" fmla="*/ 195454 w 1100883"/>
                  <a:gd name="connsiteY0" fmla="*/ 0 h 536248"/>
                  <a:gd name="connsiteX1" fmla="*/ 1014627 w 1100883"/>
                  <a:gd name="connsiteY1" fmla="*/ 11429 h 536248"/>
                  <a:gd name="connsiteX2" fmla="*/ 508784 w 1100883"/>
                  <a:gd name="connsiteY2" fmla="*/ 426740 h 536248"/>
                  <a:gd name="connsiteX3" fmla="*/ 195454 w 1100883"/>
                  <a:gd name="connsiteY3" fmla="*/ 0 h 536248"/>
                  <a:gd name="connsiteX0" fmla="*/ 195454 w 1184649"/>
                  <a:gd name="connsiteY0" fmla="*/ 0 h 536248"/>
                  <a:gd name="connsiteX1" fmla="*/ 1014627 w 1184649"/>
                  <a:gd name="connsiteY1" fmla="*/ 11429 h 536248"/>
                  <a:gd name="connsiteX2" fmla="*/ 508784 w 1184649"/>
                  <a:gd name="connsiteY2" fmla="*/ 426740 h 536248"/>
                  <a:gd name="connsiteX3" fmla="*/ 195454 w 1184649"/>
                  <a:gd name="connsiteY3" fmla="*/ 0 h 536248"/>
                  <a:gd name="connsiteX0" fmla="*/ 195454 w 1187920"/>
                  <a:gd name="connsiteY0" fmla="*/ 0 h 536248"/>
                  <a:gd name="connsiteX1" fmla="*/ 1014627 w 1187920"/>
                  <a:gd name="connsiteY1" fmla="*/ 11429 h 536248"/>
                  <a:gd name="connsiteX2" fmla="*/ 508784 w 1187920"/>
                  <a:gd name="connsiteY2" fmla="*/ 426740 h 536248"/>
                  <a:gd name="connsiteX3" fmla="*/ 195454 w 1187920"/>
                  <a:gd name="connsiteY3" fmla="*/ 0 h 536248"/>
                  <a:gd name="connsiteX0" fmla="*/ 195454 w 1207274"/>
                  <a:gd name="connsiteY0" fmla="*/ 0 h 536248"/>
                  <a:gd name="connsiteX1" fmla="*/ 1051747 w 1207274"/>
                  <a:gd name="connsiteY1" fmla="*/ 32859 h 536248"/>
                  <a:gd name="connsiteX2" fmla="*/ 508784 w 1207274"/>
                  <a:gd name="connsiteY2" fmla="*/ 426740 h 536248"/>
                  <a:gd name="connsiteX3" fmla="*/ 195454 w 1207274"/>
                  <a:gd name="connsiteY3" fmla="*/ 0 h 536248"/>
                  <a:gd name="connsiteX0" fmla="*/ 183449 w 1217635"/>
                  <a:gd name="connsiteY0" fmla="*/ 0 h 552254"/>
                  <a:gd name="connsiteX1" fmla="*/ 1062108 w 1217635"/>
                  <a:gd name="connsiteY1" fmla="*/ 51270 h 552254"/>
                  <a:gd name="connsiteX2" fmla="*/ 519145 w 1217635"/>
                  <a:gd name="connsiteY2" fmla="*/ 445151 h 552254"/>
                  <a:gd name="connsiteX3" fmla="*/ 183449 w 1217635"/>
                  <a:gd name="connsiteY3" fmla="*/ 0 h 552254"/>
                  <a:gd name="connsiteX0" fmla="*/ 166515 w 1200701"/>
                  <a:gd name="connsiteY0" fmla="*/ 0 h 562577"/>
                  <a:gd name="connsiteX1" fmla="*/ 1045174 w 1200701"/>
                  <a:gd name="connsiteY1" fmla="*/ 51270 h 562577"/>
                  <a:gd name="connsiteX2" fmla="*/ 502211 w 1200701"/>
                  <a:gd name="connsiteY2" fmla="*/ 445151 h 562577"/>
                  <a:gd name="connsiteX3" fmla="*/ 166515 w 1200701"/>
                  <a:gd name="connsiteY3" fmla="*/ 0 h 562577"/>
                  <a:gd name="connsiteX0" fmla="*/ 166515 w 1211181"/>
                  <a:gd name="connsiteY0" fmla="*/ 0 h 562577"/>
                  <a:gd name="connsiteX1" fmla="*/ 1064535 w 1211181"/>
                  <a:gd name="connsiteY1" fmla="*/ 36785 h 562577"/>
                  <a:gd name="connsiteX2" fmla="*/ 502211 w 1211181"/>
                  <a:gd name="connsiteY2" fmla="*/ 445151 h 562577"/>
                  <a:gd name="connsiteX3" fmla="*/ 166515 w 1211181"/>
                  <a:gd name="connsiteY3" fmla="*/ 0 h 562577"/>
                  <a:gd name="connsiteX0" fmla="*/ 166515 w 1200684"/>
                  <a:gd name="connsiteY0" fmla="*/ 0 h 562577"/>
                  <a:gd name="connsiteX1" fmla="*/ 1064535 w 1200684"/>
                  <a:gd name="connsiteY1" fmla="*/ 36785 h 562577"/>
                  <a:gd name="connsiteX2" fmla="*/ 502211 w 1200684"/>
                  <a:gd name="connsiteY2" fmla="*/ 445151 h 562577"/>
                  <a:gd name="connsiteX3" fmla="*/ 166515 w 1200684"/>
                  <a:gd name="connsiteY3" fmla="*/ 0 h 562577"/>
                  <a:gd name="connsiteX0" fmla="*/ 166515 w 1196111"/>
                  <a:gd name="connsiteY0" fmla="*/ 0 h 562577"/>
                  <a:gd name="connsiteX1" fmla="*/ 1064535 w 1196111"/>
                  <a:gd name="connsiteY1" fmla="*/ 36785 h 562577"/>
                  <a:gd name="connsiteX2" fmla="*/ 502211 w 1196111"/>
                  <a:gd name="connsiteY2" fmla="*/ 445151 h 562577"/>
                  <a:gd name="connsiteX3" fmla="*/ 166515 w 1196111"/>
                  <a:gd name="connsiteY3" fmla="*/ 0 h 562577"/>
                  <a:gd name="connsiteX0" fmla="*/ 166515 w 1193042"/>
                  <a:gd name="connsiteY0" fmla="*/ 0 h 562577"/>
                  <a:gd name="connsiteX1" fmla="*/ 1064535 w 1193042"/>
                  <a:gd name="connsiteY1" fmla="*/ 36785 h 562577"/>
                  <a:gd name="connsiteX2" fmla="*/ 502211 w 1193042"/>
                  <a:gd name="connsiteY2" fmla="*/ 445151 h 562577"/>
                  <a:gd name="connsiteX3" fmla="*/ 166515 w 1193042"/>
                  <a:gd name="connsiteY3" fmla="*/ 0 h 56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3042" h="562577">
                    <a:moveTo>
                      <a:pt x="166515" y="0"/>
                    </a:moveTo>
                    <a:lnTo>
                      <a:pt x="1064535" y="36785"/>
                    </a:lnTo>
                    <a:cubicBezTo>
                      <a:pt x="1139890" y="148895"/>
                      <a:pt x="1510384" y="709290"/>
                      <a:pt x="502211" y="445151"/>
                    </a:cubicBezTo>
                    <a:cubicBezTo>
                      <a:pt x="-293813" y="809906"/>
                      <a:pt x="71145" y="229260"/>
                      <a:pt x="166515" y="0"/>
                    </a:cubicBezTo>
                    <a:close/>
                  </a:path>
                </a:pathLst>
              </a:custGeom>
              <a:solidFill>
                <a:srgbClr val="CC3A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3" name="Oval 362">
                <a:extLst>
                  <a:ext uri="{FF2B5EF4-FFF2-40B4-BE49-F238E27FC236}">
                    <a16:creationId xmlns:a16="http://schemas.microsoft.com/office/drawing/2014/main" id="{CF088E1B-6203-43B6-BEE3-A9BDA21D84EE}"/>
                  </a:ext>
                </a:extLst>
              </p:cNvPr>
              <p:cNvSpPr/>
              <p:nvPr/>
            </p:nvSpPr>
            <p:spPr>
              <a:xfrm>
                <a:off x="4673600" y="493486"/>
                <a:ext cx="2510971" cy="2632885"/>
              </a:xfrm>
              <a:prstGeom prst="ellipse">
                <a:avLst/>
              </a:prstGeom>
              <a:solidFill>
                <a:srgbClr val="CC3A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F6CF536C-8331-40F6-A977-C60D2C8E2BFB}"/>
                  </a:ext>
                </a:extLst>
              </p:cNvPr>
              <p:cNvSpPr/>
              <p:nvPr/>
            </p:nvSpPr>
            <p:spPr>
              <a:xfrm>
                <a:off x="5082540" y="777240"/>
                <a:ext cx="1499443" cy="15392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A3A9EC17-7865-494C-AF25-61C4803364B5}"/>
                  </a:ext>
                </a:extLst>
              </p:cNvPr>
              <p:cNvSpPr/>
              <p:nvPr/>
            </p:nvSpPr>
            <p:spPr>
              <a:xfrm>
                <a:off x="5544272" y="1026146"/>
                <a:ext cx="822910" cy="84475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332A70DC-0E31-4B58-8FAD-7D0C9C60B6BB}"/>
                  </a:ext>
                </a:extLst>
              </p:cNvPr>
              <p:cNvSpPr/>
              <p:nvPr/>
            </p:nvSpPr>
            <p:spPr>
              <a:xfrm>
                <a:off x="5624967" y="1124484"/>
                <a:ext cx="416541" cy="427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7" name="Oval 366">
                <a:extLst>
                  <a:ext uri="{FF2B5EF4-FFF2-40B4-BE49-F238E27FC236}">
                    <a16:creationId xmlns:a16="http://schemas.microsoft.com/office/drawing/2014/main" id="{218FA59C-D0EA-4CD6-9A2D-92DCEF36E9C2}"/>
                  </a:ext>
                </a:extLst>
              </p:cNvPr>
              <p:cNvSpPr/>
              <p:nvPr/>
            </p:nvSpPr>
            <p:spPr>
              <a:xfrm>
                <a:off x="6036422" y="1447801"/>
                <a:ext cx="175423" cy="1800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CA06A4D1-0EA6-49B9-92BC-4434CB6C785A}"/>
                  </a:ext>
                </a:extLst>
              </p:cNvPr>
              <p:cNvSpPr/>
              <p:nvPr/>
            </p:nvSpPr>
            <p:spPr>
              <a:xfrm>
                <a:off x="4990419" y="2354519"/>
                <a:ext cx="1669352" cy="966917"/>
              </a:xfrm>
              <a:prstGeom prst="ellipse">
                <a:avLst/>
              </a:prstGeom>
              <a:solidFill>
                <a:srgbClr val="CC3A2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Oval 3">
                <a:extLst>
                  <a:ext uri="{FF2B5EF4-FFF2-40B4-BE49-F238E27FC236}">
                    <a16:creationId xmlns:a16="http://schemas.microsoft.com/office/drawing/2014/main" id="{D14D6054-FB5A-42D6-B67C-1F78D06C4A50}"/>
                  </a:ext>
                </a:extLst>
              </p:cNvPr>
              <p:cNvSpPr/>
              <p:nvPr/>
            </p:nvSpPr>
            <p:spPr>
              <a:xfrm>
                <a:off x="3778785" y="637061"/>
                <a:ext cx="1908383" cy="2070723"/>
              </a:xfrm>
              <a:custGeom>
                <a:avLst/>
                <a:gdLst>
                  <a:gd name="connsiteX0" fmla="*/ 0 w 1959429"/>
                  <a:gd name="connsiteY0" fmla="*/ 1087137 h 2174274"/>
                  <a:gd name="connsiteX1" fmla="*/ 979715 w 1959429"/>
                  <a:gd name="connsiteY1" fmla="*/ 0 h 2174274"/>
                  <a:gd name="connsiteX2" fmla="*/ 1959430 w 1959429"/>
                  <a:gd name="connsiteY2" fmla="*/ 1087137 h 2174274"/>
                  <a:gd name="connsiteX3" fmla="*/ 979715 w 1959429"/>
                  <a:gd name="connsiteY3" fmla="*/ 2174274 h 2174274"/>
                  <a:gd name="connsiteX4" fmla="*/ 0 w 1959429"/>
                  <a:gd name="connsiteY4" fmla="*/ 1087137 h 2174274"/>
                  <a:gd name="connsiteX0" fmla="*/ 0 w 1582058"/>
                  <a:gd name="connsiteY0" fmla="*/ 1087146 h 2174291"/>
                  <a:gd name="connsiteX1" fmla="*/ 979715 w 1582058"/>
                  <a:gd name="connsiteY1" fmla="*/ 9 h 2174291"/>
                  <a:gd name="connsiteX2" fmla="*/ 1582058 w 1582058"/>
                  <a:gd name="connsiteY2" fmla="*/ 1072632 h 2174291"/>
                  <a:gd name="connsiteX3" fmla="*/ 979715 w 1582058"/>
                  <a:gd name="connsiteY3" fmla="*/ 2174283 h 2174291"/>
                  <a:gd name="connsiteX4" fmla="*/ 0 w 1582058"/>
                  <a:gd name="connsiteY4" fmla="*/ 1087146 h 2174291"/>
                  <a:gd name="connsiteX0" fmla="*/ 0 w 1651706"/>
                  <a:gd name="connsiteY0" fmla="*/ 1087254 h 2174399"/>
                  <a:gd name="connsiteX1" fmla="*/ 979715 w 1651706"/>
                  <a:gd name="connsiteY1" fmla="*/ 117 h 2174399"/>
                  <a:gd name="connsiteX2" fmla="*/ 1582058 w 1651706"/>
                  <a:gd name="connsiteY2" fmla="*/ 1072740 h 2174399"/>
                  <a:gd name="connsiteX3" fmla="*/ 979715 w 1651706"/>
                  <a:gd name="connsiteY3" fmla="*/ 2174391 h 2174399"/>
                  <a:gd name="connsiteX4" fmla="*/ 0 w 1651706"/>
                  <a:gd name="connsiteY4" fmla="*/ 1087254 h 2174399"/>
                  <a:gd name="connsiteX0" fmla="*/ 0 w 1898822"/>
                  <a:gd name="connsiteY0" fmla="*/ 1087254 h 2174399"/>
                  <a:gd name="connsiteX1" fmla="*/ 979715 w 1898822"/>
                  <a:gd name="connsiteY1" fmla="*/ 117 h 2174399"/>
                  <a:gd name="connsiteX2" fmla="*/ 1582058 w 1898822"/>
                  <a:gd name="connsiteY2" fmla="*/ 1072740 h 2174399"/>
                  <a:gd name="connsiteX3" fmla="*/ 979715 w 1898822"/>
                  <a:gd name="connsiteY3" fmla="*/ 2174391 h 2174399"/>
                  <a:gd name="connsiteX4" fmla="*/ 0 w 1898822"/>
                  <a:gd name="connsiteY4" fmla="*/ 1087254 h 2174399"/>
                  <a:gd name="connsiteX0" fmla="*/ 3040 w 1861733"/>
                  <a:gd name="connsiteY0" fmla="*/ 1087254 h 1913142"/>
                  <a:gd name="connsiteX1" fmla="*/ 982755 w 1861733"/>
                  <a:gd name="connsiteY1" fmla="*/ 117 h 1913142"/>
                  <a:gd name="connsiteX2" fmla="*/ 1585098 w 1861733"/>
                  <a:gd name="connsiteY2" fmla="*/ 1072740 h 1913142"/>
                  <a:gd name="connsiteX3" fmla="*/ 706984 w 1861733"/>
                  <a:gd name="connsiteY3" fmla="*/ 1913134 h 1913142"/>
                  <a:gd name="connsiteX4" fmla="*/ 3040 w 1861733"/>
                  <a:gd name="connsiteY4" fmla="*/ 1087254 h 1913142"/>
                  <a:gd name="connsiteX0" fmla="*/ 11462 w 1927515"/>
                  <a:gd name="connsiteY0" fmla="*/ 1087254 h 2050974"/>
                  <a:gd name="connsiteX1" fmla="*/ 991177 w 1927515"/>
                  <a:gd name="connsiteY1" fmla="*/ 117 h 2050974"/>
                  <a:gd name="connsiteX2" fmla="*/ 1593520 w 1927515"/>
                  <a:gd name="connsiteY2" fmla="*/ 1072740 h 2050974"/>
                  <a:gd name="connsiteX3" fmla="*/ 715406 w 1927515"/>
                  <a:gd name="connsiteY3" fmla="*/ 1913134 h 2050974"/>
                  <a:gd name="connsiteX4" fmla="*/ 11462 w 1927515"/>
                  <a:gd name="connsiteY4" fmla="*/ 1087254 h 2050974"/>
                  <a:gd name="connsiteX0" fmla="*/ 16005 w 1342359"/>
                  <a:gd name="connsiteY0" fmla="*/ 2065713 h 2215740"/>
                  <a:gd name="connsiteX1" fmla="*/ 473206 w 1342359"/>
                  <a:gd name="connsiteY1" fmla="*/ 49662 h 2215740"/>
                  <a:gd name="connsiteX2" fmla="*/ 1075549 w 1342359"/>
                  <a:gd name="connsiteY2" fmla="*/ 1122285 h 2215740"/>
                  <a:gd name="connsiteX3" fmla="*/ 197435 w 1342359"/>
                  <a:gd name="connsiteY3" fmla="*/ 1962679 h 2215740"/>
                  <a:gd name="connsiteX4" fmla="*/ 16005 w 1342359"/>
                  <a:gd name="connsiteY4" fmla="*/ 2065713 h 2215740"/>
                  <a:gd name="connsiteX0" fmla="*/ 548610 w 1874964"/>
                  <a:gd name="connsiteY0" fmla="*/ 2065713 h 2641424"/>
                  <a:gd name="connsiteX1" fmla="*/ 1005811 w 1874964"/>
                  <a:gd name="connsiteY1" fmla="*/ 49662 h 2641424"/>
                  <a:gd name="connsiteX2" fmla="*/ 1608154 w 1874964"/>
                  <a:gd name="connsiteY2" fmla="*/ 1122285 h 2641424"/>
                  <a:gd name="connsiteX3" fmla="*/ 730040 w 1874964"/>
                  <a:gd name="connsiteY3" fmla="*/ 1962679 h 2641424"/>
                  <a:gd name="connsiteX4" fmla="*/ 548610 w 1874964"/>
                  <a:gd name="connsiteY4" fmla="*/ 2065713 h 2641424"/>
                  <a:gd name="connsiteX0" fmla="*/ 28890 w 1355244"/>
                  <a:gd name="connsiteY0" fmla="*/ 2065713 h 2067732"/>
                  <a:gd name="connsiteX1" fmla="*/ 486091 w 1355244"/>
                  <a:gd name="connsiteY1" fmla="*/ 49662 h 2067732"/>
                  <a:gd name="connsiteX2" fmla="*/ 1088434 w 1355244"/>
                  <a:gd name="connsiteY2" fmla="*/ 1122285 h 2067732"/>
                  <a:gd name="connsiteX3" fmla="*/ 210320 w 1355244"/>
                  <a:gd name="connsiteY3" fmla="*/ 1962679 h 2067732"/>
                  <a:gd name="connsiteX4" fmla="*/ 28890 w 1355244"/>
                  <a:gd name="connsiteY4" fmla="*/ 2065713 h 2067732"/>
                  <a:gd name="connsiteX0" fmla="*/ 516317 w 1842671"/>
                  <a:gd name="connsiteY0" fmla="*/ 2017063 h 2100501"/>
                  <a:gd name="connsiteX1" fmla="*/ 8319 w 1842671"/>
                  <a:gd name="connsiteY1" fmla="*/ 900899 h 2100501"/>
                  <a:gd name="connsiteX2" fmla="*/ 973518 w 1842671"/>
                  <a:gd name="connsiteY2" fmla="*/ 1012 h 2100501"/>
                  <a:gd name="connsiteX3" fmla="*/ 1575861 w 1842671"/>
                  <a:gd name="connsiteY3" fmla="*/ 1073635 h 2100501"/>
                  <a:gd name="connsiteX4" fmla="*/ 697747 w 1842671"/>
                  <a:gd name="connsiteY4" fmla="*/ 1914029 h 2100501"/>
                  <a:gd name="connsiteX5" fmla="*/ 516317 w 1842671"/>
                  <a:gd name="connsiteY5" fmla="*/ 2017063 h 2100501"/>
                  <a:gd name="connsiteX0" fmla="*/ 519251 w 1845605"/>
                  <a:gd name="connsiteY0" fmla="*/ 2017063 h 2075164"/>
                  <a:gd name="connsiteX1" fmla="*/ 11253 w 1845605"/>
                  <a:gd name="connsiteY1" fmla="*/ 900899 h 2075164"/>
                  <a:gd name="connsiteX2" fmla="*/ 976452 w 1845605"/>
                  <a:gd name="connsiteY2" fmla="*/ 1012 h 2075164"/>
                  <a:gd name="connsiteX3" fmla="*/ 1578795 w 1845605"/>
                  <a:gd name="connsiteY3" fmla="*/ 1073635 h 2075164"/>
                  <a:gd name="connsiteX4" fmla="*/ 700681 w 1845605"/>
                  <a:gd name="connsiteY4" fmla="*/ 1914029 h 2075164"/>
                  <a:gd name="connsiteX5" fmla="*/ 519251 w 1845605"/>
                  <a:gd name="connsiteY5" fmla="*/ 2017063 h 2075164"/>
                  <a:gd name="connsiteX0" fmla="*/ 516033 w 1841185"/>
                  <a:gd name="connsiteY0" fmla="*/ 2017063 h 2063551"/>
                  <a:gd name="connsiteX1" fmla="*/ 8035 w 1841185"/>
                  <a:gd name="connsiteY1" fmla="*/ 900899 h 2063551"/>
                  <a:gd name="connsiteX2" fmla="*/ 973234 w 1841185"/>
                  <a:gd name="connsiteY2" fmla="*/ 1012 h 2063551"/>
                  <a:gd name="connsiteX3" fmla="*/ 1575577 w 1841185"/>
                  <a:gd name="connsiteY3" fmla="*/ 1073635 h 2063551"/>
                  <a:gd name="connsiteX4" fmla="*/ 697463 w 1841185"/>
                  <a:gd name="connsiteY4" fmla="*/ 1914029 h 2063551"/>
                  <a:gd name="connsiteX5" fmla="*/ 582257 w 1841185"/>
                  <a:gd name="connsiteY5" fmla="*/ 1858388 h 2063551"/>
                  <a:gd name="connsiteX6" fmla="*/ 516033 w 1841185"/>
                  <a:gd name="connsiteY6" fmla="*/ 2017063 h 2063551"/>
                  <a:gd name="connsiteX0" fmla="*/ 469176 w 1841953"/>
                  <a:gd name="connsiteY0" fmla="*/ 1988488 h 2038411"/>
                  <a:gd name="connsiteX1" fmla="*/ 8803 w 1841953"/>
                  <a:gd name="connsiteY1" fmla="*/ 900899 h 2038411"/>
                  <a:gd name="connsiteX2" fmla="*/ 974002 w 1841953"/>
                  <a:gd name="connsiteY2" fmla="*/ 1012 h 2038411"/>
                  <a:gd name="connsiteX3" fmla="*/ 1576345 w 1841953"/>
                  <a:gd name="connsiteY3" fmla="*/ 1073635 h 2038411"/>
                  <a:gd name="connsiteX4" fmla="*/ 698231 w 1841953"/>
                  <a:gd name="connsiteY4" fmla="*/ 1914029 h 2038411"/>
                  <a:gd name="connsiteX5" fmla="*/ 583025 w 1841953"/>
                  <a:gd name="connsiteY5" fmla="*/ 1858388 h 2038411"/>
                  <a:gd name="connsiteX6" fmla="*/ 469176 w 1841953"/>
                  <a:gd name="connsiteY6" fmla="*/ 1988488 h 2038411"/>
                  <a:gd name="connsiteX0" fmla="*/ 471413 w 1844190"/>
                  <a:gd name="connsiteY0" fmla="*/ 1988488 h 2026989"/>
                  <a:gd name="connsiteX1" fmla="*/ 11040 w 1844190"/>
                  <a:gd name="connsiteY1" fmla="*/ 900899 h 2026989"/>
                  <a:gd name="connsiteX2" fmla="*/ 976239 w 1844190"/>
                  <a:gd name="connsiteY2" fmla="*/ 1012 h 2026989"/>
                  <a:gd name="connsiteX3" fmla="*/ 1578582 w 1844190"/>
                  <a:gd name="connsiteY3" fmla="*/ 1073635 h 2026989"/>
                  <a:gd name="connsiteX4" fmla="*/ 700468 w 1844190"/>
                  <a:gd name="connsiteY4" fmla="*/ 1914029 h 2026989"/>
                  <a:gd name="connsiteX5" fmla="*/ 585262 w 1844190"/>
                  <a:gd name="connsiteY5" fmla="*/ 1858388 h 2026989"/>
                  <a:gd name="connsiteX6" fmla="*/ 471413 w 1844190"/>
                  <a:gd name="connsiteY6" fmla="*/ 1988488 h 2026989"/>
                  <a:gd name="connsiteX0" fmla="*/ 469150 w 1842100"/>
                  <a:gd name="connsiteY0" fmla="*/ 1988488 h 2026947"/>
                  <a:gd name="connsiteX1" fmla="*/ 8777 w 1842100"/>
                  <a:gd name="connsiteY1" fmla="*/ 900899 h 2026947"/>
                  <a:gd name="connsiteX2" fmla="*/ 973976 w 1842100"/>
                  <a:gd name="connsiteY2" fmla="*/ 1012 h 2026947"/>
                  <a:gd name="connsiteX3" fmla="*/ 1576319 w 1842100"/>
                  <a:gd name="connsiteY3" fmla="*/ 1073635 h 2026947"/>
                  <a:gd name="connsiteX4" fmla="*/ 698205 w 1842100"/>
                  <a:gd name="connsiteY4" fmla="*/ 1914029 h 2026947"/>
                  <a:gd name="connsiteX5" fmla="*/ 573474 w 1842100"/>
                  <a:gd name="connsiteY5" fmla="*/ 1791713 h 2026947"/>
                  <a:gd name="connsiteX6" fmla="*/ 469150 w 1842100"/>
                  <a:gd name="connsiteY6" fmla="*/ 1988488 h 2026947"/>
                  <a:gd name="connsiteX0" fmla="*/ 469150 w 1827811"/>
                  <a:gd name="connsiteY0" fmla="*/ 1988488 h 2026947"/>
                  <a:gd name="connsiteX1" fmla="*/ 8777 w 1827811"/>
                  <a:gd name="connsiteY1" fmla="*/ 900899 h 2026947"/>
                  <a:gd name="connsiteX2" fmla="*/ 973976 w 1827811"/>
                  <a:gd name="connsiteY2" fmla="*/ 1012 h 2026947"/>
                  <a:gd name="connsiteX3" fmla="*/ 1576319 w 1827811"/>
                  <a:gd name="connsiteY3" fmla="*/ 1073635 h 2026947"/>
                  <a:gd name="connsiteX4" fmla="*/ 698205 w 1827811"/>
                  <a:gd name="connsiteY4" fmla="*/ 1914029 h 2026947"/>
                  <a:gd name="connsiteX5" fmla="*/ 573474 w 1827811"/>
                  <a:gd name="connsiteY5" fmla="*/ 1791713 h 2026947"/>
                  <a:gd name="connsiteX6" fmla="*/ 469150 w 1827811"/>
                  <a:gd name="connsiteY6" fmla="*/ 1988488 h 2026947"/>
                  <a:gd name="connsiteX0" fmla="*/ 469150 w 1897127"/>
                  <a:gd name="connsiteY0" fmla="*/ 1988488 h 2026947"/>
                  <a:gd name="connsiteX1" fmla="*/ 8777 w 1897127"/>
                  <a:gd name="connsiteY1" fmla="*/ 900899 h 2026947"/>
                  <a:gd name="connsiteX2" fmla="*/ 973976 w 1897127"/>
                  <a:gd name="connsiteY2" fmla="*/ 1012 h 2026947"/>
                  <a:gd name="connsiteX3" fmla="*/ 1576319 w 1897127"/>
                  <a:gd name="connsiteY3" fmla="*/ 1073635 h 2026947"/>
                  <a:gd name="connsiteX4" fmla="*/ 698205 w 1897127"/>
                  <a:gd name="connsiteY4" fmla="*/ 1914029 h 2026947"/>
                  <a:gd name="connsiteX5" fmla="*/ 573474 w 1897127"/>
                  <a:gd name="connsiteY5" fmla="*/ 1791713 h 2026947"/>
                  <a:gd name="connsiteX6" fmla="*/ 469150 w 1897127"/>
                  <a:gd name="connsiteY6" fmla="*/ 1988488 h 2026947"/>
                  <a:gd name="connsiteX0" fmla="*/ 469150 w 1645781"/>
                  <a:gd name="connsiteY0" fmla="*/ 1988488 h 2041827"/>
                  <a:gd name="connsiteX1" fmla="*/ 8777 w 1645781"/>
                  <a:gd name="connsiteY1" fmla="*/ 900899 h 2041827"/>
                  <a:gd name="connsiteX2" fmla="*/ 973976 w 1645781"/>
                  <a:gd name="connsiteY2" fmla="*/ 1012 h 2041827"/>
                  <a:gd name="connsiteX3" fmla="*/ 1576319 w 1645781"/>
                  <a:gd name="connsiteY3" fmla="*/ 1073635 h 2041827"/>
                  <a:gd name="connsiteX4" fmla="*/ 573474 w 1645781"/>
                  <a:gd name="connsiteY4" fmla="*/ 1791713 h 2041827"/>
                  <a:gd name="connsiteX5" fmla="*/ 469150 w 1645781"/>
                  <a:gd name="connsiteY5" fmla="*/ 1988488 h 2041827"/>
                  <a:gd name="connsiteX0" fmla="*/ 469150 w 1903222"/>
                  <a:gd name="connsiteY0" fmla="*/ 1988488 h 2041827"/>
                  <a:gd name="connsiteX1" fmla="*/ 8777 w 1903222"/>
                  <a:gd name="connsiteY1" fmla="*/ 900899 h 2041827"/>
                  <a:gd name="connsiteX2" fmla="*/ 973976 w 1903222"/>
                  <a:gd name="connsiteY2" fmla="*/ 1012 h 2041827"/>
                  <a:gd name="connsiteX3" fmla="*/ 1576319 w 1903222"/>
                  <a:gd name="connsiteY3" fmla="*/ 1073635 h 2041827"/>
                  <a:gd name="connsiteX4" fmla="*/ 573474 w 1903222"/>
                  <a:gd name="connsiteY4" fmla="*/ 1791713 h 2041827"/>
                  <a:gd name="connsiteX5" fmla="*/ 469150 w 1903222"/>
                  <a:gd name="connsiteY5" fmla="*/ 1988488 h 2041827"/>
                  <a:gd name="connsiteX0" fmla="*/ 469150 w 1903756"/>
                  <a:gd name="connsiteY0" fmla="*/ 1988488 h 2061061"/>
                  <a:gd name="connsiteX1" fmla="*/ 8777 w 1903756"/>
                  <a:gd name="connsiteY1" fmla="*/ 900899 h 2061061"/>
                  <a:gd name="connsiteX2" fmla="*/ 973976 w 1903756"/>
                  <a:gd name="connsiteY2" fmla="*/ 1012 h 2061061"/>
                  <a:gd name="connsiteX3" fmla="*/ 1576319 w 1903756"/>
                  <a:gd name="connsiteY3" fmla="*/ 1073635 h 2061061"/>
                  <a:gd name="connsiteX4" fmla="*/ 573474 w 1903756"/>
                  <a:gd name="connsiteY4" fmla="*/ 1791713 h 2061061"/>
                  <a:gd name="connsiteX5" fmla="*/ 469150 w 1903756"/>
                  <a:gd name="connsiteY5" fmla="*/ 1988488 h 2061061"/>
                  <a:gd name="connsiteX0" fmla="*/ 469150 w 1903756"/>
                  <a:gd name="connsiteY0" fmla="*/ 1988488 h 2061061"/>
                  <a:gd name="connsiteX1" fmla="*/ 8777 w 1903756"/>
                  <a:gd name="connsiteY1" fmla="*/ 900899 h 2061061"/>
                  <a:gd name="connsiteX2" fmla="*/ 973976 w 1903756"/>
                  <a:gd name="connsiteY2" fmla="*/ 1012 h 2061061"/>
                  <a:gd name="connsiteX3" fmla="*/ 1576319 w 1903756"/>
                  <a:gd name="connsiteY3" fmla="*/ 1073635 h 2061061"/>
                  <a:gd name="connsiteX4" fmla="*/ 573474 w 1903756"/>
                  <a:gd name="connsiteY4" fmla="*/ 1791713 h 2061061"/>
                  <a:gd name="connsiteX5" fmla="*/ 469150 w 1903756"/>
                  <a:gd name="connsiteY5" fmla="*/ 1988488 h 2061061"/>
                  <a:gd name="connsiteX0" fmla="*/ 472770 w 1907376"/>
                  <a:gd name="connsiteY0" fmla="*/ 1988488 h 2061061"/>
                  <a:gd name="connsiteX1" fmla="*/ 12397 w 1907376"/>
                  <a:gd name="connsiteY1" fmla="*/ 900899 h 2061061"/>
                  <a:gd name="connsiteX2" fmla="*/ 977596 w 1907376"/>
                  <a:gd name="connsiteY2" fmla="*/ 1012 h 2061061"/>
                  <a:gd name="connsiteX3" fmla="*/ 1579939 w 1907376"/>
                  <a:gd name="connsiteY3" fmla="*/ 1073635 h 2061061"/>
                  <a:gd name="connsiteX4" fmla="*/ 577094 w 1907376"/>
                  <a:gd name="connsiteY4" fmla="*/ 1791713 h 2061061"/>
                  <a:gd name="connsiteX5" fmla="*/ 472770 w 1907376"/>
                  <a:gd name="connsiteY5" fmla="*/ 1988488 h 2061061"/>
                  <a:gd name="connsiteX0" fmla="*/ 473777 w 1908383"/>
                  <a:gd name="connsiteY0" fmla="*/ 1988488 h 2061061"/>
                  <a:gd name="connsiteX1" fmla="*/ 13404 w 1908383"/>
                  <a:gd name="connsiteY1" fmla="*/ 900899 h 2061061"/>
                  <a:gd name="connsiteX2" fmla="*/ 978603 w 1908383"/>
                  <a:gd name="connsiteY2" fmla="*/ 1012 h 2061061"/>
                  <a:gd name="connsiteX3" fmla="*/ 1580946 w 1908383"/>
                  <a:gd name="connsiteY3" fmla="*/ 1073635 h 2061061"/>
                  <a:gd name="connsiteX4" fmla="*/ 578101 w 1908383"/>
                  <a:gd name="connsiteY4" fmla="*/ 1791713 h 2061061"/>
                  <a:gd name="connsiteX5" fmla="*/ 473777 w 1908383"/>
                  <a:gd name="connsiteY5" fmla="*/ 1988488 h 2061061"/>
                  <a:gd name="connsiteX0" fmla="*/ 473777 w 1908383"/>
                  <a:gd name="connsiteY0" fmla="*/ 1989435 h 2062008"/>
                  <a:gd name="connsiteX1" fmla="*/ 13404 w 1908383"/>
                  <a:gd name="connsiteY1" fmla="*/ 901846 h 2062008"/>
                  <a:gd name="connsiteX2" fmla="*/ 978603 w 1908383"/>
                  <a:gd name="connsiteY2" fmla="*/ 1959 h 2062008"/>
                  <a:gd name="connsiteX3" fmla="*/ 1580946 w 1908383"/>
                  <a:gd name="connsiteY3" fmla="*/ 1074582 h 2062008"/>
                  <a:gd name="connsiteX4" fmla="*/ 578101 w 1908383"/>
                  <a:gd name="connsiteY4" fmla="*/ 1792660 h 2062008"/>
                  <a:gd name="connsiteX5" fmla="*/ 473777 w 1908383"/>
                  <a:gd name="connsiteY5" fmla="*/ 1989435 h 2062008"/>
                  <a:gd name="connsiteX0" fmla="*/ 473777 w 1908383"/>
                  <a:gd name="connsiteY0" fmla="*/ 1995892 h 2068465"/>
                  <a:gd name="connsiteX1" fmla="*/ 13404 w 1908383"/>
                  <a:gd name="connsiteY1" fmla="*/ 908303 h 2068465"/>
                  <a:gd name="connsiteX2" fmla="*/ 978603 w 1908383"/>
                  <a:gd name="connsiteY2" fmla="*/ 8416 h 2068465"/>
                  <a:gd name="connsiteX3" fmla="*/ 1580946 w 1908383"/>
                  <a:gd name="connsiteY3" fmla="*/ 1081039 h 2068465"/>
                  <a:gd name="connsiteX4" fmla="*/ 578101 w 1908383"/>
                  <a:gd name="connsiteY4" fmla="*/ 1799117 h 2068465"/>
                  <a:gd name="connsiteX5" fmla="*/ 473777 w 1908383"/>
                  <a:gd name="connsiteY5" fmla="*/ 1995892 h 2068465"/>
                  <a:gd name="connsiteX0" fmla="*/ 473777 w 1908383"/>
                  <a:gd name="connsiteY0" fmla="*/ 1998150 h 2070723"/>
                  <a:gd name="connsiteX1" fmla="*/ 13404 w 1908383"/>
                  <a:gd name="connsiteY1" fmla="*/ 910561 h 2070723"/>
                  <a:gd name="connsiteX2" fmla="*/ 978603 w 1908383"/>
                  <a:gd name="connsiteY2" fmla="*/ 10674 h 2070723"/>
                  <a:gd name="connsiteX3" fmla="*/ 1580946 w 1908383"/>
                  <a:gd name="connsiteY3" fmla="*/ 1083297 h 2070723"/>
                  <a:gd name="connsiteX4" fmla="*/ 578101 w 1908383"/>
                  <a:gd name="connsiteY4" fmla="*/ 1801375 h 2070723"/>
                  <a:gd name="connsiteX5" fmla="*/ 473777 w 1908383"/>
                  <a:gd name="connsiteY5" fmla="*/ 1998150 h 2070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8383" h="2070723">
                    <a:moveTo>
                      <a:pt x="473777" y="1998150"/>
                    </a:moveTo>
                    <a:cubicBezTo>
                      <a:pt x="198686" y="1873493"/>
                      <a:pt x="-62796" y="1246570"/>
                      <a:pt x="13404" y="910561"/>
                    </a:cubicBezTo>
                    <a:cubicBezTo>
                      <a:pt x="158184" y="269753"/>
                      <a:pt x="709726" y="58085"/>
                      <a:pt x="978603" y="10674"/>
                    </a:cubicBezTo>
                    <a:cubicBezTo>
                      <a:pt x="1247480" y="-36737"/>
                      <a:pt x="1856717" y="32945"/>
                      <a:pt x="1580946" y="1083297"/>
                    </a:cubicBezTo>
                    <a:cubicBezTo>
                      <a:pt x="2652433" y="2296147"/>
                      <a:pt x="767392" y="2201350"/>
                      <a:pt x="578101" y="1801375"/>
                    </a:cubicBezTo>
                    <a:cubicBezTo>
                      <a:pt x="584073" y="1977662"/>
                      <a:pt x="748868" y="2122807"/>
                      <a:pt x="473777" y="1998150"/>
                    </a:cubicBezTo>
                    <a:close/>
                  </a:path>
                </a:pathLst>
              </a:custGeom>
              <a:solidFill>
                <a:srgbClr val="F3D24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78D42D8A-7DF0-4D7C-BBB5-756A2C9F47FB}"/>
                  </a:ext>
                </a:extLst>
              </p:cNvPr>
              <p:cNvSpPr/>
              <p:nvPr/>
            </p:nvSpPr>
            <p:spPr>
              <a:xfrm rot="218652">
                <a:off x="4377589" y="1815033"/>
                <a:ext cx="789568" cy="645022"/>
              </a:xfrm>
              <a:custGeom>
                <a:avLst/>
                <a:gdLst>
                  <a:gd name="connsiteX0" fmla="*/ 0 w 757296"/>
                  <a:gd name="connsiteY0" fmla="*/ 711211 h 711211"/>
                  <a:gd name="connsiteX1" fmla="*/ 101600 w 757296"/>
                  <a:gd name="connsiteY1" fmla="*/ 444511 h 711211"/>
                  <a:gd name="connsiteX2" fmla="*/ 457200 w 757296"/>
                  <a:gd name="connsiteY2" fmla="*/ 317511 h 711211"/>
                  <a:gd name="connsiteX3" fmla="*/ 736600 w 757296"/>
                  <a:gd name="connsiteY3" fmla="*/ 50811 h 711211"/>
                  <a:gd name="connsiteX4" fmla="*/ 736600 w 757296"/>
                  <a:gd name="connsiteY4" fmla="*/ 11 h 711211"/>
                  <a:gd name="connsiteX5" fmla="*/ 736600 w 757296"/>
                  <a:gd name="connsiteY5" fmla="*/ 11 h 711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7296" h="711211">
                    <a:moveTo>
                      <a:pt x="0" y="711211"/>
                    </a:moveTo>
                    <a:cubicBezTo>
                      <a:pt x="12700" y="610669"/>
                      <a:pt x="25400" y="510128"/>
                      <a:pt x="101600" y="444511"/>
                    </a:cubicBezTo>
                    <a:cubicBezTo>
                      <a:pt x="177800" y="378894"/>
                      <a:pt x="351367" y="383128"/>
                      <a:pt x="457200" y="317511"/>
                    </a:cubicBezTo>
                    <a:cubicBezTo>
                      <a:pt x="563033" y="251894"/>
                      <a:pt x="690033" y="103728"/>
                      <a:pt x="736600" y="50811"/>
                    </a:cubicBezTo>
                    <a:cubicBezTo>
                      <a:pt x="783167" y="-2106"/>
                      <a:pt x="736600" y="11"/>
                      <a:pt x="736600" y="11"/>
                    </a:cubicBezTo>
                    <a:lnTo>
                      <a:pt x="736600" y="1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1" name="Arc 370">
                <a:extLst>
                  <a:ext uri="{FF2B5EF4-FFF2-40B4-BE49-F238E27FC236}">
                    <a16:creationId xmlns:a16="http://schemas.microsoft.com/office/drawing/2014/main" id="{7FE76670-7CCE-461E-AC4A-A8253144658B}"/>
                  </a:ext>
                </a:extLst>
              </p:cNvPr>
              <p:cNvSpPr/>
              <p:nvPr/>
            </p:nvSpPr>
            <p:spPr>
              <a:xfrm rot="20851149">
                <a:off x="4915856" y="1816271"/>
                <a:ext cx="341290" cy="34129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2" name="Moon 371">
                <a:extLst>
                  <a:ext uri="{FF2B5EF4-FFF2-40B4-BE49-F238E27FC236}">
                    <a16:creationId xmlns:a16="http://schemas.microsoft.com/office/drawing/2014/main" id="{5323DFF5-DC22-491A-AFDF-5DE8923ABB3A}"/>
                  </a:ext>
                </a:extLst>
              </p:cNvPr>
              <p:cNvSpPr/>
              <p:nvPr/>
            </p:nvSpPr>
            <p:spPr>
              <a:xfrm rot="10012251">
                <a:off x="7023135" y="1077912"/>
                <a:ext cx="137150" cy="788761"/>
              </a:xfrm>
              <a:prstGeom prst="moon">
                <a:avLst/>
              </a:prstGeom>
              <a:solidFill>
                <a:srgbClr val="CC3A2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8181E142-9107-462C-8AA6-85813599AEA9}"/>
                </a:ext>
              </a:extLst>
            </p:cNvPr>
            <p:cNvGrpSpPr/>
            <p:nvPr/>
          </p:nvGrpSpPr>
          <p:grpSpPr>
            <a:xfrm>
              <a:off x="6796287" y="5213328"/>
              <a:ext cx="1477922" cy="1259352"/>
              <a:chOff x="9606049" y="4447545"/>
              <a:chExt cx="1477922" cy="1259352"/>
            </a:xfrm>
            <a:solidFill>
              <a:srgbClr val="CC3A2D"/>
            </a:solidFill>
          </p:grpSpPr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85C4A467-2E64-41B5-8298-7CB75F31ABD3}"/>
                  </a:ext>
                </a:extLst>
              </p:cNvPr>
              <p:cNvSpPr/>
              <p:nvPr/>
            </p:nvSpPr>
            <p:spPr>
              <a:xfrm rot="20612069">
                <a:off x="10716058" y="4447545"/>
                <a:ext cx="367913" cy="861868"/>
              </a:xfrm>
              <a:custGeom>
                <a:avLst/>
                <a:gdLst>
                  <a:gd name="connsiteX0" fmla="*/ 327355 w 367913"/>
                  <a:gd name="connsiteY0" fmla="*/ 46914 h 861868"/>
                  <a:gd name="connsiteX1" fmla="*/ 340897 w 367913"/>
                  <a:gd name="connsiteY1" fmla="*/ 103555 h 861868"/>
                  <a:gd name="connsiteX2" fmla="*/ 266563 w 367913"/>
                  <a:gd name="connsiteY2" fmla="*/ 861868 h 861868"/>
                  <a:gd name="connsiteX3" fmla="*/ 129145 w 367913"/>
                  <a:gd name="connsiteY3" fmla="*/ 709933 h 861868"/>
                  <a:gd name="connsiteX4" fmla="*/ 16100 w 367913"/>
                  <a:gd name="connsiteY4" fmla="*/ 560669 h 861868"/>
                  <a:gd name="connsiteX5" fmla="*/ 20066 w 367913"/>
                  <a:gd name="connsiteY5" fmla="*/ 541169 h 861868"/>
                  <a:gd name="connsiteX6" fmla="*/ 13979 w 367913"/>
                  <a:gd name="connsiteY6" fmla="*/ 79899 h 861868"/>
                  <a:gd name="connsiteX7" fmla="*/ 0 w 367913"/>
                  <a:gd name="connsiteY7" fmla="*/ 0 h 861868"/>
                  <a:gd name="connsiteX8" fmla="*/ 79086 w 367913"/>
                  <a:gd name="connsiteY8" fmla="*/ 6369 h 861868"/>
                  <a:gd name="connsiteX9" fmla="*/ 207807 w 367913"/>
                  <a:gd name="connsiteY9" fmla="*/ 23830 h 861868"/>
                  <a:gd name="connsiteX10" fmla="*/ 327355 w 367913"/>
                  <a:gd name="connsiteY10" fmla="*/ 46914 h 861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7913" h="861868">
                    <a:moveTo>
                      <a:pt x="327355" y="46914"/>
                    </a:moveTo>
                    <a:lnTo>
                      <a:pt x="340897" y="103555"/>
                    </a:lnTo>
                    <a:cubicBezTo>
                      <a:pt x="388534" y="348161"/>
                      <a:pt x="378710" y="593233"/>
                      <a:pt x="266563" y="861868"/>
                    </a:cubicBezTo>
                    <a:cubicBezTo>
                      <a:pt x="218493" y="813448"/>
                      <a:pt x="172714" y="762691"/>
                      <a:pt x="129145" y="709933"/>
                    </a:cubicBezTo>
                    <a:lnTo>
                      <a:pt x="16100" y="560669"/>
                    </a:lnTo>
                    <a:lnTo>
                      <a:pt x="20066" y="541169"/>
                    </a:lnTo>
                    <a:cubicBezTo>
                      <a:pt x="41366" y="391052"/>
                      <a:pt x="36454" y="238130"/>
                      <a:pt x="13979" y="79899"/>
                    </a:cubicBezTo>
                    <a:lnTo>
                      <a:pt x="0" y="0"/>
                    </a:lnTo>
                    <a:lnTo>
                      <a:pt x="79086" y="6369"/>
                    </a:lnTo>
                    <a:cubicBezTo>
                      <a:pt x="122805" y="11088"/>
                      <a:pt x="165748" y="16929"/>
                      <a:pt x="207807" y="23830"/>
                    </a:cubicBezTo>
                    <a:lnTo>
                      <a:pt x="327355" y="46914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AAF768FD-101B-4E4E-A8E4-584E704D9F70}"/>
                  </a:ext>
                </a:extLst>
              </p:cNvPr>
              <p:cNvSpPr/>
              <p:nvPr/>
            </p:nvSpPr>
            <p:spPr>
              <a:xfrm rot="20612069">
                <a:off x="10191886" y="4571747"/>
                <a:ext cx="597415" cy="1135150"/>
              </a:xfrm>
              <a:custGeom>
                <a:avLst/>
                <a:gdLst>
                  <a:gd name="connsiteX0" fmla="*/ 286550 w 597415"/>
                  <a:gd name="connsiteY0" fmla="*/ 0 h 1135150"/>
                  <a:gd name="connsiteX1" fmla="*/ 288529 w 597415"/>
                  <a:gd name="connsiteY1" fmla="*/ 4991 h 1135150"/>
                  <a:gd name="connsiteX2" fmla="*/ 586304 w 597415"/>
                  <a:gd name="connsiteY2" fmla="*/ 548539 h 1135150"/>
                  <a:gd name="connsiteX3" fmla="*/ 597415 w 597415"/>
                  <a:gd name="connsiteY3" fmla="*/ 563210 h 1135150"/>
                  <a:gd name="connsiteX4" fmla="*/ 571024 w 597415"/>
                  <a:gd name="connsiteY4" fmla="*/ 692984 h 1135150"/>
                  <a:gd name="connsiteX5" fmla="*/ 355883 w 597415"/>
                  <a:gd name="connsiteY5" fmla="*/ 1135150 h 1135150"/>
                  <a:gd name="connsiteX6" fmla="*/ 16721 w 597415"/>
                  <a:gd name="connsiteY6" fmla="*/ 646803 h 1135150"/>
                  <a:gd name="connsiteX7" fmla="*/ 0 w 597415"/>
                  <a:gd name="connsiteY7" fmla="*/ 606837 h 1135150"/>
                  <a:gd name="connsiteX8" fmla="*/ 17434 w 597415"/>
                  <a:gd name="connsiteY8" fmla="*/ 501381 h 1135150"/>
                  <a:gd name="connsiteX9" fmla="*/ 54122 w 597415"/>
                  <a:gd name="connsiteY9" fmla="*/ 83309 h 1135150"/>
                  <a:gd name="connsiteX10" fmla="*/ 55307 w 597415"/>
                  <a:gd name="connsiteY10" fmla="*/ 19344 h 1135150"/>
                  <a:gd name="connsiteX11" fmla="*/ 119018 w 597415"/>
                  <a:gd name="connsiteY11" fmla="*/ 8910 h 1135150"/>
                  <a:gd name="connsiteX12" fmla="*/ 286550 w 597415"/>
                  <a:gd name="connsiteY12" fmla="*/ 0 h 113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7415" h="1135150">
                    <a:moveTo>
                      <a:pt x="286550" y="0"/>
                    </a:moveTo>
                    <a:lnTo>
                      <a:pt x="288529" y="4991"/>
                    </a:lnTo>
                    <a:cubicBezTo>
                      <a:pt x="370087" y="195057"/>
                      <a:pt x="468615" y="379278"/>
                      <a:pt x="586304" y="548539"/>
                    </a:cubicBezTo>
                    <a:lnTo>
                      <a:pt x="597415" y="563210"/>
                    </a:lnTo>
                    <a:lnTo>
                      <a:pt x="571024" y="692984"/>
                    </a:lnTo>
                    <a:cubicBezTo>
                      <a:pt x="531289" y="841509"/>
                      <a:pt x="462458" y="988064"/>
                      <a:pt x="355883" y="1135150"/>
                    </a:cubicBezTo>
                    <a:cubicBezTo>
                      <a:pt x="211672" y="989890"/>
                      <a:pt x="100958" y="824137"/>
                      <a:pt x="16721" y="646803"/>
                    </a:cubicBezTo>
                    <a:lnTo>
                      <a:pt x="0" y="606837"/>
                    </a:lnTo>
                    <a:lnTo>
                      <a:pt x="17434" y="501381"/>
                    </a:lnTo>
                    <a:cubicBezTo>
                      <a:pt x="36639" y="362073"/>
                      <a:pt x="48514" y="222168"/>
                      <a:pt x="54122" y="83309"/>
                    </a:cubicBezTo>
                    <a:lnTo>
                      <a:pt x="55307" y="19344"/>
                    </a:lnTo>
                    <a:lnTo>
                      <a:pt x="119018" y="8910"/>
                    </a:lnTo>
                    <a:lnTo>
                      <a:pt x="286550" y="0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1A57A2B-A1EA-4117-860C-65A0D30D19D1}"/>
                  </a:ext>
                </a:extLst>
              </p:cNvPr>
              <p:cNvSpPr/>
              <p:nvPr/>
            </p:nvSpPr>
            <p:spPr>
              <a:xfrm rot="20612069">
                <a:off x="9606049" y="4802154"/>
                <a:ext cx="587446" cy="856663"/>
              </a:xfrm>
              <a:custGeom>
                <a:avLst/>
                <a:gdLst>
                  <a:gd name="connsiteX0" fmla="*/ 418900 w 587446"/>
                  <a:gd name="connsiteY0" fmla="*/ 0 h 856663"/>
                  <a:gd name="connsiteX1" fmla="*/ 423868 w 587446"/>
                  <a:gd name="connsiteY1" fmla="*/ 29762 h 856663"/>
                  <a:gd name="connsiteX2" fmla="*/ 528497 w 587446"/>
                  <a:gd name="connsiteY2" fmla="*/ 406731 h 856663"/>
                  <a:gd name="connsiteX3" fmla="*/ 587446 w 587446"/>
                  <a:gd name="connsiteY3" fmla="*/ 547629 h 856663"/>
                  <a:gd name="connsiteX4" fmla="*/ 570442 w 587446"/>
                  <a:gd name="connsiteY4" fmla="*/ 650482 h 856663"/>
                  <a:gd name="connsiteX5" fmla="*/ 524213 w 587446"/>
                  <a:gd name="connsiteY5" fmla="*/ 856663 h 856663"/>
                  <a:gd name="connsiteX6" fmla="*/ 1537 w 587446"/>
                  <a:gd name="connsiteY6" fmla="*/ 168391 h 856663"/>
                  <a:gd name="connsiteX7" fmla="*/ 0 w 587446"/>
                  <a:gd name="connsiteY7" fmla="*/ 158763 h 856663"/>
                  <a:gd name="connsiteX8" fmla="*/ 27406 w 587446"/>
                  <a:gd name="connsiteY8" fmla="*/ 142854 h 856663"/>
                  <a:gd name="connsiteX9" fmla="*/ 336931 w 587446"/>
                  <a:gd name="connsiteY9" fmla="*/ 20831 h 856663"/>
                  <a:gd name="connsiteX10" fmla="*/ 418900 w 587446"/>
                  <a:gd name="connsiteY10" fmla="*/ 0 h 856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87446" h="856663">
                    <a:moveTo>
                      <a:pt x="418900" y="0"/>
                    </a:moveTo>
                    <a:lnTo>
                      <a:pt x="423868" y="29762"/>
                    </a:lnTo>
                    <a:cubicBezTo>
                      <a:pt x="449403" y="157485"/>
                      <a:pt x="483585" y="284021"/>
                      <a:pt x="528497" y="406731"/>
                    </a:cubicBezTo>
                    <a:lnTo>
                      <a:pt x="587446" y="547629"/>
                    </a:lnTo>
                    <a:lnTo>
                      <a:pt x="570442" y="650482"/>
                    </a:lnTo>
                    <a:cubicBezTo>
                      <a:pt x="557042" y="719632"/>
                      <a:pt x="541677" y="788428"/>
                      <a:pt x="524213" y="856663"/>
                    </a:cubicBezTo>
                    <a:cubicBezTo>
                      <a:pt x="203115" y="627581"/>
                      <a:pt x="56842" y="404789"/>
                      <a:pt x="1537" y="168391"/>
                    </a:cubicBezTo>
                    <a:lnTo>
                      <a:pt x="0" y="158763"/>
                    </a:lnTo>
                    <a:lnTo>
                      <a:pt x="27406" y="142854"/>
                    </a:lnTo>
                    <a:cubicBezTo>
                      <a:pt x="118555" y="94766"/>
                      <a:pt x="222743" y="53558"/>
                      <a:pt x="336931" y="20831"/>
                    </a:cubicBezTo>
                    <a:lnTo>
                      <a:pt x="418900" y="0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DCFD5DE5-3609-41A8-B8FC-590F1E41BAF9}"/>
                  </a:ext>
                </a:extLst>
              </p:cNvPr>
              <p:cNvSpPr/>
              <p:nvPr/>
            </p:nvSpPr>
            <p:spPr>
              <a:xfrm rot="20612069">
                <a:off x="10390366" y="4534997"/>
                <a:ext cx="328460" cy="568697"/>
              </a:xfrm>
              <a:custGeom>
                <a:avLst/>
                <a:gdLst>
                  <a:gd name="connsiteX0" fmla="*/ 294765 w 328460"/>
                  <a:gd name="connsiteY0" fmla="*/ 8028 h 568697"/>
                  <a:gd name="connsiteX1" fmla="*/ 308744 w 328460"/>
                  <a:gd name="connsiteY1" fmla="*/ 87927 h 568697"/>
                  <a:gd name="connsiteX2" fmla="*/ 314831 w 328460"/>
                  <a:gd name="connsiteY2" fmla="*/ 549197 h 568697"/>
                  <a:gd name="connsiteX3" fmla="*/ 310865 w 328460"/>
                  <a:gd name="connsiteY3" fmla="*/ 568697 h 568697"/>
                  <a:gd name="connsiteX4" fmla="*/ 299754 w 328460"/>
                  <a:gd name="connsiteY4" fmla="*/ 554026 h 568697"/>
                  <a:gd name="connsiteX5" fmla="*/ 1979 w 328460"/>
                  <a:gd name="connsiteY5" fmla="*/ 10478 h 568697"/>
                  <a:gd name="connsiteX6" fmla="*/ 0 w 328460"/>
                  <a:gd name="connsiteY6" fmla="*/ 5487 h 568697"/>
                  <a:gd name="connsiteX7" fmla="*/ 103160 w 328460"/>
                  <a:gd name="connsiteY7" fmla="*/ 0 h 568697"/>
                  <a:gd name="connsiteX8" fmla="*/ 240489 w 328460"/>
                  <a:gd name="connsiteY8" fmla="*/ 3658 h 568697"/>
                  <a:gd name="connsiteX9" fmla="*/ 294765 w 328460"/>
                  <a:gd name="connsiteY9" fmla="*/ 8028 h 56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8460" h="568697">
                    <a:moveTo>
                      <a:pt x="294765" y="8028"/>
                    </a:moveTo>
                    <a:lnTo>
                      <a:pt x="308744" y="87927"/>
                    </a:lnTo>
                    <a:cubicBezTo>
                      <a:pt x="331219" y="246158"/>
                      <a:pt x="336131" y="399080"/>
                      <a:pt x="314831" y="549197"/>
                    </a:cubicBezTo>
                    <a:lnTo>
                      <a:pt x="310865" y="568697"/>
                    </a:lnTo>
                    <a:lnTo>
                      <a:pt x="299754" y="554026"/>
                    </a:lnTo>
                    <a:cubicBezTo>
                      <a:pt x="182065" y="384765"/>
                      <a:pt x="83537" y="200544"/>
                      <a:pt x="1979" y="10478"/>
                    </a:cubicBezTo>
                    <a:lnTo>
                      <a:pt x="0" y="5487"/>
                    </a:lnTo>
                    <a:lnTo>
                      <a:pt x="103160" y="0"/>
                    </a:lnTo>
                    <a:cubicBezTo>
                      <a:pt x="149522" y="0"/>
                      <a:pt x="195337" y="1239"/>
                      <a:pt x="240489" y="3658"/>
                    </a:cubicBezTo>
                    <a:lnTo>
                      <a:pt x="294765" y="802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4E570E1B-4C34-4332-93AE-5FA24D31A7B4}"/>
                  </a:ext>
                </a:extLst>
              </p:cNvPr>
              <p:cNvSpPr/>
              <p:nvPr/>
            </p:nvSpPr>
            <p:spPr>
              <a:xfrm rot="20612069">
                <a:off x="9965781" y="4702240"/>
                <a:ext cx="223853" cy="587493"/>
              </a:xfrm>
              <a:custGeom>
                <a:avLst/>
                <a:gdLst>
                  <a:gd name="connsiteX0" fmla="*/ 223853 w 223853"/>
                  <a:gd name="connsiteY0" fmla="*/ 0 h 587493"/>
                  <a:gd name="connsiteX1" fmla="*/ 222668 w 223853"/>
                  <a:gd name="connsiteY1" fmla="*/ 63965 h 587493"/>
                  <a:gd name="connsiteX2" fmla="*/ 185980 w 223853"/>
                  <a:gd name="connsiteY2" fmla="*/ 482037 h 587493"/>
                  <a:gd name="connsiteX3" fmla="*/ 168546 w 223853"/>
                  <a:gd name="connsiteY3" fmla="*/ 587493 h 587493"/>
                  <a:gd name="connsiteX4" fmla="*/ 109597 w 223853"/>
                  <a:gd name="connsiteY4" fmla="*/ 446595 h 587493"/>
                  <a:gd name="connsiteX5" fmla="*/ 4968 w 223853"/>
                  <a:gd name="connsiteY5" fmla="*/ 69626 h 587493"/>
                  <a:gd name="connsiteX6" fmla="*/ 0 w 223853"/>
                  <a:gd name="connsiteY6" fmla="*/ 39864 h 587493"/>
                  <a:gd name="connsiteX7" fmla="*/ 35442 w 223853"/>
                  <a:gd name="connsiteY7" fmla="*/ 30856 h 587493"/>
                  <a:gd name="connsiteX8" fmla="*/ 223853 w 223853"/>
                  <a:gd name="connsiteY8" fmla="*/ 0 h 58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3853" h="587493">
                    <a:moveTo>
                      <a:pt x="223853" y="0"/>
                    </a:moveTo>
                    <a:lnTo>
                      <a:pt x="222668" y="63965"/>
                    </a:lnTo>
                    <a:cubicBezTo>
                      <a:pt x="217060" y="202824"/>
                      <a:pt x="205185" y="342729"/>
                      <a:pt x="185980" y="482037"/>
                    </a:cubicBezTo>
                    <a:lnTo>
                      <a:pt x="168546" y="587493"/>
                    </a:lnTo>
                    <a:lnTo>
                      <a:pt x="109597" y="446595"/>
                    </a:lnTo>
                    <a:cubicBezTo>
                      <a:pt x="64685" y="323885"/>
                      <a:pt x="30503" y="197349"/>
                      <a:pt x="4968" y="69626"/>
                    </a:cubicBezTo>
                    <a:lnTo>
                      <a:pt x="0" y="39864"/>
                    </a:lnTo>
                    <a:lnTo>
                      <a:pt x="35442" y="30856"/>
                    </a:lnTo>
                    <a:lnTo>
                      <a:pt x="2238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" name="ttsMP3.com_VoiceText_2025-4-27_0-1-3">
            <a:hlinkClick r:id="" action="ppaction://media"/>
            <a:extLst>
              <a:ext uri="{FF2B5EF4-FFF2-40B4-BE49-F238E27FC236}">
                <a16:creationId xmlns:a16="http://schemas.microsoft.com/office/drawing/2014/main" id="{A617DF0C-738F-4EDD-82BD-A22F6FAF19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2851" y="398484"/>
            <a:ext cx="609600" cy="609600"/>
          </a:xfrm>
          <a:prstGeom prst="rect">
            <a:avLst/>
          </a:prstGeom>
        </p:spPr>
      </p:pic>
      <p:pic>
        <p:nvPicPr>
          <p:cNvPr id="391" name="1sec">
            <a:hlinkClick r:id="" action="ppaction://media"/>
            <a:extLst>
              <a:ext uri="{FF2B5EF4-FFF2-40B4-BE49-F238E27FC236}">
                <a16:creationId xmlns:a16="http://schemas.microsoft.com/office/drawing/2014/main" id="{0871F65F-2F96-4530-8304-1E8279B4598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01934" y="374453"/>
            <a:ext cx="609600" cy="609600"/>
          </a:xfrm>
          <a:prstGeom prst="rect">
            <a:avLst/>
          </a:prstGeom>
        </p:spPr>
      </p:pic>
      <p:pic>
        <p:nvPicPr>
          <p:cNvPr id="4" name="ttsMP3.com_VoiceText_2025-4-27_0-2-3">
            <a:hlinkClick r:id="" action="ppaction://media"/>
            <a:extLst>
              <a:ext uri="{FF2B5EF4-FFF2-40B4-BE49-F238E27FC236}">
                <a16:creationId xmlns:a16="http://schemas.microsoft.com/office/drawing/2014/main" id="{A9674440-C6CF-4B02-9CF2-397638FD126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667010" y="411314"/>
            <a:ext cx="609600" cy="609600"/>
          </a:xfrm>
          <a:prstGeom prst="rect">
            <a:avLst/>
          </a:prstGeom>
        </p:spPr>
      </p:pic>
      <p:pic>
        <p:nvPicPr>
          <p:cNvPr id="392" name="1sec">
            <a:hlinkClick r:id="" action="ppaction://media"/>
            <a:extLst>
              <a:ext uri="{FF2B5EF4-FFF2-40B4-BE49-F238E27FC236}">
                <a16:creationId xmlns:a16="http://schemas.microsoft.com/office/drawing/2014/main" id="{A76CE89D-E8DB-4B3E-A7E3-2C3A610A49A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82278" y="388266"/>
            <a:ext cx="609600" cy="609600"/>
          </a:xfrm>
          <a:prstGeom prst="rect">
            <a:avLst/>
          </a:prstGeom>
        </p:spPr>
      </p:pic>
      <p:pic>
        <p:nvPicPr>
          <p:cNvPr id="393" name="1sec">
            <a:hlinkClick r:id="" action="ppaction://media"/>
            <a:extLst>
              <a:ext uri="{FF2B5EF4-FFF2-40B4-BE49-F238E27FC236}">
                <a16:creationId xmlns:a16="http://schemas.microsoft.com/office/drawing/2014/main" id="{C8EC0996-6BFD-4983-9CBE-A4DD76B35A8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87078" y="40535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4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1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69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3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75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3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1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2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2837601" y="773233"/>
            <a:ext cx="366535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/>
              </a:rPr>
              <a:t>ou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rPr>
              <a:t>p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FF535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432279" y="789064"/>
            <a:ext cx="2221984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/>
              </a:rPr>
              <a:t>o</a:t>
            </a:r>
            <a:r>
              <a:rPr kumimoji="0" lang="en-US" sz="115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9681E1-8F02-43B3-B9C1-FB78EAEB768C}"/>
              </a:ext>
            </a:extLst>
          </p:cNvPr>
          <p:cNvGrpSpPr/>
          <p:nvPr/>
        </p:nvGrpSpPr>
        <p:grpSpPr>
          <a:xfrm>
            <a:off x="5816903" y="1067359"/>
            <a:ext cx="6219980" cy="5473141"/>
            <a:chOff x="3425825" y="974744"/>
            <a:chExt cx="5632450" cy="495615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07C7319E-6B35-41EC-B40E-E24DB717708A}"/>
                </a:ext>
              </a:extLst>
            </p:cNvPr>
            <p:cNvSpPr/>
            <p:nvPr/>
          </p:nvSpPr>
          <p:spPr>
            <a:xfrm>
              <a:off x="6216650" y="4002216"/>
              <a:ext cx="451810" cy="633284"/>
            </a:xfrm>
            <a:custGeom>
              <a:avLst/>
              <a:gdLst>
                <a:gd name="connsiteX0" fmla="*/ 0 w 419100"/>
                <a:gd name="connsiteY0" fmla="*/ 0 h 1270000"/>
                <a:gd name="connsiteX1" fmla="*/ 419100 w 419100"/>
                <a:gd name="connsiteY1" fmla="*/ 0 h 1270000"/>
                <a:gd name="connsiteX2" fmla="*/ 419100 w 419100"/>
                <a:gd name="connsiteY2" fmla="*/ 1270000 h 1270000"/>
                <a:gd name="connsiteX3" fmla="*/ 0 w 419100"/>
                <a:gd name="connsiteY3" fmla="*/ 1270000 h 1270000"/>
                <a:gd name="connsiteX4" fmla="*/ 0 w 419100"/>
                <a:gd name="connsiteY4" fmla="*/ 0 h 1270000"/>
                <a:gd name="connsiteX0" fmla="*/ 190500 w 609600"/>
                <a:gd name="connsiteY0" fmla="*/ 0 h 1651000"/>
                <a:gd name="connsiteX1" fmla="*/ 609600 w 609600"/>
                <a:gd name="connsiteY1" fmla="*/ 0 h 1651000"/>
                <a:gd name="connsiteX2" fmla="*/ 609600 w 609600"/>
                <a:gd name="connsiteY2" fmla="*/ 1270000 h 1651000"/>
                <a:gd name="connsiteX3" fmla="*/ 0 w 609600"/>
                <a:gd name="connsiteY3" fmla="*/ 1651000 h 1651000"/>
                <a:gd name="connsiteX4" fmla="*/ 190500 w 609600"/>
                <a:gd name="connsiteY4" fmla="*/ 0 h 1651000"/>
                <a:gd name="connsiteX0" fmla="*/ 76200 w 495300"/>
                <a:gd name="connsiteY0" fmla="*/ 0 h 1619250"/>
                <a:gd name="connsiteX1" fmla="*/ 495300 w 495300"/>
                <a:gd name="connsiteY1" fmla="*/ 0 h 1619250"/>
                <a:gd name="connsiteX2" fmla="*/ 495300 w 495300"/>
                <a:gd name="connsiteY2" fmla="*/ 1270000 h 1619250"/>
                <a:gd name="connsiteX3" fmla="*/ 0 w 495300"/>
                <a:gd name="connsiteY3" fmla="*/ 1619250 h 1619250"/>
                <a:gd name="connsiteX4" fmla="*/ 76200 w 495300"/>
                <a:gd name="connsiteY4" fmla="*/ 0 h 1619250"/>
                <a:gd name="connsiteX0" fmla="*/ 95250 w 514350"/>
                <a:gd name="connsiteY0" fmla="*/ 0 h 1638300"/>
                <a:gd name="connsiteX1" fmla="*/ 514350 w 514350"/>
                <a:gd name="connsiteY1" fmla="*/ 0 h 1638300"/>
                <a:gd name="connsiteX2" fmla="*/ 514350 w 514350"/>
                <a:gd name="connsiteY2" fmla="*/ 1270000 h 1638300"/>
                <a:gd name="connsiteX3" fmla="*/ 0 w 514350"/>
                <a:gd name="connsiteY3" fmla="*/ 1638300 h 1638300"/>
                <a:gd name="connsiteX4" fmla="*/ 95250 w 514350"/>
                <a:gd name="connsiteY4" fmla="*/ 0 h 1638300"/>
                <a:gd name="connsiteX0" fmla="*/ 95250 w 1358900"/>
                <a:gd name="connsiteY0" fmla="*/ 514350 h 2152650"/>
                <a:gd name="connsiteX1" fmla="*/ 1358900 w 1358900"/>
                <a:gd name="connsiteY1" fmla="*/ 0 h 2152650"/>
                <a:gd name="connsiteX2" fmla="*/ 514350 w 1358900"/>
                <a:gd name="connsiteY2" fmla="*/ 1784350 h 2152650"/>
                <a:gd name="connsiteX3" fmla="*/ 0 w 1358900"/>
                <a:gd name="connsiteY3" fmla="*/ 2152650 h 2152650"/>
                <a:gd name="connsiteX4" fmla="*/ 95250 w 1358900"/>
                <a:gd name="connsiteY4" fmla="*/ 514350 h 2152650"/>
                <a:gd name="connsiteX0" fmla="*/ 0 w 1358900"/>
                <a:gd name="connsiteY0" fmla="*/ 2152650 h 2152650"/>
                <a:gd name="connsiteX1" fmla="*/ 1358900 w 1358900"/>
                <a:gd name="connsiteY1" fmla="*/ 0 h 2152650"/>
                <a:gd name="connsiteX2" fmla="*/ 514350 w 1358900"/>
                <a:gd name="connsiteY2" fmla="*/ 1784350 h 2152650"/>
                <a:gd name="connsiteX3" fmla="*/ 0 w 1358900"/>
                <a:gd name="connsiteY3" fmla="*/ 2152650 h 2152650"/>
                <a:gd name="connsiteX0" fmla="*/ 118284 w 1477184"/>
                <a:gd name="connsiteY0" fmla="*/ 2152650 h 2152650"/>
                <a:gd name="connsiteX1" fmla="*/ 1477184 w 1477184"/>
                <a:gd name="connsiteY1" fmla="*/ 0 h 2152650"/>
                <a:gd name="connsiteX2" fmla="*/ 632634 w 1477184"/>
                <a:gd name="connsiteY2" fmla="*/ 1784350 h 2152650"/>
                <a:gd name="connsiteX3" fmla="*/ 118284 w 1477184"/>
                <a:gd name="connsiteY3" fmla="*/ 2152650 h 2152650"/>
                <a:gd name="connsiteX0" fmla="*/ 118284 w 1477184"/>
                <a:gd name="connsiteY0" fmla="*/ 2152650 h 2152650"/>
                <a:gd name="connsiteX1" fmla="*/ 1477184 w 1477184"/>
                <a:gd name="connsiteY1" fmla="*/ 0 h 2152650"/>
                <a:gd name="connsiteX2" fmla="*/ 118284 w 1477184"/>
                <a:gd name="connsiteY2" fmla="*/ 2152650 h 2152650"/>
                <a:gd name="connsiteX0" fmla="*/ 118284 w 1477184"/>
                <a:gd name="connsiteY0" fmla="*/ 2152650 h 2176194"/>
                <a:gd name="connsiteX1" fmla="*/ 1477184 w 1477184"/>
                <a:gd name="connsiteY1" fmla="*/ 0 h 2176194"/>
                <a:gd name="connsiteX2" fmla="*/ 118284 w 1477184"/>
                <a:gd name="connsiteY2" fmla="*/ 2152650 h 2176194"/>
                <a:gd name="connsiteX0" fmla="*/ 118284 w 1477184"/>
                <a:gd name="connsiteY0" fmla="*/ 2152650 h 2162118"/>
                <a:gd name="connsiteX1" fmla="*/ 1477184 w 1477184"/>
                <a:gd name="connsiteY1" fmla="*/ 0 h 2162118"/>
                <a:gd name="connsiteX2" fmla="*/ 118284 w 1477184"/>
                <a:gd name="connsiteY2" fmla="*/ 2152650 h 2162118"/>
                <a:gd name="connsiteX0" fmla="*/ 103840 w 1462740"/>
                <a:gd name="connsiteY0" fmla="*/ 2152650 h 2162118"/>
                <a:gd name="connsiteX1" fmla="*/ 1462740 w 1462740"/>
                <a:gd name="connsiteY1" fmla="*/ 0 h 2162118"/>
                <a:gd name="connsiteX2" fmla="*/ 103840 w 1462740"/>
                <a:gd name="connsiteY2" fmla="*/ 2152650 h 2162118"/>
                <a:gd name="connsiteX0" fmla="*/ 113676 w 1472576"/>
                <a:gd name="connsiteY0" fmla="*/ 2219733 h 2229201"/>
                <a:gd name="connsiteX1" fmla="*/ 1472576 w 1472576"/>
                <a:gd name="connsiteY1" fmla="*/ 67083 h 2229201"/>
                <a:gd name="connsiteX2" fmla="*/ 113676 w 1472576"/>
                <a:gd name="connsiteY2" fmla="*/ 2219733 h 2229201"/>
                <a:gd name="connsiteX0" fmla="*/ 113676 w 1614929"/>
                <a:gd name="connsiteY0" fmla="*/ 2219733 h 2227323"/>
                <a:gd name="connsiteX1" fmla="*/ 1472576 w 1614929"/>
                <a:gd name="connsiteY1" fmla="*/ 67083 h 2227323"/>
                <a:gd name="connsiteX2" fmla="*/ 113676 w 1614929"/>
                <a:gd name="connsiteY2" fmla="*/ 2219733 h 2227323"/>
                <a:gd name="connsiteX0" fmla="*/ 113676 w 1479175"/>
                <a:gd name="connsiteY0" fmla="*/ 2219733 h 2347273"/>
                <a:gd name="connsiteX1" fmla="*/ 1472576 w 1479175"/>
                <a:gd name="connsiteY1" fmla="*/ 67083 h 2347273"/>
                <a:gd name="connsiteX2" fmla="*/ 558176 w 1479175"/>
                <a:gd name="connsiteY2" fmla="*/ 1857784 h 2347273"/>
                <a:gd name="connsiteX3" fmla="*/ 113676 w 1479175"/>
                <a:gd name="connsiteY3" fmla="*/ 2219733 h 2347273"/>
                <a:gd name="connsiteX0" fmla="*/ 113676 w 1591483"/>
                <a:gd name="connsiteY0" fmla="*/ 2219733 h 2347273"/>
                <a:gd name="connsiteX1" fmla="*/ 1472576 w 1591483"/>
                <a:gd name="connsiteY1" fmla="*/ 67083 h 2347273"/>
                <a:gd name="connsiteX2" fmla="*/ 558176 w 1591483"/>
                <a:gd name="connsiteY2" fmla="*/ 1857784 h 2347273"/>
                <a:gd name="connsiteX3" fmla="*/ 113676 w 1591483"/>
                <a:gd name="connsiteY3" fmla="*/ 2219733 h 2347273"/>
                <a:gd name="connsiteX0" fmla="*/ 113676 w 1591483"/>
                <a:gd name="connsiteY0" fmla="*/ 2219733 h 2236454"/>
                <a:gd name="connsiteX1" fmla="*/ 1472576 w 1591483"/>
                <a:gd name="connsiteY1" fmla="*/ 67083 h 2236454"/>
                <a:gd name="connsiteX2" fmla="*/ 558176 w 1591483"/>
                <a:gd name="connsiteY2" fmla="*/ 1857784 h 2236454"/>
                <a:gd name="connsiteX3" fmla="*/ 113676 w 1591483"/>
                <a:gd name="connsiteY3" fmla="*/ 2219733 h 2236454"/>
                <a:gd name="connsiteX0" fmla="*/ 113676 w 1591483"/>
                <a:gd name="connsiteY0" fmla="*/ 2219733 h 2234011"/>
                <a:gd name="connsiteX1" fmla="*/ 1472576 w 1591483"/>
                <a:gd name="connsiteY1" fmla="*/ 67083 h 2234011"/>
                <a:gd name="connsiteX2" fmla="*/ 558176 w 1591483"/>
                <a:gd name="connsiteY2" fmla="*/ 1857784 h 2234011"/>
                <a:gd name="connsiteX3" fmla="*/ 113676 w 1591483"/>
                <a:gd name="connsiteY3" fmla="*/ 2219733 h 2234011"/>
                <a:gd name="connsiteX0" fmla="*/ 113676 w 1591483"/>
                <a:gd name="connsiteY0" fmla="*/ 2219733 h 2225927"/>
                <a:gd name="connsiteX1" fmla="*/ 1472576 w 1591483"/>
                <a:gd name="connsiteY1" fmla="*/ 67083 h 2225927"/>
                <a:gd name="connsiteX2" fmla="*/ 558176 w 1591483"/>
                <a:gd name="connsiteY2" fmla="*/ 1857784 h 2225927"/>
                <a:gd name="connsiteX3" fmla="*/ 113676 w 1591483"/>
                <a:gd name="connsiteY3" fmla="*/ 2219733 h 2225927"/>
                <a:gd name="connsiteX0" fmla="*/ 113676 w 1591483"/>
                <a:gd name="connsiteY0" fmla="*/ 2219733 h 2230719"/>
                <a:gd name="connsiteX1" fmla="*/ 1472576 w 1591483"/>
                <a:gd name="connsiteY1" fmla="*/ 67083 h 2230719"/>
                <a:gd name="connsiteX2" fmla="*/ 558176 w 1591483"/>
                <a:gd name="connsiteY2" fmla="*/ 1857784 h 2230719"/>
                <a:gd name="connsiteX3" fmla="*/ 113676 w 1591483"/>
                <a:gd name="connsiteY3" fmla="*/ 2219733 h 223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1483" h="2230719">
                  <a:moveTo>
                    <a:pt x="113676" y="2219733"/>
                  </a:moveTo>
                  <a:cubicBezTo>
                    <a:pt x="-379507" y="2099083"/>
                    <a:pt x="854509" y="-440917"/>
                    <a:pt x="1472576" y="67083"/>
                  </a:cubicBezTo>
                  <a:cubicBezTo>
                    <a:pt x="1964701" y="515817"/>
                    <a:pt x="784659" y="1499009"/>
                    <a:pt x="558176" y="1857784"/>
                  </a:cubicBezTo>
                  <a:cubicBezTo>
                    <a:pt x="395193" y="2051459"/>
                    <a:pt x="277718" y="2284292"/>
                    <a:pt x="113676" y="2219733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894EDE3F-A8CE-40C3-9B2A-8181A9614F9F}"/>
                </a:ext>
              </a:extLst>
            </p:cNvPr>
            <p:cNvSpPr/>
            <p:nvPr/>
          </p:nvSpPr>
          <p:spPr>
            <a:xfrm>
              <a:off x="3517900" y="2870200"/>
              <a:ext cx="5397500" cy="3060700"/>
            </a:xfrm>
            <a:custGeom>
              <a:avLst/>
              <a:gdLst>
                <a:gd name="connsiteX0" fmla="*/ 0 w 5372100"/>
                <a:gd name="connsiteY0" fmla="*/ 0 h 1244600"/>
                <a:gd name="connsiteX1" fmla="*/ 5372100 w 5372100"/>
                <a:gd name="connsiteY1" fmla="*/ 0 h 1244600"/>
                <a:gd name="connsiteX2" fmla="*/ 5372100 w 5372100"/>
                <a:gd name="connsiteY2" fmla="*/ 1244600 h 1244600"/>
                <a:gd name="connsiteX3" fmla="*/ 0 w 5372100"/>
                <a:gd name="connsiteY3" fmla="*/ 1244600 h 1244600"/>
                <a:gd name="connsiteX4" fmla="*/ 0 w 5372100"/>
                <a:gd name="connsiteY4" fmla="*/ 0 h 1244600"/>
                <a:gd name="connsiteX0" fmla="*/ 0 w 5372100"/>
                <a:gd name="connsiteY0" fmla="*/ 0 h 3111500"/>
                <a:gd name="connsiteX1" fmla="*/ 5372100 w 5372100"/>
                <a:gd name="connsiteY1" fmla="*/ 0 h 3111500"/>
                <a:gd name="connsiteX2" fmla="*/ 5372100 w 5372100"/>
                <a:gd name="connsiteY2" fmla="*/ 1244600 h 3111500"/>
                <a:gd name="connsiteX3" fmla="*/ 2654300 w 5372100"/>
                <a:gd name="connsiteY3" fmla="*/ 3111500 h 3111500"/>
                <a:gd name="connsiteX4" fmla="*/ 0 w 5372100"/>
                <a:gd name="connsiteY4" fmla="*/ 0 h 3111500"/>
                <a:gd name="connsiteX0" fmla="*/ 0 w 5372100"/>
                <a:gd name="connsiteY0" fmla="*/ 0 h 3111500"/>
                <a:gd name="connsiteX1" fmla="*/ 5372100 w 5372100"/>
                <a:gd name="connsiteY1" fmla="*/ 0 h 3111500"/>
                <a:gd name="connsiteX2" fmla="*/ 2654300 w 5372100"/>
                <a:gd name="connsiteY2" fmla="*/ 3111500 h 3111500"/>
                <a:gd name="connsiteX3" fmla="*/ 0 w 5372100"/>
                <a:gd name="connsiteY3" fmla="*/ 0 h 3111500"/>
                <a:gd name="connsiteX0" fmla="*/ 0 w 5422900"/>
                <a:gd name="connsiteY0" fmla="*/ 152400 h 3111500"/>
                <a:gd name="connsiteX1" fmla="*/ 5422900 w 5422900"/>
                <a:gd name="connsiteY1" fmla="*/ 0 h 3111500"/>
                <a:gd name="connsiteX2" fmla="*/ 2705100 w 5422900"/>
                <a:gd name="connsiteY2" fmla="*/ 3111500 h 3111500"/>
                <a:gd name="connsiteX3" fmla="*/ 0 w 54229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48300"/>
                <a:gd name="connsiteY0" fmla="*/ 152400 h 3111500"/>
                <a:gd name="connsiteX1" fmla="*/ 5448300 w 5448300"/>
                <a:gd name="connsiteY1" fmla="*/ 0 h 3111500"/>
                <a:gd name="connsiteX2" fmla="*/ 2705100 w 5448300"/>
                <a:gd name="connsiteY2" fmla="*/ 3111500 h 3111500"/>
                <a:gd name="connsiteX3" fmla="*/ 0 w 5448300"/>
                <a:gd name="connsiteY3" fmla="*/ 152400 h 3111500"/>
                <a:gd name="connsiteX0" fmla="*/ 0 w 5422900"/>
                <a:gd name="connsiteY0" fmla="*/ 127000 h 3086100"/>
                <a:gd name="connsiteX1" fmla="*/ 5422900 w 5422900"/>
                <a:gd name="connsiteY1" fmla="*/ 0 h 3086100"/>
                <a:gd name="connsiteX2" fmla="*/ 2705100 w 5422900"/>
                <a:gd name="connsiteY2" fmla="*/ 3086100 h 3086100"/>
                <a:gd name="connsiteX3" fmla="*/ 0 w 5422900"/>
                <a:gd name="connsiteY3" fmla="*/ 127000 h 3086100"/>
                <a:gd name="connsiteX0" fmla="*/ 0 w 5397500"/>
                <a:gd name="connsiteY0" fmla="*/ 101600 h 3060700"/>
                <a:gd name="connsiteX1" fmla="*/ 5397500 w 5397500"/>
                <a:gd name="connsiteY1" fmla="*/ 0 h 3060700"/>
                <a:gd name="connsiteX2" fmla="*/ 2705100 w 5397500"/>
                <a:gd name="connsiteY2" fmla="*/ 3060700 h 3060700"/>
                <a:gd name="connsiteX3" fmla="*/ 0 w 5397500"/>
                <a:gd name="connsiteY3" fmla="*/ 1016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97500" h="3060700">
                  <a:moveTo>
                    <a:pt x="0" y="101600"/>
                  </a:moveTo>
                  <a:cubicBezTo>
                    <a:pt x="2374900" y="889000"/>
                    <a:pt x="4241800" y="749300"/>
                    <a:pt x="5397500" y="0"/>
                  </a:cubicBezTo>
                  <a:cubicBezTo>
                    <a:pt x="4483100" y="1037167"/>
                    <a:pt x="5410200" y="2950633"/>
                    <a:pt x="2705100" y="3060700"/>
                  </a:cubicBezTo>
                  <a:cubicBezTo>
                    <a:pt x="-50800" y="2976033"/>
                    <a:pt x="901700" y="1087967"/>
                    <a:pt x="0" y="1016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5516B72-0B41-4A14-8151-0609CB314C11}"/>
                </a:ext>
              </a:extLst>
            </p:cNvPr>
            <p:cNvSpPr/>
            <p:nvPr/>
          </p:nvSpPr>
          <p:spPr>
            <a:xfrm>
              <a:off x="3425825" y="2298700"/>
              <a:ext cx="5632450" cy="127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595D965-288F-47E5-AB9E-B2A81DF136CB}"/>
                </a:ext>
              </a:extLst>
            </p:cNvPr>
            <p:cNvSpPr/>
            <p:nvPr/>
          </p:nvSpPr>
          <p:spPr>
            <a:xfrm>
              <a:off x="3808661" y="2974808"/>
              <a:ext cx="4942978" cy="592176"/>
            </a:xfrm>
            <a:custGeom>
              <a:avLst/>
              <a:gdLst>
                <a:gd name="connsiteX0" fmla="*/ 2522067 w 4942978"/>
                <a:gd name="connsiteY0" fmla="*/ 0 h 592176"/>
                <a:gd name="connsiteX1" fmla="*/ 4759778 w 4942978"/>
                <a:gd name="connsiteY1" fmla="*/ 205266 h 592176"/>
                <a:gd name="connsiteX2" fmla="*/ 4942978 w 4942978"/>
                <a:gd name="connsiteY2" fmla="*/ 247812 h 592176"/>
                <a:gd name="connsiteX3" fmla="*/ 4917248 w 4942978"/>
                <a:gd name="connsiteY3" fmla="*/ 259855 h 592176"/>
                <a:gd name="connsiteX4" fmla="*/ 2440926 w 4942978"/>
                <a:gd name="connsiteY4" fmla="*/ 592176 h 592176"/>
                <a:gd name="connsiteX5" fmla="*/ 105668 w 4942978"/>
                <a:gd name="connsiteY5" fmla="*/ 312211 h 592176"/>
                <a:gd name="connsiteX6" fmla="*/ 0 w 4942978"/>
                <a:gd name="connsiteY6" fmla="*/ 272992 h 592176"/>
                <a:gd name="connsiteX7" fmla="*/ 34536 w 4942978"/>
                <a:gd name="connsiteY7" fmla="*/ 263283 h 592176"/>
                <a:gd name="connsiteX8" fmla="*/ 2522067 w 4942978"/>
                <a:gd name="connsiteY8" fmla="*/ 0 h 59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42978" h="592176">
                  <a:moveTo>
                    <a:pt x="2522067" y="0"/>
                  </a:moveTo>
                  <a:cubicBezTo>
                    <a:pt x="3372079" y="0"/>
                    <a:pt x="4151678" y="77032"/>
                    <a:pt x="4759778" y="205266"/>
                  </a:cubicBezTo>
                  <a:lnTo>
                    <a:pt x="4942978" y="247812"/>
                  </a:lnTo>
                  <a:lnTo>
                    <a:pt x="4917248" y="259855"/>
                  </a:lnTo>
                  <a:cubicBezTo>
                    <a:pt x="4440350" y="457800"/>
                    <a:pt x="3510235" y="592176"/>
                    <a:pt x="2440926" y="592176"/>
                  </a:cubicBezTo>
                  <a:cubicBezTo>
                    <a:pt x="1468827" y="592176"/>
                    <a:pt x="611764" y="481122"/>
                    <a:pt x="105668" y="312211"/>
                  </a:cubicBezTo>
                  <a:lnTo>
                    <a:pt x="0" y="272992"/>
                  </a:lnTo>
                  <a:lnTo>
                    <a:pt x="34536" y="263283"/>
                  </a:lnTo>
                  <a:cubicBezTo>
                    <a:pt x="671151" y="100613"/>
                    <a:pt x="1550626" y="0"/>
                    <a:pt x="2522067" y="0"/>
                  </a:cubicBezTo>
                  <a:close/>
                </a:path>
              </a:pathLst>
            </a:custGeom>
            <a:solidFill>
              <a:srgbClr val="FEB15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F45BE5-58A4-4B01-8AD8-5F3925108E01}"/>
                </a:ext>
              </a:extLst>
            </p:cNvPr>
            <p:cNvSpPr/>
            <p:nvPr/>
          </p:nvSpPr>
          <p:spPr>
            <a:xfrm rot="20462344">
              <a:off x="7029744" y="3165710"/>
              <a:ext cx="139381" cy="45719"/>
            </a:xfrm>
            <a:custGeom>
              <a:avLst/>
              <a:gdLst>
                <a:gd name="connsiteX0" fmla="*/ 781050 w 871123"/>
                <a:gd name="connsiteY0" fmla="*/ 692150 h 714365"/>
                <a:gd name="connsiteX1" fmla="*/ 800100 w 871123"/>
                <a:gd name="connsiteY1" fmla="*/ 628650 h 714365"/>
                <a:gd name="connsiteX2" fmla="*/ 0 w 871123"/>
                <a:gd name="connsiteY2" fmla="*/ 0 h 714365"/>
                <a:gd name="connsiteX0" fmla="*/ 0 w 90073"/>
                <a:gd name="connsiteY0" fmla="*/ 63500 h 85715"/>
                <a:gd name="connsiteX1" fmla="*/ 19050 w 90073"/>
                <a:gd name="connsiteY1" fmla="*/ 0 h 85715"/>
                <a:gd name="connsiteX0" fmla="*/ 209550 w 229093"/>
                <a:gd name="connsiteY0" fmla="*/ 120650 h 129180"/>
                <a:gd name="connsiteX1" fmla="*/ 0 w 229093"/>
                <a:gd name="connsiteY1" fmla="*/ 0 h 129180"/>
                <a:gd name="connsiteX0" fmla="*/ 241300 w 258414"/>
                <a:gd name="connsiteY0" fmla="*/ 63500 h 85715"/>
                <a:gd name="connsiteX1" fmla="*/ 0 w 258414"/>
                <a:gd name="connsiteY1" fmla="*/ 0 h 85715"/>
                <a:gd name="connsiteX0" fmla="*/ 241300 w 255372"/>
                <a:gd name="connsiteY0" fmla="*/ 63500 h 83766"/>
                <a:gd name="connsiteX1" fmla="*/ 0 w 255372"/>
                <a:gd name="connsiteY1" fmla="*/ 0 h 8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5372" h="83766">
                  <a:moveTo>
                    <a:pt x="241300" y="63500"/>
                  </a:moveTo>
                  <a:cubicBezTo>
                    <a:pt x="315912" y="89429"/>
                    <a:pt x="73025" y="109008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7E2B2DF-0C3E-482B-AB0D-C6A796DE60B3}"/>
                </a:ext>
              </a:extLst>
            </p:cNvPr>
            <p:cNvSpPr/>
            <p:nvPr/>
          </p:nvSpPr>
          <p:spPr>
            <a:xfrm rot="17775556">
              <a:off x="7295151" y="3071479"/>
              <a:ext cx="131701" cy="74235"/>
            </a:xfrm>
            <a:custGeom>
              <a:avLst/>
              <a:gdLst>
                <a:gd name="connsiteX0" fmla="*/ 781050 w 871123"/>
                <a:gd name="connsiteY0" fmla="*/ 692150 h 714365"/>
                <a:gd name="connsiteX1" fmla="*/ 800100 w 871123"/>
                <a:gd name="connsiteY1" fmla="*/ 628650 h 714365"/>
                <a:gd name="connsiteX2" fmla="*/ 0 w 871123"/>
                <a:gd name="connsiteY2" fmla="*/ 0 h 714365"/>
                <a:gd name="connsiteX0" fmla="*/ 0 w 90073"/>
                <a:gd name="connsiteY0" fmla="*/ 63500 h 85715"/>
                <a:gd name="connsiteX1" fmla="*/ 19050 w 90073"/>
                <a:gd name="connsiteY1" fmla="*/ 0 h 85715"/>
                <a:gd name="connsiteX0" fmla="*/ 209550 w 229093"/>
                <a:gd name="connsiteY0" fmla="*/ 120650 h 129180"/>
                <a:gd name="connsiteX1" fmla="*/ 0 w 229093"/>
                <a:gd name="connsiteY1" fmla="*/ 0 h 129180"/>
                <a:gd name="connsiteX0" fmla="*/ 241300 w 258414"/>
                <a:gd name="connsiteY0" fmla="*/ 63500 h 85715"/>
                <a:gd name="connsiteX1" fmla="*/ 0 w 258414"/>
                <a:gd name="connsiteY1" fmla="*/ 0 h 85715"/>
                <a:gd name="connsiteX0" fmla="*/ 241300 w 255372"/>
                <a:gd name="connsiteY0" fmla="*/ 63500 h 83766"/>
                <a:gd name="connsiteX1" fmla="*/ 0 w 255372"/>
                <a:gd name="connsiteY1" fmla="*/ 0 h 83766"/>
                <a:gd name="connsiteX0" fmla="*/ 241300 w 241301"/>
                <a:gd name="connsiteY0" fmla="*/ 63500 h 136013"/>
                <a:gd name="connsiteX1" fmla="*/ 0 w 241301"/>
                <a:gd name="connsiteY1" fmla="*/ 0 h 13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1" h="136013">
                  <a:moveTo>
                    <a:pt x="241300" y="63500"/>
                  </a:moveTo>
                  <a:cubicBezTo>
                    <a:pt x="206009" y="208517"/>
                    <a:pt x="73025" y="109008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50FC6F5-6B85-4E49-AC4C-4E06F5D4A50E}"/>
                </a:ext>
              </a:extLst>
            </p:cNvPr>
            <p:cNvSpPr/>
            <p:nvPr/>
          </p:nvSpPr>
          <p:spPr>
            <a:xfrm rot="605972">
              <a:off x="6673285" y="3054927"/>
              <a:ext cx="255372" cy="83766"/>
            </a:xfrm>
            <a:custGeom>
              <a:avLst/>
              <a:gdLst>
                <a:gd name="connsiteX0" fmla="*/ 781050 w 871123"/>
                <a:gd name="connsiteY0" fmla="*/ 692150 h 714365"/>
                <a:gd name="connsiteX1" fmla="*/ 800100 w 871123"/>
                <a:gd name="connsiteY1" fmla="*/ 628650 h 714365"/>
                <a:gd name="connsiteX2" fmla="*/ 0 w 871123"/>
                <a:gd name="connsiteY2" fmla="*/ 0 h 714365"/>
                <a:gd name="connsiteX0" fmla="*/ 0 w 90073"/>
                <a:gd name="connsiteY0" fmla="*/ 63500 h 85715"/>
                <a:gd name="connsiteX1" fmla="*/ 19050 w 90073"/>
                <a:gd name="connsiteY1" fmla="*/ 0 h 85715"/>
                <a:gd name="connsiteX0" fmla="*/ 209550 w 229093"/>
                <a:gd name="connsiteY0" fmla="*/ 120650 h 129180"/>
                <a:gd name="connsiteX1" fmla="*/ 0 w 229093"/>
                <a:gd name="connsiteY1" fmla="*/ 0 h 129180"/>
                <a:gd name="connsiteX0" fmla="*/ 241300 w 258414"/>
                <a:gd name="connsiteY0" fmla="*/ 63500 h 85715"/>
                <a:gd name="connsiteX1" fmla="*/ 0 w 258414"/>
                <a:gd name="connsiteY1" fmla="*/ 0 h 85715"/>
                <a:gd name="connsiteX0" fmla="*/ 241300 w 255372"/>
                <a:gd name="connsiteY0" fmla="*/ 63500 h 83766"/>
                <a:gd name="connsiteX1" fmla="*/ 0 w 255372"/>
                <a:gd name="connsiteY1" fmla="*/ 0 h 8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5372" h="83766">
                  <a:moveTo>
                    <a:pt x="241300" y="63500"/>
                  </a:moveTo>
                  <a:cubicBezTo>
                    <a:pt x="315912" y="89429"/>
                    <a:pt x="73025" y="109008"/>
                    <a:pt x="0" y="0"/>
                  </a:cubicBezTo>
                </a:path>
              </a:pathLst>
            </a:custGeom>
            <a:solidFill>
              <a:srgbClr val="FEB15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5E6BEAF-AE3D-428A-8206-BDFE23562B07}"/>
                </a:ext>
              </a:extLst>
            </p:cNvPr>
            <p:cNvSpPr/>
            <p:nvPr/>
          </p:nvSpPr>
          <p:spPr>
            <a:xfrm>
              <a:off x="6856148" y="974744"/>
              <a:ext cx="1591484" cy="2104795"/>
            </a:xfrm>
            <a:custGeom>
              <a:avLst/>
              <a:gdLst>
                <a:gd name="connsiteX0" fmla="*/ 1284436 w 1591484"/>
                <a:gd name="connsiteY0" fmla="*/ 70 h 2104795"/>
                <a:gd name="connsiteX1" fmla="*/ 1472577 w 1591484"/>
                <a:gd name="connsiteY1" fmla="*/ 67083 h 2104795"/>
                <a:gd name="connsiteX2" fmla="*/ 558177 w 1591484"/>
                <a:gd name="connsiteY2" fmla="*/ 1857784 h 2104795"/>
                <a:gd name="connsiteX3" fmla="*/ 389164 w 1591484"/>
                <a:gd name="connsiteY3" fmla="*/ 2074440 h 2104795"/>
                <a:gd name="connsiteX4" fmla="*/ 362937 w 1591484"/>
                <a:gd name="connsiteY4" fmla="*/ 2104795 h 2104795"/>
                <a:gd name="connsiteX5" fmla="*/ 13240 w 1591484"/>
                <a:gd name="connsiteY5" fmla="*/ 2104795 h 2104795"/>
                <a:gd name="connsiteX6" fmla="*/ 5119 w 1591484"/>
                <a:gd name="connsiteY6" fmla="*/ 2071761 h 2104795"/>
                <a:gd name="connsiteX7" fmla="*/ 1284436 w 1591484"/>
                <a:gd name="connsiteY7" fmla="*/ 70 h 210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1484" h="2104795">
                  <a:moveTo>
                    <a:pt x="1284436" y="70"/>
                  </a:moveTo>
                  <a:cubicBezTo>
                    <a:pt x="1351276" y="-1378"/>
                    <a:pt x="1414633" y="19458"/>
                    <a:pt x="1472577" y="67083"/>
                  </a:cubicBezTo>
                  <a:cubicBezTo>
                    <a:pt x="1964702" y="515817"/>
                    <a:pt x="784660" y="1499009"/>
                    <a:pt x="558177" y="1857784"/>
                  </a:cubicBezTo>
                  <a:cubicBezTo>
                    <a:pt x="497059" y="1930412"/>
                    <a:pt x="442339" y="2008547"/>
                    <a:pt x="389164" y="2074440"/>
                  </a:cubicBezTo>
                  <a:lnTo>
                    <a:pt x="362937" y="2104795"/>
                  </a:lnTo>
                  <a:lnTo>
                    <a:pt x="13240" y="2104795"/>
                  </a:lnTo>
                  <a:lnTo>
                    <a:pt x="5119" y="2071761"/>
                  </a:lnTo>
                  <a:cubicBezTo>
                    <a:pt x="-71439" y="1571714"/>
                    <a:pt x="727433" y="12138"/>
                    <a:pt x="1284436" y="7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D0ED0E-C743-4158-862C-5EC650DE641C}"/>
              </a:ext>
            </a:extLst>
          </p:cNvPr>
          <p:cNvSpPr/>
          <p:nvPr/>
        </p:nvSpPr>
        <p:spPr>
          <a:xfrm>
            <a:off x="8157637" y="2483193"/>
            <a:ext cx="214845" cy="887895"/>
          </a:xfrm>
          <a:custGeom>
            <a:avLst/>
            <a:gdLst>
              <a:gd name="connsiteX0" fmla="*/ 0 w 39757"/>
              <a:gd name="connsiteY0" fmla="*/ 0 h 887895"/>
              <a:gd name="connsiteX1" fmla="*/ 39757 w 39757"/>
              <a:gd name="connsiteY1" fmla="*/ 887895 h 887895"/>
              <a:gd name="connsiteX2" fmla="*/ 39757 w 39757"/>
              <a:gd name="connsiteY2" fmla="*/ 887895 h 887895"/>
              <a:gd name="connsiteX0" fmla="*/ 87443 w 127200"/>
              <a:gd name="connsiteY0" fmla="*/ 0 h 887895"/>
              <a:gd name="connsiteX1" fmla="*/ 127200 w 127200"/>
              <a:gd name="connsiteY1" fmla="*/ 887895 h 887895"/>
              <a:gd name="connsiteX2" fmla="*/ 127200 w 127200"/>
              <a:gd name="connsiteY2" fmla="*/ 887895 h 887895"/>
              <a:gd name="connsiteX0" fmla="*/ 55774 w 157551"/>
              <a:gd name="connsiteY0" fmla="*/ 0 h 887895"/>
              <a:gd name="connsiteX1" fmla="*/ 95531 w 157551"/>
              <a:gd name="connsiteY1" fmla="*/ 887895 h 887895"/>
              <a:gd name="connsiteX2" fmla="*/ 95531 w 157551"/>
              <a:gd name="connsiteY2" fmla="*/ 887895 h 887895"/>
              <a:gd name="connsiteX0" fmla="*/ 102677 w 194706"/>
              <a:gd name="connsiteY0" fmla="*/ 0 h 887895"/>
              <a:gd name="connsiteX1" fmla="*/ 142434 w 194706"/>
              <a:gd name="connsiteY1" fmla="*/ 887895 h 887895"/>
              <a:gd name="connsiteX2" fmla="*/ 142434 w 194706"/>
              <a:gd name="connsiteY2" fmla="*/ 887895 h 887895"/>
              <a:gd name="connsiteX0" fmla="*/ 93904 w 214845"/>
              <a:gd name="connsiteY0" fmla="*/ 0 h 887895"/>
              <a:gd name="connsiteX1" fmla="*/ 133661 w 214845"/>
              <a:gd name="connsiteY1" fmla="*/ 887895 h 887895"/>
              <a:gd name="connsiteX2" fmla="*/ 133661 w 214845"/>
              <a:gd name="connsiteY2" fmla="*/ 887895 h 88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45" h="887895">
                <a:moveTo>
                  <a:pt x="93904" y="0"/>
                </a:moveTo>
                <a:cubicBezTo>
                  <a:pt x="-237401" y="229704"/>
                  <a:pt x="438462" y="512417"/>
                  <a:pt x="133661" y="887895"/>
                </a:cubicBezTo>
                <a:lnTo>
                  <a:pt x="133661" y="8878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5F4FE9-7A7B-4D67-84CC-EDA3A5ED0AC8}"/>
              </a:ext>
            </a:extLst>
          </p:cNvPr>
          <p:cNvSpPr/>
          <p:nvPr/>
        </p:nvSpPr>
        <p:spPr>
          <a:xfrm>
            <a:off x="8555820" y="2376746"/>
            <a:ext cx="214845" cy="887895"/>
          </a:xfrm>
          <a:custGeom>
            <a:avLst/>
            <a:gdLst>
              <a:gd name="connsiteX0" fmla="*/ 0 w 39757"/>
              <a:gd name="connsiteY0" fmla="*/ 0 h 887895"/>
              <a:gd name="connsiteX1" fmla="*/ 39757 w 39757"/>
              <a:gd name="connsiteY1" fmla="*/ 887895 h 887895"/>
              <a:gd name="connsiteX2" fmla="*/ 39757 w 39757"/>
              <a:gd name="connsiteY2" fmla="*/ 887895 h 887895"/>
              <a:gd name="connsiteX0" fmla="*/ 87443 w 127200"/>
              <a:gd name="connsiteY0" fmla="*/ 0 h 887895"/>
              <a:gd name="connsiteX1" fmla="*/ 127200 w 127200"/>
              <a:gd name="connsiteY1" fmla="*/ 887895 h 887895"/>
              <a:gd name="connsiteX2" fmla="*/ 127200 w 127200"/>
              <a:gd name="connsiteY2" fmla="*/ 887895 h 887895"/>
              <a:gd name="connsiteX0" fmla="*/ 55774 w 157551"/>
              <a:gd name="connsiteY0" fmla="*/ 0 h 887895"/>
              <a:gd name="connsiteX1" fmla="*/ 95531 w 157551"/>
              <a:gd name="connsiteY1" fmla="*/ 887895 h 887895"/>
              <a:gd name="connsiteX2" fmla="*/ 95531 w 157551"/>
              <a:gd name="connsiteY2" fmla="*/ 887895 h 887895"/>
              <a:gd name="connsiteX0" fmla="*/ 102677 w 194706"/>
              <a:gd name="connsiteY0" fmla="*/ 0 h 887895"/>
              <a:gd name="connsiteX1" fmla="*/ 142434 w 194706"/>
              <a:gd name="connsiteY1" fmla="*/ 887895 h 887895"/>
              <a:gd name="connsiteX2" fmla="*/ 142434 w 194706"/>
              <a:gd name="connsiteY2" fmla="*/ 887895 h 887895"/>
              <a:gd name="connsiteX0" fmla="*/ 93904 w 214845"/>
              <a:gd name="connsiteY0" fmla="*/ 0 h 887895"/>
              <a:gd name="connsiteX1" fmla="*/ 133661 w 214845"/>
              <a:gd name="connsiteY1" fmla="*/ 887895 h 887895"/>
              <a:gd name="connsiteX2" fmla="*/ 133661 w 214845"/>
              <a:gd name="connsiteY2" fmla="*/ 887895 h 88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45" h="887895">
                <a:moveTo>
                  <a:pt x="93904" y="0"/>
                </a:moveTo>
                <a:cubicBezTo>
                  <a:pt x="-237401" y="229704"/>
                  <a:pt x="438462" y="512417"/>
                  <a:pt x="133661" y="887895"/>
                </a:cubicBezTo>
                <a:lnTo>
                  <a:pt x="133661" y="8878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FD088C9-6598-408F-A3C9-C4F4655C4D19}"/>
              </a:ext>
            </a:extLst>
          </p:cNvPr>
          <p:cNvSpPr/>
          <p:nvPr/>
        </p:nvSpPr>
        <p:spPr>
          <a:xfrm>
            <a:off x="8926893" y="2483192"/>
            <a:ext cx="214845" cy="887895"/>
          </a:xfrm>
          <a:custGeom>
            <a:avLst/>
            <a:gdLst>
              <a:gd name="connsiteX0" fmla="*/ 0 w 39757"/>
              <a:gd name="connsiteY0" fmla="*/ 0 h 887895"/>
              <a:gd name="connsiteX1" fmla="*/ 39757 w 39757"/>
              <a:gd name="connsiteY1" fmla="*/ 887895 h 887895"/>
              <a:gd name="connsiteX2" fmla="*/ 39757 w 39757"/>
              <a:gd name="connsiteY2" fmla="*/ 887895 h 887895"/>
              <a:gd name="connsiteX0" fmla="*/ 87443 w 127200"/>
              <a:gd name="connsiteY0" fmla="*/ 0 h 887895"/>
              <a:gd name="connsiteX1" fmla="*/ 127200 w 127200"/>
              <a:gd name="connsiteY1" fmla="*/ 887895 h 887895"/>
              <a:gd name="connsiteX2" fmla="*/ 127200 w 127200"/>
              <a:gd name="connsiteY2" fmla="*/ 887895 h 887895"/>
              <a:gd name="connsiteX0" fmla="*/ 55774 w 157551"/>
              <a:gd name="connsiteY0" fmla="*/ 0 h 887895"/>
              <a:gd name="connsiteX1" fmla="*/ 95531 w 157551"/>
              <a:gd name="connsiteY1" fmla="*/ 887895 h 887895"/>
              <a:gd name="connsiteX2" fmla="*/ 95531 w 157551"/>
              <a:gd name="connsiteY2" fmla="*/ 887895 h 887895"/>
              <a:gd name="connsiteX0" fmla="*/ 102677 w 194706"/>
              <a:gd name="connsiteY0" fmla="*/ 0 h 887895"/>
              <a:gd name="connsiteX1" fmla="*/ 142434 w 194706"/>
              <a:gd name="connsiteY1" fmla="*/ 887895 h 887895"/>
              <a:gd name="connsiteX2" fmla="*/ 142434 w 194706"/>
              <a:gd name="connsiteY2" fmla="*/ 887895 h 887895"/>
              <a:gd name="connsiteX0" fmla="*/ 93904 w 214845"/>
              <a:gd name="connsiteY0" fmla="*/ 0 h 887895"/>
              <a:gd name="connsiteX1" fmla="*/ 133661 w 214845"/>
              <a:gd name="connsiteY1" fmla="*/ 887895 h 887895"/>
              <a:gd name="connsiteX2" fmla="*/ 133661 w 214845"/>
              <a:gd name="connsiteY2" fmla="*/ 887895 h 88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45" h="887895">
                <a:moveTo>
                  <a:pt x="93904" y="0"/>
                </a:moveTo>
                <a:cubicBezTo>
                  <a:pt x="-237401" y="229704"/>
                  <a:pt x="438462" y="512417"/>
                  <a:pt x="133661" y="887895"/>
                </a:cubicBezTo>
                <a:lnTo>
                  <a:pt x="133661" y="88789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ttsMP3.com_VoiceText_2025-4-27_0-4-30">
            <a:hlinkClick r:id="" action="ppaction://media"/>
            <a:extLst>
              <a:ext uri="{FF2B5EF4-FFF2-40B4-BE49-F238E27FC236}">
                <a16:creationId xmlns:a16="http://schemas.microsoft.com/office/drawing/2014/main" id="{FF02B15B-A322-4269-9071-820CD03AA4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9939" y="250325"/>
            <a:ext cx="609600" cy="609600"/>
          </a:xfrm>
          <a:prstGeom prst="rect">
            <a:avLst/>
          </a:prstGeom>
        </p:spPr>
      </p:pic>
      <p:pic>
        <p:nvPicPr>
          <p:cNvPr id="20" name="1sec">
            <a:hlinkClick r:id="" action="ppaction://media"/>
            <a:extLst>
              <a:ext uri="{FF2B5EF4-FFF2-40B4-BE49-F238E27FC236}">
                <a16:creationId xmlns:a16="http://schemas.microsoft.com/office/drawing/2014/main" id="{4FC1CFA4-63A1-4F88-8449-2D52574CB33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2877" y="250325"/>
            <a:ext cx="609600" cy="609600"/>
          </a:xfrm>
          <a:prstGeom prst="rect">
            <a:avLst/>
          </a:prstGeom>
        </p:spPr>
      </p:pic>
      <p:pic>
        <p:nvPicPr>
          <p:cNvPr id="4" name="ttsMP3.com_VoiceText_2025-4-27_0-5-32">
            <a:hlinkClick r:id="" action="ppaction://media"/>
            <a:extLst>
              <a:ext uri="{FF2B5EF4-FFF2-40B4-BE49-F238E27FC236}">
                <a16:creationId xmlns:a16="http://schemas.microsoft.com/office/drawing/2014/main" id="{8B3F732A-EACA-4C25-B016-15974EFDC0E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92323" y="264839"/>
            <a:ext cx="609600" cy="609600"/>
          </a:xfrm>
          <a:prstGeom prst="rect">
            <a:avLst/>
          </a:prstGeom>
        </p:spPr>
      </p:pic>
      <p:pic>
        <p:nvPicPr>
          <p:cNvPr id="21" name="1sec">
            <a:hlinkClick r:id="" action="ppaction://media"/>
            <a:extLst>
              <a:ext uri="{FF2B5EF4-FFF2-40B4-BE49-F238E27FC236}">
                <a16:creationId xmlns:a16="http://schemas.microsoft.com/office/drawing/2014/main" id="{1A510A11-0373-4DE7-BA47-84DC05489B9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11769" y="264839"/>
            <a:ext cx="609600" cy="609600"/>
          </a:xfrm>
          <a:prstGeom prst="rect">
            <a:avLst/>
          </a:prstGeom>
        </p:spPr>
      </p:pic>
      <p:pic>
        <p:nvPicPr>
          <p:cNvPr id="22" name="1sec">
            <a:hlinkClick r:id="" action="ppaction://media"/>
            <a:extLst>
              <a:ext uri="{FF2B5EF4-FFF2-40B4-BE49-F238E27FC236}">
                <a16:creationId xmlns:a16="http://schemas.microsoft.com/office/drawing/2014/main" id="{CE1AB581-2643-439F-ADAF-5520846E39B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31215" y="26483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4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89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2665162" y="1499608"/>
            <a:ext cx="537791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Calibri" panose="020F0502020204030204"/>
              </a:rPr>
              <a:t>Cash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  <a:latin typeface="Calibri" panose="020F0502020204030204"/>
              </a:rPr>
              <a:t>ew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FEB15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202906" y="1499609"/>
            <a:ext cx="225452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  <a:latin typeface="Calibri" panose="020F0502020204030204"/>
              </a:rPr>
              <a:t>ew</a:t>
            </a:r>
            <a:endParaRPr kumimoji="0" lang="en-US" sz="115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FEB15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0CD941D-A585-4924-B677-C3BC30BE8B95}"/>
              </a:ext>
            </a:extLst>
          </p:cNvPr>
          <p:cNvGrpSpPr/>
          <p:nvPr/>
        </p:nvGrpSpPr>
        <p:grpSpPr>
          <a:xfrm>
            <a:off x="8207270" y="200580"/>
            <a:ext cx="3281678" cy="6456840"/>
            <a:chOff x="4270356" y="919859"/>
            <a:chExt cx="2907849" cy="5721316"/>
          </a:xfrm>
        </p:grpSpPr>
        <p:sp>
          <p:nvSpPr>
            <p:cNvPr id="58" name="Rectangle 4">
              <a:extLst>
                <a:ext uri="{FF2B5EF4-FFF2-40B4-BE49-F238E27FC236}">
                  <a16:creationId xmlns:a16="http://schemas.microsoft.com/office/drawing/2014/main" id="{4501464E-68F6-4692-BF89-23B9FEDA6FBC}"/>
                </a:ext>
              </a:extLst>
            </p:cNvPr>
            <p:cNvSpPr/>
            <p:nvPr/>
          </p:nvSpPr>
          <p:spPr>
            <a:xfrm>
              <a:off x="4270356" y="919859"/>
              <a:ext cx="2907849" cy="3989395"/>
            </a:xfrm>
            <a:custGeom>
              <a:avLst/>
              <a:gdLst>
                <a:gd name="connsiteX0" fmla="*/ 0 w 1537252"/>
                <a:gd name="connsiteY0" fmla="*/ 0 h 1749287"/>
                <a:gd name="connsiteX1" fmla="*/ 1537252 w 1537252"/>
                <a:gd name="connsiteY1" fmla="*/ 0 h 1749287"/>
                <a:gd name="connsiteX2" fmla="*/ 1537252 w 1537252"/>
                <a:gd name="connsiteY2" fmla="*/ 1749287 h 1749287"/>
                <a:gd name="connsiteX3" fmla="*/ 0 w 1537252"/>
                <a:gd name="connsiteY3" fmla="*/ 1749287 h 1749287"/>
                <a:gd name="connsiteX4" fmla="*/ 0 w 1537252"/>
                <a:gd name="connsiteY4" fmla="*/ 0 h 1749287"/>
                <a:gd name="connsiteX0" fmla="*/ 477078 w 1537252"/>
                <a:gd name="connsiteY0" fmla="*/ 0 h 1987826"/>
                <a:gd name="connsiteX1" fmla="*/ 1537252 w 1537252"/>
                <a:gd name="connsiteY1" fmla="*/ 238539 h 1987826"/>
                <a:gd name="connsiteX2" fmla="*/ 1537252 w 1537252"/>
                <a:gd name="connsiteY2" fmla="*/ 1987826 h 1987826"/>
                <a:gd name="connsiteX3" fmla="*/ 0 w 1537252"/>
                <a:gd name="connsiteY3" fmla="*/ 1987826 h 1987826"/>
                <a:gd name="connsiteX4" fmla="*/ 477078 w 1537252"/>
                <a:gd name="connsiteY4" fmla="*/ 0 h 1987826"/>
                <a:gd name="connsiteX0" fmla="*/ 609599 w 1669773"/>
                <a:gd name="connsiteY0" fmla="*/ 0 h 1987826"/>
                <a:gd name="connsiteX1" fmla="*/ 1669773 w 1669773"/>
                <a:gd name="connsiteY1" fmla="*/ 238539 h 1987826"/>
                <a:gd name="connsiteX2" fmla="*/ 1669773 w 1669773"/>
                <a:gd name="connsiteY2" fmla="*/ 1987826 h 1987826"/>
                <a:gd name="connsiteX3" fmla="*/ 0 w 1669773"/>
                <a:gd name="connsiteY3" fmla="*/ 1974574 h 1987826"/>
                <a:gd name="connsiteX4" fmla="*/ 609599 w 1669773"/>
                <a:gd name="connsiteY4" fmla="*/ 0 h 1987826"/>
                <a:gd name="connsiteX0" fmla="*/ 609599 w 1881808"/>
                <a:gd name="connsiteY0" fmla="*/ 0 h 1987826"/>
                <a:gd name="connsiteX1" fmla="*/ 1881808 w 1881808"/>
                <a:gd name="connsiteY1" fmla="*/ 1497495 h 1987826"/>
                <a:gd name="connsiteX2" fmla="*/ 1669773 w 1881808"/>
                <a:gd name="connsiteY2" fmla="*/ 1987826 h 1987826"/>
                <a:gd name="connsiteX3" fmla="*/ 0 w 1881808"/>
                <a:gd name="connsiteY3" fmla="*/ 1974574 h 1987826"/>
                <a:gd name="connsiteX4" fmla="*/ 609599 w 1881808"/>
                <a:gd name="connsiteY4" fmla="*/ 0 h 1987826"/>
                <a:gd name="connsiteX0" fmla="*/ 609599 w 1881808"/>
                <a:gd name="connsiteY0" fmla="*/ 0 h 3803374"/>
                <a:gd name="connsiteX1" fmla="*/ 1881808 w 1881808"/>
                <a:gd name="connsiteY1" fmla="*/ 1497495 h 3803374"/>
                <a:gd name="connsiteX2" fmla="*/ 1497494 w 1881808"/>
                <a:gd name="connsiteY2" fmla="*/ 3803374 h 3803374"/>
                <a:gd name="connsiteX3" fmla="*/ 0 w 1881808"/>
                <a:gd name="connsiteY3" fmla="*/ 1974574 h 3803374"/>
                <a:gd name="connsiteX4" fmla="*/ 609599 w 1881808"/>
                <a:gd name="connsiteY4" fmla="*/ 0 h 3803374"/>
                <a:gd name="connsiteX0" fmla="*/ 651541 w 1923750"/>
                <a:gd name="connsiteY0" fmla="*/ 0 h 3938541"/>
                <a:gd name="connsiteX1" fmla="*/ 1923750 w 1923750"/>
                <a:gd name="connsiteY1" fmla="*/ 1497495 h 3938541"/>
                <a:gd name="connsiteX2" fmla="*/ 1539436 w 1923750"/>
                <a:gd name="connsiteY2" fmla="*/ 3803374 h 3938541"/>
                <a:gd name="connsiteX3" fmla="*/ 41942 w 1923750"/>
                <a:gd name="connsiteY3" fmla="*/ 1974574 h 3938541"/>
                <a:gd name="connsiteX4" fmla="*/ 651541 w 1923750"/>
                <a:gd name="connsiteY4" fmla="*/ 0 h 3938541"/>
                <a:gd name="connsiteX0" fmla="*/ 937747 w 2209956"/>
                <a:gd name="connsiteY0" fmla="*/ 0 h 3928594"/>
                <a:gd name="connsiteX1" fmla="*/ 2209956 w 2209956"/>
                <a:gd name="connsiteY1" fmla="*/ 1497495 h 3928594"/>
                <a:gd name="connsiteX2" fmla="*/ 1825642 w 2209956"/>
                <a:gd name="connsiteY2" fmla="*/ 3803374 h 3928594"/>
                <a:gd name="connsiteX3" fmla="*/ 328148 w 2209956"/>
                <a:gd name="connsiteY3" fmla="*/ 1974574 h 3928594"/>
                <a:gd name="connsiteX4" fmla="*/ 937747 w 2209956"/>
                <a:gd name="connsiteY4" fmla="*/ 0 h 3928594"/>
                <a:gd name="connsiteX0" fmla="*/ 937747 w 2721033"/>
                <a:gd name="connsiteY0" fmla="*/ 0 h 3928594"/>
                <a:gd name="connsiteX1" fmla="*/ 2209956 w 2721033"/>
                <a:gd name="connsiteY1" fmla="*/ 1497495 h 3928594"/>
                <a:gd name="connsiteX2" fmla="*/ 1825642 w 2721033"/>
                <a:gd name="connsiteY2" fmla="*/ 3803374 h 3928594"/>
                <a:gd name="connsiteX3" fmla="*/ 328148 w 2721033"/>
                <a:gd name="connsiteY3" fmla="*/ 1974574 h 3928594"/>
                <a:gd name="connsiteX4" fmla="*/ 937747 w 2721033"/>
                <a:gd name="connsiteY4" fmla="*/ 0 h 3928594"/>
                <a:gd name="connsiteX0" fmla="*/ 937747 w 2841827"/>
                <a:gd name="connsiteY0" fmla="*/ 0 h 3928594"/>
                <a:gd name="connsiteX1" fmla="*/ 2209956 w 2841827"/>
                <a:gd name="connsiteY1" fmla="*/ 1497495 h 3928594"/>
                <a:gd name="connsiteX2" fmla="*/ 1825642 w 2841827"/>
                <a:gd name="connsiteY2" fmla="*/ 3803374 h 3928594"/>
                <a:gd name="connsiteX3" fmla="*/ 328148 w 2841827"/>
                <a:gd name="connsiteY3" fmla="*/ 1974574 h 3928594"/>
                <a:gd name="connsiteX4" fmla="*/ 937747 w 2841827"/>
                <a:gd name="connsiteY4" fmla="*/ 0 h 3928594"/>
                <a:gd name="connsiteX0" fmla="*/ 937747 w 2954843"/>
                <a:gd name="connsiteY0" fmla="*/ 0 h 3928594"/>
                <a:gd name="connsiteX1" fmla="*/ 2209956 w 2954843"/>
                <a:gd name="connsiteY1" fmla="*/ 1497495 h 3928594"/>
                <a:gd name="connsiteX2" fmla="*/ 1825642 w 2954843"/>
                <a:gd name="connsiteY2" fmla="*/ 3803374 h 3928594"/>
                <a:gd name="connsiteX3" fmla="*/ 328148 w 2954843"/>
                <a:gd name="connsiteY3" fmla="*/ 1974574 h 3928594"/>
                <a:gd name="connsiteX4" fmla="*/ 937747 w 2954843"/>
                <a:gd name="connsiteY4" fmla="*/ 0 h 3928594"/>
                <a:gd name="connsiteX0" fmla="*/ 937747 w 2954843"/>
                <a:gd name="connsiteY0" fmla="*/ 43468 h 3972062"/>
                <a:gd name="connsiteX1" fmla="*/ 2209956 w 2954843"/>
                <a:gd name="connsiteY1" fmla="*/ 1540963 h 3972062"/>
                <a:gd name="connsiteX2" fmla="*/ 1825642 w 2954843"/>
                <a:gd name="connsiteY2" fmla="*/ 3846842 h 3972062"/>
                <a:gd name="connsiteX3" fmla="*/ 328148 w 2954843"/>
                <a:gd name="connsiteY3" fmla="*/ 2018042 h 3972062"/>
                <a:gd name="connsiteX4" fmla="*/ 937747 w 2954843"/>
                <a:gd name="connsiteY4" fmla="*/ 43468 h 3972062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954843"/>
                <a:gd name="connsiteY0" fmla="*/ 40112 h 3968706"/>
                <a:gd name="connsiteX1" fmla="*/ 2209956 w 2954843"/>
                <a:gd name="connsiteY1" fmla="*/ 1537607 h 3968706"/>
                <a:gd name="connsiteX2" fmla="*/ 1825642 w 2954843"/>
                <a:gd name="connsiteY2" fmla="*/ 3843486 h 3968706"/>
                <a:gd name="connsiteX3" fmla="*/ 328148 w 2954843"/>
                <a:gd name="connsiteY3" fmla="*/ 2014686 h 3968706"/>
                <a:gd name="connsiteX4" fmla="*/ 937747 w 2954843"/>
                <a:gd name="connsiteY4" fmla="*/ 40112 h 3968706"/>
                <a:gd name="connsiteX0" fmla="*/ 937747 w 2886860"/>
                <a:gd name="connsiteY0" fmla="*/ 40112 h 3968706"/>
                <a:gd name="connsiteX1" fmla="*/ 2209956 w 2886860"/>
                <a:gd name="connsiteY1" fmla="*/ 1537607 h 3968706"/>
                <a:gd name="connsiteX2" fmla="*/ 1825642 w 2886860"/>
                <a:gd name="connsiteY2" fmla="*/ 3843486 h 3968706"/>
                <a:gd name="connsiteX3" fmla="*/ 328148 w 2886860"/>
                <a:gd name="connsiteY3" fmla="*/ 2014686 h 3968706"/>
                <a:gd name="connsiteX4" fmla="*/ 937747 w 2886860"/>
                <a:gd name="connsiteY4" fmla="*/ 40112 h 3968706"/>
                <a:gd name="connsiteX0" fmla="*/ 937747 w 2940435"/>
                <a:gd name="connsiteY0" fmla="*/ 40112 h 3968706"/>
                <a:gd name="connsiteX1" fmla="*/ 2209956 w 2940435"/>
                <a:gd name="connsiteY1" fmla="*/ 1537607 h 3968706"/>
                <a:gd name="connsiteX2" fmla="*/ 1825642 w 2940435"/>
                <a:gd name="connsiteY2" fmla="*/ 3843486 h 3968706"/>
                <a:gd name="connsiteX3" fmla="*/ 328148 w 2940435"/>
                <a:gd name="connsiteY3" fmla="*/ 2014686 h 3968706"/>
                <a:gd name="connsiteX4" fmla="*/ 937747 w 2940435"/>
                <a:gd name="connsiteY4" fmla="*/ 40112 h 3968706"/>
                <a:gd name="connsiteX0" fmla="*/ 937747 w 2970463"/>
                <a:gd name="connsiteY0" fmla="*/ 40112 h 3968706"/>
                <a:gd name="connsiteX1" fmla="*/ 2209956 w 2970463"/>
                <a:gd name="connsiteY1" fmla="*/ 1537607 h 3968706"/>
                <a:gd name="connsiteX2" fmla="*/ 1825642 w 2970463"/>
                <a:gd name="connsiteY2" fmla="*/ 3843486 h 3968706"/>
                <a:gd name="connsiteX3" fmla="*/ 328148 w 2970463"/>
                <a:gd name="connsiteY3" fmla="*/ 2014686 h 3968706"/>
                <a:gd name="connsiteX4" fmla="*/ 937747 w 2970463"/>
                <a:gd name="connsiteY4" fmla="*/ 40112 h 3968706"/>
                <a:gd name="connsiteX0" fmla="*/ 937747 w 2821274"/>
                <a:gd name="connsiteY0" fmla="*/ 40112 h 3968706"/>
                <a:gd name="connsiteX1" fmla="*/ 2209956 w 2821274"/>
                <a:gd name="connsiteY1" fmla="*/ 1537607 h 3968706"/>
                <a:gd name="connsiteX2" fmla="*/ 1825642 w 2821274"/>
                <a:gd name="connsiteY2" fmla="*/ 3843486 h 3968706"/>
                <a:gd name="connsiteX3" fmla="*/ 328148 w 2821274"/>
                <a:gd name="connsiteY3" fmla="*/ 2014686 h 3968706"/>
                <a:gd name="connsiteX4" fmla="*/ 937747 w 2821274"/>
                <a:gd name="connsiteY4" fmla="*/ 40112 h 3968706"/>
                <a:gd name="connsiteX0" fmla="*/ 937747 w 2569808"/>
                <a:gd name="connsiteY0" fmla="*/ 40112 h 3968706"/>
                <a:gd name="connsiteX1" fmla="*/ 2209956 w 2569808"/>
                <a:gd name="connsiteY1" fmla="*/ 1537607 h 3968706"/>
                <a:gd name="connsiteX2" fmla="*/ 2554513 w 2569808"/>
                <a:gd name="connsiteY2" fmla="*/ 2226721 h 3968706"/>
                <a:gd name="connsiteX3" fmla="*/ 1825642 w 2569808"/>
                <a:gd name="connsiteY3" fmla="*/ 3843486 h 3968706"/>
                <a:gd name="connsiteX4" fmla="*/ 328148 w 2569808"/>
                <a:gd name="connsiteY4" fmla="*/ 2014686 h 3968706"/>
                <a:gd name="connsiteX5" fmla="*/ 937747 w 2569808"/>
                <a:gd name="connsiteY5" fmla="*/ 40112 h 3968706"/>
                <a:gd name="connsiteX0" fmla="*/ 937747 w 2565325"/>
                <a:gd name="connsiteY0" fmla="*/ 40112 h 3968706"/>
                <a:gd name="connsiteX1" fmla="*/ 2209956 w 2565325"/>
                <a:gd name="connsiteY1" fmla="*/ 1537607 h 3968706"/>
                <a:gd name="connsiteX2" fmla="*/ 2554513 w 2565325"/>
                <a:gd name="connsiteY2" fmla="*/ 2226721 h 3968706"/>
                <a:gd name="connsiteX3" fmla="*/ 1825642 w 2565325"/>
                <a:gd name="connsiteY3" fmla="*/ 3843486 h 3968706"/>
                <a:gd name="connsiteX4" fmla="*/ 328148 w 2565325"/>
                <a:gd name="connsiteY4" fmla="*/ 2014686 h 3968706"/>
                <a:gd name="connsiteX5" fmla="*/ 937747 w 2565325"/>
                <a:gd name="connsiteY5" fmla="*/ 40112 h 3968706"/>
                <a:gd name="connsiteX0" fmla="*/ 937747 w 2554513"/>
                <a:gd name="connsiteY0" fmla="*/ 40112 h 3968706"/>
                <a:gd name="connsiteX1" fmla="*/ 2209956 w 2554513"/>
                <a:gd name="connsiteY1" fmla="*/ 1537607 h 3968706"/>
                <a:gd name="connsiteX2" fmla="*/ 2554513 w 2554513"/>
                <a:gd name="connsiteY2" fmla="*/ 2226721 h 3968706"/>
                <a:gd name="connsiteX3" fmla="*/ 1825642 w 2554513"/>
                <a:gd name="connsiteY3" fmla="*/ 3843486 h 3968706"/>
                <a:gd name="connsiteX4" fmla="*/ 328148 w 2554513"/>
                <a:gd name="connsiteY4" fmla="*/ 2014686 h 3968706"/>
                <a:gd name="connsiteX5" fmla="*/ 937747 w 2554513"/>
                <a:gd name="connsiteY5" fmla="*/ 40112 h 3968706"/>
                <a:gd name="connsiteX0" fmla="*/ 937747 w 2873669"/>
                <a:gd name="connsiteY0" fmla="*/ 40112 h 3968706"/>
                <a:gd name="connsiteX1" fmla="*/ 2209956 w 2873669"/>
                <a:gd name="connsiteY1" fmla="*/ 1537607 h 3968706"/>
                <a:gd name="connsiteX2" fmla="*/ 2554513 w 2873669"/>
                <a:gd name="connsiteY2" fmla="*/ 2226721 h 3968706"/>
                <a:gd name="connsiteX3" fmla="*/ 1825642 w 2873669"/>
                <a:gd name="connsiteY3" fmla="*/ 3843486 h 3968706"/>
                <a:gd name="connsiteX4" fmla="*/ 328148 w 2873669"/>
                <a:gd name="connsiteY4" fmla="*/ 2014686 h 3968706"/>
                <a:gd name="connsiteX5" fmla="*/ 937747 w 2873669"/>
                <a:gd name="connsiteY5" fmla="*/ 40112 h 3968706"/>
                <a:gd name="connsiteX0" fmla="*/ 937747 w 2935301"/>
                <a:gd name="connsiteY0" fmla="*/ 40112 h 3968706"/>
                <a:gd name="connsiteX1" fmla="*/ 2209956 w 2935301"/>
                <a:gd name="connsiteY1" fmla="*/ 1537607 h 3968706"/>
                <a:gd name="connsiteX2" fmla="*/ 2554513 w 2935301"/>
                <a:gd name="connsiteY2" fmla="*/ 2226721 h 3968706"/>
                <a:gd name="connsiteX3" fmla="*/ 1825642 w 2935301"/>
                <a:gd name="connsiteY3" fmla="*/ 3843486 h 3968706"/>
                <a:gd name="connsiteX4" fmla="*/ 328148 w 2935301"/>
                <a:gd name="connsiteY4" fmla="*/ 2014686 h 3968706"/>
                <a:gd name="connsiteX5" fmla="*/ 937747 w 2935301"/>
                <a:gd name="connsiteY5" fmla="*/ 40112 h 3968706"/>
                <a:gd name="connsiteX0" fmla="*/ 937747 w 2937825"/>
                <a:gd name="connsiteY0" fmla="*/ 40112 h 3968706"/>
                <a:gd name="connsiteX1" fmla="*/ 2209956 w 2937825"/>
                <a:gd name="connsiteY1" fmla="*/ 1537607 h 3968706"/>
                <a:gd name="connsiteX2" fmla="*/ 2554513 w 2937825"/>
                <a:gd name="connsiteY2" fmla="*/ 2226721 h 3968706"/>
                <a:gd name="connsiteX3" fmla="*/ 1825642 w 2937825"/>
                <a:gd name="connsiteY3" fmla="*/ 3843486 h 3968706"/>
                <a:gd name="connsiteX4" fmla="*/ 328148 w 2937825"/>
                <a:gd name="connsiteY4" fmla="*/ 2014686 h 3968706"/>
                <a:gd name="connsiteX5" fmla="*/ 937747 w 2937825"/>
                <a:gd name="connsiteY5" fmla="*/ 40112 h 3968706"/>
                <a:gd name="connsiteX0" fmla="*/ 937747 w 2937825"/>
                <a:gd name="connsiteY0" fmla="*/ 52848 h 3981442"/>
                <a:gd name="connsiteX1" fmla="*/ 2209956 w 2937825"/>
                <a:gd name="connsiteY1" fmla="*/ 1550343 h 3981442"/>
                <a:gd name="connsiteX2" fmla="*/ 2554513 w 2937825"/>
                <a:gd name="connsiteY2" fmla="*/ 2239457 h 3981442"/>
                <a:gd name="connsiteX3" fmla="*/ 1825642 w 2937825"/>
                <a:gd name="connsiteY3" fmla="*/ 3856222 h 3981442"/>
                <a:gd name="connsiteX4" fmla="*/ 328148 w 2937825"/>
                <a:gd name="connsiteY4" fmla="*/ 2027422 h 3981442"/>
                <a:gd name="connsiteX5" fmla="*/ 937747 w 2937825"/>
                <a:gd name="connsiteY5" fmla="*/ 52848 h 3981442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37825"/>
                <a:gd name="connsiteY0" fmla="*/ 63100 h 3991694"/>
                <a:gd name="connsiteX1" fmla="*/ 2209956 w 2937825"/>
                <a:gd name="connsiteY1" fmla="*/ 1560595 h 3991694"/>
                <a:gd name="connsiteX2" fmla="*/ 2554513 w 2937825"/>
                <a:gd name="connsiteY2" fmla="*/ 2249709 h 3991694"/>
                <a:gd name="connsiteX3" fmla="*/ 1825642 w 2937825"/>
                <a:gd name="connsiteY3" fmla="*/ 3866474 h 3991694"/>
                <a:gd name="connsiteX4" fmla="*/ 328148 w 2937825"/>
                <a:gd name="connsiteY4" fmla="*/ 2037674 h 3991694"/>
                <a:gd name="connsiteX5" fmla="*/ 937747 w 2937825"/>
                <a:gd name="connsiteY5" fmla="*/ 63100 h 3991694"/>
                <a:gd name="connsiteX0" fmla="*/ 937747 w 2960232"/>
                <a:gd name="connsiteY0" fmla="*/ 63100 h 3991694"/>
                <a:gd name="connsiteX1" fmla="*/ 2209956 w 2960232"/>
                <a:gd name="connsiteY1" fmla="*/ 1560595 h 3991694"/>
                <a:gd name="connsiteX2" fmla="*/ 2583088 w 2960232"/>
                <a:gd name="connsiteY2" fmla="*/ 2249709 h 3991694"/>
                <a:gd name="connsiteX3" fmla="*/ 1825642 w 2960232"/>
                <a:gd name="connsiteY3" fmla="*/ 3866474 h 3991694"/>
                <a:gd name="connsiteX4" fmla="*/ 328148 w 2960232"/>
                <a:gd name="connsiteY4" fmla="*/ 2037674 h 3991694"/>
                <a:gd name="connsiteX5" fmla="*/ 937747 w 2960232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3100 h 3991694"/>
                <a:gd name="connsiteX1" fmla="*/ 2209956 w 2907849"/>
                <a:gd name="connsiteY1" fmla="*/ 1560595 h 3991694"/>
                <a:gd name="connsiteX2" fmla="*/ 2583088 w 2907849"/>
                <a:gd name="connsiteY2" fmla="*/ 2249709 h 3991694"/>
                <a:gd name="connsiteX3" fmla="*/ 1825642 w 2907849"/>
                <a:gd name="connsiteY3" fmla="*/ 3866474 h 3991694"/>
                <a:gd name="connsiteX4" fmla="*/ 328148 w 2907849"/>
                <a:gd name="connsiteY4" fmla="*/ 2037674 h 3991694"/>
                <a:gd name="connsiteX5" fmla="*/ 937747 w 2907849"/>
                <a:gd name="connsiteY5" fmla="*/ 63100 h 3991694"/>
                <a:gd name="connsiteX0" fmla="*/ 937747 w 2907849"/>
                <a:gd name="connsiteY0" fmla="*/ 62368 h 3990962"/>
                <a:gd name="connsiteX1" fmla="*/ 2209956 w 2907849"/>
                <a:gd name="connsiteY1" fmla="*/ 1559863 h 3990962"/>
                <a:gd name="connsiteX2" fmla="*/ 2583088 w 2907849"/>
                <a:gd name="connsiteY2" fmla="*/ 2248977 h 3990962"/>
                <a:gd name="connsiteX3" fmla="*/ 1825642 w 2907849"/>
                <a:gd name="connsiteY3" fmla="*/ 3865742 h 3990962"/>
                <a:gd name="connsiteX4" fmla="*/ 328148 w 2907849"/>
                <a:gd name="connsiteY4" fmla="*/ 2036942 h 3990962"/>
                <a:gd name="connsiteX5" fmla="*/ 937747 w 2907849"/>
                <a:gd name="connsiteY5" fmla="*/ 62368 h 3990962"/>
                <a:gd name="connsiteX0" fmla="*/ 937747 w 2907849"/>
                <a:gd name="connsiteY0" fmla="*/ 61752 h 3990346"/>
                <a:gd name="connsiteX1" fmla="*/ 2209956 w 2907849"/>
                <a:gd name="connsiteY1" fmla="*/ 1559247 h 3990346"/>
                <a:gd name="connsiteX2" fmla="*/ 2583088 w 2907849"/>
                <a:gd name="connsiteY2" fmla="*/ 2248361 h 3990346"/>
                <a:gd name="connsiteX3" fmla="*/ 1825642 w 2907849"/>
                <a:gd name="connsiteY3" fmla="*/ 3865126 h 3990346"/>
                <a:gd name="connsiteX4" fmla="*/ 328148 w 2907849"/>
                <a:gd name="connsiteY4" fmla="*/ 2036326 h 3990346"/>
                <a:gd name="connsiteX5" fmla="*/ 937747 w 2907849"/>
                <a:gd name="connsiteY5" fmla="*/ 61752 h 3990346"/>
                <a:gd name="connsiteX0" fmla="*/ 937747 w 2907849"/>
                <a:gd name="connsiteY0" fmla="*/ 63313 h 3991907"/>
                <a:gd name="connsiteX1" fmla="*/ 2209956 w 2907849"/>
                <a:gd name="connsiteY1" fmla="*/ 1560808 h 3991907"/>
                <a:gd name="connsiteX2" fmla="*/ 2583088 w 2907849"/>
                <a:gd name="connsiteY2" fmla="*/ 2249922 h 3991907"/>
                <a:gd name="connsiteX3" fmla="*/ 1825642 w 2907849"/>
                <a:gd name="connsiteY3" fmla="*/ 3866687 h 3991907"/>
                <a:gd name="connsiteX4" fmla="*/ 328148 w 2907849"/>
                <a:gd name="connsiteY4" fmla="*/ 2037887 h 3991907"/>
                <a:gd name="connsiteX5" fmla="*/ 937747 w 2907849"/>
                <a:gd name="connsiteY5" fmla="*/ 63313 h 3991907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  <a:gd name="connsiteX0" fmla="*/ 937747 w 2907849"/>
                <a:gd name="connsiteY0" fmla="*/ 60801 h 3989395"/>
                <a:gd name="connsiteX1" fmla="*/ 2209956 w 2907849"/>
                <a:gd name="connsiteY1" fmla="*/ 1558296 h 3989395"/>
                <a:gd name="connsiteX2" fmla="*/ 2583088 w 2907849"/>
                <a:gd name="connsiteY2" fmla="*/ 2247410 h 3989395"/>
                <a:gd name="connsiteX3" fmla="*/ 1825642 w 2907849"/>
                <a:gd name="connsiteY3" fmla="*/ 3864175 h 3989395"/>
                <a:gd name="connsiteX4" fmla="*/ 328148 w 2907849"/>
                <a:gd name="connsiteY4" fmla="*/ 2035375 h 3989395"/>
                <a:gd name="connsiteX5" fmla="*/ 937747 w 2907849"/>
                <a:gd name="connsiteY5" fmla="*/ 60801 h 398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7849" h="3989395">
                  <a:moveTo>
                    <a:pt x="937747" y="60801"/>
                  </a:moveTo>
                  <a:cubicBezTo>
                    <a:pt x="2461334" y="-318404"/>
                    <a:pt x="1986325" y="1185303"/>
                    <a:pt x="2209956" y="1558296"/>
                  </a:cubicBezTo>
                  <a:cubicBezTo>
                    <a:pt x="2277286" y="1810191"/>
                    <a:pt x="2383339" y="1966423"/>
                    <a:pt x="2583088" y="2247410"/>
                  </a:cubicBezTo>
                  <a:cubicBezTo>
                    <a:pt x="3367383" y="3108180"/>
                    <a:pt x="2578807" y="4051914"/>
                    <a:pt x="1825642" y="3864175"/>
                  </a:cubicBezTo>
                  <a:cubicBezTo>
                    <a:pt x="-780618" y="4513531"/>
                    <a:pt x="98443" y="2446192"/>
                    <a:pt x="328148" y="2035375"/>
                  </a:cubicBezTo>
                  <a:cubicBezTo>
                    <a:pt x="624113" y="1363932"/>
                    <a:pt x="-206356" y="255166"/>
                    <a:pt x="937747" y="60801"/>
                  </a:cubicBezTo>
                  <a:close/>
                </a:path>
              </a:pathLst>
            </a:custGeom>
            <a:solidFill>
              <a:srgbClr val="FEB15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7429D65A-A954-4E4F-8384-F7AF635488E1}"/>
                </a:ext>
              </a:extLst>
            </p:cNvPr>
            <p:cNvSpPr/>
            <p:nvPr/>
          </p:nvSpPr>
          <p:spPr>
            <a:xfrm rot="21297664">
              <a:off x="5337692" y="4805347"/>
              <a:ext cx="1490192" cy="1835828"/>
            </a:xfrm>
            <a:custGeom>
              <a:avLst/>
              <a:gdLst>
                <a:gd name="connsiteX0" fmla="*/ 0 w 1205948"/>
                <a:gd name="connsiteY0" fmla="*/ 0 h 709668"/>
                <a:gd name="connsiteX1" fmla="*/ 1205948 w 1205948"/>
                <a:gd name="connsiteY1" fmla="*/ 0 h 709668"/>
                <a:gd name="connsiteX2" fmla="*/ 1205948 w 1205948"/>
                <a:gd name="connsiteY2" fmla="*/ 709668 h 709668"/>
                <a:gd name="connsiteX3" fmla="*/ 0 w 1205948"/>
                <a:gd name="connsiteY3" fmla="*/ 709668 h 709668"/>
                <a:gd name="connsiteX4" fmla="*/ 0 w 1205948"/>
                <a:gd name="connsiteY4" fmla="*/ 0 h 709668"/>
                <a:gd name="connsiteX0" fmla="*/ 190500 w 1205948"/>
                <a:gd name="connsiteY0" fmla="*/ 0 h 823968"/>
                <a:gd name="connsiteX1" fmla="*/ 1205948 w 1205948"/>
                <a:gd name="connsiteY1" fmla="*/ 114300 h 823968"/>
                <a:gd name="connsiteX2" fmla="*/ 1205948 w 1205948"/>
                <a:gd name="connsiteY2" fmla="*/ 823968 h 823968"/>
                <a:gd name="connsiteX3" fmla="*/ 0 w 1205948"/>
                <a:gd name="connsiteY3" fmla="*/ 823968 h 823968"/>
                <a:gd name="connsiteX4" fmla="*/ 190500 w 1205948"/>
                <a:gd name="connsiteY4" fmla="*/ 0 h 823968"/>
                <a:gd name="connsiteX0" fmla="*/ 190500 w 1205948"/>
                <a:gd name="connsiteY0" fmla="*/ 47625 h 871593"/>
                <a:gd name="connsiteX1" fmla="*/ 796373 w 1205948"/>
                <a:gd name="connsiteY1" fmla="*/ 0 h 871593"/>
                <a:gd name="connsiteX2" fmla="*/ 1205948 w 1205948"/>
                <a:gd name="connsiteY2" fmla="*/ 871593 h 871593"/>
                <a:gd name="connsiteX3" fmla="*/ 0 w 1205948"/>
                <a:gd name="connsiteY3" fmla="*/ 871593 h 871593"/>
                <a:gd name="connsiteX4" fmla="*/ 190500 w 1205948"/>
                <a:gd name="connsiteY4" fmla="*/ 47625 h 871593"/>
                <a:gd name="connsiteX0" fmla="*/ 0 w 1015448"/>
                <a:gd name="connsiteY0" fmla="*/ 47625 h 938268"/>
                <a:gd name="connsiteX1" fmla="*/ 605873 w 1015448"/>
                <a:gd name="connsiteY1" fmla="*/ 0 h 938268"/>
                <a:gd name="connsiteX2" fmla="*/ 1015448 w 1015448"/>
                <a:gd name="connsiteY2" fmla="*/ 871593 h 938268"/>
                <a:gd name="connsiteX3" fmla="*/ 152400 w 1015448"/>
                <a:gd name="connsiteY3" fmla="*/ 938268 h 938268"/>
                <a:gd name="connsiteX4" fmla="*/ 0 w 1015448"/>
                <a:gd name="connsiteY4" fmla="*/ 47625 h 938268"/>
                <a:gd name="connsiteX0" fmla="*/ 86108 w 1101556"/>
                <a:gd name="connsiteY0" fmla="*/ 47625 h 1492059"/>
                <a:gd name="connsiteX1" fmla="*/ 691981 w 1101556"/>
                <a:gd name="connsiteY1" fmla="*/ 0 h 1492059"/>
                <a:gd name="connsiteX2" fmla="*/ 1101556 w 1101556"/>
                <a:gd name="connsiteY2" fmla="*/ 871593 h 1492059"/>
                <a:gd name="connsiteX3" fmla="*/ 238508 w 1101556"/>
                <a:gd name="connsiteY3" fmla="*/ 938268 h 1492059"/>
                <a:gd name="connsiteX4" fmla="*/ 86108 w 1101556"/>
                <a:gd name="connsiteY4" fmla="*/ 47625 h 1492059"/>
                <a:gd name="connsiteX0" fmla="*/ 60108 w 1313681"/>
                <a:gd name="connsiteY0" fmla="*/ 47625 h 1496824"/>
                <a:gd name="connsiteX1" fmla="*/ 665981 w 1313681"/>
                <a:gd name="connsiteY1" fmla="*/ 0 h 1496824"/>
                <a:gd name="connsiteX2" fmla="*/ 1313681 w 1313681"/>
                <a:gd name="connsiteY2" fmla="*/ 890643 h 1496824"/>
                <a:gd name="connsiteX3" fmla="*/ 212508 w 1313681"/>
                <a:gd name="connsiteY3" fmla="*/ 938268 h 1496824"/>
                <a:gd name="connsiteX4" fmla="*/ 60108 w 1313681"/>
                <a:gd name="connsiteY4" fmla="*/ 47625 h 1496824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38955 w 1292528"/>
                <a:gd name="connsiteY0" fmla="*/ 47625 h 1840728"/>
                <a:gd name="connsiteX1" fmla="*/ 644828 w 1292528"/>
                <a:gd name="connsiteY1" fmla="*/ 0 h 1840728"/>
                <a:gd name="connsiteX2" fmla="*/ 1292528 w 1292528"/>
                <a:gd name="connsiteY2" fmla="*/ 890643 h 1840728"/>
                <a:gd name="connsiteX3" fmla="*/ 191355 w 1292528"/>
                <a:gd name="connsiteY3" fmla="*/ 938268 h 1840728"/>
                <a:gd name="connsiteX4" fmla="*/ 38955 w 1292528"/>
                <a:gd name="connsiteY4" fmla="*/ 47625 h 1840728"/>
                <a:gd name="connsiteX0" fmla="*/ 83904 w 1337477"/>
                <a:gd name="connsiteY0" fmla="*/ 47625 h 1764588"/>
                <a:gd name="connsiteX1" fmla="*/ 689777 w 1337477"/>
                <a:gd name="connsiteY1" fmla="*/ 0 h 1764588"/>
                <a:gd name="connsiteX2" fmla="*/ 1337477 w 1337477"/>
                <a:gd name="connsiteY2" fmla="*/ 890643 h 1764588"/>
                <a:gd name="connsiteX3" fmla="*/ 236304 w 1337477"/>
                <a:gd name="connsiteY3" fmla="*/ 938268 h 1764588"/>
                <a:gd name="connsiteX4" fmla="*/ 83904 w 1337477"/>
                <a:gd name="connsiteY4" fmla="*/ 47625 h 1764588"/>
                <a:gd name="connsiteX0" fmla="*/ 77362 w 1331799"/>
                <a:gd name="connsiteY0" fmla="*/ 47625 h 1835828"/>
                <a:gd name="connsiteX1" fmla="*/ 683235 w 1331799"/>
                <a:gd name="connsiteY1" fmla="*/ 0 h 1835828"/>
                <a:gd name="connsiteX2" fmla="*/ 1330935 w 1331799"/>
                <a:gd name="connsiteY2" fmla="*/ 890643 h 1835828"/>
                <a:gd name="connsiteX3" fmla="*/ 229762 w 1331799"/>
                <a:gd name="connsiteY3" fmla="*/ 938268 h 1835828"/>
                <a:gd name="connsiteX4" fmla="*/ 77362 w 1331799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235755 w 1490192"/>
                <a:gd name="connsiteY0" fmla="*/ 47625 h 1835828"/>
                <a:gd name="connsiteX1" fmla="*/ 841628 w 1490192"/>
                <a:gd name="connsiteY1" fmla="*/ 0 h 1835828"/>
                <a:gd name="connsiteX2" fmla="*/ 1489328 w 1490192"/>
                <a:gd name="connsiteY2" fmla="*/ 890643 h 1835828"/>
                <a:gd name="connsiteX3" fmla="*/ 388155 w 1490192"/>
                <a:gd name="connsiteY3" fmla="*/ 938268 h 1835828"/>
                <a:gd name="connsiteX4" fmla="*/ 235755 w 1490192"/>
                <a:gd name="connsiteY4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933068 w 1490192"/>
                <a:gd name="connsiteY4" fmla="*/ 91440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0" fmla="*/ 841628 w 1490192"/>
                <a:gd name="connsiteY0" fmla="*/ 0 h 1835828"/>
                <a:gd name="connsiteX1" fmla="*/ 1489328 w 1490192"/>
                <a:gd name="connsiteY1" fmla="*/ 890643 h 1835828"/>
                <a:gd name="connsiteX2" fmla="*/ 388155 w 1490192"/>
                <a:gd name="connsiteY2" fmla="*/ 938268 h 1835828"/>
                <a:gd name="connsiteX3" fmla="*/ 235755 w 1490192"/>
                <a:gd name="connsiteY3" fmla="*/ 47625 h 1835828"/>
                <a:gd name="connsiteX4" fmla="*/ 841628 w 1490192"/>
                <a:gd name="connsiteY4" fmla="*/ 0 h 183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0192" h="1835828">
                  <a:moveTo>
                    <a:pt x="841628" y="0"/>
                  </a:moveTo>
                  <a:cubicBezTo>
                    <a:pt x="1457578" y="249256"/>
                    <a:pt x="1416303" y="641387"/>
                    <a:pt x="1489328" y="890643"/>
                  </a:cubicBezTo>
                  <a:cubicBezTo>
                    <a:pt x="1538333" y="2269973"/>
                    <a:pt x="-514787" y="2011418"/>
                    <a:pt x="388155" y="938268"/>
                  </a:cubicBezTo>
                  <a:cubicBezTo>
                    <a:pt x="337355" y="736637"/>
                    <a:pt x="-351620" y="630256"/>
                    <a:pt x="235755" y="47625"/>
                  </a:cubicBezTo>
                  <a:lnTo>
                    <a:pt x="841628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87D3E11-CBDA-49B4-980D-F8B411878D99}"/>
                </a:ext>
              </a:extLst>
            </p:cNvPr>
            <p:cNvSpPr/>
            <p:nvPr/>
          </p:nvSpPr>
          <p:spPr>
            <a:xfrm>
              <a:off x="6153150" y="4181475"/>
              <a:ext cx="676275" cy="470539"/>
            </a:xfrm>
            <a:custGeom>
              <a:avLst/>
              <a:gdLst>
                <a:gd name="connsiteX0" fmla="*/ 0 w 676275"/>
                <a:gd name="connsiteY0" fmla="*/ 466725 h 466725"/>
                <a:gd name="connsiteX1" fmla="*/ 676275 w 676275"/>
                <a:gd name="connsiteY1" fmla="*/ 0 h 466725"/>
                <a:gd name="connsiteX2" fmla="*/ 676275 w 676275"/>
                <a:gd name="connsiteY2" fmla="*/ 0 h 466725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  <a:gd name="connsiteX0" fmla="*/ 0 w 676275"/>
                <a:gd name="connsiteY0" fmla="*/ 466725 h 470539"/>
                <a:gd name="connsiteX1" fmla="*/ 676275 w 676275"/>
                <a:gd name="connsiteY1" fmla="*/ 0 h 470539"/>
                <a:gd name="connsiteX2" fmla="*/ 676275 w 676275"/>
                <a:gd name="connsiteY2" fmla="*/ 0 h 47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470539">
                  <a:moveTo>
                    <a:pt x="0" y="466725"/>
                  </a:moveTo>
                  <a:cubicBezTo>
                    <a:pt x="444500" y="511175"/>
                    <a:pt x="565150" y="155575"/>
                    <a:pt x="676275" y="0"/>
                  </a:cubicBezTo>
                  <a:lnTo>
                    <a:pt x="67627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E2ABF3F-5AEC-43FE-987C-320791DC44E3}"/>
                </a:ext>
              </a:extLst>
            </p:cNvPr>
            <p:cNvSpPr/>
            <p:nvPr/>
          </p:nvSpPr>
          <p:spPr>
            <a:xfrm>
              <a:off x="6286500" y="3962400"/>
              <a:ext cx="190500" cy="428625"/>
            </a:xfrm>
            <a:custGeom>
              <a:avLst/>
              <a:gdLst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  <a:gd name="connsiteX0" fmla="*/ 0 w 190500"/>
                <a:gd name="connsiteY0" fmla="*/ 428625 h 428625"/>
                <a:gd name="connsiteX1" fmla="*/ 190500 w 190500"/>
                <a:gd name="connsiteY1" fmla="*/ 0 h 428625"/>
                <a:gd name="connsiteX2" fmla="*/ 190500 w 190500"/>
                <a:gd name="connsiteY2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428625">
                  <a:moveTo>
                    <a:pt x="0" y="428625"/>
                  </a:moveTo>
                  <a:cubicBezTo>
                    <a:pt x="158750" y="381000"/>
                    <a:pt x="184150" y="142875"/>
                    <a:pt x="190500" y="0"/>
                  </a:cubicBez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572CCFF-63BE-4F64-9AA3-4DF71498D3B9}"/>
                </a:ext>
              </a:extLst>
            </p:cNvPr>
            <p:cNvSpPr/>
            <p:nvPr/>
          </p:nvSpPr>
          <p:spPr>
            <a:xfrm>
              <a:off x="5867400" y="4067175"/>
              <a:ext cx="105833" cy="561975"/>
            </a:xfrm>
            <a:custGeom>
              <a:avLst/>
              <a:gdLst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95250"/>
                <a:gd name="connsiteY0" fmla="*/ 561975 h 561975"/>
                <a:gd name="connsiteX1" fmla="*/ 95250 w 95250"/>
                <a:gd name="connsiteY1" fmla="*/ 0 h 561975"/>
                <a:gd name="connsiteX2" fmla="*/ 95250 w 95250"/>
                <a:gd name="connsiteY2" fmla="*/ 0 h 561975"/>
                <a:gd name="connsiteX0" fmla="*/ 0 w 105833"/>
                <a:gd name="connsiteY0" fmla="*/ 561975 h 561975"/>
                <a:gd name="connsiteX1" fmla="*/ 95250 w 105833"/>
                <a:gd name="connsiteY1" fmla="*/ 0 h 561975"/>
                <a:gd name="connsiteX2" fmla="*/ 95250 w 105833"/>
                <a:gd name="connsiteY2" fmla="*/ 0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833" h="561975">
                  <a:moveTo>
                    <a:pt x="0" y="561975"/>
                  </a:moveTo>
                  <a:cubicBezTo>
                    <a:pt x="127000" y="431800"/>
                    <a:pt x="111125" y="187325"/>
                    <a:pt x="95250" y="0"/>
                  </a:cubicBezTo>
                  <a:lnTo>
                    <a:pt x="9525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583A37B-AB4F-4C2E-A9B0-BD55202E853E}"/>
                </a:ext>
              </a:extLst>
            </p:cNvPr>
            <p:cNvSpPr/>
            <p:nvPr/>
          </p:nvSpPr>
          <p:spPr>
            <a:xfrm>
              <a:off x="5124450" y="4000500"/>
              <a:ext cx="457200" cy="695325"/>
            </a:xfrm>
            <a:custGeom>
              <a:avLst/>
              <a:gdLst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  <a:gd name="connsiteX0" fmla="*/ 457200 w 457200"/>
                <a:gd name="connsiteY0" fmla="*/ 695325 h 695325"/>
                <a:gd name="connsiteX1" fmla="*/ 0 w 457200"/>
                <a:gd name="connsiteY1" fmla="*/ 0 h 695325"/>
                <a:gd name="connsiteX2" fmla="*/ 0 w 457200"/>
                <a:gd name="connsiteY2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695325">
                  <a:moveTo>
                    <a:pt x="457200" y="695325"/>
                  </a:moveTo>
                  <a:cubicBezTo>
                    <a:pt x="123825" y="473075"/>
                    <a:pt x="76200" y="24130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5C0FB23-2281-46F7-BFDC-6AE2CB699087}"/>
                </a:ext>
              </a:extLst>
            </p:cNvPr>
            <p:cNvSpPr/>
            <p:nvPr/>
          </p:nvSpPr>
          <p:spPr>
            <a:xfrm>
              <a:off x="4591050" y="3990975"/>
              <a:ext cx="695325" cy="781050"/>
            </a:xfrm>
            <a:custGeom>
              <a:avLst/>
              <a:gdLst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  <a:gd name="connsiteX0" fmla="*/ 695325 w 695325"/>
                <a:gd name="connsiteY0" fmla="*/ 781050 h 781050"/>
                <a:gd name="connsiteX1" fmla="*/ 0 w 695325"/>
                <a:gd name="connsiteY1" fmla="*/ 0 h 781050"/>
                <a:gd name="connsiteX2" fmla="*/ 0 w 695325"/>
                <a:gd name="connsiteY2" fmla="*/ 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781050">
                  <a:moveTo>
                    <a:pt x="695325" y="781050"/>
                  </a:moveTo>
                  <a:cubicBezTo>
                    <a:pt x="130175" y="701675"/>
                    <a:pt x="41275" y="307975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D94D79A-6CD6-446C-BE29-81D5E90EC25F}"/>
                </a:ext>
              </a:extLst>
            </p:cNvPr>
            <p:cNvSpPr/>
            <p:nvPr/>
          </p:nvSpPr>
          <p:spPr>
            <a:xfrm>
              <a:off x="4864100" y="1084460"/>
              <a:ext cx="368300" cy="296665"/>
            </a:xfrm>
            <a:custGeom>
              <a:avLst/>
              <a:gdLst>
                <a:gd name="connsiteX0" fmla="*/ 0 w 330200"/>
                <a:gd name="connsiteY0" fmla="*/ 292100 h 292100"/>
                <a:gd name="connsiteX1" fmla="*/ 330200 w 330200"/>
                <a:gd name="connsiteY1" fmla="*/ 0 h 292100"/>
                <a:gd name="connsiteX2" fmla="*/ 330200 w 330200"/>
                <a:gd name="connsiteY2" fmla="*/ 0 h 292100"/>
                <a:gd name="connsiteX0" fmla="*/ 0 w 317500"/>
                <a:gd name="connsiteY0" fmla="*/ 314325 h 314325"/>
                <a:gd name="connsiteX1" fmla="*/ 317500 w 317500"/>
                <a:gd name="connsiteY1" fmla="*/ 0 h 314325"/>
                <a:gd name="connsiteX2" fmla="*/ 317500 w 317500"/>
                <a:gd name="connsiteY2" fmla="*/ 0 h 314325"/>
                <a:gd name="connsiteX0" fmla="*/ 0 w 368300"/>
                <a:gd name="connsiteY0" fmla="*/ 314325 h 314325"/>
                <a:gd name="connsiteX1" fmla="*/ 317500 w 368300"/>
                <a:gd name="connsiteY1" fmla="*/ 0 h 314325"/>
                <a:gd name="connsiteX2" fmla="*/ 368300 w 368300"/>
                <a:gd name="connsiteY2" fmla="*/ 19050 h 314325"/>
                <a:gd name="connsiteX0" fmla="*/ 0 w 368300"/>
                <a:gd name="connsiteY0" fmla="*/ 295275 h 295275"/>
                <a:gd name="connsiteX1" fmla="*/ 368300 w 368300"/>
                <a:gd name="connsiteY1" fmla="*/ 0 h 295275"/>
                <a:gd name="connsiteX0" fmla="*/ 0 w 368300"/>
                <a:gd name="connsiteY0" fmla="*/ 296847 h 296847"/>
                <a:gd name="connsiteX1" fmla="*/ 368300 w 368300"/>
                <a:gd name="connsiteY1" fmla="*/ 1572 h 296847"/>
                <a:gd name="connsiteX0" fmla="*/ 0 w 368300"/>
                <a:gd name="connsiteY0" fmla="*/ 296665 h 296665"/>
                <a:gd name="connsiteX1" fmla="*/ 368300 w 368300"/>
                <a:gd name="connsiteY1" fmla="*/ 1390 h 29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0" h="296665">
                  <a:moveTo>
                    <a:pt x="0" y="296665"/>
                  </a:moveTo>
                  <a:cubicBezTo>
                    <a:pt x="14817" y="229990"/>
                    <a:pt x="39158" y="-20835"/>
                    <a:pt x="368300" y="139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FE4D7E2-C587-4B0A-B411-391AEE7527BE}"/>
                </a:ext>
              </a:extLst>
            </p:cNvPr>
            <p:cNvSpPr/>
            <p:nvPr/>
          </p:nvSpPr>
          <p:spPr>
            <a:xfrm>
              <a:off x="5111750" y="1056359"/>
              <a:ext cx="346075" cy="188240"/>
            </a:xfrm>
            <a:custGeom>
              <a:avLst/>
              <a:gdLst>
                <a:gd name="connsiteX0" fmla="*/ 0 w 279400"/>
                <a:gd name="connsiteY0" fmla="*/ 178436 h 178436"/>
                <a:gd name="connsiteX1" fmla="*/ 127000 w 279400"/>
                <a:gd name="connsiteY1" fmla="*/ 636 h 178436"/>
                <a:gd name="connsiteX2" fmla="*/ 279400 w 279400"/>
                <a:gd name="connsiteY2" fmla="*/ 114936 h 178436"/>
                <a:gd name="connsiteX3" fmla="*/ 279400 w 279400"/>
                <a:gd name="connsiteY3" fmla="*/ 114936 h 178436"/>
                <a:gd name="connsiteX0" fmla="*/ 0 w 279400"/>
                <a:gd name="connsiteY0" fmla="*/ 184195 h 184195"/>
                <a:gd name="connsiteX1" fmla="*/ 127000 w 279400"/>
                <a:gd name="connsiteY1" fmla="*/ 6395 h 184195"/>
                <a:gd name="connsiteX2" fmla="*/ 279400 w 279400"/>
                <a:gd name="connsiteY2" fmla="*/ 120695 h 184195"/>
                <a:gd name="connsiteX3" fmla="*/ 279400 w 279400"/>
                <a:gd name="connsiteY3" fmla="*/ 120695 h 184195"/>
                <a:gd name="connsiteX0" fmla="*/ 0 w 279400"/>
                <a:gd name="connsiteY0" fmla="*/ 185059 h 185059"/>
                <a:gd name="connsiteX1" fmla="*/ 127000 w 279400"/>
                <a:gd name="connsiteY1" fmla="*/ 7259 h 185059"/>
                <a:gd name="connsiteX2" fmla="*/ 279400 w 279400"/>
                <a:gd name="connsiteY2" fmla="*/ 121559 h 185059"/>
                <a:gd name="connsiteX3" fmla="*/ 279400 w 279400"/>
                <a:gd name="connsiteY3" fmla="*/ 121559 h 185059"/>
                <a:gd name="connsiteX0" fmla="*/ 0 w 311150"/>
                <a:gd name="connsiteY0" fmla="*/ 191393 h 191393"/>
                <a:gd name="connsiteX1" fmla="*/ 158750 w 311150"/>
                <a:gd name="connsiteY1" fmla="*/ 893 h 191393"/>
                <a:gd name="connsiteX2" fmla="*/ 311150 w 311150"/>
                <a:gd name="connsiteY2" fmla="*/ 115193 h 191393"/>
                <a:gd name="connsiteX3" fmla="*/ 311150 w 311150"/>
                <a:gd name="connsiteY3" fmla="*/ 115193 h 19139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3" fmla="*/ 311150 w 311150"/>
                <a:gd name="connsiteY3" fmla="*/ 114823 h 191023"/>
                <a:gd name="connsiteX0" fmla="*/ 0 w 365125"/>
                <a:gd name="connsiteY0" fmla="*/ 191023 h 191023"/>
                <a:gd name="connsiteX1" fmla="*/ 158750 w 365125"/>
                <a:gd name="connsiteY1" fmla="*/ 523 h 191023"/>
                <a:gd name="connsiteX2" fmla="*/ 311150 w 365125"/>
                <a:gd name="connsiteY2" fmla="*/ 114823 h 191023"/>
                <a:gd name="connsiteX3" fmla="*/ 365125 w 365125"/>
                <a:gd name="connsiteY3" fmla="*/ 102123 h 191023"/>
                <a:gd name="connsiteX0" fmla="*/ 0 w 311150"/>
                <a:gd name="connsiteY0" fmla="*/ 191023 h 191023"/>
                <a:gd name="connsiteX1" fmla="*/ 158750 w 311150"/>
                <a:gd name="connsiteY1" fmla="*/ 523 h 191023"/>
                <a:gd name="connsiteX2" fmla="*/ 311150 w 311150"/>
                <a:gd name="connsiteY2" fmla="*/ 114823 h 191023"/>
                <a:gd name="connsiteX0" fmla="*/ 0 w 346075"/>
                <a:gd name="connsiteY0" fmla="*/ 191392 h 191392"/>
                <a:gd name="connsiteX1" fmla="*/ 158750 w 346075"/>
                <a:gd name="connsiteY1" fmla="*/ 892 h 191392"/>
                <a:gd name="connsiteX2" fmla="*/ 346075 w 346075"/>
                <a:gd name="connsiteY2" fmla="*/ 115192 h 191392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  <a:gd name="connsiteX0" fmla="*/ 0 w 346075"/>
                <a:gd name="connsiteY0" fmla="*/ 188240 h 188240"/>
                <a:gd name="connsiteX1" fmla="*/ 168275 w 346075"/>
                <a:gd name="connsiteY1" fmla="*/ 915 h 188240"/>
                <a:gd name="connsiteX2" fmla="*/ 346075 w 346075"/>
                <a:gd name="connsiteY2" fmla="*/ 112040 h 18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6075" h="188240">
                  <a:moveTo>
                    <a:pt x="0" y="188240"/>
                  </a:moveTo>
                  <a:cubicBezTo>
                    <a:pt x="40216" y="104631"/>
                    <a:pt x="91546" y="13615"/>
                    <a:pt x="168275" y="915"/>
                  </a:cubicBezTo>
                  <a:cubicBezTo>
                    <a:pt x="245004" y="-11785"/>
                    <a:pt x="346075" y="112040"/>
                    <a:pt x="346075" y="11204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4152772-9445-4D5E-9DB7-5D25824552EF}"/>
                </a:ext>
              </a:extLst>
            </p:cNvPr>
            <p:cNvSpPr/>
            <p:nvPr/>
          </p:nvSpPr>
          <p:spPr>
            <a:xfrm>
              <a:off x="5369585" y="1019174"/>
              <a:ext cx="278740" cy="101602"/>
            </a:xfrm>
            <a:custGeom>
              <a:avLst/>
              <a:gdLst>
                <a:gd name="connsiteX0" fmla="*/ 330200 w 330200"/>
                <a:gd name="connsiteY0" fmla="*/ 76432 h 76432"/>
                <a:gd name="connsiteX1" fmla="*/ 63500 w 330200"/>
                <a:gd name="connsiteY1" fmla="*/ 232 h 76432"/>
                <a:gd name="connsiteX2" fmla="*/ 0 w 330200"/>
                <a:gd name="connsiteY2" fmla="*/ 51032 h 76432"/>
                <a:gd name="connsiteX3" fmla="*/ 0 w 330200"/>
                <a:gd name="connsiteY3" fmla="*/ 51032 h 76432"/>
                <a:gd name="connsiteX0" fmla="*/ 314325 w 314325"/>
                <a:gd name="connsiteY0" fmla="*/ 47642 h 50817"/>
                <a:gd name="connsiteX1" fmla="*/ 63500 w 314325"/>
                <a:gd name="connsiteY1" fmla="*/ 17 h 50817"/>
                <a:gd name="connsiteX2" fmla="*/ 0 w 314325"/>
                <a:gd name="connsiteY2" fmla="*/ 50817 h 50817"/>
                <a:gd name="connsiteX3" fmla="*/ 0 w 314325"/>
                <a:gd name="connsiteY3" fmla="*/ 50817 h 50817"/>
                <a:gd name="connsiteX0" fmla="*/ 314325 w 314325"/>
                <a:gd name="connsiteY0" fmla="*/ 47642 h 165117"/>
                <a:gd name="connsiteX1" fmla="*/ 63500 w 314325"/>
                <a:gd name="connsiteY1" fmla="*/ 17 h 165117"/>
                <a:gd name="connsiteX2" fmla="*/ 0 w 314325"/>
                <a:gd name="connsiteY2" fmla="*/ 50817 h 165117"/>
                <a:gd name="connsiteX3" fmla="*/ 101600 w 314325"/>
                <a:gd name="connsiteY3" fmla="*/ 165117 h 165117"/>
                <a:gd name="connsiteX0" fmla="*/ 261260 w 261260"/>
                <a:gd name="connsiteY0" fmla="*/ 53666 h 171141"/>
                <a:gd name="connsiteX1" fmla="*/ 10435 w 261260"/>
                <a:gd name="connsiteY1" fmla="*/ 6041 h 171141"/>
                <a:gd name="connsiteX2" fmla="*/ 48535 w 261260"/>
                <a:gd name="connsiteY2" fmla="*/ 171141 h 171141"/>
                <a:gd name="connsiteX0" fmla="*/ 275591 w 275591"/>
                <a:gd name="connsiteY0" fmla="*/ 25611 h 143086"/>
                <a:gd name="connsiteX1" fmla="*/ 8891 w 275591"/>
                <a:gd name="connsiteY1" fmla="*/ 16086 h 143086"/>
                <a:gd name="connsiteX2" fmla="*/ 62866 w 275591"/>
                <a:gd name="connsiteY2" fmla="*/ 143086 h 143086"/>
                <a:gd name="connsiteX0" fmla="*/ 284077 w 284077"/>
                <a:gd name="connsiteY0" fmla="*/ 25611 h 143086"/>
                <a:gd name="connsiteX1" fmla="*/ 17377 w 284077"/>
                <a:gd name="connsiteY1" fmla="*/ 16086 h 143086"/>
                <a:gd name="connsiteX2" fmla="*/ 71352 w 284077"/>
                <a:gd name="connsiteY2" fmla="*/ 143086 h 143086"/>
                <a:gd name="connsiteX0" fmla="*/ 295785 w 295785"/>
                <a:gd name="connsiteY0" fmla="*/ 34660 h 152135"/>
                <a:gd name="connsiteX1" fmla="*/ 29085 w 295785"/>
                <a:gd name="connsiteY1" fmla="*/ 25135 h 152135"/>
                <a:gd name="connsiteX2" fmla="*/ 83060 w 295785"/>
                <a:gd name="connsiteY2" fmla="*/ 152135 h 152135"/>
                <a:gd name="connsiteX0" fmla="*/ 262136 w 262136"/>
                <a:gd name="connsiteY0" fmla="*/ 30482 h 138432"/>
                <a:gd name="connsiteX1" fmla="*/ 8136 w 262136"/>
                <a:gd name="connsiteY1" fmla="*/ 11432 h 138432"/>
                <a:gd name="connsiteX2" fmla="*/ 62111 w 262136"/>
                <a:gd name="connsiteY2" fmla="*/ 138432 h 138432"/>
                <a:gd name="connsiteX0" fmla="*/ 254000 w 254000"/>
                <a:gd name="connsiteY0" fmla="*/ 30482 h 30482"/>
                <a:gd name="connsiteX1" fmla="*/ 0 w 254000"/>
                <a:gd name="connsiteY1" fmla="*/ 11432 h 30482"/>
                <a:gd name="connsiteX0" fmla="*/ 355600 w 355600"/>
                <a:gd name="connsiteY0" fmla="*/ 16701 h 29401"/>
                <a:gd name="connsiteX1" fmla="*/ 0 w 355600"/>
                <a:gd name="connsiteY1" fmla="*/ 29401 h 29401"/>
                <a:gd name="connsiteX0" fmla="*/ 355600 w 355600"/>
                <a:gd name="connsiteY0" fmla="*/ 47172 h 59872"/>
                <a:gd name="connsiteX1" fmla="*/ 0 w 355600"/>
                <a:gd name="connsiteY1" fmla="*/ 59872 h 59872"/>
                <a:gd name="connsiteX0" fmla="*/ 269875 w 269875"/>
                <a:gd name="connsiteY0" fmla="*/ 24182 h 84507"/>
                <a:gd name="connsiteX1" fmla="*/ 0 w 269875"/>
                <a:gd name="connsiteY1" fmla="*/ 84507 h 84507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  <a:gd name="connsiteX0" fmla="*/ 278740 w 278740"/>
                <a:gd name="connsiteY0" fmla="*/ 41277 h 101602"/>
                <a:gd name="connsiteX1" fmla="*/ 8865 w 278740"/>
                <a:gd name="connsiteY1" fmla="*/ 101602 h 10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8740" h="101602">
                  <a:moveTo>
                    <a:pt x="278740" y="41277"/>
                  </a:moveTo>
                  <a:cubicBezTo>
                    <a:pt x="172906" y="5293"/>
                    <a:pt x="-46698" y="-52915"/>
                    <a:pt x="8865" y="10160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ttsMP3.com_VoiceText_2025-4-27_0-7-13">
            <a:hlinkClick r:id="" action="ppaction://media"/>
            <a:extLst>
              <a:ext uri="{FF2B5EF4-FFF2-40B4-BE49-F238E27FC236}">
                <a16:creationId xmlns:a16="http://schemas.microsoft.com/office/drawing/2014/main" id="{6A617130-8D3E-449B-9A9A-88251FE4B2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8252" y="386342"/>
            <a:ext cx="609600" cy="609600"/>
          </a:xfrm>
          <a:prstGeom prst="rect">
            <a:avLst/>
          </a:prstGeom>
        </p:spPr>
      </p:pic>
      <p:pic>
        <p:nvPicPr>
          <p:cNvPr id="68" name="1sec">
            <a:hlinkClick r:id="" action="ppaction://media"/>
            <a:extLst>
              <a:ext uri="{FF2B5EF4-FFF2-40B4-BE49-F238E27FC236}">
                <a16:creationId xmlns:a16="http://schemas.microsoft.com/office/drawing/2014/main" id="{68073D20-B4CC-46F1-BD2B-8A78739E1A8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62673" y="369995"/>
            <a:ext cx="609600" cy="609600"/>
          </a:xfrm>
          <a:prstGeom prst="rect">
            <a:avLst/>
          </a:prstGeom>
        </p:spPr>
      </p:pic>
      <p:pic>
        <p:nvPicPr>
          <p:cNvPr id="6" name="ttsMP3.com_VoiceText_2025-4-27_0-9-46">
            <a:hlinkClick r:id="" action="ppaction://media"/>
            <a:extLst>
              <a:ext uri="{FF2B5EF4-FFF2-40B4-BE49-F238E27FC236}">
                <a16:creationId xmlns:a16="http://schemas.microsoft.com/office/drawing/2014/main" id="{BF70EAC9-D6D5-4622-9C1C-FCE1131EABD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35002" y="387927"/>
            <a:ext cx="609600" cy="609600"/>
          </a:xfrm>
          <a:prstGeom prst="rect">
            <a:avLst/>
          </a:prstGeom>
        </p:spPr>
      </p:pic>
      <p:pic>
        <p:nvPicPr>
          <p:cNvPr id="69" name="1sec">
            <a:hlinkClick r:id="" action="ppaction://media"/>
            <a:extLst>
              <a:ext uri="{FF2B5EF4-FFF2-40B4-BE49-F238E27FC236}">
                <a16:creationId xmlns:a16="http://schemas.microsoft.com/office/drawing/2014/main" id="{373F7244-DDF7-4322-B9D3-D29DE049D5A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99423" y="408244"/>
            <a:ext cx="609600" cy="609600"/>
          </a:xfrm>
          <a:prstGeom prst="rect">
            <a:avLst/>
          </a:prstGeom>
        </p:spPr>
      </p:pic>
      <p:pic>
        <p:nvPicPr>
          <p:cNvPr id="70" name="1sec">
            <a:hlinkClick r:id="" action="ppaction://media"/>
            <a:extLst>
              <a:ext uri="{FF2B5EF4-FFF2-40B4-BE49-F238E27FC236}">
                <a16:creationId xmlns:a16="http://schemas.microsoft.com/office/drawing/2014/main" id="{72FB3545-BC61-4072-B76B-75317237A98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09532" y="37464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0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22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28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9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99110" y="224146"/>
            <a:ext cx="5459119" cy="6409707"/>
            <a:chOff x="5022123" y="197845"/>
            <a:chExt cx="6293445" cy="7389313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u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CE8B3F"/>
                  </a:solidFill>
                </a:rPr>
                <a:t>u-e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ue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ui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oo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7B76D41-7646-45CC-82AA-1B9FD5FA1A43}"/>
                </a:ext>
              </a:extLst>
            </p:cNvPr>
            <p:cNvSpPr/>
            <p:nvPr/>
          </p:nvSpPr>
          <p:spPr>
            <a:xfrm>
              <a:off x="8249755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F5353"/>
                  </a:solidFill>
                </a:rPr>
                <a:t>ou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BC961B1-FCC4-40DF-9E6D-EDD727707EE7}"/>
                </a:ext>
              </a:extLst>
            </p:cNvPr>
            <p:cNvSpPr/>
            <p:nvPr/>
          </p:nvSpPr>
          <p:spPr>
            <a:xfrm>
              <a:off x="5023704" y="598364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4472C4"/>
                  </a:solidFill>
                </a:rPr>
                <a:t>ew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27C8586-747A-48C2-BDC8-567D52DF212B}"/>
                </a:ext>
              </a:extLst>
            </p:cNvPr>
            <p:cNvSpPr/>
            <p:nvPr/>
          </p:nvSpPr>
          <p:spPr>
            <a:xfrm>
              <a:off x="8249755" y="598364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p:pic>
        <p:nvPicPr>
          <p:cNvPr id="2" name="ttsMP3.com_VoiceText_2025-4-27_0-11-53">
            <a:hlinkClick r:id="" action="ppaction://media"/>
            <a:extLst>
              <a:ext uri="{FF2B5EF4-FFF2-40B4-BE49-F238E27FC236}">
                <a16:creationId xmlns:a16="http://schemas.microsoft.com/office/drawing/2014/main" id="{27460148-4478-42A0-9822-30DBF6AF7C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33771" y="105229"/>
            <a:ext cx="609600" cy="609600"/>
          </a:xfrm>
          <a:prstGeom prst="rect">
            <a:avLst/>
          </a:prstGeom>
        </p:spPr>
      </p:pic>
      <p:pic>
        <p:nvPicPr>
          <p:cNvPr id="12" name="1sec">
            <a:hlinkClick r:id="" action="ppaction://media"/>
            <a:extLst>
              <a:ext uri="{FF2B5EF4-FFF2-40B4-BE49-F238E27FC236}">
                <a16:creationId xmlns:a16="http://schemas.microsoft.com/office/drawing/2014/main" id="{76DA0A3E-B142-49F4-9CDF-D1D8F03CC66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83738" y="105229"/>
            <a:ext cx="609600" cy="609600"/>
          </a:xfrm>
          <a:prstGeom prst="rect">
            <a:avLst/>
          </a:prstGeom>
        </p:spPr>
      </p:pic>
      <p:pic>
        <p:nvPicPr>
          <p:cNvPr id="3" name="ttsMP3.com_VoiceText_2025-4-27_0-14-4">
            <a:hlinkClick r:id="" action="ppaction://media"/>
            <a:extLst>
              <a:ext uri="{FF2B5EF4-FFF2-40B4-BE49-F238E27FC236}">
                <a16:creationId xmlns:a16="http://schemas.microsoft.com/office/drawing/2014/main" id="{E0ADE7CE-9E4E-499A-B492-A9EB3B24B1E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833705" y="105229"/>
            <a:ext cx="609600" cy="609600"/>
          </a:xfrm>
          <a:prstGeom prst="rect">
            <a:avLst/>
          </a:prstGeom>
        </p:spPr>
      </p:pic>
      <p:pic>
        <p:nvPicPr>
          <p:cNvPr id="14" name="1sec">
            <a:hlinkClick r:id="" action="ppaction://media"/>
            <a:extLst>
              <a:ext uri="{FF2B5EF4-FFF2-40B4-BE49-F238E27FC236}">
                <a16:creationId xmlns:a16="http://schemas.microsoft.com/office/drawing/2014/main" id="{885810A3-98E2-40DC-A6CB-4CFF107C881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616474" y="105229"/>
            <a:ext cx="609600" cy="609600"/>
          </a:xfrm>
          <a:prstGeom prst="rect">
            <a:avLst/>
          </a:prstGeom>
        </p:spPr>
      </p:pic>
      <p:pic>
        <p:nvPicPr>
          <p:cNvPr id="26" name="1sec">
            <a:hlinkClick r:id="" action="ppaction://media"/>
            <a:extLst>
              <a:ext uri="{FF2B5EF4-FFF2-40B4-BE49-F238E27FC236}">
                <a16:creationId xmlns:a16="http://schemas.microsoft.com/office/drawing/2014/main" id="{60BFAF2D-02AD-43E4-8539-A62CFFF8D3D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320160" y="61686"/>
            <a:ext cx="609600" cy="609600"/>
          </a:xfrm>
          <a:prstGeom prst="rect">
            <a:avLst/>
          </a:prstGeom>
        </p:spPr>
      </p:pic>
      <p:pic>
        <p:nvPicPr>
          <p:cNvPr id="31" name="longuy">
            <a:hlinkClick r:id="" action="ppaction://media"/>
            <a:extLst>
              <a:ext uri="{FF2B5EF4-FFF2-40B4-BE49-F238E27FC236}">
                <a16:creationId xmlns:a16="http://schemas.microsoft.com/office/drawing/2014/main" id="{70D77CE6-82AE-4385-9374-6EE129E2105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095722" y="224146"/>
            <a:ext cx="609600" cy="609600"/>
          </a:xfrm>
          <a:prstGeom prst="rect">
            <a:avLst/>
          </a:prstGeom>
        </p:spPr>
      </p:pic>
      <p:pic>
        <p:nvPicPr>
          <p:cNvPr id="33" name="1sec">
            <a:hlinkClick r:id="" action="ppaction://media"/>
            <a:extLst>
              <a:ext uri="{FF2B5EF4-FFF2-40B4-BE49-F238E27FC236}">
                <a16:creationId xmlns:a16="http://schemas.microsoft.com/office/drawing/2014/main" id="{2CC5E656-FD6A-478E-A583-5497E499414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834414" y="224146"/>
            <a:ext cx="609600" cy="609600"/>
          </a:xfrm>
          <a:prstGeom prst="rect">
            <a:avLst/>
          </a:prstGeom>
        </p:spPr>
      </p:pic>
      <p:pic>
        <p:nvPicPr>
          <p:cNvPr id="34" name="1sec">
            <a:hlinkClick r:id="" action="ppaction://media"/>
            <a:extLst>
              <a:ext uri="{FF2B5EF4-FFF2-40B4-BE49-F238E27FC236}">
                <a16:creationId xmlns:a16="http://schemas.microsoft.com/office/drawing/2014/main" id="{98ED18F5-CA09-4BE8-8590-56CFBB019AA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5547172" y="224146"/>
            <a:ext cx="609600" cy="609600"/>
          </a:xfrm>
          <a:prstGeom prst="rect">
            <a:avLst/>
          </a:prstGeom>
        </p:spPr>
      </p:pic>
      <p:pic>
        <p:nvPicPr>
          <p:cNvPr id="36" name="ttsMP3.com_VoiceText_2025-4-27_0-15-48">
            <a:hlinkClick r:id="" action="ppaction://media"/>
            <a:extLst>
              <a:ext uri="{FF2B5EF4-FFF2-40B4-BE49-F238E27FC236}">
                <a16:creationId xmlns:a16="http://schemas.microsoft.com/office/drawing/2014/main" id="{F18C218C-64FE-4E09-8791-3D21D760D82A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286203" y="217823"/>
            <a:ext cx="609600" cy="609600"/>
          </a:xfrm>
          <a:prstGeom prst="rect">
            <a:avLst/>
          </a:prstGeom>
        </p:spPr>
      </p:pic>
      <p:pic>
        <p:nvPicPr>
          <p:cNvPr id="37" name="1sec">
            <a:hlinkClick r:id="" action="ppaction://media"/>
            <a:extLst>
              <a:ext uri="{FF2B5EF4-FFF2-40B4-BE49-F238E27FC236}">
                <a16:creationId xmlns:a16="http://schemas.microsoft.com/office/drawing/2014/main" id="{E6E08FAD-EFAA-4113-AEE9-E15A7B02713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036170" y="217823"/>
            <a:ext cx="609600" cy="609600"/>
          </a:xfrm>
          <a:prstGeom prst="rect">
            <a:avLst/>
          </a:prstGeom>
        </p:spPr>
      </p:pic>
      <p:pic>
        <p:nvPicPr>
          <p:cNvPr id="38" name="1sec">
            <a:hlinkClick r:id="" action="ppaction://media"/>
            <a:extLst>
              <a:ext uri="{FF2B5EF4-FFF2-40B4-BE49-F238E27FC236}">
                <a16:creationId xmlns:a16="http://schemas.microsoft.com/office/drawing/2014/main" id="{2051FE74-FC0D-45EA-BADF-3127007E175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665759" y="235966"/>
            <a:ext cx="609600" cy="609600"/>
          </a:xfrm>
          <a:prstGeom prst="rect">
            <a:avLst/>
          </a:prstGeom>
        </p:spPr>
      </p:pic>
      <p:pic>
        <p:nvPicPr>
          <p:cNvPr id="39" name="longuoo">
            <a:hlinkClick r:id="" action="ppaction://media"/>
            <a:extLst>
              <a:ext uri="{FF2B5EF4-FFF2-40B4-BE49-F238E27FC236}">
                <a16:creationId xmlns:a16="http://schemas.microsoft.com/office/drawing/2014/main" id="{2EFF8CC0-F7F0-49A1-987F-0A8E1BD208C5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356328" y="235966"/>
            <a:ext cx="609600" cy="609600"/>
          </a:xfrm>
          <a:prstGeom prst="rect">
            <a:avLst/>
          </a:prstGeom>
        </p:spPr>
      </p:pic>
      <p:pic>
        <p:nvPicPr>
          <p:cNvPr id="40" name="1sec">
            <a:hlinkClick r:id="" action="ppaction://media"/>
            <a:extLst>
              <a:ext uri="{FF2B5EF4-FFF2-40B4-BE49-F238E27FC236}">
                <a16:creationId xmlns:a16="http://schemas.microsoft.com/office/drawing/2014/main" id="{48B3C472-752C-4C76-AF4D-F5CE4F0A4FE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022930" y="217823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1EE96976-52EB-4F2A-ADDE-4C5CA30C7E5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652519" y="235966"/>
            <a:ext cx="609600" cy="609600"/>
          </a:xfrm>
          <a:prstGeom prst="rect">
            <a:avLst/>
          </a:prstGeom>
        </p:spPr>
      </p:pic>
      <p:pic>
        <p:nvPicPr>
          <p:cNvPr id="7" name="ttsMP3.com_VoiceText_2025-4-27_0-18-12">
            <a:hlinkClick r:id="" action="ppaction://media"/>
            <a:extLst>
              <a:ext uri="{FF2B5EF4-FFF2-40B4-BE49-F238E27FC236}">
                <a16:creationId xmlns:a16="http://schemas.microsoft.com/office/drawing/2014/main" id="{F06EAB14-A9B2-47EA-8060-EE078541A090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380101" y="219352"/>
            <a:ext cx="609600" cy="609600"/>
          </a:xfrm>
          <a:prstGeom prst="rect">
            <a:avLst/>
          </a:prstGeom>
        </p:spPr>
      </p:pic>
      <p:pic>
        <p:nvPicPr>
          <p:cNvPr id="42" name="1sec">
            <a:hlinkClick r:id="" action="ppaction://media"/>
            <a:extLst>
              <a:ext uri="{FF2B5EF4-FFF2-40B4-BE49-F238E27FC236}">
                <a16:creationId xmlns:a16="http://schemas.microsoft.com/office/drawing/2014/main" id="{03B374D3-20E0-4692-A983-38A7D48C074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107683" y="181646"/>
            <a:ext cx="609600" cy="6096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13D39F32-55E3-4C9C-84D0-6E4C7D70CD6A}"/>
              </a:ext>
            </a:extLst>
          </p:cNvPr>
          <p:cNvGrpSpPr/>
          <p:nvPr/>
        </p:nvGrpSpPr>
        <p:grpSpPr>
          <a:xfrm flipH="1">
            <a:off x="1390319" y="173910"/>
            <a:ext cx="3460154" cy="6510180"/>
            <a:chOff x="5301094" y="2003156"/>
            <a:chExt cx="1182632" cy="222508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D429B30-E48F-4166-9476-0598E4C21579}"/>
                </a:ext>
              </a:extLst>
            </p:cNvPr>
            <p:cNvGrpSpPr/>
            <p:nvPr/>
          </p:nvGrpSpPr>
          <p:grpSpPr>
            <a:xfrm>
              <a:off x="5301094" y="2003156"/>
              <a:ext cx="1182632" cy="2225088"/>
              <a:chOff x="5301094" y="2003156"/>
              <a:chExt cx="1182632" cy="2225088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E305449-5FB7-4ECC-981D-4A4943ADFA2A}"/>
                  </a:ext>
                </a:extLst>
              </p:cNvPr>
              <p:cNvSpPr/>
              <p:nvPr/>
            </p:nvSpPr>
            <p:spPr>
              <a:xfrm>
                <a:off x="6049185" y="348573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BB0E08D-6295-4B36-A1F3-37EEAA07031D}"/>
                  </a:ext>
                </a:extLst>
              </p:cNvPr>
              <p:cNvSpPr/>
              <p:nvPr/>
            </p:nvSpPr>
            <p:spPr>
              <a:xfrm>
                <a:off x="6049185" y="4133890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291328A-8AC9-494B-BCC8-B3F9F5947BA8}"/>
                  </a:ext>
                </a:extLst>
              </p:cNvPr>
              <p:cNvSpPr/>
              <p:nvPr/>
            </p:nvSpPr>
            <p:spPr>
              <a:xfrm>
                <a:off x="6142835" y="3494649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668D6FC-63E6-4B6E-8759-EAAF1A6D24E8}"/>
                  </a:ext>
                </a:extLst>
              </p:cNvPr>
              <p:cNvSpPr/>
              <p:nvPr/>
            </p:nvSpPr>
            <p:spPr>
              <a:xfrm>
                <a:off x="6142835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53B3062-01DE-4C35-B63B-53B050B4A3BF}"/>
                  </a:ext>
                </a:extLst>
              </p:cNvPr>
              <p:cNvSpPr/>
              <p:nvPr/>
            </p:nvSpPr>
            <p:spPr>
              <a:xfrm>
                <a:off x="5646067" y="3492400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17555BA-5A79-47B4-A0C1-8E5B64199F47}"/>
                  </a:ext>
                </a:extLst>
              </p:cNvPr>
              <p:cNvSpPr/>
              <p:nvPr/>
            </p:nvSpPr>
            <p:spPr>
              <a:xfrm>
                <a:off x="5735049" y="3494788"/>
                <a:ext cx="125494" cy="733456"/>
              </a:xfrm>
              <a:prstGeom prst="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8077D6A-338A-45B7-80D8-0D0FE38D07B8}"/>
                  </a:ext>
                </a:extLst>
              </p:cNvPr>
              <p:cNvSpPr/>
              <p:nvPr/>
            </p:nvSpPr>
            <p:spPr>
              <a:xfrm>
                <a:off x="5642430" y="4142801"/>
                <a:ext cx="120683" cy="85304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680749C-2F7B-4AC4-8544-E102C55404A6}"/>
                  </a:ext>
                </a:extLst>
              </p:cNvPr>
              <p:cNvSpPr/>
              <p:nvPr/>
            </p:nvSpPr>
            <p:spPr>
              <a:xfrm>
                <a:off x="5736080" y="4142662"/>
                <a:ext cx="127425" cy="8544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Moon 15">
                <a:extLst>
                  <a:ext uri="{FF2B5EF4-FFF2-40B4-BE49-F238E27FC236}">
                    <a16:creationId xmlns:a16="http://schemas.microsoft.com/office/drawing/2014/main" id="{247EEF86-2CC7-4764-AA77-33208C60DF8F}"/>
                  </a:ext>
                </a:extLst>
              </p:cNvPr>
              <p:cNvSpPr/>
              <p:nvPr/>
            </p:nvSpPr>
            <p:spPr>
              <a:xfrm rot="6414822">
                <a:off x="6298340" y="3246872"/>
                <a:ext cx="93136" cy="213141"/>
              </a:xfrm>
              <a:custGeom>
                <a:avLst/>
                <a:gdLst>
                  <a:gd name="connsiteX0" fmla="*/ 79352 w 79352"/>
                  <a:gd name="connsiteY0" fmla="*/ 246025 h 246025"/>
                  <a:gd name="connsiteX1" fmla="*/ 0 w 79352"/>
                  <a:gd name="connsiteY1" fmla="*/ 123012 h 246025"/>
                  <a:gd name="connsiteX2" fmla="*/ 79352 w 79352"/>
                  <a:gd name="connsiteY2" fmla="*/ -1 h 246025"/>
                  <a:gd name="connsiteX3" fmla="*/ 79352 w 79352"/>
                  <a:gd name="connsiteY3" fmla="*/ 246024 h 246025"/>
                  <a:gd name="connsiteX4" fmla="*/ 79352 w 79352"/>
                  <a:gd name="connsiteY4" fmla="*/ 246025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16396"/>
                  <a:gd name="connsiteY0" fmla="*/ 234942 h 246025"/>
                  <a:gd name="connsiteX1" fmla="*/ 592 w 116396"/>
                  <a:gd name="connsiteY1" fmla="*/ 123013 h 246025"/>
                  <a:gd name="connsiteX2" fmla="*/ 79944 w 116396"/>
                  <a:gd name="connsiteY2" fmla="*/ 0 h 246025"/>
                  <a:gd name="connsiteX3" fmla="*/ 79944 w 116396"/>
                  <a:gd name="connsiteY3" fmla="*/ 246025 h 246025"/>
                  <a:gd name="connsiteX4" fmla="*/ 116396 w 116396"/>
                  <a:gd name="connsiteY4" fmla="*/ 234942 h 246025"/>
                  <a:gd name="connsiteX0" fmla="*/ 116396 w 121814"/>
                  <a:gd name="connsiteY0" fmla="*/ 234942 h 242355"/>
                  <a:gd name="connsiteX1" fmla="*/ 592 w 121814"/>
                  <a:gd name="connsiteY1" fmla="*/ 123013 h 242355"/>
                  <a:gd name="connsiteX2" fmla="*/ 79944 w 121814"/>
                  <a:gd name="connsiteY2" fmla="*/ 0 h 242355"/>
                  <a:gd name="connsiteX3" fmla="*/ 121814 w 121814"/>
                  <a:gd name="connsiteY3" fmla="*/ 220018 h 242355"/>
                  <a:gd name="connsiteX4" fmla="*/ 116396 w 121814"/>
                  <a:gd name="connsiteY4" fmla="*/ 234942 h 242355"/>
                  <a:gd name="connsiteX0" fmla="*/ 116396 w 116396"/>
                  <a:gd name="connsiteY0" fmla="*/ 234942 h 266364"/>
                  <a:gd name="connsiteX1" fmla="*/ 592 w 116396"/>
                  <a:gd name="connsiteY1" fmla="*/ 123013 h 266364"/>
                  <a:gd name="connsiteX2" fmla="*/ 79944 w 116396"/>
                  <a:gd name="connsiteY2" fmla="*/ 0 h 266364"/>
                  <a:gd name="connsiteX3" fmla="*/ 89448 w 116396"/>
                  <a:gd name="connsiteY3" fmla="*/ 266364 h 266364"/>
                  <a:gd name="connsiteX4" fmla="*/ 116396 w 116396"/>
                  <a:gd name="connsiteY4" fmla="*/ 234942 h 266364"/>
                  <a:gd name="connsiteX0" fmla="*/ 89448 w 89448"/>
                  <a:gd name="connsiteY0" fmla="*/ 266364 h 266364"/>
                  <a:gd name="connsiteX1" fmla="*/ 592 w 89448"/>
                  <a:gd name="connsiteY1" fmla="*/ 123013 h 266364"/>
                  <a:gd name="connsiteX2" fmla="*/ 79944 w 89448"/>
                  <a:gd name="connsiteY2" fmla="*/ 0 h 266364"/>
                  <a:gd name="connsiteX3" fmla="*/ 89448 w 89448"/>
                  <a:gd name="connsiteY3" fmla="*/ 266364 h 266364"/>
                  <a:gd name="connsiteX0" fmla="*/ 89448 w 89448"/>
                  <a:gd name="connsiteY0" fmla="*/ 266364 h 299034"/>
                  <a:gd name="connsiteX1" fmla="*/ 592 w 89448"/>
                  <a:gd name="connsiteY1" fmla="*/ 123013 h 299034"/>
                  <a:gd name="connsiteX2" fmla="*/ 79944 w 89448"/>
                  <a:gd name="connsiteY2" fmla="*/ 0 h 299034"/>
                  <a:gd name="connsiteX3" fmla="*/ 89448 w 89448"/>
                  <a:gd name="connsiteY3" fmla="*/ 266364 h 299034"/>
                  <a:gd name="connsiteX0" fmla="*/ 89448 w 132681"/>
                  <a:gd name="connsiteY0" fmla="*/ 266364 h 302489"/>
                  <a:gd name="connsiteX1" fmla="*/ 592 w 132681"/>
                  <a:gd name="connsiteY1" fmla="*/ 123013 h 302489"/>
                  <a:gd name="connsiteX2" fmla="*/ 79944 w 132681"/>
                  <a:gd name="connsiteY2" fmla="*/ 0 h 302489"/>
                  <a:gd name="connsiteX3" fmla="*/ 89448 w 132681"/>
                  <a:gd name="connsiteY3" fmla="*/ 266364 h 302489"/>
                  <a:gd name="connsiteX0" fmla="*/ 91414 w 134647"/>
                  <a:gd name="connsiteY0" fmla="*/ 266364 h 303738"/>
                  <a:gd name="connsiteX1" fmla="*/ 569 w 134647"/>
                  <a:gd name="connsiteY1" fmla="*/ 160122 h 303738"/>
                  <a:gd name="connsiteX2" fmla="*/ 81910 w 134647"/>
                  <a:gd name="connsiteY2" fmla="*/ 0 h 303738"/>
                  <a:gd name="connsiteX3" fmla="*/ 91414 w 134647"/>
                  <a:gd name="connsiteY3" fmla="*/ 266364 h 303738"/>
                  <a:gd name="connsiteX0" fmla="*/ 10454 w 53687"/>
                  <a:gd name="connsiteY0" fmla="*/ 266364 h 302489"/>
                  <a:gd name="connsiteX1" fmla="*/ 950 w 53687"/>
                  <a:gd name="connsiteY1" fmla="*/ 0 h 302489"/>
                  <a:gd name="connsiteX2" fmla="*/ 10454 w 53687"/>
                  <a:gd name="connsiteY2" fmla="*/ 266364 h 302489"/>
                  <a:gd name="connsiteX0" fmla="*/ 84428 w 127661"/>
                  <a:gd name="connsiteY0" fmla="*/ 266364 h 374597"/>
                  <a:gd name="connsiteX1" fmla="*/ 74924 w 127661"/>
                  <a:gd name="connsiteY1" fmla="*/ 0 h 374597"/>
                  <a:gd name="connsiteX2" fmla="*/ 84428 w 127661"/>
                  <a:gd name="connsiteY2" fmla="*/ 266364 h 374597"/>
                  <a:gd name="connsiteX0" fmla="*/ 84428 w 149206"/>
                  <a:gd name="connsiteY0" fmla="*/ 266364 h 374597"/>
                  <a:gd name="connsiteX1" fmla="*/ 74924 w 149206"/>
                  <a:gd name="connsiteY1" fmla="*/ 0 h 374597"/>
                  <a:gd name="connsiteX2" fmla="*/ 84428 w 149206"/>
                  <a:gd name="connsiteY2" fmla="*/ 266364 h 374597"/>
                  <a:gd name="connsiteX0" fmla="*/ 121563 w 186341"/>
                  <a:gd name="connsiteY0" fmla="*/ 266364 h 368668"/>
                  <a:gd name="connsiteX1" fmla="*/ 112059 w 186341"/>
                  <a:gd name="connsiteY1" fmla="*/ 0 h 368668"/>
                  <a:gd name="connsiteX2" fmla="*/ 121563 w 186341"/>
                  <a:gd name="connsiteY2" fmla="*/ 266364 h 368668"/>
                  <a:gd name="connsiteX0" fmla="*/ 143062 w 193878"/>
                  <a:gd name="connsiteY0" fmla="*/ 123879 h 248765"/>
                  <a:gd name="connsiteX1" fmla="*/ 90602 w 193878"/>
                  <a:gd name="connsiteY1" fmla="*/ 0 h 248765"/>
                  <a:gd name="connsiteX2" fmla="*/ 143062 w 193878"/>
                  <a:gd name="connsiteY2" fmla="*/ 123879 h 248765"/>
                  <a:gd name="connsiteX0" fmla="*/ 130279 w 181095"/>
                  <a:gd name="connsiteY0" fmla="*/ 123879 h 223478"/>
                  <a:gd name="connsiteX1" fmla="*/ 77819 w 181095"/>
                  <a:gd name="connsiteY1" fmla="*/ 0 h 223478"/>
                  <a:gd name="connsiteX2" fmla="*/ 130279 w 181095"/>
                  <a:gd name="connsiteY2" fmla="*/ 123879 h 223478"/>
                  <a:gd name="connsiteX0" fmla="*/ 130196 w 181012"/>
                  <a:gd name="connsiteY0" fmla="*/ 123879 h 219141"/>
                  <a:gd name="connsiteX1" fmla="*/ 77736 w 181012"/>
                  <a:gd name="connsiteY1" fmla="*/ 0 h 219141"/>
                  <a:gd name="connsiteX2" fmla="*/ 130196 w 181012"/>
                  <a:gd name="connsiteY2" fmla="*/ 123879 h 219141"/>
                  <a:gd name="connsiteX0" fmla="*/ 110294 w 172146"/>
                  <a:gd name="connsiteY0" fmla="*/ 127965 h 222499"/>
                  <a:gd name="connsiteX1" fmla="*/ 93096 w 172146"/>
                  <a:gd name="connsiteY1" fmla="*/ 0 h 222499"/>
                  <a:gd name="connsiteX2" fmla="*/ 110294 w 172146"/>
                  <a:gd name="connsiteY2" fmla="*/ 127965 h 222499"/>
                  <a:gd name="connsiteX0" fmla="*/ 93136 w 154988"/>
                  <a:gd name="connsiteY0" fmla="*/ 127965 h 213141"/>
                  <a:gd name="connsiteX1" fmla="*/ 75938 w 154988"/>
                  <a:gd name="connsiteY1" fmla="*/ 0 h 213141"/>
                  <a:gd name="connsiteX2" fmla="*/ 93136 w 154988"/>
                  <a:gd name="connsiteY2" fmla="*/ 127965 h 213141"/>
                  <a:gd name="connsiteX0" fmla="*/ 93136 w 103967"/>
                  <a:gd name="connsiteY0" fmla="*/ 127965 h 213141"/>
                  <a:gd name="connsiteX1" fmla="*/ 75938 w 103967"/>
                  <a:gd name="connsiteY1" fmla="*/ 0 h 213141"/>
                  <a:gd name="connsiteX2" fmla="*/ 93136 w 103967"/>
                  <a:gd name="connsiteY2" fmla="*/ 127965 h 213141"/>
                  <a:gd name="connsiteX0" fmla="*/ 93136 w 93136"/>
                  <a:gd name="connsiteY0" fmla="*/ 127965 h 213141"/>
                  <a:gd name="connsiteX1" fmla="*/ 75938 w 93136"/>
                  <a:gd name="connsiteY1" fmla="*/ 0 h 213141"/>
                  <a:gd name="connsiteX2" fmla="*/ 93136 w 93136"/>
                  <a:gd name="connsiteY2" fmla="*/ 127965 h 21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3136" h="213141">
                    <a:moveTo>
                      <a:pt x="93136" y="127965"/>
                    </a:moveTo>
                    <a:cubicBezTo>
                      <a:pt x="-4007" y="363105"/>
                      <a:pt x="-48191" y="41214"/>
                      <a:pt x="75938" y="0"/>
                    </a:cubicBezTo>
                    <a:cubicBezTo>
                      <a:pt x="69055" y="68843"/>
                      <a:pt x="50992" y="39439"/>
                      <a:pt x="93136" y="127965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E071023C-416F-4944-84EB-D1636D2FDF04}"/>
                  </a:ext>
                </a:extLst>
              </p:cNvPr>
              <p:cNvSpPr/>
              <p:nvPr/>
            </p:nvSpPr>
            <p:spPr>
              <a:xfrm rot="2373007">
                <a:off x="5687738" y="2103227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1C49152-B1A7-4B6F-99C6-461E397627F5}"/>
                  </a:ext>
                </a:extLst>
              </p:cNvPr>
              <p:cNvSpPr/>
              <p:nvPr/>
            </p:nvSpPr>
            <p:spPr>
              <a:xfrm>
                <a:off x="5754254" y="2067767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02A5291-BD9B-4D03-B946-1B40ADC8FB70}"/>
                  </a:ext>
                </a:extLst>
              </p:cNvPr>
              <p:cNvSpPr/>
              <p:nvPr/>
            </p:nvSpPr>
            <p:spPr>
              <a:xfrm>
                <a:off x="5570220" y="2316163"/>
                <a:ext cx="236220" cy="1112837"/>
              </a:xfrm>
              <a:prstGeom prst="roundRect">
                <a:avLst/>
              </a:pr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4">
                <a:extLst>
                  <a:ext uri="{FF2B5EF4-FFF2-40B4-BE49-F238E27FC236}">
                    <a16:creationId xmlns:a16="http://schemas.microsoft.com/office/drawing/2014/main" id="{51851639-F7E7-4488-B45A-F449D5AE128C}"/>
                  </a:ext>
                </a:extLst>
              </p:cNvPr>
              <p:cNvSpPr/>
              <p:nvPr/>
            </p:nvSpPr>
            <p:spPr>
              <a:xfrm rot="374752">
                <a:off x="5545271" y="3078549"/>
                <a:ext cx="769289" cy="563893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12">
                <a:extLst>
                  <a:ext uri="{FF2B5EF4-FFF2-40B4-BE49-F238E27FC236}">
                    <a16:creationId xmlns:a16="http://schemas.microsoft.com/office/drawing/2014/main" id="{53C48E64-1103-4DDB-B9FF-40CE817422D5}"/>
                  </a:ext>
                </a:extLst>
              </p:cNvPr>
              <p:cNvSpPr/>
              <p:nvPr/>
            </p:nvSpPr>
            <p:spPr>
              <a:xfrm rot="20414911">
                <a:off x="5454207" y="2003156"/>
                <a:ext cx="149032" cy="181773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Oval 12">
                <a:extLst>
                  <a:ext uri="{FF2B5EF4-FFF2-40B4-BE49-F238E27FC236}">
                    <a16:creationId xmlns:a16="http://schemas.microsoft.com/office/drawing/2014/main" id="{412B2C2F-3C2D-497E-9726-C4CAFC37043B}"/>
                  </a:ext>
                </a:extLst>
              </p:cNvPr>
              <p:cNvSpPr/>
              <p:nvPr/>
            </p:nvSpPr>
            <p:spPr>
              <a:xfrm rot="3268710">
                <a:off x="5782452" y="2109884"/>
                <a:ext cx="160235" cy="268594"/>
              </a:xfrm>
              <a:custGeom>
                <a:avLst/>
                <a:gdLst>
                  <a:gd name="connsiteX0" fmla="*/ 0 w 198180"/>
                  <a:gd name="connsiteY0" fmla="*/ 157348 h 314695"/>
                  <a:gd name="connsiteX1" fmla="*/ 99090 w 198180"/>
                  <a:gd name="connsiteY1" fmla="*/ 0 h 314695"/>
                  <a:gd name="connsiteX2" fmla="*/ 198180 w 198180"/>
                  <a:gd name="connsiteY2" fmla="*/ 157348 h 314695"/>
                  <a:gd name="connsiteX3" fmla="*/ 99090 w 198180"/>
                  <a:gd name="connsiteY3" fmla="*/ 314696 h 314695"/>
                  <a:gd name="connsiteX4" fmla="*/ 0 w 198180"/>
                  <a:gd name="connsiteY4" fmla="*/ 157348 h 314695"/>
                  <a:gd name="connsiteX0" fmla="*/ 0 w 111476"/>
                  <a:gd name="connsiteY0" fmla="*/ 161722 h 323444"/>
                  <a:gd name="connsiteX1" fmla="*/ 99090 w 111476"/>
                  <a:gd name="connsiteY1" fmla="*/ 4374 h 323444"/>
                  <a:gd name="connsiteX2" fmla="*/ 99090 w 111476"/>
                  <a:gd name="connsiteY2" fmla="*/ 319070 h 323444"/>
                  <a:gd name="connsiteX3" fmla="*/ 0 w 111476"/>
                  <a:gd name="connsiteY3" fmla="*/ 161722 h 323444"/>
                  <a:gd name="connsiteX0" fmla="*/ 0 w 7340"/>
                  <a:gd name="connsiteY0" fmla="*/ 314696 h 314696"/>
                  <a:gd name="connsiteX1" fmla="*/ 0 w 7340"/>
                  <a:gd name="connsiteY1" fmla="*/ 0 h 314696"/>
                  <a:gd name="connsiteX2" fmla="*/ 0 w 7340"/>
                  <a:gd name="connsiteY2" fmla="*/ 314696 h 314696"/>
                  <a:gd name="connsiteX0" fmla="*/ 0 w 11730"/>
                  <a:gd name="connsiteY0" fmla="*/ 6284 h 6284"/>
                  <a:gd name="connsiteX1" fmla="*/ 11730 w 11730"/>
                  <a:gd name="connsiteY1" fmla="*/ 0 h 6284"/>
                  <a:gd name="connsiteX2" fmla="*/ 0 w 11730"/>
                  <a:gd name="connsiteY2" fmla="*/ 6284 h 6284"/>
                  <a:gd name="connsiteX0" fmla="*/ 59161 w 122031"/>
                  <a:gd name="connsiteY0" fmla="*/ 10000 h 10000"/>
                  <a:gd name="connsiteX1" fmla="*/ 69161 w 122031"/>
                  <a:gd name="connsiteY1" fmla="*/ 0 h 10000"/>
                  <a:gd name="connsiteX2" fmla="*/ 59161 w 122031"/>
                  <a:gd name="connsiteY2" fmla="*/ 10000 h 10000"/>
                  <a:gd name="connsiteX0" fmla="*/ 59605 w 121972"/>
                  <a:gd name="connsiteY0" fmla="*/ 9433 h 9433"/>
                  <a:gd name="connsiteX1" fmla="*/ 64932 w 121972"/>
                  <a:gd name="connsiteY1" fmla="*/ 0 h 9433"/>
                  <a:gd name="connsiteX2" fmla="*/ 59605 w 121972"/>
                  <a:gd name="connsiteY2" fmla="*/ 9433 h 9433"/>
                  <a:gd name="connsiteX0" fmla="*/ 2797 w 2797"/>
                  <a:gd name="connsiteY0" fmla="*/ 9840 h 9840"/>
                  <a:gd name="connsiteX1" fmla="*/ 0 w 2797"/>
                  <a:gd name="connsiteY1" fmla="*/ 0 h 9840"/>
                  <a:gd name="connsiteX2" fmla="*/ 2797 w 2797"/>
                  <a:gd name="connsiteY2" fmla="*/ 9840 h 9840"/>
                  <a:gd name="connsiteX0" fmla="*/ 28878 w 41500"/>
                  <a:gd name="connsiteY0" fmla="*/ 10046 h 10046"/>
                  <a:gd name="connsiteX1" fmla="*/ 18878 w 41500"/>
                  <a:gd name="connsiteY1" fmla="*/ 46 h 10046"/>
                  <a:gd name="connsiteX2" fmla="*/ 28878 w 41500"/>
                  <a:gd name="connsiteY2" fmla="*/ 10046 h 10046"/>
                  <a:gd name="connsiteX0" fmla="*/ 17264 w 41269"/>
                  <a:gd name="connsiteY0" fmla="*/ 9612 h 9612"/>
                  <a:gd name="connsiteX1" fmla="*/ 21820 w 41269"/>
                  <a:gd name="connsiteY1" fmla="*/ 35 h 9612"/>
                  <a:gd name="connsiteX2" fmla="*/ 17264 w 41269"/>
                  <a:gd name="connsiteY2" fmla="*/ 9612 h 9612"/>
                  <a:gd name="connsiteX0" fmla="*/ 190 w 190"/>
                  <a:gd name="connsiteY0" fmla="*/ 10283 h 10283"/>
                  <a:gd name="connsiteX1" fmla="*/ 0 w 190"/>
                  <a:gd name="connsiteY1" fmla="*/ 0 h 10283"/>
                  <a:gd name="connsiteX2" fmla="*/ 190 w 190"/>
                  <a:gd name="connsiteY2" fmla="*/ 10283 h 10283"/>
                  <a:gd name="connsiteX0" fmla="*/ 81341 w 158976"/>
                  <a:gd name="connsiteY0" fmla="*/ 10000 h 10505"/>
                  <a:gd name="connsiteX1" fmla="*/ 71341 w 158976"/>
                  <a:gd name="connsiteY1" fmla="*/ 0 h 10505"/>
                  <a:gd name="connsiteX2" fmla="*/ 81341 w 158976"/>
                  <a:gd name="connsiteY2" fmla="*/ 10000 h 10505"/>
                  <a:gd name="connsiteX0" fmla="*/ 178494 w 345439"/>
                  <a:gd name="connsiteY0" fmla="*/ 10056 h 10474"/>
                  <a:gd name="connsiteX1" fmla="*/ 168494 w 345439"/>
                  <a:gd name="connsiteY1" fmla="*/ 56 h 10474"/>
                  <a:gd name="connsiteX2" fmla="*/ 178494 w 345439"/>
                  <a:gd name="connsiteY2" fmla="*/ 10056 h 10474"/>
                  <a:gd name="connsiteX0" fmla="*/ 256654 w 504567"/>
                  <a:gd name="connsiteY0" fmla="*/ 10047 h 10112"/>
                  <a:gd name="connsiteX1" fmla="*/ 246654 w 504567"/>
                  <a:gd name="connsiteY1" fmla="*/ 47 h 10112"/>
                  <a:gd name="connsiteX2" fmla="*/ 256654 w 504567"/>
                  <a:gd name="connsiteY2" fmla="*/ 10047 h 10112"/>
                  <a:gd name="connsiteX0" fmla="*/ 341038 w 671169"/>
                  <a:gd name="connsiteY0" fmla="*/ 10004 h 10064"/>
                  <a:gd name="connsiteX1" fmla="*/ 331038 w 671169"/>
                  <a:gd name="connsiteY1" fmla="*/ 4 h 10064"/>
                  <a:gd name="connsiteX2" fmla="*/ 341038 w 671169"/>
                  <a:gd name="connsiteY2" fmla="*/ 10004 h 10064"/>
                  <a:gd name="connsiteX0" fmla="*/ 360639 w 710045"/>
                  <a:gd name="connsiteY0" fmla="*/ 10012 h 10071"/>
                  <a:gd name="connsiteX1" fmla="*/ 350639 w 710045"/>
                  <a:gd name="connsiteY1" fmla="*/ 12 h 10071"/>
                  <a:gd name="connsiteX2" fmla="*/ 360639 w 710045"/>
                  <a:gd name="connsiteY2" fmla="*/ 10012 h 10071"/>
                  <a:gd name="connsiteX0" fmla="*/ 334081 w 656195"/>
                  <a:gd name="connsiteY0" fmla="*/ 10012 h 10099"/>
                  <a:gd name="connsiteX1" fmla="*/ 324081 w 656195"/>
                  <a:gd name="connsiteY1" fmla="*/ 12 h 10099"/>
                  <a:gd name="connsiteX2" fmla="*/ 334081 w 656195"/>
                  <a:gd name="connsiteY2" fmla="*/ 10012 h 10099"/>
                  <a:gd name="connsiteX0" fmla="*/ 314120 w 615652"/>
                  <a:gd name="connsiteY0" fmla="*/ 10012 h 10102"/>
                  <a:gd name="connsiteX1" fmla="*/ 304120 w 615652"/>
                  <a:gd name="connsiteY1" fmla="*/ 12 h 10102"/>
                  <a:gd name="connsiteX2" fmla="*/ 314120 w 615652"/>
                  <a:gd name="connsiteY2" fmla="*/ 10012 h 10102"/>
                  <a:gd name="connsiteX0" fmla="*/ 329472 w 646841"/>
                  <a:gd name="connsiteY0" fmla="*/ 10013 h 10019"/>
                  <a:gd name="connsiteX1" fmla="*/ 319472 w 646841"/>
                  <a:gd name="connsiteY1" fmla="*/ 13 h 10019"/>
                  <a:gd name="connsiteX2" fmla="*/ 329472 w 646841"/>
                  <a:gd name="connsiteY2" fmla="*/ 10013 h 1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6841" h="10019">
                    <a:moveTo>
                      <a:pt x="329472" y="10013"/>
                    </a:moveTo>
                    <a:cubicBezTo>
                      <a:pt x="34254" y="10311"/>
                      <a:pt x="-229391" y="-427"/>
                      <a:pt x="319472" y="13"/>
                    </a:cubicBezTo>
                    <a:cubicBezTo>
                      <a:pt x="868335" y="453"/>
                      <a:pt x="624690" y="9715"/>
                      <a:pt x="329472" y="1001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Oval 16">
                <a:extLst>
                  <a:ext uri="{FF2B5EF4-FFF2-40B4-BE49-F238E27FC236}">
                    <a16:creationId xmlns:a16="http://schemas.microsoft.com/office/drawing/2014/main" id="{3F54A8D3-FE43-49BC-8982-3E7F865DB938}"/>
                  </a:ext>
                </a:extLst>
              </p:cNvPr>
              <p:cNvSpPr/>
              <p:nvPr/>
            </p:nvSpPr>
            <p:spPr>
              <a:xfrm flipH="1">
                <a:off x="6394524" y="3376826"/>
                <a:ext cx="89202" cy="126602"/>
              </a:xfrm>
              <a:custGeom>
                <a:avLst/>
                <a:gdLst>
                  <a:gd name="connsiteX0" fmla="*/ 0 w 321945"/>
                  <a:gd name="connsiteY0" fmla="*/ 186531 h 373062"/>
                  <a:gd name="connsiteX1" fmla="*/ 160973 w 321945"/>
                  <a:gd name="connsiteY1" fmla="*/ 0 h 373062"/>
                  <a:gd name="connsiteX2" fmla="*/ 321946 w 321945"/>
                  <a:gd name="connsiteY2" fmla="*/ 186531 h 373062"/>
                  <a:gd name="connsiteX3" fmla="*/ 160973 w 321945"/>
                  <a:gd name="connsiteY3" fmla="*/ 373062 h 373062"/>
                  <a:gd name="connsiteX4" fmla="*/ 0 w 321945"/>
                  <a:gd name="connsiteY4" fmla="*/ 186531 h 373062"/>
                  <a:gd name="connsiteX0" fmla="*/ 0 w 181094"/>
                  <a:gd name="connsiteY0" fmla="*/ 191716 h 383432"/>
                  <a:gd name="connsiteX1" fmla="*/ 160973 w 181094"/>
                  <a:gd name="connsiteY1" fmla="*/ 5185 h 383432"/>
                  <a:gd name="connsiteX2" fmla="*/ 160973 w 181094"/>
                  <a:gd name="connsiteY2" fmla="*/ 378247 h 383432"/>
                  <a:gd name="connsiteX3" fmla="*/ 0 w 181094"/>
                  <a:gd name="connsiteY3" fmla="*/ 191716 h 383432"/>
                  <a:gd name="connsiteX0" fmla="*/ 232 w 168395"/>
                  <a:gd name="connsiteY0" fmla="*/ 188967 h 336168"/>
                  <a:gd name="connsiteX1" fmla="*/ 161205 w 168395"/>
                  <a:gd name="connsiteY1" fmla="*/ 2436 h 336168"/>
                  <a:gd name="connsiteX2" fmla="*/ 126280 w 168395"/>
                  <a:gd name="connsiteY2" fmla="*/ 331048 h 336168"/>
                  <a:gd name="connsiteX3" fmla="*/ 232 w 168395"/>
                  <a:gd name="connsiteY3" fmla="*/ 188967 h 336168"/>
                  <a:gd name="connsiteX0" fmla="*/ 10771 w 233974"/>
                  <a:gd name="connsiteY0" fmla="*/ 188967 h 341860"/>
                  <a:gd name="connsiteX1" fmla="*/ 171744 w 233974"/>
                  <a:gd name="connsiteY1" fmla="*/ 2436 h 341860"/>
                  <a:gd name="connsiteX2" fmla="*/ 136819 w 233974"/>
                  <a:gd name="connsiteY2" fmla="*/ 331048 h 341860"/>
                  <a:gd name="connsiteX3" fmla="*/ 10771 w 233974"/>
                  <a:gd name="connsiteY3" fmla="*/ 188967 h 341860"/>
                  <a:gd name="connsiteX0" fmla="*/ 10771 w 263900"/>
                  <a:gd name="connsiteY0" fmla="*/ 187285 h 340178"/>
                  <a:gd name="connsiteX1" fmla="*/ 171744 w 263900"/>
                  <a:gd name="connsiteY1" fmla="*/ 754 h 340178"/>
                  <a:gd name="connsiteX2" fmla="*/ 136819 w 263900"/>
                  <a:gd name="connsiteY2" fmla="*/ 329366 h 340178"/>
                  <a:gd name="connsiteX3" fmla="*/ 10771 w 263900"/>
                  <a:gd name="connsiteY3" fmla="*/ 187285 h 340178"/>
                  <a:gd name="connsiteX0" fmla="*/ 7989 w 261118"/>
                  <a:gd name="connsiteY0" fmla="*/ 187285 h 339029"/>
                  <a:gd name="connsiteX1" fmla="*/ 168962 w 261118"/>
                  <a:gd name="connsiteY1" fmla="*/ 754 h 339029"/>
                  <a:gd name="connsiteX2" fmla="*/ 134037 w 261118"/>
                  <a:gd name="connsiteY2" fmla="*/ 329366 h 339029"/>
                  <a:gd name="connsiteX3" fmla="*/ 7989 w 261118"/>
                  <a:gd name="connsiteY3" fmla="*/ 187285 h 339029"/>
                  <a:gd name="connsiteX0" fmla="*/ 0 w 76114"/>
                  <a:gd name="connsiteY0" fmla="*/ 329261 h 329261"/>
                  <a:gd name="connsiteX1" fmla="*/ 34925 w 76114"/>
                  <a:gd name="connsiteY1" fmla="*/ 649 h 329261"/>
                  <a:gd name="connsiteX2" fmla="*/ 0 w 76114"/>
                  <a:gd name="connsiteY2" fmla="*/ 329261 h 329261"/>
                  <a:gd name="connsiteX0" fmla="*/ 40960 w 136543"/>
                  <a:gd name="connsiteY0" fmla="*/ 335265 h 335265"/>
                  <a:gd name="connsiteX1" fmla="*/ 75885 w 136543"/>
                  <a:gd name="connsiteY1" fmla="*/ 6653 h 335265"/>
                  <a:gd name="connsiteX2" fmla="*/ 40960 w 136543"/>
                  <a:gd name="connsiteY2" fmla="*/ 335265 h 335265"/>
                  <a:gd name="connsiteX0" fmla="*/ 75964 w 206499"/>
                  <a:gd name="connsiteY0" fmla="*/ 328687 h 328687"/>
                  <a:gd name="connsiteX1" fmla="*/ 110889 w 206499"/>
                  <a:gd name="connsiteY1" fmla="*/ 75 h 328687"/>
                  <a:gd name="connsiteX2" fmla="*/ 75964 w 206499"/>
                  <a:gd name="connsiteY2" fmla="*/ 328687 h 328687"/>
                  <a:gd name="connsiteX0" fmla="*/ 78923 w 209458"/>
                  <a:gd name="connsiteY0" fmla="*/ 322314 h 322314"/>
                  <a:gd name="connsiteX1" fmla="*/ 113848 w 209458"/>
                  <a:gd name="connsiteY1" fmla="*/ 52 h 322314"/>
                  <a:gd name="connsiteX2" fmla="*/ 78923 w 209458"/>
                  <a:gd name="connsiteY2" fmla="*/ 322314 h 322314"/>
                  <a:gd name="connsiteX0" fmla="*/ 98534 w 248718"/>
                  <a:gd name="connsiteY0" fmla="*/ 322268 h 322268"/>
                  <a:gd name="connsiteX1" fmla="*/ 133459 w 248718"/>
                  <a:gd name="connsiteY1" fmla="*/ 6 h 322268"/>
                  <a:gd name="connsiteX2" fmla="*/ 98534 w 248718"/>
                  <a:gd name="connsiteY2" fmla="*/ 322268 h 322268"/>
                  <a:gd name="connsiteX0" fmla="*/ 96322 w 248969"/>
                  <a:gd name="connsiteY0" fmla="*/ 309569 h 309569"/>
                  <a:gd name="connsiteX1" fmla="*/ 134422 w 248969"/>
                  <a:gd name="connsiteY1" fmla="*/ 7 h 309569"/>
                  <a:gd name="connsiteX2" fmla="*/ 96322 w 248969"/>
                  <a:gd name="connsiteY2" fmla="*/ 309569 h 309569"/>
                  <a:gd name="connsiteX0" fmla="*/ 75345 w 206961"/>
                  <a:gd name="connsiteY0" fmla="*/ 309569 h 309569"/>
                  <a:gd name="connsiteX1" fmla="*/ 113445 w 206961"/>
                  <a:gd name="connsiteY1" fmla="*/ 7 h 309569"/>
                  <a:gd name="connsiteX2" fmla="*/ 75345 w 206961"/>
                  <a:gd name="connsiteY2" fmla="*/ 309569 h 309569"/>
                  <a:gd name="connsiteX0" fmla="*/ 85123 w 226548"/>
                  <a:gd name="connsiteY0" fmla="*/ 309708 h 309708"/>
                  <a:gd name="connsiteX1" fmla="*/ 123223 w 226548"/>
                  <a:gd name="connsiteY1" fmla="*/ 146 h 309708"/>
                  <a:gd name="connsiteX2" fmla="*/ 85123 w 226548"/>
                  <a:gd name="connsiteY2" fmla="*/ 309708 h 309708"/>
                  <a:gd name="connsiteX0" fmla="*/ 75345 w 206961"/>
                  <a:gd name="connsiteY0" fmla="*/ 310490 h 310490"/>
                  <a:gd name="connsiteX1" fmla="*/ 113445 w 206961"/>
                  <a:gd name="connsiteY1" fmla="*/ 928 h 310490"/>
                  <a:gd name="connsiteX2" fmla="*/ 75345 w 206961"/>
                  <a:gd name="connsiteY2" fmla="*/ 310490 h 310490"/>
                  <a:gd name="connsiteX0" fmla="*/ 93520 w 243360"/>
                  <a:gd name="connsiteY0" fmla="*/ 310238 h 310238"/>
                  <a:gd name="connsiteX1" fmla="*/ 131620 w 243360"/>
                  <a:gd name="connsiteY1" fmla="*/ 676 h 310238"/>
                  <a:gd name="connsiteX2" fmla="*/ 93520 w 243360"/>
                  <a:gd name="connsiteY2" fmla="*/ 310238 h 310238"/>
                  <a:gd name="connsiteX0" fmla="*/ 62807 w 181832"/>
                  <a:gd name="connsiteY0" fmla="*/ 309616 h 309616"/>
                  <a:gd name="connsiteX1" fmla="*/ 100907 w 181832"/>
                  <a:gd name="connsiteY1" fmla="*/ 54 h 309616"/>
                  <a:gd name="connsiteX2" fmla="*/ 62807 w 181832"/>
                  <a:gd name="connsiteY2" fmla="*/ 309616 h 309616"/>
                  <a:gd name="connsiteX0" fmla="*/ 80930 w 218150"/>
                  <a:gd name="connsiteY0" fmla="*/ 309616 h 309616"/>
                  <a:gd name="connsiteX1" fmla="*/ 119030 w 218150"/>
                  <a:gd name="connsiteY1" fmla="*/ 54 h 309616"/>
                  <a:gd name="connsiteX2" fmla="*/ 80930 w 218150"/>
                  <a:gd name="connsiteY2" fmla="*/ 309616 h 30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150" h="309616">
                    <a:moveTo>
                      <a:pt x="80930" y="309616"/>
                    </a:moveTo>
                    <a:cubicBezTo>
                      <a:pt x="80930" y="309616"/>
                      <a:pt x="-124387" y="4816"/>
                      <a:pt x="119030" y="54"/>
                    </a:cubicBezTo>
                    <a:cubicBezTo>
                      <a:pt x="362447" y="-4708"/>
                      <a:pt x="80930" y="309616"/>
                      <a:pt x="80930" y="309616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20">
                <a:extLst>
                  <a:ext uri="{FF2B5EF4-FFF2-40B4-BE49-F238E27FC236}">
                    <a16:creationId xmlns:a16="http://schemas.microsoft.com/office/drawing/2014/main" id="{8C6A864B-FF8C-4623-A0B4-DAA6064163DF}"/>
                  </a:ext>
                </a:extLst>
              </p:cNvPr>
              <p:cNvSpPr/>
              <p:nvPr/>
            </p:nvSpPr>
            <p:spPr>
              <a:xfrm>
                <a:off x="5711598" y="2474133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B9281684-EAEF-4A23-BC11-7169F560EA15}"/>
                  </a:ext>
                </a:extLst>
              </p:cNvPr>
              <p:cNvSpPr/>
              <p:nvPr/>
            </p:nvSpPr>
            <p:spPr>
              <a:xfrm rot="16996436">
                <a:off x="5623179" y="3226824"/>
                <a:ext cx="229541" cy="28149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555F1766-EE35-4D6E-ACAF-826EF08EBCF3}"/>
                  </a:ext>
                </a:extLst>
              </p:cNvPr>
              <p:cNvSpPr/>
              <p:nvPr/>
            </p:nvSpPr>
            <p:spPr>
              <a:xfrm rot="2373007">
                <a:off x="5594252" y="2055416"/>
                <a:ext cx="45719" cy="29044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D64AEA3D-4A90-4F89-A777-470EA72836FF}"/>
                  </a:ext>
                </a:extLst>
              </p:cNvPr>
              <p:cNvSpPr/>
              <p:nvPr/>
            </p:nvSpPr>
            <p:spPr>
              <a:xfrm>
                <a:off x="5663894" y="2020139"/>
                <a:ext cx="89627" cy="8962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4">
                <a:extLst>
                  <a:ext uri="{FF2B5EF4-FFF2-40B4-BE49-F238E27FC236}">
                    <a16:creationId xmlns:a16="http://schemas.microsoft.com/office/drawing/2014/main" id="{726FF63A-B9A7-4C77-891F-C6D63A3232D9}"/>
                  </a:ext>
                </a:extLst>
              </p:cNvPr>
              <p:cNvSpPr/>
              <p:nvPr/>
            </p:nvSpPr>
            <p:spPr>
              <a:xfrm rot="16926036">
                <a:off x="5254859" y="2207292"/>
                <a:ext cx="639950" cy="457908"/>
              </a:xfrm>
              <a:custGeom>
                <a:avLst/>
                <a:gdLst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272"/>
                  <a:gd name="connsiteY0" fmla="*/ 228954 h 457908"/>
                  <a:gd name="connsiteX1" fmla="*/ 319636 w 639272"/>
                  <a:gd name="connsiteY1" fmla="*/ 0 h 457908"/>
                  <a:gd name="connsiteX2" fmla="*/ 639272 w 639272"/>
                  <a:gd name="connsiteY2" fmla="*/ 228954 h 457908"/>
                  <a:gd name="connsiteX3" fmla="*/ 319636 w 639272"/>
                  <a:gd name="connsiteY3" fmla="*/ 457908 h 457908"/>
                  <a:gd name="connsiteX4" fmla="*/ 0 w 639272"/>
                  <a:gd name="connsiteY4" fmla="*/ 228954 h 457908"/>
                  <a:gd name="connsiteX0" fmla="*/ 0 w 639796"/>
                  <a:gd name="connsiteY0" fmla="*/ 228954 h 457908"/>
                  <a:gd name="connsiteX1" fmla="*/ 319636 w 639796"/>
                  <a:gd name="connsiteY1" fmla="*/ 0 h 457908"/>
                  <a:gd name="connsiteX2" fmla="*/ 639272 w 639796"/>
                  <a:gd name="connsiteY2" fmla="*/ 228954 h 457908"/>
                  <a:gd name="connsiteX3" fmla="*/ 319636 w 639796"/>
                  <a:gd name="connsiteY3" fmla="*/ 457908 h 457908"/>
                  <a:gd name="connsiteX4" fmla="*/ 0 w 639796"/>
                  <a:gd name="connsiteY4" fmla="*/ 228954 h 457908"/>
                  <a:gd name="connsiteX0" fmla="*/ 543 w 640339"/>
                  <a:gd name="connsiteY0" fmla="*/ 228954 h 457908"/>
                  <a:gd name="connsiteX1" fmla="*/ 320179 w 640339"/>
                  <a:gd name="connsiteY1" fmla="*/ 0 h 457908"/>
                  <a:gd name="connsiteX2" fmla="*/ 639815 w 640339"/>
                  <a:gd name="connsiteY2" fmla="*/ 228954 h 457908"/>
                  <a:gd name="connsiteX3" fmla="*/ 320179 w 640339"/>
                  <a:gd name="connsiteY3" fmla="*/ 457908 h 457908"/>
                  <a:gd name="connsiteX4" fmla="*/ 543 w 640339"/>
                  <a:gd name="connsiteY4" fmla="*/ 228954 h 457908"/>
                  <a:gd name="connsiteX0" fmla="*/ 154 w 639950"/>
                  <a:gd name="connsiteY0" fmla="*/ 228954 h 457908"/>
                  <a:gd name="connsiteX1" fmla="*/ 319790 w 639950"/>
                  <a:gd name="connsiteY1" fmla="*/ 0 h 457908"/>
                  <a:gd name="connsiteX2" fmla="*/ 639426 w 639950"/>
                  <a:gd name="connsiteY2" fmla="*/ 228954 h 457908"/>
                  <a:gd name="connsiteX3" fmla="*/ 319790 w 639950"/>
                  <a:gd name="connsiteY3" fmla="*/ 457908 h 457908"/>
                  <a:gd name="connsiteX4" fmla="*/ 154 w 639950"/>
                  <a:gd name="connsiteY4" fmla="*/ 228954 h 45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9950" h="457908">
                    <a:moveTo>
                      <a:pt x="154" y="228954"/>
                    </a:moveTo>
                    <a:cubicBezTo>
                      <a:pt x="-5448" y="32475"/>
                      <a:pt x="143260" y="0"/>
                      <a:pt x="319790" y="0"/>
                    </a:cubicBezTo>
                    <a:cubicBezTo>
                      <a:pt x="496320" y="0"/>
                      <a:pt x="650103" y="70144"/>
                      <a:pt x="639426" y="228954"/>
                    </a:cubicBezTo>
                    <a:cubicBezTo>
                      <a:pt x="634219" y="414688"/>
                      <a:pt x="496320" y="457908"/>
                      <a:pt x="319790" y="457908"/>
                    </a:cubicBezTo>
                    <a:cubicBezTo>
                      <a:pt x="143260" y="457908"/>
                      <a:pt x="5756" y="425433"/>
                      <a:pt x="154" y="228954"/>
                    </a:cubicBezTo>
                    <a:close/>
                  </a:path>
                </a:pathLst>
              </a:custGeom>
              <a:solidFill>
                <a:srgbClr val="E89A3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20">
                <a:extLst>
                  <a:ext uri="{FF2B5EF4-FFF2-40B4-BE49-F238E27FC236}">
                    <a16:creationId xmlns:a16="http://schemas.microsoft.com/office/drawing/2014/main" id="{6B8CFAB4-AC02-4161-90F7-F306E23444C4}"/>
                  </a:ext>
                </a:extLst>
              </p:cNvPr>
              <p:cNvSpPr/>
              <p:nvPr/>
            </p:nvSpPr>
            <p:spPr>
              <a:xfrm flipH="1">
                <a:off x="5570220" y="2698395"/>
                <a:ext cx="94842" cy="293628"/>
              </a:xfrm>
              <a:custGeom>
                <a:avLst/>
                <a:gdLst>
                  <a:gd name="connsiteX0" fmla="*/ 0 w 168608"/>
                  <a:gd name="connsiteY0" fmla="*/ 142844 h 285687"/>
                  <a:gd name="connsiteX1" fmla="*/ 84304 w 168608"/>
                  <a:gd name="connsiteY1" fmla="*/ 0 h 285687"/>
                  <a:gd name="connsiteX2" fmla="*/ 168608 w 168608"/>
                  <a:gd name="connsiteY2" fmla="*/ 142844 h 285687"/>
                  <a:gd name="connsiteX3" fmla="*/ 84304 w 168608"/>
                  <a:gd name="connsiteY3" fmla="*/ 285688 h 285687"/>
                  <a:gd name="connsiteX4" fmla="*/ 0 w 168608"/>
                  <a:gd name="connsiteY4" fmla="*/ 142844 h 285687"/>
                  <a:gd name="connsiteX0" fmla="*/ 0 w 94842"/>
                  <a:gd name="connsiteY0" fmla="*/ 146814 h 293628"/>
                  <a:gd name="connsiteX1" fmla="*/ 84304 w 94842"/>
                  <a:gd name="connsiteY1" fmla="*/ 3970 h 293628"/>
                  <a:gd name="connsiteX2" fmla="*/ 84304 w 94842"/>
                  <a:gd name="connsiteY2" fmla="*/ 289658 h 293628"/>
                  <a:gd name="connsiteX3" fmla="*/ 0 w 94842"/>
                  <a:gd name="connsiteY3" fmla="*/ 146814 h 29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842" h="293628">
                    <a:moveTo>
                      <a:pt x="0" y="146814"/>
                    </a:moveTo>
                    <a:cubicBezTo>
                      <a:pt x="0" y="67923"/>
                      <a:pt x="70253" y="-19837"/>
                      <a:pt x="84304" y="3970"/>
                    </a:cubicBezTo>
                    <a:cubicBezTo>
                      <a:pt x="98355" y="27777"/>
                      <a:pt x="98355" y="265851"/>
                      <a:pt x="84304" y="289658"/>
                    </a:cubicBezTo>
                    <a:cubicBezTo>
                      <a:pt x="70253" y="313465"/>
                      <a:pt x="0" y="225705"/>
                      <a:pt x="0" y="1468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D6ED320-B278-4E80-95B7-5FEA5018BFE4}"/>
                  </a:ext>
                </a:extLst>
              </p:cNvPr>
              <p:cNvSpPr/>
              <p:nvPr/>
            </p:nvSpPr>
            <p:spPr>
              <a:xfrm rot="11924998">
                <a:off x="5301094" y="2484913"/>
                <a:ext cx="445542" cy="266889"/>
              </a:xfrm>
              <a:custGeom>
                <a:avLst/>
                <a:gdLst>
                  <a:gd name="connsiteX0" fmla="*/ 445542 w 445542"/>
                  <a:gd name="connsiteY0" fmla="*/ 197985 h 266889"/>
                  <a:gd name="connsiteX1" fmla="*/ 414552 w 445542"/>
                  <a:gd name="connsiteY1" fmla="*/ 222062 h 266889"/>
                  <a:gd name="connsiteX2" fmla="*/ 190487 w 445542"/>
                  <a:gd name="connsiteY2" fmla="*/ 266889 h 266889"/>
                  <a:gd name="connsiteX3" fmla="*/ 13253 w 445542"/>
                  <a:gd name="connsiteY3" fmla="*/ 246253 h 266889"/>
                  <a:gd name="connsiteX4" fmla="*/ 0 w 445542"/>
                  <a:gd name="connsiteY4" fmla="*/ 240529 h 266889"/>
                  <a:gd name="connsiteX5" fmla="*/ 2857 w 445542"/>
                  <a:gd name="connsiteY5" fmla="*/ 203225 h 266889"/>
                  <a:gd name="connsiteX6" fmla="*/ 217642 w 445542"/>
                  <a:gd name="connsiteY6" fmla="*/ 634 h 266889"/>
                  <a:gd name="connsiteX7" fmla="*/ 444228 w 445542"/>
                  <a:gd name="connsiteY7" fmla="*/ 188304 h 266889"/>
                  <a:gd name="connsiteX8" fmla="*/ 445542 w 445542"/>
                  <a:gd name="connsiteY8" fmla="*/ 197985 h 266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542" h="266889">
                    <a:moveTo>
                      <a:pt x="445542" y="197985"/>
                    </a:moveTo>
                    <a:lnTo>
                      <a:pt x="414552" y="222062"/>
                    </a:lnTo>
                    <a:cubicBezTo>
                      <a:pt x="357360" y="256084"/>
                      <a:pt x="278753" y="266889"/>
                      <a:pt x="190487" y="266889"/>
                    </a:cubicBezTo>
                    <a:cubicBezTo>
                      <a:pt x="124289" y="266889"/>
                      <a:pt x="63578" y="262323"/>
                      <a:pt x="13253" y="246253"/>
                    </a:cubicBezTo>
                    <a:lnTo>
                      <a:pt x="0" y="240529"/>
                    </a:lnTo>
                    <a:lnTo>
                      <a:pt x="2857" y="203225"/>
                    </a:lnTo>
                    <a:cubicBezTo>
                      <a:pt x="17765" y="89313"/>
                      <a:pt x="70478" y="9287"/>
                      <a:pt x="217642" y="634"/>
                    </a:cubicBezTo>
                    <a:cubicBezTo>
                      <a:pt x="364807" y="-8019"/>
                      <a:pt x="422386" y="72876"/>
                      <a:pt x="444228" y="188304"/>
                    </a:cubicBezTo>
                    <a:lnTo>
                      <a:pt x="445542" y="19798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BF445F6-CA97-47AE-80B1-DE08390A3D70}"/>
                  </a:ext>
                </a:extLst>
              </p:cNvPr>
              <p:cNvSpPr/>
              <p:nvPr/>
            </p:nvSpPr>
            <p:spPr>
              <a:xfrm rot="16996436">
                <a:off x="5997629" y="3165442"/>
                <a:ext cx="178542" cy="218955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548F3061-5C11-42DA-9729-1493677157BB}"/>
                  </a:ext>
                </a:extLst>
              </p:cNvPr>
              <p:cNvSpPr/>
              <p:nvPr/>
            </p:nvSpPr>
            <p:spPr>
              <a:xfrm rot="16996436">
                <a:off x="5945655" y="3431527"/>
                <a:ext cx="158511" cy="19439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2D6C427-9788-4E0C-ABFA-CADFA0DC7C2D}"/>
                  </a:ext>
                </a:extLst>
              </p:cNvPr>
              <p:cNvSpPr/>
              <p:nvPr/>
            </p:nvSpPr>
            <p:spPr>
              <a:xfrm rot="13764884">
                <a:off x="5615793" y="3021000"/>
                <a:ext cx="122384" cy="236082"/>
              </a:xfrm>
              <a:custGeom>
                <a:avLst/>
                <a:gdLst>
                  <a:gd name="connsiteX0" fmla="*/ 91400 w 139238"/>
                  <a:gd name="connsiteY0" fmla="*/ 0 h 227707"/>
                  <a:gd name="connsiteX1" fmla="*/ 109025 w 139238"/>
                  <a:gd name="connsiteY1" fmla="*/ 20134 h 227707"/>
                  <a:gd name="connsiteX2" fmla="*/ 139238 w 139238"/>
                  <a:gd name="connsiteY2" fmla="*/ 143725 h 227707"/>
                  <a:gd name="connsiteX3" fmla="*/ 131132 w 139238"/>
                  <a:gd name="connsiteY3" fmla="*/ 211759 h 227707"/>
                  <a:gd name="connsiteX4" fmla="*/ 124786 w 139238"/>
                  <a:gd name="connsiteY4" fmla="*/ 227707 h 227707"/>
                  <a:gd name="connsiteX5" fmla="*/ 63819 w 139238"/>
                  <a:gd name="connsiteY5" fmla="*/ 179694 h 227707"/>
                  <a:gd name="connsiteX6" fmla="*/ 2898 w 139238"/>
                  <a:gd name="connsiteY6" fmla="*/ 139080 h 227707"/>
                  <a:gd name="connsiteX7" fmla="*/ 0 w 139238"/>
                  <a:gd name="connsiteY7" fmla="*/ 137620 h 227707"/>
                  <a:gd name="connsiteX8" fmla="*/ 91400 w 139238"/>
                  <a:gd name="connsiteY8" fmla="*/ 0 h 22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38" h="227707">
                    <a:moveTo>
                      <a:pt x="91400" y="0"/>
                    </a:moveTo>
                    <a:lnTo>
                      <a:pt x="109025" y="20134"/>
                    </a:lnTo>
                    <a:cubicBezTo>
                      <a:pt x="127692" y="51764"/>
                      <a:pt x="139238" y="95460"/>
                      <a:pt x="139238" y="143725"/>
                    </a:cubicBezTo>
                    <a:cubicBezTo>
                      <a:pt x="139238" y="167858"/>
                      <a:pt x="136352" y="190848"/>
                      <a:pt x="131132" y="211759"/>
                    </a:cubicBezTo>
                    <a:lnTo>
                      <a:pt x="124786" y="227707"/>
                    </a:lnTo>
                    <a:lnTo>
                      <a:pt x="63819" y="179694"/>
                    </a:lnTo>
                    <a:cubicBezTo>
                      <a:pt x="43477" y="164764"/>
                      <a:pt x="23162" y="151081"/>
                      <a:pt x="2898" y="139080"/>
                    </a:cubicBezTo>
                    <a:lnTo>
                      <a:pt x="0" y="137620"/>
                    </a:lnTo>
                    <a:lnTo>
                      <a:pt x="91400" y="0"/>
                    </a:lnTo>
                    <a:close/>
                  </a:path>
                </a:pathLst>
              </a:custGeom>
              <a:solidFill>
                <a:srgbClr val="E89A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3E97D70-15B3-42F9-A969-45AC18F49897}"/>
                  </a:ext>
                </a:extLst>
              </p:cNvPr>
              <p:cNvSpPr/>
              <p:nvPr/>
            </p:nvSpPr>
            <p:spPr>
              <a:xfrm rot="19584607">
                <a:off x="5739791" y="2886782"/>
                <a:ext cx="191858" cy="349569"/>
              </a:xfrm>
              <a:custGeom>
                <a:avLst/>
                <a:gdLst>
                  <a:gd name="connsiteX0" fmla="*/ 143308 w 191858"/>
                  <a:gd name="connsiteY0" fmla="*/ 13735 h 349569"/>
                  <a:gd name="connsiteX1" fmla="*/ 158472 w 191858"/>
                  <a:gd name="connsiteY1" fmla="*/ 31059 h 349569"/>
                  <a:gd name="connsiteX2" fmla="*/ 67072 w 191858"/>
                  <a:gd name="connsiteY2" fmla="*/ 168679 h 349569"/>
                  <a:gd name="connsiteX3" fmla="*/ 69970 w 191858"/>
                  <a:gd name="connsiteY3" fmla="*/ 170139 h 349569"/>
                  <a:gd name="connsiteX4" fmla="*/ 130891 w 191858"/>
                  <a:gd name="connsiteY4" fmla="*/ 210753 h 349569"/>
                  <a:gd name="connsiteX5" fmla="*/ 191858 w 191858"/>
                  <a:gd name="connsiteY5" fmla="*/ 258766 h 349569"/>
                  <a:gd name="connsiteX6" fmla="*/ 176097 w 191858"/>
                  <a:gd name="connsiteY6" fmla="*/ 298375 h 349569"/>
                  <a:gd name="connsiteX7" fmla="*/ 103155 w 191858"/>
                  <a:gd name="connsiteY7" fmla="*/ 349569 h 349569"/>
                  <a:gd name="connsiteX8" fmla="*/ 0 w 191858"/>
                  <a:gd name="connsiteY8" fmla="*/ 174784 h 349569"/>
                  <a:gd name="connsiteX9" fmla="*/ 103155 w 191858"/>
                  <a:gd name="connsiteY9" fmla="*/ 0 h 349569"/>
                  <a:gd name="connsiteX10" fmla="*/ 143308 w 191858"/>
                  <a:gd name="connsiteY10" fmla="*/ 13735 h 34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1858" h="349569">
                    <a:moveTo>
                      <a:pt x="143308" y="13735"/>
                    </a:moveTo>
                    <a:lnTo>
                      <a:pt x="158472" y="31059"/>
                    </a:lnTo>
                    <a:lnTo>
                      <a:pt x="67072" y="168679"/>
                    </a:lnTo>
                    <a:lnTo>
                      <a:pt x="69970" y="170139"/>
                    </a:lnTo>
                    <a:cubicBezTo>
                      <a:pt x="90234" y="182140"/>
                      <a:pt x="110549" y="195823"/>
                      <a:pt x="130891" y="210753"/>
                    </a:cubicBezTo>
                    <a:lnTo>
                      <a:pt x="191858" y="258766"/>
                    </a:lnTo>
                    <a:lnTo>
                      <a:pt x="176097" y="298375"/>
                    </a:lnTo>
                    <a:cubicBezTo>
                      <a:pt x="157429" y="330005"/>
                      <a:pt x="131640" y="349569"/>
                      <a:pt x="103155" y="349569"/>
                    </a:cubicBezTo>
                    <a:cubicBezTo>
                      <a:pt x="46185" y="349568"/>
                      <a:pt x="0" y="271315"/>
                      <a:pt x="0" y="174784"/>
                    </a:cubicBezTo>
                    <a:cubicBezTo>
                      <a:pt x="0" y="78253"/>
                      <a:pt x="46184" y="1"/>
                      <a:pt x="103155" y="0"/>
                    </a:cubicBezTo>
                    <a:cubicBezTo>
                      <a:pt x="117398" y="0"/>
                      <a:pt x="130966" y="4891"/>
                      <a:pt x="143308" y="1373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36A04921-41D7-44EA-9C2D-FC91E0AD81C8}"/>
                  </a:ext>
                </a:extLst>
              </p:cNvPr>
              <p:cNvSpPr/>
              <p:nvPr/>
            </p:nvSpPr>
            <p:spPr>
              <a:xfrm rot="16996436">
                <a:off x="5421290" y="2491633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B8674CF-2B13-4340-9EA9-2EBF76E612C9}"/>
                  </a:ext>
                </a:extLst>
              </p:cNvPr>
              <p:cNvSpPr/>
              <p:nvPr/>
            </p:nvSpPr>
            <p:spPr>
              <a:xfrm rot="16996436">
                <a:off x="5538397" y="2520318"/>
                <a:ext cx="45719" cy="56067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29A11F3-C28A-473D-BE7E-08D9F7C5D612}"/>
                  </a:ext>
                </a:extLst>
              </p:cNvPr>
              <p:cNvSpPr/>
              <p:nvPr/>
            </p:nvSpPr>
            <p:spPr>
              <a:xfrm rot="12751688">
                <a:off x="5443238" y="222699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BE350A9-2904-485D-A0EF-F9DC0D2B7F1E}"/>
                  </a:ext>
                </a:extLst>
              </p:cNvPr>
              <p:cNvSpPr/>
              <p:nvPr/>
            </p:nvSpPr>
            <p:spPr>
              <a:xfrm rot="13202437">
                <a:off x="5448471" y="2250638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3A99B0B2-5A12-47B1-87DF-5AD588BDFADA}"/>
                  </a:ext>
                </a:extLst>
              </p:cNvPr>
              <p:cNvSpPr/>
              <p:nvPr/>
            </p:nvSpPr>
            <p:spPr>
              <a:xfrm rot="13066296">
                <a:off x="5480594" y="2245802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4214922-7E42-4A2E-946B-D615C1DA5314}"/>
                  </a:ext>
                </a:extLst>
              </p:cNvPr>
              <p:cNvSpPr/>
              <p:nvPr/>
            </p:nvSpPr>
            <p:spPr>
              <a:xfrm rot="12751688">
                <a:off x="5597514" y="2252879"/>
                <a:ext cx="79269" cy="972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62777EA-A42A-4AA1-9943-2494619D9553}"/>
                  </a:ext>
                </a:extLst>
              </p:cNvPr>
              <p:cNvSpPr/>
              <p:nvPr/>
            </p:nvSpPr>
            <p:spPr>
              <a:xfrm rot="13202437">
                <a:off x="5599984" y="2271665"/>
                <a:ext cx="57448" cy="7045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2833A72-EB35-4EB6-B630-090AA11A9F7F}"/>
                  </a:ext>
                </a:extLst>
              </p:cNvPr>
              <p:cNvSpPr/>
              <p:nvPr/>
            </p:nvSpPr>
            <p:spPr>
              <a:xfrm rot="13066296">
                <a:off x="5622043" y="2271765"/>
                <a:ext cx="36983" cy="4535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3C3A81CC-1EE3-480B-97E3-90CCE296CB0E}"/>
                </a:ext>
              </a:extLst>
            </p:cNvPr>
            <p:cNvSpPr/>
            <p:nvPr/>
          </p:nvSpPr>
          <p:spPr>
            <a:xfrm rot="7973619">
              <a:off x="5399586" y="2423620"/>
              <a:ext cx="252524" cy="25252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332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4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30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9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28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33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392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480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872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928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984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528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512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68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1056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504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4"/>
                            </p:stCondLst>
                            <p:childTnLst>
                              <p:par>
                                <p:cTn id="4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3" dur="1056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60"/>
                            </p:stCondLst>
                            <p:childTnLst>
                              <p:par>
                                <p:cTn id="4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616"/>
                            </p:stCondLst>
                            <p:childTnLst>
                              <p:par>
                                <p:cTn id="4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9" dur="16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48"/>
                            </p:stCondLst>
                            <p:childTnLst>
                              <p:par>
                                <p:cTn id="5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 showWhenStopped="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  <p:audio>
              <p:cMediaNode vol="80000" showWhenStopped="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 vol="80000" showWhenStopped="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 vol="80000" showWhenStopped="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80000" showWhenStopped="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showWhenStopped="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80000" showWhenStopped="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 vol="80000" showWhenStopped="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C82CD9-7EA3-4C21-9EA7-70B0E45E6E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1658471" y="932890"/>
            <a:ext cx="8875059" cy="4992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3369314" y="1216417"/>
            <a:ext cx="5453373" cy="3978816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EB159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EB159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260484" y="1404643"/>
            <a:ext cx="536184" cy="458291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EB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449572" y="1408816"/>
            <a:ext cx="536184" cy="458291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EB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1918251" y="3194915"/>
            <a:ext cx="8355498" cy="2330707"/>
            <a:chOff x="-1916935" y="3865734"/>
            <a:chExt cx="13232502" cy="3691111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latin typeface="Calibri" panose="020F0502020204030204"/>
                </a:rPr>
                <a:t>u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latin typeface="Calibri" panose="020F0502020204030204"/>
                </a:rPr>
                <a:t>u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latin typeface="Calibri" panose="020F0502020204030204"/>
                </a:rPr>
                <a:t>-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latin typeface="Calibri" panose="020F0502020204030204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9954CC"/>
                  </a:solidFill>
                  <a:latin typeface="Calibri" panose="020F0502020204030204"/>
                </a:rPr>
                <a:t>ue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9954CC"/>
                </a:solidFill>
                <a:latin typeface="Calibri" panose="020F050202020403020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993A0"/>
                  </a:solidFill>
                  <a:latin typeface="Calibri" panose="020F0502020204030204"/>
                </a:rPr>
                <a:t>eu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993A0"/>
                </a:solidFill>
                <a:latin typeface="Calibri" panose="020F0502020204030204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428D4879-9531-4751-AA4C-BA847EA31D50}"/>
                </a:ext>
              </a:extLst>
            </p:cNvPr>
            <p:cNvSpPr/>
            <p:nvPr/>
          </p:nvSpPr>
          <p:spPr>
            <a:xfrm>
              <a:off x="-1916935" y="5953331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FC000"/>
                  </a:solidFill>
                  <a:latin typeface="Calibri" panose="020F0502020204030204"/>
                </a:rPr>
                <a:t>oo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Calibri" panose="020F0502020204030204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AEC7821-747C-4D23-8D55-EDBA2F975FC4}"/>
                </a:ext>
              </a:extLst>
            </p:cNvPr>
            <p:cNvSpPr/>
            <p:nvPr/>
          </p:nvSpPr>
          <p:spPr>
            <a:xfrm>
              <a:off x="1469432" y="5936052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ou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F2F2F"/>
                </a:solidFill>
                <a:latin typeface="Calibri" panose="020F0502020204030204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D3B133E-B36F-4007-8E6F-6D130E10A178}"/>
                </a:ext>
              </a:extLst>
            </p:cNvPr>
            <p:cNvSpPr/>
            <p:nvPr/>
          </p:nvSpPr>
          <p:spPr>
            <a:xfrm>
              <a:off x="4840690" y="5953332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latin typeface="Calibri" panose="020F0502020204030204"/>
                </a:rPr>
                <a:t>ew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986F93-41F0-46F3-A812-BEBECD4505AD}"/>
                </a:ext>
              </a:extLst>
            </p:cNvPr>
            <p:cNvSpPr/>
            <p:nvPr/>
          </p:nvSpPr>
          <p:spPr>
            <a:xfrm>
              <a:off x="8249754" y="5944691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latin typeface="Calibri" panose="020F0502020204030204"/>
                </a:rPr>
                <a:t>ui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6857359" y="3147081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FF53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5137991" y="3151725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FF53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191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1658471" y="932890"/>
            <a:ext cx="8875059" cy="4992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3369314" y="1216417"/>
            <a:ext cx="5453373" cy="3978816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CE8B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CE8B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92D05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92D05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260484" y="1404643"/>
            <a:ext cx="536184" cy="458291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449572" y="1408816"/>
            <a:ext cx="536184" cy="458291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1918251" y="3194914"/>
            <a:ext cx="8355498" cy="2339842"/>
            <a:chOff x="-1916935" y="3865734"/>
            <a:chExt cx="13232502" cy="370557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latin typeface="Calibri" panose="020F0502020204030204"/>
                </a:rPr>
                <a:t>ow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o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latin typeface="Calibri" panose="020F0502020204030204"/>
                </a:rPr>
                <a:t>-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latin typeface="Calibri" panose="020F0502020204030204"/>
                </a:rPr>
                <a:t>oe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latin typeface="Calibri" panose="020F0502020204030204"/>
                </a:rPr>
                <a:t>oa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1955181" y="5967800"/>
              <a:ext cx="5538468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4472C4"/>
                  </a:solidFill>
                  <a:latin typeface="Calibri" panose="020F0502020204030204"/>
                </a:rPr>
                <a:t>Long O</a:t>
              </a: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6857359" y="3147081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CE8B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5137991" y="3151725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CE8B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331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1658471" y="932890"/>
            <a:ext cx="8875059" cy="4992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3369314" y="1216417"/>
            <a:ext cx="5453373" cy="3978816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260484" y="1404643"/>
            <a:ext cx="536184" cy="458291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449572" y="1408816"/>
            <a:ext cx="536184" cy="458291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1918251" y="3194914"/>
            <a:ext cx="8355498" cy="2339842"/>
            <a:chOff x="-1916935" y="3865734"/>
            <a:chExt cx="13232502" cy="370557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latin typeface="Calibri" panose="020F0502020204030204"/>
                </a:rPr>
                <a:t>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e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latin typeface="Calibri" panose="020F0502020204030204"/>
                </a:rPr>
                <a:t>-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latin typeface="Calibri" panose="020F0502020204030204"/>
                </a:rPr>
                <a:t>ee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latin typeface="Calibri" panose="020F0502020204030204"/>
                </a:rPr>
                <a:t>ea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latin typeface="Calibri" panose="020F0502020204030204"/>
                </a:rPr>
                <a:t>ie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latin typeface="Calibri" panose="020F0502020204030204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latin typeface="Calibri" panose="020F0502020204030204"/>
                </a:rPr>
                <a:t>ey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latin typeface="Calibri" panose="020F0502020204030204"/>
                </a:rPr>
                <a:t>ei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6857359" y="3147081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5137991" y="3151725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142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1658471" y="932890"/>
            <a:ext cx="8875059" cy="4992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3369314" y="1216417"/>
            <a:ext cx="5453373" cy="3978816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260484" y="1404643"/>
            <a:ext cx="536184" cy="458291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449572" y="1408816"/>
            <a:ext cx="536184" cy="458291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1918251" y="3194914"/>
            <a:ext cx="8355498" cy="2339842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latin typeface="Calibri" panose="020F0502020204030204"/>
                </a:rPr>
                <a:t>a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a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latin typeface="Calibri" panose="020F0502020204030204"/>
                </a:rPr>
                <a:t>-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latin typeface="Calibri" panose="020F0502020204030204"/>
                </a:rPr>
                <a:t>ai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latin typeface="Calibri" panose="020F0502020204030204"/>
                </a:rPr>
                <a:t>ea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latin typeface="Calibri" panose="020F0502020204030204"/>
                </a:rPr>
                <a:t>eigh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latin typeface="Calibri" panose="020F0502020204030204"/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latin typeface="Calibri" panose="020F0502020204030204"/>
                </a:rPr>
                <a:t>ey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latin typeface="Calibri" panose="020F0502020204030204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latin typeface="Calibri" panose="020F0502020204030204"/>
                </a:rPr>
                <a:t>ei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6857359" y="3147081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5137991" y="3151725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6207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1658471" y="932890"/>
            <a:ext cx="8875059" cy="4992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3369314" y="1216417"/>
            <a:ext cx="5453373" cy="3978816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32832">
                <a:defRPr/>
              </a:pPr>
              <a:endParaRPr lang="en-US" sz="1310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260484" y="1404643"/>
            <a:ext cx="536184" cy="458291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449572" y="1408816"/>
            <a:ext cx="536184" cy="458291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131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1918251" y="3194914"/>
            <a:ext cx="8355498" cy="2339842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latin typeface="Calibri" panose="020F0502020204030204"/>
                </a:rPr>
                <a:t>i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i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latin typeface="Calibri" panose="020F0502020204030204"/>
                </a:rPr>
                <a:t>-</a:t>
              </a: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latin typeface="Calibri" panose="020F0502020204030204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latin typeface="Calibri" panose="020F0502020204030204"/>
                </a:rPr>
                <a:t>ie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latin typeface="Calibri" panose="020F0502020204030204"/>
                </a:rPr>
                <a:t>igh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latin typeface="Calibri" panose="020F0502020204030204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latin typeface="Calibri" panose="020F0502020204030204"/>
                </a:rPr>
                <a:t>ye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65665">
                <a:defRPr/>
              </a:pPr>
              <a:r>
                <a:rPr lang="en-US" sz="6989" b="1" dirty="0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latin typeface="Calibri" panose="020F0502020204030204"/>
                </a:rPr>
                <a:t>y-e</a:t>
              </a:r>
              <a:endParaRPr lang="en-US" sz="6989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6941924" y="3151724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5137991" y="3151725"/>
            <a:ext cx="334381" cy="307441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65665">
              <a:defRPr/>
            </a:pPr>
            <a:endParaRPr lang="en-US" sz="131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101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83</Words>
  <Application>Microsoft Office PowerPoint</Application>
  <PresentationFormat>Widescreen</PresentationFormat>
  <Paragraphs>81</Paragraphs>
  <Slides>20</Slides>
  <Notes>0</Notes>
  <HiddenSlides>0</HiddenSlides>
  <MMClips>100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Arial Black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336</cp:revision>
  <dcterms:created xsi:type="dcterms:W3CDTF">2025-03-13T11:57:37Z</dcterms:created>
  <dcterms:modified xsi:type="dcterms:W3CDTF">2025-04-26T22:07:57Z</dcterms:modified>
</cp:coreProperties>
</file>