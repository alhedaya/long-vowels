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8" r:id="rId4"/>
    <p:sldId id="259" r:id="rId5"/>
    <p:sldId id="263" r:id="rId6"/>
    <p:sldId id="257" r:id="rId7"/>
    <p:sldId id="261" r:id="rId8"/>
    <p:sldId id="260" r:id="rId9"/>
    <p:sldId id="262" r:id="rId10"/>
    <p:sldId id="269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D18E"/>
    <a:srgbClr val="B1722D"/>
    <a:srgbClr val="AFABAB"/>
    <a:srgbClr val="EAB575"/>
    <a:srgbClr val="EFA159"/>
    <a:srgbClr val="CE8B3F"/>
    <a:srgbClr val="7E5750"/>
    <a:srgbClr val="F29798"/>
    <a:srgbClr val="803C26"/>
    <a:srgbClr val="FBDF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3AE4-A7C1-4219-B6E3-4D9FDF3A5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A7C54-21AD-4584-A111-50A0B8FD9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5C3A-24D6-46C2-AF24-3EB1A13C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EDF3C-01B1-4A8A-A9C9-053A024C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8490-5937-4DD2-A25F-9960AC02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2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4EDE-E8E9-4823-8591-2AF81554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9ABA-0707-46C2-8FD1-80BBFAC03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D55E-AC43-4BA1-BD1D-25D51478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31DDC-25D1-4AD2-93FC-E575BB88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1FE8-253B-417E-8519-EE6258C7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2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9282-59D3-46C9-BA14-976A3611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3487-46BF-4582-AB32-A7B52D44B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F4D4A-F1E8-4BCA-B5C3-DA5EDB1E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F0546-C27F-4A63-ABC1-04938109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8AA95-A20C-4051-8CCE-B3BEE1F6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9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4F1C-814D-4FD4-BDAD-41FF0F32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3100-1CCA-4A8B-918C-140B1CEF6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2BDE7-D36B-41E9-876B-C2C6D9B4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739F2-E7E3-4E6A-8834-E3BA57A2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85C15-F685-4EBD-BC93-1FD41AC7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18E0A-ECB5-41E5-8B97-92D0E63C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2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E9AA-000B-4B7E-9497-3FA94030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DC2FB-9FD7-4943-BA64-0A89B0F7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CCE27-CCD3-4E6F-BAE9-A27689F70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DF5D1-B587-4597-A615-304913634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639BC-F18E-47D6-90F1-62899B147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09FCA-E285-4BA6-B6E1-9DDD54417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F2445-90F5-4B5A-A6A8-6F21EE0F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3A0E8-C3B4-420B-AC7B-4F0F4CD9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8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BA98-ED8E-41D7-8DAE-594B5A70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58282-D5EE-451C-B9A3-E0F95090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5AF35-5A6E-4B1F-A368-59638463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97373-E1D6-4DEA-AC7F-22C44D6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7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62B56-2A4E-4B2A-98FA-B2DCA770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DB106-4D1A-4E5D-941D-466FAD06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E49EC-F9A6-4029-90ED-26280A0B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F340-AE88-4F94-B2EB-866876A7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78EE-1100-4812-A9B4-E73693BB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1A110-1DB2-4060-BE0A-9DCFD0DB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ACBF9-AB0C-4769-9989-A8C350A0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00511-3B4D-4972-9510-58EF9857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D62A5-AEBC-4521-BA81-A80CBCC4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4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9782-EC4D-4CB2-AC15-1A14E2D1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0C41A0-C4A4-42D5-8E45-D113FDC26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378DD-AB06-4941-ADD2-2A9057B83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8944-8322-4B47-B33A-898BAB66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C1AB-B807-4E22-9933-A91FAA34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1B3B5-0C98-46F8-83CF-AD33D699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3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7B04-929D-4592-BC8C-C41EB7A3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EA8A-9086-49A8-9B14-EACDFD74F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B2EBC-943D-4401-9702-6374A681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8A963-487C-4607-9C79-450BC4F3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384D1-04AF-4A6F-81BC-8B688AF4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5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BEF89-8CCA-4F3C-9764-18AA23EB1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B3BBA-E775-4B2E-85CF-B4A29CE91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6C5BE-5F48-4BF6-8881-D4E9E2D6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28F0-E014-407D-A458-1DCF1830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4056-EEF2-4550-88E9-5FF4FAAF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0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C50E9-C151-4BBF-960F-747E312C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69659-5534-49C3-95CE-24C1B64D4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91B5-A0DA-4601-B2B5-A460AFEC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3719-B508-49D1-8E00-BF5E3A86B3DF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9E0A9-A973-4575-B254-88F04C44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6E6F-F2A3-4E96-9CD6-12ED35391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0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microsoft.com/office/2007/relationships/media" Target="../media/media7.mp3"/><Relationship Id="rId1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audio" Target="../media/media6.mp3"/><Relationship Id="rId17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6" Type="http://schemas.openxmlformats.org/officeDocument/2006/relationships/audio" Target="../media/media8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microsoft.com/office/2007/relationships/media" Target="../media/media6.mp3"/><Relationship Id="rId5" Type="http://schemas.microsoft.com/office/2007/relationships/media" Target="../media/media3.mp3"/><Relationship Id="rId15" Type="http://schemas.microsoft.com/office/2007/relationships/media" Target="../media/media8.mp3"/><Relationship Id="rId10" Type="http://schemas.openxmlformats.org/officeDocument/2006/relationships/audio" Target="../media/media5.mp3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audio" Target="../media/media7.mp3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audio" Target="../media/media10.mp3"/><Relationship Id="rId5" Type="http://schemas.microsoft.com/office/2007/relationships/media" Target="../media/media10.mp3"/><Relationship Id="rId4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audio" Target="../media/media12.mp3"/><Relationship Id="rId5" Type="http://schemas.microsoft.com/office/2007/relationships/media" Target="../media/media12.mp3"/><Relationship Id="rId4" Type="http://schemas.openxmlformats.org/officeDocument/2006/relationships/audio" Target="../media/media2.mp3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6" Type="http://schemas.openxmlformats.org/officeDocument/2006/relationships/audio" Target="../media/media14.mp3"/><Relationship Id="rId5" Type="http://schemas.microsoft.com/office/2007/relationships/media" Target="../media/media14.mp3"/><Relationship Id="rId4" Type="http://schemas.openxmlformats.org/officeDocument/2006/relationships/audio" Target="../media/media2.mp3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6" Type="http://schemas.openxmlformats.org/officeDocument/2006/relationships/audio" Target="../media/media16.mp3"/><Relationship Id="rId5" Type="http://schemas.microsoft.com/office/2007/relationships/media" Target="../media/media16.mp3"/><Relationship Id="rId4" Type="http://schemas.openxmlformats.org/officeDocument/2006/relationships/audio" Target="../media/media2.mp3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6" Type="http://schemas.openxmlformats.org/officeDocument/2006/relationships/audio" Target="../media/media18.mp3"/><Relationship Id="rId5" Type="http://schemas.microsoft.com/office/2007/relationships/media" Target="../media/media18.mp3"/><Relationship Id="rId4" Type="http://schemas.openxmlformats.org/officeDocument/2006/relationships/audio" Target="../media/media2.mp3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6" Type="http://schemas.openxmlformats.org/officeDocument/2006/relationships/audio" Target="../media/media20.mp3"/><Relationship Id="rId5" Type="http://schemas.microsoft.com/office/2007/relationships/media" Target="../media/media20.mp3"/><Relationship Id="rId4" Type="http://schemas.openxmlformats.org/officeDocument/2006/relationships/audio" Target="../media/media2.mp3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6" Type="http://schemas.openxmlformats.org/officeDocument/2006/relationships/audio" Target="../media/media22.mp3"/><Relationship Id="rId5" Type="http://schemas.microsoft.com/office/2007/relationships/media" Target="../media/media22.mp3"/><Relationship Id="rId4" Type="http://schemas.openxmlformats.org/officeDocument/2006/relationships/audio" Target="../media/media2.mp3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6" Type="http://schemas.openxmlformats.org/officeDocument/2006/relationships/audio" Target="../media/media24.mp3"/><Relationship Id="rId5" Type="http://schemas.microsoft.com/office/2007/relationships/media" Target="../media/media24.mp3"/><Relationship Id="rId4" Type="http://schemas.openxmlformats.org/officeDocument/2006/relationships/audio" Target="../media/media2.mp3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media6.mp3"/><Relationship Id="rId3" Type="http://schemas.microsoft.com/office/2007/relationships/media" Target="../media/media2.mp3"/><Relationship Id="rId7" Type="http://schemas.microsoft.com/office/2007/relationships/media" Target="../media/media6.mp3"/><Relationship Id="rId12" Type="http://schemas.openxmlformats.org/officeDocument/2006/relationships/image" Target="../media/image1.png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6" Type="http://schemas.openxmlformats.org/officeDocument/2006/relationships/audio" Target="../media/media26.mp3"/><Relationship Id="rId11" Type="http://schemas.openxmlformats.org/officeDocument/2006/relationships/slideLayout" Target="../slideLayouts/slideLayout7.xml"/><Relationship Id="rId5" Type="http://schemas.microsoft.com/office/2007/relationships/media" Target="../media/media26.mp3"/><Relationship Id="rId10" Type="http://schemas.openxmlformats.org/officeDocument/2006/relationships/audio" Target="../media/media27.mp3"/><Relationship Id="rId4" Type="http://schemas.openxmlformats.org/officeDocument/2006/relationships/audio" Target="../media/media2.mp3"/><Relationship Id="rId9" Type="http://schemas.microsoft.com/office/2007/relationships/media" Target="../media/media27.mp3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85857" y="220273"/>
            <a:ext cx="5459119" cy="6412505"/>
            <a:chOff x="5022123" y="197845"/>
            <a:chExt cx="6293445" cy="739253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e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-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ee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</a:rPr>
                <a:t>ea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2166" y="406442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ie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ei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5029709" y="5986871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chemeClr val="bg2">
                      <a:lumMod val="75000"/>
                    </a:schemeClr>
                  </a:solidFill>
                </a:rPr>
                <a:t>ey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8249755" y="5984294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8A3CC4"/>
                  </a:solidFill>
                </a:rPr>
                <a:t>y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037650D-3F5A-4132-BA36-E657E33E8F5C}"/>
              </a:ext>
            </a:extLst>
          </p:cNvPr>
          <p:cNvGrpSpPr/>
          <p:nvPr/>
        </p:nvGrpSpPr>
        <p:grpSpPr>
          <a:xfrm rot="20098587" flipH="1">
            <a:off x="-946959" y="1656403"/>
            <a:ext cx="7323909" cy="2862269"/>
            <a:chOff x="1329069" y="1051855"/>
            <a:chExt cx="8759905" cy="342347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15B3032-3F31-4C67-B41D-790B48F12F40}"/>
                </a:ext>
              </a:extLst>
            </p:cNvPr>
            <p:cNvGrpSpPr/>
            <p:nvPr/>
          </p:nvGrpSpPr>
          <p:grpSpPr>
            <a:xfrm>
              <a:off x="1329069" y="1051855"/>
              <a:ext cx="8759905" cy="3423473"/>
              <a:chOff x="1329069" y="1051855"/>
              <a:chExt cx="8759905" cy="3423473"/>
            </a:xfrm>
            <a:solidFill>
              <a:srgbClr val="6C9736"/>
            </a:solidFill>
          </p:grpSpPr>
          <p:sp>
            <p:nvSpPr>
              <p:cNvPr id="58" name="Rectangle 4">
                <a:extLst>
                  <a:ext uri="{FF2B5EF4-FFF2-40B4-BE49-F238E27FC236}">
                    <a16:creationId xmlns:a16="http://schemas.microsoft.com/office/drawing/2014/main" id="{36AB0A8A-7299-44B4-A3A3-4E7507C700F6}"/>
                  </a:ext>
                </a:extLst>
              </p:cNvPr>
              <p:cNvSpPr/>
              <p:nvPr/>
            </p:nvSpPr>
            <p:spPr>
              <a:xfrm rot="1198987">
                <a:off x="2560342" y="3017558"/>
                <a:ext cx="7528632" cy="1053399"/>
              </a:xfrm>
              <a:custGeom>
                <a:avLst/>
                <a:gdLst>
                  <a:gd name="connsiteX0" fmla="*/ 0 w 4267200"/>
                  <a:gd name="connsiteY0" fmla="*/ 0 h 621491"/>
                  <a:gd name="connsiteX1" fmla="*/ 4267200 w 4267200"/>
                  <a:gd name="connsiteY1" fmla="*/ 0 h 621491"/>
                  <a:gd name="connsiteX2" fmla="*/ 4267200 w 4267200"/>
                  <a:gd name="connsiteY2" fmla="*/ 621491 h 621491"/>
                  <a:gd name="connsiteX3" fmla="*/ 0 w 4267200"/>
                  <a:gd name="connsiteY3" fmla="*/ 621491 h 621491"/>
                  <a:gd name="connsiteX4" fmla="*/ 0 w 4267200"/>
                  <a:gd name="connsiteY4" fmla="*/ 0 h 621491"/>
                  <a:gd name="connsiteX0" fmla="*/ 0 w 7315108"/>
                  <a:gd name="connsiteY0" fmla="*/ 0 h 781224"/>
                  <a:gd name="connsiteX1" fmla="*/ 7315108 w 7315108"/>
                  <a:gd name="connsiteY1" fmla="*/ 781224 h 781224"/>
                  <a:gd name="connsiteX2" fmla="*/ 4267200 w 7315108"/>
                  <a:gd name="connsiteY2" fmla="*/ 621491 h 781224"/>
                  <a:gd name="connsiteX3" fmla="*/ 0 w 7315108"/>
                  <a:gd name="connsiteY3" fmla="*/ 621491 h 781224"/>
                  <a:gd name="connsiteX4" fmla="*/ 0 w 7315108"/>
                  <a:gd name="connsiteY4" fmla="*/ 0 h 781224"/>
                  <a:gd name="connsiteX0" fmla="*/ 0 w 7315108"/>
                  <a:gd name="connsiteY0" fmla="*/ 0 h 847418"/>
                  <a:gd name="connsiteX1" fmla="*/ 7315108 w 7315108"/>
                  <a:gd name="connsiteY1" fmla="*/ 781224 h 847418"/>
                  <a:gd name="connsiteX2" fmla="*/ 4267200 w 7315108"/>
                  <a:gd name="connsiteY2" fmla="*/ 621491 h 847418"/>
                  <a:gd name="connsiteX3" fmla="*/ 0 w 7315108"/>
                  <a:gd name="connsiteY3" fmla="*/ 621491 h 847418"/>
                  <a:gd name="connsiteX4" fmla="*/ 0 w 7315108"/>
                  <a:gd name="connsiteY4" fmla="*/ 0 h 847418"/>
                  <a:gd name="connsiteX0" fmla="*/ 0 w 7468955"/>
                  <a:gd name="connsiteY0" fmla="*/ 0 h 872802"/>
                  <a:gd name="connsiteX1" fmla="*/ 7315108 w 7468955"/>
                  <a:gd name="connsiteY1" fmla="*/ 781224 h 872802"/>
                  <a:gd name="connsiteX2" fmla="*/ 4914307 w 7468955"/>
                  <a:gd name="connsiteY2" fmla="*/ 852551 h 872802"/>
                  <a:gd name="connsiteX3" fmla="*/ 4267200 w 7468955"/>
                  <a:gd name="connsiteY3" fmla="*/ 621491 h 872802"/>
                  <a:gd name="connsiteX4" fmla="*/ 0 w 7468955"/>
                  <a:gd name="connsiteY4" fmla="*/ 621491 h 872802"/>
                  <a:gd name="connsiteX5" fmla="*/ 0 w 7468955"/>
                  <a:gd name="connsiteY5" fmla="*/ 0 h 872802"/>
                  <a:gd name="connsiteX0" fmla="*/ 0 w 7468955"/>
                  <a:gd name="connsiteY0" fmla="*/ 0 h 950829"/>
                  <a:gd name="connsiteX1" fmla="*/ 7315108 w 7468955"/>
                  <a:gd name="connsiteY1" fmla="*/ 781224 h 950829"/>
                  <a:gd name="connsiteX2" fmla="*/ 4914307 w 7468955"/>
                  <a:gd name="connsiteY2" fmla="*/ 852551 h 950829"/>
                  <a:gd name="connsiteX3" fmla="*/ 3907157 w 7468955"/>
                  <a:gd name="connsiteY3" fmla="*/ 949831 h 950829"/>
                  <a:gd name="connsiteX4" fmla="*/ 0 w 7468955"/>
                  <a:gd name="connsiteY4" fmla="*/ 621491 h 950829"/>
                  <a:gd name="connsiteX5" fmla="*/ 0 w 7468955"/>
                  <a:gd name="connsiteY5" fmla="*/ 0 h 950829"/>
                  <a:gd name="connsiteX0" fmla="*/ 0 w 7468955"/>
                  <a:gd name="connsiteY0" fmla="*/ 0 h 950829"/>
                  <a:gd name="connsiteX1" fmla="*/ 7315108 w 7468955"/>
                  <a:gd name="connsiteY1" fmla="*/ 781224 h 950829"/>
                  <a:gd name="connsiteX2" fmla="*/ 4914307 w 7468955"/>
                  <a:gd name="connsiteY2" fmla="*/ 852551 h 950829"/>
                  <a:gd name="connsiteX3" fmla="*/ 3907157 w 7468955"/>
                  <a:gd name="connsiteY3" fmla="*/ 949831 h 950829"/>
                  <a:gd name="connsiteX4" fmla="*/ 0 w 7468955"/>
                  <a:gd name="connsiteY4" fmla="*/ 621491 h 950829"/>
                  <a:gd name="connsiteX5" fmla="*/ 0 w 7468955"/>
                  <a:gd name="connsiteY5" fmla="*/ 0 h 950829"/>
                  <a:gd name="connsiteX0" fmla="*/ 0 w 7468955"/>
                  <a:gd name="connsiteY0" fmla="*/ 0 h 950829"/>
                  <a:gd name="connsiteX1" fmla="*/ 7315108 w 7468955"/>
                  <a:gd name="connsiteY1" fmla="*/ 781224 h 950829"/>
                  <a:gd name="connsiteX2" fmla="*/ 4914307 w 7468955"/>
                  <a:gd name="connsiteY2" fmla="*/ 852551 h 950829"/>
                  <a:gd name="connsiteX3" fmla="*/ 3907157 w 7468955"/>
                  <a:gd name="connsiteY3" fmla="*/ 949831 h 950829"/>
                  <a:gd name="connsiteX4" fmla="*/ 0 w 7468955"/>
                  <a:gd name="connsiteY4" fmla="*/ 621491 h 950829"/>
                  <a:gd name="connsiteX5" fmla="*/ 0 w 7468955"/>
                  <a:gd name="connsiteY5" fmla="*/ 0 h 950829"/>
                  <a:gd name="connsiteX0" fmla="*/ 0 w 7468955"/>
                  <a:gd name="connsiteY0" fmla="*/ 0 h 951165"/>
                  <a:gd name="connsiteX1" fmla="*/ 7315108 w 7468955"/>
                  <a:gd name="connsiteY1" fmla="*/ 781224 h 951165"/>
                  <a:gd name="connsiteX2" fmla="*/ 4914307 w 7468955"/>
                  <a:gd name="connsiteY2" fmla="*/ 852551 h 951165"/>
                  <a:gd name="connsiteX3" fmla="*/ 3907157 w 7468955"/>
                  <a:gd name="connsiteY3" fmla="*/ 949831 h 951165"/>
                  <a:gd name="connsiteX4" fmla="*/ 2520816 w 7468955"/>
                  <a:gd name="connsiteY4" fmla="*/ 862742 h 951165"/>
                  <a:gd name="connsiteX5" fmla="*/ 0 w 7468955"/>
                  <a:gd name="connsiteY5" fmla="*/ 621491 h 951165"/>
                  <a:gd name="connsiteX6" fmla="*/ 0 w 7468955"/>
                  <a:gd name="connsiteY6" fmla="*/ 0 h 951165"/>
                  <a:gd name="connsiteX0" fmla="*/ 0 w 7468955"/>
                  <a:gd name="connsiteY0" fmla="*/ 0 h 951165"/>
                  <a:gd name="connsiteX1" fmla="*/ 7315108 w 7468955"/>
                  <a:gd name="connsiteY1" fmla="*/ 781224 h 951165"/>
                  <a:gd name="connsiteX2" fmla="*/ 4914307 w 7468955"/>
                  <a:gd name="connsiteY2" fmla="*/ 852551 h 951165"/>
                  <a:gd name="connsiteX3" fmla="*/ 3907157 w 7468955"/>
                  <a:gd name="connsiteY3" fmla="*/ 949831 h 951165"/>
                  <a:gd name="connsiteX4" fmla="*/ 2520816 w 7468955"/>
                  <a:gd name="connsiteY4" fmla="*/ 862742 h 951165"/>
                  <a:gd name="connsiteX5" fmla="*/ 0 w 7468955"/>
                  <a:gd name="connsiteY5" fmla="*/ 621491 h 951165"/>
                  <a:gd name="connsiteX6" fmla="*/ 0 w 7468955"/>
                  <a:gd name="connsiteY6" fmla="*/ 0 h 951165"/>
                  <a:gd name="connsiteX0" fmla="*/ 0 w 7468955"/>
                  <a:gd name="connsiteY0" fmla="*/ 0 h 951165"/>
                  <a:gd name="connsiteX1" fmla="*/ 7315108 w 7468955"/>
                  <a:gd name="connsiteY1" fmla="*/ 781224 h 951165"/>
                  <a:gd name="connsiteX2" fmla="*/ 4914307 w 7468955"/>
                  <a:gd name="connsiteY2" fmla="*/ 852551 h 951165"/>
                  <a:gd name="connsiteX3" fmla="*/ 3907157 w 7468955"/>
                  <a:gd name="connsiteY3" fmla="*/ 949831 h 951165"/>
                  <a:gd name="connsiteX4" fmla="*/ 2520816 w 7468955"/>
                  <a:gd name="connsiteY4" fmla="*/ 862742 h 951165"/>
                  <a:gd name="connsiteX5" fmla="*/ 0 w 7468955"/>
                  <a:gd name="connsiteY5" fmla="*/ 621491 h 951165"/>
                  <a:gd name="connsiteX6" fmla="*/ 0 w 7468955"/>
                  <a:gd name="connsiteY6" fmla="*/ 0 h 951165"/>
                  <a:gd name="connsiteX0" fmla="*/ 0 w 7468955"/>
                  <a:gd name="connsiteY0" fmla="*/ 0 h 951165"/>
                  <a:gd name="connsiteX1" fmla="*/ 7315108 w 7468955"/>
                  <a:gd name="connsiteY1" fmla="*/ 781224 h 951165"/>
                  <a:gd name="connsiteX2" fmla="*/ 4914307 w 7468955"/>
                  <a:gd name="connsiteY2" fmla="*/ 852551 h 951165"/>
                  <a:gd name="connsiteX3" fmla="*/ 3907157 w 7468955"/>
                  <a:gd name="connsiteY3" fmla="*/ 949831 h 951165"/>
                  <a:gd name="connsiteX4" fmla="*/ 2520816 w 7468955"/>
                  <a:gd name="connsiteY4" fmla="*/ 862742 h 951165"/>
                  <a:gd name="connsiteX5" fmla="*/ 0 w 7468955"/>
                  <a:gd name="connsiteY5" fmla="*/ 621491 h 951165"/>
                  <a:gd name="connsiteX6" fmla="*/ 0 w 7468955"/>
                  <a:gd name="connsiteY6" fmla="*/ 0 h 951165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0352 h 1071517"/>
                  <a:gd name="connsiteX1" fmla="*/ 2955584 w 7468955"/>
                  <a:gd name="connsiteY1" fmla="*/ 317354 h 1071517"/>
                  <a:gd name="connsiteX2" fmla="*/ 7315108 w 7468955"/>
                  <a:gd name="connsiteY2" fmla="*/ 901576 h 1071517"/>
                  <a:gd name="connsiteX3" fmla="*/ 4914307 w 7468955"/>
                  <a:gd name="connsiteY3" fmla="*/ 972903 h 1071517"/>
                  <a:gd name="connsiteX4" fmla="*/ 3907157 w 7468955"/>
                  <a:gd name="connsiteY4" fmla="*/ 1070183 h 1071517"/>
                  <a:gd name="connsiteX5" fmla="*/ 2520816 w 7468955"/>
                  <a:gd name="connsiteY5" fmla="*/ 983094 h 1071517"/>
                  <a:gd name="connsiteX6" fmla="*/ 0 w 7468955"/>
                  <a:gd name="connsiteY6" fmla="*/ 741843 h 1071517"/>
                  <a:gd name="connsiteX7" fmla="*/ 0 w 7468955"/>
                  <a:gd name="connsiteY7" fmla="*/ 120352 h 1071517"/>
                  <a:gd name="connsiteX0" fmla="*/ 0 w 7468955"/>
                  <a:gd name="connsiteY0" fmla="*/ 95707 h 1046872"/>
                  <a:gd name="connsiteX1" fmla="*/ 1334260 w 7468955"/>
                  <a:gd name="connsiteY1" fmla="*/ 22112 h 1046872"/>
                  <a:gd name="connsiteX2" fmla="*/ 2955584 w 7468955"/>
                  <a:gd name="connsiteY2" fmla="*/ 292709 h 1046872"/>
                  <a:gd name="connsiteX3" fmla="*/ 7315108 w 7468955"/>
                  <a:gd name="connsiteY3" fmla="*/ 876931 h 1046872"/>
                  <a:gd name="connsiteX4" fmla="*/ 4914307 w 7468955"/>
                  <a:gd name="connsiteY4" fmla="*/ 948258 h 1046872"/>
                  <a:gd name="connsiteX5" fmla="*/ 3907157 w 7468955"/>
                  <a:gd name="connsiteY5" fmla="*/ 1045538 h 1046872"/>
                  <a:gd name="connsiteX6" fmla="*/ 2520816 w 7468955"/>
                  <a:gd name="connsiteY6" fmla="*/ 958449 h 1046872"/>
                  <a:gd name="connsiteX7" fmla="*/ 0 w 7468955"/>
                  <a:gd name="connsiteY7" fmla="*/ 717198 h 1046872"/>
                  <a:gd name="connsiteX8" fmla="*/ 0 w 7468955"/>
                  <a:gd name="connsiteY8" fmla="*/ 95707 h 1046872"/>
                  <a:gd name="connsiteX0" fmla="*/ 0 w 7468955"/>
                  <a:gd name="connsiteY0" fmla="*/ 103036 h 1054201"/>
                  <a:gd name="connsiteX1" fmla="*/ 1334260 w 7468955"/>
                  <a:gd name="connsiteY1" fmla="*/ 29441 h 1054201"/>
                  <a:gd name="connsiteX2" fmla="*/ 2955584 w 7468955"/>
                  <a:gd name="connsiteY2" fmla="*/ 300038 h 1054201"/>
                  <a:gd name="connsiteX3" fmla="*/ 7315108 w 7468955"/>
                  <a:gd name="connsiteY3" fmla="*/ 884260 h 1054201"/>
                  <a:gd name="connsiteX4" fmla="*/ 4914307 w 7468955"/>
                  <a:gd name="connsiteY4" fmla="*/ 955587 h 1054201"/>
                  <a:gd name="connsiteX5" fmla="*/ 3907157 w 7468955"/>
                  <a:gd name="connsiteY5" fmla="*/ 1052867 h 1054201"/>
                  <a:gd name="connsiteX6" fmla="*/ 2520816 w 7468955"/>
                  <a:gd name="connsiteY6" fmla="*/ 965778 h 1054201"/>
                  <a:gd name="connsiteX7" fmla="*/ 0 w 7468955"/>
                  <a:gd name="connsiteY7" fmla="*/ 724527 h 1054201"/>
                  <a:gd name="connsiteX8" fmla="*/ 0 w 7468955"/>
                  <a:gd name="connsiteY8" fmla="*/ 103036 h 1054201"/>
                  <a:gd name="connsiteX0" fmla="*/ 0 w 7468955"/>
                  <a:gd name="connsiteY0" fmla="*/ 102234 h 1053399"/>
                  <a:gd name="connsiteX1" fmla="*/ 1334260 w 7468955"/>
                  <a:gd name="connsiteY1" fmla="*/ 28639 h 1053399"/>
                  <a:gd name="connsiteX2" fmla="*/ 2955584 w 7468955"/>
                  <a:gd name="connsiteY2" fmla="*/ 299236 h 1053399"/>
                  <a:gd name="connsiteX3" fmla="*/ 7315108 w 7468955"/>
                  <a:gd name="connsiteY3" fmla="*/ 883458 h 1053399"/>
                  <a:gd name="connsiteX4" fmla="*/ 4914307 w 7468955"/>
                  <a:gd name="connsiteY4" fmla="*/ 954785 h 1053399"/>
                  <a:gd name="connsiteX5" fmla="*/ 3907157 w 7468955"/>
                  <a:gd name="connsiteY5" fmla="*/ 1052065 h 1053399"/>
                  <a:gd name="connsiteX6" fmla="*/ 2520816 w 7468955"/>
                  <a:gd name="connsiteY6" fmla="*/ 964976 h 1053399"/>
                  <a:gd name="connsiteX7" fmla="*/ 0 w 7468955"/>
                  <a:gd name="connsiteY7" fmla="*/ 723725 h 1053399"/>
                  <a:gd name="connsiteX8" fmla="*/ 0 w 7468955"/>
                  <a:gd name="connsiteY8" fmla="*/ 102234 h 1053399"/>
                  <a:gd name="connsiteX0" fmla="*/ 59677 w 7528632"/>
                  <a:gd name="connsiteY0" fmla="*/ 102234 h 1053399"/>
                  <a:gd name="connsiteX1" fmla="*/ 1393937 w 7528632"/>
                  <a:gd name="connsiteY1" fmla="*/ 28639 h 1053399"/>
                  <a:gd name="connsiteX2" fmla="*/ 3015261 w 7528632"/>
                  <a:gd name="connsiteY2" fmla="*/ 299236 h 1053399"/>
                  <a:gd name="connsiteX3" fmla="*/ 7374785 w 7528632"/>
                  <a:gd name="connsiteY3" fmla="*/ 883458 h 1053399"/>
                  <a:gd name="connsiteX4" fmla="*/ 4973984 w 7528632"/>
                  <a:gd name="connsiteY4" fmla="*/ 954785 h 1053399"/>
                  <a:gd name="connsiteX5" fmla="*/ 3966834 w 7528632"/>
                  <a:gd name="connsiteY5" fmla="*/ 1052065 h 1053399"/>
                  <a:gd name="connsiteX6" fmla="*/ 2580493 w 7528632"/>
                  <a:gd name="connsiteY6" fmla="*/ 964976 h 1053399"/>
                  <a:gd name="connsiteX7" fmla="*/ 0 w 7528632"/>
                  <a:gd name="connsiteY7" fmla="*/ 745426 h 1053399"/>
                  <a:gd name="connsiteX8" fmla="*/ 59677 w 7528632"/>
                  <a:gd name="connsiteY8" fmla="*/ 102234 h 1053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28632" h="1053399">
                    <a:moveTo>
                      <a:pt x="59677" y="102234"/>
                    </a:moveTo>
                    <a:cubicBezTo>
                      <a:pt x="286205" y="-15123"/>
                      <a:pt x="901340" y="-4195"/>
                      <a:pt x="1393937" y="28639"/>
                    </a:cubicBezTo>
                    <a:cubicBezTo>
                      <a:pt x="2482076" y="-84582"/>
                      <a:pt x="2576254" y="165445"/>
                      <a:pt x="3015261" y="299236"/>
                    </a:cubicBezTo>
                    <a:cubicBezTo>
                      <a:pt x="3582293" y="652486"/>
                      <a:pt x="6783582" y="673058"/>
                      <a:pt x="7374785" y="883458"/>
                    </a:cubicBezTo>
                    <a:cubicBezTo>
                      <a:pt x="8196667" y="1001019"/>
                      <a:pt x="5481969" y="981407"/>
                      <a:pt x="4973984" y="954785"/>
                    </a:cubicBezTo>
                    <a:cubicBezTo>
                      <a:pt x="4459206" y="987038"/>
                      <a:pt x="4367636" y="1042630"/>
                      <a:pt x="3966834" y="1052065"/>
                    </a:cubicBezTo>
                    <a:cubicBezTo>
                      <a:pt x="3566032" y="1061500"/>
                      <a:pt x="3231686" y="1019699"/>
                      <a:pt x="2580493" y="964976"/>
                    </a:cubicBezTo>
                    <a:cubicBezTo>
                      <a:pt x="1850045" y="1080084"/>
                      <a:pt x="418249" y="896953"/>
                      <a:pt x="0" y="745426"/>
                    </a:cubicBezTo>
                    <a:lnTo>
                      <a:pt x="59677" y="102234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 5">
                <a:extLst>
                  <a:ext uri="{FF2B5EF4-FFF2-40B4-BE49-F238E27FC236}">
                    <a16:creationId xmlns:a16="http://schemas.microsoft.com/office/drawing/2014/main" id="{91456B97-6063-4A5E-9178-5B5E40C1570C}"/>
                  </a:ext>
                </a:extLst>
              </p:cNvPr>
              <p:cNvSpPr/>
              <p:nvPr/>
            </p:nvSpPr>
            <p:spPr>
              <a:xfrm rot="968263">
                <a:off x="1329069" y="1552268"/>
                <a:ext cx="1929071" cy="873335"/>
              </a:xfrm>
              <a:custGeom>
                <a:avLst/>
                <a:gdLst>
                  <a:gd name="connsiteX0" fmla="*/ 0 w 1285461"/>
                  <a:gd name="connsiteY0" fmla="*/ 0 h 251791"/>
                  <a:gd name="connsiteX1" fmla="*/ 1285461 w 1285461"/>
                  <a:gd name="connsiteY1" fmla="*/ 0 h 251791"/>
                  <a:gd name="connsiteX2" fmla="*/ 1285461 w 1285461"/>
                  <a:gd name="connsiteY2" fmla="*/ 251791 h 251791"/>
                  <a:gd name="connsiteX3" fmla="*/ 0 w 1285461"/>
                  <a:gd name="connsiteY3" fmla="*/ 251791 h 251791"/>
                  <a:gd name="connsiteX4" fmla="*/ 0 w 1285461"/>
                  <a:gd name="connsiteY4" fmla="*/ 0 h 251791"/>
                  <a:gd name="connsiteX0" fmla="*/ 465646 w 1751107"/>
                  <a:gd name="connsiteY0" fmla="*/ 0 h 358933"/>
                  <a:gd name="connsiteX1" fmla="*/ 1751107 w 1751107"/>
                  <a:gd name="connsiteY1" fmla="*/ 0 h 358933"/>
                  <a:gd name="connsiteX2" fmla="*/ 1751107 w 1751107"/>
                  <a:gd name="connsiteY2" fmla="*/ 251791 h 358933"/>
                  <a:gd name="connsiteX3" fmla="*/ 0 w 1751107"/>
                  <a:gd name="connsiteY3" fmla="*/ 358933 h 358933"/>
                  <a:gd name="connsiteX4" fmla="*/ 465646 w 1751107"/>
                  <a:gd name="connsiteY4" fmla="*/ 0 h 358933"/>
                  <a:gd name="connsiteX0" fmla="*/ 471441 w 1756902"/>
                  <a:gd name="connsiteY0" fmla="*/ 0 h 358933"/>
                  <a:gd name="connsiteX1" fmla="*/ 1756902 w 1756902"/>
                  <a:gd name="connsiteY1" fmla="*/ 0 h 358933"/>
                  <a:gd name="connsiteX2" fmla="*/ 1756902 w 1756902"/>
                  <a:gd name="connsiteY2" fmla="*/ 251791 h 358933"/>
                  <a:gd name="connsiteX3" fmla="*/ 5795 w 1756902"/>
                  <a:gd name="connsiteY3" fmla="*/ 358933 h 358933"/>
                  <a:gd name="connsiteX4" fmla="*/ 471441 w 1756902"/>
                  <a:gd name="connsiteY4" fmla="*/ 0 h 358933"/>
                  <a:gd name="connsiteX0" fmla="*/ 471441 w 1756902"/>
                  <a:gd name="connsiteY0" fmla="*/ 0 h 506638"/>
                  <a:gd name="connsiteX1" fmla="*/ 1756902 w 1756902"/>
                  <a:gd name="connsiteY1" fmla="*/ 0 h 506638"/>
                  <a:gd name="connsiteX2" fmla="*/ 1756902 w 1756902"/>
                  <a:gd name="connsiteY2" fmla="*/ 251791 h 506638"/>
                  <a:gd name="connsiteX3" fmla="*/ 5795 w 1756902"/>
                  <a:gd name="connsiteY3" fmla="*/ 358933 h 506638"/>
                  <a:gd name="connsiteX4" fmla="*/ 471441 w 1756902"/>
                  <a:gd name="connsiteY4" fmla="*/ 0 h 506638"/>
                  <a:gd name="connsiteX0" fmla="*/ 672559 w 1754987"/>
                  <a:gd name="connsiteY0" fmla="*/ 0 h 758525"/>
                  <a:gd name="connsiteX1" fmla="*/ 1754987 w 1754987"/>
                  <a:gd name="connsiteY1" fmla="*/ 251887 h 758525"/>
                  <a:gd name="connsiteX2" fmla="*/ 1754987 w 1754987"/>
                  <a:gd name="connsiteY2" fmla="*/ 503678 h 758525"/>
                  <a:gd name="connsiteX3" fmla="*/ 3880 w 1754987"/>
                  <a:gd name="connsiteY3" fmla="*/ 610820 h 758525"/>
                  <a:gd name="connsiteX4" fmla="*/ 672559 w 1754987"/>
                  <a:gd name="connsiteY4" fmla="*/ 0 h 758525"/>
                  <a:gd name="connsiteX0" fmla="*/ 672559 w 1754987"/>
                  <a:gd name="connsiteY0" fmla="*/ 0 h 758525"/>
                  <a:gd name="connsiteX1" fmla="*/ 1754987 w 1754987"/>
                  <a:gd name="connsiteY1" fmla="*/ 251887 h 758525"/>
                  <a:gd name="connsiteX2" fmla="*/ 1754987 w 1754987"/>
                  <a:gd name="connsiteY2" fmla="*/ 503678 h 758525"/>
                  <a:gd name="connsiteX3" fmla="*/ 3880 w 1754987"/>
                  <a:gd name="connsiteY3" fmla="*/ 610820 h 758525"/>
                  <a:gd name="connsiteX4" fmla="*/ 672559 w 1754987"/>
                  <a:gd name="connsiteY4" fmla="*/ 0 h 758525"/>
                  <a:gd name="connsiteX0" fmla="*/ 672559 w 1871237"/>
                  <a:gd name="connsiteY0" fmla="*/ 0 h 758525"/>
                  <a:gd name="connsiteX1" fmla="*/ 1871237 w 1871237"/>
                  <a:gd name="connsiteY1" fmla="*/ 176864 h 758525"/>
                  <a:gd name="connsiteX2" fmla="*/ 1754987 w 1871237"/>
                  <a:gd name="connsiteY2" fmla="*/ 503678 h 758525"/>
                  <a:gd name="connsiteX3" fmla="*/ 3880 w 1871237"/>
                  <a:gd name="connsiteY3" fmla="*/ 610820 h 758525"/>
                  <a:gd name="connsiteX4" fmla="*/ 672559 w 1871237"/>
                  <a:gd name="connsiteY4" fmla="*/ 0 h 758525"/>
                  <a:gd name="connsiteX0" fmla="*/ 672559 w 1871237"/>
                  <a:gd name="connsiteY0" fmla="*/ 0 h 758525"/>
                  <a:gd name="connsiteX1" fmla="*/ 1871237 w 1871237"/>
                  <a:gd name="connsiteY1" fmla="*/ 176864 h 758525"/>
                  <a:gd name="connsiteX2" fmla="*/ 1754987 w 1871237"/>
                  <a:gd name="connsiteY2" fmla="*/ 503678 h 758525"/>
                  <a:gd name="connsiteX3" fmla="*/ 3880 w 1871237"/>
                  <a:gd name="connsiteY3" fmla="*/ 610820 h 758525"/>
                  <a:gd name="connsiteX4" fmla="*/ 672559 w 1871237"/>
                  <a:gd name="connsiteY4" fmla="*/ 0 h 758525"/>
                  <a:gd name="connsiteX0" fmla="*/ 672559 w 1871237"/>
                  <a:gd name="connsiteY0" fmla="*/ 0 h 841835"/>
                  <a:gd name="connsiteX1" fmla="*/ 1871237 w 1871237"/>
                  <a:gd name="connsiteY1" fmla="*/ 176864 h 841835"/>
                  <a:gd name="connsiteX2" fmla="*/ 1754987 w 1871237"/>
                  <a:gd name="connsiteY2" fmla="*/ 503678 h 841835"/>
                  <a:gd name="connsiteX3" fmla="*/ 3880 w 1871237"/>
                  <a:gd name="connsiteY3" fmla="*/ 610820 h 841835"/>
                  <a:gd name="connsiteX4" fmla="*/ 672559 w 1871237"/>
                  <a:gd name="connsiteY4" fmla="*/ 0 h 841835"/>
                  <a:gd name="connsiteX0" fmla="*/ 672559 w 1871237"/>
                  <a:gd name="connsiteY0" fmla="*/ 0 h 874784"/>
                  <a:gd name="connsiteX1" fmla="*/ 1871237 w 1871237"/>
                  <a:gd name="connsiteY1" fmla="*/ 176864 h 874784"/>
                  <a:gd name="connsiteX2" fmla="*/ 1777088 w 1871237"/>
                  <a:gd name="connsiteY2" fmla="*/ 580058 h 874784"/>
                  <a:gd name="connsiteX3" fmla="*/ 3880 w 1871237"/>
                  <a:gd name="connsiteY3" fmla="*/ 610820 h 874784"/>
                  <a:gd name="connsiteX4" fmla="*/ 672559 w 1871237"/>
                  <a:gd name="connsiteY4" fmla="*/ 0 h 874784"/>
                  <a:gd name="connsiteX0" fmla="*/ 672559 w 1865550"/>
                  <a:gd name="connsiteY0" fmla="*/ 0 h 874784"/>
                  <a:gd name="connsiteX1" fmla="*/ 1865550 w 1865550"/>
                  <a:gd name="connsiteY1" fmla="*/ 109531 h 874784"/>
                  <a:gd name="connsiteX2" fmla="*/ 1777088 w 1865550"/>
                  <a:gd name="connsiteY2" fmla="*/ 580058 h 874784"/>
                  <a:gd name="connsiteX3" fmla="*/ 3880 w 1865550"/>
                  <a:gd name="connsiteY3" fmla="*/ 610820 h 874784"/>
                  <a:gd name="connsiteX4" fmla="*/ 672559 w 1865550"/>
                  <a:gd name="connsiteY4" fmla="*/ 0 h 874784"/>
                  <a:gd name="connsiteX0" fmla="*/ 673604 w 1866595"/>
                  <a:gd name="connsiteY0" fmla="*/ 0 h 874784"/>
                  <a:gd name="connsiteX1" fmla="*/ 1866595 w 1866595"/>
                  <a:gd name="connsiteY1" fmla="*/ 109531 h 874784"/>
                  <a:gd name="connsiteX2" fmla="*/ 1778133 w 1866595"/>
                  <a:gd name="connsiteY2" fmla="*/ 580058 h 874784"/>
                  <a:gd name="connsiteX3" fmla="*/ 4925 w 1866595"/>
                  <a:gd name="connsiteY3" fmla="*/ 610820 h 874784"/>
                  <a:gd name="connsiteX4" fmla="*/ 673604 w 1866595"/>
                  <a:gd name="connsiteY4" fmla="*/ 0 h 874784"/>
                  <a:gd name="connsiteX0" fmla="*/ 673604 w 1866595"/>
                  <a:gd name="connsiteY0" fmla="*/ 20255 h 895039"/>
                  <a:gd name="connsiteX1" fmla="*/ 1866595 w 1866595"/>
                  <a:gd name="connsiteY1" fmla="*/ 129786 h 895039"/>
                  <a:gd name="connsiteX2" fmla="*/ 1778133 w 1866595"/>
                  <a:gd name="connsiteY2" fmla="*/ 600313 h 895039"/>
                  <a:gd name="connsiteX3" fmla="*/ 4925 w 1866595"/>
                  <a:gd name="connsiteY3" fmla="*/ 631075 h 895039"/>
                  <a:gd name="connsiteX4" fmla="*/ 673604 w 1866595"/>
                  <a:gd name="connsiteY4" fmla="*/ 20255 h 895039"/>
                  <a:gd name="connsiteX0" fmla="*/ 736683 w 1929674"/>
                  <a:gd name="connsiteY0" fmla="*/ 20255 h 904988"/>
                  <a:gd name="connsiteX1" fmla="*/ 1929674 w 1929674"/>
                  <a:gd name="connsiteY1" fmla="*/ 129786 h 904988"/>
                  <a:gd name="connsiteX2" fmla="*/ 1841212 w 1929674"/>
                  <a:gd name="connsiteY2" fmla="*/ 600313 h 904988"/>
                  <a:gd name="connsiteX3" fmla="*/ 4354 w 1929674"/>
                  <a:gd name="connsiteY3" fmla="*/ 649492 h 904988"/>
                  <a:gd name="connsiteX4" fmla="*/ 736683 w 1929674"/>
                  <a:gd name="connsiteY4" fmla="*/ 20255 h 904988"/>
                  <a:gd name="connsiteX0" fmla="*/ 737787 w 1930778"/>
                  <a:gd name="connsiteY0" fmla="*/ 20255 h 904988"/>
                  <a:gd name="connsiteX1" fmla="*/ 1930778 w 1930778"/>
                  <a:gd name="connsiteY1" fmla="*/ 129786 h 904988"/>
                  <a:gd name="connsiteX2" fmla="*/ 1842316 w 1930778"/>
                  <a:gd name="connsiteY2" fmla="*/ 600313 h 904988"/>
                  <a:gd name="connsiteX3" fmla="*/ 5458 w 1930778"/>
                  <a:gd name="connsiteY3" fmla="*/ 649492 h 904988"/>
                  <a:gd name="connsiteX4" fmla="*/ 737787 w 1930778"/>
                  <a:gd name="connsiteY4" fmla="*/ 20255 h 904988"/>
                  <a:gd name="connsiteX0" fmla="*/ 736846 w 1929837"/>
                  <a:gd name="connsiteY0" fmla="*/ 20255 h 904988"/>
                  <a:gd name="connsiteX1" fmla="*/ 1929837 w 1929837"/>
                  <a:gd name="connsiteY1" fmla="*/ 129786 h 904988"/>
                  <a:gd name="connsiteX2" fmla="*/ 1841375 w 1929837"/>
                  <a:gd name="connsiteY2" fmla="*/ 600313 h 904988"/>
                  <a:gd name="connsiteX3" fmla="*/ 4517 w 1929837"/>
                  <a:gd name="connsiteY3" fmla="*/ 649492 h 904988"/>
                  <a:gd name="connsiteX4" fmla="*/ 736846 w 1929837"/>
                  <a:gd name="connsiteY4" fmla="*/ 20255 h 904988"/>
                  <a:gd name="connsiteX0" fmla="*/ 736846 w 1929837"/>
                  <a:gd name="connsiteY0" fmla="*/ 20255 h 866837"/>
                  <a:gd name="connsiteX1" fmla="*/ 1929837 w 1929837"/>
                  <a:gd name="connsiteY1" fmla="*/ 129786 h 866837"/>
                  <a:gd name="connsiteX2" fmla="*/ 1841375 w 1929837"/>
                  <a:gd name="connsiteY2" fmla="*/ 600313 h 866837"/>
                  <a:gd name="connsiteX3" fmla="*/ 4517 w 1929837"/>
                  <a:gd name="connsiteY3" fmla="*/ 649492 h 866837"/>
                  <a:gd name="connsiteX4" fmla="*/ 736846 w 1929837"/>
                  <a:gd name="connsiteY4" fmla="*/ 20255 h 866837"/>
                  <a:gd name="connsiteX0" fmla="*/ 736846 w 1929837"/>
                  <a:gd name="connsiteY0" fmla="*/ 11790 h 858372"/>
                  <a:gd name="connsiteX1" fmla="*/ 1929837 w 1929837"/>
                  <a:gd name="connsiteY1" fmla="*/ 121321 h 858372"/>
                  <a:gd name="connsiteX2" fmla="*/ 1841375 w 1929837"/>
                  <a:gd name="connsiteY2" fmla="*/ 591848 h 858372"/>
                  <a:gd name="connsiteX3" fmla="*/ 4517 w 1929837"/>
                  <a:gd name="connsiteY3" fmla="*/ 641027 h 858372"/>
                  <a:gd name="connsiteX4" fmla="*/ 736846 w 1929837"/>
                  <a:gd name="connsiteY4" fmla="*/ 11790 h 858372"/>
                  <a:gd name="connsiteX0" fmla="*/ 774669 w 1929470"/>
                  <a:gd name="connsiteY0" fmla="*/ 11166 h 868798"/>
                  <a:gd name="connsiteX1" fmla="*/ 1929470 w 1929470"/>
                  <a:gd name="connsiteY1" fmla="*/ 131747 h 868798"/>
                  <a:gd name="connsiteX2" fmla="*/ 1841008 w 1929470"/>
                  <a:gd name="connsiteY2" fmla="*/ 602274 h 868798"/>
                  <a:gd name="connsiteX3" fmla="*/ 4150 w 1929470"/>
                  <a:gd name="connsiteY3" fmla="*/ 651453 h 868798"/>
                  <a:gd name="connsiteX4" fmla="*/ 774669 w 1929470"/>
                  <a:gd name="connsiteY4" fmla="*/ 11166 h 868798"/>
                  <a:gd name="connsiteX0" fmla="*/ 774669 w 1929470"/>
                  <a:gd name="connsiteY0" fmla="*/ 0 h 857632"/>
                  <a:gd name="connsiteX1" fmla="*/ 1929470 w 1929470"/>
                  <a:gd name="connsiteY1" fmla="*/ 120581 h 857632"/>
                  <a:gd name="connsiteX2" fmla="*/ 1841008 w 1929470"/>
                  <a:gd name="connsiteY2" fmla="*/ 591108 h 857632"/>
                  <a:gd name="connsiteX3" fmla="*/ 4150 w 1929470"/>
                  <a:gd name="connsiteY3" fmla="*/ 640287 h 857632"/>
                  <a:gd name="connsiteX4" fmla="*/ 774669 w 1929470"/>
                  <a:gd name="connsiteY4" fmla="*/ 0 h 857632"/>
                  <a:gd name="connsiteX0" fmla="*/ 774821 w 1929622"/>
                  <a:gd name="connsiteY0" fmla="*/ 0 h 857632"/>
                  <a:gd name="connsiteX1" fmla="*/ 1929622 w 1929622"/>
                  <a:gd name="connsiteY1" fmla="*/ 120581 h 857632"/>
                  <a:gd name="connsiteX2" fmla="*/ 1841160 w 1929622"/>
                  <a:gd name="connsiteY2" fmla="*/ 591108 h 857632"/>
                  <a:gd name="connsiteX3" fmla="*/ 4302 w 1929622"/>
                  <a:gd name="connsiteY3" fmla="*/ 640287 h 857632"/>
                  <a:gd name="connsiteX4" fmla="*/ 774821 w 1929622"/>
                  <a:gd name="connsiteY4" fmla="*/ 0 h 857632"/>
                  <a:gd name="connsiteX0" fmla="*/ 774270 w 1929071"/>
                  <a:gd name="connsiteY0" fmla="*/ 0 h 857632"/>
                  <a:gd name="connsiteX1" fmla="*/ 1929071 w 1929071"/>
                  <a:gd name="connsiteY1" fmla="*/ 120581 h 857632"/>
                  <a:gd name="connsiteX2" fmla="*/ 1840609 w 1929071"/>
                  <a:gd name="connsiteY2" fmla="*/ 591108 h 857632"/>
                  <a:gd name="connsiteX3" fmla="*/ 3751 w 1929071"/>
                  <a:gd name="connsiteY3" fmla="*/ 640287 h 857632"/>
                  <a:gd name="connsiteX4" fmla="*/ 774270 w 1929071"/>
                  <a:gd name="connsiteY4" fmla="*/ 0 h 857632"/>
                  <a:gd name="connsiteX0" fmla="*/ 774270 w 1929071"/>
                  <a:gd name="connsiteY0" fmla="*/ 0 h 857632"/>
                  <a:gd name="connsiteX1" fmla="*/ 1929071 w 1929071"/>
                  <a:gd name="connsiteY1" fmla="*/ 120581 h 857632"/>
                  <a:gd name="connsiteX2" fmla="*/ 1840609 w 1929071"/>
                  <a:gd name="connsiteY2" fmla="*/ 591108 h 857632"/>
                  <a:gd name="connsiteX3" fmla="*/ 3751 w 1929071"/>
                  <a:gd name="connsiteY3" fmla="*/ 640287 h 857632"/>
                  <a:gd name="connsiteX4" fmla="*/ 774270 w 1929071"/>
                  <a:gd name="connsiteY4" fmla="*/ 0 h 857632"/>
                  <a:gd name="connsiteX0" fmla="*/ 774270 w 1929071"/>
                  <a:gd name="connsiteY0" fmla="*/ 34576 h 892208"/>
                  <a:gd name="connsiteX1" fmla="*/ 1929071 w 1929071"/>
                  <a:gd name="connsiteY1" fmla="*/ 155157 h 892208"/>
                  <a:gd name="connsiteX2" fmla="*/ 1840609 w 1929071"/>
                  <a:gd name="connsiteY2" fmla="*/ 625684 h 892208"/>
                  <a:gd name="connsiteX3" fmla="*/ 3751 w 1929071"/>
                  <a:gd name="connsiteY3" fmla="*/ 674863 h 892208"/>
                  <a:gd name="connsiteX4" fmla="*/ 774270 w 1929071"/>
                  <a:gd name="connsiteY4" fmla="*/ 34576 h 892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9071" h="892208">
                    <a:moveTo>
                      <a:pt x="774270" y="34576"/>
                    </a:moveTo>
                    <a:cubicBezTo>
                      <a:pt x="1049828" y="-38371"/>
                      <a:pt x="1242392" y="5165"/>
                      <a:pt x="1929071" y="155157"/>
                    </a:cubicBezTo>
                    <a:lnTo>
                      <a:pt x="1840609" y="625684"/>
                    </a:lnTo>
                    <a:cubicBezTo>
                      <a:pt x="1478296" y="997416"/>
                      <a:pt x="138868" y="948292"/>
                      <a:pt x="3751" y="674863"/>
                    </a:cubicBezTo>
                    <a:cubicBezTo>
                      <a:pt x="-46717" y="559551"/>
                      <a:pt x="422742" y="238614"/>
                      <a:pt x="774270" y="34576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0418B1E-E3CF-43FE-93E5-4AAB785599D3}"/>
                  </a:ext>
                </a:extLst>
              </p:cNvPr>
              <p:cNvGrpSpPr/>
              <p:nvPr/>
            </p:nvGrpSpPr>
            <p:grpSpPr>
              <a:xfrm>
                <a:off x="2868861" y="1051855"/>
                <a:ext cx="721226" cy="938134"/>
                <a:chOff x="2868861" y="1051855"/>
                <a:chExt cx="721226" cy="938134"/>
              </a:xfrm>
              <a:grpFill/>
            </p:grpSpPr>
            <p:sp>
              <p:nvSpPr>
                <p:cNvPr id="78" name="Rectangle 6">
                  <a:extLst>
                    <a:ext uri="{FF2B5EF4-FFF2-40B4-BE49-F238E27FC236}">
                      <a16:creationId xmlns:a16="http://schemas.microsoft.com/office/drawing/2014/main" id="{852C0D0D-823B-43C1-842D-9095A281D903}"/>
                    </a:ext>
                  </a:extLst>
                </p:cNvPr>
                <p:cNvSpPr/>
                <p:nvPr/>
              </p:nvSpPr>
              <p:spPr>
                <a:xfrm rot="19268157">
                  <a:off x="2904079" y="1494938"/>
                  <a:ext cx="686008" cy="495051"/>
                </a:xfrm>
                <a:custGeom>
                  <a:avLst/>
                  <a:gdLst>
                    <a:gd name="connsiteX0" fmla="*/ 0 w 403367"/>
                    <a:gd name="connsiteY0" fmla="*/ 0 h 205954"/>
                    <a:gd name="connsiteX1" fmla="*/ 403367 w 403367"/>
                    <a:gd name="connsiteY1" fmla="*/ 0 h 205954"/>
                    <a:gd name="connsiteX2" fmla="*/ 403367 w 403367"/>
                    <a:gd name="connsiteY2" fmla="*/ 205954 h 205954"/>
                    <a:gd name="connsiteX3" fmla="*/ 0 w 403367"/>
                    <a:gd name="connsiteY3" fmla="*/ 205954 h 205954"/>
                    <a:gd name="connsiteX4" fmla="*/ 0 w 403367"/>
                    <a:gd name="connsiteY4" fmla="*/ 0 h 205954"/>
                    <a:gd name="connsiteX0" fmla="*/ 0 w 403367"/>
                    <a:gd name="connsiteY0" fmla="*/ 283657 h 489611"/>
                    <a:gd name="connsiteX1" fmla="*/ 395453 w 403367"/>
                    <a:gd name="connsiteY1" fmla="*/ 0 h 489611"/>
                    <a:gd name="connsiteX2" fmla="*/ 403367 w 403367"/>
                    <a:gd name="connsiteY2" fmla="*/ 489611 h 489611"/>
                    <a:gd name="connsiteX3" fmla="*/ 0 w 403367"/>
                    <a:gd name="connsiteY3" fmla="*/ 489611 h 489611"/>
                    <a:gd name="connsiteX4" fmla="*/ 0 w 403367"/>
                    <a:gd name="connsiteY4" fmla="*/ 283657 h 489611"/>
                    <a:gd name="connsiteX0" fmla="*/ 0 w 601250"/>
                    <a:gd name="connsiteY0" fmla="*/ 283657 h 489611"/>
                    <a:gd name="connsiteX1" fmla="*/ 395453 w 601250"/>
                    <a:gd name="connsiteY1" fmla="*/ 0 h 489611"/>
                    <a:gd name="connsiteX2" fmla="*/ 601250 w 601250"/>
                    <a:gd name="connsiteY2" fmla="*/ 61898 h 489611"/>
                    <a:gd name="connsiteX3" fmla="*/ 0 w 601250"/>
                    <a:gd name="connsiteY3" fmla="*/ 489611 h 489611"/>
                    <a:gd name="connsiteX4" fmla="*/ 0 w 601250"/>
                    <a:gd name="connsiteY4" fmla="*/ 283657 h 489611"/>
                    <a:gd name="connsiteX0" fmla="*/ 0 w 651260"/>
                    <a:gd name="connsiteY0" fmla="*/ 283657 h 504146"/>
                    <a:gd name="connsiteX1" fmla="*/ 395453 w 651260"/>
                    <a:gd name="connsiteY1" fmla="*/ 0 h 504146"/>
                    <a:gd name="connsiteX2" fmla="*/ 601250 w 651260"/>
                    <a:gd name="connsiteY2" fmla="*/ 61898 h 504146"/>
                    <a:gd name="connsiteX3" fmla="*/ 0 w 651260"/>
                    <a:gd name="connsiteY3" fmla="*/ 489611 h 504146"/>
                    <a:gd name="connsiteX4" fmla="*/ 0 w 651260"/>
                    <a:gd name="connsiteY4" fmla="*/ 283657 h 504146"/>
                    <a:gd name="connsiteX0" fmla="*/ 0 w 614256"/>
                    <a:gd name="connsiteY0" fmla="*/ 283657 h 489611"/>
                    <a:gd name="connsiteX1" fmla="*/ 395453 w 614256"/>
                    <a:gd name="connsiteY1" fmla="*/ 0 h 489611"/>
                    <a:gd name="connsiteX2" fmla="*/ 561695 w 614256"/>
                    <a:gd name="connsiteY2" fmla="*/ 30022 h 489611"/>
                    <a:gd name="connsiteX3" fmla="*/ 0 w 614256"/>
                    <a:gd name="connsiteY3" fmla="*/ 489611 h 489611"/>
                    <a:gd name="connsiteX4" fmla="*/ 0 w 614256"/>
                    <a:gd name="connsiteY4" fmla="*/ 283657 h 489611"/>
                    <a:gd name="connsiteX0" fmla="*/ 0 w 664919"/>
                    <a:gd name="connsiteY0" fmla="*/ 283657 h 489611"/>
                    <a:gd name="connsiteX1" fmla="*/ 395453 w 664919"/>
                    <a:gd name="connsiteY1" fmla="*/ 0 h 489611"/>
                    <a:gd name="connsiteX2" fmla="*/ 561695 w 664919"/>
                    <a:gd name="connsiteY2" fmla="*/ 30022 h 489611"/>
                    <a:gd name="connsiteX3" fmla="*/ 0 w 664919"/>
                    <a:gd name="connsiteY3" fmla="*/ 489611 h 489611"/>
                    <a:gd name="connsiteX4" fmla="*/ 0 w 664919"/>
                    <a:gd name="connsiteY4" fmla="*/ 283657 h 489611"/>
                    <a:gd name="connsiteX0" fmla="*/ 0 w 656080"/>
                    <a:gd name="connsiteY0" fmla="*/ 283657 h 512724"/>
                    <a:gd name="connsiteX1" fmla="*/ 395453 w 656080"/>
                    <a:gd name="connsiteY1" fmla="*/ 0 h 512724"/>
                    <a:gd name="connsiteX2" fmla="*/ 561695 w 656080"/>
                    <a:gd name="connsiteY2" fmla="*/ 30022 h 512724"/>
                    <a:gd name="connsiteX3" fmla="*/ 0 w 656080"/>
                    <a:gd name="connsiteY3" fmla="*/ 489611 h 512724"/>
                    <a:gd name="connsiteX4" fmla="*/ 0 w 656080"/>
                    <a:gd name="connsiteY4" fmla="*/ 283657 h 512724"/>
                    <a:gd name="connsiteX0" fmla="*/ 0 w 668482"/>
                    <a:gd name="connsiteY0" fmla="*/ 283657 h 506070"/>
                    <a:gd name="connsiteX1" fmla="*/ 395453 w 668482"/>
                    <a:gd name="connsiteY1" fmla="*/ 0 h 506070"/>
                    <a:gd name="connsiteX2" fmla="*/ 561695 w 668482"/>
                    <a:gd name="connsiteY2" fmla="*/ 30022 h 506070"/>
                    <a:gd name="connsiteX3" fmla="*/ 0 w 668482"/>
                    <a:gd name="connsiteY3" fmla="*/ 489611 h 506070"/>
                    <a:gd name="connsiteX4" fmla="*/ 0 w 668482"/>
                    <a:gd name="connsiteY4" fmla="*/ 283657 h 506070"/>
                    <a:gd name="connsiteX0" fmla="*/ 0 w 622780"/>
                    <a:gd name="connsiteY0" fmla="*/ 283657 h 503130"/>
                    <a:gd name="connsiteX1" fmla="*/ 395453 w 622780"/>
                    <a:gd name="connsiteY1" fmla="*/ 0 h 503130"/>
                    <a:gd name="connsiteX2" fmla="*/ 511145 w 622780"/>
                    <a:gd name="connsiteY2" fmla="*/ 21908 h 503130"/>
                    <a:gd name="connsiteX3" fmla="*/ 0 w 622780"/>
                    <a:gd name="connsiteY3" fmla="*/ 489611 h 503130"/>
                    <a:gd name="connsiteX4" fmla="*/ 0 w 622780"/>
                    <a:gd name="connsiteY4" fmla="*/ 283657 h 503130"/>
                    <a:gd name="connsiteX0" fmla="*/ 0 w 671960"/>
                    <a:gd name="connsiteY0" fmla="*/ 283657 h 501829"/>
                    <a:gd name="connsiteX1" fmla="*/ 395453 w 671960"/>
                    <a:gd name="connsiteY1" fmla="*/ 0 h 501829"/>
                    <a:gd name="connsiteX2" fmla="*/ 511145 w 671960"/>
                    <a:gd name="connsiteY2" fmla="*/ 21908 h 501829"/>
                    <a:gd name="connsiteX3" fmla="*/ 0 w 671960"/>
                    <a:gd name="connsiteY3" fmla="*/ 489611 h 501829"/>
                    <a:gd name="connsiteX4" fmla="*/ 0 w 671960"/>
                    <a:gd name="connsiteY4" fmla="*/ 283657 h 501829"/>
                    <a:gd name="connsiteX0" fmla="*/ 0 w 688536"/>
                    <a:gd name="connsiteY0" fmla="*/ 283657 h 504326"/>
                    <a:gd name="connsiteX1" fmla="*/ 395453 w 688536"/>
                    <a:gd name="connsiteY1" fmla="*/ 0 h 504326"/>
                    <a:gd name="connsiteX2" fmla="*/ 529963 w 688536"/>
                    <a:gd name="connsiteY2" fmla="*/ 28918 h 504326"/>
                    <a:gd name="connsiteX3" fmla="*/ 0 w 688536"/>
                    <a:gd name="connsiteY3" fmla="*/ 489611 h 504326"/>
                    <a:gd name="connsiteX4" fmla="*/ 0 w 688536"/>
                    <a:gd name="connsiteY4" fmla="*/ 283657 h 504326"/>
                    <a:gd name="connsiteX0" fmla="*/ 0 w 660616"/>
                    <a:gd name="connsiteY0" fmla="*/ 283657 h 495051"/>
                    <a:gd name="connsiteX1" fmla="*/ 395453 w 660616"/>
                    <a:gd name="connsiteY1" fmla="*/ 0 h 495051"/>
                    <a:gd name="connsiteX2" fmla="*/ 529963 w 660616"/>
                    <a:gd name="connsiteY2" fmla="*/ 28918 h 495051"/>
                    <a:gd name="connsiteX3" fmla="*/ 0 w 660616"/>
                    <a:gd name="connsiteY3" fmla="*/ 489611 h 495051"/>
                    <a:gd name="connsiteX4" fmla="*/ 0 w 660616"/>
                    <a:gd name="connsiteY4" fmla="*/ 28365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6008" h="495051">
                      <a:moveTo>
                        <a:pt x="0" y="173487"/>
                      </a:moveTo>
                      <a:cubicBezTo>
                        <a:pt x="635440" y="310807"/>
                        <a:pt x="309414" y="32147"/>
                        <a:pt x="420845" y="0"/>
                      </a:cubicBezTo>
                      <a:lnTo>
                        <a:pt x="555355" y="28918"/>
                      </a:lnTo>
                      <a:cubicBezTo>
                        <a:pt x="1014599" y="678620"/>
                        <a:pt x="123318" y="443862"/>
                        <a:pt x="25392" y="489611"/>
                      </a:cubicBezTo>
                      <a:lnTo>
                        <a:pt x="0" y="173487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 7">
                  <a:extLst>
                    <a:ext uri="{FF2B5EF4-FFF2-40B4-BE49-F238E27FC236}">
                      <a16:creationId xmlns:a16="http://schemas.microsoft.com/office/drawing/2014/main" id="{56934434-BAD9-42F6-B936-A580E51E56DC}"/>
                    </a:ext>
                  </a:extLst>
                </p:cNvPr>
                <p:cNvSpPr/>
                <p:nvPr/>
              </p:nvSpPr>
              <p:spPr>
                <a:xfrm>
                  <a:off x="2868861" y="1051855"/>
                  <a:ext cx="617364" cy="500681"/>
                </a:xfrm>
                <a:custGeom>
                  <a:avLst/>
                  <a:gdLst>
                    <a:gd name="connsiteX0" fmla="*/ 0 w 176147"/>
                    <a:gd name="connsiteY0" fmla="*/ 0 h 167499"/>
                    <a:gd name="connsiteX1" fmla="*/ 176147 w 176147"/>
                    <a:gd name="connsiteY1" fmla="*/ 0 h 167499"/>
                    <a:gd name="connsiteX2" fmla="*/ 176147 w 176147"/>
                    <a:gd name="connsiteY2" fmla="*/ 167499 h 167499"/>
                    <a:gd name="connsiteX3" fmla="*/ 0 w 176147"/>
                    <a:gd name="connsiteY3" fmla="*/ 167499 h 167499"/>
                    <a:gd name="connsiteX4" fmla="*/ 0 w 176147"/>
                    <a:gd name="connsiteY4" fmla="*/ 0 h 167499"/>
                    <a:gd name="connsiteX0" fmla="*/ 0 w 176147"/>
                    <a:gd name="connsiteY0" fmla="*/ 0 h 186549"/>
                    <a:gd name="connsiteX1" fmla="*/ 176147 w 176147"/>
                    <a:gd name="connsiteY1" fmla="*/ 0 h 186549"/>
                    <a:gd name="connsiteX2" fmla="*/ 176147 w 176147"/>
                    <a:gd name="connsiteY2" fmla="*/ 167499 h 186549"/>
                    <a:gd name="connsiteX3" fmla="*/ 0 w 176147"/>
                    <a:gd name="connsiteY3" fmla="*/ 186549 h 186549"/>
                    <a:gd name="connsiteX4" fmla="*/ 0 w 176147"/>
                    <a:gd name="connsiteY4" fmla="*/ 0 h 186549"/>
                    <a:gd name="connsiteX0" fmla="*/ 0 w 402366"/>
                    <a:gd name="connsiteY0" fmla="*/ 159544 h 186549"/>
                    <a:gd name="connsiteX1" fmla="*/ 402366 w 402366"/>
                    <a:gd name="connsiteY1" fmla="*/ 0 h 186549"/>
                    <a:gd name="connsiteX2" fmla="*/ 402366 w 402366"/>
                    <a:gd name="connsiteY2" fmla="*/ 167499 h 186549"/>
                    <a:gd name="connsiteX3" fmla="*/ 226219 w 402366"/>
                    <a:gd name="connsiteY3" fmla="*/ 186549 h 186549"/>
                    <a:gd name="connsiteX4" fmla="*/ 0 w 402366"/>
                    <a:gd name="connsiteY4" fmla="*/ 159544 h 186549"/>
                    <a:gd name="connsiteX0" fmla="*/ 50931 w 453297"/>
                    <a:gd name="connsiteY0" fmla="*/ 234139 h 261144"/>
                    <a:gd name="connsiteX1" fmla="*/ 14419 w 453297"/>
                    <a:gd name="connsiteY1" fmla="*/ 0 h 261144"/>
                    <a:gd name="connsiteX2" fmla="*/ 453297 w 453297"/>
                    <a:gd name="connsiteY2" fmla="*/ 74595 h 261144"/>
                    <a:gd name="connsiteX3" fmla="*/ 453297 w 453297"/>
                    <a:gd name="connsiteY3" fmla="*/ 242094 h 261144"/>
                    <a:gd name="connsiteX4" fmla="*/ 277150 w 453297"/>
                    <a:gd name="connsiteY4" fmla="*/ 261144 h 261144"/>
                    <a:gd name="connsiteX5" fmla="*/ 50931 w 453297"/>
                    <a:gd name="connsiteY5" fmla="*/ 234139 h 261144"/>
                    <a:gd name="connsiteX0" fmla="*/ 50931 w 453297"/>
                    <a:gd name="connsiteY0" fmla="*/ 463255 h 490260"/>
                    <a:gd name="connsiteX1" fmla="*/ 14419 w 453297"/>
                    <a:gd name="connsiteY1" fmla="*/ 229116 h 490260"/>
                    <a:gd name="connsiteX2" fmla="*/ 185870 w 453297"/>
                    <a:gd name="connsiteY2" fmla="*/ 516 h 490260"/>
                    <a:gd name="connsiteX3" fmla="*/ 453297 w 453297"/>
                    <a:gd name="connsiteY3" fmla="*/ 303711 h 490260"/>
                    <a:gd name="connsiteX4" fmla="*/ 453297 w 453297"/>
                    <a:gd name="connsiteY4" fmla="*/ 471210 h 490260"/>
                    <a:gd name="connsiteX5" fmla="*/ 277150 w 453297"/>
                    <a:gd name="connsiteY5" fmla="*/ 490260 h 490260"/>
                    <a:gd name="connsiteX6" fmla="*/ 50931 w 453297"/>
                    <a:gd name="connsiteY6" fmla="*/ 463255 h 490260"/>
                    <a:gd name="connsiteX0" fmla="*/ 50931 w 476382"/>
                    <a:gd name="connsiteY0" fmla="*/ 463633 h 490638"/>
                    <a:gd name="connsiteX1" fmla="*/ 14419 w 476382"/>
                    <a:gd name="connsiteY1" fmla="*/ 229494 h 490638"/>
                    <a:gd name="connsiteX2" fmla="*/ 185870 w 476382"/>
                    <a:gd name="connsiteY2" fmla="*/ 894 h 490638"/>
                    <a:gd name="connsiteX3" fmla="*/ 476382 w 476382"/>
                    <a:gd name="connsiteY3" fmla="*/ 19944 h 490638"/>
                    <a:gd name="connsiteX4" fmla="*/ 453297 w 476382"/>
                    <a:gd name="connsiteY4" fmla="*/ 304089 h 490638"/>
                    <a:gd name="connsiteX5" fmla="*/ 453297 w 476382"/>
                    <a:gd name="connsiteY5" fmla="*/ 471588 h 490638"/>
                    <a:gd name="connsiteX6" fmla="*/ 277150 w 476382"/>
                    <a:gd name="connsiteY6" fmla="*/ 490638 h 490638"/>
                    <a:gd name="connsiteX7" fmla="*/ 50931 w 476382"/>
                    <a:gd name="connsiteY7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53297 w 621782"/>
                    <a:gd name="connsiteY5" fmla="*/ 30408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12266"/>
                    <a:gd name="connsiteY0" fmla="*/ 463633 h 490638"/>
                    <a:gd name="connsiteX1" fmla="*/ 14419 w 612266"/>
                    <a:gd name="connsiteY1" fmla="*/ 229494 h 490638"/>
                    <a:gd name="connsiteX2" fmla="*/ 185870 w 612266"/>
                    <a:gd name="connsiteY2" fmla="*/ 894 h 490638"/>
                    <a:gd name="connsiteX3" fmla="*/ 476382 w 612266"/>
                    <a:gd name="connsiteY3" fmla="*/ 19944 h 490638"/>
                    <a:gd name="connsiteX4" fmla="*/ 612113 w 612266"/>
                    <a:gd name="connsiteY4" fmla="*/ 200919 h 490638"/>
                    <a:gd name="connsiteX5" fmla="*/ 474729 w 612266"/>
                    <a:gd name="connsiteY5" fmla="*/ 437439 h 490638"/>
                    <a:gd name="connsiteX6" fmla="*/ 450916 w 612266"/>
                    <a:gd name="connsiteY6" fmla="*/ 483494 h 490638"/>
                    <a:gd name="connsiteX7" fmla="*/ 277150 w 612266"/>
                    <a:gd name="connsiteY7" fmla="*/ 490638 h 490638"/>
                    <a:gd name="connsiteX8" fmla="*/ 50931 w 612266"/>
                    <a:gd name="connsiteY8" fmla="*/ 463633 h 490638"/>
                    <a:gd name="connsiteX0" fmla="*/ 50931 w 612187"/>
                    <a:gd name="connsiteY0" fmla="*/ 463633 h 490638"/>
                    <a:gd name="connsiteX1" fmla="*/ 14419 w 612187"/>
                    <a:gd name="connsiteY1" fmla="*/ 229494 h 490638"/>
                    <a:gd name="connsiteX2" fmla="*/ 185870 w 612187"/>
                    <a:gd name="connsiteY2" fmla="*/ 894 h 490638"/>
                    <a:gd name="connsiteX3" fmla="*/ 476382 w 612187"/>
                    <a:gd name="connsiteY3" fmla="*/ 19944 h 490638"/>
                    <a:gd name="connsiteX4" fmla="*/ 612113 w 612187"/>
                    <a:gd name="connsiteY4" fmla="*/ 200919 h 490638"/>
                    <a:gd name="connsiteX5" fmla="*/ 474729 w 612187"/>
                    <a:gd name="connsiteY5" fmla="*/ 437439 h 490638"/>
                    <a:gd name="connsiteX6" fmla="*/ 450916 w 612187"/>
                    <a:gd name="connsiteY6" fmla="*/ 483494 h 490638"/>
                    <a:gd name="connsiteX7" fmla="*/ 277150 w 612187"/>
                    <a:gd name="connsiteY7" fmla="*/ 490638 h 490638"/>
                    <a:gd name="connsiteX8" fmla="*/ 50931 w 612187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612113 w 612113"/>
                    <a:gd name="connsiteY4" fmla="*/ 200919 h 490638"/>
                    <a:gd name="connsiteX5" fmla="*/ 474729 w 612113"/>
                    <a:gd name="connsiteY5" fmla="*/ 437439 h 490638"/>
                    <a:gd name="connsiteX6" fmla="*/ 450916 w 612113"/>
                    <a:gd name="connsiteY6" fmla="*/ 483494 h 490638"/>
                    <a:gd name="connsiteX7" fmla="*/ 277150 w 612113"/>
                    <a:gd name="connsiteY7" fmla="*/ 490638 h 490638"/>
                    <a:gd name="connsiteX8" fmla="*/ 50931 w 612113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62094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6225 h 493230"/>
                    <a:gd name="connsiteX1" fmla="*/ 14419 w 612113"/>
                    <a:gd name="connsiteY1" fmla="*/ 232086 h 493230"/>
                    <a:gd name="connsiteX2" fmla="*/ 185870 w 612113"/>
                    <a:gd name="connsiteY2" fmla="*/ 3486 h 493230"/>
                    <a:gd name="connsiteX3" fmla="*/ 288264 w 612113"/>
                    <a:gd name="connsiteY3" fmla="*/ 210655 h 493230"/>
                    <a:gd name="connsiteX4" fmla="*/ 462094 w 612113"/>
                    <a:gd name="connsiteY4" fmla="*/ 22536 h 493230"/>
                    <a:gd name="connsiteX5" fmla="*/ 428757 w 612113"/>
                    <a:gd name="connsiteY5" fmla="*/ 243993 h 493230"/>
                    <a:gd name="connsiteX6" fmla="*/ 612113 w 612113"/>
                    <a:gd name="connsiteY6" fmla="*/ 203511 h 493230"/>
                    <a:gd name="connsiteX7" fmla="*/ 474729 w 612113"/>
                    <a:gd name="connsiteY7" fmla="*/ 440031 h 493230"/>
                    <a:gd name="connsiteX8" fmla="*/ 450916 w 612113"/>
                    <a:gd name="connsiteY8" fmla="*/ 486086 h 493230"/>
                    <a:gd name="connsiteX9" fmla="*/ 277150 w 612113"/>
                    <a:gd name="connsiteY9" fmla="*/ 493230 h 493230"/>
                    <a:gd name="connsiteX10" fmla="*/ 50931 w 612113"/>
                    <a:gd name="connsiteY10" fmla="*/ 466225 h 493230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49297 w 610479"/>
                    <a:gd name="connsiteY0" fmla="*/ 466532 h 493537"/>
                    <a:gd name="connsiteX1" fmla="*/ 12785 w 610479"/>
                    <a:gd name="connsiteY1" fmla="*/ 232393 h 493537"/>
                    <a:gd name="connsiteX2" fmla="*/ 186617 w 610479"/>
                    <a:gd name="connsiteY2" fmla="*/ 308594 h 493537"/>
                    <a:gd name="connsiteX3" fmla="*/ 184236 w 610479"/>
                    <a:gd name="connsiteY3" fmla="*/ 3793 h 493537"/>
                    <a:gd name="connsiteX4" fmla="*/ 286630 w 610479"/>
                    <a:gd name="connsiteY4" fmla="*/ 210962 h 493537"/>
                    <a:gd name="connsiteX5" fmla="*/ 460460 w 610479"/>
                    <a:gd name="connsiteY5" fmla="*/ 22843 h 493537"/>
                    <a:gd name="connsiteX6" fmla="*/ 427123 w 610479"/>
                    <a:gd name="connsiteY6" fmla="*/ 244300 h 493537"/>
                    <a:gd name="connsiteX7" fmla="*/ 610479 w 610479"/>
                    <a:gd name="connsiteY7" fmla="*/ 203818 h 493537"/>
                    <a:gd name="connsiteX8" fmla="*/ 473095 w 610479"/>
                    <a:gd name="connsiteY8" fmla="*/ 440338 h 493537"/>
                    <a:gd name="connsiteX9" fmla="*/ 449282 w 610479"/>
                    <a:gd name="connsiteY9" fmla="*/ 486393 h 493537"/>
                    <a:gd name="connsiteX10" fmla="*/ 275516 w 610479"/>
                    <a:gd name="connsiteY10" fmla="*/ 493537 h 493537"/>
                    <a:gd name="connsiteX11" fmla="*/ 49297 w 610479"/>
                    <a:gd name="connsiteY11" fmla="*/ 466532 h 493537"/>
                    <a:gd name="connsiteX0" fmla="*/ 39744 w 600926"/>
                    <a:gd name="connsiteY0" fmla="*/ 466532 h 493537"/>
                    <a:gd name="connsiteX1" fmla="*/ 86577 w 600926"/>
                    <a:gd name="connsiteY1" fmla="*/ 391938 h 493537"/>
                    <a:gd name="connsiteX2" fmla="*/ 3232 w 600926"/>
                    <a:gd name="connsiteY2" fmla="*/ 232393 h 493537"/>
                    <a:gd name="connsiteX3" fmla="*/ 177064 w 600926"/>
                    <a:gd name="connsiteY3" fmla="*/ 308594 h 493537"/>
                    <a:gd name="connsiteX4" fmla="*/ 174683 w 600926"/>
                    <a:gd name="connsiteY4" fmla="*/ 3793 h 493537"/>
                    <a:gd name="connsiteX5" fmla="*/ 277077 w 600926"/>
                    <a:gd name="connsiteY5" fmla="*/ 210962 h 493537"/>
                    <a:gd name="connsiteX6" fmla="*/ 450907 w 600926"/>
                    <a:gd name="connsiteY6" fmla="*/ 22843 h 493537"/>
                    <a:gd name="connsiteX7" fmla="*/ 417570 w 600926"/>
                    <a:gd name="connsiteY7" fmla="*/ 244300 h 493537"/>
                    <a:gd name="connsiteX8" fmla="*/ 600926 w 600926"/>
                    <a:gd name="connsiteY8" fmla="*/ 203818 h 493537"/>
                    <a:gd name="connsiteX9" fmla="*/ 463542 w 600926"/>
                    <a:gd name="connsiteY9" fmla="*/ 440338 h 493537"/>
                    <a:gd name="connsiteX10" fmla="*/ 439729 w 600926"/>
                    <a:gd name="connsiteY10" fmla="*/ 486393 h 493537"/>
                    <a:gd name="connsiteX11" fmla="*/ 265963 w 600926"/>
                    <a:gd name="connsiteY11" fmla="*/ 493537 h 493537"/>
                    <a:gd name="connsiteX12" fmla="*/ 39744 w 600926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500681"/>
                    <a:gd name="connsiteX1" fmla="*/ 103015 w 617364"/>
                    <a:gd name="connsiteY1" fmla="*/ 391938 h 500681"/>
                    <a:gd name="connsiteX2" fmla="*/ 19670 w 617364"/>
                    <a:gd name="connsiteY2" fmla="*/ 232393 h 500681"/>
                    <a:gd name="connsiteX3" fmla="*/ 193502 w 617364"/>
                    <a:gd name="connsiteY3" fmla="*/ 308594 h 500681"/>
                    <a:gd name="connsiteX4" fmla="*/ 191121 w 617364"/>
                    <a:gd name="connsiteY4" fmla="*/ 3793 h 500681"/>
                    <a:gd name="connsiteX5" fmla="*/ 293515 w 617364"/>
                    <a:gd name="connsiteY5" fmla="*/ 210962 h 500681"/>
                    <a:gd name="connsiteX6" fmla="*/ 467345 w 617364"/>
                    <a:gd name="connsiteY6" fmla="*/ 22843 h 500681"/>
                    <a:gd name="connsiteX7" fmla="*/ 434008 w 617364"/>
                    <a:gd name="connsiteY7" fmla="*/ 244300 h 500681"/>
                    <a:gd name="connsiteX8" fmla="*/ 617364 w 617364"/>
                    <a:gd name="connsiteY8" fmla="*/ 203818 h 500681"/>
                    <a:gd name="connsiteX9" fmla="*/ 479980 w 617364"/>
                    <a:gd name="connsiteY9" fmla="*/ 440338 h 500681"/>
                    <a:gd name="connsiteX10" fmla="*/ 456167 w 617364"/>
                    <a:gd name="connsiteY10" fmla="*/ 486393 h 500681"/>
                    <a:gd name="connsiteX11" fmla="*/ 306213 w 617364"/>
                    <a:gd name="connsiteY11" fmla="*/ 500681 h 500681"/>
                    <a:gd name="connsiteX12" fmla="*/ 56182 w 617364"/>
                    <a:gd name="connsiteY12" fmla="*/ 466532 h 500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7364" h="500681">
                      <a:moveTo>
                        <a:pt x="56182" y="466532"/>
                      </a:moveTo>
                      <a:cubicBezTo>
                        <a:pt x="40573" y="417453"/>
                        <a:pt x="109100" y="430961"/>
                        <a:pt x="103015" y="391938"/>
                      </a:cubicBezTo>
                      <a:cubicBezTo>
                        <a:pt x="96930" y="352915"/>
                        <a:pt x="-52561" y="307006"/>
                        <a:pt x="19670" y="232393"/>
                      </a:cubicBezTo>
                      <a:cubicBezTo>
                        <a:pt x="88198" y="145745"/>
                        <a:pt x="164927" y="346694"/>
                        <a:pt x="193502" y="308594"/>
                      </a:cubicBezTo>
                      <a:cubicBezTo>
                        <a:pt x="224458" y="263350"/>
                        <a:pt x="53405" y="52610"/>
                        <a:pt x="191121" y="3793"/>
                      </a:cubicBezTo>
                      <a:cubicBezTo>
                        <a:pt x="265337" y="16493"/>
                        <a:pt x="247478" y="207787"/>
                        <a:pt x="293515" y="210962"/>
                      </a:cubicBezTo>
                      <a:cubicBezTo>
                        <a:pt x="339552" y="214137"/>
                        <a:pt x="327249" y="-83122"/>
                        <a:pt x="467345" y="22843"/>
                      </a:cubicBezTo>
                      <a:cubicBezTo>
                        <a:pt x="509017" y="58165"/>
                        <a:pt x="411386" y="214138"/>
                        <a:pt x="434008" y="244300"/>
                      </a:cubicBezTo>
                      <a:cubicBezTo>
                        <a:pt x="456630" y="274462"/>
                        <a:pt x="582318" y="30652"/>
                        <a:pt x="617364" y="203818"/>
                      </a:cubicBezTo>
                      <a:cubicBezTo>
                        <a:pt x="566807" y="282658"/>
                        <a:pt x="459100" y="290061"/>
                        <a:pt x="479980" y="440338"/>
                      </a:cubicBezTo>
                      <a:lnTo>
                        <a:pt x="456167" y="486393"/>
                      </a:lnTo>
                      <a:lnTo>
                        <a:pt x="306213" y="500681"/>
                      </a:lnTo>
                      <a:cubicBezTo>
                        <a:pt x="271288" y="436910"/>
                        <a:pt x="57769" y="511253"/>
                        <a:pt x="56182" y="46653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50D24D96-12FC-40FF-B370-CEB3B49AD48F}"/>
                  </a:ext>
                </a:extLst>
              </p:cNvPr>
              <p:cNvGrpSpPr/>
              <p:nvPr/>
            </p:nvGrpSpPr>
            <p:grpSpPr>
              <a:xfrm rot="13904991" flipH="1">
                <a:off x="2493845" y="2474377"/>
                <a:ext cx="1031542" cy="1158889"/>
                <a:chOff x="2461066" y="1022834"/>
                <a:chExt cx="1031542" cy="1158889"/>
              </a:xfrm>
              <a:grpFill/>
            </p:grpSpPr>
            <p:sp>
              <p:nvSpPr>
                <p:cNvPr id="76" name="Rectangle 6">
                  <a:extLst>
                    <a:ext uri="{FF2B5EF4-FFF2-40B4-BE49-F238E27FC236}">
                      <a16:creationId xmlns:a16="http://schemas.microsoft.com/office/drawing/2014/main" id="{051B9FA7-7E4F-42CA-B21D-4239CC3CAF37}"/>
                    </a:ext>
                  </a:extLst>
                </p:cNvPr>
                <p:cNvSpPr/>
                <p:nvPr/>
              </p:nvSpPr>
              <p:spPr>
                <a:xfrm rot="19268157">
                  <a:off x="2461066" y="1554547"/>
                  <a:ext cx="956580" cy="627176"/>
                </a:xfrm>
                <a:custGeom>
                  <a:avLst/>
                  <a:gdLst>
                    <a:gd name="connsiteX0" fmla="*/ 0 w 403367"/>
                    <a:gd name="connsiteY0" fmla="*/ 0 h 205954"/>
                    <a:gd name="connsiteX1" fmla="*/ 403367 w 403367"/>
                    <a:gd name="connsiteY1" fmla="*/ 0 h 205954"/>
                    <a:gd name="connsiteX2" fmla="*/ 403367 w 403367"/>
                    <a:gd name="connsiteY2" fmla="*/ 205954 h 205954"/>
                    <a:gd name="connsiteX3" fmla="*/ 0 w 403367"/>
                    <a:gd name="connsiteY3" fmla="*/ 205954 h 205954"/>
                    <a:gd name="connsiteX4" fmla="*/ 0 w 403367"/>
                    <a:gd name="connsiteY4" fmla="*/ 0 h 205954"/>
                    <a:gd name="connsiteX0" fmla="*/ 0 w 403367"/>
                    <a:gd name="connsiteY0" fmla="*/ 283657 h 489611"/>
                    <a:gd name="connsiteX1" fmla="*/ 395453 w 403367"/>
                    <a:gd name="connsiteY1" fmla="*/ 0 h 489611"/>
                    <a:gd name="connsiteX2" fmla="*/ 403367 w 403367"/>
                    <a:gd name="connsiteY2" fmla="*/ 489611 h 489611"/>
                    <a:gd name="connsiteX3" fmla="*/ 0 w 403367"/>
                    <a:gd name="connsiteY3" fmla="*/ 489611 h 489611"/>
                    <a:gd name="connsiteX4" fmla="*/ 0 w 403367"/>
                    <a:gd name="connsiteY4" fmla="*/ 283657 h 489611"/>
                    <a:gd name="connsiteX0" fmla="*/ 0 w 601250"/>
                    <a:gd name="connsiteY0" fmla="*/ 283657 h 489611"/>
                    <a:gd name="connsiteX1" fmla="*/ 395453 w 601250"/>
                    <a:gd name="connsiteY1" fmla="*/ 0 h 489611"/>
                    <a:gd name="connsiteX2" fmla="*/ 601250 w 601250"/>
                    <a:gd name="connsiteY2" fmla="*/ 61898 h 489611"/>
                    <a:gd name="connsiteX3" fmla="*/ 0 w 601250"/>
                    <a:gd name="connsiteY3" fmla="*/ 489611 h 489611"/>
                    <a:gd name="connsiteX4" fmla="*/ 0 w 601250"/>
                    <a:gd name="connsiteY4" fmla="*/ 283657 h 489611"/>
                    <a:gd name="connsiteX0" fmla="*/ 0 w 651260"/>
                    <a:gd name="connsiteY0" fmla="*/ 283657 h 504146"/>
                    <a:gd name="connsiteX1" fmla="*/ 395453 w 651260"/>
                    <a:gd name="connsiteY1" fmla="*/ 0 h 504146"/>
                    <a:gd name="connsiteX2" fmla="*/ 601250 w 651260"/>
                    <a:gd name="connsiteY2" fmla="*/ 61898 h 504146"/>
                    <a:gd name="connsiteX3" fmla="*/ 0 w 651260"/>
                    <a:gd name="connsiteY3" fmla="*/ 489611 h 504146"/>
                    <a:gd name="connsiteX4" fmla="*/ 0 w 651260"/>
                    <a:gd name="connsiteY4" fmla="*/ 283657 h 504146"/>
                    <a:gd name="connsiteX0" fmla="*/ 0 w 614256"/>
                    <a:gd name="connsiteY0" fmla="*/ 283657 h 489611"/>
                    <a:gd name="connsiteX1" fmla="*/ 395453 w 614256"/>
                    <a:gd name="connsiteY1" fmla="*/ 0 h 489611"/>
                    <a:gd name="connsiteX2" fmla="*/ 561695 w 614256"/>
                    <a:gd name="connsiteY2" fmla="*/ 30022 h 489611"/>
                    <a:gd name="connsiteX3" fmla="*/ 0 w 614256"/>
                    <a:gd name="connsiteY3" fmla="*/ 489611 h 489611"/>
                    <a:gd name="connsiteX4" fmla="*/ 0 w 614256"/>
                    <a:gd name="connsiteY4" fmla="*/ 283657 h 489611"/>
                    <a:gd name="connsiteX0" fmla="*/ 0 w 664919"/>
                    <a:gd name="connsiteY0" fmla="*/ 283657 h 489611"/>
                    <a:gd name="connsiteX1" fmla="*/ 395453 w 664919"/>
                    <a:gd name="connsiteY1" fmla="*/ 0 h 489611"/>
                    <a:gd name="connsiteX2" fmla="*/ 561695 w 664919"/>
                    <a:gd name="connsiteY2" fmla="*/ 30022 h 489611"/>
                    <a:gd name="connsiteX3" fmla="*/ 0 w 664919"/>
                    <a:gd name="connsiteY3" fmla="*/ 489611 h 489611"/>
                    <a:gd name="connsiteX4" fmla="*/ 0 w 664919"/>
                    <a:gd name="connsiteY4" fmla="*/ 283657 h 489611"/>
                    <a:gd name="connsiteX0" fmla="*/ 0 w 656080"/>
                    <a:gd name="connsiteY0" fmla="*/ 283657 h 512724"/>
                    <a:gd name="connsiteX1" fmla="*/ 395453 w 656080"/>
                    <a:gd name="connsiteY1" fmla="*/ 0 h 512724"/>
                    <a:gd name="connsiteX2" fmla="*/ 561695 w 656080"/>
                    <a:gd name="connsiteY2" fmla="*/ 30022 h 512724"/>
                    <a:gd name="connsiteX3" fmla="*/ 0 w 656080"/>
                    <a:gd name="connsiteY3" fmla="*/ 489611 h 512724"/>
                    <a:gd name="connsiteX4" fmla="*/ 0 w 656080"/>
                    <a:gd name="connsiteY4" fmla="*/ 283657 h 512724"/>
                    <a:gd name="connsiteX0" fmla="*/ 0 w 668482"/>
                    <a:gd name="connsiteY0" fmla="*/ 283657 h 506070"/>
                    <a:gd name="connsiteX1" fmla="*/ 395453 w 668482"/>
                    <a:gd name="connsiteY1" fmla="*/ 0 h 506070"/>
                    <a:gd name="connsiteX2" fmla="*/ 561695 w 668482"/>
                    <a:gd name="connsiteY2" fmla="*/ 30022 h 506070"/>
                    <a:gd name="connsiteX3" fmla="*/ 0 w 668482"/>
                    <a:gd name="connsiteY3" fmla="*/ 489611 h 506070"/>
                    <a:gd name="connsiteX4" fmla="*/ 0 w 668482"/>
                    <a:gd name="connsiteY4" fmla="*/ 283657 h 506070"/>
                    <a:gd name="connsiteX0" fmla="*/ 0 w 622780"/>
                    <a:gd name="connsiteY0" fmla="*/ 283657 h 503130"/>
                    <a:gd name="connsiteX1" fmla="*/ 395453 w 622780"/>
                    <a:gd name="connsiteY1" fmla="*/ 0 h 503130"/>
                    <a:gd name="connsiteX2" fmla="*/ 511145 w 622780"/>
                    <a:gd name="connsiteY2" fmla="*/ 21908 h 503130"/>
                    <a:gd name="connsiteX3" fmla="*/ 0 w 622780"/>
                    <a:gd name="connsiteY3" fmla="*/ 489611 h 503130"/>
                    <a:gd name="connsiteX4" fmla="*/ 0 w 622780"/>
                    <a:gd name="connsiteY4" fmla="*/ 283657 h 503130"/>
                    <a:gd name="connsiteX0" fmla="*/ 0 w 671960"/>
                    <a:gd name="connsiteY0" fmla="*/ 283657 h 501829"/>
                    <a:gd name="connsiteX1" fmla="*/ 395453 w 671960"/>
                    <a:gd name="connsiteY1" fmla="*/ 0 h 501829"/>
                    <a:gd name="connsiteX2" fmla="*/ 511145 w 671960"/>
                    <a:gd name="connsiteY2" fmla="*/ 21908 h 501829"/>
                    <a:gd name="connsiteX3" fmla="*/ 0 w 671960"/>
                    <a:gd name="connsiteY3" fmla="*/ 489611 h 501829"/>
                    <a:gd name="connsiteX4" fmla="*/ 0 w 671960"/>
                    <a:gd name="connsiteY4" fmla="*/ 283657 h 501829"/>
                    <a:gd name="connsiteX0" fmla="*/ 0 w 688536"/>
                    <a:gd name="connsiteY0" fmla="*/ 283657 h 504326"/>
                    <a:gd name="connsiteX1" fmla="*/ 395453 w 688536"/>
                    <a:gd name="connsiteY1" fmla="*/ 0 h 504326"/>
                    <a:gd name="connsiteX2" fmla="*/ 529963 w 688536"/>
                    <a:gd name="connsiteY2" fmla="*/ 28918 h 504326"/>
                    <a:gd name="connsiteX3" fmla="*/ 0 w 688536"/>
                    <a:gd name="connsiteY3" fmla="*/ 489611 h 504326"/>
                    <a:gd name="connsiteX4" fmla="*/ 0 w 688536"/>
                    <a:gd name="connsiteY4" fmla="*/ 283657 h 504326"/>
                    <a:gd name="connsiteX0" fmla="*/ 0 w 660616"/>
                    <a:gd name="connsiteY0" fmla="*/ 283657 h 495051"/>
                    <a:gd name="connsiteX1" fmla="*/ 395453 w 660616"/>
                    <a:gd name="connsiteY1" fmla="*/ 0 h 495051"/>
                    <a:gd name="connsiteX2" fmla="*/ 529963 w 660616"/>
                    <a:gd name="connsiteY2" fmla="*/ 28918 h 495051"/>
                    <a:gd name="connsiteX3" fmla="*/ 0 w 660616"/>
                    <a:gd name="connsiteY3" fmla="*/ 489611 h 495051"/>
                    <a:gd name="connsiteX4" fmla="*/ 0 w 660616"/>
                    <a:gd name="connsiteY4" fmla="*/ 28365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1072647"/>
                    <a:gd name="connsiteY0" fmla="*/ 0 h 508598"/>
                    <a:gd name="connsiteX1" fmla="*/ 807484 w 1072647"/>
                    <a:gd name="connsiteY1" fmla="*/ 13547 h 508598"/>
                    <a:gd name="connsiteX2" fmla="*/ 941994 w 1072647"/>
                    <a:gd name="connsiteY2" fmla="*/ 42465 h 508598"/>
                    <a:gd name="connsiteX3" fmla="*/ 412031 w 1072647"/>
                    <a:gd name="connsiteY3" fmla="*/ 503158 h 508598"/>
                    <a:gd name="connsiteX4" fmla="*/ 0 w 1072647"/>
                    <a:gd name="connsiteY4" fmla="*/ 0 h 508598"/>
                    <a:gd name="connsiteX0" fmla="*/ 0 w 1043561"/>
                    <a:gd name="connsiteY0" fmla="*/ 0 h 481824"/>
                    <a:gd name="connsiteX1" fmla="*/ 807484 w 1043561"/>
                    <a:gd name="connsiteY1" fmla="*/ 13547 h 481824"/>
                    <a:gd name="connsiteX2" fmla="*/ 941994 w 1043561"/>
                    <a:gd name="connsiteY2" fmla="*/ 42465 h 481824"/>
                    <a:gd name="connsiteX3" fmla="*/ 61939 w 1043561"/>
                    <a:gd name="connsiteY3" fmla="*/ 461304 h 481824"/>
                    <a:gd name="connsiteX4" fmla="*/ 0 w 1043561"/>
                    <a:gd name="connsiteY4" fmla="*/ 0 h 48182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817"/>
                    <a:gd name="connsiteY0" fmla="*/ 0 h 494854"/>
                    <a:gd name="connsiteX1" fmla="*/ 807484 w 947817"/>
                    <a:gd name="connsiteY1" fmla="*/ 13547 h 494854"/>
                    <a:gd name="connsiteX2" fmla="*/ 941994 w 947817"/>
                    <a:gd name="connsiteY2" fmla="*/ 42465 h 494854"/>
                    <a:gd name="connsiteX3" fmla="*/ 61939 w 947817"/>
                    <a:gd name="connsiteY3" fmla="*/ 461304 h 494854"/>
                    <a:gd name="connsiteX4" fmla="*/ 0 w 947817"/>
                    <a:gd name="connsiteY4" fmla="*/ 0 h 494854"/>
                    <a:gd name="connsiteX0" fmla="*/ 0 w 955062"/>
                    <a:gd name="connsiteY0" fmla="*/ 0 h 497330"/>
                    <a:gd name="connsiteX1" fmla="*/ 807484 w 955062"/>
                    <a:gd name="connsiteY1" fmla="*/ 13547 h 497330"/>
                    <a:gd name="connsiteX2" fmla="*/ 949287 w 955062"/>
                    <a:gd name="connsiteY2" fmla="*/ 73025 h 497330"/>
                    <a:gd name="connsiteX3" fmla="*/ 61939 w 955062"/>
                    <a:gd name="connsiteY3" fmla="*/ 461304 h 497330"/>
                    <a:gd name="connsiteX4" fmla="*/ 0 w 955062"/>
                    <a:gd name="connsiteY4" fmla="*/ 0 h 497330"/>
                    <a:gd name="connsiteX0" fmla="*/ 0 w 949287"/>
                    <a:gd name="connsiteY0" fmla="*/ 0 h 490165"/>
                    <a:gd name="connsiteX1" fmla="*/ 807484 w 949287"/>
                    <a:gd name="connsiteY1" fmla="*/ 13547 h 490165"/>
                    <a:gd name="connsiteX2" fmla="*/ 949287 w 949287"/>
                    <a:gd name="connsiteY2" fmla="*/ 73025 h 490165"/>
                    <a:gd name="connsiteX3" fmla="*/ 61939 w 949287"/>
                    <a:gd name="connsiteY3" fmla="*/ 461304 h 490165"/>
                    <a:gd name="connsiteX4" fmla="*/ 0 w 949287"/>
                    <a:gd name="connsiteY4" fmla="*/ 0 h 490165"/>
                    <a:gd name="connsiteX0" fmla="*/ 0 w 949287"/>
                    <a:gd name="connsiteY0" fmla="*/ 0 h 519996"/>
                    <a:gd name="connsiteX1" fmla="*/ 807484 w 949287"/>
                    <a:gd name="connsiteY1" fmla="*/ 13547 h 519996"/>
                    <a:gd name="connsiteX2" fmla="*/ 949287 w 949287"/>
                    <a:gd name="connsiteY2" fmla="*/ 73025 h 519996"/>
                    <a:gd name="connsiteX3" fmla="*/ 160667 w 949287"/>
                    <a:gd name="connsiteY3" fmla="*/ 492844 h 519996"/>
                    <a:gd name="connsiteX4" fmla="*/ 0 w 949287"/>
                    <a:gd name="connsiteY4" fmla="*/ 0 h 519996"/>
                    <a:gd name="connsiteX0" fmla="*/ 0 w 956580"/>
                    <a:gd name="connsiteY0" fmla="*/ 0 h 550556"/>
                    <a:gd name="connsiteX1" fmla="*/ 814777 w 956580"/>
                    <a:gd name="connsiteY1" fmla="*/ 44107 h 550556"/>
                    <a:gd name="connsiteX2" fmla="*/ 956580 w 956580"/>
                    <a:gd name="connsiteY2" fmla="*/ 103585 h 550556"/>
                    <a:gd name="connsiteX3" fmla="*/ 167960 w 956580"/>
                    <a:gd name="connsiteY3" fmla="*/ 523404 h 550556"/>
                    <a:gd name="connsiteX4" fmla="*/ 0 w 956580"/>
                    <a:gd name="connsiteY4" fmla="*/ 0 h 550556"/>
                    <a:gd name="connsiteX0" fmla="*/ 0 w 956580"/>
                    <a:gd name="connsiteY0" fmla="*/ 15600 h 566156"/>
                    <a:gd name="connsiteX1" fmla="*/ 484536 w 956580"/>
                    <a:gd name="connsiteY1" fmla="*/ 166396 h 566156"/>
                    <a:gd name="connsiteX2" fmla="*/ 814777 w 956580"/>
                    <a:gd name="connsiteY2" fmla="*/ 59707 h 566156"/>
                    <a:gd name="connsiteX3" fmla="*/ 956580 w 956580"/>
                    <a:gd name="connsiteY3" fmla="*/ 119185 h 566156"/>
                    <a:gd name="connsiteX4" fmla="*/ 167960 w 956580"/>
                    <a:gd name="connsiteY4" fmla="*/ 539004 h 566156"/>
                    <a:gd name="connsiteX5" fmla="*/ 0 w 956580"/>
                    <a:gd name="connsiteY5" fmla="*/ 15600 h 56615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14777 w 956580"/>
                    <a:gd name="connsiteY2" fmla="*/ 120727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56580" h="627176">
                      <a:moveTo>
                        <a:pt x="0" y="76620"/>
                      </a:moveTo>
                      <a:cubicBezTo>
                        <a:pt x="82551" y="-157893"/>
                        <a:pt x="348740" y="220065"/>
                        <a:pt x="484536" y="227416"/>
                      </a:cubicBezTo>
                      <a:cubicBezTo>
                        <a:pt x="620332" y="234767"/>
                        <a:pt x="840863" y="71295"/>
                        <a:pt x="884088" y="52886"/>
                      </a:cubicBezTo>
                      <a:lnTo>
                        <a:pt x="956580" y="180205"/>
                      </a:lnTo>
                      <a:cubicBezTo>
                        <a:pt x="933642" y="314171"/>
                        <a:pt x="309644" y="737634"/>
                        <a:pt x="167960" y="600024"/>
                      </a:cubicBezTo>
                      <a:lnTo>
                        <a:pt x="0" y="7662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Rectangle 7">
                  <a:extLst>
                    <a:ext uri="{FF2B5EF4-FFF2-40B4-BE49-F238E27FC236}">
                      <a16:creationId xmlns:a16="http://schemas.microsoft.com/office/drawing/2014/main" id="{AC4AAC04-8CF1-494F-96BA-21D677D5C15B}"/>
                    </a:ext>
                  </a:extLst>
                </p:cNvPr>
                <p:cNvSpPr/>
                <p:nvPr/>
              </p:nvSpPr>
              <p:spPr>
                <a:xfrm rot="1752368">
                  <a:off x="2875244" y="1022834"/>
                  <a:ext cx="617364" cy="500681"/>
                </a:xfrm>
                <a:custGeom>
                  <a:avLst/>
                  <a:gdLst>
                    <a:gd name="connsiteX0" fmla="*/ 0 w 176147"/>
                    <a:gd name="connsiteY0" fmla="*/ 0 h 167499"/>
                    <a:gd name="connsiteX1" fmla="*/ 176147 w 176147"/>
                    <a:gd name="connsiteY1" fmla="*/ 0 h 167499"/>
                    <a:gd name="connsiteX2" fmla="*/ 176147 w 176147"/>
                    <a:gd name="connsiteY2" fmla="*/ 167499 h 167499"/>
                    <a:gd name="connsiteX3" fmla="*/ 0 w 176147"/>
                    <a:gd name="connsiteY3" fmla="*/ 167499 h 167499"/>
                    <a:gd name="connsiteX4" fmla="*/ 0 w 176147"/>
                    <a:gd name="connsiteY4" fmla="*/ 0 h 167499"/>
                    <a:gd name="connsiteX0" fmla="*/ 0 w 176147"/>
                    <a:gd name="connsiteY0" fmla="*/ 0 h 186549"/>
                    <a:gd name="connsiteX1" fmla="*/ 176147 w 176147"/>
                    <a:gd name="connsiteY1" fmla="*/ 0 h 186549"/>
                    <a:gd name="connsiteX2" fmla="*/ 176147 w 176147"/>
                    <a:gd name="connsiteY2" fmla="*/ 167499 h 186549"/>
                    <a:gd name="connsiteX3" fmla="*/ 0 w 176147"/>
                    <a:gd name="connsiteY3" fmla="*/ 186549 h 186549"/>
                    <a:gd name="connsiteX4" fmla="*/ 0 w 176147"/>
                    <a:gd name="connsiteY4" fmla="*/ 0 h 186549"/>
                    <a:gd name="connsiteX0" fmla="*/ 0 w 402366"/>
                    <a:gd name="connsiteY0" fmla="*/ 159544 h 186549"/>
                    <a:gd name="connsiteX1" fmla="*/ 402366 w 402366"/>
                    <a:gd name="connsiteY1" fmla="*/ 0 h 186549"/>
                    <a:gd name="connsiteX2" fmla="*/ 402366 w 402366"/>
                    <a:gd name="connsiteY2" fmla="*/ 167499 h 186549"/>
                    <a:gd name="connsiteX3" fmla="*/ 226219 w 402366"/>
                    <a:gd name="connsiteY3" fmla="*/ 186549 h 186549"/>
                    <a:gd name="connsiteX4" fmla="*/ 0 w 402366"/>
                    <a:gd name="connsiteY4" fmla="*/ 159544 h 186549"/>
                    <a:gd name="connsiteX0" fmla="*/ 50931 w 453297"/>
                    <a:gd name="connsiteY0" fmla="*/ 234139 h 261144"/>
                    <a:gd name="connsiteX1" fmla="*/ 14419 w 453297"/>
                    <a:gd name="connsiteY1" fmla="*/ 0 h 261144"/>
                    <a:gd name="connsiteX2" fmla="*/ 453297 w 453297"/>
                    <a:gd name="connsiteY2" fmla="*/ 74595 h 261144"/>
                    <a:gd name="connsiteX3" fmla="*/ 453297 w 453297"/>
                    <a:gd name="connsiteY3" fmla="*/ 242094 h 261144"/>
                    <a:gd name="connsiteX4" fmla="*/ 277150 w 453297"/>
                    <a:gd name="connsiteY4" fmla="*/ 261144 h 261144"/>
                    <a:gd name="connsiteX5" fmla="*/ 50931 w 453297"/>
                    <a:gd name="connsiteY5" fmla="*/ 234139 h 261144"/>
                    <a:gd name="connsiteX0" fmla="*/ 50931 w 453297"/>
                    <a:gd name="connsiteY0" fmla="*/ 463255 h 490260"/>
                    <a:gd name="connsiteX1" fmla="*/ 14419 w 453297"/>
                    <a:gd name="connsiteY1" fmla="*/ 229116 h 490260"/>
                    <a:gd name="connsiteX2" fmla="*/ 185870 w 453297"/>
                    <a:gd name="connsiteY2" fmla="*/ 516 h 490260"/>
                    <a:gd name="connsiteX3" fmla="*/ 453297 w 453297"/>
                    <a:gd name="connsiteY3" fmla="*/ 303711 h 490260"/>
                    <a:gd name="connsiteX4" fmla="*/ 453297 w 453297"/>
                    <a:gd name="connsiteY4" fmla="*/ 471210 h 490260"/>
                    <a:gd name="connsiteX5" fmla="*/ 277150 w 453297"/>
                    <a:gd name="connsiteY5" fmla="*/ 490260 h 490260"/>
                    <a:gd name="connsiteX6" fmla="*/ 50931 w 453297"/>
                    <a:gd name="connsiteY6" fmla="*/ 463255 h 490260"/>
                    <a:gd name="connsiteX0" fmla="*/ 50931 w 476382"/>
                    <a:gd name="connsiteY0" fmla="*/ 463633 h 490638"/>
                    <a:gd name="connsiteX1" fmla="*/ 14419 w 476382"/>
                    <a:gd name="connsiteY1" fmla="*/ 229494 h 490638"/>
                    <a:gd name="connsiteX2" fmla="*/ 185870 w 476382"/>
                    <a:gd name="connsiteY2" fmla="*/ 894 h 490638"/>
                    <a:gd name="connsiteX3" fmla="*/ 476382 w 476382"/>
                    <a:gd name="connsiteY3" fmla="*/ 19944 h 490638"/>
                    <a:gd name="connsiteX4" fmla="*/ 453297 w 476382"/>
                    <a:gd name="connsiteY4" fmla="*/ 304089 h 490638"/>
                    <a:gd name="connsiteX5" fmla="*/ 453297 w 476382"/>
                    <a:gd name="connsiteY5" fmla="*/ 471588 h 490638"/>
                    <a:gd name="connsiteX6" fmla="*/ 277150 w 476382"/>
                    <a:gd name="connsiteY6" fmla="*/ 490638 h 490638"/>
                    <a:gd name="connsiteX7" fmla="*/ 50931 w 476382"/>
                    <a:gd name="connsiteY7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53297 w 621782"/>
                    <a:gd name="connsiteY5" fmla="*/ 30408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12266"/>
                    <a:gd name="connsiteY0" fmla="*/ 463633 h 490638"/>
                    <a:gd name="connsiteX1" fmla="*/ 14419 w 612266"/>
                    <a:gd name="connsiteY1" fmla="*/ 229494 h 490638"/>
                    <a:gd name="connsiteX2" fmla="*/ 185870 w 612266"/>
                    <a:gd name="connsiteY2" fmla="*/ 894 h 490638"/>
                    <a:gd name="connsiteX3" fmla="*/ 476382 w 612266"/>
                    <a:gd name="connsiteY3" fmla="*/ 19944 h 490638"/>
                    <a:gd name="connsiteX4" fmla="*/ 612113 w 612266"/>
                    <a:gd name="connsiteY4" fmla="*/ 200919 h 490638"/>
                    <a:gd name="connsiteX5" fmla="*/ 474729 w 612266"/>
                    <a:gd name="connsiteY5" fmla="*/ 437439 h 490638"/>
                    <a:gd name="connsiteX6" fmla="*/ 450916 w 612266"/>
                    <a:gd name="connsiteY6" fmla="*/ 483494 h 490638"/>
                    <a:gd name="connsiteX7" fmla="*/ 277150 w 612266"/>
                    <a:gd name="connsiteY7" fmla="*/ 490638 h 490638"/>
                    <a:gd name="connsiteX8" fmla="*/ 50931 w 612266"/>
                    <a:gd name="connsiteY8" fmla="*/ 463633 h 490638"/>
                    <a:gd name="connsiteX0" fmla="*/ 50931 w 612187"/>
                    <a:gd name="connsiteY0" fmla="*/ 463633 h 490638"/>
                    <a:gd name="connsiteX1" fmla="*/ 14419 w 612187"/>
                    <a:gd name="connsiteY1" fmla="*/ 229494 h 490638"/>
                    <a:gd name="connsiteX2" fmla="*/ 185870 w 612187"/>
                    <a:gd name="connsiteY2" fmla="*/ 894 h 490638"/>
                    <a:gd name="connsiteX3" fmla="*/ 476382 w 612187"/>
                    <a:gd name="connsiteY3" fmla="*/ 19944 h 490638"/>
                    <a:gd name="connsiteX4" fmla="*/ 612113 w 612187"/>
                    <a:gd name="connsiteY4" fmla="*/ 200919 h 490638"/>
                    <a:gd name="connsiteX5" fmla="*/ 474729 w 612187"/>
                    <a:gd name="connsiteY5" fmla="*/ 437439 h 490638"/>
                    <a:gd name="connsiteX6" fmla="*/ 450916 w 612187"/>
                    <a:gd name="connsiteY6" fmla="*/ 483494 h 490638"/>
                    <a:gd name="connsiteX7" fmla="*/ 277150 w 612187"/>
                    <a:gd name="connsiteY7" fmla="*/ 490638 h 490638"/>
                    <a:gd name="connsiteX8" fmla="*/ 50931 w 612187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612113 w 612113"/>
                    <a:gd name="connsiteY4" fmla="*/ 200919 h 490638"/>
                    <a:gd name="connsiteX5" fmla="*/ 474729 w 612113"/>
                    <a:gd name="connsiteY5" fmla="*/ 437439 h 490638"/>
                    <a:gd name="connsiteX6" fmla="*/ 450916 w 612113"/>
                    <a:gd name="connsiteY6" fmla="*/ 483494 h 490638"/>
                    <a:gd name="connsiteX7" fmla="*/ 277150 w 612113"/>
                    <a:gd name="connsiteY7" fmla="*/ 490638 h 490638"/>
                    <a:gd name="connsiteX8" fmla="*/ 50931 w 612113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62094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6225 h 493230"/>
                    <a:gd name="connsiteX1" fmla="*/ 14419 w 612113"/>
                    <a:gd name="connsiteY1" fmla="*/ 232086 h 493230"/>
                    <a:gd name="connsiteX2" fmla="*/ 185870 w 612113"/>
                    <a:gd name="connsiteY2" fmla="*/ 3486 h 493230"/>
                    <a:gd name="connsiteX3" fmla="*/ 288264 w 612113"/>
                    <a:gd name="connsiteY3" fmla="*/ 210655 h 493230"/>
                    <a:gd name="connsiteX4" fmla="*/ 462094 w 612113"/>
                    <a:gd name="connsiteY4" fmla="*/ 22536 h 493230"/>
                    <a:gd name="connsiteX5" fmla="*/ 428757 w 612113"/>
                    <a:gd name="connsiteY5" fmla="*/ 243993 h 493230"/>
                    <a:gd name="connsiteX6" fmla="*/ 612113 w 612113"/>
                    <a:gd name="connsiteY6" fmla="*/ 203511 h 493230"/>
                    <a:gd name="connsiteX7" fmla="*/ 474729 w 612113"/>
                    <a:gd name="connsiteY7" fmla="*/ 440031 h 493230"/>
                    <a:gd name="connsiteX8" fmla="*/ 450916 w 612113"/>
                    <a:gd name="connsiteY8" fmla="*/ 486086 h 493230"/>
                    <a:gd name="connsiteX9" fmla="*/ 277150 w 612113"/>
                    <a:gd name="connsiteY9" fmla="*/ 493230 h 493230"/>
                    <a:gd name="connsiteX10" fmla="*/ 50931 w 612113"/>
                    <a:gd name="connsiteY10" fmla="*/ 466225 h 493230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49297 w 610479"/>
                    <a:gd name="connsiteY0" fmla="*/ 466532 h 493537"/>
                    <a:gd name="connsiteX1" fmla="*/ 12785 w 610479"/>
                    <a:gd name="connsiteY1" fmla="*/ 232393 h 493537"/>
                    <a:gd name="connsiteX2" fmla="*/ 186617 w 610479"/>
                    <a:gd name="connsiteY2" fmla="*/ 308594 h 493537"/>
                    <a:gd name="connsiteX3" fmla="*/ 184236 w 610479"/>
                    <a:gd name="connsiteY3" fmla="*/ 3793 h 493537"/>
                    <a:gd name="connsiteX4" fmla="*/ 286630 w 610479"/>
                    <a:gd name="connsiteY4" fmla="*/ 210962 h 493537"/>
                    <a:gd name="connsiteX5" fmla="*/ 460460 w 610479"/>
                    <a:gd name="connsiteY5" fmla="*/ 22843 h 493537"/>
                    <a:gd name="connsiteX6" fmla="*/ 427123 w 610479"/>
                    <a:gd name="connsiteY6" fmla="*/ 244300 h 493537"/>
                    <a:gd name="connsiteX7" fmla="*/ 610479 w 610479"/>
                    <a:gd name="connsiteY7" fmla="*/ 203818 h 493537"/>
                    <a:gd name="connsiteX8" fmla="*/ 473095 w 610479"/>
                    <a:gd name="connsiteY8" fmla="*/ 440338 h 493537"/>
                    <a:gd name="connsiteX9" fmla="*/ 449282 w 610479"/>
                    <a:gd name="connsiteY9" fmla="*/ 486393 h 493537"/>
                    <a:gd name="connsiteX10" fmla="*/ 275516 w 610479"/>
                    <a:gd name="connsiteY10" fmla="*/ 493537 h 493537"/>
                    <a:gd name="connsiteX11" fmla="*/ 49297 w 610479"/>
                    <a:gd name="connsiteY11" fmla="*/ 466532 h 493537"/>
                    <a:gd name="connsiteX0" fmla="*/ 39744 w 600926"/>
                    <a:gd name="connsiteY0" fmla="*/ 466532 h 493537"/>
                    <a:gd name="connsiteX1" fmla="*/ 86577 w 600926"/>
                    <a:gd name="connsiteY1" fmla="*/ 391938 h 493537"/>
                    <a:gd name="connsiteX2" fmla="*/ 3232 w 600926"/>
                    <a:gd name="connsiteY2" fmla="*/ 232393 h 493537"/>
                    <a:gd name="connsiteX3" fmla="*/ 177064 w 600926"/>
                    <a:gd name="connsiteY3" fmla="*/ 308594 h 493537"/>
                    <a:gd name="connsiteX4" fmla="*/ 174683 w 600926"/>
                    <a:gd name="connsiteY4" fmla="*/ 3793 h 493537"/>
                    <a:gd name="connsiteX5" fmla="*/ 277077 w 600926"/>
                    <a:gd name="connsiteY5" fmla="*/ 210962 h 493537"/>
                    <a:gd name="connsiteX6" fmla="*/ 450907 w 600926"/>
                    <a:gd name="connsiteY6" fmla="*/ 22843 h 493537"/>
                    <a:gd name="connsiteX7" fmla="*/ 417570 w 600926"/>
                    <a:gd name="connsiteY7" fmla="*/ 244300 h 493537"/>
                    <a:gd name="connsiteX8" fmla="*/ 600926 w 600926"/>
                    <a:gd name="connsiteY8" fmla="*/ 203818 h 493537"/>
                    <a:gd name="connsiteX9" fmla="*/ 463542 w 600926"/>
                    <a:gd name="connsiteY9" fmla="*/ 440338 h 493537"/>
                    <a:gd name="connsiteX10" fmla="*/ 439729 w 600926"/>
                    <a:gd name="connsiteY10" fmla="*/ 486393 h 493537"/>
                    <a:gd name="connsiteX11" fmla="*/ 265963 w 600926"/>
                    <a:gd name="connsiteY11" fmla="*/ 493537 h 493537"/>
                    <a:gd name="connsiteX12" fmla="*/ 39744 w 600926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500681"/>
                    <a:gd name="connsiteX1" fmla="*/ 103015 w 617364"/>
                    <a:gd name="connsiteY1" fmla="*/ 391938 h 500681"/>
                    <a:gd name="connsiteX2" fmla="*/ 19670 w 617364"/>
                    <a:gd name="connsiteY2" fmla="*/ 232393 h 500681"/>
                    <a:gd name="connsiteX3" fmla="*/ 193502 w 617364"/>
                    <a:gd name="connsiteY3" fmla="*/ 308594 h 500681"/>
                    <a:gd name="connsiteX4" fmla="*/ 191121 w 617364"/>
                    <a:gd name="connsiteY4" fmla="*/ 3793 h 500681"/>
                    <a:gd name="connsiteX5" fmla="*/ 293515 w 617364"/>
                    <a:gd name="connsiteY5" fmla="*/ 210962 h 500681"/>
                    <a:gd name="connsiteX6" fmla="*/ 467345 w 617364"/>
                    <a:gd name="connsiteY6" fmla="*/ 22843 h 500681"/>
                    <a:gd name="connsiteX7" fmla="*/ 434008 w 617364"/>
                    <a:gd name="connsiteY7" fmla="*/ 244300 h 500681"/>
                    <a:gd name="connsiteX8" fmla="*/ 617364 w 617364"/>
                    <a:gd name="connsiteY8" fmla="*/ 203818 h 500681"/>
                    <a:gd name="connsiteX9" fmla="*/ 479980 w 617364"/>
                    <a:gd name="connsiteY9" fmla="*/ 440338 h 500681"/>
                    <a:gd name="connsiteX10" fmla="*/ 456167 w 617364"/>
                    <a:gd name="connsiteY10" fmla="*/ 486393 h 500681"/>
                    <a:gd name="connsiteX11" fmla="*/ 306213 w 617364"/>
                    <a:gd name="connsiteY11" fmla="*/ 500681 h 500681"/>
                    <a:gd name="connsiteX12" fmla="*/ 56182 w 617364"/>
                    <a:gd name="connsiteY12" fmla="*/ 466532 h 500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7364" h="500681">
                      <a:moveTo>
                        <a:pt x="56182" y="466532"/>
                      </a:moveTo>
                      <a:cubicBezTo>
                        <a:pt x="40573" y="417453"/>
                        <a:pt x="109100" y="430961"/>
                        <a:pt x="103015" y="391938"/>
                      </a:cubicBezTo>
                      <a:cubicBezTo>
                        <a:pt x="96930" y="352915"/>
                        <a:pt x="-52561" y="307006"/>
                        <a:pt x="19670" y="232393"/>
                      </a:cubicBezTo>
                      <a:cubicBezTo>
                        <a:pt x="88198" y="145745"/>
                        <a:pt x="164927" y="346694"/>
                        <a:pt x="193502" y="308594"/>
                      </a:cubicBezTo>
                      <a:cubicBezTo>
                        <a:pt x="224458" y="263350"/>
                        <a:pt x="53405" y="52610"/>
                        <a:pt x="191121" y="3793"/>
                      </a:cubicBezTo>
                      <a:cubicBezTo>
                        <a:pt x="265337" y="16493"/>
                        <a:pt x="247478" y="207787"/>
                        <a:pt x="293515" y="210962"/>
                      </a:cubicBezTo>
                      <a:cubicBezTo>
                        <a:pt x="339552" y="214137"/>
                        <a:pt x="327249" y="-83122"/>
                        <a:pt x="467345" y="22843"/>
                      </a:cubicBezTo>
                      <a:cubicBezTo>
                        <a:pt x="509017" y="58165"/>
                        <a:pt x="411386" y="214138"/>
                        <a:pt x="434008" y="244300"/>
                      </a:cubicBezTo>
                      <a:cubicBezTo>
                        <a:pt x="456630" y="274462"/>
                        <a:pt x="582318" y="30652"/>
                        <a:pt x="617364" y="203818"/>
                      </a:cubicBezTo>
                      <a:cubicBezTo>
                        <a:pt x="566807" y="282658"/>
                        <a:pt x="459100" y="290061"/>
                        <a:pt x="479980" y="440338"/>
                      </a:cubicBezTo>
                      <a:lnTo>
                        <a:pt x="456167" y="486393"/>
                      </a:lnTo>
                      <a:lnTo>
                        <a:pt x="306213" y="500681"/>
                      </a:lnTo>
                      <a:cubicBezTo>
                        <a:pt x="271288" y="436910"/>
                        <a:pt x="57769" y="511253"/>
                        <a:pt x="56182" y="46653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A3E3E64-503D-403A-A2C5-1F2AEC53E9D1}"/>
                  </a:ext>
                </a:extLst>
              </p:cNvPr>
              <p:cNvGrpSpPr/>
              <p:nvPr/>
            </p:nvGrpSpPr>
            <p:grpSpPr>
              <a:xfrm rot="4448218">
                <a:off x="4728474" y="1709122"/>
                <a:ext cx="1272394" cy="2796758"/>
                <a:chOff x="2379517" y="916012"/>
                <a:chExt cx="1272394" cy="2796758"/>
              </a:xfrm>
              <a:grpFill/>
            </p:grpSpPr>
            <p:sp>
              <p:nvSpPr>
                <p:cNvPr id="73" name="Rectangle 6">
                  <a:extLst>
                    <a:ext uri="{FF2B5EF4-FFF2-40B4-BE49-F238E27FC236}">
                      <a16:creationId xmlns:a16="http://schemas.microsoft.com/office/drawing/2014/main" id="{C48F038C-4C30-47F7-8A0C-6ABA1510AE95}"/>
                    </a:ext>
                  </a:extLst>
                </p:cNvPr>
                <p:cNvSpPr/>
                <p:nvPr/>
              </p:nvSpPr>
              <p:spPr>
                <a:xfrm rot="19268157">
                  <a:off x="2379517" y="1553546"/>
                  <a:ext cx="1106050" cy="725917"/>
                </a:xfrm>
                <a:custGeom>
                  <a:avLst/>
                  <a:gdLst>
                    <a:gd name="connsiteX0" fmla="*/ 0 w 403367"/>
                    <a:gd name="connsiteY0" fmla="*/ 0 h 205954"/>
                    <a:gd name="connsiteX1" fmla="*/ 403367 w 403367"/>
                    <a:gd name="connsiteY1" fmla="*/ 0 h 205954"/>
                    <a:gd name="connsiteX2" fmla="*/ 403367 w 403367"/>
                    <a:gd name="connsiteY2" fmla="*/ 205954 h 205954"/>
                    <a:gd name="connsiteX3" fmla="*/ 0 w 403367"/>
                    <a:gd name="connsiteY3" fmla="*/ 205954 h 205954"/>
                    <a:gd name="connsiteX4" fmla="*/ 0 w 403367"/>
                    <a:gd name="connsiteY4" fmla="*/ 0 h 205954"/>
                    <a:gd name="connsiteX0" fmla="*/ 0 w 403367"/>
                    <a:gd name="connsiteY0" fmla="*/ 283657 h 489611"/>
                    <a:gd name="connsiteX1" fmla="*/ 395453 w 403367"/>
                    <a:gd name="connsiteY1" fmla="*/ 0 h 489611"/>
                    <a:gd name="connsiteX2" fmla="*/ 403367 w 403367"/>
                    <a:gd name="connsiteY2" fmla="*/ 489611 h 489611"/>
                    <a:gd name="connsiteX3" fmla="*/ 0 w 403367"/>
                    <a:gd name="connsiteY3" fmla="*/ 489611 h 489611"/>
                    <a:gd name="connsiteX4" fmla="*/ 0 w 403367"/>
                    <a:gd name="connsiteY4" fmla="*/ 283657 h 489611"/>
                    <a:gd name="connsiteX0" fmla="*/ 0 w 601250"/>
                    <a:gd name="connsiteY0" fmla="*/ 283657 h 489611"/>
                    <a:gd name="connsiteX1" fmla="*/ 395453 w 601250"/>
                    <a:gd name="connsiteY1" fmla="*/ 0 h 489611"/>
                    <a:gd name="connsiteX2" fmla="*/ 601250 w 601250"/>
                    <a:gd name="connsiteY2" fmla="*/ 61898 h 489611"/>
                    <a:gd name="connsiteX3" fmla="*/ 0 w 601250"/>
                    <a:gd name="connsiteY3" fmla="*/ 489611 h 489611"/>
                    <a:gd name="connsiteX4" fmla="*/ 0 w 601250"/>
                    <a:gd name="connsiteY4" fmla="*/ 283657 h 489611"/>
                    <a:gd name="connsiteX0" fmla="*/ 0 w 651260"/>
                    <a:gd name="connsiteY0" fmla="*/ 283657 h 504146"/>
                    <a:gd name="connsiteX1" fmla="*/ 395453 w 651260"/>
                    <a:gd name="connsiteY1" fmla="*/ 0 h 504146"/>
                    <a:gd name="connsiteX2" fmla="*/ 601250 w 651260"/>
                    <a:gd name="connsiteY2" fmla="*/ 61898 h 504146"/>
                    <a:gd name="connsiteX3" fmla="*/ 0 w 651260"/>
                    <a:gd name="connsiteY3" fmla="*/ 489611 h 504146"/>
                    <a:gd name="connsiteX4" fmla="*/ 0 w 651260"/>
                    <a:gd name="connsiteY4" fmla="*/ 283657 h 504146"/>
                    <a:gd name="connsiteX0" fmla="*/ 0 w 614256"/>
                    <a:gd name="connsiteY0" fmla="*/ 283657 h 489611"/>
                    <a:gd name="connsiteX1" fmla="*/ 395453 w 614256"/>
                    <a:gd name="connsiteY1" fmla="*/ 0 h 489611"/>
                    <a:gd name="connsiteX2" fmla="*/ 561695 w 614256"/>
                    <a:gd name="connsiteY2" fmla="*/ 30022 h 489611"/>
                    <a:gd name="connsiteX3" fmla="*/ 0 w 614256"/>
                    <a:gd name="connsiteY3" fmla="*/ 489611 h 489611"/>
                    <a:gd name="connsiteX4" fmla="*/ 0 w 614256"/>
                    <a:gd name="connsiteY4" fmla="*/ 283657 h 489611"/>
                    <a:gd name="connsiteX0" fmla="*/ 0 w 664919"/>
                    <a:gd name="connsiteY0" fmla="*/ 283657 h 489611"/>
                    <a:gd name="connsiteX1" fmla="*/ 395453 w 664919"/>
                    <a:gd name="connsiteY1" fmla="*/ 0 h 489611"/>
                    <a:gd name="connsiteX2" fmla="*/ 561695 w 664919"/>
                    <a:gd name="connsiteY2" fmla="*/ 30022 h 489611"/>
                    <a:gd name="connsiteX3" fmla="*/ 0 w 664919"/>
                    <a:gd name="connsiteY3" fmla="*/ 489611 h 489611"/>
                    <a:gd name="connsiteX4" fmla="*/ 0 w 664919"/>
                    <a:gd name="connsiteY4" fmla="*/ 283657 h 489611"/>
                    <a:gd name="connsiteX0" fmla="*/ 0 w 656080"/>
                    <a:gd name="connsiteY0" fmla="*/ 283657 h 512724"/>
                    <a:gd name="connsiteX1" fmla="*/ 395453 w 656080"/>
                    <a:gd name="connsiteY1" fmla="*/ 0 h 512724"/>
                    <a:gd name="connsiteX2" fmla="*/ 561695 w 656080"/>
                    <a:gd name="connsiteY2" fmla="*/ 30022 h 512724"/>
                    <a:gd name="connsiteX3" fmla="*/ 0 w 656080"/>
                    <a:gd name="connsiteY3" fmla="*/ 489611 h 512724"/>
                    <a:gd name="connsiteX4" fmla="*/ 0 w 656080"/>
                    <a:gd name="connsiteY4" fmla="*/ 283657 h 512724"/>
                    <a:gd name="connsiteX0" fmla="*/ 0 w 668482"/>
                    <a:gd name="connsiteY0" fmla="*/ 283657 h 506070"/>
                    <a:gd name="connsiteX1" fmla="*/ 395453 w 668482"/>
                    <a:gd name="connsiteY1" fmla="*/ 0 h 506070"/>
                    <a:gd name="connsiteX2" fmla="*/ 561695 w 668482"/>
                    <a:gd name="connsiteY2" fmla="*/ 30022 h 506070"/>
                    <a:gd name="connsiteX3" fmla="*/ 0 w 668482"/>
                    <a:gd name="connsiteY3" fmla="*/ 489611 h 506070"/>
                    <a:gd name="connsiteX4" fmla="*/ 0 w 668482"/>
                    <a:gd name="connsiteY4" fmla="*/ 283657 h 506070"/>
                    <a:gd name="connsiteX0" fmla="*/ 0 w 622780"/>
                    <a:gd name="connsiteY0" fmla="*/ 283657 h 503130"/>
                    <a:gd name="connsiteX1" fmla="*/ 395453 w 622780"/>
                    <a:gd name="connsiteY1" fmla="*/ 0 h 503130"/>
                    <a:gd name="connsiteX2" fmla="*/ 511145 w 622780"/>
                    <a:gd name="connsiteY2" fmla="*/ 21908 h 503130"/>
                    <a:gd name="connsiteX3" fmla="*/ 0 w 622780"/>
                    <a:gd name="connsiteY3" fmla="*/ 489611 h 503130"/>
                    <a:gd name="connsiteX4" fmla="*/ 0 w 622780"/>
                    <a:gd name="connsiteY4" fmla="*/ 283657 h 503130"/>
                    <a:gd name="connsiteX0" fmla="*/ 0 w 671960"/>
                    <a:gd name="connsiteY0" fmla="*/ 283657 h 501829"/>
                    <a:gd name="connsiteX1" fmla="*/ 395453 w 671960"/>
                    <a:gd name="connsiteY1" fmla="*/ 0 h 501829"/>
                    <a:gd name="connsiteX2" fmla="*/ 511145 w 671960"/>
                    <a:gd name="connsiteY2" fmla="*/ 21908 h 501829"/>
                    <a:gd name="connsiteX3" fmla="*/ 0 w 671960"/>
                    <a:gd name="connsiteY3" fmla="*/ 489611 h 501829"/>
                    <a:gd name="connsiteX4" fmla="*/ 0 w 671960"/>
                    <a:gd name="connsiteY4" fmla="*/ 283657 h 501829"/>
                    <a:gd name="connsiteX0" fmla="*/ 0 w 688536"/>
                    <a:gd name="connsiteY0" fmla="*/ 283657 h 504326"/>
                    <a:gd name="connsiteX1" fmla="*/ 395453 w 688536"/>
                    <a:gd name="connsiteY1" fmla="*/ 0 h 504326"/>
                    <a:gd name="connsiteX2" fmla="*/ 529963 w 688536"/>
                    <a:gd name="connsiteY2" fmla="*/ 28918 h 504326"/>
                    <a:gd name="connsiteX3" fmla="*/ 0 w 688536"/>
                    <a:gd name="connsiteY3" fmla="*/ 489611 h 504326"/>
                    <a:gd name="connsiteX4" fmla="*/ 0 w 688536"/>
                    <a:gd name="connsiteY4" fmla="*/ 283657 h 504326"/>
                    <a:gd name="connsiteX0" fmla="*/ 0 w 660616"/>
                    <a:gd name="connsiteY0" fmla="*/ 283657 h 495051"/>
                    <a:gd name="connsiteX1" fmla="*/ 395453 w 660616"/>
                    <a:gd name="connsiteY1" fmla="*/ 0 h 495051"/>
                    <a:gd name="connsiteX2" fmla="*/ 529963 w 660616"/>
                    <a:gd name="connsiteY2" fmla="*/ 28918 h 495051"/>
                    <a:gd name="connsiteX3" fmla="*/ 0 w 660616"/>
                    <a:gd name="connsiteY3" fmla="*/ 489611 h 495051"/>
                    <a:gd name="connsiteX4" fmla="*/ 0 w 660616"/>
                    <a:gd name="connsiteY4" fmla="*/ 28365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1072647"/>
                    <a:gd name="connsiteY0" fmla="*/ 0 h 508598"/>
                    <a:gd name="connsiteX1" fmla="*/ 807484 w 1072647"/>
                    <a:gd name="connsiteY1" fmla="*/ 13547 h 508598"/>
                    <a:gd name="connsiteX2" fmla="*/ 941994 w 1072647"/>
                    <a:gd name="connsiteY2" fmla="*/ 42465 h 508598"/>
                    <a:gd name="connsiteX3" fmla="*/ 412031 w 1072647"/>
                    <a:gd name="connsiteY3" fmla="*/ 503158 h 508598"/>
                    <a:gd name="connsiteX4" fmla="*/ 0 w 1072647"/>
                    <a:gd name="connsiteY4" fmla="*/ 0 h 508598"/>
                    <a:gd name="connsiteX0" fmla="*/ 0 w 1043561"/>
                    <a:gd name="connsiteY0" fmla="*/ 0 h 481824"/>
                    <a:gd name="connsiteX1" fmla="*/ 807484 w 1043561"/>
                    <a:gd name="connsiteY1" fmla="*/ 13547 h 481824"/>
                    <a:gd name="connsiteX2" fmla="*/ 941994 w 1043561"/>
                    <a:gd name="connsiteY2" fmla="*/ 42465 h 481824"/>
                    <a:gd name="connsiteX3" fmla="*/ 61939 w 1043561"/>
                    <a:gd name="connsiteY3" fmla="*/ 461304 h 481824"/>
                    <a:gd name="connsiteX4" fmla="*/ 0 w 1043561"/>
                    <a:gd name="connsiteY4" fmla="*/ 0 h 48182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817"/>
                    <a:gd name="connsiteY0" fmla="*/ 0 h 494854"/>
                    <a:gd name="connsiteX1" fmla="*/ 807484 w 947817"/>
                    <a:gd name="connsiteY1" fmla="*/ 13547 h 494854"/>
                    <a:gd name="connsiteX2" fmla="*/ 941994 w 947817"/>
                    <a:gd name="connsiteY2" fmla="*/ 42465 h 494854"/>
                    <a:gd name="connsiteX3" fmla="*/ 61939 w 947817"/>
                    <a:gd name="connsiteY3" fmla="*/ 461304 h 494854"/>
                    <a:gd name="connsiteX4" fmla="*/ 0 w 947817"/>
                    <a:gd name="connsiteY4" fmla="*/ 0 h 494854"/>
                    <a:gd name="connsiteX0" fmla="*/ 0 w 955062"/>
                    <a:gd name="connsiteY0" fmla="*/ 0 h 497330"/>
                    <a:gd name="connsiteX1" fmla="*/ 807484 w 955062"/>
                    <a:gd name="connsiteY1" fmla="*/ 13547 h 497330"/>
                    <a:gd name="connsiteX2" fmla="*/ 949287 w 955062"/>
                    <a:gd name="connsiteY2" fmla="*/ 73025 h 497330"/>
                    <a:gd name="connsiteX3" fmla="*/ 61939 w 955062"/>
                    <a:gd name="connsiteY3" fmla="*/ 461304 h 497330"/>
                    <a:gd name="connsiteX4" fmla="*/ 0 w 955062"/>
                    <a:gd name="connsiteY4" fmla="*/ 0 h 497330"/>
                    <a:gd name="connsiteX0" fmla="*/ 0 w 949287"/>
                    <a:gd name="connsiteY0" fmla="*/ 0 h 490165"/>
                    <a:gd name="connsiteX1" fmla="*/ 807484 w 949287"/>
                    <a:gd name="connsiteY1" fmla="*/ 13547 h 490165"/>
                    <a:gd name="connsiteX2" fmla="*/ 949287 w 949287"/>
                    <a:gd name="connsiteY2" fmla="*/ 73025 h 490165"/>
                    <a:gd name="connsiteX3" fmla="*/ 61939 w 949287"/>
                    <a:gd name="connsiteY3" fmla="*/ 461304 h 490165"/>
                    <a:gd name="connsiteX4" fmla="*/ 0 w 949287"/>
                    <a:gd name="connsiteY4" fmla="*/ 0 h 490165"/>
                    <a:gd name="connsiteX0" fmla="*/ 0 w 949287"/>
                    <a:gd name="connsiteY0" fmla="*/ 0 h 519996"/>
                    <a:gd name="connsiteX1" fmla="*/ 807484 w 949287"/>
                    <a:gd name="connsiteY1" fmla="*/ 13547 h 519996"/>
                    <a:gd name="connsiteX2" fmla="*/ 949287 w 949287"/>
                    <a:gd name="connsiteY2" fmla="*/ 73025 h 519996"/>
                    <a:gd name="connsiteX3" fmla="*/ 160667 w 949287"/>
                    <a:gd name="connsiteY3" fmla="*/ 492844 h 519996"/>
                    <a:gd name="connsiteX4" fmla="*/ 0 w 949287"/>
                    <a:gd name="connsiteY4" fmla="*/ 0 h 519996"/>
                    <a:gd name="connsiteX0" fmla="*/ 0 w 956580"/>
                    <a:gd name="connsiteY0" fmla="*/ 0 h 550556"/>
                    <a:gd name="connsiteX1" fmla="*/ 814777 w 956580"/>
                    <a:gd name="connsiteY1" fmla="*/ 44107 h 550556"/>
                    <a:gd name="connsiteX2" fmla="*/ 956580 w 956580"/>
                    <a:gd name="connsiteY2" fmla="*/ 103585 h 550556"/>
                    <a:gd name="connsiteX3" fmla="*/ 167960 w 956580"/>
                    <a:gd name="connsiteY3" fmla="*/ 523404 h 550556"/>
                    <a:gd name="connsiteX4" fmla="*/ 0 w 956580"/>
                    <a:gd name="connsiteY4" fmla="*/ 0 h 550556"/>
                    <a:gd name="connsiteX0" fmla="*/ 0 w 956580"/>
                    <a:gd name="connsiteY0" fmla="*/ 15600 h 566156"/>
                    <a:gd name="connsiteX1" fmla="*/ 484536 w 956580"/>
                    <a:gd name="connsiteY1" fmla="*/ 166396 h 566156"/>
                    <a:gd name="connsiteX2" fmla="*/ 814777 w 956580"/>
                    <a:gd name="connsiteY2" fmla="*/ 59707 h 566156"/>
                    <a:gd name="connsiteX3" fmla="*/ 956580 w 956580"/>
                    <a:gd name="connsiteY3" fmla="*/ 119185 h 566156"/>
                    <a:gd name="connsiteX4" fmla="*/ 167960 w 956580"/>
                    <a:gd name="connsiteY4" fmla="*/ 539004 h 566156"/>
                    <a:gd name="connsiteX5" fmla="*/ 0 w 956580"/>
                    <a:gd name="connsiteY5" fmla="*/ 15600 h 56615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14777 w 956580"/>
                    <a:gd name="connsiteY2" fmla="*/ 120727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828178"/>
                    <a:gd name="connsiteY0" fmla="*/ 578628 h 578628"/>
                    <a:gd name="connsiteX1" fmla="*/ 356134 w 828178"/>
                    <a:gd name="connsiteY1" fmla="*/ 174530 h 578628"/>
                    <a:gd name="connsiteX2" fmla="*/ 755686 w 828178"/>
                    <a:gd name="connsiteY2" fmla="*/ 0 h 578628"/>
                    <a:gd name="connsiteX3" fmla="*/ 828178 w 828178"/>
                    <a:gd name="connsiteY3" fmla="*/ 127319 h 578628"/>
                    <a:gd name="connsiteX4" fmla="*/ 39558 w 828178"/>
                    <a:gd name="connsiteY4" fmla="*/ 547138 h 578628"/>
                    <a:gd name="connsiteX5" fmla="*/ 0 w 828178"/>
                    <a:gd name="connsiteY5" fmla="*/ 578628 h 578628"/>
                    <a:gd name="connsiteX0" fmla="*/ 0 w 828178"/>
                    <a:gd name="connsiteY0" fmla="*/ 578628 h 679541"/>
                    <a:gd name="connsiteX1" fmla="*/ 356134 w 828178"/>
                    <a:gd name="connsiteY1" fmla="*/ 174530 h 679541"/>
                    <a:gd name="connsiteX2" fmla="*/ 755686 w 828178"/>
                    <a:gd name="connsiteY2" fmla="*/ 0 h 679541"/>
                    <a:gd name="connsiteX3" fmla="*/ 828178 w 828178"/>
                    <a:gd name="connsiteY3" fmla="*/ 127319 h 679541"/>
                    <a:gd name="connsiteX4" fmla="*/ 184311 w 828178"/>
                    <a:gd name="connsiteY4" fmla="*/ 657050 h 679541"/>
                    <a:gd name="connsiteX5" fmla="*/ 0 w 828178"/>
                    <a:gd name="connsiteY5" fmla="*/ 578628 h 679541"/>
                    <a:gd name="connsiteX0" fmla="*/ 0 w 867258"/>
                    <a:gd name="connsiteY0" fmla="*/ 578628 h 679281"/>
                    <a:gd name="connsiteX1" fmla="*/ 356134 w 867258"/>
                    <a:gd name="connsiteY1" fmla="*/ 174530 h 679281"/>
                    <a:gd name="connsiteX2" fmla="*/ 755686 w 867258"/>
                    <a:gd name="connsiteY2" fmla="*/ 0 h 679281"/>
                    <a:gd name="connsiteX3" fmla="*/ 867258 w 867258"/>
                    <a:gd name="connsiteY3" fmla="*/ 119875 h 679281"/>
                    <a:gd name="connsiteX4" fmla="*/ 184311 w 867258"/>
                    <a:gd name="connsiteY4" fmla="*/ 657050 h 679281"/>
                    <a:gd name="connsiteX5" fmla="*/ 0 w 867258"/>
                    <a:gd name="connsiteY5" fmla="*/ 578628 h 679281"/>
                    <a:gd name="connsiteX0" fmla="*/ 0 w 867258"/>
                    <a:gd name="connsiteY0" fmla="*/ 594179 h 694832"/>
                    <a:gd name="connsiteX1" fmla="*/ 356134 w 867258"/>
                    <a:gd name="connsiteY1" fmla="*/ 190081 h 694832"/>
                    <a:gd name="connsiteX2" fmla="*/ 707325 w 867258"/>
                    <a:gd name="connsiteY2" fmla="*/ 0 h 694832"/>
                    <a:gd name="connsiteX3" fmla="*/ 867258 w 867258"/>
                    <a:gd name="connsiteY3" fmla="*/ 135426 h 694832"/>
                    <a:gd name="connsiteX4" fmla="*/ 184311 w 867258"/>
                    <a:gd name="connsiteY4" fmla="*/ 672601 h 694832"/>
                    <a:gd name="connsiteX5" fmla="*/ 0 w 867258"/>
                    <a:gd name="connsiteY5" fmla="*/ 594179 h 694832"/>
                    <a:gd name="connsiteX0" fmla="*/ 0 w 867258"/>
                    <a:gd name="connsiteY0" fmla="*/ 594179 h 694832"/>
                    <a:gd name="connsiteX1" fmla="*/ 707325 w 867258"/>
                    <a:gd name="connsiteY1" fmla="*/ 0 h 694832"/>
                    <a:gd name="connsiteX2" fmla="*/ 867258 w 867258"/>
                    <a:gd name="connsiteY2" fmla="*/ 135426 h 694832"/>
                    <a:gd name="connsiteX3" fmla="*/ 184311 w 867258"/>
                    <a:gd name="connsiteY3" fmla="*/ 672601 h 694832"/>
                    <a:gd name="connsiteX4" fmla="*/ 0 w 867258"/>
                    <a:gd name="connsiteY4" fmla="*/ 594179 h 694832"/>
                    <a:gd name="connsiteX0" fmla="*/ 0 w 867258"/>
                    <a:gd name="connsiteY0" fmla="*/ 594179 h 694832"/>
                    <a:gd name="connsiteX1" fmla="*/ 707325 w 867258"/>
                    <a:gd name="connsiteY1" fmla="*/ 0 h 694832"/>
                    <a:gd name="connsiteX2" fmla="*/ 867258 w 867258"/>
                    <a:gd name="connsiteY2" fmla="*/ 135426 h 694832"/>
                    <a:gd name="connsiteX3" fmla="*/ 184311 w 867258"/>
                    <a:gd name="connsiteY3" fmla="*/ 672601 h 694832"/>
                    <a:gd name="connsiteX4" fmla="*/ 0 w 867258"/>
                    <a:gd name="connsiteY4" fmla="*/ 594179 h 694832"/>
                    <a:gd name="connsiteX0" fmla="*/ 2113 w 869371"/>
                    <a:gd name="connsiteY0" fmla="*/ 594179 h 694832"/>
                    <a:gd name="connsiteX1" fmla="*/ 709438 w 869371"/>
                    <a:gd name="connsiteY1" fmla="*/ 0 h 694832"/>
                    <a:gd name="connsiteX2" fmla="*/ 869371 w 869371"/>
                    <a:gd name="connsiteY2" fmla="*/ 135426 h 694832"/>
                    <a:gd name="connsiteX3" fmla="*/ 186424 w 869371"/>
                    <a:gd name="connsiteY3" fmla="*/ 672601 h 694832"/>
                    <a:gd name="connsiteX4" fmla="*/ 2113 w 869371"/>
                    <a:gd name="connsiteY4" fmla="*/ 594179 h 694832"/>
                    <a:gd name="connsiteX0" fmla="*/ 1296 w 1107346"/>
                    <a:gd name="connsiteY0" fmla="*/ 591968 h 694832"/>
                    <a:gd name="connsiteX1" fmla="*/ 947413 w 1107346"/>
                    <a:gd name="connsiteY1" fmla="*/ 0 h 694832"/>
                    <a:gd name="connsiteX2" fmla="*/ 1107346 w 1107346"/>
                    <a:gd name="connsiteY2" fmla="*/ 135426 h 694832"/>
                    <a:gd name="connsiteX3" fmla="*/ 424399 w 1107346"/>
                    <a:gd name="connsiteY3" fmla="*/ 672601 h 694832"/>
                    <a:gd name="connsiteX4" fmla="*/ 1296 w 1107346"/>
                    <a:gd name="connsiteY4" fmla="*/ 591968 h 694832"/>
                    <a:gd name="connsiteX0" fmla="*/ 0 w 1106050"/>
                    <a:gd name="connsiteY0" fmla="*/ 662114 h 764978"/>
                    <a:gd name="connsiteX1" fmla="*/ 410757 w 1106050"/>
                    <a:gd name="connsiteY1" fmla="*/ 35957 h 764978"/>
                    <a:gd name="connsiteX2" fmla="*/ 946117 w 1106050"/>
                    <a:gd name="connsiteY2" fmla="*/ 70146 h 764978"/>
                    <a:gd name="connsiteX3" fmla="*/ 1106050 w 1106050"/>
                    <a:gd name="connsiteY3" fmla="*/ 205572 h 764978"/>
                    <a:gd name="connsiteX4" fmla="*/ 423103 w 1106050"/>
                    <a:gd name="connsiteY4" fmla="*/ 742747 h 764978"/>
                    <a:gd name="connsiteX5" fmla="*/ 0 w 1106050"/>
                    <a:gd name="connsiteY5" fmla="*/ 662114 h 764978"/>
                    <a:gd name="connsiteX0" fmla="*/ 0 w 1106050"/>
                    <a:gd name="connsiteY0" fmla="*/ 662114 h 764978"/>
                    <a:gd name="connsiteX1" fmla="*/ 410757 w 1106050"/>
                    <a:gd name="connsiteY1" fmla="*/ 35957 h 764978"/>
                    <a:gd name="connsiteX2" fmla="*/ 946117 w 1106050"/>
                    <a:gd name="connsiteY2" fmla="*/ 70146 h 764978"/>
                    <a:gd name="connsiteX3" fmla="*/ 1106050 w 1106050"/>
                    <a:gd name="connsiteY3" fmla="*/ 205572 h 764978"/>
                    <a:gd name="connsiteX4" fmla="*/ 423103 w 1106050"/>
                    <a:gd name="connsiteY4" fmla="*/ 742747 h 764978"/>
                    <a:gd name="connsiteX5" fmla="*/ 0 w 1106050"/>
                    <a:gd name="connsiteY5" fmla="*/ 662114 h 764978"/>
                    <a:gd name="connsiteX0" fmla="*/ 0 w 1106050"/>
                    <a:gd name="connsiteY0" fmla="*/ 667855 h 770719"/>
                    <a:gd name="connsiteX1" fmla="*/ 410757 w 1106050"/>
                    <a:gd name="connsiteY1" fmla="*/ 41698 h 770719"/>
                    <a:gd name="connsiteX2" fmla="*/ 1073952 w 1106050"/>
                    <a:gd name="connsiteY2" fmla="*/ 47689 h 770719"/>
                    <a:gd name="connsiteX3" fmla="*/ 1106050 w 1106050"/>
                    <a:gd name="connsiteY3" fmla="*/ 211313 h 770719"/>
                    <a:gd name="connsiteX4" fmla="*/ 423103 w 1106050"/>
                    <a:gd name="connsiteY4" fmla="*/ 748488 h 770719"/>
                    <a:gd name="connsiteX5" fmla="*/ 0 w 1106050"/>
                    <a:gd name="connsiteY5" fmla="*/ 667855 h 770719"/>
                    <a:gd name="connsiteX0" fmla="*/ 0 w 1106050"/>
                    <a:gd name="connsiteY0" fmla="*/ 662172 h 765036"/>
                    <a:gd name="connsiteX1" fmla="*/ 410757 w 1106050"/>
                    <a:gd name="connsiteY1" fmla="*/ 36015 h 765036"/>
                    <a:gd name="connsiteX2" fmla="*/ 1073952 w 1106050"/>
                    <a:gd name="connsiteY2" fmla="*/ 42006 h 765036"/>
                    <a:gd name="connsiteX3" fmla="*/ 1106050 w 1106050"/>
                    <a:gd name="connsiteY3" fmla="*/ 205630 h 765036"/>
                    <a:gd name="connsiteX4" fmla="*/ 423103 w 1106050"/>
                    <a:gd name="connsiteY4" fmla="*/ 742805 h 765036"/>
                    <a:gd name="connsiteX5" fmla="*/ 0 w 1106050"/>
                    <a:gd name="connsiteY5" fmla="*/ 662172 h 765036"/>
                    <a:gd name="connsiteX0" fmla="*/ 0 w 1106050"/>
                    <a:gd name="connsiteY0" fmla="*/ 645284 h 748148"/>
                    <a:gd name="connsiteX1" fmla="*/ 410757 w 1106050"/>
                    <a:gd name="connsiteY1" fmla="*/ 19127 h 748148"/>
                    <a:gd name="connsiteX2" fmla="*/ 1073952 w 1106050"/>
                    <a:gd name="connsiteY2" fmla="*/ 25118 h 748148"/>
                    <a:gd name="connsiteX3" fmla="*/ 1106050 w 1106050"/>
                    <a:gd name="connsiteY3" fmla="*/ 188742 h 748148"/>
                    <a:gd name="connsiteX4" fmla="*/ 423103 w 1106050"/>
                    <a:gd name="connsiteY4" fmla="*/ 725917 h 748148"/>
                    <a:gd name="connsiteX5" fmla="*/ 0 w 1106050"/>
                    <a:gd name="connsiteY5" fmla="*/ 645284 h 748148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06050" h="725917">
                      <a:moveTo>
                        <a:pt x="0" y="645284"/>
                      </a:moveTo>
                      <a:cubicBezTo>
                        <a:pt x="19512" y="558897"/>
                        <a:pt x="253071" y="117788"/>
                        <a:pt x="410757" y="19127"/>
                      </a:cubicBezTo>
                      <a:cubicBezTo>
                        <a:pt x="534303" y="-39830"/>
                        <a:pt x="962886" y="59556"/>
                        <a:pt x="1073952" y="25118"/>
                      </a:cubicBezTo>
                      <a:lnTo>
                        <a:pt x="1106050" y="188742"/>
                      </a:lnTo>
                      <a:cubicBezTo>
                        <a:pt x="1077645" y="226876"/>
                        <a:pt x="700724" y="310574"/>
                        <a:pt x="621101" y="267020"/>
                      </a:cubicBezTo>
                      <a:cubicBezTo>
                        <a:pt x="638717" y="426915"/>
                        <a:pt x="566102" y="704947"/>
                        <a:pt x="423103" y="725917"/>
                      </a:cubicBezTo>
                      <a:lnTo>
                        <a:pt x="0" y="645284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Rectangle 7">
                  <a:extLst>
                    <a:ext uri="{FF2B5EF4-FFF2-40B4-BE49-F238E27FC236}">
                      <a16:creationId xmlns:a16="http://schemas.microsoft.com/office/drawing/2014/main" id="{86B7741E-D579-4BEF-905C-B7356230CF64}"/>
                    </a:ext>
                  </a:extLst>
                </p:cNvPr>
                <p:cNvSpPr/>
                <p:nvPr/>
              </p:nvSpPr>
              <p:spPr>
                <a:xfrm rot="3174985">
                  <a:off x="2974174" y="974353"/>
                  <a:ext cx="617364" cy="500681"/>
                </a:xfrm>
                <a:custGeom>
                  <a:avLst/>
                  <a:gdLst>
                    <a:gd name="connsiteX0" fmla="*/ 0 w 176147"/>
                    <a:gd name="connsiteY0" fmla="*/ 0 h 167499"/>
                    <a:gd name="connsiteX1" fmla="*/ 176147 w 176147"/>
                    <a:gd name="connsiteY1" fmla="*/ 0 h 167499"/>
                    <a:gd name="connsiteX2" fmla="*/ 176147 w 176147"/>
                    <a:gd name="connsiteY2" fmla="*/ 167499 h 167499"/>
                    <a:gd name="connsiteX3" fmla="*/ 0 w 176147"/>
                    <a:gd name="connsiteY3" fmla="*/ 167499 h 167499"/>
                    <a:gd name="connsiteX4" fmla="*/ 0 w 176147"/>
                    <a:gd name="connsiteY4" fmla="*/ 0 h 167499"/>
                    <a:gd name="connsiteX0" fmla="*/ 0 w 176147"/>
                    <a:gd name="connsiteY0" fmla="*/ 0 h 186549"/>
                    <a:gd name="connsiteX1" fmla="*/ 176147 w 176147"/>
                    <a:gd name="connsiteY1" fmla="*/ 0 h 186549"/>
                    <a:gd name="connsiteX2" fmla="*/ 176147 w 176147"/>
                    <a:gd name="connsiteY2" fmla="*/ 167499 h 186549"/>
                    <a:gd name="connsiteX3" fmla="*/ 0 w 176147"/>
                    <a:gd name="connsiteY3" fmla="*/ 186549 h 186549"/>
                    <a:gd name="connsiteX4" fmla="*/ 0 w 176147"/>
                    <a:gd name="connsiteY4" fmla="*/ 0 h 186549"/>
                    <a:gd name="connsiteX0" fmla="*/ 0 w 402366"/>
                    <a:gd name="connsiteY0" fmla="*/ 159544 h 186549"/>
                    <a:gd name="connsiteX1" fmla="*/ 402366 w 402366"/>
                    <a:gd name="connsiteY1" fmla="*/ 0 h 186549"/>
                    <a:gd name="connsiteX2" fmla="*/ 402366 w 402366"/>
                    <a:gd name="connsiteY2" fmla="*/ 167499 h 186549"/>
                    <a:gd name="connsiteX3" fmla="*/ 226219 w 402366"/>
                    <a:gd name="connsiteY3" fmla="*/ 186549 h 186549"/>
                    <a:gd name="connsiteX4" fmla="*/ 0 w 402366"/>
                    <a:gd name="connsiteY4" fmla="*/ 159544 h 186549"/>
                    <a:gd name="connsiteX0" fmla="*/ 50931 w 453297"/>
                    <a:gd name="connsiteY0" fmla="*/ 234139 h 261144"/>
                    <a:gd name="connsiteX1" fmla="*/ 14419 w 453297"/>
                    <a:gd name="connsiteY1" fmla="*/ 0 h 261144"/>
                    <a:gd name="connsiteX2" fmla="*/ 453297 w 453297"/>
                    <a:gd name="connsiteY2" fmla="*/ 74595 h 261144"/>
                    <a:gd name="connsiteX3" fmla="*/ 453297 w 453297"/>
                    <a:gd name="connsiteY3" fmla="*/ 242094 h 261144"/>
                    <a:gd name="connsiteX4" fmla="*/ 277150 w 453297"/>
                    <a:gd name="connsiteY4" fmla="*/ 261144 h 261144"/>
                    <a:gd name="connsiteX5" fmla="*/ 50931 w 453297"/>
                    <a:gd name="connsiteY5" fmla="*/ 234139 h 261144"/>
                    <a:gd name="connsiteX0" fmla="*/ 50931 w 453297"/>
                    <a:gd name="connsiteY0" fmla="*/ 463255 h 490260"/>
                    <a:gd name="connsiteX1" fmla="*/ 14419 w 453297"/>
                    <a:gd name="connsiteY1" fmla="*/ 229116 h 490260"/>
                    <a:gd name="connsiteX2" fmla="*/ 185870 w 453297"/>
                    <a:gd name="connsiteY2" fmla="*/ 516 h 490260"/>
                    <a:gd name="connsiteX3" fmla="*/ 453297 w 453297"/>
                    <a:gd name="connsiteY3" fmla="*/ 303711 h 490260"/>
                    <a:gd name="connsiteX4" fmla="*/ 453297 w 453297"/>
                    <a:gd name="connsiteY4" fmla="*/ 471210 h 490260"/>
                    <a:gd name="connsiteX5" fmla="*/ 277150 w 453297"/>
                    <a:gd name="connsiteY5" fmla="*/ 490260 h 490260"/>
                    <a:gd name="connsiteX6" fmla="*/ 50931 w 453297"/>
                    <a:gd name="connsiteY6" fmla="*/ 463255 h 490260"/>
                    <a:gd name="connsiteX0" fmla="*/ 50931 w 476382"/>
                    <a:gd name="connsiteY0" fmla="*/ 463633 h 490638"/>
                    <a:gd name="connsiteX1" fmla="*/ 14419 w 476382"/>
                    <a:gd name="connsiteY1" fmla="*/ 229494 h 490638"/>
                    <a:gd name="connsiteX2" fmla="*/ 185870 w 476382"/>
                    <a:gd name="connsiteY2" fmla="*/ 894 h 490638"/>
                    <a:gd name="connsiteX3" fmla="*/ 476382 w 476382"/>
                    <a:gd name="connsiteY3" fmla="*/ 19944 h 490638"/>
                    <a:gd name="connsiteX4" fmla="*/ 453297 w 476382"/>
                    <a:gd name="connsiteY4" fmla="*/ 304089 h 490638"/>
                    <a:gd name="connsiteX5" fmla="*/ 453297 w 476382"/>
                    <a:gd name="connsiteY5" fmla="*/ 471588 h 490638"/>
                    <a:gd name="connsiteX6" fmla="*/ 277150 w 476382"/>
                    <a:gd name="connsiteY6" fmla="*/ 490638 h 490638"/>
                    <a:gd name="connsiteX7" fmla="*/ 50931 w 476382"/>
                    <a:gd name="connsiteY7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53297 w 621782"/>
                    <a:gd name="connsiteY5" fmla="*/ 30408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12266"/>
                    <a:gd name="connsiteY0" fmla="*/ 463633 h 490638"/>
                    <a:gd name="connsiteX1" fmla="*/ 14419 w 612266"/>
                    <a:gd name="connsiteY1" fmla="*/ 229494 h 490638"/>
                    <a:gd name="connsiteX2" fmla="*/ 185870 w 612266"/>
                    <a:gd name="connsiteY2" fmla="*/ 894 h 490638"/>
                    <a:gd name="connsiteX3" fmla="*/ 476382 w 612266"/>
                    <a:gd name="connsiteY3" fmla="*/ 19944 h 490638"/>
                    <a:gd name="connsiteX4" fmla="*/ 612113 w 612266"/>
                    <a:gd name="connsiteY4" fmla="*/ 200919 h 490638"/>
                    <a:gd name="connsiteX5" fmla="*/ 474729 w 612266"/>
                    <a:gd name="connsiteY5" fmla="*/ 437439 h 490638"/>
                    <a:gd name="connsiteX6" fmla="*/ 450916 w 612266"/>
                    <a:gd name="connsiteY6" fmla="*/ 483494 h 490638"/>
                    <a:gd name="connsiteX7" fmla="*/ 277150 w 612266"/>
                    <a:gd name="connsiteY7" fmla="*/ 490638 h 490638"/>
                    <a:gd name="connsiteX8" fmla="*/ 50931 w 612266"/>
                    <a:gd name="connsiteY8" fmla="*/ 463633 h 490638"/>
                    <a:gd name="connsiteX0" fmla="*/ 50931 w 612187"/>
                    <a:gd name="connsiteY0" fmla="*/ 463633 h 490638"/>
                    <a:gd name="connsiteX1" fmla="*/ 14419 w 612187"/>
                    <a:gd name="connsiteY1" fmla="*/ 229494 h 490638"/>
                    <a:gd name="connsiteX2" fmla="*/ 185870 w 612187"/>
                    <a:gd name="connsiteY2" fmla="*/ 894 h 490638"/>
                    <a:gd name="connsiteX3" fmla="*/ 476382 w 612187"/>
                    <a:gd name="connsiteY3" fmla="*/ 19944 h 490638"/>
                    <a:gd name="connsiteX4" fmla="*/ 612113 w 612187"/>
                    <a:gd name="connsiteY4" fmla="*/ 200919 h 490638"/>
                    <a:gd name="connsiteX5" fmla="*/ 474729 w 612187"/>
                    <a:gd name="connsiteY5" fmla="*/ 437439 h 490638"/>
                    <a:gd name="connsiteX6" fmla="*/ 450916 w 612187"/>
                    <a:gd name="connsiteY6" fmla="*/ 483494 h 490638"/>
                    <a:gd name="connsiteX7" fmla="*/ 277150 w 612187"/>
                    <a:gd name="connsiteY7" fmla="*/ 490638 h 490638"/>
                    <a:gd name="connsiteX8" fmla="*/ 50931 w 612187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612113 w 612113"/>
                    <a:gd name="connsiteY4" fmla="*/ 200919 h 490638"/>
                    <a:gd name="connsiteX5" fmla="*/ 474729 w 612113"/>
                    <a:gd name="connsiteY5" fmla="*/ 437439 h 490638"/>
                    <a:gd name="connsiteX6" fmla="*/ 450916 w 612113"/>
                    <a:gd name="connsiteY6" fmla="*/ 483494 h 490638"/>
                    <a:gd name="connsiteX7" fmla="*/ 277150 w 612113"/>
                    <a:gd name="connsiteY7" fmla="*/ 490638 h 490638"/>
                    <a:gd name="connsiteX8" fmla="*/ 50931 w 612113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62094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6225 h 493230"/>
                    <a:gd name="connsiteX1" fmla="*/ 14419 w 612113"/>
                    <a:gd name="connsiteY1" fmla="*/ 232086 h 493230"/>
                    <a:gd name="connsiteX2" fmla="*/ 185870 w 612113"/>
                    <a:gd name="connsiteY2" fmla="*/ 3486 h 493230"/>
                    <a:gd name="connsiteX3" fmla="*/ 288264 w 612113"/>
                    <a:gd name="connsiteY3" fmla="*/ 210655 h 493230"/>
                    <a:gd name="connsiteX4" fmla="*/ 462094 w 612113"/>
                    <a:gd name="connsiteY4" fmla="*/ 22536 h 493230"/>
                    <a:gd name="connsiteX5" fmla="*/ 428757 w 612113"/>
                    <a:gd name="connsiteY5" fmla="*/ 243993 h 493230"/>
                    <a:gd name="connsiteX6" fmla="*/ 612113 w 612113"/>
                    <a:gd name="connsiteY6" fmla="*/ 203511 h 493230"/>
                    <a:gd name="connsiteX7" fmla="*/ 474729 w 612113"/>
                    <a:gd name="connsiteY7" fmla="*/ 440031 h 493230"/>
                    <a:gd name="connsiteX8" fmla="*/ 450916 w 612113"/>
                    <a:gd name="connsiteY8" fmla="*/ 486086 h 493230"/>
                    <a:gd name="connsiteX9" fmla="*/ 277150 w 612113"/>
                    <a:gd name="connsiteY9" fmla="*/ 493230 h 493230"/>
                    <a:gd name="connsiteX10" fmla="*/ 50931 w 612113"/>
                    <a:gd name="connsiteY10" fmla="*/ 466225 h 493230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49297 w 610479"/>
                    <a:gd name="connsiteY0" fmla="*/ 466532 h 493537"/>
                    <a:gd name="connsiteX1" fmla="*/ 12785 w 610479"/>
                    <a:gd name="connsiteY1" fmla="*/ 232393 h 493537"/>
                    <a:gd name="connsiteX2" fmla="*/ 186617 w 610479"/>
                    <a:gd name="connsiteY2" fmla="*/ 308594 h 493537"/>
                    <a:gd name="connsiteX3" fmla="*/ 184236 w 610479"/>
                    <a:gd name="connsiteY3" fmla="*/ 3793 h 493537"/>
                    <a:gd name="connsiteX4" fmla="*/ 286630 w 610479"/>
                    <a:gd name="connsiteY4" fmla="*/ 210962 h 493537"/>
                    <a:gd name="connsiteX5" fmla="*/ 460460 w 610479"/>
                    <a:gd name="connsiteY5" fmla="*/ 22843 h 493537"/>
                    <a:gd name="connsiteX6" fmla="*/ 427123 w 610479"/>
                    <a:gd name="connsiteY6" fmla="*/ 244300 h 493537"/>
                    <a:gd name="connsiteX7" fmla="*/ 610479 w 610479"/>
                    <a:gd name="connsiteY7" fmla="*/ 203818 h 493537"/>
                    <a:gd name="connsiteX8" fmla="*/ 473095 w 610479"/>
                    <a:gd name="connsiteY8" fmla="*/ 440338 h 493537"/>
                    <a:gd name="connsiteX9" fmla="*/ 449282 w 610479"/>
                    <a:gd name="connsiteY9" fmla="*/ 486393 h 493537"/>
                    <a:gd name="connsiteX10" fmla="*/ 275516 w 610479"/>
                    <a:gd name="connsiteY10" fmla="*/ 493537 h 493537"/>
                    <a:gd name="connsiteX11" fmla="*/ 49297 w 610479"/>
                    <a:gd name="connsiteY11" fmla="*/ 466532 h 493537"/>
                    <a:gd name="connsiteX0" fmla="*/ 39744 w 600926"/>
                    <a:gd name="connsiteY0" fmla="*/ 466532 h 493537"/>
                    <a:gd name="connsiteX1" fmla="*/ 86577 w 600926"/>
                    <a:gd name="connsiteY1" fmla="*/ 391938 h 493537"/>
                    <a:gd name="connsiteX2" fmla="*/ 3232 w 600926"/>
                    <a:gd name="connsiteY2" fmla="*/ 232393 h 493537"/>
                    <a:gd name="connsiteX3" fmla="*/ 177064 w 600926"/>
                    <a:gd name="connsiteY3" fmla="*/ 308594 h 493537"/>
                    <a:gd name="connsiteX4" fmla="*/ 174683 w 600926"/>
                    <a:gd name="connsiteY4" fmla="*/ 3793 h 493537"/>
                    <a:gd name="connsiteX5" fmla="*/ 277077 w 600926"/>
                    <a:gd name="connsiteY5" fmla="*/ 210962 h 493537"/>
                    <a:gd name="connsiteX6" fmla="*/ 450907 w 600926"/>
                    <a:gd name="connsiteY6" fmla="*/ 22843 h 493537"/>
                    <a:gd name="connsiteX7" fmla="*/ 417570 w 600926"/>
                    <a:gd name="connsiteY7" fmla="*/ 244300 h 493537"/>
                    <a:gd name="connsiteX8" fmla="*/ 600926 w 600926"/>
                    <a:gd name="connsiteY8" fmla="*/ 203818 h 493537"/>
                    <a:gd name="connsiteX9" fmla="*/ 463542 w 600926"/>
                    <a:gd name="connsiteY9" fmla="*/ 440338 h 493537"/>
                    <a:gd name="connsiteX10" fmla="*/ 439729 w 600926"/>
                    <a:gd name="connsiteY10" fmla="*/ 486393 h 493537"/>
                    <a:gd name="connsiteX11" fmla="*/ 265963 w 600926"/>
                    <a:gd name="connsiteY11" fmla="*/ 493537 h 493537"/>
                    <a:gd name="connsiteX12" fmla="*/ 39744 w 600926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500681"/>
                    <a:gd name="connsiteX1" fmla="*/ 103015 w 617364"/>
                    <a:gd name="connsiteY1" fmla="*/ 391938 h 500681"/>
                    <a:gd name="connsiteX2" fmla="*/ 19670 w 617364"/>
                    <a:gd name="connsiteY2" fmla="*/ 232393 h 500681"/>
                    <a:gd name="connsiteX3" fmla="*/ 193502 w 617364"/>
                    <a:gd name="connsiteY3" fmla="*/ 308594 h 500681"/>
                    <a:gd name="connsiteX4" fmla="*/ 191121 w 617364"/>
                    <a:gd name="connsiteY4" fmla="*/ 3793 h 500681"/>
                    <a:gd name="connsiteX5" fmla="*/ 293515 w 617364"/>
                    <a:gd name="connsiteY5" fmla="*/ 210962 h 500681"/>
                    <a:gd name="connsiteX6" fmla="*/ 467345 w 617364"/>
                    <a:gd name="connsiteY6" fmla="*/ 22843 h 500681"/>
                    <a:gd name="connsiteX7" fmla="*/ 434008 w 617364"/>
                    <a:gd name="connsiteY7" fmla="*/ 244300 h 500681"/>
                    <a:gd name="connsiteX8" fmla="*/ 617364 w 617364"/>
                    <a:gd name="connsiteY8" fmla="*/ 203818 h 500681"/>
                    <a:gd name="connsiteX9" fmla="*/ 479980 w 617364"/>
                    <a:gd name="connsiteY9" fmla="*/ 440338 h 500681"/>
                    <a:gd name="connsiteX10" fmla="*/ 456167 w 617364"/>
                    <a:gd name="connsiteY10" fmla="*/ 486393 h 500681"/>
                    <a:gd name="connsiteX11" fmla="*/ 306213 w 617364"/>
                    <a:gd name="connsiteY11" fmla="*/ 500681 h 500681"/>
                    <a:gd name="connsiteX12" fmla="*/ 56182 w 617364"/>
                    <a:gd name="connsiteY12" fmla="*/ 466532 h 500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7364" h="500681">
                      <a:moveTo>
                        <a:pt x="56182" y="466532"/>
                      </a:moveTo>
                      <a:cubicBezTo>
                        <a:pt x="40573" y="417453"/>
                        <a:pt x="109100" y="430961"/>
                        <a:pt x="103015" y="391938"/>
                      </a:cubicBezTo>
                      <a:cubicBezTo>
                        <a:pt x="96930" y="352915"/>
                        <a:pt x="-52561" y="307006"/>
                        <a:pt x="19670" y="232393"/>
                      </a:cubicBezTo>
                      <a:cubicBezTo>
                        <a:pt x="88198" y="145745"/>
                        <a:pt x="164927" y="346694"/>
                        <a:pt x="193502" y="308594"/>
                      </a:cubicBezTo>
                      <a:cubicBezTo>
                        <a:pt x="224458" y="263350"/>
                        <a:pt x="53405" y="52610"/>
                        <a:pt x="191121" y="3793"/>
                      </a:cubicBezTo>
                      <a:cubicBezTo>
                        <a:pt x="265337" y="16493"/>
                        <a:pt x="247478" y="207787"/>
                        <a:pt x="293515" y="210962"/>
                      </a:cubicBezTo>
                      <a:cubicBezTo>
                        <a:pt x="339552" y="214137"/>
                        <a:pt x="327249" y="-83122"/>
                        <a:pt x="467345" y="22843"/>
                      </a:cubicBezTo>
                      <a:cubicBezTo>
                        <a:pt x="509017" y="58165"/>
                        <a:pt x="411386" y="214138"/>
                        <a:pt x="434008" y="244300"/>
                      </a:cubicBezTo>
                      <a:cubicBezTo>
                        <a:pt x="456630" y="274462"/>
                        <a:pt x="582318" y="30652"/>
                        <a:pt x="617364" y="203818"/>
                      </a:cubicBezTo>
                      <a:cubicBezTo>
                        <a:pt x="566807" y="282658"/>
                        <a:pt x="459100" y="290061"/>
                        <a:pt x="479980" y="440338"/>
                      </a:cubicBezTo>
                      <a:lnTo>
                        <a:pt x="456167" y="486393"/>
                      </a:lnTo>
                      <a:lnTo>
                        <a:pt x="306213" y="500681"/>
                      </a:lnTo>
                      <a:cubicBezTo>
                        <a:pt x="271288" y="436910"/>
                        <a:pt x="57769" y="511253"/>
                        <a:pt x="56182" y="46653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Rectangle 6">
                  <a:extLst>
                    <a:ext uri="{FF2B5EF4-FFF2-40B4-BE49-F238E27FC236}">
                      <a16:creationId xmlns:a16="http://schemas.microsoft.com/office/drawing/2014/main" id="{85A05ACD-4EFF-4A9A-B938-C14F6C923FEF}"/>
                    </a:ext>
                  </a:extLst>
                </p:cNvPr>
                <p:cNvSpPr/>
                <p:nvPr/>
              </p:nvSpPr>
              <p:spPr>
                <a:xfrm rot="10272102" flipH="1">
                  <a:off x="2545861" y="2986853"/>
                  <a:ext cx="1106050" cy="725917"/>
                </a:xfrm>
                <a:custGeom>
                  <a:avLst/>
                  <a:gdLst>
                    <a:gd name="connsiteX0" fmla="*/ 0 w 403367"/>
                    <a:gd name="connsiteY0" fmla="*/ 0 h 205954"/>
                    <a:gd name="connsiteX1" fmla="*/ 403367 w 403367"/>
                    <a:gd name="connsiteY1" fmla="*/ 0 h 205954"/>
                    <a:gd name="connsiteX2" fmla="*/ 403367 w 403367"/>
                    <a:gd name="connsiteY2" fmla="*/ 205954 h 205954"/>
                    <a:gd name="connsiteX3" fmla="*/ 0 w 403367"/>
                    <a:gd name="connsiteY3" fmla="*/ 205954 h 205954"/>
                    <a:gd name="connsiteX4" fmla="*/ 0 w 403367"/>
                    <a:gd name="connsiteY4" fmla="*/ 0 h 205954"/>
                    <a:gd name="connsiteX0" fmla="*/ 0 w 403367"/>
                    <a:gd name="connsiteY0" fmla="*/ 283657 h 489611"/>
                    <a:gd name="connsiteX1" fmla="*/ 395453 w 403367"/>
                    <a:gd name="connsiteY1" fmla="*/ 0 h 489611"/>
                    <a:gd name="connsiteX2" fmla="*/ 403367 w 403367"/>
                    <a:gd name="connsiteY2" fmla="*/ 489611 h 489611"/>
                    <a:gd name="connsiteX3" fmla="*/ 0 w 403367"/>
                    <a:gd name="connsiteY3" fmla="*/ 489611 h 489611"/>
                    <a:gd name="connsiteX4" fmla="*/ 0 w 403367"/>
                    <a:gd name="connsiteY4" fmla="*/ 283657 h 489611"/>
                    <a:gd name="connsiteX0" fmla="*/ 0 w 601250"/>
                    <a:gd name="connsiteY0" fmla="*/ 283657 h 489611"/>
                    <a:gd name="connsiteX1" fmla="*/ 395453 w 601250"/>
                    <a:gd name="connsiteY1" fmla="*/ 0 h 489611"/>
                    <a:gd name="connsiteX2" fmla="*/ 601250 w 601250"/>
                    <a:gd name="connsiteY2" fmla="*/ 61898 h 489611"/>
                    <a:gd name="connsiteX3" fmla="*/ 0 w 601250"/>
                    <a:gd name="connsiteY3" fmla="*/ 489611 h 489611"/>
                    <a:gd name="connsiteX4" fmla="*/ 0 w 601250"/>
                    <a:gd name="connsiteY4" fmla="*/ 283657 h 489611"/>
                    <a:gd name="connsiteX0" fmla="*/ 0 w 651260"/>
                    <a:gd name="connsiteY0" fmla="*/ 283657 h 504146"/>
                    <a:gd name="connsiteX1" fmla="*/ 395453 w 651260"/>
                    <a:gd name="connsiteY1" fmla="*/ 0 h 504146"/>
                    <a:gd name="connsiteX2" fmla="*/ 601250 w 651260"/>
                    <a:gd name="connsiteY2" fmla="*/ 61898 h 504146"/>
                    <a:gd name="connsiteX3" fmla="*/ 0 w 651260"/>
                    <a:gd name="connsiteY3" fmla="*/ 489611 h 504146"/>
                    <a:gd name="connsiteX4" fmla="*/ 0 w 651260"/>
                    <a:gd name="connsiteY4" fmla="*/ 283657 h 504146"/>
                    <a:gd name="connsiteX0" fmla="*/ 0 w 614256"/>
                    <a:gd name="connsiteY0" fmla="*/ 283657 h 489611"/>
                    <a:gd name="connsiteX1" fmla="*/ 395453 w 614256"/>
                    <a:gd name="connsiteY1" fmla="*/ 0 h 489611"/>
                    <a:gd name="connsiteX2" fmla="*/ 561695 w 614256"/>
                    <a:gd name="connsiteY2" fmla="*/ 30022 h 489611"/>
                    <a:gd name="connsiteX3" fmla="*/ 0 w 614256"/>
                    <a:gd name="connsiteY3" fmla="*/ 489611 h 489611"/>
                    <a:gd name="connsiteX4" fmla="*/ 0 w 614256"/>
                    <a:gd name="connsiteY4" fmla="*/ 283657 h 489611"/>
                    <a:gd name="connsiteX0" fmla="*/ 0 w 664919"/>
                    <a:gd name="connsiteY0" fmla="*/ 283657 h 489611"/>
                    <a:gd name="connsiteX1" fmla="*/ 395453 w 664919"/>
                    <a:gd name="connsiteY1" fmla="*/ 0 h 489611"/>
                    <a:gd name="connsiteX2" fmla="*/ 561695 w 664919"/>
                    <a:gd name="connsiteY2" fmla="*/ 30022 h 489611"/>
                    <a:gd name="connsiteX3" fmla="*/ 0 w 664919"/>
                    <a:gd name="connsiteY3" fmla="*/ 489611 h 489611"/>
                    <a:gd name="connsiteX4" fmla="*/ 0 w 664919"/>
                    <a:gd name="connsiteY4" fmla="*/ 283657 h 489611"/>
                    <a:gd name="connsiteX0" fmla="*/ 0 w 656080"/>
                    <a:gd name="connsiteY0" fmla="*/ 283657 h 512724"/>
                    <a:gd name="connsiteX1" fmla="*/ 395453 w 656080"/>
                    <a:gd name="connsiteY1" fmla="*/ 0 h 512724"/>
                    <a:gd name="connsiteX2" fmla="*/ 561695 w 656080"/>
                    <a:gd name="connsiteY2" fmla="*/ 30022 h 512724"/>
                    <a:gd name="connsiteX3" fmla="*/ 0 w 656080"/>
                    <a:gd name="connsiteY3" fmla="*/ 489611 h 512724"/>
                    <a:gd name="connsiteX4" fmla="*/ 0 w 656080"/>
                    <a:gd name="connsiteY4" fmla="*/ 283657 h 512724"/>
                    <a:gd name="connsiteX0" fmla="*/ 0 w 668482"/>
                    <a:gd name="connsiteY0" fmla="*/ 283657 h 506070"/>
                    <a:gd name="connsiteX1" fmla="*/ 395453 w 668482"/>
                    <a:gd name="connsiteY1" fmla="*/ 0 h 506070"/>
                    <a:gd name="connsiteX2" fmla="*/ 561695 w 668482"/>
                    <a:gd name="connsiteY2" fmla="*/ 30022 h 506070"/>
                    <a:gd name="connsiteX3" fmla="*/ 0 w 668482"/>
                    <a:gd name="connsiteY3" fmla="*/ 489611 h 506070"/>
                    <a:gd name="connsiteX4" fmla="*/ 0 w 668482"/>
                    <a:gd name="connsiteY4" fmla="*/ 283657 h 506070"/>
                    <a:gd name="connsiteX0" fmla="*/ 0 w 622780"/>
                    <a:gd name="connsiteY0" fmla="*/ 283657 h 503130"/>
                    <a:gd name="connsiteX1" fmla="*/ 395453 w 622780"/>
                    <a:gd name="connsiteY1" fmla="*/ 0 h 503130"/>
                    <a:gd name="connsiteX2" fmla="*/ 511145 w 622780"/>
                    <a:gd name="connsiteY2" fmla="*/ 21908 h 503130"/>
                    <a:gd name="connsiteX3" fmla="*/ 0 w 622780"/>
                    <a:gd name="connsiteY3" fmla="*/ 489611 h 503130"/>
                    <a:gd name="connsiteX4" fmla="*/ 0 w 622780"/>
                    <a:gd name="connsiteY4" fmla="*/ 283657 h 503130"/>
                    <a:gd name="connsiteX0" fmla="*/ 0 w 671960"/>
                    <a:gd name="connsiteY0" fmla="*/ 283657 h 501829"/>
                    <a:gd name="connsiteX1" fmla="*/ 395453 w 671960"/>
                    <a:gd name="connsiteY1" fmla="*/ 0 h 501829"/>
                    <a:gd name="connsiteX2" fmla="*/ 511145 w 671960"/>
                    <a:gd name="connsiteY2" fmla="*/ 21908 h 501829"/>
                    <a:gd name="connsiteX3" fmla="*/ 0 w 671960"/>
                    <a:gd name="connsiteY3" fmla="*/ 489611 h 501829"/>
                    <a:gd name="connsiteX4" fmla="*/ 0 w 671960"/>
                    <a:gd name="connsiteY4" fmla="*/ 283657 h 501829"/>
                    <a:gd name="connsiteX0" fmla="*/ 0 w 688536"/>
                    <a:gd name="connsiteY0" fmla="*/ 283657 h 504326"/>
                    <a:gd name="connsiteX1" fmla="*/ 395453 w 688536"/>
                    <a:gd name="connsiteY1" fmla="*/ 0 h 504326"/>
                    <a:gd name="connsiteX2" fmla="*/ 529963 w 688536"/>
                    <a:gd name="connsiteY2" fmla="*/ 28918 h 504326"/>
                    <a:gd name="connsiteX3" fmla="*/ 0 w 688536"/>
                    <a:gd name="connsiteY3" fmla="*/ 489611 h 504326"/>
                    <a:gd name="connsiteX4" fmla="*/ 0 w 688536"/>
                    <a:gd name="connsiteY4" fmla="*/ 283657 h 504326"/>
                    <a:gd name="connsiteX0" fmla="*/ 0 w 660616"/>
                    <a:gd name="connsiteY0" fmla="*/ 283657 h 495051"/>
                    <a:gd name="connsiteX1" fmla="*/ 395453 w 660616"/>
                    <a:gd name="connsiteY1" fmla="*/ 0 h 495051"/>
                    <a:gd name="connsiteX2" fmla="*/ 529963 w 660616"/>
                    <a:gd name="connsiteY2" fmla="*/ 28918 h 495051"/>
                    <a:gd name="connsiteX3" fmla="*/ 0 w 660616"/>
                    <a:gd name="connsiteY3" fmla="*/ 489611 h 495051"/>
                    <a:gd name="connsiteX4" fmla="*/ 0 w 660616"/>
                    <a:gd name="connsiteY4" fmla="*/ 28365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1072647"/>
                    <a:gd name="connsiteY0" fmla="*/ 0 h 508598"/>
                    <a:gd name="connsiteX1" fmla="*/ 807484 w 1072647"/>
                    <a:gd name="connsiteY1" fmla="*/ 13547 h 508598"/>
                    <a:gd name="connsiteX2" fmla="*/ 941994 w 1072647"/>
                    <a:gd name="connsiteY2" fmla="*/ 42465 h 508598"/>
                    <a:gd name="connsiteX3" fmla="*/ 412031 w 1072647"/>
                    <a:gd name="connsiteY3" fmla="*/ 503158 h 508598"/>
                    <a:gd name="connsiteX4" fmla="*/ 0 w 1072647"/>
                    <a:gd name="connsiteY4" fmla="*/ 0 h 508598"/>
                    <a:gd name="connsiteX0" fmla="*/ 0 w 1043561"/>
                    <a:gd name="connsiteY0" fmla="*/ 0 h 481824"/>
                    <a:gd name="connsiteX1" fmla="*/ 807484 w 1043561"/>
                    <a:gd name="connsiteY1" fmla="*/ 13547 h 481824"/>
                    <a:gd name="connsiteX2" fmla="*/ 941994 w 1043561"/>
                    <a:gd name="connsiteY2" fmla="*/ 42465 h 481824"/>
                    <a:gd name="connsiteX3" fmla="*/ 61939 w 1043561"/>
                    <a:gd name="connsiteY3" fmla="*/ 461304 h 481824"/>
                    <a:gd name="connsiteX4" fmla="*/ 0 w 1043561"/>
                    <a:gd name="connsiteY4" fmla="*/ 0 h 48182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817"/>
                    <a:gd name="connsiteY0" fmla="*/ 0 h 494854"/>
                    <a:gd name="connsiteX1" fmla="*/ 807484 w 947817"/>
                    <a:gd name="connsiteY1" fmla="*/ 13547 h 494854"/>
                    <a:gd name="connsiteX2" fmla="*/ 941994 w 947817"/>
                    <a:gd name="connsiteY2" fmla="*/ 42465 h 494854"/>
                    <a:gd name="connsiteX3" fmla="*/ 61939 w 947817"/>
                    <a:gd name="connsiteY3" fmla="*/ 461304 h 494854"/>
                    <a:gd name="connsiteX4" fmla="*/ 0 w 947817"/>
                    <a:gd name="connsiteY4" fmla="*/ 0 h 494854"/>
                    <a:gd name="connsiteX0" fmla="*/ 0 w 955062"/>
                    <a:gd name="connsiteY0" fmla="*/ 0 h 497330"/>
                    <a:gd name="connsiteX1" fmla="*/ 807484 w 955062"/>
                    <a:gd name="connsiteY1" fmla="*/ 13547 h 497330"/>
                    <a:gd name="connsiteX2" fmla="*/ 949287 w 955062"/>
                    <a:gd name="connsiteY2" fmla="*/ 73025 h 497330"/>
                    <a:gd name="connsiteX3" fmla="*/ 61939 w 955062"/>
                    <a:gd name="connsiteY3" fmla="*/ 461304 h 497330"/>
                    <a:gd name="connsiteX4" fmla="*/ 0 w 955062"/>
                    <a:gd name="connsiteY4" fmla="*/ 0 h 497330"/>
                    <a:gd name="connsiteX0" fmla="*/ 0 w 949287"/>
                    <a:gd name="connsiteY0" fmla="*/ 0 h 490165"/>
                    <a:gd name="connsiteX1" fmla="*/ 807484 w 949287"/>
                    <a:gd name="connsiteY1" fmla="*/ 13547 h 490165"/>
                    <a:gd name="connsiteX2" fmla="*/ 949287 w 949287"/>
                    <a:gd name="connsiteY2" fmla="*/ 73025 h 490165"/>
                    <a:gd name="connsiteX3" fmla="*/ 61939 w 949287"/>
                    <a:gd name="connsiteY3" fmla="*/ 461304 h 490165"/>
                    <a:gd name="connsiteX4" fmla="*/ 0 w 949287"/>
                    <a:gd name="connsiteY4" fmla="*/ 0 h 490165"/>
                    <a:gd name="connsiteX0" fmla="*/ 0 w 949287"/>
                    <a:gd name="connsiteY0" fmla="*/ 0 h 519996"/>
                    <a:gd name="connsiteX1" fmla="*/ 807484 w 949287"/>
                    <a:gd name="connsiteY1" fmla="*/ 13547 h 519996"/>
                    <a:gd name="connsiteX2" fmla="*/ 949287 w 949287"/>
                    <a:gd name="connsiteY2" fmla="*/ 73025 h 519996"/>
                    <a:gd name="connsiteX3" fmla="*/ 160667 w 949287"/>
                    <a:gd name="connsiteY3" fmla="*/ 492844 h 519996"/>
                    <a:gd name="connsiteX4" fmla="*/ 0 w 949287"/>
                    <a:gd name="connsiteY4" fmla="*/ 0 h 519996"/>
                    <a:gd name="connsiteX0" fmla="*/ 0 w 956580"/>
                    <a:gd name="connsiteY0" fmla="*/ 0 h 550556"/>
                    <a:gd name="connsiteX1" fmla="*/ 814777 w 956580"/>
                    <a:gd name="connsiteY1" fmla="*/ 44107 h 550556"/>
                    <a:gd name="connsiteX2" fmla="*/ 956580 w 956580"/>
                    <a:gd name="connsiteY2" fmla="*/ 103585 h 550556"/>
                    <a:gd name="connsiteX3" fmla="*/ 167960 w 956580"/>
                    <a:gd name="connsiteY3" fmla="*/ 523404 h 550556"/>
                    <a:gd name="connsiteX4" fmla="*/ 0 w 956580"/>
                    <a:gd name="connsiteY4" fmla="*/ 0 h 550556"/>
                    <a:gd name="connsiteX0" fmla="*/ 0 w 956580"/>
                    <a:gd name="connsiteY0" fmla="*/ 15600 h 566156"/>
                    <a:gd name="connsiteX1" fmla="*/ 484536 w 956580"/>
                    <a:gd name="connsiteY1" fmla="*/ 166396 h 566156"/>
                    <a:gd name="connsiteX2" fmla="*/ 814777 w 956580"/>
                    <a:gd name="connsiteY2" fmla="*/ 59707 h 566156"/>
                    <a:gd name="connsiteX3" fmla="*/ 956580 w 956580"/>
                    <a:gd name="connsiteY3" fmla="*/ 119185 h 566156"/>
                    <a:gd name="connsiteX4" fmla="*/ 167960 w 956580"/>
                    <a:gd name="connsiteY4" fmla="*/ 539004 h 566156"/>
                    <a:gd name="connsiteX5" fmla="*/ 0 w 956580"/>
                    <a:gd name="connsiteY5" fmla="*/ 15600 h 56615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14777 w 956580"/>
                    <a:gd name="connsiteY2" fmla="*/ 120727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828178"/>
                    <a:gd name="connsiteY0" fmla="*/ 578628 h 578628"/>
                    <a:gd name="connsiteX1" fmla="*/ 356134 w 828178"/>
                    <a:gd name="connsiteY1" fmla="*/ 174530 h 578628"/>
                    <a:gd name="connsiteX2" fmla="*/ 755686 w 828178"/>
                    <a:gd name="connsiteY2" fmla="*/ 0 h 578628"/>
                    <a:gd name="connsiteX3" fmla="*/ 828178 w 828178"/>
                    <a:gd name="connsiteY3" fmla="*/ 127319 h 578628"/>
                    <a:gd name="connsiteX4" fmla="*/ 39558 w 828178"/>
                    <a:gd name="connsiteY4" fmla="*/ 547138 h 578628"/>
                    <a:gd name="connsiteX5" fmla="*/ 0 w 828178"/>
                    <a:gd name="connsiteY5" fmla="*/ 578628 h 578628"/>
                    <a:gd name="connsiteX0" fmla="*/ 0 w 828178"/>
                    <a:gd name="connsiteY0" fmla="*/ 578628 h 679541"/>
                    <a:gd name="connsiteX1" fmla="*/ 356134 w 828178"/>
                    <a:gd name="connsiteY1" fmla="*/ 174530 h 679541"/>
                    <a:gd name="connsiteX2" fmla="*/ 755686 w 828178"/>
                    <a:gd name="connsiteY2" fmla="*/ 0 h 679541"/>
                    <a:gd name="connsiteX3" fmla="*/ 828178 w 828178"/>
                    <a:gd name="connsiteY3" fmla="*/ 127319 h 679541"/>
                    <a:gd name="connsiteX4" fmla="*/ 184311 w 828178"/>
                    <a:gd name="connsiteY4" fmla="*/ 657050 h 679541"/>
                    <a:gd name="connsiteX5" fmla="*/ 0 w 828178"/>
                    <a:gd name="connsiteY5" fmla="*/ 578628 h 679541"/>
                    <a:gd name="connsiteX0" fmla="*/ 0 w 867258"/>
                    <a:gd name="connsiteY0" fmla="*/ 578628 h 679281"/>
                    <a:gd name="connsiteX1" fmla="*/ 356134 w 867258"/>
                    <a:gd name="connsiteY1" fmla="*/ 174530 h 679281"/>
                    <a:gd name="connsiteX2" fmla="*/ 755686 w 867258"/>
                    <a:gd name="connsiteY2" fmla="*/ 0 h 679281"/>
                    <a:gd name="connsiteX3" fmla="*/ 867258 w 867258"/>
                    <a:gd name="connsiteY3" fmla="*/ 119875 h 679281"/>
                    <a:gd name="connsiteX4" fmla="*/ 184311 w 867258"/>
                    <a:gd name="connsiteY4" fmla="*/ 657050 h 679281"/>
                    <a:gd name="connsiteX5" fmla="*/ 0 w 867258"/>
                    <a:gd name="connsiteY5" fmla="*/ 578628 h 679281"/>
                    <a:gd name="connsiteX0" fmla="*/ 0 w 867258"/>
                    <a:gd name="connsiteY0" fmla="*/ 594179 h 694832"/>
                    <a:gd name="connsiteX1" fmla="*/ 356134 w 867258"/>
                    <a:gd name="connsiteY1" fmla="*/ 190081 h 694832"/>
                    <a:gd name="connsiteX2" fmla="*/ 707325 w 867258"/>
                    <a:gd name="connsiteY2" fmla="*/ 0 h 694832"/>
                    <a:gd name="connsiteX3" fmla="*/ 867258 w 867258"/>
                    <a:gd name="connsiteY3" fmla="*/ 135426 h 694832"/>
                    <a:gd name="connsiteX4" fmla="*/ 184311 w 867258"/>
                    <a:gd name="connsiteY4" fmla="*/ 672601 h 694832"/>
                    <a:gd name="connsiteX5" fmla="*/ 0 w 867258"/>
                    <a:gd name="connsiteY5" fmla="*/ 594179 h 694832"/>
                    <a:gd name="connsiteX0" fmla="*/ 0 w 867258"/>
                    <a:gd name="connsiteY0" fmla="*/ 594179 h 694832"/>
                    <a:gd name="connsiteX1" fmla="*/ 707325 w 867258"/>
                    <a:gd name="connsiteY1" fmla="*/ 0 h 694832"/>
                    <a:gd name="connsiteX2" fmla="*/ 867258 w 867258"/>
                    <a:gd name="connsiteY2" fmla="*/ 135426 h 694832"/>
                    <a:gd name="connsiteX3" fmla="*/ 184311 w 867258"/>
                    <a:gd name="connsiteY3" fmla="*/ 672601 h 694832"/>
                    <a:gd name="connsiteX4" fmla="*/ 0 w 867258"/>
                    <a:gd name="connsiteY4" fmla="*/ 594179 h 694832"/>
                    <a:gd name="connsiteX0" fmla="*/ 0 w 867258"/>
                    <a:gd name="connsiteY0" fmla="*/ 594179 h 694832"/>
                    <a:gd name="connsiteX1" fmla="*/ 707325 w 867258"/>
                    <a:gd name="connsiteY1" fmla="*/ 0 h 694832"/>
                    <a:gd name="connsiteX2" fmla="*/ 867258 w 867258"/>
                    <a:gd name="connsiteY2" fmla="*/ 135426 h 694832"/>
                    <a:gd name="connsiteX3" fmla="*/ 184311 w 867258"/>
                    <a:gd name="connsiteY3" fmla="*/ 672601 h 694832"/>
                    <a:gd name="connsiteX4" fmla="*/ 0 w 867258"/>
                    <a:gd name="connsiteY4" fmla="*/ 594179 h 694832"/>
                    <a:gd name="connsiteX0" fmla="*/ 2113 w 869371"/>
                    <a:gd name="connsiteY0" fmla="*/ 594179 h 694832"/>
                    <a:gd name="connsiteX1" fmla="*/ 709438 w 869371"/>
                    <a:gd name="connsiteY1" fmla="*/ 0 h 694832"/>
                    <a:gd name="connsiteX2" fmla="*/ 869371 w 869371"/>
                    <a:gd name="connsiteY2" fmla="*/ 135426 h 694832"/>
                    <a:gd name="connsiteX3" fmla="*/ 186424 w 869371"/>
                    <a:gd name="connsiteY3" fmla="*/ 672601 h 694832"/>
                    <a:gd name="connsiteX4" fmla="*/ 2113 w 869371"/>
                    <a:gd name="connsiteY4" fmla="*/ 594179 h 694832"/>
                    <a:gd name="connsiteX0" fmla="*/ 1296 w 1107346"/>
                    <a:gd name="connsiteY0" fmla="*/ 591968 h 694832"/>
                    <a:gd name="connsiteX1" fmla="*/ 947413 w 1107346"/>
                    <a:gd name="connsiteY1" fmla="*/ 0 h 694832"/>
                    <a:gd name="connsiteX2" fmla="*/ 1107346 w 1107346"/>
                    <a:gd name="connsiteY2" fmla="*/ 135426 h 694832"/>
                    <a:gd name="connsiteX3" fmla="*/ 424399 w 1107346"/>
                    <a:gd name="connsiteY3" fmla="*/ 672601 h 694832"/>
                    <a:gd name="connsiteX4" fmla="*/ 1296 w 1107346"/>
                    <a:gd name="connsiteY4" fmla="*/ 591968 h 694832"/>
                    <a:gd name="connsiteX0" fmla="*/ 0 w 1106050"/>
                    <a:gd name="connsiteY0" fmla="*/ 662114 h 764978"/>
                    <a:gd name="connsiteX1" fmla="*/ 410757 w 1106050"/>
                    <a:gd name="connsiteY1" fmla="*/ 35957 h 764978"/>
                    <a:gd name="connsiteX2" fmla="*/ 946117 w 1106050"/>
                    <a:gd name="connsiteY2" fmla="*/ 70146 h 764978"/>
                    <a:gd name="connsiteX3" fmla="*/ 1106050 w 1106050"/>
                    <a:gd name="connsiteY3" fmla="*/ 205572 h 764978"/>
                    <a:gd name="connsiteX4" fmla="*/ 423103 w 1106050"/>
                    <a:gd name="connsiteY4" fmla="*/ 742747 h 764978"/>
                    <a:gd name="connsiteX5" fmla="*/ 0 w 1106050"/>
                    <a:gd name="connsiteY5" fmla="*/ 662114 h 764978"/>
                    <a:gd name="connsiteX0" fmla="*/ 0 w 1106050"/>
                    <a:gd name="connsiteY0" fmla="*/ 662114 h 764978"/>
                    <a:gd name="connsiteX1" fmla="*/ 410757 w 1106050"/>
                    <a:gd name="connsiteY1" fmla="*/ 35957 h 764978"/>
                    <a:gd name="connsiteX2" fmla="*/ 946117 w 1106050"/>
                    <a:gd name="connsiteY2" fmla="*/ 70146 h 764978"/>
                    <a:gd name="connsiteX3" fmla="*/ 1106050 w 1106050"/>
                    <a:gd name="connsiteY3" fmla="*/ 205572 h 764978"/>
                    <a:gd name="connsiteX4" fmla="*/ 423103 w 1106050"/>
                    <a:gd name="connsiteY4" fmla="*/ 742747 h 764978"/>
                    <a:gd name="connsiteX5" fmla="*/ 0 w 1106050"/>
                    <a:gd name="connsiteY5" fmla="*/ 662114 h 764978"/>
                    <a:gd name="connsiteX0" fmla="*/ 0 w 1106050"/>
                    <a:gd name="connsiteY0" fmla="*/ 667855 h 770719"/>
                    <a:gd name="connsiteX1" fmla="*/ 410757 w 1106050"/>
                    <a:gd name="connsiteY1" fmla="*/ 41698 h 770719"/>
                    <a:gd name="connsiteX2" fmla="*/ 1073952 w 1106050"/>
                    <a:gd name="connsiteY2" fmla="*/ 47689 h 770719"/>
                    <a:gd name="connsiteX3" fmla="*/ 1106050 w 1106050"/>
                    <a:gd name="connsiteY3" fmla="*/ 211313 h 770719"/>
                    <a:gd name="connsiteX4" fmla="*/ 423103 w 1106050"/>
                    <a:gd name="connsiteY4" fmla="*/ 748488 h 770719"/>
                    <a:gd name="connsiteX5" fmla="*/ 0 w 1106050"/>
                    <a:gd name="connsiteY5" fmla="*/ 667855 h 770719"/>
                    <a:gd name="connsiteX0" fmla="*/ 0 w 1106050"/>
                    <a:gd name="connsiteY0" fmla="*/ 662172 h 765036"/>
                    <a:gd name="connsiteX1" fmla="*/ 410757 w 1106050"/>
                    <a:gd name="connsiteY1" fmla="*/ 36015 h 765036"/>
                    <a:gd name="connsiteX2" fmla="*/ 1073952 w 1106050"/>
                    <a:gd name="connsiteY2" fmla="*/ 42006 h 765036"/>
                    <a:gd name="connsiteX3" fmla="*/ 1106050 w 1106050"/>
                    <a:gd name="connsiteY3" fmla="*/ 205630 h 765036"/>
                    <a:gd name="connsiteX4" fmla="*/ 423103 w 1106050"/>
                    <a:gd name="connsiteY4" fmla="*/ 742805 h 765036"/>
                    <a:gd name="connsiteX5" fmla="*/ 0 w 1106050"/>
                    <a:gd name="connsiteY5" fmla="*/ 662172 h 765036"/>
                    <a:gd name="connsiteX0" fmla="*/ 0 w 1106050"/>
                    <a:gd name="connsiteY0" fmla="*/ 645284 h 748148"/>
                    <a:gd name="connsiteX1" fmla="*/ 410757 w 1106050"/>
                    <a:gd name="connsiteY1" fmla="*/ 19127 h 748148"/>
                    <a:gd name="connsiteX2" fmla="*/ 1073952 w 1106050"/>
                    <a:gd name="connsiteY2" fmla="*/ 25118 h 748148"/>
                    <a:gd name="connsiteX3" fmla="*/ 1106050 w 1106050"/>
                    <a:gd name="connsiteY3" fmla="*/ 188742 h 748148"/>
                    <a:gd name="connsiteX4" fmla="*/ 423103 w 1106050"/>
                    <a:gd name="connsiteY4" fmla="*/ 725917 h 748148"/>
                    <a:gd name="connsiteX5" fmla="*/ 0 w 1106050"/>
                    <a:gd name="connsiteY5" fmla="*/ 645284 h 748148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06050" h="725917">
                      <a:moveTo>
                        <a:pt x="0" y="645284"/>
                      </a:moveTo>
                      <a:cubicBezTo>
                        <a:pt x="19512" y="558897"/>
                        <a:pt x="253071" y="117788"/>
                        <a:pt x="410757" y="19127"/>
                      </a:cubicBezTo>
                      <a:cubicBezTo>
                        <a:pt x="534303" y="-39830"/>
                        <a:pt x="962886" y="59556"/>
                        <a:pt x="1073952" y="25118"/>
                      </a:cubicBezTo>
                      <a:lnTo>
                        <a:pt x="1106050" y="188742"/>
                      </a:lnTo>
                      <a:cubicBezTo>
                        <a:pt x="1077645" y="226876"/>
                        <a:pt x="700724" y="310574"/>
                        <a:pt x="621101" y="267020"/>
                      </a:cubicBezTo>
                      <a:cubicBezTo>
                        <a:pt x="638717" y="426915"/>
                        <a:pt x="566102" y="704947"/>
                        <a:pt x="423103" y="725917"/>
                      </a:cubicBezTo>
                      <a:lnTo>
                        <a:pt x="0" y="645284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1CD88AF-2819-465A-865A-C5C841A58D6D}"/>
                  </a:ext>
                </a:extLst>
              </p:cNvPr>
              <p:cNvSpPr/>
              <p:nvPr/>
            </p:nvSpPr>
            <p:spPr>
              <a:xfrm>
                <a:off x="1914259" y="2054262"/>
                <a:ext cx="191865" cy="191865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55347BC-74A6-4D3C-8B76-90B1B028F7BA}"/>
                  </a:ext>
                </a:extLst>
              </p:cNvPr>
              <p:cNvSpPr/>
              <p:nvPr/>
            </p:nvSpPr>
            <p:spPr>
              <a:xfrm rot="20111436">
                <a:off x="1858257" y="1549330"/>
                <a:ext cx="164264" cy="10693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38A03B3C-1A22-430E-8803-E211BB396422}"/>
                  </a:ext>
                </a:extLst>
              </p:cNvPr>
              <p:cNvSpPr/>
              <p:nvPr/>
            </p:nvSpPr>
            <p:spPr>
              <a:xfrm rot="1104760">
                <a:off x="6203902" y="2915851"/>
                <a:ext cx="107131" cy="1676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8DB628F-9B61-4471-86CF-06662695783C}"/>
                  </a:ext>
                </a:extLst>
              </p:cNvPr>
              <p:cNvSpPr/>
              <p:nvPr/>
            </p:nvSpPr>
            <p:spPr>
              <a:xfrm rot="19244671">
                <a:off x="5226562" y="2712244"/>
                <a:ext cx="107131" cy="6069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12A6BC1-1565-454E-B5C1-A5A0D18E41C6}"/>
                  </a:ext>
                </a:extLst>
              </p:cNvPr>
              <p:cNvSpPr/>
              <p:nvPr/>
            </p:nvSpPr>
            <p:spPr>
              <a:xfrm rot="19244671">
                <a:off x="4502957" y="2769054"/>
                <a:ext cx="107131" cy="6069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FD451AF-E0E3-4620-BC4B-D574A497D38E}"/>
                  </a:ext>
                </a:extLst>
              </p:cNvPr>
              <p:cNvSpPr/>
              <p:nvPr/>
            </p:nvSpPr>
            <p:spPr>
              <a:xfrm rot="17108251">
                <a:off x="2965526" y="1861951"/>
                <a:ext cx="604245" cy="875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ctangle 7">
                <a:extLst>
                  <a:ext uri="{FF2B5EF4-FFF2-40B4-BE49-F238E27FC236}">
                    <a16:creationId xmlns:a16="http://schemas.microsoft.com/office/drawing/2014/main" id="{5D1CB077-FD08-4BC7-9889-973E2BC87B33}"/>
                  </a:ext>
                </a:extLst>
              </p:cNvPr>
              <p:cNvSpPr/>
              <p:nvPr/>
            </p:nvSpPr>
            <p:spPr>
              <a:xfrm rot="8208646" flipH="1">
                <a:off x="4162230" y="3974647"/>
                <a:ext cx="617364" cy="500681"/>
              </a:xfrm>
              <a:custGeom>
                <a:avLst/>
                <a:gdLst>
                  <a:gd name="connsiteX0" fmla="*/ 0 w 176147"/>
                  <a:gd name="connsiteY0" fmla="*/ 0 h 167499"/>
                  <a:gd name="connsiteX1" fmla="*/ 176147 w 176147"/>
                  <a:gd name="connsiteY1" fmla="*/ 0 h 167499"/>
                  <a:gd name="connsiteX2" fmla="*/ 176147 w 176147"/>
                  <a:gd name="connsiteY2" fmla="*/ 167499 h 167499"/>
                  <a:gd name="connsiteX3" fmla="*/ 0 w 176147"/>
                  <a:gd name="connsiteY3" fmla="*/ 167499 h 167499"/>
                  <a:gd name="connsiteX4" fmla="*/ 0 w 176147"/>
                  <a:gd name="connsiteY4" fmla="*/ 0 h 167499"/>
                  <a:gd name="connsiteX0" fmla="*/ 0 w 176147"/>
                  <a:gd name="connsiteY0" fmla="*/ 0 h 186549"/>
                  <a:gd name="connsiteX1" fmla="*/ 176147 w 176147"/>
                  <a:gd name="connsiteY1" fmla="*/ 0 h 186549"/>
                  <a:gd name="connsiteX2" fmla="*/ 176147 w 176147"/>
                  <a:gd name="connsiteY2" fmla="*/ 167499 h 186549"/>
                  <a:gd name="connsiteX3" fmla="*/ 0 w 176147"/>
                  <a:gd name="connsiteY3" fmla="*/ 186549 h 186549"/>
                  <a:gd name="connsiteX4" fmla="*/ 0 w 176147"/>
                  <a:gd name="connsiteY4" fmla="*/ 0 h 186549"/>
                  <a:gd name="connsiteX0" fmla="*/ 0 w 402366"/>
                  <a:gd name="connsiteY0" fmla="*/ 159544 h 186549"/>
                  <a:gd name="connsiteX1" fmla="*/ 402366 w 402366"/>
                  <a:gd name="connsiteY1" fmla="*/ 0 h 186549"/>
                  <a:gd name="connsiteX2" fmla="*/ 402366 w 402366"/>
                  <a:gd name="connsiteY2" fmla="*/ 167499 h 186549"/>
                  <a:gd name="connsiteX3" fmla="*/ 226219 w 402366"/>
                  <a:gd name="connsiteY3" fmla="*/ 186549 h 186549"/>
                  <a:gd name="connsiteX4" fmla="*/ 0 w 402366"/>
                  <a:gd name="connsiteY4" fmla="*/ 159544 h 186549"/>
                  <a:gd name="connsiteX0" fmla="*/ 50931 w 453297"/>
                  <a:gd name="connsiteY0" fmla="*/ 234139 h 261144"/>
                  <a:gd name="connsiteX1" fmla="*/ 14419 w 453297"/>
                  <a:gd name="connsiteY1" fmla="*/ 0 h 261144"/>
                  <a:gd name="connsiteX2" fmla="*/ 453297 w 453297"/>
                  <a:gd name="connsiteY2" fmla="*/ 74595 h 261144"/>
                  <a:gd name="connsiteX3" fmla="*/ 453297 w 453297"/>
                  <a:gd name="connsiteY3" fmla="*/ 242094 h 261144"/>
                  <a:gd name="connsiteX4" fmla="*/ 277150 w 453297"/>
                  <a:gd name="connsiteY4" fmla="*/ 261144 h 261144"/>
                  <a:gd name="connsiteX5" fmla="*/ 50931 w 453297"/>
                  <a:gd name="connsiteY5" fmla="*/ 234139 h 261144"/>
                  <a:gd name="connsiteX0" fmla="*/ 50931 w 453297"/>
                  <a:gd name="connsiteY0" fmla="*/ 463255 h 490260"/>
                  <a:gd name="connsiteX1" fmla="*/ 14419 w 453297"/>
                  <a:gd name="connsiteY1" fmla="*/ 229116 h 490260"/>
                  <a:gd name="connsiteX2" fmla="*/ 185870 w 453297"/>
                  <a:gd name="connsiteY2" fmla="*/ 516 h 490260"/>
                  <a:gd name="connsiteX3" fmla="*/ 453297 w 453297"/>
                  <a:gd name="connsiteY3" fmla="*/ 303711 h 490260"/>
                  <a:gd name="connsiteX4" fmla="*/ 453297 w 453297"/>
                  <a:gd name="connsiteY4" fmla="*/ 471210 h 490260"/>
                  <a:gd name="connsiteX5" fmla="*/ 277150 w 453297"/>
                  <a:gd name="connsiteY5" fmla="*/ 490260 h 490260"/>
                  <a:gd name="connsiteX6" fmla="*/ 50931 w 453297"/>
                  <a:gd name="connsiteY6" fmla="*/ 463255 h 490260"/>
                  <a:gd name="connsiteX0" fmla="*/ 50931 w 476382"/>
                  <a:gd name="connsiteY0" fmla="*/ 463633 h 490638"/>
                  <a:gd name="connsiteX1" fmla="*/ 14419 w 476382"/>
                  <a:gd name="connsiteY1" fmla="*/ 229494 h 490638"/>
                  <a:gd name="connsiteX2" fmla="*/ 185870 w 476382"/>
                  <a:gd name="connsiteY2" fmla="*/ 894 h 490638"/>
                  <a:gd name="connsiteX3" fmla="*/ 476382 w 476382"/>
                  <a:gd name="connsiteY3" fmla="*/ 19944 h 490638"/>
                  <a:gd name="connsiteX4" fmla="*/ 453297 w 476382"/>
                  <a:gd name="connsiteY4" fmla="*/ 304089 h 490638"/>
                  <a:gd name="connsiteX5" fmla="*/ 453297 w 476382"/>
                  <a:gd name="connsiteY5" fmla="*/ 471588 h 490638"/>
                  <a:gd name="connsiteX6" fmla="*/ 277150 w 476382"/>
                  <a:gd name="connsiteY6" fmla="*/ 490638 h 490638"/>
                  <a:gd name="connsiteX7" fmla="*/ 50931 w 476382"/>
                  <a:gd name="connsiteY7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53297 w 621782"/>
                  <a:gd name="connsiteY5" fmla="*/ 304089 h 490638"/>
                  <a:gd name="connsiteX6" fmla="*/ 453297 w 621782"/>
                  <a:gd name="connsiteY6" fmla="*/ 471588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69966 w 621782"/>
                  <a:gd name="connsiteY5" fmla="*/ 423151 h 490638"/>
                  <a:gd name="connsiteX6" fmla="*/ 453297 w 621782"/>
                  <a:gd name="connsiteY6" fmla="*/ 471588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69966 w 621782"/>
                  <a:gd name="connsiteY5" fmla="*/ 423151 h 490638"/>
                  <a:gd name="connsiteX6" fmla="*/ 453297 w 621782"/>
                  <a:gd name="connsiteY6" fmla="*/ 471588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74729 w 621782"/>
                  <a:gd name="connsiteY5" fmla="*/ 437439 h 490638"/>
                  <a:gd name="connsiteX6" fmla="*/ 453297 w 621782"/>
                  <a:gd name="connsiteY6" fmla="*/ 471588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74729 w 621782"/>
                  <a:gd name="connsiteY5" fmla="*/ 437439 h 490638"/>
                  <a:gd name="connsiteX6" fmla="*/ 450916 w 621782"/>
                  <a:gd name="connsiteY6" fmla="*/ 483494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74729 w 621782"/>
                  <a:gd name="connsiteY5" fmla="*/ 437439 h 490638"/>
                  <a:gd name="connsiteX6" fmla="*/ 450916 w 621782"/>
                  <a:gd name="connsiteY6" fmla="*/ 483494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12266"/>
                  <a:gd name="connsiteY0" fmla="*/ 463633 h 490638"/>
                  <a:gd name="connsiteX1" fmla="*/ 14419 w 612266"/>
                  <a:gd name="connsiteY1" fmla="*/ 229494 h 490638"/>
                  <a:gd name="connsiteX2" fmla="*/ 185870 w 612266"/>
                  <a:gd name="connsiteY2" fmla="*/ 894 h 490638"/>
                  <a:gd name="connsiteX3" fmla="*/ 476382 w 612266"/>
                  <a:gd name="connsiteY3" fmla="*/ 19944 h 490638"/>
                  <a:gd name="connsiteX4" fmla="*/ 612113 w 612266"/>
                  <a:gd name="connsiteY4" fmla="*/ 200919 h 490638"/>
                  <a:gd name="connsiteX5" fmla="*/ 474729 w 612266"/>
                  <a:gd name="connsiteY5" fmla="*/ 437439 h 490638"/>
                  <a:gd name="connsiteX6" fmla="*/ 450916 w 612266"/>
                  <a:gd name="connsiteY6" fmla="*/ 483494 h 490638"/>
                  <a:gd name="connsiteX7" fmla="*/ 277150 w 612266"/>
                  <a:gd name="connsiteY7" fmla="*/ 490638 h 490638"/>
                  <a:gd name="connsiteX8" fmla="*/ 50931 w 612266"/>
                  <a:gd name="connsiteY8" fmla="*/ 463633 h 490638"/>
                  <a:gd name="connsiteX0" fmla="*/ 50931 w 612187"/>
                  <a:gd name="connsiteY0" fmla="*/ 463633 h 490638"/>
                  <a:gd name="connsiteX1" fmla="*/ 14419 w 612187"/>
                  <a:gd name="connsiteY1" fmla="*/ 229494 h 490638"/>
                  <a:gd name="connsiteX2" fmla="*/ 185870 w 612187"/>
                  <a:gd name="connsiteY2" fmla="*/ 894 h 490638"/>
                  <a:gd name="connsiteX3" fmla="*/ 476382 w 612187"/>
                  <a:gd name="connsiteY3" fmla="*/ 19944 h 490638"/>
                  <a:gd name="connsiteX4" fmla="*/ 612113 w 612187"/>
                  <a:gd name="connsiteY4" fmla="*/ 200919 h 490638"/>
                  <a:gd name="connsiteX5" fmla="*/ 474729 w 612187"/>
                  <a:gd name="connsiteY5" fmla="*/ 437439 h 490638"/>
                  <a:gd name="connsiteX6" fmla="*/ 450916 w 612187"/>
                  <a:gd name="connsiteY6" fmla="*/ 483494 h 490638"/>
                  <a:gd name="connsiteX7" fmla="*/ 277150 w 612187"/>
                  <a:gd name="connsiteY7" fmla="*/ 490638 h 490638"/>
                  <a:gd name="connsiteX8" fmla="*/ 50931 w 612187"/>
                  <a:gd name="connsiteY8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76382 w 612113"/>
                  <a:gd name="connsiteY3" fmla="*/ 19944 h 490638"/>
                  <a:gd name="connsiteX4" fmla="*/ 612113 w 612113"/>
                  <a:gd name="connsiteY4" fmla="*/ 200919 h 490638"/>
                  <a:gd name="connsiteX5" fmla="*/ 474729 w 612113"/>
                  <a:gd name="connsiteY5" fmla="*/ 437439 h 490638"/>
                  <a:gd name="connsiteX6" fmla="*/ 450916 w 612113"/>
                  <a:gd name="connsiteY6" fmla="*/ 483494 h 490638"/>
                  <a:gd name="connsiteX7" fmla="*/ 277150 w 612113"/>
                  <a:gd name="connsiteY7" fmla="*/ 490638 h 490638"/>
                  <a:gd name="connsiteX8" fmla="*/ 50931 w 612113"/>
                  <a:gd name="connsiteY8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76382 w 612113"/>
                  <a:gd name="connsiteY3" fmla="*/ 19944 h 490638"/>
                  <a:gd name="connsiteX4" fmla="*/ 428757 w 612113"/>
                  <a:gd name="connsiteY4" fmla="*/ 241401 h 490638"/>
                  <a:gd name="connsiteX5" fmla="*/ 612113 w 612113"/>
                  <a:gd name="connsiteY5" fmla="*/ 200919 h 490638"/>
                  <a:gd name="connsiteX6" fmla="*/ 474729 w 612113"/>
                  <a:gd name="connsiteY6" fmla="*/ 437439 h 490638"/>
                  <a:gd name="connsiteX7" fmla="*/ 450916 w 612113"/>
                  <a:gd name="connsiteY7" fmla="*/ 483494 h 490638"/>
                  <a:gd name="connsiteX8" fmla="*/ 277150 w 612113"/>
                  <a:gd name="connsiteY8" fmla="*/ 490638 h 490638"/>
                  <a:gd name="connsiteX9" fmla="*/ 50931 w 612113"/>
                  <a:gd name="connsiteY9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76382 w 612113"/>
                  <a:gd name="connsiteY3" fmla="*/ 19944 h 490638"/>
                  <a:gd name="connsiteX4" fmla="*/ 428757 w 612113"/>
                  <a:gd name="connsiteY4" fmla="*/ 241401 h 490638"/>
                  <a:gd name="connsiteX5" fmla="*/ 612113 w 612113"/>
                  <a:gd name="connsiteY5" fmla="*/ 200919 h 490638"/>
                  <a:gd name="connsiteX6" fmla="*/ 474729 w 612113"/>
                  <a:gd name="connsiteY6" fmla="*/ 437439 h 490638"/>
                  <a:gd name="connsiteX7" fmla="*/ 450916 w 612113"/>
                  <a:gd name="connsiteY7" fmla="*/ 483494 h 490638"/>
                  <a:gd name="connsiteX8" fmla="*/ 277150 w 612113"/>
                  <a:gd name="connsiteY8" fmla="*/ 490638 h 490638"/>
                  <a:gd name="connsiteX9" fmla="*/ 50931 w 612113"/>
                  <a:gd name="connsiteY9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76382 w 612113"/>
                  <a:gd name="connsiteY3" fmla="*/ 19944 h 490638"/>
                  <a:gd name="connsiteX4" fmla="*/ 428757 w 612113"/>
                  <a:gd name="connsiteY4" fmla="*/ 241401 h 490638"/>
                  <a:gd name="connsiteX5" fmla="*/ 612113 w 612113"/>
                  <a:gd name="connsiteY5" fmla="*/ 200919 h 490638"/>
                  <a:gd name="connsiteX6" fmla="*/ 474729 w 612113"/>
                  <a:gd name="connsiteY6" fmla="*/ 437439 h 490638"/>
                  <a:gd name="connsiteX7" fmla="*/ 450916 w 612113"/>
                  <a:gd name="connsiteY7" fmla="*/ 483494 h 490638"/>
                  <a:gd name="connsiteX8" fmla="*/ 277150 w 612113"/>
                  <a:gd name="connsiteY8" fmla="*/ 490638 h 490638"/>
                  <a:gd name="connsiteX9" fmla="*/ 50931 w 612113"/>
                  <a:gd name="connsiteY9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62094 w 612113"/>
                  <a:gd name="connsiteY3" fmla="*/ 19944 h 490638"/>
                  <a:gd name="connsiteX4" fmla="*/ 428757 w 612113"/>
                  <a:gd name="connsiteY4" fmla="*/ 241401 h 490638"/>
                  <a:gd name="connsiteX5" fmla="*/ 612113 w 612113"/>
                  <a:gd name="connsiteY5" fmla="*/ 200919 h 490638"/>
                  <a:gd name="connsiteX6" fmla="*/ 474729 w 612113"/>
                  <a:gd name="connsiteY6" fmla="*/ 437439 h 490638"/>
                  <a:gd name="connsiteX7" fmla="*/ 450916 w 612113"/>
                  <a:gd name="connsiteY7" fmla="*/ 483494 h 490638"/>
                  <a:gd name="connsiteX8" fmla="*/ 277150 w 612113"/>
                  <a:gd name="connsiteY8" fmla="*/ 490638 h 490638"/>
                  <a:gd name="connsiteX9" fmla="*/ 50931 w 612113"/>
                  <a:gd name="connsiteY9" fmla="*/ 463633 h 490638"/>
                  <a:gd name="connsiteX0" fmla="*/ 50931 w 612113"/>
                  <a:gd name="connsiteY0" fmla="*/ 466225 h 493230"/>
                  <a:gd name="connsiteX1" fmla="*/ 14419 w 612113"/>
                  <a:gd name="connsiteY1" fmla="*/ 232086 h 493230"/>
                  <a:gd name="connsiteX2" fmla="*/ 185870 w 612113"/>
                  <a:gd name="connsiteY2" fmla="*/ 3486 h 493230"/>
                  <a:gd name="connsiteX3" fmla="*/ 288264 w 612113"/>
                  <a:gd name="connsiteY3" fmla="*/ 210655 h 493230"/>
                  <a:gd name="connsiteX4" fmla="*/ 462094 w 612113"/>
                  <a:gd name="connsiteY4" fmla="*/ 22536 h 493230"/>
                  <a:gd name="connsiteX5" fmla="*/ 428757 w 612113"/>
                  <a:gd name="connsiteY5" fmla="*/ 243993 h 493230"/>
                  <a:gd name="connsiteX6" fmla="*/ 612113 w 612113"/>
                  <a:gd name="connsiteY6" fmla="*/ 203511 h 493230"/>
                  <a:gd name="connsiteX7" fmla="*/ 474729 w 612113"/>
                  <a:gd name="connsiteY7" fmla="*/ 440031 h 493230"/>
                  <a:gd name="connsiteX8" fmla="*/ 450916 w 612113"/>
                  <a:gd name="connsiteY8" fmla="*/ 486086 h 493230"/>
                  <a:gd name="connsiteX9" fmla="*/ 277150 w 612113"/>
                  <a:gd name="connsiteY9" fmla="*/ 493230 h 493230"/>
                  <a:gd name="connsiteX10" fmla="*/ 50931 w 612113"/>
                  <a:gd name="connsiteY10" fmla="*/ 466225 h 493230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5870 w 612113"/>
                  <a:gd name="connsiteY2" fmla="*/ 3793 h 493537"/>
                  <a:gd name="connsiteX3" fmla="*/ 288264 w 612113"/>
                  <a:gd name="connsiteY3" fmla="*/ 210962 h 493537"/>
                  <a:gd name="connsiteX4" fmla="*/ 462094 w 612113"/>
                  <a:gd name="connsiteY4" fmla="*/ 22843 h 493537"/>
                  <a:gd name="connsiteX5" fmla="*/ 428757 w 612113"/>
                  <a:gd name="connsiteY5" fmla="*/ 244300 h 493537"/>
                  <a:gd name="connsiteX6" fmla="*/ 612113 w 612113"/>
                  <a:gd name="connsiteY6" fmla="*/ 203818 h 493537"/>
                  <a:gd name="connsiteX7" fmla="*/ 474729 w 612113"/>
                  <a:gd name="connsiteY7" fmla="*/ 440338 h 493537"/>
                  <a:gd name="connsiteX8" fmla="*/ 450916 w 612113"/>
                  <a:gd name="connsiteY8" fmla="*/ 486393 h 493537"/>
                  <a:gd name="connsiteX9" fmla="*/ 277150 w 612113"/>
                  <a:gd name="connsiteY9" fmla="*/ 493537 h 493537"/>
                  <a:gd name="connsiteX10" fmla="*/ 50931 w 612113"/>
                  <a:gd name="connsiteY10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5870 w 612113"/>
                  <a:gd name="connsiteY2" fmla="*/ 3793 h 493537"/>
                  <a:gd name="connsiteX3" fmla="*/ 288264 w 612113"/>
                  <a:gd name="connsiteY3" fmla="*/ 210962 h 493537"/>
                  <a:gd name="connsiteX4" fmla="*/ 462094 w 612113"/>
                  <a:gd name="connsiteY4" fmla="*/ 22843 h 493537"/>
                  <a:gd name="connsiteX5" fmla="*/ 428757 w 612113"/>
                  <a:gd name="connsiteY5" fmla="*/ 244300 h 493537"/>
                  <a:gd name="connsiteX6" fmla="*/ 612113 w 612113"/>
                  <a:gd name="connsiteY6" fmla="*/ 203818 h 493537"/>
                  <a:gd name="connsiteX7" fmla="*/ 474729 w 612113"/>
                  <a:gd name="connsiteY7" fmla="*/ 440338 h 493537"/>
                  <a:gd name="connsiteX8" fmla="*/ 450916 w 612113"/>
                  <a:gd name="connsiteY8" fmla="*/ 486393 h 493537"/>
                  <a:gd name="connsiteX9" fmla="*/ 277150 w 612113"/>
                  <a:gd name="connsiteY9" fmla="*/ 493537 h 493537"/>
                  <a:gd name="connsiteX10" fmla="*/ 50931 w 612113"/>
                  <a:gd name="connsiteY10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5870 w 612113"/>
                  <a:gd name="connsiteY2" fmla="*/ 3793 h 493537"/>
                  <a:gd name="connsiteX3" fmla="*/ 288264 w 612113"/>
                  <a:gd name="connsiteY3" fmla="*/ 210962 h 493537"/>
                  <a:gd name="connsiteX4" fmla="*/ 462094 w 612113"/>
                  <a:gd name="connsiteY4" fmla="*/ 22843 h 493537"/>
                  <a:gd name="connsiteX5" fmla="*/ 428757 w 612113"/>
                  <a:gd name="connsiteY5" fmla="*/ 244300 h 493537"/>
                  <a:gd name="connsiteX6" fmla="*/ 612113 w 612113"/>
                  <a:gd name="connsiteY6" fmla="*/ 203818 h 493537"/>
                  <a:gd name="connsiteX7" fmla="*/ 474729 w 612113"/>
                  <a:gd name="connsiteY7" fmla="*/ 440338 h 493537"/>
                  <a:gd name="connsiteX8" fmla="*/ 450916 w 612113"/>
                  <a:gd name="connsiteY8" fmla="*/ 486393 h 493537"/>
                  <a:gd name="connsiteX9" fmla="*/ 277150 w 612113"/>
                  <a:gd name="connsiteY9" fmla="*/ 493537 h 493537"/>
                  <a:gd name="connsiteX10" fmla="*/ 50931 w 612113"/>
                  <a:gd name="connsiteY10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5870 w 612113"/>
                  <a:gd name="connsiteY2" fmla="*/ 3793 h 493537"/>
                  <a:gd name="connsiteX3" fmla="*/ 288264 w 612113"/>
                  <a:gd name="connsiteY3" fmla="*/ 210962 h 493537"/>
                  <a:gd name="connsiteX4" fmla="*/ 462094 w 612113"/>
                  <a:gd name="connsiteY4" fmla="*/ 22843 h 493537"/>
                  <a:gd name="connsiteX5" fmla="*/ 428757 w 612113"/>
                  <a:gd name="connsiteY5" fmla="*/ 244300 h 493537"/>
                  <a:gd name="connsiteX6" fmla="*/ 612113 w 612113"/>
                  <a:gd name="connsiteY6" fmla="*/ 203818 h 493537"/>
                  <a:gd name="connsiteX7" fmla="*/ 474729 w 612113"/>
                  <a:gd name="connsiteY7" fmla="*/ 440338 h 493537"/>
                  <a:gd name="connsiteX8" fmla="*/ 450916 w 612113"/>
                  <a:gd name="connsiteY8" fmla="*/ 486393 h 493537"/>
                  <a:gd name="connsiteX9" fmla="*/ 277150 w 612113"/>
                  <a:gd name="connsiteY9" fmla="*/ 493537 h 493537"/>
                  <a:gd name="connsiteX10" fmla="*/ 50931 w 612113"/>
                  <a:gd name="connsiteY10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8251 w 612113"/>
                  <a:gd name="connsiteY2" fmla="*/ 308594 h 493537"/>
                  <a:gd name="connsiteX3" fmla="*/ 185870 w 612113"/>
                  <a:gd name="connsiteY3" fmla="*/ 3793 h 493537"/>
                  <a:gd name="connsiteX4" fmla="*/ 288264 w 612113"/>
                  <a:gd name="connsiteY4" fmla="*/ 210962 h 493537"/>
                  <a:gd name="connsiteX5" fmla="*/ 462094 w 612113"/>
                  <a:gd name="connsiteY5" fmla="*/ 22843 h 493537"/>
                  <a:gd name="connsiteX6" fmla="*/ 428757 w 612113"/>
                  <a:gd name="connsiteY6" fmla="*/ 244300 h 493537"/>
                  <a:gd name="connsiteX7" fmla="*/ 612113 w 612113"/>
                  <a:gd name="connsiteY7" fmla="*/ 203818 h 493537"/>
                  <a:gd name="connsiteX8" fmla="*/ 474729 w 612113"/>
                  <a:gd name="connsiteY8" fmla="*/ 440338 h 493537"/>
                  <a:gd name="connsiteX9" fmla="*/ 450916 w 612113"/>
                  <a:gd name="connsiteY9" fmla="*/ 486393 h 493537"/>
                  <a:gd name="connsiteX10" fmla="*/ 277150 w 612113"/>
                  <a:gd name="connsiteY10" fmla="*/ 493537 h 493537"/>
                  <a:gd name="connsiteX11" fmla="*/ 50931 w 612113"/>
                  <a:gd name="connsiteY11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8251 w 612113"/>
                  <a:gd name="connsiteY2" fmla="*/ 308594 h 493537"/>
                  <a:gd name="connsiteX3" fmla="*/ 185870 w 612113"/>
                  <a:gd name="connsiteY3" fmla="*/ 3793 h 493537"/>
                  <a:gd name="connsiteX4" fmla="*/ 288264 w 612113"/>
                  <a:gd name="connsiteY4" fmla="*/ 210962 h 493537"/>
                  <a:gd name="connsiteX5" fmla="*/ 462094 w 612113"/>
                  <a:gd name="connsiteY5" fmla="*/ 22843 h 493537"/>
                  <a:gd name="connsiteX6" fmla="*/ 428757 w 612113"/>
                  <a:gd name="connsiteY6" fmla="*/ 244300 h 493537"/>
                  <a:gd name="connsiteX7" fmla="*/ 612113 w 612113"/>
                  <a:gd name="connsiteY7" fmla="*/ 203818 h 493537"/>
                  <a:gd name="connsiteX8" fmla="*/ 474729 w 612113"/>
                  <a:gd name="connsiteY8" fmla="*/ 440338 h 493537"/>
                  <a:gd name="connsiteX9" fmla="*/ 450916 w 612113"/>
                  <a:gd name="connsiteY9" fmla="*/ 486393 h 493537"/>
                  <a:gd name="connsiteX10" fmla="*/ 277150 w 612113"/>
                  <a:gd name="connsiteY10" fmla="*/ 493537 h 493537"/>
                  <a:gd name="connsiteX11" fmla="*/ 50931 w 612113"/>
                  <a:gd name="connsiteY11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8251 w 612113"/>
                  <a:gd name="connsiteY2" fmla="*/ 308594 h 493537"/>
                  <a:gd name="connsiteX3" fmla="*/ 185870 w 612113"/>
                  <a:gd name="connsiteY3" fmla="*/ 3793 h 493537"/>
                  <a:gd name="connsiteX4" fmla="*/ 288264 w 612113"/>
                  <a:gd name="connsiteY4" fmla="*/ 210962 h 493537"/>
                  <a:gd name="connsiteX5" fmla="*/ 462094 w 612113"/>
                  <a:gd name="connsiteY5" fmla="*/ 22843 h 493537"/>
                  <a:gd name="connsiteX6" fmla="*/ 428757 w 612113"/>
                  <a:gd name="connsiteY6" fmla="*/ 244300 h 493537"/>
                  <a:gd name="connsiteX7" fmla="*/ 612113 w 612113"/>
                  <a:gd name="connsiteY7" fmla="*/ 203818 h 493537"/>
                  <a:gd name="connsiteX8" fmla="*/ 474729 w 612113"/>
                  <a:gd name="connsiteY8" fmla="*/ 440338 h 493537"/>
                  <a:gd name="connsiteX9" fmla="*/ 450916 w 612113"/>
                  <a:gd name="connsiteY9" fmla="*/ 486393 h 493537"/>
                  <a:gd name="connsiteX10" fmla="*/ 277150 w 612113"/>
                  <a:gd name="connsiteY10" fmla="*/ 493537 h 493537"/>
                  <a:gd name="connsiteX11" fmla="*/ 50931 w 612113"/>
                  <a:gd name="connsiteY11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8251 w 612113"/>
                  <a:gd name="connsiteY2" fmla="*/ 308594 h 493537"/>
                  <a:gd name="connsiteX3" fmla="*/ 185870 w 612113"/>
                  <a:gd name="connsiteY3" fmla="*/ 3793 h 493537"/>
                  <a:gd name="connsiteX4" fmla="*/ 288264 w 612113"/>
                  <a:gd name="connsiteY4" fmla="*/ 210962 h 493537"/>
                  <a:gd name="connsiteX5" fmla="*/ 462094 w 612113"/>
                  <a:gd name="connsiteY5" fmla="*/ 22843 h 493537"/>
                  <a:gd name="connsiteX6" fmla="*/ 428757 w 612113"/>
                  <a:gd name="connsiteY6" fmla="*/ 244300 h 493537"/>
                  <a:gd name="connsiteX7" fmla="*/ 612113 w 612113"/>
                  <a:gd name="connsiteY7" fmla="*/ 203818 h 493537"/>
                  <a:gd name="connsiteX8" fmla="*/ 474729 w 612113"/>
                  <a:gd name="connsiteY8" fmla="*/ 440338 h 493537"/>
                  <a:gd name="connsiteX9" fmla="*/ 450916 w 612113"/>
                  <a:gd name="connsiteY9" fmla="*/ 486393 h 493537"/>
                  <a:gd name="connsiteX10" fmla="*/ 277150 w 612113"/>
                  <a:gd name="connsiteY10" fmla="*/ 493537 h 493537"/>
                  <a:gd name="connsiteX11" fmla="*/ 50931 w 612113"/>
                  <a:gd name="connsiteY11" fmla="*/ 466532 h 493537"/>
                  <a:gd name="connsiteX0" fmla="*/ 49297 w 610479"/>
                  <a:gd name="connsiteY0" fmla="*/ 466532 h 493537"/>
                  <a:gd name="connsiteX1" fmla="*/ 12785 w 610479"/>
                  <a:gd name="connsiteY1" fmla="*/ 232393 h 493537"/>
                  <a:gd name="connsiteX2" fmla="*/ 186617 w 610479"/>
                  <a:gd name="connsiteY2" fmla="*/ 308594 h 493537"/>
                  <a:gd name="connsiteX3" fmla="*/ 184236 w 610479"/>
                  <a:gd name="connsiteY3" fmla="*/ 3793 h 493537"/>
                  <a:gd name="connsiteX4" fmla="*/ 286630 w 610479"/>
                  <a:gd name="connsiteY4" fmla="*/ 210962 h 493537"/>
                  <a:gd name="connsiteX5" fmla="*/ 460460 w 610479"/>
                  <a:gd name="connsiteY5" fmla="*/ 22843 h 493537"/>
                  <a:gd name="connsiteX6" fmla="*/ 427123 w 610479"/>
                  <a:gd name="connsiteY6" fmla="*/ 244300 h 493537"/>
                  <a:gd name="connsiteX7" fmla="*/ 610479 w 610479"/>
                  <a:gd name="connsiteY7" fmla="*/ 203818 h 493537"/>
                  <a:gd name="connsiteX8" fmla="*/ 473095 w 610479"/>
                  <a:gd name="connsiteY8" fmla="*/ 440338 h 493537"/>
                  <a:gd name="connsiteX9" fmla="*/ 449282 w 610479"/>
                  <a:gd name="connsiteY9" fmla="*/ 486393 h 493537"/>
                  <a:gd name="connsiteX10" fmla="*/ 275516 w 610479"/>
                  <a:gd name="connsiteY10" fmla="*/ 493537 h 493537"/>
                  <a:gd name="connsiteX11" fmla="*/ 49297 w 610479"/>
                  <a:gd name="connsiteY11" fmla="*/ 466532 h 493537"/>
                  <a:gd name="connsiteX0" fmla="*/ 39744 w 600926"/>
                  <a:gd name="connsiteY0" fmla="*/ 466532 h 493537"/>
                  <a:gd name="connsiteX1" fmla="*/ 86577 w 600926"/>
                  <a:gd name="connsiteY1" fmla="*/ 391938 h 493537"/>
                  <a:gd name="connsiteX2" fmla="*/ 3232 w 600926"/>
                  <a:gd name="connsiteY2" fmla="*/ 232393 h 493537"/>
                  <a:gd name="connsiteX3" fmla="*/ 177064 w 600926"/>
                  <a:gd name="connsiteY3" fmla="*/ 308594 h 493537"/>
                  <a:gd name="connsiteX4" fmla="*/ 174683 w 600926"/>
                  <a:gd name="connsiteY4" fmla="*/ 3793 h 493537"/>
                  <a:gd name="connsiteX5" fmla="*/ 277077 w 600926"/>
                  <a:gd name="connsiteY5" fmla="*/ 210962 h 493537"/>
                  <a:gd name="connsiteX6" fmla="*/ 450907 w 600926"/>
                  <a:gd name="connsiteY6" fmla="*/ 22843 h 493537"/>
                  <a:gd name="connsiteX7" fmla="*/ 417570 w 600926"/>
                  <a:gd name="connsiteY7" fmla="*/ 244300 h 493537"/>
                  <a:gd name="connsiteX8" fmla="*/ 600926 w 600926"/>
                  <a:gd name="connsiteY8" fmla="*/ 203818 h 493537"/>
                  <a:gd name="connsiteX9" fmla="*/ 463542 w 600926"/>
                  <a:gd name="connsiteY9" fmla="*/ 440338 h 493537"/>
                  <a:gd name="connsiteX10" fmla="*/ 439729 w 600926"/>
                  <a:gd name="connsiteY10" fmla="*/ 486393 h 493537"/>
                  <a:gd name="connsiteX11" fmla="*/ 265963 w 600926"/>
                  <a:gd name="connsiteY11" fmla="*/ 493537 h 493537"/>
                  <a:gd name="connsiteX12" fmla="*/ 39744 w 600926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500681"/>
                  <a:gd name="connsiteX1" fmla="*/ 103015 w 617364"/>
                  <a:gd name="connsiteY1" fmla="*/ 391938 h 500681"/>
                  <a:gd name="connsiteX2" fmla="*/ 19670 w 617364"/>
                  <a:gd name="connsiteY2" fmla="*/ 232393 h 500681"/>
                  <a:gd name="connsiteX3" fmla="*/ 193502 w 617364"/>
                  <a:gd name="connsiteY3" fmla="*/ 308594 h 500681"/>
                  <a:gd name="connsiteX4" fmla="*/ 191121 w 617364"/>
                  <a:gd name="connsiteY4" fmla="*/ 3793 h 500681"/>
                  <a:gd name="connsiteX5" fmla="*/ 293515 w 617364"/>
                  <a:gd name="connsiteY5" fmla="*/ 210962 h 500681"/>
                  <a:gd name="connsiteX6" fmla="*/ 467345 w 617364"/>
                  <a:gd name="connsiteY6" fmla="*/ 22843 h 500681"/>
                  <a:gd name="connsiteX7" fmla="*/ 434008 w 617364"/>
                  <a:gd name="connsiteY7" fmla="*/ 244300 h 500681"/>
                  <a:gd name="connsiteX8" fmla="*/ 617364 w 617364"/>
                  <a:gd name="connsiteY8" fmla="*/ 203818 h 500681"/>
                  <a:gd name="connsiteX9" fmla="*/ 479980 w 617364"/>
                  <a:gd name="connsiteY9" fmla="*/ 440338 h 500681"/>
                  <a:gd name="connsiteX10" fmla="*/ 456167 w 617364"/>
                  <a:gd name="connsiteY10" fmla="*/ 486393 h 500681"/>
                  <a:gd name="connsiteX11" fmla="*/ 306213 w 617364"/>
                  <a:gd name="connsiteY11" fmla="*/ 500681 h 500681"/>
                  <a:gd name="connsiteX12" fmla="*/ 56182 w 617364"/>
                  <a:gd name="connsiteY12" fmla="*/ 466532 h 50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17364" h="500681">
                    <a:moveTo>
                      <a:pt x="56182" y="466532"/>
                    </a:moveTo>
                    <a:cubicBezTo>
                      <a:pt x="40573" y="417453"/>
                      <a:pt x="109100" y="430961"/>
                      <a:pt x="103015" y="391938"/>
                    </a:cubicBezTo>
                    <a:cubicBezTo>
                      <a:pt x="96930" y="352915"/>
                      <a:pt x="-52561" y="307006"/>
                      <a:pt x="19670" y="232393"/>
                    </a:cubicBezTo>
                    <a:cubicBezTo>
                      <a:pt x="88198" y="145745"/>
                      <a:pt x="164927" y="346694"/>
                      <a:pt x="193502" y="308594"/>
                    </a:cubicBezTo>
                    <a:cubicBezTo>
                      <a:pt x="224458" y="263350"/>
                      <a:pt x="53405" y="52610"/>
                      <a:pt x="191121" y="3793"/>
                    </a:cubicBezTo>
                    <a:cubicBezTo>
                      <a:pt x="265337" y="16493"/>
                      <a:pt x="247478" y="207787"/>
                      <a:pt x="293515" y="210962"/>
                    </a:cubicBezTo>
                    <a:cubicBezTo>
                      <a:pt x="339552" y="214137"/>
                      <a:pt x="327249" y="-83122"/>
                      <a:pt x="467345" y="22843"/>
                    </a:cubicBezTo>
                    <a:cubicBezTo>
                      <a:pt x="509017" y="58165"/>
                      <a:pt x="411386" y="214138"/>
                      <a:pt x="434008" y="244300"/>
                    </a:cubicBezTo>
                    <a:cubicBezTo>
                      <a:pt x="456630" y="274462"/>
                      <a:pt x="582318" y="30652"/>
                      <a:pt x="617364" y="203818"/>
                    </a:cubicBezTo>
                    <a:cubicBezTo>
                      <a:pt x="566807" y="282658"/>
                      <a:pt x="459100" y="290061"/>
                      <a:pt x="479980" y="440338"/>
                    </a:cubicBezTo>
                    <a:lnTo>
                      <a:pt x="456167" y="486393"/>
                    </a:lnTo>
                    <a:lnTo>
                      <a:pt x="306213" y="500681"/>
                    </a:lnTo>
                    <a:cubicBezTo>
                      <a:pt x="271288" y="436910"/>
                      <a:pt x="57769" y="511253"/>
                      <a:pt x="56182" y="466532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1E30CA9-6B46-425E-B8E5-3E2DF1169803}"/>
                  </a:ext>
                </a:extLst>
              </p:cNvPr>
              <p:cNvSpPr/>
              <p:nvPr/>
            </p:nvSpPr>
            <p:spPr>
              <a:xfrm rot="4364137">
                <a:off x="4317017" y="3886483"/>
                <a:ext cx="107131" cy="1676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8BF604BA-C2F6-4D1F-88C4-8B2CBEE609B7}"/>
                  </a:ext>
                </a:extLst>
              </p:cNvPr>
              <p:cNvSpPr/>
              <p:nvPr/>
            </p:nvSpPr>
            <p:spPr>
              <a:xfrm rot="7789252">
                <a:off x="3002402" y="3145036"/>
                <a:ext cx="107131" cy="1676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2CFEC33-8EC1-49D2-9BF6-C141C382634B}"/>
                  </a:ext>
                </a:extLst>
              </p:cNvPr>
              <p:cNvSpPr/>
              <p:nvPr/>
            </p:nvSpPr>
            <p:spPr>
              <a:xfrm rot="2878661">
                <a:off x="3198133" y="1431161"/>
                <a:ext cx="147169" cy="18252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A9D071B-7B05-415C-90FC-A82EB17F8B55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>
              <a:off x="2010192" y="2054262"/>
              <a:ext cx="2758" cy="1918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9BFCEB1-FA33-4FF1-AF57-2D458418AF8F}"/>
                </a:ext>
              </a:extLst>
            </p:cNvPr>
            <p:cNvCxnSpPr>
              <a:cxnSpLocks/>
              <a:stCxn id="64" idx="0"/>
              <a:endCxn id="64" idx="4"/>
            </p:cNvCxnSpPr>
            <p:nvPr/>
          </p:nvCxnSpPr>
          <p:spPr>
            <a:xfrm>
              <a:off x="1917954" y="1554264"/>
              <a:ext cx="44870" cy="970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ttsMP3.com_VoiceText_2025-4-23_21-4-23">
            <a:hlinkClick r:id="" action="ppaction://media"/>
            <a:extLst>
              <a:ext uri="{FF2B5EF4-FFF2-40B4-BE49-F238E27FC236}">
                <a16:creationId xmlns:a16="http://schemas.microsoft.com/office/drawing/2014/main" id="{8A955925-70EE-42FB-BCE4-649902B9FB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566668" y="594540"/>
            <a:ext cx="609600" cy="609600"/>
          </a:xfrm>
          <a:prstGeom prst="rect">
            <a:avLst/>
          </a:prstGeom>
        </p:spPr>
      </p:pic>
      <p:pic>
        <p:nvPicPr>
          <p:cNvPr id="80" name="1sec">
            <a:hlinkClick r:id="" action="ppaction://media"/>
            <a:extLst>
              <a:ext uri="{FF2B5EF4-FFF2-40B4-BE49-F238E27FC236}">
                <a16:creationId xmlns:a16="http://schemas.microsoft.com/office/drawing/2014/main" id="{B4864AD1-90FD-4D4F-8804-22ACE7230DA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331380" y="546618"/>
            <a:ext cx="609600" cy="609600"/>
          </a:xfrm>
          <a:prstGeom prst="rect">
            <a:avLst/>
          </a:prstGeom>
        </p:spPr>
      </p:pic>
      <p:pic>
        <p:nvPicPr>
          <p:cNvPr id="3" name="ttsMP3.com_VoiceText_2025-4-23_21-5-31">
            <a:hlinkClick r:id="" action="ppaction://media"/>
            <a:extLst>
              <a:ext uri="{FF2B5EF4-FFF2-40B4-BE49-F238E27FC236}">
                <a16:creationId xmlns:a16="http://schemas.microsoft.com/office/drawing/2014/main" id="{92CE8BF0-42C1-423B-A87A-2C2EF674B5C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2236238" y="546618"/>
            <a:ext cx="609600" cy="609600"/>
          </a:xfrm>
          <a:prstGeom prst="rect">
            <a:avLst/>
          </a:prstGeom>
        </p:spPr>
      </p:pic>
      <p:pic>
        <p:nvPicPr>
          <p:cNvPr id="81" name="1sec">
            <a:hlinkClick r:id="" action="ppaction://media"/>
            <a:extLst>
              <a:ext uri="{FF2B5EF4-FFF2-40B4-BE49-F238E27FC236}">
                <a16:creationId xmlns:a16="http://schemas.microsoft.com/office/drawing/2014/main" id="{610923E5-22F6-4450-8F41-23528A94825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042679" y="615005"/>
            <a:ext cx="609600" cy="609600"/>
          </a:xfrm>
          <a:prstGeom prst="rect">
            <a:avLst/>
          </a:prstGeom>
        </p:spPr>
      </p:pic>
      <p:pic>
        <p:nvPicPr>
          <p:cNvPr id="40" name="ttsMP3.com_VoiceText_2025-4-23_21-6-21">
            <a:hlinkClick r:id="" action="ppaction://media"/>
            <a:extLst>
              <a:ext uri="{FF2B5EF4-FFF2-40B4-BE49-F238E27FC236}">
                <a16:creationId xmlns:a16="http://schemas.microsoft.com/office/drawing/2014/main" id="{179C0A4D-A483-4723-8F4D-D5561095AB5F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875515" y="554542"/>
            <a:ext cx="609600" cy="609600"/>
          </a:xfrm>
          <a:prstGeom prst="rect">
            <a:avLst/>
          </a:prstGeom>
        </p:spPr>
      </p:pic>
      <p:pic>
        <p:nvPicPr>
          <p:cNvPr id="82" name="1sec">
            <a:hlinkClick r:id="" action="ppaction://media"/>
            <a:extLst>
              <a:ext uri="{FF2B5EF4-FFF2-40B4-BE49-F238E27FC236}">
                <a16:creationId xmlns:a16="http://schemas.microsoft.com/office/drawing/2014/main" id="{BF116973-7944-42C6-8017-5490BB4EF92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4553566" y="569476"/>
            <a:ext cx="609600" cy="609600"/>
          </a:xfrm>
          <a:prstGeom prst="rect">
            <a:avLst/>
          </a:prstGeom>
        </p:spPr>
      </p:pic>
      <p:pic>
        <p:nvPicPr>
          <p:cNvPr id="84" name="ttsMP3.com_VoiceText_2025-4-23_21-8-44">
            <a:hlinkClick r:id="" action="ppaction://media"/>
            <a:extLst>
              <a:ext uri="{FF2B5EF4-FFF2-40B4-BE49-F238E27FC236}">
                <a16:creationId xmlns:a16="http://schemas.microsoft.com/office/drawing/2014/main" id="{1F5582B7-27BE-408F-A6F7-2A94266DE9F3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721780" y="1383576"/>
            <a:ext cx="609600" cy="609600"/>
          </a:xfrm>
          <a:prstGeom prst="rect">
            <a:avLst/>
          </a:prstGeom>
        </p:spPr>
      </p:pic>
      <p:pic>
        <p:nvPicPr>
          <p:cNvPr id="85" name="1sec">
            <a:hlinkClick r:id="" action="ppaction://media"/>
            <a:extLst>
              <a:ext uri="{FF2B5EF4-FFF2-40B4-BE49-F238E27FC236}">
                <a16:creationId xmlns:a16="http://schemas.microsoft.com/office/drawing/2014/main" id="{64E82B5E-56A4-47E3-BCEE-70C92BA26D6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486846" y="1381088"/>
            <a:ext cx="609600" cy="609600"/>
          </a:xfrm>
          <a:prstGeom prst="rect">
            <a:avLst/>
          </a:prstGeom>
        </p:spPr>
      </p:pic>
      <p:pic>
        <p:nvPicPr>
          <p:cNvPr id="86" name="longe">
            <a:hlinkClick r:id="" action="ppaction://media"/>
            <a:extLst>
              <a:ext uri="{FF2B5EF4-FFF2-40B4-BE49-F238E27FC236}">
                <a16:creationId xmlns:a16="http://schemas.microsoft.com/office/drawing/2014/main" id="{54B38B3E-4D32-473F-A2E8-0D708768B88D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2236238" y="1352919"/>
            <a:ext cx="609600" cy="609600"/>
          </a:xfrm>
          <a:prstGeom prst="rect">
            <a:avLst/>
          </a:prstGeom>
        </p:spPr>
      </p:pic>
      <p:pic>
        <p:nvPicPr>
          <p:cNvPr id="87" name="1sec">
            <a:hlinkClick r:id="" action="ppaction://media"/>
            <a:extLst>
              <a:ext uri="{FF2B5EF4-FFF2-40B4-BE49-F238E27FC236}">
                <a16:creationId xmlns:a16="http://schemas.microsoft.com/office/drawing/2014/main" id="{4A0B4AE1-73F6-421C-95D1-3B78957E852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003923" y="1440386"/>
            <a:ext cx="609600" cy="609600"/>
          </a:xfrm>
          <a:prstGeom prst="rect">
            <a:avLst/>
          </a:prstGeom>
        </p:spPr>
      </p:pic>
      <p:pic>
        <p:nvPicPr>
          <p:cNvPr id="88" name="longe">
            <a:hlinkClick r:id="" action="ppaction://media"/>
            <a:extLst>
              <a:ext uri="{FF2B5EF4-FFF2-40B4-BE49-F238E27FC236}">
                <a16:creationId xmlns:a16="http://schemas.microsoft.com/office/drawing/2014/main" id="{66ADF70C-1A2E-4CEA-AB45-E0AA7DE02334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689126" y="1321609"/>
            <a:ext cx="609600" cy="609600"/>
          </a:xfrm>
          <a:prstGeom prst="rect">
            <a:avLst/>
          </a:prstGeom>
        </p:spPr>
      </p:pic>
      <p:pic>
        <p:nvPicPr>
          <p:cNvPr id="89" name="1sec">
            <a:hlinkClick r:id="" action="ppaction://media"/>
            <a:extLst>
              <a:ext uri="{FF2B5EF4-FFF2-40B4-BE49-F238E27FC236}">
                <a16:creationId xmlns:a16="http://schemas.microsoft.com/office/drawing/2014/main" id="{ABC77727-C9D5-48BC-B607-D08871EF629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4456811" y="1409076"/>
            <a:ext cx="609600" cy="609600"/>
          </a:xfrm>
          <a:prstGeom prst="rect">
            <a:avLst/>
          </a:prstGeom>
        </p:spPr>
      </p:pic>
      <p:pic>
        <p:nvPicPr>
          <p:cNvPr id="90" name="longe">
            <a:hlinkClick r:id="" action="ppaction://media"/>
            <a:extLst>
              <a:ext uri="{FF2B5EF4-FFF2-40B4-BE49-F238E27FC236}">
                <a16:creationId xmlns:a16="http://schemas.microsoft.com/office/drawing/2014/main" id="{E79C3506-2A76-46D3-8C46-BBE4920FA79D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654164" y="2135760"/>
            <a:ext cx="609600" cy="609600"/>
          </a:xfrm>
          <a:prstGeom prst="rect">
            <a:avLst/>
          </a:prstGeom>
        </p:spPr>
      </p:pic>
      <p:pic>
        <p:nvPicPr>
          <p:cNvPr id="91" name="1sec">
            <a:hlinkClick r:id="" action="ppaction://media"/>
            <a:extLst>
              <a:ext uri="{FF2B5EF4-FFF2-40B4-BE49-F238E27FC236}">
                <a16:creationId xmlns:a16="http://schemas.microsoft.com/office/drawing/2014/main" id="{50DA21D6-ED03-40A5-9F66-6A8A27D861A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1421849" y="2223227"/>
            <a:ext cx="609600" cy="609600"/>
          </a:xfrm>
          <a:prstGeom prst="rect">
            <a:avLst/>
          </a:prstGeom>
        </p:spPr>
      </p:pic>
      <p:pic>
        <p:nvPicPr>
          <p:cNvPr id="92" name="ttsMP3.com_VoiceText_2025-4-23_21-9-38">
            <a:hlinkClick r:id="" action="ppaction://media"/>
            <a:extLst>
              <a:ext uri="{FF2B5EF4-FFF2-40B4-BE49-F238E27FC236}">
                <a16:creationId xmlns:a16="http://schemas.microsoft.com/office/drawing/2014/main" id="{383298C0-0671-4DA1-8EFF-72F6B7F8DFA4}"/>
              </a:ext>
            </a:extLst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2252754" y="2119581"/>
            <a:ext cx="609600" cy="609600"/>
          </a:xfrm>
          <a:prstGeom prst="rect">
            <a:avLst/>
          </a:prstGeom>
        </p:spPr>
      </p:pic>
      <p:pic>
        <p:nvPicPr>
          <p:cNvPr id="93" name="1sec">
            <a:hlinkClick r:id="" action="ppaction://media"/>
            <a:extLst>
              <a:ext uri="{FF2B5EF4-FFF2-40B4-BE49-F238E27FC236}">
                <a16:creationId xmlns:a16="http://schemas.microsoft.com/office/drawing/2014/main" id="{EA23DA57-705C-4C0D-993E-EC2E6189B83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2945041" y="2192798"/>
            <a:ext cx="609600" cy="609600"/>
          </a:xfrm>
          <a:prstGeom prst="rect">
            <a:avLst/>
          </a:prstGeom>
        </p:spPr>
      </p:pic>
      <p:pic>
        <p:nvPicPr>
          <p:cNvPr id="94" name="ttsMP3.com_VoiceText_2025-4-23_21-10-15">
            <a:hlinkClick r:id="" action="ppaction://media"/>
            <a:extLst>
              <a:ext uri="{FF2B5EF4-FFF2-40B4-BE49-F238E27FC236}">
                <a16:creationId xmlns:a16="http://schemas.microsoft.com/office/drawing/2014/main" id="{87A38611-D302-42E9-88BF-81528074517D}"/>
              </a:ext>
            </a:extLst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3742565" y="2223227"/>
            <a:ext cx="609600" cy="609600"/>
          </a:xfrm>
          <a:prstGeom prst="rect">
            <a:avLst/>
          </a:prstGeom>
        </p:spPr>
      </p:pic>
      <p:pic>
        <p:nvPicPr>
          <p:cNvPr id="95" name="1sec">
            <a:hlinkClick r:id="" action="ppaction://media"/>
            <a:extLst>
              <a:ext uri="{FF2B5EF4-FFF2-40B4-BE49-F238E27FC236}">
                <a16:creationId xmlns:a16="http://schemas.microsoft.com/office/drawing/2014/main" id="{16A905E0-93B6-4257-A032-7BCDA6950D5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4456811" y="2308574"/>
            <a:ext cx="609600" cy="609600"/>
          </a:xfrm>
          <a:prstGeom prst="rect">
            <a:avLst/>
          </a:prstGeom>
        </p:spPr>
      </p:pic>
      <p:pic>
        <p:nvPicPr>
          <p:cNvPr id="96" name="1sec">
            <a:hlinkClick r:id="" action="ppaction://media"/>
            <a:extLst>
              <a:ext uri="{FF2B5EF4-FFF2-40B4-BE49-F238E27FC236}">
                <a16:creationId xmlns:a16="http://schemas.microsoft.com/office/drawing/2014/main" id="{5D2A062C-7EE2-4E32-B27F-9BE7E97BFAA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5197388" y="230857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6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26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32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4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74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80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160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960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016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536" fill="hold"/>
                                        <p:tgtEl>
                                          <p:spTgt spid="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52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608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480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088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056" fill="hold"/>
                                        <p:tgtEl>
                                          <p:spTgt spid="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144"/>
                            </p:stCondLst>
                            <p:childTnLst>
                              <p:par>
                                <p:cTn id="3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480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624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056" fill="hold"/>
                                        <p:tgtEl>
                                          <p:spTgt spid="8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6680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480" fill="hold"/>
                                        <p:tgtEl>
                                          <p:spTgt spid="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160"/>
                            </p:stCondLst>
                            <p:childTnLst>
                              <p:par>
                                <p:cTn id="4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5" dur="1056" fill="hold"/>
                                        <p:tgtEl>
                                          <p:spTgt spid="9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8216"/>
                            </p:stCondLst>
                            <p:childTnLst>
                              <p:par>
                                <p:cTn id="4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8" dur="1416" fill="hold"/>
                                        <p:tgtEl>
                                          <p:spTgt spid="9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9632"/>
                            </p:stCondLst>
                            <p:childTnLst>
                              <p:par>
                                <p:cTn id="5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1" dur="1056" fill="hold"/>
                                        <p:tgtEl>
                                          <p:spTgt spid="9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688"/>
                            </p:stCondLst>
                            <p:childTnLst>
                              <p:par>
                                <p:cTn id="5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3312" fill="hold"/>
                                        <p:tgtEl>
                                          <p:spTgt spid="9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4000"/>
                            </p:stCondLst>
                            <p:childTnLst>
                              <p:par>
                                <p:cTn id="5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7" dur="1056" fill="hold"/>
                                        <p:tgtEl>
                                          <p:spTgt spid="9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56"/>
                            </p:stCondLst>
                            <p:childTnLst>
                              <p:par>
                                <p:cTn id="5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0" dur="1056" fill="hold"/>
                                        <p:tgtEl>
                                          <p:spTgt spid="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  <p:audio>
              <p:cMediaNode vol="80000" showWhenStopped="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  <p:audio>
              <p:cMediaNode vol="80000" showWhenStopped="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  <p:audio>
              <p:cMediaNode vol="80000" showWhenStopped="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2"/>
                </p:tgtEl>
              </p:cMediaNode>
            </p:audio>
            <p:audio>
              <p:cMediaNode vol="80000" showWhenStopped="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4"/>
                </p:tgtEl>
              </p:cMediaNode>
            </p:audio>
            <p:audio>
              <p:cMediaNode vol="80000" showWhenStopped="0"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5"/>
                </p:tgtEl>
              </p:cMediaNode>
            </p:audio>
            <p:audio>
              <p:cMediaNode vol="80000" showWhenStopped="0">
                <p:cTn id="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  <p:audio>
              <p:cMediaNode vol="80000" showWhenStopped="0">
                <p:cTn id="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7"/>
                </p:tgtEl>
              </p:cMediaNode>
            </p:audio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8"/>
                </p:tgtEl>
              </p:cMediaNode>
            </p:audio>
            <p:audio>
              <p:cMediaNode vol="80000" showWhenStopped="0">
                <p:cTn id="7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9"/>
                </p:tgtEl>
              </p:cMediaNode>
            </p:audio>
            <p:audio>
              <p:cMediaNode vol="80000" showWhenStopped="0">
                <p:cTn id="7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0"/>
                </p:tgtEl>
              </p:cMediaNode>
            </p:audio>
            <p:audio>
              <p:cMediaNode vol="80000" showWhenStopped="0">
                <p:cTn id="7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1"/>
                </p:tgtEl>
              </p:cMediaNode>
            </p:audio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2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3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4"/>
                </p:tgtEl>
              </p:cMediaNode>
            </p:audio>
            <p:audio>
              <p:cMediaNode vol="80000" showWhenStopped="0">
                <p:cTn id="7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5"/>
                </p:tgtEl>
              </p:cMediaNode>
            </p:audio>
            <p:audio>
              <p:cMediaNode vol="80000" showWhenStopped="0">
                <p:cTn id="7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939CC28-9A6F-4993-89EB-C8F27E9DD022}"/>
              </a:ext>
            </a:extLst>
          </p:cNvPr>
          <p:cNvSpPr/>
          <p:nvPr/>
        </p:nvSpPr>
        <p:spPr>
          <a:xfrm>
            <a:off x="0" y="4632271"/>
            <a:ext cx="12192000" cy="2234538"/>
          </a:xfrm>
          <a:custGeom>
            <a:avLst/>
            <a:gdLst>
              <a:gd name="connsiteX0" fmla="*/ 0 w 12192000"/>
              <a:gd name="connsiteY0" fmla="*/ 0 h 2047164"/>
              <a:gd name="connsiteX1" fmla="*/ 12192000 w 12192000"/>
              <a:gd name="connsiteY1" fmla="*/ 0 h 2047164"/>
              <a:gd name="connsiteX2" fmla="*/ 12192000 w 12192000"/>
              <a:gd name="connsiteY2" fmla="*/ 2047164 h 2047164"/>
              <a:gd name="connsiteX3" fmla="*/ 0 w 12192000"/>
              <a:gd name="connsiteY3" fmla="*/ 2047164 h 2047164"/>
              <a:gd name="connsiteX4" fmla="*/ 0 w 12192000"/>
              <a:gd name="connsiteY4" fmla="*/ 0 h 2047164"/>
              <a:gd name="connsiteX0" fmla="*/ 0 w 12192000"/>
              <a:gd name="connsiteY0" fmla="*/ 903 h 2048067"/>
              <a:gd name="connsiteX1" fmla="*/ 6284686 w 12192000"/>
              <a:gd name="connsiteY1" fmla="*/ 0 h 2048067"/>
              <a:gd name="connsiteX2" fmla="*/ 12192000 w 12192000"/>
              <a:gd name="connsiteY2" fmla="*/ 903 h 2048067"/>
              <a:gd name="connsiteX3" fmla="*/ 12192000 w 12192000"/>
              <a:gd name="connsiteY3" fmla="*/ 2048067 h 2048067"/>
              <a:gd name="connsiteX4" fmla="*/ 0 w 12192000"/>
              <a:gd name="connsiteY4" fmla="*/ 2048067 h 2048067"/>
              <a:gd name="connsiteX5" fmla="*/ 0 w 12192000"/>
              <a:gd name="connsiteY5" fmla="*/ 903 h 2048067"/>
              <a:gd name="connsiteX0" fmla="*/ 0 w 12192000"/>
              <a:gd name="connsiteY0" fmla="*/ 187374 h 2234538"/>
              <a:gd name="connsiteX1" fmla="*/ 6284686 w 12192000"/>
              <a:gd name="connsiteY1" fmla="*/ 186471 h 2234538"/>
              <a:gd name="connsiteX2" fmla="*/ 12192000 w 12192000"/>
              <a:gd name="connsiteY2" fmla="*/ 187374 h 2234538"/>
              <a:gd name="connsiteX3" fmla="*/ 12192000 w 12192000"/>
              <a:gd name="connsiteY3" fmla="*/ 2234538 h 2234538"/>
              <a:gd name="connsiteX4" fmla="*/ 0 w 12192000"/>
              <a:gd name="connsiteY4" fmla="*/ 2234538 h 2234538"/>
              <a:gd name="connsiteX5" fmla="*/ 0 w 12192000"/>
              <a:gd name="connsiteY5" fmla="*/ 187374 h 2234538"/>
              <a:gd name="connsiteX0" fmla="*/ 0 w 12192000"/>
              <a:gd name="connsiteY0" fmla="*/ 187374 h 2234538"/>
              <a:gd name="connsiteX1" fmla="*/ 6284686 w 12192000"/>
              <a:gd name="connsiteY1" fmla="*/ 186471 h 2234538"/>
              <a:gd name="connsiteX2" fmla="*/ 12192000 w 12192000"/>
              <a:gd name="connsiteY2" fmla="*/ 187374 h 2234538"/>
              <a:gd name="connsiteX3" fmla="*/ 12192000 w 12192000"/>
              <a:gd name="connsiteY3" fmla="*/ 2234538 h 2234538"/>
              <a:gd name="connsiteX4" fmla="*/ 0 w 12192000"/>
              <a:gd name="connsiteY4" fmla="*/ 2234538 h 2234538"/>
              <a:gd name="connsiteX5" fmla="*/ 0 w 12192000"/>
              <a:gd name="connsiteY5" fmla="*/ 187374 h 2234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2234538">
                <a:moveTo>
                  <a:pt x="0" y="187374"/>
                </a:moveTo>
                <a:cubicBezTo>
                  <a:pt x="991809" y="-233842"/>
                  <a:pt x="4189791" y="186772"/>
                  <a:pt x="6284686" y="186471"/>
                </a:cubicBezTo>
                <a:cubicBezTo>
                  <a:pt x="8253791" y="186772"/>
                  <a:pt x="11137295" y="-1613"/>
                  <a:pt x="12192000" y="187374"/>
                </a:cubicBezTo>
                <a:lnTo>
                  <a:pt x="12192000" y="2234538"/>
                </a:lnTo>
                <a:lnTo>
                  <a:pt x="0" y="2234538"/>
                </a:lnTo>
                <a:lnTo>
                  <a:pt x="0" y="187374"/>
                </a:lnTo>
                <a:close/>
              </a:path>
            </a:pathLst>
          </a:custGeom>
          <a:solidFill>
            <a:srgbClr val="FFF1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2B6A18-41C2-401D-A064-75F3D0AB343B}"/>
              </a:ext>
            </a:extLst>
          </p:cNvPr>
          <p:cNvSpPr/>
          <p:nvPr/>
        </p:nvSpPr>
        <p:spPr>
          <a:xfrm>
            <a:off x="2438332" y="434843"/>
            <a:ext cx="4391032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CE8B3F"/>
                </a:solidFill>
              </a:rPr>
              <a:t>E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gypt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BB522F-05CF-4E31-9A23-B0B1ECF014C4}"/>
              </a:ext>
            </a:extLst>
          </p:cNvPr>
          <p:cNvSpPr/>
          <p:nvPr/>
        </p:nvSpPr>
        <p:spPr>
          <a:xfrm>
            <a:off x="471886" y="434843"/>
            <a:ext cx="168950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CE8B3F"/>
                </a:solidFill>
              </a:rPr>
              <a:t>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0029437-F6B0-477D-AD61-7F977ECB855B}"/>
              </a:ext>
            </a:extLst>
          </p:cNvPr>
          <p:cNvGrpSpPr/>
          <p:nvPr/>
        </p:nvGrpSpPr>
        <p:grpSpPr>
          <a:xfrm>
            <a:off x="5474436" y="717299"/>
            <a:ext cx="6245678" cy="5236029"/>
            <a:chOff x="3525156" y="1228725"/>
            <a:chExt cx="6245678" cy="5236029"/>
          </a:xfrm>
        </p:grpSpPr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44613D8B-5BAA-446A-8FF9-2AC12E422F3C}"/>
                </a:ext>
              </a:extLst>
            </p:cNvPr>
            <p:cNvSpPr/>
            <p:nvPr/>
          </p:nvSpPr>
          <p:spPr>
            <a:xfrm>
              <a:off x="3525156" y="1228725"/>
              <a:ext cx="6245678" cy="5236029"/>
            </a:xfrm>
            <a:custGeom>
              <a:avLst/>
              <a:gdLst>
                <a:gd name="connsiteX0" fmla="*/ 0 w 7334250"/>
                <a:gd name="connsiteY0" fmla="*/ 5069370 h 5069370"/>
                <a:gd name="connsiteX1" fmla="*/ 3667125 w 7334250"/>
                <a:gd name="connsiteY1" fmla="*/ 0 h 5069370"/>
                <a:gd name="connsiteX2" fmla="*/ 7334250 w 7334250"/>
                <a:gd name="connsiteY2" fmla="*/ 5069370 h 5069370"/>
                <a:gd name="connsiteX3" fmla="*/ 0 w 7334250"/>
                <a:gd name="connsiteY3" fmla="*/ 5069370 h 5069370"/>
                <a:gd name="connsiteX0" fmla="*/ 0 w 7334250"/>
                <a:gd name="connsiteY0" fmla="*/ 5069370 h 5192522"/>
                <a:gd name="connsiteX1" fmla="*/ 3667125 w 7334250"/>
                <a:gd name="connsiteY1" fmla="*/ 0 h 5192522"/>
                <a:gd name="connsiteX2" fmla="*/ 7334250 w 7334250"/>
                <a:gd name="connsiteY2" fmla="*/ 5069370 h 5192522"/>
                <a:gd name="connsiteX3" fmla="*/ 2468135 w 7334250"/>
                <a:gd name="connsiteY3" fmla="*/ 5192486 h 5192522"/>
                <a:gd name="connsiteX4" fmla="*/ 0 w 7334250"/>
                <a:gd name="connsiteY4" fmla="*/ 5069370 h 5192522"/>
                <a:gd name="connsiteX0" fmla="*/ 0 w 7334250"/>
                <a:gd name="connsiteY0" fmla="*/ 5069370 h 5236056"/>
                <a:gd name="connsiteX1" fmla="*/ 3667125 w 7334250"/>
                <a:gd name="connsiteY1" fmla="*/ 0 h 5236056"/>
                <a:gd name="connsiteX2" fmla="*/ 7334250 w 7334250"/>
                <a:gd name="connsiteY2" fmla="*/ 5069370 h 5236056"/>
                <a:gd name="connsiteX3" fmla="*/ 2468135 w 7334250"/>
                <a:gd name="connsiteY3" fmla="*/ 5236029 h 5236056"/>
                <a:gd name="connsiteX4" fmla="*/ 0 w 7334250"/>
                <a:gd name="connsiteY4" fmla="*/ 5069370 h 5236056"/>
                <a:gd name="connsiteX0" fmla="*/ 0 w 7261678"/>
                <a:gd name="connsiteY0" fmla="*/ 5069370 h 5236041"/>
                <a:gd name="connsiteX1" fmla="*/ 3667125 w 7261678"/>
                <a:gd name="connsiteY1" fmla="*/ 0 h 5236041"/>
                <a:gd name="connsiteX2" fmla="*/ 7261678 w 7261678"/>
                <a:gd name="connsiteY2" fmla="*/ 4866170 h 5236041"/>
                <a:gd name="connsiteX3" fmla="*/ 2468135 w 7261678"/>
                <a:gd name="connsiteY3" fmla="*/ 5236029 h 5236041"/>
                <a:gd name="connsiteX4" fmla="*/ 0 w 7261678"/>
                <a:gd name="connsiteY4" fmla="*/ 5069370 h 5236041"/>
                <a:gd name="connsiteX0" fmla="*/ 0 w 7261678"/>
                <a:gd name="connsiteY0" fmla="*/ 5069370 h 5236050"/>
                <a:gd name="connsiteX1" fmla="*/ 3667125 w 7261678"/>
                <a:gd name="connsiteY1" fmla="*/ 0 h 5236050"/>
                <a:gd name="connsiteX2" fmla="*/ 7261678 w 7261678"/>
                <a:gd name="connsiteY2" fmla="*/ 4866170 h 5236050"/>
                <a:gd name="connsiteX3" fmla="*/ 2468135 w 7261678"/>
                <a:gd name="connsiteY3" fmla="*/ 5236029 h 5236050"/>
                <a:gd name="connsiteX4" fmla="*/ 0 w 7261678"/>
                <a:gd name="connsiteY4" fmla="*/ 5069370 h 5236050"/>
                <a:gd name="connsiteX0" fmla="*/ 0 w 7261678"/>
                <a:gd name="connsiteY0" fmla="*/ 5069370 h 5236053"/>
                <a:gd name="connsiteX1" fmla="*/ 3667125 w 7261678"/>
                <a:gd name="connsiteY1" fmla="*/ 0 h 5236053"/>
                <a:gd name="connsiteX2" fmla="*/ 7261678 w 7261678"/>
                <a:gd name="connsiteY2" fmla="*/ 4866170 h 5236053"/>
                <a:gd name="connsiteX3" fmla="*/ 2468135 w 7261678"/>
                <a:gd name="connsiteY3" fmla="*/ 5236029 h 5236053"/>
                <a:gd name="connsiteX4" fmla="*/ 0 w 7261678"/>
                <a:gd name="connsiteY4" fmla="*/ 5069370 h 5236053"/>
                <a:gd name="connsiteX0" fmla="*/ 0 w 6840764"/>
                <a:gd name="connsiteY0" fmla="*/ 4662970 h 5236053"/>
                <a:gd name="connsiteX1" fmla="*/ 3246211 w 6840764"/>
                <a:gd name="connsiteY1" fmla="*/ 0 h 5236053"/>
                <a:gd name="connsiteX2" fmla="*/ 6840764 w 6840764"/>
                <a:gd name="connsiteY2" fmla="*/ 4866170 h 5236053"/>
                <a:gd name="connsiteX3" fmla="*/ 2047221 w 6840764"/>
                <a:gd name="connsiteY3" fmla="*/ 5236029 h 5236053"/>
                <a:gd name="connsiteX4" fmla="*/ 0 w 6840764"/>
                <a:gd name="connsiteY4" fmla="*/ 4662970 h 5236053"/>
                <a:gd name="connsiteX0" fmla="*/ 0 w 6797221"/>
                <a:gd name="connsiteY0" fmla="*/ 4662970 h 5236093"/>
                <a:gd name="connsiteX1" fmla="*/ 3246211 w 6797221"/>
                <a:gd name="connsiteY1" fmla="*/ 0 h 5236093"/>
                <a:gd name="connsiteX2" fmla="*/ 6797221 w 6797221"/>
                <a:gd name="connsiteY2" fmla="*/ 4982284 h 5236093"/>
                <a:gd name="connsiteX3" fmla="*/ 2047221 w 6797221"/>
                <a:gd name="connsiteY3" fmla="*/ 5236029 h 5236093"/>
                <a:gd name="connsiteX4" fmla="*/ 0 w 6797221"/>
                <a:gd name="connsiteY4" fmla="*/ 4662970 h 5236093"/>
                <a:gd name="connsiteX0" fmla="*/ 0 w 6797221"/>
                <a:gd name="connsiteY0" fmla="*/ 4662970 h 5236029"/>
                <a:gd name="connsiteX1" fmla="*/ 3246211 w 6797221"/>
                <a:gd name="connsiteY1" fmla="*/ 0 h 5236029"/>
                <a:gd name="connsiteX2" fmla="*/ 6797221 w 6797221"/>
                <a:gd name="connsiteY2" fmla="*/ 4982284 h 5236029"/>
                <a:gd name="connsiteX3" fmla="*/ 2047221 w 6797221"/>
                <a:gd name="connsiteY3" fmla="*/ 5236029 h 5236029"/>
                <a:gd name="connsiteX4" fmla="*/ 0 w 6797221"/>
                <a:gd name="connsiteY4" fmla="*/ 4662970 h 5236029"/>
                <a:gd name="connsiteX0" fmla="*/ 0 w 6202135"/>
                <a:gd name="connsiteY0" fmla="*/ 4517827 h 5236029"/>
                <a:gd name="connsiteX1" fmla="*/ 2651125 w 6202135"/>
                <a:gd name="connsiteY1" fmla="*/ 0 h 5236029"/>
                <a:gd name="connsiteX2" fmla="*/ 6202135 w 6202135"/>
                <a:gd name="connsiteY2" fmla="*/ 4982284 h 5236029"/>
                <a:gd name="connsiteX3" fmla="*/ 1452135 w 6202135"/>
                <a:gd name="connsiteY3" fmla="*/ 5236029 h 5236029"/>
                <a:gd name="connsiteX4" fmla="*/ 0 w 6202135"/>
                <a:gd name="connsiteY4" fmla="*/ 4517827 h 5236029"/>
                <a:gd name="connsiteX0" fmla="*/ 0 w 6245678"/>
                <a:gd name="connsiteY0" fmla="*/ 4517827 h 5236029"/>
                <a:gd name="connsiteX1" fmla="*/ 2694668 w 6245678"/>
                <a:gd name="connsiteY1" fmla="*/ 0 h 5236029"/>
                <a:gd name="connsiteX2" fmla="*/ 6245678 w 6245678"/>
                <a:gd name="connsiteY2" fmla="*/ 4982284 h 5236029"/>
                <a:gd name="connsiteX3" fmla="*/ 1495678 w 6245678"/>
                <a:gd name="connsiteY3" fmla="*/ 5236029 h 5236029"/>
                <a:gd name="connsiteX4" fmla="*/ 0 w 6245678"/>
                <a:gd name="connsiteY4" fmla="*/ 4517827 h 5236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45678" h="5236029">
                  <a:moveTo>
                    <a:pt x="0" y="4517827"/>
                  </a:moveTo>
                  <a:lnTo>
                    <a:pt x="2694668" y="0"/>
                  </a:lnTo>
                  <a:lnTo>
                    <a:pt x="6245678" y="4982284"/>
                  </a:lnTo>
                  <a:cubicBezTo>
                    <a:pt x="4642993" y="5168466"/>
                    <a:pt x="3112878" y="5180475"/>
                    <a:pt x="1495678" y="5236029"/>
                  </a:cubicBezTo>
                  <a:lnTo>
                    <a:pt x="0" y="4517827"/>
                  </a:lnTo>
                  <a:close/>
                </a:path>
              </a:pathLst>
            </a:custGeom>
            <a:solidFill>
              <a:srgbClr val="F8D99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C7E7CC8-2503-45C7-8A2C-FB4620386818}"/>
                </a:ext>
              </a:extLst>
            </p:cNvPr>
            <p:cNvCxnSpPr>
              <a:cxnSpLocks/>
              <a:stCxn id="45" idx="1"/>
              <a:endCxn id="45" idx="3"/>
            </p:cNvCxnSpPr>
            <p:nvPr/>
          </p:nvCxnSpPr>
          <p:spPr>
            <a:xfrm flipH="1">
              <a:off x="5020834" y="1228725"/>
              <a:ext cx="1198990" cy="523602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001D139-84B0-4302-9347-B50B611FF705}"/>
                </a:ext>
              </a:extLst>
            </p:cNvPr>
            <p:cNvSpPr/>
            <p:nvPr/>
          </p:nvSpPr>
          <p:spPr>
            <a:xfrm>
              <a:off x="6360574" y="2416975"/>
              <a:ext cx="383126" cy="45719"/>
            </a:xfrm>
            <a:custGeom>
              <a:avLst/>
              <a:gdLst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2" fmla="*/ 1282700 w 1282700"/>
                <a:gd name="connsiteY2" fmla="*/ 0 h 50800"/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0" fmla="*/ 0 w 1282700"/>
                <a:gd name="connsiteY0" fmla="*/ 24295 h 24295"/>
                <a:gd name="connsiteX1" fmla="*/ 1282700 w 1282700"/>
                <a:gd name="connsiteY1" fmla="*/ 0 h 24295"/>
                <a:gd name="connsiteX0" fmla="*/ 0 w 1282700"/>
                <a:gd name="connsiteY0" fmla="*/ 38343 h 38343"/>
                <a:gd name="connsiteX1" fmla="*/ 1282700 w 1282700"/>
                <a:gd name="connsiteY1" fmla="*/ 14048 h 38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2700" h="38343">
                  <a:moveTo>
                    <a:pt x="0" y="38343"/>
                  </a:moveTo>
                  <a:cubicBezTo>
                    <a:pt x="507080" y="-36016"/>
                    <a:pt x="855133" y="22146"/>
                    <a:pt x="1282700" y="14048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B9CC034-DFAA-422F-86E6-37EA18B88B4E}"/>
                </a:ext>
              </a:extLst>
            </p:cNvPr>
            <p:cNvSpPr/>
            <p:nvPr/>
          </p:nvSpPr>
          <p:spPr>
            <a:xfrm>
              <a:off x="6143763" y="3080455"/>
              <a:ext cx="1282700" cy="306436"/>
            </a:xfrm>
            <a:custGeom>
              <a:avLst/>
              <a:gdLst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2" fmla="*/ 1282700 w 1282700"/>
                <a:gd name="connsiteY2" fmla="*/ 0 h 50800"/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0" fmla="*/ 0 w 1971813"/>
                <a:gd name="connsiteY0" fmla="*/ 0 h 41965"/>
                <a:gd name="connsiteX1" fmla="*/ 1971813 w 1971813"/>
                <a:gd name="connsiteY1" fmla="*/ 41965 h 41965"/>
                <a:gd name="connsiteX0" fmla="*/ 0 w 2501900"/>
                <a:gd name="connsiteY0" fmla="*/ 11043 h 11043"/>
                <a:gd name="connsiteX1" fmla="*/ 2501900 w 2501900"/>
                <a:gd name="connsiteY1" fmla="*/ 0 h 11043"/>
                <a:gd name="connsiteX0" fmla="*/ 0 w 2501900"/>
                <a:gd name="connsiteY0" fmla="*/ 56776 h 56776"/>
                <a:gd name="connsiteX1" fmla="*/ 2501900 w 2501900"/>
                <a:gd name="connsiteY1" fmla="*/ 45733 h 5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01900" h="56776">
                  <a:moveTo>
                    <a:pt x="0" y="56776"/>
                  </a:moveTo>
                  <a:cubicBezTo>
                    <a:pt x="913480" y="-66175"/>
                    <a:pt x="1667933" y="49414"/>
                    <a:pt x="2501900" y="45733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06F06E4-95A4-4597-9431-A62D936CF656}"/>
                </a:ext>
              </a:extLst>
            </p:cNvPr>
            <p:cNvSpPr/>
            <p:nvPr/>
          </p:nvSpPr>
          <p:spPr>
            <a:xfrm>
              <a:off x="5888434" y="4167224"/>
              <a:ext cx="2227328" cy="184859"/>
            </a:xfrm>
            <a:custGeom>
              <a:avLst/>
              <a:gdLst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2" fmla="*/ 1282700 w 1282700"/>
                <a:gd name="connsiteY2" fmla="*/ 0 h 50800"/>
                <a:gd name="connsiteX0" fmla="*/ 0 w 2184400"/>
                <a:gd name="connsiteY0" fmla="*/ 76200 h 76200"/>
                <a:gd name="connsiteX1" fmla="*/ 2184400 w 2184400"/>
                <a:gd name="connsiteY1" fmla="*/ 0 h 76200"/>
                <a:gd name="connsiteX2" fmla="*/ 2184400 w 2184400"/>
                <a:gd name="connsiteY2" fmla="*/ 0 h 76200"/>
                <a:gd name="connsiteX0" fmla="*/ 0 w 3632200"/>
                <a:gd name="connsiteY0" fmla="*/ 76200 h 88900"/>
                <a:gd name="connsiteX1" fmla="*/ 2184400 w 3632200"/>
                <a:gd name="connsiteY1" fmla="*/ 0 h 88900"/>
                <a:gd name="connsiteX2" fmla="*/ 3632200 w 3632200"/>
                <a:gd name="connsiteY2" fmla="*/ 88900 h 88900"/>
                <a:gd name="connsiteX0" fmla="*/ 0 w 3632200"/>
                <a:gd name="connsiteY0" fmla="*/ 0 h 12700"/>
                <a:gd name="connsiteX1" fmla="*/ 3632200 w 3632200"/>
                <a:gd name="connsiteY1" fmla="*/ 12700 h 12700"/>
                <a:gd name="connsiteX0" fmla="*/ 0 w 3632200"/>
                <a:gd name="connsiteY0" fmla="*/ 35425 h 48125"/>
                <a:gd name="connsiteX1" fmla="*/ 3632200 w 3632200"/>
                <a:gd name="connsiteY1" fmla="*/ 48125 h 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32200" h="48125">
                  <a:moveTo>
                    <a:pt x="0" y="35425"/>
                  </a:moveTo>
                  <a:cubicBezTo>
                    <a:pt x="1388533" y="-49242"/>
                    <a:pt x="2421467" y="43892"/>
                    <a:pt x="3632200" y="48125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97FA28-E6A9-41C3-8FBE-02C68B143400}"/>
                </a:ext>
              </a:extLst>
            </p:cNvPr>
            <p:cNvSpPr/>
            <p:nvPr/>
          </p:nvSpPr>
          <p:spPr>
            <a:xfrm flipV="1">
              <a:off x="5888434" y="5331945"/>
              <a:ext cx="2741122" cy="156336"/>
            </a:xfrm>
            <a:custGeom>
              <a:avLst/>
              <a:gdLst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2" fmla="*/ 1282700 w 1282700"/>
                <a:gd name="connsiteY2" fmla="*/ 0 h 50800"/>
                <a:gd name="connsiteX0" fmla="*/ 0 w 2184400"/>
                <a:gd name="connsiteY0" fmla="*/ 76200 h 76200"/>
                <a:gd name="connsiteX1" fmla="*/ 2184400 w 2184400"/>
                <a:gd name="connsiteY1" fmla="*/ 0 h 76200"/>
                <a:gd name="connsiteX2" fmla="*/ 2184400 w 2184400"/>
                <a:gd name="connsiteY2" fmla="*/ 0 h 76200"/>
                <a:gd name="connsiteX0" fmla="*/ 0 w 3632200"/>
                <a:gd name="connsiteY0" fmla="*/ 76200 h 88900"/>
                <a:gd name="connsiteX1" fmla="*/ 2184400 w 3632200"/>
                <a:gd name="connsiteY1" fmla="*/ 0 h 88900"/>
                <a:gd name="connsiteX2" fmla="*/ 3632200 w 3632200"/>
                <a:gd name="connsiteY2" fmla="*/ 88900 h 88900"/>
                <a:gd name="connsiteX0" fmla="*/ 0 w 3632200"/>
                <a:gd name="connsiteY0" fmla="*/ 0 h 12700"/>
                <a:gd name="connsiteX1" fmla="*/ 3632200 w 3632200"/>
                <a:gd name="connsiteY1" fmla="*/ 12700 h 12700"/>
                <a:gd name="connsiteX0" fmla="*/ 0 w 3632200"/>
                <a:gd name="connsiteY0" fmla="*/ 35425 h 48125"/>
                <a:gd name="connsiteX1" fmla="*/ 3632200 w 3632200"/>
                <a:gd name="connsiteY1" fmla="*/ 48125 h 48125"/>
                <a:gd name="connsiteX0" fmla="*/ 0 w 4387574"/>
                <a:gd name="connsiteY0" fmla="*/ 28152 h 80608"/>
                <a:gd name="connsiteX1" fmla="*/ 4387574 w 4387574"/>
                <a:gd name="connsiteY1" fmla="*/ 80608 h 80608"/>
                <a:gd name="connsiteX0" fmla="*/ 0 w 5023678"/>
                <a:gd name="connsiteY0" fmla="*/ 28152 h 80608"/>
                <a:gd name="connsiteX1" fmla="*/ 5023678 w 5023678"/>
                <a:gd name="connsiteY1" fmla="*/ 80608 h 80608"/>
                <a:gd name="connsiteX0" fmla="*/ 0 w 5010425"/>
                <a:gd name="connsiteY0" fmla="*/ 32625 h 58577"/>
                <a:gd name="connsiteX1" fmla="*/ 5010425 w 5010425"/>
                <a:gd name="connsiteY1" fmla="*/ 58577 h 58577"/>
                <a:gd name="connsiteX0" fmla="*/ 0 w 5010425"/>
                <a:gd name="connsiteY0" fmla="*/ 44237 h 70189"/>
                <a:gd name="connsiteX1" fmla="*/ 5010425 w 5010425"/>
                <a:gd name="connsiteY1" fmla="*/ 70189 h 70189"/>
                <a:gd name="connsiteX0" fmla="*/ 0 w 5010425"/>
                <a:gd name="connsiteY0" fmla="*/ 15487 h 41439"/>
                <a:gd name="connsiteX1" fmla="*/ 5010425 w 5010425"/>
                <a:gd name="connsiteY1" fmla="*/ 41439 h 41439"/>
                <a:gd name="connsiteX0" fmla="*/ 0 w 5010425"/>
                <a:gd name="connsiteY0" fmla="*/ 35395 h 61347"/>
                <a:gd name="connsiteX1" fmla="*/ 5010425 w 5010425"/>
                <a:gd name="connsiteY1" fmla="*/ 61347 h 6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10425" h="61347">
                  <a:moveTo>
                    <a:pt x="0" y="35395"/>
                  </a:moveTo>
                  <a:cubicBezTo>
                    <a:pt x="1441542" y="-9515"/>
                    <a:pt x="3799692" y="-22399"/>
                    <a:pt x="5010425" y="61347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AC99269-53F1-4577-B280-13E8EF1B3A3F}"/>
                </a:ext>
              </a:extLst>
            </p:cNvPr>
            <p:cNvSpPr/>
            <p:nvPr/>
          </p:nvSpPr>
          <p:spPr>
            <a:xfrm flipV="1">
              <a:off x="5293349" y="3080455"/>
              <a:ext cx="270414" cy="45719"/>
            </a:xfrm>
            <a:custGeom>
              <a:avLst/>
              <a:gdLst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2" fmla="*/ 1282700 w 1282700"/>
                <a:gd name="connsiteY2" fmla="*/ 0 h 50800"/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0" fmla="*/ 0 w 1282700"/>
                <a:gd name="connsiteY0" fmla="*/ 24295 h 24295"/>
                <a:gd name="connsiteX1" fmla="*/ 1282700 w 1282700"/>
                <a:gd name="connsiteY1" fmla="*/ 0 h 24295"/>
                <a:gd name="connsiteX0" fmla="*/ 0 w 1282700"/>
                <a:gd name="connsiteY0" fmla="*/ 38343 h 38343"/>
                <a:gd name="connsiteX1" fmla="*/ 1282700 w 1282700"/>
                <a:gd name="connsiteY1" fmla="*/ 14048 h 38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2700" h="38343">
                  <a:moveTo>
                    <a:pt x="0" y="38343"/>
                  </a:moveTo>
                  <a:cubicBezTo>
                    <a:pt x="507080" y="-36016"/>
                    <a:pt x="855133" y="22146"/>
                    <a:pt x="1282700" y="14048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7FE72DC-14F1-4302-855C-6D62BA8ADB33}"/>
                </a:ext>
              </a:extLst>
            </p:cNvPr>
            <p:cNvSpPr/>
            <p:nvPr/>
          </p:nvSpPr>
          <p:spPr>
            <a:xfrm flipV="1">
              <a:off x="4717287" y="3846739"/>
              <a:ext cx="607093" cy="281576"/>
            </a:xfrm>
            <a:custGeom>
              <a:avLst/>
              <a:gdLst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2" fmla="*/ 1282700 w 1282700"/>
                <a:gd name="connsiteY2" fmla="*/ 0 h 50800"/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0" fmla="*/ 0 w 1282700"/>
                <a:gd name="connsiteY0" fmla="*/ 24295 h 24295"/>
                <a:gd name="connsiteX1" fmla="*/ 1282700 w 1282700"/>
                <a:gd name="connsiteY1" fmla="*/ 0 h 24295"/>
                <a:gd name="connsiteX0" fmla="*/ 0 w 1282700"/>
                <a:gd name="connsiteY0" fmla="*/ 38343 h 38343"/>
                <a:gd name="connsiteX1" fmla="*/ 1282700 w 1282700"/>
                <a:gd name="connsiteY1" fmla="*/ 14048 h 38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2700" h="38343">
                  <a:moveTo>
                    <a:pt x="0" y="38343"/>
                  </a:moveTo>
                  <a:cubicBezTo>
                    <a:pt x="507080" y="-36016"/>
                    <a:pt x="855133" y="22146"/>
                    <a:pt x="1282700" y="14048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10566ED-7C62-4958-AB32-4C5FAF1C1CF2}"/>
                </a:ext>
              </a:extLst>
            </p:cNvPr>
            <p:cNvSpPr/>
            <p:nvPr/>
          </p:nvSpPr>
          <p:spPr>
            <a:xfrm flipV="1">
              <a:off x="4166123" y="5167796"/>
              <a:ext cx="765649" cy="297644"/>
            </a:xfrm>
            <a:custGeom>
              <a:avLst/>
              <a:gdLst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2" fmla="*/ 1282700 w 1282700"/>
                <a:gd name="connsiteY2" fmla="*/ 0 h 50800"/>
                <a:gd name="connsiteX0" fmla="*/ 0 w 1282700"/>
                <a:gd name="connsiteY0" fmla="*/ 50800 h 50800"/>
                <a:gd name="connsiteX1" fmla="*/ 1282700 w 1282700"/>
                <a:gd name="connsiteY1" fmla="*/ 0 h 50800"/>
                <a:gd name="connsiteX0" fmla="*/ 0 w 1282700"/>
                <a:gd name="connsiteY0" fmla="*/ 24295 h 24295"/>
                <a:gd name="connsiteX1" fmla="*/ 1282700 w 1282700"/>
                <a:gd name="connsiteY1" fmla="*/ 0 h 24295"/>
                <a:gd name="connsiteX0" fmla="*/ 0 w 1282700"/>
                <a:gd name="connsiteY0" fmla="*/ 38343 h 38343"/>
                <a:gd name="connsiteX1" fmla="*/ 1282700 w 1282700"/>
                <a:gd name="connsiteY1" fmla="*/ 14048 h 38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2700" h="38343">
                  <a:moveTo>
                    <a:pt x="0" y="38343"/>
                  </a:moveTo>
                  <a:cubicBezTo>
                    <a:pt x="507080" y="-36016"/>
                    <a:pt x="855133" y="22146"/>
                    <a:pt x="1282700" y="14048"/>
                  </a:cubicBezTo>
                </a:path>
              </a:pathLst>
            </a:cu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07C2804-2422-4894-91A1-BBB1F2CD7D63}"/>
              </a:ext>
            </a:extLst>
          </p:cNvPr>
          <p:cNvGrpSpPr/>
          <p:nvPr/>
        </p:nvGrpSpPr>
        <p:grpSpPr>
          <a:xfrm flipH="1">
            <a:off x="1676235" y="2875465"/>
            <a:ext cx="2804949" cy="3236954"/>
            <a:chOff x="4525592" y="3357812"/>
            <a:chExt cx="2103494" cy="2427464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A1FC474-81BC-4A6B-874D-578938F5DC30}"/>
                </a:ext>
              </a:extLst>
            </p:cNvPr>
            <p:cNvGrpSpPr/>
            <p:nvPr/>
          </p:nvGrpSpPr>
          <p:grpSpPr>
            <a:xfrm>
              <a:off x="5815631" y="4887906"/>
              <a:ext cx="290183" cy="887845"/>
              <a:chOff x="5196400" y="4897431"/>
              <a:chExt cx="290183" cy="887845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094CC2A7-3A5C-4356-B334-8BF7F7C2D175}"/>
                  </a:ext>
                </a:extLst>
              </p:cNvPr>
              <p:cNvSpPr/>
              <p:nvPr/>
            </p:nvSpPr>
            <p:spPr>
              <a:xfrm>
                <a:off x="5312569" y="4897431"/>
                <a:ext cx="140890" cy="725529"/>
              </a:xfrm>
              <a:prstGeom prst="rect">
                <a:avLst/>
              </a:prstGeom>
              <a:solidFill>
                <a:srgbClr val="CE8B3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13">
                <a:extLst>
                  <a:ext uri="{FF2B5EF4-FFF2-40B4-BE49-F238E27FC236}">
                    <a16:creationId xmlns:a16="http://schemas.microsoft.com/office/drawing/2014/main" id="{716A9C83-BC1F-43B1-999E-C21F49C98FDC}"/>
                  </a:ext>
                </a:extLst>
              </p:cNvPr>
              <p:cNvSpPr/>
              <p:nvPr/>
            </p:nvSpPr>
            <p:spPr>
              <a:xfrm>
                <a:off x="5196400" y="5547632"/>
                <a:ext cx="290183" cy="237644"/>
              </a:xfrm>
              <a:custGeom>
                <a:avLst/>
                <a:gdLst>
                  <a:gd name="connsiteX0" fmla="*/ 0 w 278275"/>
                  <a:gd name="connsiteY0" fmla="*/ 0 h 140493"/>
                  <a:gd name="connsiteX1" fmla="*/ 278275 w 278275"/>
                  <a:gd name="connsiteY1" fmla="*/ 0 h 140493"/>
                  <a:gd name="connsiteX2" fmla="*/ 278275 w 278275"/>
                  <a:gd name="connsiteY2" fmla="*/ 140493 h 140493"/>
                  <a:gd name="connsiteX3" fmla="*/ 0 w 278275"/>
                  <a:gd name="connsiteY3" fmla="*/ 140493 h 140493"/>
                  <a:gd name="connsiteX4" fmla="*/ 0 w 278275"/>
                  <a:gd name="connsiteY4" fmla="*/ 0 h 140493"/>
                  <a:gd name="connsiteX0" fmla="*/ 88106 w 278275"/>
                  <a:gd name="connsiteY0" fmla="*/ 0 h 242887"/>
                  <a:gd name="connsiteX1" fmla="*/ 278275 w 278275"/>
                  <a:gd name="connsiteY1" fmla="*/ 102394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88106 w 278275"/>
                  <a:gd name="connsiteY0" fmla="*/ 0 h 242887"/>
                  <a:gd name="connsiteX1" fmla="*/ 218744 w 278275"/>
                  <a:gd name="connsiteY1" fmla="*/ 35719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88106 w 278275"/>
                  <a:gd name="connsiteY0" fmla="*/ 0 h 242887"/>
                  <a:gd name="connsiteX1" fmla="*/ 218744 w 278275"/>
                  <a:gd name="connsiteY1" fmla="*/ 35719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123825 w 313994"/>
                  <a:gd name="connsiteY0" fmla="*/ 0 h 242887"/>
                  <a:gd name="connsiteX1" fmla="*/ 254463 w 313994"/>
                  <a:gd name="connsiteY1" fmla="*/ 35719 h 242887"/>
                  <a:gd name="connsiteX2" fmla="*/ 313994 w 313994"/>
                  <a:gd name="connsiteY2" fmla="*/ 242887 h 242887"/>
                  <a:gd name="connsiteX3" fmla="*/ 0 w 313994"/>
                  <a:gd name="connsiteY3" fmla="*/ 171449 h 242887"/>
                  <a:gd name="connsiteX4" fmla="*/ 123825 w 313994"/>
                  <a:gd name="connsiteY4" fmla="*/ 0 h 242887"/>
                  <a:gd name="connsiteX0" fmla="*/ 123825 w 280657"/>
                  <a:gd name="connsiteY0" fmla="*/ 0 h 204787"/>
                  <a:gd name="connsiteX1" fmla="*/ 254463 w 280657"/>
                  <a:gd name="connsiteY1" fmla="*/ 35719 h 204787"/>
                  <a:gd name="connsiteX2" fmla="*/ 280657 w 280657"/>
                  <a:gd name="connsiteY2" fmla="*/ 204787 h 204787"/>
                  <a:gd name="connsiteX3" fmla="*/ 0 w 280657"/>
                  <a:gd name="connsiteY3" fmla="*/ 171449 h 204787"/>
                  <a:gd name="connsiteX4" fmla="*/ 123825 w 280657"/>
                  <a:gd name="connsiteY4" fmla="*/ 0 h 204787"/>
                  <a:gd name="connsiteX0" fmla="*/ 123825 w 280657"/>
                  <a:gd name="connsiteY0" fmla="*/ 0 h 244206"/>
                  <a:gd name="connsiteX1" fmla="*/ 254463 w 280657"/>
                  <a:gd name="connsiteY1" fmla="*/ 35719 h 244206"/>
                  <a:gd name="connsiteX2" fmla="*/ 280657 w 280657"/>
                  <a:gd name="connsiteY2" fmla="*/ 204787 h 244206"/>
                  <a:gd name="connsiteX3" fmla="*/ 0 w 280657"/>
                  <a:gd name="connsiteY3" fmla="*/ 171449 h 244206"/>
                  <a:gd name="connsiteX4" fmla="*/ 123825 w 280657"/>
                  <a:gd name="connsiteY4" fmla="*/ 0 h 244206"/>
                  <a:gd name="connsiteX0" fmla="*/ 123825 w 280657"/>
                  <a:gd name="connsiteY0" fmla="*/ 0 h 265268"/>
                  <a:gd name="connsiteX1" fmla="*/ 254463 w 280657"/>
                  <a:gd name="connsiteY1" fmla="*/ 35719 h 265268"/>
                  <a:gd name="connsiteX2" fmla="*/ 280657 w 280657"/>
                  <a:gd name="connsiteY2" fmla="*/ 204787 h 265268"/>
                  <a:gd name="connsiteX3" fmla="*/ 0 w 280657"/>
                  <a:gd name="connsiteY3" fmla="*/ 171449 h 265268"/>
                  <a:gd name="connsiteX4" fmla="*/ 123825 w 280657"/>
                  <a:gd name="connsiteY4" fmla="*/ 0 h 265268"/>
                  <a:gd name="connsiteX0" fmla="*/ 123825 w 280657"/>
                  <a:gd name="connsiteY0" fmla="*/ 0 h 268047"/>
                  <a:gd name="connsiteX1" fmla="*/ 254463 w 280657"/>
                  <a:gd name="connsiteY1" fmla="*/ 35719 h 268047"/>
                  <a:gd name="connsiteX2" fmla="*/ 280657 w 280657"/>
                  <a:gd name="connsiteY2" fmla="*/ 204787 h 268047"/>
                  <a:gd name="connsiteX3" fmla="*/ 0 w 280657"/>
                  <a:gd name="connsiteY3" fmla="*/ 178593 h 268047"/>
                  <a:gd name="connsiteX4" fmla="*/ 123825 w 280657"/>
                  <a:gd name="connsiteY4" fmla="*/ 0 h 268047"/>
                  <a:gd name="connsiteX0" fmla="*/ 123825 w 280657"/>
                  <a:gd name="connsiteY0" fmla="*/ 0 h 260833"/>
                  <a:gd name="connsiteX1" fmla="*/ 254463 w 280657"/>
                  <a:gd name="connsiteY1" fmla="*/ 35719 h 260833"/>
                  <a:gd name="connsiteX2" fmla="*/ 280657 w 280657"/>
                  <a:gd name="connsiteY2" fmla="*/ 204787 h 260833"/>
                  <a:gd name="connsiteX3" fmla="*/ 0 w 280657"/>
                  <a:gd name="connsiteY3" fmla="*/ 178593 h 260833"/>
                  <a:gd name="connsiteX4" fmla="*/ 123825 w 280657"/>
                  <a:gd name="connsiteY4" fmla="*/ 0 h 260833"/>
                  <a:gd name="connsiteX0" fmla="*/ 123825 w 280657"/>
                  <a:gd name="connsiteY0" fmla="*/ 0 h 237644"/>
                  <a:gd name="connsiteX1" fmla="*/ 254463 w 280657"/>
                  <a:gd name="connsiteY1" fmla="*/ 35719 h 237644"/>
                  <a:gd name="connsiteX2" fmla="*/ 280657 w 280657"/>
                  <a:gd name="connsiteY2" fmla="*/ 204787 h 237644"/>
                  <a:gd name="connsiteX3" fmla="*/ 0 w 280657"/>
                  <a:gd name="connsiteY3" fmla="*/ 178593 h 237644"/>
                  <a:gd name="connsiteX4" fmla="*/ 123825 w 280657"/>
                  <a:gd name="connsiteY4" fmla="*/ 0 h 237644"/>
                  <a:gd name="connsiteX0" fmla="*/ 123825 w 282807"/>
                  <a:gd name="connsiteY0" fmla="*/ 0 h 237644"/>
                  <a:gd name="connsiteX1" fmla="*/ 254463 w 282807"/>
                  <a:gd name="connsiteY1" fmla="*/ 35719 h 237644"/>
                  <a:gd name="connsiteX2" fmla="*/ 280657 w 282807"/>
                  <a:gd name="connsiteY2" fmla="*/ 204787 h 237644"/>
                  <a:gd name="connsiteX3" fmla="*/ 0 w 282807"/>
                  <a:gd name="connsiteY3" fmla="*/ 178593 h 237644"/>
                  <a:gd name="connsiteX4" fmla="*/ 123825 w 282807"/>
                  <a:gd name="connsiteY4" fmla="*/ 0 h 237644"/>
                  <a:gd name="connsiteX0" fmla="*/ 123825 w 290183"/>
                  <a:gd name="connsiteY0" fmla="*/ 0 h 237644"/>
                  <a:gd name="connsiteX1" fmla="*/ 254463 w 290183"/>
                  <a:gd name="connsiteY1" fmla="*/ 35719 h 237644"/>
                  <a:gd name="connsiteX2" fmla="*/ 280657 w 290183"/>
                  <a:gd name="connsiteY2" fmla="*/ 204787 h 237644"/>
                  <a:gd name="connsiteX3" fmla="*/ 0 w 290183"/>
                  <a:gd name="connsiteY3" fmla="*/ 178593 h 237644"/>
                  <a:gd name="connsiteX4" fmla="*/ 123825 w 290183"/>
                  <a:gd name="connsiteY4" fmla="*/ 0 h 237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183" h="237644">
                    <a:moveTo>
                      <a:pt x="123825" y="0"/>
                    </a:moveTo>
                    <a:cubicBezTo>
                      <a:pt x="167371" y="11906"/>
                      <a:pt x="177580" y="47625"/>
                      <a:pt x="254463" y="35719"/>
                    </a:cubicBezTo>
                    <a:cubicBezTo>
                      <a:pt x="303675" y="134937"/>
                      <a:pt x="290976" y="167481"/>
                      <a:pt x="280657" y="204787"/>
                    </a:cubicBezTo>
                    <a:cubicBezTo>
                      <a:pt x="139481" y="250824"/>
                      <a:pt x="86409" y="253999"/>
                      <a:pt x="0" y="178593"/>
                    </a:cubicBezTo>
                    <a:lnTo>
                      <a:pt x="123825" y="0"/>
                    </a:lnTo>
                    <a:close/>
                  </a:path>
                </a:pathLst>
              </a:custGeom>
              <a:solidFill>
                <a:srgbClr val="B172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FA19F00-A31D-4354-877C-D872F4ED51BC}"/>
                </a:ext>
              </a:extLst>
            </p:cNvPr>
            <p:cNvGrpSpPr/>
            <p:nvPr/>
          </p:nvGrpSpPr>
          <p:grpSpPr>
            <a:xfrm>
              <a:off x="5028702" y="4887906"/>
              <a:ext cx="290183" cy="887845"/>
              <a:chOff x="5196400" y="4897431"/>
              <a:chExt cx="290183" cy="887845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9094AE9F-3DCB-4107-8119-3579D19A25F5}"/>
                  </a:ext>
                </a:extLst>
              </p:cNvPr>
              <p:cNvSpPr/>
              <p:nvPr/>
            </p:nvSpPr>
            <p:spPr>
              <a:xfrm>
                <a:off x="5312569" y="4897431"/>
                <a:ext cx="140890" cy="725529"/>
              </a:xfrm>
              <a:prstGeom prst="rect">
                <a:avLst/>
              </a:prstGeom>
              <a:solidFill>
                <a:srgbClr val="CE8B3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13">
                <a:extLst>
                  <a:ext uri="{FF2B5EF4-FFF2-40B4-BE49-F238E27FC236}">
                    <a16:creationId xmlns:a16="http://schemas.microsoft.com/office/drawing/2014/main" id="{A00F3183-E31E-4E44-939A-ECDCBDEC1E8D}"/>
                  </a:ext>
                </a:extLst>
              </p:cNvPr>
              <p:cNvSpPr/>
              <p:nvPr/>
            </p:nvSpPr>
            <p:spPr>
              <a:xfrm>
                <a:off x="5196400" y="5547632"/>
                <a:ext cx="290183" cy="237644"/>
              </a:xfrm>
              <a:custGeom>
                <a:avLst/>
                <a:gdLst>
                  <a:gd name="connsiteX0" fmla="*/ 0 w 278275"/>
                  <a:gd name="connsiteY0" fmla="*/ 0 h 140493"/>
                  <a:gd name="connsiteX1" fmla="*/ 278275 w 278275"/>
                  <a:gd name="connsiteY1" fmla="*/ 0 h 140493"/>
                  <a:gd name="connsiteX2" fmla="*/ 278275 w 278275"/>
                  <a:gd name="connsiteY2" fmla="*/ 140493 h 140493"/>
                  <a:gd name="connsiteX3" fmla="*/ 0 w 278275"/>
                  <a:gd name="connsiteY3" fmla="*/ 140493 h 140493"/>
                  <a:gd name="connsiteX4" fmla="*/ 0 w 278275"/>
                  <a:gd name="connsiteY4" fmla="*/ 0 h 140493"/>
                  <a:gd name="connsiteX0" fmla="*/ 88106 w 278275"/>
                  <a:gd name="connsiteY0" fmla="*/ 0 h 242887"/>
                  <a:gd name="connsiteX1" fmla="*/ 278275 w 278275"/>
                  <a:gd name="connsiteY1" fmla="*/ 102394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88106 w 278275"/>
                  <a:gd name="connsiteY0" fmla="*/ 0 h 242887"/>
                  <a:gd name="connsiteX1" fmla="*/ 218744 w 278275"/>
                  <a:gd name="connsiteY1" fmla="*/ 35719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88106 w 278275"/>
                  <a:gd name="connsiteY0" fmla="*/ 0 h 242887"/>
                  <a:gd name="connsiteX1" fmla="*/ 218744 w 278275"/>
                  <a:gd name="connsiteY1" fmla="*/ 35719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123825 w 313994"/>
                  <a:gd name="connsiteY0" fmla="*/ 0 h 242887"/>
                  <a:gd name="connsiteX1" fmla="*/ 254463 w 313994"/>
                  <a:gd name="connsiteY1" fmla="*/ 35719 h 242887"/>
                  <a:gd name="connsiteX2" fmla="*/ 313994 w 313994"/>
                  <a:gd name="connsiteY2" fmla="*/ 242887 h 242887"/>
                  <a:gd name="connsiteX3" fmla="*/ 0 w 313994"/>
                  <a:gd name="connsiteY3" fmla="*/ 171449 h 242887"/>
                  <a:gd name="connsiteX4" fmla="*/ 123825 w 313994"/>
                  <a:gd name="connsiteY4" fmla="*/ 0 h 242887"/>
                  <a:gd name="connsiteX0" fmla="*/ 123825 w 280657"/>
                  <a:gd name="connsiteY0" fmla="*/ 0 h 204787"/>
                  <a:gd name="connsiteX1" fmla="*/ 254463 w 280657"/>
                  <a:gd name="connsiteY1" fmla="*/ 35719 h 204787"/>
                  <a:gd name="connsiteX2" fmla="*/ 280657 w 280657"/>
                  <a:gd name="connsiteY2" fmla="*/ 204787 h 204787"/>
                  <a:gd name="connsiteX3" fmla="*/ 0 w 280657"/>
                  <a:gd name="connsiteY3" fmla="*/ 171449 h 204787"/>
                  <a:gd name="connsiteX4" fmla="*/ 123825 w 280657"/>
                  <a:gd name="connsiteY4" fmla="*/ 0 h 204787"/>
                  <a:gd name="connsiteX0" fmla="*/ 123825 w 280657"/>
                  <a:gd name="connsiteY0" fmla="*/ 0 h 244206"/>
                  <a:gd name="connsiteX1" fmla="*/ 254463 w 280657"/>
                  <a:gd name="connsiteY1" fmla="*/ 35719 h 244206"/>
                  <a:gd name="connsiteX2" fmla="*/ 280657 w 280657"/>
                  <a:gd name="connsiteY2" fmla="*/ 204787 h 244206"/>
                  <a:gd name="connsiteX3" fmla="*/ 0 w 280657"/>
                  <a:gd name="connsiteY3" fmla="*/ 171449 h 244206"/>
                  <a:gd name="connsiteX4" fmla="*/ 123825 w 280657"/>
                  <a:gd name="connsiteY4" fmla="*/ 0 h 244206"/>
                  <a:gd name="connsiteX0" fmla="*/ 123825 w 280657"/>
                  <a:gd name="connsiteY0" fmla="*/ 0 h 265268"/>
                  <a:gd name="connsiteX1" fmla="*/ 254463 w 280657"/>
                  <a:gd name="connsiteY1" fmla="*/ 35719 h 265268"/>
                  <a:gd name="connsiteX2" fmla="*/ 280657 w 280657"/>
                  <a:gd name="connsiteY2" fmla="*/ 204787 h 265268"/>
                  <a:gd name="connsiteX3" fmla="*/ 0 w 280657"/>
                  <a:gd name="connsiteY3" fmla="*/ 171449 h 265268"/>
                  <a:gd name="connsiteX4" fmla="*/ 123825 w 280657"/>
                  <a:gd name="connsiteY4" fmla="*/ 0 h 265268"/>
                  <a:gd name="connsiteX0" fmla="*/ 123825 w 280657"/>
                  <a:gd name="connsiteY0" fmla="*/ 0 h 268047"/>
                  <a:gd name="connsiteX1" fmla="*/ 254463 w 280657"/>
                  <a:gd name="connsiteY1" fmla="*/ 35719 h 268047"/>
                  <a:gd name="connsiteX2" fmla="*/ 280657 w 280657"/>
                  <a:gd name="connsiteY2" fmla="*/ 204787 h 268047"/>
                  <a:gd name="connsiteX3" fmla="*/ 0 w 280657"/>
                  <a:gd name="connsiteY3" fmla="*/ 178593 h 268047"/>
                  <a:gd name="connsiteX4" fmla="*/ 123825 w 280657"/>
                  <a:gd name="connsiteY4" fmla="*/ 0 h 268047"/>
                  <a:gd name="connsiteX0" fmla="*/ 123825 w 280657"/>
                  <a:gd name="connsiteY0" fmla="*/ 0 h 260833"/>
                  <a:gd name="connsiteX1" fmla="*/ 254463 w 280657"/>
                  <a:gd name="connsiteY1" fmla="*/ 35719 h 260833"/>
                  <a:gd name="connsiteX2" fmla="*/ 280657 w 280657"/>
                  <a:gd name="connsiteY2" fmla="*/ 204787 h 260833"/>
                  <a:gd name="connsiteX3" fmla="*/ 0 w 280657"/>
                  <a:gd name="connsiteY3" fmla="*/ 178593 h 260833"/>
                  <a:gd name="connsiteX4" fmla="*/ 123825 w 280657"/>
                  <a:gd name="connsiteY4" fmla="*/ 0 h 260833"/>
                  <a:gd name="connsiteX0" fmla="*/ 123825 w 280657"/>
                  <a:gd name="connsiteY0" fmla="*/ 0 h 237644"/>
                  <a:gd name="connsiteX1" fmla="*/ 254463 w 280657"/>
                  <a:gd name="connsiteY1" fmla="*/ 35719 h 237644"/>
                  <a:gd name="connsiteX2" fmla="*/ 280657 w 280657"/>
                  <a:gd name="connsiteY2" fmla="*/ 204787 h 237644"/>
                  <a:gd name="connsiteX3" fmla="*/ 0 w 280657"/>
                  <a:gd name="connsiteY3" fmla="*/ 178593 h 237644"/>
                  <a:gd name="connsiteX4" fmla="*/ 123825 w 280657"/>
                  <a:gd name="connsiteY4" fmla="*/ 0 h 237644"/>
                  <a:gd name="connsiteX0" fmla="*/ 123825 w 282807"/>
                  <a:gd name="connsiteY0" fmla="*/ 0 h 237644"/>
                  <a:gd name="connsiteX1" fmla="*/ 254463 w 282807"/>
                  <a:gd name="connsiteY1" fmla="*/ 35719 h 237644"/>
                  <a:gd name="connsiteX2" fmla="*/ 280657 w 282807"/>
                  <a:gd name="connsiteY2" fmla="*/ 204787 h 237644"/>
                  <a:gd name="connsiteX3" fmla="*/ 0 w 282807"/>
                  <a:gd name="connsiteY3" fmla="*/ 178593 h 237644"/>
                  <a:gd name="connsiteX4" fmla="*/ 123825 w 282807"/>
                  <a:gd name="connsiteY4" fmla="*/ 0 h 237644"/>
                  <a:gd name="connsiteX0" fmla="*/ 123825 w 290183"/>
                  <a:gd name="connsiteY0" fmla="*/ 0 h 237644"/>
                  <a:gd name="connsiteX1" fmla="*/ 254463 w 290183"/>
                  <a:gd name="connsiteY1" fmla="*/ 35719 h 237644"/>
                  <a:gd name="connsiteX2" fmla="*/ 280657 w 290183"/>
                  <a:gd name="connsiteY2" fmla="*/ 204787 h 237644"/>
                  <a:gd name="connsiteX3" fmla="*/ 0 w 290183"/>
                  <a:gd name="connsiteY3" fmla="*/ 178593 h 237644"/>
                  <a:gd name="connsiteX4" fmla="*/ 123825 w 290183"/>
                  <a:gd name="connsiteY4" fmla="*/ 0 h 237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183" h="237644">
                    <a:moveTo>
                      <a:pt x="123825" y="0"/>
                    </a:moveTo>
                    <a:cubicBezTo>
                      <a:pt x="167371" y="11906"/>
                      <a:pt x="177580" y="47625"/>
                      <a:pt x="254463" y="35719"/>
                    </a:cubicBezTo>
                    <a:cubicBezTo>
                      <a:pt x="303675" y="134937"/>
                      <a:pt x="290976" y="167481"/>
                      <a:pt x="280657" y="204787"/>
                    </a:cubicBezTo>
                    <a:cubicBezTo>
                      <a:pt x="139481" y="250824"/>
                      <a:pt x="86409" y="253999"/>
                      <a:pt x="0" y="178593"/>
                    </a:cubicBezTo>
                    <a:lnTo>
                      <a:pt x="123825" y="0"/>
                    </a:lnTo>
                    <a:close/>
                  </a:path>
                </a:pathLst>
              </a:custGeom>
              <a:solidFill>
                <a:srgbClr val="B172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7" name="Rectangle 4">
              <a:extLst>
                <a:ext uri="{FF2B5EF4-FFF2-40B4-BE49-F238E27FC236}">
                  <a16:creationId xmlns:a16="http://schemas.microsoft.com/office/drawing/2014/main" id="{65D0EA73-DD8B-4384-B029-CB957BD63EF7}"/>
                </a:ext>
              </a:extLst>
            </p:cNvPr>
            <p:cNvSpPr/>
            <p:nvPr/>
          </p:nvSpPr>
          <p:spPr>
            <a:xfrm>
              <a:off x="4709744" y="3400522"/>
              <a:ext cx="1735190" cy="1673242"/>
            </a:xfrm>
            <a:custGeom>
              <a:avLst/>
              <a:gdLst>
                <a:gd name="connsiteX0" fmla="*/ 0 w 1393372"/>
                <a:gd name="connsiteY0" fmla="*/ 0 h 1233714"/>
                <a:gd name="connsiteX1" fmla="*/ 1393372 w 1393372"/>
                <a:gd name="connsiteY1" fmla="*/ 0 h 1233714"/>
                <a:gd name="connsiteX2" fmla="*/ 1393372 w 1393372"/>
                <a:gd name="connsiteY2" fmla="*/ 1233714 h 1233714"/>
                <a:gd name="connsiteX3" fmla="*/ 0 w 1393372"/>
                <a:gd name="connsiteY3" fmla="*/ 1233714 h 1233714"/>
                <a:gd name="connsiteX4" fmla="*/ 0 w 1393372"/>
                <a:gd name="connsiteY4" fmla="*/ 0 h 1233714"/>
                <a:gd name="connsiteX0" fmla="*/ 0 w 1393372"/>
                <a:gd name="connsiteY0" fmla="*/ 0 h 1233714"/>
                <a:gd name="connsiteX1" fmla="*/ 1393372 w 1393372"/>
                <a:gd name="connsiteY1" fmla="*/ 0 h 1233714"/>
                <a:gd name="connsiteX2" fmla="*/ 1393372 w 1393372"/>
                <a:gd name="connsiteY2" fmla="*/ 865414 h 1233714"/>
                <a:gd name="connsiteX3" fmla="*/ 0 w 1393372"/>
                <a:gd name="connsiteY3" fmla="*/ 1233714 h 1233714"/>
                <a:gd name="connsiteX4" fmla="*/ 0 w 1393372"/>
                <a:gd name="connsiteY4" fmla="*/ 0 h 1233714"/>
                <a:gd name="connsiteX0" fmla="*/ 0 w 1393372"/>
                <a:gd name="connsiteY0" fmla="*/ 0 h 1233714"/>
                <a:gd name="connsiteX1" fmla="*/ 1018722 w 1393372"/>
                <a:gd name="connsiteY1" fmla="*/ 82550 h 1233714"/>
                <a:gd name="connsiteX2" fmla="*/ 1393372 w 1393372"/>
                <a:gd name="connsiteY2" fmla="*/ 865414 h 1233714"/>
                <a:gd name="connsiteX3" fmla="*/ 0 w 1393372"/>
                <a:gd name="connsiteY3" fmla="*/ 1233714 h 1233714"/>
                <a:gd name="connsiteX4" fmla="*/ 0 w 1393372"/>
                <a:gd name="connsiteY4" fmla="*/ 0 h 1233714"/>
                <a:gd name="connsiteX0" fmla="*/ 0 w 1393372"/>
                <a:gd name="connsiteY0" fmla="*/ 0 h 1233714"/>
                <a:gd name="connsiteX1" fmla="*/ 733879 w 1393372"/>
                <a:gd name="connsiteY1" fmla="*/ 507093 h 1233714"/>
                <a:gd name="connsiteX2" fmla="*/ 1018722 w 1393372"/>
                <a:gd name="connsiteY2" fmla="*/ 82550 h 1233714"/>
                <a:gd name="connsiteX3" fmla="*/ 1393372 w 1393372"/>
                <a:gd name="connsiteY3" fmla="*/ 865414 h 1233714"/>
                <a:gd name="connsiteX4" fmla="*/ 0 w 1393372"/>
                <a:gd name="connsiteY4" fmla="*/ 1233714 h 1233714"/>
                <a:gd name="connsiteX5" fmla="*/ 0 w 1393372"/>
                <a:gd name="connsiteY5" fmla="*/ 0 h 1233714"/>
                <a:gd name="connsiteX0" fmla="*/ 0 w 1393372"/>
                <a:gd name="connsiteY0" fmla="*/ 73311 h 1307025"/>
                <a:gd name="connsiteX1" fmla="*/ 479879 w 1393372"/>
                <a:gd name="connsiteY1" fmla="*/ 174004 h 1307025"/>
                <a:gd name="connsiteX2" fmla="*/ 733879 w 1393372"/>
                <a:gd name="connsiteY2" fmla="*/ 580404 h 1307025"/>
                <a:gd name="connsiteX3" fmla="*/ 1018722 w 1393372"/>
                <a:gd name="connsiteY3" fmla="*/ 155861 h 1307025"/>
                <a:gd name="connsiteX4" fmla="*/ 1393372 w 1393372"/>
                <a:gd name="connsiteY4" fmla="*/ 938725 h 1307025"/>
                <a:gd name="connsiteX5" fmla="*/ 0 w 1393372"/>
                <a:gd name="connsiteY5" fmla="*/ 1307025 h 1307025"/>
                <a:gd name="connsiteX6" fmla="*/ 0 w 1393372"/>
                <a:gd name="connsiteY6" fmla="*/ 73311 h 1307025"/>
                <a:gd name="connsiteX0" fmla="*/ 0 w 1602922"/>
                <a:gd name="connsiteY0" fmla="*/ 32896 h 1679360"/>
                <a:gd name="connsiteX1" fmla="*/ 689429 w 1602922"/>
                <a:gd name="connsiteY1" fmla="*/ 546339 h 1679360"/>
                <a:gd name="connsiteX2" fmla="*/ 943429 w 1602922"/>
                <a:gd name="connsiteY2" fmla="*/ 952739 h 1679360"/>
                <a:gd name="connsiteX3" fmla="*/ 1228272 w 1602922"/>
                <a:gd name="connsiteY3" fmla="*/ 528196 h 1679360"/>
                <a:gd name="connsiteX4" fmla="*/ 1602922 w 1602922"/>
                <a:gd name="connsiteY4" fmla="*/ 1311060 h 1679360"/>
                <a:gd name="connsiteX5" fmla="*/ 209550 w 1602922"/>
                <a:gd name="connsiteY5" fmla="*/ 1679360 h 1679360"/>
                <a:gd name="connsiteX6" fmla="*/ 0 w 1602922"/>
                <a:gd name="connsiteY6" fmla="*/ 32896 h 1679360"/>
                <a:gd name="connsiteX0" fmla="*/ 0 w 1602922"/>
                <a:gd name="connsiteY0" fmla="*/ 30813 h 1677277"/>
                <a:gd name="connsiteX1" fmla="*/ 168729 w 1602922"/>
                <a:gd name="connsiteY1" fmla="*/ 1058607 h 1677277"/>
                <a:gd name="connsiteX2" fmla="*/ 689429 w 1602922"/>
                <a:gd name="connsiteY2" fmla="*/ 544256 h 1677277"/>
                <a:gd name="connsiteX3" fmla="*/ 943429 w 1602922"/>
                <a:gd name="connsiteY3" fmla="*/ 950656 h 1677277"/>
                <a:gd name="connsiteX4" fmla="*/ 1228272 w 1602922"/>
                <a:gd name="connsiteY4" fmla="*/ 526113 h 1677277"/>
                <a:gd name="connsiteX5" fmla="*/ 1602922 w 1602922"/>
                <a:gd name="connsiteY5" fmla="*/ 1308977 h 1677277"/>
                <a:gd name="connsiteX6" fmla="*/ 209550 w 1602922"/>
                <a:gd name="connsiteY6" fmla="*/ 1677277 h 1677277"/>
                <a:gd name="connsiteX7" fmla="*/ 0 w 1602922"/>
                <a:gd name="connsiteY7" fmla="*/ 30813 h 1677277"/>
                <a:gd name="connsiteX0" fmla="*/ 129721 w 1732643"/>
                <a:gd name="connsiteY0" fmla="*/ 30813 h 1677277"/>
                <a:gd name="connsiteX1" fmla="*/ 298450 w 1732643"/>
                <a:gd name="connsiteY1" fmla="*/ 1058607 h 1677277"/>
                <a:gd name="connsiteX2" fmla="*/ 819150 w 1732643"/>
                <a:gd name="connsiteY2" fmla="*/ 544256 h 1677277"/>
                <a:gd name="connsiteX3" fmla="*/ 1073150 w 1732643"/>
                <a:gd name="connsiteY3" fmla="*/ 950656 h 1677277"/>
                <a:gd name="connsiteX4" fmla="*/ 1357993 w 1732643"/>
                <a:gd name="connsiteY4" fmla="*/ 526113 h 1677277"/>
                <a:gd name="connsiteX5" fmla="*/ 1732643 w 1732643"/>
                <a:gd name="connsiteY5" fmla="*/ 1308977 h 1677277"/>
                <a:gd name="connsiteX6" fmla="*/ 339271 w 1732643"/>
                <a:gd name="connsiteY6" fmla="*/ 1677277 h 1677277"/>
                <a:gd name="connsiteX7" fmla="*/ 0 w 1732643"/>
                <a:gd name="connsiteY7" fmla="*/ 836357 h 1677277"/>
                <a:gd name="connsiteX8" fmla="*/ 129721 w 1732643"/>
                <a:gd name="connsiteY8" fmla="*/ 30813 h 1677277"/>
                <a:gd name="connsiteX0" fmla="*/ 129721 w 1732643"/>
                <a:gd name="connsiteY0" fmla="*/ 30813 h 1664577"/>
                <a:gd name="connsiteX1" fmla="*/ 298450 w 1732643"/>
                <a:gd name="connsiteY1" fmla="*/ 1058607 h 1664577"/>
                <a:gd name="connsiteX2" fmla="*/ 819150 w 1732643"/>
                <a:gd name="connsiteY2" fmla="*/ 544256 h 1664577"/>
                <a:gd name="connsiteX3" fmla="*/ 1073150 w 1732643"/>
                <a:gd name="connsiteY3" fmla="*/ 950656 h 1664577"/>
                <a:gd name="connsiteX4" fmla="*/ 1357993 w 1732643"/>
                <a:gd name="connsiteY4" fmla="*/ 526113 h 1664577"/>
                <a:gd name="connsiteX5" fmla="*/ 1732643 w 1732643"/>
                <a:gd name="connsiteY5" fmla="*/ 1308977 h 1664577"/>
                <a:gd name="connsiteX6" fmla="*/ 847271 w 1732643"/>
                <a:gd name="connsiteY6" fmla="*/ 1664577 h 1664577"/>
                <a:gd name="connsiteX7" fmla="*/ 0 w 1732643"/>
                <a:gd name="connsiteY7" fmla="*/ 836357 h 1664577"/>
                <a:gd name="connsiteX8" fmla="*/ 129721 w 1732643"/>
                <a:gd name="connsiteY8" fmla="*/ 30813 h 1664577"/>
                <a:gd name="connsiteX0" fmla="*/ 129721 w 1732643"/>
                <a:gd name="connsiteY0" fmla="*/ 30813 h 1308977"/>
                <a:gd name="connsiteX1" fmla="*/ 298450 w 1732643"/>
                <a:gd name="connsiteY1" fmla="*/ 1058607 h 1308977"/>
                <a:gd name="connsiteX2" fmla="*/ 819150 w 1732643"/>
                <a:gd name="connsiteY2" fmla="*/ 544256 h 1308977"/>
                <a:gd name="connsiteX3" fmla="*/ 1073150 w 1732643"/>
                <a:gd name="connsiteY3" fmla="*/ 950656 h 1308977"/>
                <a:gd name="connsiteX4" fmla="*/ 1357993 w 1732643"/>
                <a:gd name="connsiteY4" fmla="*/ 526113 h 1308977"/>
                <a:gd name="connsiteX5" fmla="*/ 1732643 w 1732643"/>
                <a:gd name="connsiteY5" fmla="*/ 1308977 h 1308977"/>
                <a:gd name="connsiteX6" fmla="*/ 0 w 1732643"/>
                <a:gd name="connsiteY6" fmla="*/ 836357 h 1308977"/>
                <a:gd name="connsiteX7" fmla="*/ 129721 w 1732643"/>
                <a:gd name="connsiteY7" fmla="*/ 30813 h 1308977"/>
                <a:gd name="connsiteX0" fmla="*/ 129721 w 1732643"/>
                <a:gd name="connsiteY0" fmla="*/ 30813 h 1503259"/>
                <a:gd name="connsiteX1" fmla="*/ 298450 w 1732643"/>
                <a:gd name="connsiteY1" fmla="*/ 1058607 h 1503259"/>
                <a:gd name="connsiteX2" fmla="*/ 819150 w 1732643"/>
                <a:gd name="connsiteY2" fmla="*/ 544256 h 1503259"/>
                <a:gd name="connsiteX3" fmla="*/ 1073150 w 1732643"/>
                <a:gd name="connsiteY3" fmla="*/ 950656 h 1503259"/>
                <a:gd name="connsiteX4" fmla="*/ 1357993 w 1732643"/>
                <a:gd name="connsiteY4" fmla="*/ 526113 h 1503259"/>
                <a:gd name="connsiteX5" fmla="*/ 1732643 w 1732643"/>
                <a:gd name="connsiteY5" fmla="*/ 1308977 h 1503259"/>
                <a:gd name="connsiteX6" fmla="*/ 0 w 1732643"/>
                <a:gd name="connsiteY6" fmla="*/ 836357 h 1503259"/>
                <a:gd name="connsiteX7" fmla="*/ 129721 w 1732643"/>
                <a:gd name="connsiteY7" fmla="*/ 30813 h 1503259"/>
                <a:gd name="connsiteX0" fmla="*/ 129721 w 1733265"/>
                <a:gd name="connsiteY0" fmla="*/ 30813 h 1709210"/>
                <a:gd name="connsiteX1" fmla="*/ 298450 w 1733265"/>
                <a:gd name="connsiteY1" fmla="*/ 1058607 h 1709210"/>
                <a:gd name="connsiteX2" fmla="*/ 819150 w 1733265"/>
                <a:gd name="connsiteY2" fmla="*/ 544256 h 1709210"/>
                <a:gd name="connsiteX3" fmla="*/ 1073150 w 1733265"/>
                <a:gd name="connsiteY3" fmla="*/ 950656 h 1709210"/>
                <a:gd name="connsiteX4" fmla="*/ 1357993 w 1733265"/>
                <a:gd name="connsiteY4" fmla="*/ 526113 h 1709210"/>
                <a:gd name="connsiteX5" fmla="*/ 1732643 w 1733265"/>
                <a:gd name="connsiteY5" fmla="*/ 1308977 h 1709210"/>
                <a:gd name="connsiteX6" fmla="*/ 0 w 1733265"/>
                <a:gd name="connsiteY6" fmla="*/ 836357 h 1709210"/>
                <a:gd name="connsiteX7" fmla="*/ 129721 w 1733265"/>
                <a:gd name="connsiteY7" fmla="*/ 30813 h 1709210"/>
                <a:gd name="connsiteX0" fmla="*/ 129721 w 1734550"/>
                <a:gd name="connsiteY0" fmla="*/ 30813 h 1709210"/>
                <a:gd name="connsiteX1" fmla="*/ 298450 w 1734550"/>
                <a:gd name="connsiteY1" fmla="*/ 1058607 h 1709210"/>
                <a:gd name="connsiteX2" fmla="*/ 819150 w 1734550"/>
                <a:gd name="connsiteY2" fmla="*/ 544256 h 1709210"/>
                <a:gd name="connsiteX3" fmla="*/ 1073150 w 1734550"/>
                <a:gd name="connsiteY3" fmla="*/ 950656 h 1709210"/>
                <a:gd name="connsiteX4" fmla="*/ 1357993 w 1734550"/>
                <a:gd name="connsiteY4" fmla="*/ 526113 h 1709210"/>
                <a:gd name="connsiteX5" fmla="*/ 1732643 w 1734550"/>
                <a:gd name="connsiteY5" fmla="*/ 1308977 h 1709210"/>
                <a:gd name="connsiteX6" fmla="*/ 0 w 1734550"/>
                <a:gd name="connsiteY6" fmla="*/ 836357 h 1709210"/>
                <a:gd name="connsiteX7" fmla="*/ 129721 w 1734550"/>
                <a:gd name="connsiteY7" fmla="*/ 30813 h 1709210"/>
                <a:gd name="connsiteX0" fmla="*/ 129721 w 1734277"/>
                <a:gd name="connsiteY0" fmla="*/ 30813 h 1709210"/>
                <a:gd name="connsiteX1" fmla="*/ 298450 w 1734277"/>
                <a:gd name="connsiteY1" fmla="*/ 1058607 h 1709210"/>
                <a:gd name="connsiteX2" fmla="*/ 819150 w 1734277"/>
                <a:gd name="connsiteY2" fmla="*/ 544256 h 1709210"/>
                <a:gd name="connsiteX3" fmla="*/ 1073150 w 1734277"/>
                <a:gd name="connsiteY3" fmla="*/ 950656 h 1709210"/>
                <a:gd name="connsiteX4" fmla="*/ 1357993 w 1734277"/>
                <a:gd name="connsiteY4" fmla="*/ 526113 h 1709210"/>
                <a:gd name="connsiteX5" fmla="*/ 1732643 w 1734277"/>
                <a:gd name="connsiteY5" fmla="*/ 1308977 h 1709210"/>
                <a:gd name="connsiteX6" fmla="*/ 0 w 1734277"/>
                <a:gd name="connsiteY6" fmla="*/ 836357 h 1709210"/>
                <a:gd name="connsiteX7" fmla="*/ 129721 w 1734277"/>
                <a:gd name="connsiteY7" fmla="*/ 30813 h 1709210"/>
                <a:gd name="connsiteX0" fmla="*/ 129721 w 1826447"/>
                <a:gd name="connsiteY0" fmla="*/ 30813 h 1709210"/>
                <a:gd name="connsiteX1" fmla="*/ 298450 w 1826447"/>
                <a:gd name="connsiteY1" fmla="*/ 1058607 h 1709210"/>
                <a:gd name="connsiteX2" fmla="*/ 819150 w 1826447"/>
                <a:gd name="connsiteY2" fmla="*/ 544256 h 1709210"/>
                <a:gd name="connsiteX3" fmla="*/ 1073150 w 1826447"/>
                <a:gd name="connsiteY3" fmla="*/ 950656 h 1709210"/>
                <a:gd name="connsiteX4" fmla="*/ 1357993 w 1826447"/>
                <a:gd name="connsiteY4" fmla="*/ 526113 h 1709210"/>
                <a:gd name="connsiteX5" fmla="*/ 1562101 w 1826447"/>
                <a:gd name="connsiteY5" fmla="*/ 798256 h 1709210"/>
                <a:gd name="connsiteX6" fmla="*/ 1732643 w 1826447"/>
                <a:gd name="connsiteY6" fmla="*/ 1308977 h 1709210"/>
                <a:gd name="connsiteX7" fmla="*/ 0 w 1826447"/>
                <a:gd name="connsiteY7" fmla="*/ 836357 h 1709210"/>
                <a:gd name="connsiteX8" fmla="*/ 129721 w 1826447"/>
                <a:gd name="connsiteY8" fmla="*/ 30813 h 1709210"/>
                <a:gd name="connsiteX0" fmla="*/ 129721 w 1733265"/>
                <a:gd name="connsiteY0" fmla="*/ 30813 h 1709210"/>
                <a:gd name="connsiteX1" fmla="*/ 298450 w 1733265"/>
                <a:gd name="connsiteY1" fmla="*/ 1058607 h 1709210"/>
                <a:gd name="connsiteX2" fmla="*/ 819150 w 1733265"/>
                <a:gd name="connsiteY2" fmla="*/ 544256 h 1709210"/>
                <a:gd name="connsiteX3" fmla="*/ 1073150 w 1733265"/>
                <a:gd name="connsiteY3" fmla="*/ 950656 h 1709210"/>
                <a:gd name="connsiteX4" fmla="*/ 1357993 w 1733265"/>
                <a:gd name="connsiteY4" fmla="*/ 526113 h 1709210"/>
                <a:gd name="connsiteX5" fmla="*/ 1562101 w 1733265"/>
                <a:gd name="connsiteY5" fmla="*/ 798256 h 1709210"/>
                <a:gd name="connsiteX6" fmla="*/ 1732643 w 1733265"/>
                <a:gd name="connsiteY6" fmla="*/ 1308977 h 1709210"/>
                <a:gd name="connsiteX7" fmla="*/ 0 w 1733265"/>
                <a:gd name="connsiteY7" fmla="*/ 836357 h 1709210"/>
                <a:gd name="connsiteX8" fmla="*/ 129721 w 1733265"/>
                <a:gd name="connsiteY8" fmla="*/ 30813 h 1709210"/>
                <a:gd name="connsiteX0" fmla="*/ 129721 w 1733265"/>
                <a:gd name="connsiteY0" fmla="*/ 30813 h 1709210"/>
                <a:gd name="connsiteX1" fmla="*/ 298450 w 1733265"/>
                <a:gd name="connsiteY1" fmla="*/ 1058607 h 1709210"/>
                <a:gd name="connsiteX2" fmla="*/ 819150 w 1733265"/>
                <a:gd name="connsiteY2" fmla="*/ 544256 h 1709210"/>
                <a:gd name="connsiteX3" fmla="*/ 1073150 w 1733265"/>
                <a:gd name="connsiteY3" fmla="*/ 950656 h 1709210"/>
                <a:gd name="connsiteX4" fmla="*/ 1357993 w 1733265"/>
                <a:gd name="connsiteY4" fmla="*/ 526113 h 1709210"/>
                <a:gd name="connsiteX5" fmla="*/ 1562101 w 1733265"/>
                <a:gd name="connsiteY5" fmla="*/ 798256 h 1709210"/>
                <a:gd name="connsiteX6" fmla="*/ 1732643 w 1733265"/>
                <a:gd name="connsiteY6" fmla="*/ 1308977 h 1709210"/>
                <a:gd name="connsiteX7" fmla="*/ 0 w 1733265"/>
                <a:gd name="connsiteY7" fmla="*/ 836357 h 1709210"/>
                <a:gd name="connsiteX8" fmla="*/ 129721 w 1733265"/>
                <a:gd name="connsiteY8" fmla="*/ 30813 h 1709210"/>
                <a:gd name="connsiteX0" fmla="*/ 129721 w 1733265"/>
                <a:gd name="connsiteY0" fmla="*/ 30813 h 1709210"/>
                <a:gd name="connsiteX1" fmla="*/ 298450 w 1733265"/>
                <a:gd name="connsiteY1" fmla="*/ 1058607 h 1709210"/>
                <a:gd name="connsiteX2" fmla="*/ 819150 w 1733265"/>
                <a:gd name="connsiteY2" fmla="*/ 544256 h 1709210"/>
                <a:gd name="connsiteX3" fmla="*/ 1073150 w 1733265"/>
                <a:gd name="connsiteY3" fmla="*/ 950656 h 1709210"/>
                <a:gd name="connsiteX4" fmla="*/ 1357993 w 1733265"/>
                <a:gd name="connsiteY4" fmla="*/ 526113 h 1709210"/>
                <a:gd name="connsiteX5" fmla="*/ 1562101 w 1733265"/>
                <a:gd name="connsiteY5" fmla="*/ 798256 h 1709210"/>
                <a:gd name="connsiteX6" fmla="*/ 1732643 w 1733265"/>
                <a:gd name="connsiteY6" fmla="*/ 1308977 h 1709210"/>
                <a:gd name="connsiteX7" fmla="*/ 0 w 1733265"/>
                <a:gd name="connsiteY7" fmla="*/ 836357 h 1709210"/>
                <a:gd name="connsiteX8" fmla="*/ 129721 w 1733265"/>
                <a:gd name="connsiteY8" fmla="*/ 30813 h 1709210"/>
                <a:gd name="connsiteX0" fmla="*/ 129721 w 1733265"/>
                <a:gd name="connsiteY0" fmla="*/ 30813 h 1709210"/>
                <a:gd name="connsiteX1" fmla="*/ 298450 w 1733265"/>
                <a:gd name="connsiteY1" fmla="*/ 1058607 h 1709210"/>
                <a:gd name="connsiteX2" fmla="*/ 819150 w 1733265"/>
                <a:gd name="connsiteY2" fmla="*/ 544256 h 1709210"/>
                <a:gd name="connsiteX3" fmla="*/ 1073150 w 1733265"/>
                <a:gd name="connsiteY3" fmla="*/ 950656 h 1709210"/>
                <a:gd name="connsiteX4" fmla="*/ 1357993 w 1733265"/>
                <a:gd name="connsiteY4" fmla="*/ 526113 h 1709210"/>
                <a:gd name="connsiteX5" fmla="*/ 1562101 w 1733265"/>
                <a:gd name="connsiteY5" fmla="*/ 798256 h 1709210"/>
                <a:gd name="connsiteX6" fmla="*/ 1732643 w 1733265"/>
                <a:gd name="connsiteY6" fmla="*/ 1308977 h 1709210"/>
                <a:gd name="connsiteX7" fmla="*/ 0 w 1733265"/>
                <a:gd name="connsiteY7" fmla="*/ 836357 h 1709210"/>
                <a:gd name="connsiteX8" fmla="*/ 129721 w 1733265"/>
                <a:gd name="connsiteY8" fmla="*/ 30813 h 1709210"/>
                <a:gd name="connsiteX0" fmla="*/ 129721 w 1733265"/>
                <a:gd name="connsiteY0" fmla="*/ 30813 h 1709210"/>
                <a:gd name="connsiteX1" fmla="*/ 298450 w 1733265"/>
                <a:gd name="connsiteY1" fmla="*/ 1058607 h 1709210"/>
                <a:gd name="connsiteX2" fmla="*/ 819150 w 1733265"/>
                <a:gd name="connsiteY2" fmla="*/ 544256 h 1709210"/>
                <a:gd name="connsiteX3" fmla="*/ 1073150 w 1733265"/>
                <a:gd name="connsiteY3" fmla="*/ 950656 h 1709210"/>
                <a:gd name="connsiteX4" fmla="*/ 1357993 w 1733265"/>
                <a:gd name="connsiteY4" fmla="*/ 526113 h 1709210"/>
                <a:gd name="connsiteX5" fmla="*/ 1562101 w 1733265"/>
                <a:gd name="connsiteY5" fmla="*/ 798256 h 1709210"/>
                <a:gd name="connsiteX6" fmla="*/ 1732643 w 1733265"/>
                <a:gd name="connsiteY6" fmla="*/ 1308977 h 1709210"/>
                <a:gd name="connsiteX7" fmla="*/ 0 w 1733265"/>
                <a:gd name="connsiteY7" fmla="*/ 836357 h 1709210"/>
                <a:gd name="connsiteX8" fmla="*/ 129721 w 1733265"/>
                <a:gd name="connsiteY8" fmla="*/ 30813 h 1709210"/>
                <a:gd name="connsiteX0" fmla="*/ 129721 w 1733265"/>
                <a:gd name="connsiteY0" fmla="*/ 30813 h 1709210"/>
                <a:gd name="connsiteX1" fmla="*/ 298450 w 1733265"/>
                <a:gd name="connsiteY1" fmla="*/ 1058607 h 1709210"/>
                <a:gd name="connsiteX2" fmla="*/ 819150 w 1733265"/>
                <a:gd name="connsiteY2" fmla="*/ 544256 h 1709210"/>
                <a:gd name="connsiteX3" fmla="*/ 1073150 w 1733265"/>
                <a:gd name="connsiteY3" fmla="*/ 950656 h 1709210"/>
                <a:gd name="connsiteX4" fmla="*/ 1357993 w 1733265"/>
                <a:gd name="connsiteY4" fmla="*/ 526113 h 1709210"/>
                <a:gd name="connsiteX5" fmla="*/ 1562101 w 1733265"/>
                <a:gd name="connsiteY5" fmla="*/ 798256 h 1709210"/>
                <a:gd name="connsiteX6" fmla="*/ 1732643 w 1733265"/>
                <a:gd name="connsiteY6" fmla="*/ 1308977 h 1709210"/>
                <a:gd name="connsiteX7" fmla="*/ 0 w 1733265"/>
                <a:gd name="connsiteY7" fmla="*/ 836357 h 1709210"/>
                <a:gd name="connsiteX8" fmla="*/ 129721 w 1733265"/>
                <a:gd name="connsiteY8" fmla="*/ 30813 h 1709210"/>
                <a:gd name="connsiteX0" fmla="*/ 129721 w 1733265"/>
                <a:gd name="connsiteY0" fmla="*/ 30813 h 1709210"/>
                <a:gd name="connsiteX1" fmla="*/ 298450 w 1733265"/>
                <a:gd name="connsiteY1" fmla="*/ 1058607 h 1709210"/>
                <a:gd name="connsiteX2" fmla="*/ 819150 w 1733265"/>
                <a:gd name="connsiteY2" fmla="*/ 544256 h 1709210"/>
                <a:gd name="connsiteX3" fmla="*/ 1073150 w 1733265"/>
                <a:gd name="connsiteY3" fmla="*/ 950656 h 1709210"/>
                <a:gd name="connsiteX4" fmla="*/ 1357993 w 1733265"/>
                <a:gd name="connsiteY4" fmla="*/ 526113 h 1709210"/>
                <a:gd name="connsiteX5" fmla="*/ 1562101 w 1733265"/>
                <a:gd name="connsiteY5" fmla="*/ 798256 h 1709210"/>
                <a:gd name="connsiteX6" fmla="*/ 1732643 w 1733265"/>
                <a:gd name="connsiteY6" fmla="*/ 1308977 h 1709210"/>
                <a:gd name="connsiteX7" fmla="*/ 0 w 1733265"/>
                <a:gd name="connsiteY7" fmla="*/ 836357 h 1709210"/>
                <a:gd name="connsiteX8" fmla="*/ 129721 w 1733265"/>
                <a:gd name="connsiteY8" fmla="*/ 30813 h 1709210"/>
                <a:gd name="connsiteX0" fmla="*/ 129721 w 1733265"/>
                <a:gd name="connsiteY0" fmla="*/ 30667 h 1709064"/>
                <a:gd name="connsiteX1" fmla="*/ 298450 w 1733265"/>
                <a:gd name="connsiteY1" fmla="*/ 1064811 h 1709064"/>
                <a:gd name="connsiteX2" fmla="*/ 819150 w 1733265"/>
                <a:gd name="connsiteY2" fmla="*/ 544110 h 1709064"/>
                <a:gd name="connsiteX3" fmla="*/ 1073150 w 1733265"/>
                <a:gd name="connsiteY3" fmla="*/ 950510 h 1709064"/>
                <a:gd name="connsiteX4" fmla="*/ 1357993 w 1733265"/>
                <a:gd name="connsiteY4" fmla="*/ 525967 h 1709064"/>
                <a:gd name="connsiteX5" fmla="*/ 1562101 w 1733265"/>
                <a:gd name="connsiteY5" fmla="*/ 798110 h 1709064"/>
                <a:gd name="connsiteX6" fmla="*/ 1732643 w 1733265"/>
                <a:gd name="connsiteY6" fmla="*/ 1308831 h 1709064"/>
                <a:gd name="connsiteX7" fmla="*/ 0 w 1733265"/>
                <a:gd name="connsiteY7" fmla="*/ 836211 h 1709064"/>
                <a:gd name="connsiteX8" fmla="*/ 129721 w 1733265"/>
                <a:gd name="connsiteY8" fmla="*/ 30667 h 1709064"/>
                <a:gd name="connsiteX0" fmla="*/ 129721 w 1733265"/>
                <a:gd name="connsiteY0" fmla="*/ 10318 h 1688715"/>
                <a:gd name="connsiteX1" fmla="*/ 298450 w 1733265"/>
                <a:gd name="connsiteY1" fmla="*/ 1044462 h 1688715"/>
                <a:gd name="connsiteX2" fmla="*/ 819150 w 1733265"/>
                <a:gd name="connsiteY2" fmla="*/ 523761 h 1688715"/>
                <a:gd name="connsiteX3" fmla="*/ 1073150 w 1733265"/>
                <a:gd name="connsiteY3" fmla="*/ 930161 h 1688715"/>
                <a:gd name="connsiteX4" fmla="*/ 1357993 w 1733265"/>
                <a:gd name="connsiteY4" fmla="*/ 505618 h 1688715"/>
                <a:gd name="connsiteX5" fmla="*/ 1562101 w 1733265"/>
                <a:gd name="connsiteY5" fmla="*/ 777761 h 1688715"/>
                <a:gd name="connsiteX6" fmla="*/ 1732643 w 1733265"/>
                <a:gd name="connsiteY6" fmla="*/ 1288482 h 1688715"/>
                <a:gd name="connsiteX7" fmla="*/ 0 w 1733265"/>
                <a:gd name="connsiteY7" fmla="*/ 815862 h 1688715"/>
                <a:gd name="connsiteX8" fmla="*/ 129721 w 1733265"/>
                <a:gd name="connsiteY8" fmla="*/ 10318 h 1688715"/>
                <a:gd name="connsiteX0" fmla="*/ 129721 w 1733265"/>
                <a:gd name="connsiteY0" fmla="*/ 10318 h 1688715"/>
                <a:gd name="connsiteX1" fmla="*/ 298450 w 1733265"/>
                <a:gd name="connsiteY1" fmla="*/ 1044462 h 1688715"/>
                <a:gd name="connsiteX2" fmla="*/ 819150 w 1733265"/>
                <a:gd name="connsiteY2" fmla="*/ 523761 h 1688715"/>
                <a:gd name="connsiteX3" fmla="*/ 1073150 w 1733265"/>
                <a:gd name="connsiteY3" fmla="*/ 930161 h 1688715"/>
                <a:gd name="connsiteX4" fmla="*/ 1357993 w 1733265"/>
                <a:gd name="connsiteY4" fmla="*/ 505618 h 1688715"/>
                <a:gd name="connsiteX5" fmla="*/ 1562101 w 1733265"/>
                <a:gd name="connsiteY5" fmla="*/ 777761 h 1688715"/>
                <a:gd name="connsiteX6" fmla="*/ 1732643 w 1733265"/>
                <a:gd name="connsiteY6" fmla="*/ 1288482 h 1688715"/>
                <a:gd name="connsiteX7" fmla="*/ 0 w 1733265"/>
                <a:gd name="connsiteY7" fmla="*/ 815862 h 1688715"/>
                <a:gd name="connsiteX8" fmla="*/ 129721 w 1733265"/>
                <a:gd name="connsiteY8" fmla="*/ 10318 h 1688715"/>
                <a:gd name="connsiteX0" fmla="*/ 129721 w 1733265"/>
                <a:gd name="connsiteY0" fmla="*/ 10318 h 1688715"/>
                <a:gd name="connsiteX1" fmla="*/ 298450 w 1733265"/>
                <a:gd name="connsiteY1" fmla="*/ 1044462 h 1688715"/>
                <a:gd name="connsiteX2" fmla="*/ 819150 w 1733265"/>
                <a:gd name="connsiteY2" fmla="*/ 523761 h 1688715"/>
                <a:gd name="connsiteX3" fmla="*/ 1073150 w 1733265"/>
                <a:gd name="connsiteY3" fmla="*/ 930161 h 1688715"/>
                <a:gd name="connsiteX4" fmla="*/ 1357993 w 1733265"/>
                <a:gd name="connsiteY4" fmla="*/ 505618 h 1688715"/>
                <a:gd name="connsiteX5" fmla="*/ 1562101 w 1733265"/>
                <a:gd name="connsiteY5" fmla="*/ 777761 h 1688715"/>
                <a:gd name="connsiteX6" fmla="*/ 1732643 w 1733265"/>
                <a:gd name="connsiteY6" fmla="*/ 1288482 h 1688715"/>
                <a:gd name="connsiteX7" fmla="*/ 0 w 1733265"/>
                <a:gd name="connsiteY7" fmla="*/ 815862 h 1688715"/>
                <a:gd name="connsiteX8" fmla="*/ 129721 w 1733265"/>
                <a:gd name="connsiteY8" fmla="*/ 10318 h 1688715"/>
                <a:gd name="connsiteX0" fmla="*/ 129721 w 1733265"/>
                <a:gd name="connsiteY0" fmla="*/ 10318 h 1688715"/>
                <a:gd name="connsiteX1" fmla="*/ 298450 w 1733265"/>
                <a:gd name="connsiteY1" fmla="*/ 1044462 h 1688715"/>
                <a:gd name="connsiteX2" fmla="*/ 819150 w 1733265"/>
                <a:gd name="connsiteY2" fmla="*/ 523761 h 1688715"/>
                <a:gd name="connsiteX3" fmla="*/ 1073150 w 1733265"/>
                <a:gd name="connsiteY3" fmla="*/ 930161 h 1688715"/>
                <a:gd name="connsiteX4" fmla="*/ 1357993 w 1733265"/>
                <a:gd name="connsiteY4" fmla="*/ 505618 h 1688715"/>
                <a:gd name="connsiteX5" fmla="*/ 1562101 w 1733265"/>
                <a:gd name="connsiteY5" fmla="*/ 777761 h 1688715"/>
                <a:gd name="connsiteX6" fmla="*/ 1732643 w 1733265"/>
                <a:gd name="connsiteY6" fmla="*/ 1288482 h 1688715"/>
                <a:gd name="connsiteX7" fmla="*/ 0 w 1733265"/>
                <a:gd name="connsiteY7" fmla="*/ 815862 h 1688715"/>
                <a:gd name="connsiteX8" fmla="*/ 129721 w 1733265"/>
                <a:gd name="connsiteY8" fmla="*/ 10318 h 1688715"/>
                <a:gd name="connsiteX0" fmla="*/ 129721 w 1733265"/>
                <a:gd name="connsiteY0" fmla="*/ 11979 h 1690376"/>
                <a:gd name="connsiteX1" fmla="*/ 298450 w 1733265"/>
                <a:gd name="connsiteY1" fmla="*/ 1046123 h 1690376"/>
                <a:gd name="connsiteX2" fmla="*/ 819150 w 1733265"/>
                <a:gd name="connsiteY2" fmla="*/ 525422 h 1690376"/>
                <a:gd name="connsiteX3" fmla="*/ 1073150 w 1733265"/>
                <a:gd name="connsiteY3" fmla="*/ 931822 h 1690376"/>
                <a:gd name="connsiteX4" fmla="*/ 1357993 w 1733265"/>
                <a:gd name="connsiteY4" fmla="*/ 507279 h 1690376"/>
                <a:gd name="connsiteX5" fmla="*/ 1562101 w 1733265"/>
                <a:gd name="connsiteY5" fmla="*/ 779422 h 1690376"/>
                <a:gd name="connsiteX6" fmla="*/ 1732643 w 1733265"/>
                <a:gd name="connsiteY6" fmla="*/ 1290143 h 1690376"/>
                <a:gd name="connsiteX7" fmla="*/ 0 w 1733265"/>
                <a:gd name="connsiteY7" fmla="*/ 817523 h 1690376"/>
                <a:gd name="connsiteX8" fmla="*/ 129721 w 1733265"/>
                <a:gd name="connsiteY8" fmla="*/ 11979 h 1690376"/>
                <a:gd name="connsiteX0" fmla="*/ 129721 w 1733265"/>
                <a:gd name="connsiteY0" fmla="*/ 6254 h 1684651"/>
                <a:gd name="connsiteX1" fmla="*/ 298450 w 1733265"/>
                <a:gd name="connsiteY1" fmla="*/ 1040398 h 1684651"/>
                <a:gd name="connsiteX2" fmla="*/ 819150 w 1733265"/>
                <a:gd name="connsiteY2" fmla="*/ 519697 h 1684651"/>
                <a:gd name="connsiteX3" fmla="*/ 1073150 w 1733265"/>
                <a:gd name="connsiteY3" fmla="*/ 926097 h 1684651"/>
                <a:gd name="connsiteX4" fmla="*/ 1357993 w 1733265"/>
                <a:gd name="connsiteY4" fmla="*/ 501554 h 1684651"/>
                <a:gd name="connsiteX5" fmla="*/ 1562101 w 1733265"/>
                <a:gd name="connsiteY5" fmla="*/ 773697 h 1684651"/>
                <a:gd name="connsiteX6" fmla="*/ 1732643 w 1733265"/>
                <a:gd name="connsiteY6" fmla="*/ 1284418 h 1684651"/>
                <a:gd name="connsiteX7" fmla="*/ 0 w 1733265"/>
                <a:gd name="connsiteY7" fmla="*/ 811798 h 1684651"/>
                <a:gd name="connsiteX8" fmla="*/ 129721 w 1733265"/>
                <a:gd name="connsiteY8" fmla="*/ 6254 h 1684651"/>
                <a:gd name="connsiteX0" fmla="*/ 129721 w 1733265"/>
                <a:gd name="connsiteY0" fmla="*/ 3986 h 1682383"/>
                <a:gd name="connsiteX1" fmla="*/ 298450 w 1733265"/>
                <a:gd name="connsiteY1" fmla="*/ 1038130 h 1682383"/>
                <a:gd name="connsiteX2" fmla="*/ 819150 w 1733265"/>
                <a:gd name="connsiteY2" fmla="*/ 517429 h 1682383"/>
                <a:gd name="connsiteX3" fmla="*/ 1073150 w 1733265"/>
                <a:gd name="connsiteY3" fmla="*/ 923829 h 1682383"/>
                <a:gd name="connsiteX4" fmla="*/ 1357993 w 1733265"/>
                <a:gd name="connsiteY4" fmla="*/ 499286 h 1682383"/>
                <a:gd name="connsiteX5" fmla="*/ 1562101 w 1733265"/>
                <a:gd name="connsiteY5" fmla="*/ 771429 h 1682383"/>
                <a:gd name="connsiteX6" fmla="*/ 1732643 w 1733265"/>
                <a:gd name="connsiteY6" fmla="*/ 1282150 h 1682383"/>
                <a:gd name="connsiteX7" fmla="*/ 0 w 1733265"/>
                <a:gd name="connsiteY7" fmla="*/ 809530 h 1682383"/>
                <a:gd name="connsiteX8" fmla="*/ 129721 w 1733265"/>
                <a:gd name="connsiteY8" fmla="*/ 3986 h 1682383"/>
                <a:gd name="connsiteX0" fmla="*/ 131676 w 1735190"/>
                <a:gd name="connsiteY0" fmla="*/ 3986 h 1689294"/>
                <a:gd name="connsiteX1" fmla="*/ 300405 w 1735190"/>
                <a:gd name="connsiteY1" fmla="*/ 1038130 h 1689294"/>
                <a:gd name="connsiteX2" fmla="*/ 821105 w 1735190"/>
                <a:gd name="connsiteY2" fmla="*/ 517429 h 1689294"/>
                <a:gd name="connsiteX3" fmla="*/ 1075105 w 1735190"/>
                <a:gd name="connsiteY3" fmla="*/ 923829 h 1689294"/>
                <a:gd name="connsiteX4" fmla="*/ 1359948 w 1735190"/>
                <a:gd name="connsiteY4" fmla="*/ 499286 h 1689294"/>
                <a:gd name="connsiteX5" fmla="*/ 1564056 w 1735190"/>
                <a:gd name="connsiteY5" fmla="*/ 771429 h 1689294"/>
                <a:gd name="connsiteX6" fmla="*/ 1734598 w 1735190"/>
                <a:gd name="connsiteY6" fmla="*/ 1282150 h 1689294"/>
                <a:gd name="connsiteX7" fmla="*/ 1955 w 1735190"/>
                <a:gd name="connsiteY7" fmla="*/ 809530 h 1689294"/>
                <a:gd name="connsiteX8" fmla="*/ 131676 w 1735190"/>
                <a:gd name="connsiteY8" fmla="*/ 3986 h 1689294"/>
                <a:gd name="connsiteX0" fmla="*/ 131676 w 1735190"/>
                <a:gd name="connsiteY0" fmla="*/ 3986 h 1673242"/>
                <a:gd name="connsiteX1" fmla="*/ 300405 w 1735190"/>
                <a:gd name="connsiteY1" fmla="*/ 1038130 h 1673242"/>
                <a:gd name="connsiteX2" fmla="*/ 821105 w 1735190"/>
                <a:gd name="connsiteY2" fmla="*/ 517429 h 1673242"/>
                <a:gd name="connsiteX3" fmla="*/ 1075105 w 1735190"/>
                <a:gd name="connsiteY3" fmla="*/ 923829 h 1673242"/>
                <a:gd name="connsiteX4" fmla="*/ 1359948 w 1735190"/>
                <a:gd name="connsiteY4" fmla="*/ 499286 h 1673242"/>
                <a:gd name="connsiteX5" fmla="*/ 1564056 w 1735190"/>
                <a:gd name="connsiteY5" fmla="*/ 771429 h 1673242"/>
                <a:gd name="connsiteX6" fmla="*/ 1734598 w 1735190"/>
                <a:gd name="connsiteY6" fmla="*/ 1282150 h 1673242"/>
                <a:gd name="connsiteX7" fmla="*/ 1955 w 1735190"/>
                <a:gd name="connsiteY7" fmla="*/ 809530 h 1673242"/>
                <a:gd name="connsiteX8" fmla="*/ 131676 w 1735190"/>
                <a:gd name="connsiteY8" fmla="*/ 3986 h 1673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35190" h="1673242">
                  <a:moveTo>
                    <a:pt x="131676" y="3986"/>
                  </a:moveTo>
                  <a:cubicBezTo>
                    <a:pt x="683673" y="-65259"/>
                    <a:pt x="109300" y="787456"/>
                    <a:pt x="300405" y="1038130"/>
                  </a:cubicBezTo>
                  <a:cubicBezTo>
                    <a:pt x="415310" y="1123704"/>
                    <a:pt x="584038" y="448638"/>
                    <a:pt x="821105" y="517429"/>
                  </a:cubicBezTo>
                  <a:cubicBezTo>
                    <a:pt x="988322" y="510021"/>
                    <a:pt x="947198" y="936378"/>
                    <a:pt x="1075105" y="923829"/>
                  </a:cubicBezTo>
                  <a:cubicBezTo>
                    <a:pt x="1170053" y="782315"/>
                    <a:pt x="1118950" y="532850"/>
                    <a:pt x="1359948" y="499286"/>
                  </a:cubicBezTo>
                  <a:cubicBezTo>
                    <a:pt x="1420273" y="493994"/>
                    <a:pt x="1501614" y="640952"/>
                    <a:pt x="1564056" y="771429"/>
                  </a:cubicBezTo>
                  <a:cubicBezTo>
                    <a:pt x="1626498" y="901906"/>
                    <a:pt x="1738831" y="1003808"/>
                    <a:pt x="1734598" y="1282150"/>
                  </a:cubicBezTo>
                  <a:cubicBezTo>
                    <a:pt x="1773000" y="1715160"/>
                    <a:pt x="-68197" y="2046570"/>
                    <a:pt x="1955" y="809530"/>
                  </a:cubicBezTo>
                  <a:cubicBezTo>
                    <a:pt x="184895" y="217165"/>
                    <a:pt x="-6814" y="56601"/>
                    <a:pt x="131676" y="3986"/>
                  </a:cubicBezTo>
                  <a:close/>
                </a:path>
              </a:pathLst>
            </a:custGeom>
            <a:solidFill>
              <a:srgbClr val="CE8B3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24">
              <a:extLst>
                <a:ext uri="{FF2B5EF4-FFF2-40B4-BE49-F238E27FC236}">
                  <a16:creationId xmlns:a16="http://schemas.microsoft.com/office/drawing/2014/main" id="{BD0A2530-9471-4B3D-8A7A-2231DC82BDE5}"/>
                </a:ext>
              </a:extLst>
            </p:cNvPr>
            <p:cNvSpPr/>
            <p:nvPr/>
          </p:nvSpPr>
          <p:spPr>
            <a:xfrm>
              <a:off x="6213476" y="4219575"/>
              <a:ext cx="378802" cy="429413"/>
            </a:xfrm>
            <a:custGeom>
              <a:avLst/>
              <a:gdLst>
                <a:gd name="connsiteX0" fmla="*/ 0 w 121627"/>
                <a:gd name="connsiteY0" fmla="*/ 0 h 115088"/>
                <a:gd name="connsiteX1" fmla="*/ 121627 w 121627"/>
                <a:gd name="connsiteY1" fmla="*/ 0 h 115088"/>
                <a:gd name="connsiteX2" fmla="*/ 121627 w 121627"/>
                <a:gd name="connsiteY2" fmla="*/ 115088 h 115088"/>
                <a:gd name="connsiteX3" fmla="*/ 0 w 121627"/>
                <a:gd name="connsiteY3" fmla="*/ 115088 h 115088"/>
                <a:gd name="connsiteX4" fmla="*/ 0 w 121627"/>
                <a:gd name="connsiteY4" fmla="*/ 0 h 115088"/>
                <a:gd name="connsiteX0" fmla="*/ 0 w 353402"/>
                <a:gd name="connsiteY0" fmla="*/ 0 h 323850"/>
                <a:gd name="connsiteX1" fmla="*/ 353402 w 353402"/>
                <a:gd name="connsiteY1" fmla="*/ 323850 h 323850"/>
                <a:gd name="connsiteX2" fmla="*/ 121627 w 353402"/>
                <a:gd name="connsiteY2" fmla="*/ 115088 h 323850"/>
                <a:gd name="connsiteX3" fmla="*/ 0 w 353402"/>
                <a:gd name="connsiteY3" fmla="*/ 115088 h 323850"/>
                <a:gd name="connsiteX4" fmla="*/ 0 w 353402"/>
                <a:gd name="connsiteY4" fmla="*/ 0 h 323850"/>
                <a:gd name="connsiteX0" fmla="*/ 0 w 353402"/>
                <a:gd name="connsiteY0" fmla="*/ 0 h 340513"/>
                <a:gd name="connsiteX1" fmla="*/ 353402 w 353402"/>
                <a:gd name="connsiteY1" fmla="*/ 323850 h 340513"/>
                <a:gd name="connsiteX2" fmla="*/ 299427 w 353402"/>
                <a:gd name="connsiteY2" fmla="*/ 340513 h 340513"/>
                <a:gd name="connsiteX3" fmla="*/ 0 w 353402"/>
                <a:gd name="connsiteY3" fmla="*/ 115088 h 340513"/>
                <a:gd name="connsiteX4" fmla="*/ 0 w 353402"/>
                <a:gd name="connsiteY4" fmla="*/ 0 h 340513"/>
                <a:gd name="connsiteX0" fmla="*/ 0 w 378802"/>
                <a:gd name="connsiteY0" fmla="*/ 0 h 429413"/>
                <a:gd name="connsiteX1" fmla="*/ 378802 w 378802"/>
                <a:gd name="connsiteY1" fmla="*/ 412750 h 429413"/>
                <a:gd name="connsiteX2" fmla="*/ 324827 w 378802"/>
                <a:gd name="connsiteY2" fmla="*/ 429413 h 429413"/>
                <a:gd name="connsiteX3" fmla="*/ 25400 w 378802"/>
                <a:gd name="connsiteY3" fmla="*/ 203988 h 429413"/>
                <a:gd name="connsiteX4" fmla="*/ 0 w 378802"/>
                <a:gd name="connsiteY4" fmla="*/ 0 h 429413"/>
                <a:gd name="connsiteX0" fmla="*/ 0 w 378802"/>
                <a:gd name="connsiteY0" fmla="*/ 0 h 429413"/>
                <a:gd name="connsiteX1" fmla="*/ 378802 w 378802"/>
                <a:gd name="connsiteY1" fmla="*/ 412750 h 429413"/>
                <a:gd name="connsiteX2" fmla="*/ 324827 w 378802"/>
                <a:gd name="connsiteY2" fmla="*/ 429413 h 429413"/>
                <a:gd name="connsiteX3" fmla="*/ 25400 w 378802"/>
                <a:gd name="connsiteY3" fmla="*/ 203988 h 429413"/>
                <a:gd name="connsiteX4" fmla="*/ 0 w 378802"/>
                <a:gd name="connsiteY4" fmla="*/ 0 h 429413"/>
                <a:gd name="connsiteX0" fmla="*/ 0 w 378802"/>
                <a:gd name="connsiteY0" fmla="*/ 0 h 429413"/>
                <a:gd name="connsiteX1" fmla="*/ 378802 w 378802"/>
                <a:gd name="connsiteY1" fmla="*/ 412750 h 429413"/>
                <a:gd name="connsiteX2" fmla="*/ 324827 w 378802"/>
                <a:gd name="connsiteY2" fmla="*/ 429413 h 429413"/>
                <a:gd name="connsiteX3" fmla="*/ 25400 w 378802"/>
                <a:gd name="connsiteY3" fmla="*/ 203988 h 429413"/>
                <a:gd name="connsiteX4" fmla="*/ 0 w 378802"/>
                <a:gd name="connsiteY4" fmla="*/ 0 h 429413"/>
                <a:gd name="connsiteX0" fmla="*/ 0 w 378802"/>
                <a:gd name="connsiteY0" fmla="*/ 0 h 429413"/>
                <a:gd name="connsiteX1" fmla="*/ 378802 w 378802"/>
                <a:gd name="connsiteY1" fmla="*/ 412750 h 429413"/>
                <a:gd name="connsiteX2" fmla="*/ 324827 w 378802"/>
                <a:gd name="connsiteY2" fmla="*/ 429413 h 429413"/>
                <a:gd name="connsiteX3" fmla="*/ 25400 w 378802"/>
                <a:gd name="connsiteY3" fmla="*/ 203988 h 429413"/>
                <a:gd name="connsiteX4" fmla="*/ 0 w 378802"/>
                <a:gd name="connsiteY4" fmla="*/ 0 h 429413"/>
                <a:gd name="connsiteX0" fmla="*/ 0 w 378802"/>
                <a:gd name="connsiteY0" fmla="*/ 0 h 429413"/>
                <a:gd name="connsiteX1" fmla="*/ 378802 w 378802"/>
                <a:gd name="connsiteY1" fmla="*/ 412750 h 429413"/>
                <a:gd name="connsiteX2" fmla="*/ 324827 w 378802"/>
                <a:gd name="connsiteY2" fmla="*/ 429413 h 429413"/>
                <a:gd name="connsiteX3" fmla="*/ 19050 w 378802"/>
                <a:gd name="connsiteY3" fmla="*/ 143663 h 429413"/>
                <a:gd name="connsiteX4" fmla="*/ 0 w 378802"/>
                <a:gd name="connsiteY4" fmla="*/ 0 h 429413"/>
                <a:gd name="connsiteX0" fmla="*/ 0 w 378802"/>
                <a:gd name="connsiteY0" fmla="*/ 0 h 429413"/>
                <a:gd name="connsiteX1" fmla="*/ 378802 w 378802"/>
                <a:gd name="connsiteY1" fmla="*/ 412750 h 429413"/>
                <a:gd name="connsiteX2" fmla="*/ 324827 w 378802"/>
                <a:gd name="connsiteY2" fmla="*/ 429413 h 429413"/>
                <a:gd name="connsiteX3" fmla="*/ 19050 w 378802"/>
                <a:gd name="connsiteY3" fmla="*/ 143663 h 429413"/>
                <a:gd name="connsiteX4" fmla="*/ 0 w 378802"/>
                <a:gd name="connsiteY4" fmla="*/ 0 h 429413"/>
                <a:gd name="connsiteX0" fmla="*/ 0 w 378802"/>
                <a:gd name="connsiteY0" fmla="*/ 0 h 429413"/>
                <a:gd name="connsiteX1" fmla="*/ 378802 w 378802"/>
                <a:gd name="connsiteY1" fmla="*/ 412750 h 429413"/>
                <a:gd name="connsiteX2" fmla="*/ 324827 w 378802"/>
                <a:gd name="connsiteY2" fmla="*/ 429413 h 429413"/>
                <a:gd name="connsiteX3" fmla="*/ 19050 w 378802"/>
                <a:gd name="connsiteY3" fmla="*/ 143663 h 429413"/>
                <a:gd name="connsiteX4" fmla="*/ 0 w 378802"/>
                <a:gd name="connsiteY4" fmla="*/ 0 h 429413"/>
                <a:gd name="connsiteX0" fmla="*/ 0 w 378802"/>
                <a:gd name="connsiteY0" fmla="*/ 0 h 429413"/>
                <a:gd name="connsiteX1" fmla="*/ 378802 w 378802"/>
                <a:gd name="connsiteY1" fmla="*/ 412750 h 429413"/>
                <a:gd name="connsiteX2" fmla="*/ 324827 w 378802"/>
                <a:gd name="connsiteY2" fmla="*/ 429413 h 429413"/>
                <a:gd name="connsiteX3" fmla="*/ 3175 w 378802"/>
                <a:gd name="connsiteY3" fmla="*/ 175413 h 429413"/>
                <a:gd name="connsiteX4" fmla="*/ 0 w 378802"/>
                <a:gd name="connsiteY4" fmla="*/ 0 h 429413"/>
                <a:gd name="connsiteX0" fmla="*/ 0 w 378802"/>
                <a:gd name="connsiteY0" fmla="*/ 0 h 429413"/>
                <a:gd name="connsiteX1" fmla="*/ 378802 w 378802"/>
                <a:gd name="connsiteY1" fmla="*/ 419100 h 429413"/>
                <a:gd name="connsiteX2" fmla="*/ 324827 w 378802"/>
                <a:gd name="connsiteY2" fmla="*/ 429413 h 429413"/>
                <a:gd name="connsiteX3" fmla="*/ 3175 w 378802"/>
                <a:gd name="connsiteY3" fmla="*/ 175413 h 429413"/>
                <a:gd name="connsiteX4" fmla="*/ 0 w 378802"/>
                <a:gd name="connsiteY4" fmla="*/ 0 h 429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802" h="429413">
                  <a:moveTo>
                    <a:pt x="0" y="0"/>
                  </a:moveTo>
                  <a:cubicBezTo>
                    <a:pt x="269142" y="64558"/>
                    <a:pt x="366835" y="284692"/>
                    <a:pt x="378802" y="419100"/>
                  </a:cubicBezTo>
                  <a:lnTo>
                    <a:pt x="324827" y="429413"/>
                  </a:lnTo>
                  <a:cubicBezTo>
                    <a:pt x="278993" y="265371"/>
                    <a:pt x="118859" y="66405"/>
                    <a:pt x="3175" y="175413"/>
                  </a:cubicBezTo>
                  <a:cubicBezTo>
                    <a:pt x="2117" y="116942"/>
                    <a:pt x="1058" y="58471"/>
                    <a:pt x="0" y="0"/>
                  </a:cubicBezTo>
                  <a:close/>
                </a:path>
              </a:pathLst>
            </a:custGeom>
            <a:solidFill>
              <a:srgbClr val="CE8B3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25">
              <a:extLst>
                <a:ext uri="{FF2B5EF4-FFF2-40B4-BE49-F238E27FC236}">
                  <a16:creationId xmlns:a16="http://schemas.microsoft.com/office/drawing/2014/main" id="{0912C46A-9B5F-47EB-A7B5-A5CAE04BC3D4}"/>
                </a:ext>
              </a:extLst>
            </p:cNvPr>
            <p:cNvSpPr/>
            <p:nvPr/>
          </p:nvSpPr>
          <p:spPr>
            <a:xfrm>
              <a:off x="6510944" y="4625975"/>
              <a:ext cx="118142" cy="261931"/>
            </a:xfrm>
            <a:custGeom>
              <a:avLst/>
              <a:gdLst>
                <a:gd name="connsiteX0" fmla="*/ 0 w 107636"/>
                <a:gd name="connsiteY0" fmla="*/ 0 h 195256"/>
                <a:gd name="connsiteX1" fmla="*/ 107636 w 107636"/>
                <a:gd name="connsiteY1" fmla="*/ 0 h 195256"/>
                <a:gd name="connsiteX2" fmla="*/ 107636 w 107636"/>
                <a:gd name="connsiteY2" fmla="*/ 195256 h 195256"/>
                <a:gd name="connsiteX3" fmla="*/ 0 w 107636"/>
                <a:gd name="connsiteY3" fmla="*/ 195256 h 195256"/>
                <a:gd name="connsiteX4" fmla="*/ 0 w 107636"/>
                <a:gd name="connsiteY4" fmla="*/ 0 h 195256"/>
                <a:gd name="connsiteX0" fmla="*/ 31750 w 107636"/>
                <a:gd name="connsiteY0" fmla="*/ 0 h 258756"/>
                <a:gd name="connsiteX1" fmla="*/ 107636 w 107636"/>
                <a:gd name="connsiteY1" fmla="*/ 63500 h 258756"/>
                <a:gd name="connsiteX2" fmla="*/ 107636 w 107636"/>
                <a:gd name="connsiteY2" fmla="*/ 258756 h 258756"/>
                <a:gd name="connsiteX3" fmla="*/ 0 w 107636"/>
                <a:gd name="connsiteY3" fmla="*/ 258756 h 258756"/>
                <a:gd name="connsiteX4" fmla="*/ 31750 w 107636"/>
                <a:gd name="connsiteY4" fmla="*/ 0 h 258756"/>
                <a:gd name="connsiteX0" fmla="*/ 31750 w 107636"/>
                <a:gd name="connsiteY0" fmla="*/ 0 h 258756"/>
                <a:gd name="connsiteX1" fmla="*/ 107636 w 107636"/>
                <a:gd name="connsiteY1" fmla="*/ 63500 h 258756"/>
                <a:gd name="connsiteX2" fmla="*/ 107636 w 107636"/>
                <a:gd name="connsiteY2" fmla="*/ 258756 h 258756"/>
                <a:gd name="connsiteX3" fmla="*/ 0 w 107636"/>
                <a:gd name="connsiteY3" fmla="*/ 258756 h 258756"/>
                <a:gd name="connsiteX4" fmla="*/ 31750 w 107636"/>
                <a:gd name="connsiteY4" fmla="*/ 0 h 258756"/>
                <a:gd name="connsiteX0" fmla="*/ 31750 w 107636"/>
                <a:gd name="connsiteY0" fmla="*/ 0 h 258756"/>
                <a:gd name="connsiteX1" fmla="*/ 107636 w 107636"/>
                <a:gd name="connsiteY1" fmla="*/ 63500 h 258756"/>
                <a:gd name="connsiteX2" fmla="*/ 0 w 107636"/>
                <a:gd name="connsiteY2" fmla="*/ 258756 h 258756"/>
                <a:gd name="connsiteX3" fmla="*/ 31750 w 107636"/>
                <a:gd name="connsiteY3" fmla="*/ 0 h 258756"/>
                <a:gd name="connsiteX0" fmla="*/ 11773 w 87659"/>
                <a:gd name="connsiteY0" fmla="*/ 0 h 261931"/>
                <a:gd name="connsiteX1" fmla="*/ 87659 w 87659"/>
                <a:gd name="connsiteY1" fmla="*/ 63500 h 261931"/>
                <a:gd name="connsiteX2" fmla="*/ 33998 w 87659"/>
                <a:gd name="connsiteY2" fmla="*/ 261931 h 261931"/>
                <a:gd name="connsiteX3" fmla="*/ 11773 w 87659"/>
                <a:gd name="connsiteY3" fmla="*/ 0 h 261931"/>
                <a:gd name="connsiteX0" fmla="*/ 11773 w 35073"/>
                <a:gd name="connsiteY0" fmla="*/ 0 h 261931"/>
                <a:gd name="connsiteX1" fmla="*/ 33998 w 35073"/>
                <a:gd name="connsiteY1" fmla="*/ 261931 h 261931"/>
                <a:gd name="connsiteX2" fmla="*/ 11773 w 35073"/>
                <a:gd name="connsiteY2" fmla="*/ 0 h 261931"/>
                <a:gd name="connsiteX0" fmla="*/ 11773 w 80169"/>
                <a:gd name="connsiteY0" fmla="*/ 0 h 261931"/>
                <a:gd name="connsiteX1" fmla="*/ 33998 w 80169"/>
                <a:gd name="connsiteY1" fmla="*/ 261931 h 261931"/>
                <a:gd name="connsiteX2" fmla="*/ 11773 w 80169"/>
                <a:gd name="connsiteY2" fmla="*/ 0 h 261931"/>
                <a:gd name="connsiteX0" fmla="*/ 49746 w 118142"/>
                <a:gd name="connsiteY0" fmla="*/ 0 h 261931"/>
                <a:gd name="connsiteX1" fmla="*/ 71971 w 118142"/>
                <a:gd name="connsiteY1" fmla="*/ 261931 h 261931"/>
                <a:gd name="connsiteX2" fmla="*/ 49746 w 118142"/>
                <a:gd name="connsiteY2" fmla="*/ 0 h 261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142" h="261931">
                  <a:moveTo>
                    <a:pt x="49746" y="0"/>
                  </a:moveTo>
                  <a:cubicBezTo>
                    <a:pt x="193679" y="77785"/>
                    <a:pt x="64563" y="174621"/>
                    <a:pt x="71971" y="261931"/>
                  </a:cubicBezTo>
                  <a:cubicBezTo>
                    <a:pt x="82554" y="175679"/>
                    <a:pt x="-78312" y="83077"/>
                    <a:pt x="49746" y="0"/>
                  </a:cubicBezTo>
                  <a:close/>
                </a:path>
              </a:pathLst>
            </a:custGeom>
            <a:solidFill>
              <a:srgbClr val="B1722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Flowchart: Decision 8">
              <a:extLst>
                <a:ext uri="{FF2B5EF4-FFF2-40B4-BE49-F238E27FC236}">
                  <a16:creationId xmlns:a16="http://schemas.microsoft.com/office/drawing/2014/main" id="{88F03DDE-1DA1-43FA-864F-6233F4314556}"/>
                </a:ext>
              </a:extLst>
            </p:cNvPr>
            <p:cNvSpPr/>
            <p:nvPr/>
          </p:nvSpPr>
          <p:spPr>
            <a:xfrm rot="19326581">
              <a:off x="4992484" y="3357812"/>
              <a:ext cx="220896" cy="136854"/>
            </a:xfrm>
            <a:custGeom>
              <a:avLst/>
              <a:gdLst>
                <a:gd name="connsiteX0" fmla="*/ 0 w 10000"/>
                <a:gd name="connsiteY0" fmla="*/ 5000 h 10000"/>
                <a:gd name="connsiteX1" fmla="*/ 5000 w 10000"/>
                <a:gd name="connsiteY1" fmla="*/ 0 h 10000"/>
                <a:gd name="connsiteX2" fmla="*/ 10000 w 10000"/>
                <a:gd name="connsiteY2" fmla="*/ 5000 h 10000"/>
                <a:gd name="connsiteX3" fmla="*/ 5000 w 10000"/>
                <a:gd name="connsiteY3" fmla="*/ 10000 h 10000"/>
                <a:gd name="connsiteX4" fmla="*/ 0 w 10000"/>
                <a:gd name="connsiteY4" fmla="*/ 5000 h 10000"/>
                <a:gd name="connsiteX0" fmla="*/ 0 w 5000"/>
                <a:gd name="connsiteY0" fmla="*/ 10000 h 10000"/>
                <a:gd name="connsiteX1" fmla="*/ 0 w 5000"/>
                <a:gd name="connsiteY1" fmla="*/ 0 h 10000"/>
                <a:gd name="connsiteX2" fmla="*/ 5000 w 5000"/>
                <a:gd name="connsiteY2" fmla="*/ 5000 h 10000"/>
                <a:gd name="connsiteX3" fmla="*/ 0 w 5000"/>
                <a:gd name="connsiteY3" fmla="*/ 10000 h 10000"/>
                <a:gd name="connsiteX0" fmla="*/ 8615 w 18615"/>
                <a:gd name="connsiteY0" fmla="*/ 9769 h 9769"/>
                <a:gd name="connsiteX1" fmla="*/ 0 w 18615"/>
                <a:gd name="connsiteY1" fmla="*/ 0 h 9769"/>
                <a:gd name="connsiteX2" fmla="*/ 18615 w 18615"/>
                <a:gd name="connsiteY2" fmla="*/ 4769 h 9769"/>
                <a:gd name="connsiteX3" fmla="*/ 8615 w 18615"/>
                <a:gd name="connsiteY3" fmla="*/ 9769 h 9769"/>
                <a:gd name="connsiteX0" fmla="*/ 0 w 10441"/>
                <a:gd name="connsiteY0" fmla="*/ 8947 h 8947"/>
                <a:gd name="connsiteX1" fmla="*/ 441 w 10441"/>
                <a:gd name="connsiteY1" fmla="*/ 0 h 8947"/>
                <a:gd name="connsiteX2" fmla="*/ 10441 w 10441"/>
                <a:gd name="connsiteY2" fmla="*/ 4882 h 8947"/>
                <a:gd name="connsiteX3" fmla="*/ 0 w 10441"/>
                <a:gd name="connsiteY3" fmla="*/ 8947 h 8947"/>
                <a:gd name="connsiteX0" fmla="*/ 0 w 10000"/>
                <a:gd name="connsiteY0" fmla="*/ 10000 h 10000"/>
                <a:gd name="connsiteX1" fmla="*/ 422 w 10000"/>
                <a:gd name="connsiteY1" fmla="*/ 0 h 10000"/>
                <a:gd name="connsiteX2" fmla="*/ 10000 w 10000"/>
                <a:gd name="connsiteY2" fmla="*/ 5457 h 10000"/>
                <a:gd name="connsiteX3" fmla="*/ 0 w 10000"/>
                <a:gd name="connsiteY3" fmla="*/ 10000 h 10000"/>
                <a:gd name="connsiteX0" fmla="*/ 0 w 10000"/>
                <a:gd name="connsiteY0" fmla="*/ 10000 h 10206"/>
                <a:gd name="connsiteX1" fmla="*/ 422 w 10000"/>
                <a:gd name="connsiteY1" fmla="*/ 0 h 10206"/>
                <a:gd name="connsiteX2" fmla="*/ 10000 w 10000"/>
                <a:gd name="connsiteY2" fmla="*/ 5457 h 10206"/>
                <a:gd name="connsiteX3" fmla="*/ 0 w 10000"/>
                <a:gd name="connsiteY3" fmla="*/ 10000 h 10206"/>
                <a:gd name="connsiteX0" fmla="*/ 0 w 10000"/>
                <a:gd name="connsiteY0" fmla="*/ 10733 h 10939"/>
                <a:gd name="connsiteX1" fmla="*/ 422 w 10000"/>
                <a:gd name="connsiteY1" fmla="*/ 733 h 10939"/>
                <a:gd name="connsiteX2" fmla="*/ 10000 w 10000"/>
                <a:gd name="connsiteY2" fmla="*/ 6190 h 10939"/>
                <a:gd name="connsiteX3" fmla="*/ 0 w 10000"/>
                <a:gd name="connsiteY3" fmla="*/ 10733 h 10939"/>
                <a:gd name="connsiteX0" fmla="*/ 0 w 9673"/>
                <a:gd name="connsiteY0" fmla="*/ 8884 h 10210"/>
                <a:gd name="connsiteX1" fmla="*/ 95 w 9673"/>
                <a:gd name="connsiteY1" fmla="*/ 733 h 10210"/>
                <a:gd name="connsiteX2" fmla="*/ 9673 w 9673"/>
                <a:gd name="connsiteY2" fmla="*/ 6190 h 10210"/>
                <a:gd name="connsiteX3" fmla="*/ 0 w 9673"/>
                <a:gd name="connsiteY3" fmla="*/ 8884 h 10210"/>
                <a:gd name="connsiteX0" fmla="*/ 0 w 10487"/>
                <a:gd name="connsiteY0" fmla="*/ 9668 h 10350"/>
                <a:gd name="connsiteX1" fmla="*/ 585 w 10487"/>
                <a:gd name="connsiteY1" fmla="*/ 718 h 10350"/>
                <a:gd name="connsiteX2" fmla="*/ 10487 w 10487"/>
                <a:gd name="connsiteY2" fmla="*/ 6063 h 10350"/>
                <a:gd name="connsiteX3" fmla="*/ 0 w 10487"/>
                <a:gd name="connsiteY3" fmla="*/ 9668 h 10350"/>
                <a:gd name="connsiteX0" fmla="*/ 0 w 10513"/>
                <a:gd name="connsiteY0" fmla="*/ 9529 h 10211"/>
                <a:gd name="connsiteX1" fmla="*/ 585 w 10513"/>
                <a:gd name="connsiteY1" fmla="*/ 579 h 10211"/>
                <a:gd name="connsiteX2" fmla="*/ 10487 w 10513"/>
                <a:gd name="connsiteY2" fmla="*/ 5924 h 10211"/>
                <a:gd name="connsiteX3" fmla="*/ 0 w 10513"/>
                <a:gd name="connsiteY3" fmla="*/ 9529 h 10211"/>
                <a:gd name="connsiteX0" fmla="*/ 0 w 10513"/>
                <a:gd name="connsiteY0" fmla="*/ 9529 h 10057"/>
                <a:gd name="connsiteX1" fmla="*/ 585 w 10513"/>
                <a:gd name="connsiteY1" fmla="*/ 579 h 10057"/>
                <a:gd name="connsiteX2" fmla="*/ 10487 w 10513"/>
                <a:gd name="connsiteY2" fmla="*/ 5924 h 10057"/>
                <a:gd name="connsiteX3" fmla="*/ 0 w 10513"/>
                <a:gd name="connsiteY3" fmla="*/ 9529 h 1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3" h="10057">
                  <a:moveTo>
                    <a:pt x="0" y="9529"/>
                  </a:moveTo>
                  <a:cubicBezTo>
                    <a:pt x="146" y="6265"/>
                    <a:pt x="439" y="3843"/>
                    <a:pt x="585" y="579"/>
                  </a:cubicBezTo>
                  <a:cubicBezTo>
                    <a:pt x="3399" y="-663"/>
                    <a:pt x="11024" y="-338"/>
                    <a:pt x="10487" y="5924"/>
                  </a:cubicBezTo>
                  <a:cubicBezTo>
                    <a:pt x="9714" y="13501"/>
                    <a:pt x="3446" y="8046"/>
                    <a:pt x="0" y="9529"/>
                  </a:cubicBezTo>
                  <a:close/>
                </a:path>
              </a:pathLst>
            </a:custGeom>
            <a:solidFill>
              <a:srgbClr val="D59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lowchart: Decision 8">
              <a:extLst>
                <a:ext uri="{FF2B5EF4-FFF2-40B4-BE49-F238E27FC236}">
                  <a16:creationId xmlns:a16="http://schemas.microsoft.com/office/drawing/2014/main" id="{A66689C5-3246-443E-9F1D-51BC76C7B18F}"/>
                </a:ext>
              </a:extLst>
            </p:cNvPr>
            <p:cNvSpPr/>
            <p:nvPr/>
          </p:nvSpPr>
          <p:spPr>
            <a:xfrm rot="2273419" flipH="1">
              <a:off x="4607698" y="3363121"/>
              <a:ext cx="220896" cy="136854"/>
            </a:xfrm>
            <a:custGeom>
              <a:avLst/>
              <a:gdLst>
                <a:gd name="connsiteX0" fmla="*/ 0 w 10000"/>
                <a:gd name="connsiteY0" fmla="*/ 5000 h 10000"/>
                <a:gd name="connsiteX1" fmla="*/ 5000 w 10000"/>
                <a:gd name="connsiteY1" fmla="*/ 0 h 10000"/>
                <a:gd name="connsiteX2" fmla="*/ 10000 w 10000"/>
                <a:gd name="connsiteY2" fmla="*/ 5000 h 10000"/>
                <a:gd name="connsiteX3" fmla="*/ 5000 w 10000"/>
                <a:gd name="connsiteY3" fmla="*/ 10000 h 10000"/>
                <a:gd name="connsiteX4" fmla="*/ 0 w 10000"/>
                <a:gd name="connsiteY4" fmla="*/ 5000 h 10000"/>
                <a:gd name="connsiteX0" fmla="*/ 0 w 5000"/>
                <a:gd name="connsiteY0" fmla="*/ 10000 h 10000"/>
                <a:gd name="connsiteX1" fmla="*/ 0 w 5000"/>
                <a:gd name="connsiteY1" fmla="*/ 0 h 10000"/>
                <a:gd name="connsiteX2" fmla="*/ 5000 w 5000"/>
                <a:gd name="connsiteY2" fmla="*/ 5000 h 10000"/>
                <a:gd name="connsiteX3" fmla="*/ 0 w 5000"/>
                <a:gd name="connsiteY3" fmla="*/ 10000 h 10000"/>
                <a:gd name="connsiteX0" fmla="*/ 8615 w 18615"/>
                <a:gd name="connsiteY0" fmla="*/ 9769 h 9769"/>
                <a:gd name="connsiteX1" fmla="*/ 0 w 18615"/>
                <a:gd name="connsiteY1" fmla="*/ 0 h 9769"/>
                <a:gd name="connsiteX2" fmla="*/ 18615 w 18615"/>
                <a:gd name="connsiteY2" fmla="*/ 4769 h 9769"/>
                <a:gd name="connsiteX3" fmla="*/ 8615 w 18615"/>
                <a:gd name="connsiteY3" fmla="*/ 9769 h 9769"/>
                <a:gd name="connsiteX0" fmla="*/ 0 w 10441"/>
                <a:gd name="connsiteY0" fmla="*/ 8947 h 8947"/>
                <a:gd name="connsiteX1" fmla="*/ 441 w 10441"/>
                <a:gd name="connsiteY1" fmla="*/ 0 h 8947"/>
                <a:gd name="connsiteX2" fmla="*/ 10441 w 10441"/>
                <a:gd name="connsiteY2" fmla="*/ 4882 h 8947"/>
                <a:gd name="connsiteX3" fmla="*/ 0 w 10441"/>
                <a:gd name="connsiteY3" fmla="*/ 8947 h 8947"/>
                <a:gd name="connsiteX0" fmla="*/ 0 w 10000"/>
                <a:gd name="connsiteY0" fmla="*/ 10000 h 10000"/>
                <a:gd name="connsiteX1" fmla="*/ 422 w 10000"/>
                <a:gd name="connsiteY1" fmla="*/ 0 h 10000"/>
                <a:gd name="connsiteX2" fmla="*/ 10000 w 10000"/>
                <a:gd name="connsiteY2" fmla="*/ 5457 h 10000"/>
                <a:gd name="connsiteX3" fmla="*/ 0 w 10000"/>
                <a:gd name="connsiteY3" fmla="*/ 10000 h 10000"/>
                <a:gd name="connsiteX0" fmla="*/ 0 w 10000"/>
                <a:gd name="connsiteY0" fmla="*/ 10000 h 10206"/>
                <a:gd name="connsiteX1" fmla="*/ 422 w 10000"/>
                <a:gd name="connsiteY1" fmla="*/ 0 h 10206"/>
                <a:gd name="connsiteX2" fmla="*/ 10000 w 10000"/>
                <a:gd name="connsiteY2" fmla="*/ 5457 h 10206"/>
                <a:gd name="connsiteX3" fmla="*/ 0 w 10000"/>
                <a:gd name="connsiteY3" fmla="*/ 10000 h 10206"/>
                <a:gd name="connsiteX0" fmla="*/ 0 w 10000"/>
                <a:gd name="connsiteY0" fmla="*/ 10733 h 10939"/>
                <a:gd name="connsiteX1" fmla="*/ 422 w 10000"/>
                <a:gd name="connsiteY1" fmla="*/ 733 h 10939"/>
                <a:gd name="connsiteX2" fmla="*/ 10000 w 10000"/>
                <a:gd name="connsiteY2" fmla="*/ 6190 h 10939"/>
                <a:gd name="connsiteX3" fmla="*/ 0 w 10000"/>
                <a:gd name="connsiteY3" fmla="*/ 10733 h 10939"/>
                <a:gd name="connsiteX0" fmla="*/ 0 w 9673"/>
                <a:gd name="connsiteY0" fmla="*/ 8884 h 10210"/>
                <a:gd name="connsiteX1" fmla="*/ 95 w 9673"/>
                <a:gd name="connsiteY1" fmla="*/ 733 h 10210"/>
                <a:gd name="connsiteX2" fmla="*/ 9673 w 9673"/>
                <a:gd name="connsiteY2" fmla="*/ 6190 h 10210"/>
                <a:gd name="connsiteX3" fmla="*/ 0 w 9673"/>
                <a:gd name="connsiteY3" fmla="*/ 8884 h 10210"/>
                <a:gd name="connsiteX0" fmla="*/ 0 w 10487"/>
                <a:gd name="connsiteY0" fmla="*/ 9668 h 10350"/>
                <a:gd name="connsiteX1" fmla="*/ 585 w 10487"/>
                <a:gd name="connsiteY1" fmla="*/ 718 h 10350"/>
                <a:gd name="connsiteX2" fmla="*/ 10487 w 10487"/>
                <a:gd name="connsiteY2" fmla="*/ 6063 h 10350"/>
                <a:gd name="connsiteX3" fmla="*/ 0 w 10487"/>
                <a:gd name="connsiteY3" fmla="*/ 9668 h 10350"/>
                <a:gd name="connsiteX0" fmla="*/ 0 w 10513"/>
                <a:gd name="connsiteY0" fmla="*/ 9529 h 10211"/>
                <a:gd name="connsiteX1" fmla="*/ 585 w 10513"/>
                <a:gd name="connsiteY1" fmla="*/ 579 h 10211"/>
                <a:gd name="connsiteX2" fmla="*/ 10487 w 10513"/>
                <a:gd name="connsiteY2" fmla="*/ 5924 h 10211"/>
                <a:gd name="connsiteX3" fmla="*/ 0 w 10513"/>
                <a:gd name="connsiteY3" fmla="*/ 9529 h 10211"/>
                <a:gd name="connsiteX0" fmla="*/ 0 w 10513"/>
                <a:gd name="connsiteY0" fmla="*/ 9529 h 10057"/>
                <a:gd name="connsiteX1" fmla="*/ 585 w 10513"/>
                <a:gd name="connsiteY1" fmla="*/ 579 h 10057"/>
                <a:gd name="connsiteX2" fmla="*/ 10487 w 10513"/>
                <a:gd name="connsiteY2" fmla="*/ 5924 h 10057"/>
                <a:gd name="connsiteX3" fmla="*/ 0 w 10513"/>
                <a:gd name="connsiteY3" fmla="*/ 9529 h 1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13" h="10057">
                  <a:moveTo>
                    <a:pt x="0" y="9529"/>
                  </a:moveTo>
                  <a:cubicBezTo>
                    <a:pt x="146" y="6265"/>
                    <a:pt x="439" y="3843"/>
                    <a:pt x="585" y="579"/>
                  </a:cubicBezTo>
                  <a:cubicBezTo>
                    <a:pt x="3399" y="-663"/>
                    <a:pt x="11024" y="-338"/>
                    <a:pt x="10487" y="5924"/>
                  </a:cubicBezTo>
                  <a:cubicBezTo>
                    <a:pt x="9714" y="13501"/>
                    <a:pt x="3446" y="8046"/>
                    <a:pt x="0" y="9529"/>
                  </a:cubicBezTo>
                  <a:close/>
                </a:path>
              </a:pathLst>
            </a:custGeom>
            <a:solidFill>
              <a:srgbClr val="D59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635F439-572C-4D39-ABCB-65F6C949ACB7}"/>
                </a:ext>
              </a:extLst>
            </p:cNvPr>
            <p:cNvGrpSpPr/>
            <p:nvPr/>
          </p:nvGrpSpPr>
          <p:grpSpPr>
            <a:xfrm>
              <a:off x="4709744" y="3397781"/>
              <a:ext cx="1735190" cy="1673242"/>
              <a:chOff x="10087174" y="2546333"/>
              <a:chExt cx="1735190" cy="1673242"/>
            </a:xfrm>
            <a:solidFill>
              <a:srgbClr val="CE8B3F"/>
            </a:solidFill>
          </p:grpSpPr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F3308244-FF21-4737-9564-537A01327484}"/>
                  </a:ext>
                </a:extLst>
              </p:cNvPr>
              <p:cNvSpPr/>
              <p:nvPr/>
            </p:nvSpPr>
            <p:spPr>
              <a:xfrm>
                <a:off x="11188636" y="3045480"/>
                <a:ext cx="478664" cy="458018"/>
              </a:xfrm>
              <a:custGeom>
                <a:avLst/>
                <a:gdLst>
                  <a:gd name="connsiteX0" fmla="*/ 258486 w 478664"/>
                  <a:gd name="connsiteY0" fmla="*/ 139 h 458018"/>
                  <a:gd name="connsiteX1" fmla="*/ 462594 w 478664"/>
                  <a:gd name="connsiteY1" fmla="*/ 272282 h 458018"/>
                  <a:gd name="connsiteX2" fmla="*/ 478664 w 478664"/>
                  <a:gd name="connsiteY2" fmla="*/ 300983 h 458018"/>
                  <a:gd name="connsiteX3" fmla="*/ 472106 w 478664"/>
                  <a:gd name="connsiteY3" fmla="*/ 307873 h 458018"/>
                  <a:gd name="connsiteX4" fmla="*/ 399094 w 478664"/>
                  <a:gd name="connsiteY4" fmla="*/ 458018 h 458018"/>
                  <a:gd name="connsiteX5" fmla="*/ 308607 w 478664"/>
                  <a:gd name="connsiteY5" fmla="*/ 358005 h 458018"/>
                  <a:gd name="connsiteX6" fmla="*/ 251457 w 478664"/>
                  <a:gd name="connsiteY6" fmla="*/ 453255 h 458018"/>
                  <a:gd name="connsiteX7" fmla="*/ 170494 w 478664"/>
                  <a:gd name="connsiteY7" fmla="*/ 350861 h 458018"/>
                  <a:gd name="connsiteX8" fmla="*/ 62544 w 478664"/>
                  <a:gd name="connsiteY8" fmla="*/ 456429 h 458018"/>
                  <a:gd name="connsiteX9" fmla="*/ 9760 w 478664"/>
                  <a:gd name="connsiteY9" fmla="*/ 402454 h 458018"/>
                  <a:gd name="connsiteX10" fmla="*/ 0 w 478664"/>
                  <a:gd name="connsiteY10" fmla="*/ 373512 h 458018"/>
                  <a:gd name="connsiteX11" fmla="*/ 3258 w 478664"/>
                  <a:gd name="connsiteY11" fmla="*/ 367187 h 458018"/>
                  <a:gd name="connsiteX12" fmla="*/ 258486 w 478664"/>
                  <a:gd name="connsiteY12" fmla="*/ 139 h 458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8664" h="458018">
                    <a:moveTo>
                      <a:pt x="258486" y="139"/>
                    </a:moveTo>
                    <a:cubicBezTo>
                      <a:pt x="318811" y="-5153"/>
                      <a:pt x="400152" y="141805"/>
                      <a:pt x="462594" y="272282"/>
                    </a:cubicBezTo>
                    <a:lnTo>
                      <a:pt x="478664" y="300983"/>
                    </a:lnTo>
                    <a:lnTo>
                      <a:pt x="472106" y="307873"/>
                    </a:lnTo>
                    <a:cubicBezTo>
                      <a:pt x="421840" y="378305"/>
                      <a:pt x="475493" y="448295"/>
                      <a:pt x="399094" y="458018"/>
                    </a:cubicBezTo>
                    <a:cubicBezTo>
                      <a:pt x="330567" y="447964"/>
                      <a:pt x="368270" y="356682"/>
                      <a:pt x="308607" y="358005"/>
                    </a:cubicBezTo>
                    <a:cubicBezTo>
                      <a:pt x="274873" y="348877"/>
                      <a:pt x="292468" y="436851"/>
                      <a:pt x="251457" y="453255"/>
                    </a:cubicBezTo>
                    <a:cubicBezTo>
                      <a:pt x="183988" y="456431"/>
                      <a:pt x="201979" y="350332"/>
                      <a:pt x="170494" y="350861"/>
                    </a:cubicBezTo>
                    <a:cubicBezTo>
                      <a:pt x="139009" y="351390"/>
                      <a:pt x="100115" y="457223"/>
                      <a:pt x="62544" y="456429"/>
                    </a:cubicBezTo>
                    <a:cubicBezTo>
                      <a:pt x="37012" y="463441"/>
                      <a:pt x="22195" y="436519"/>
                      <a:pt x="9760" y="402454"/>
                    </a:cubicBezTo>
                    <a:lnTo>
                      <a:pt x="0" y="373512"/>
                    </a:lnTo>
                    <a:lnTo>
                      <a:pt x="3258" y="367187"/>
                    </a:lnTo>
                    <a:cubicBezTo>
                      <a:pt x="60379" y="224175"/>
                      <a:pt x="47613" y="29508"/>
                      <a:pt x="258486" y="139"/>
                    </a:cubicBezTo>
                    <a:close/>
                  </a:path>
                </a:pathLst>
              </a:custGeom>
              <a:solidFill>
                <a:srgbClr val="B172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22C9F1D6-3BBD-4772-96EE-3AEC8338BDD4}"/>
                  </a:ext>
                </a:extLst>
              </p:cNvPr>
              <p:cNvSpPr/>
              <p:nvPr/>
            </p:nvSpPr>
            <p:spPr>
              <a:xfrm>
                <a:off x="10568261" y="3058830"/>
                <a:ext cx="548188" cy="537578"/>
              </a:xfrm>
              <a:custGeom>
                <a:avLst/>
                <a:gdLst>
                  <a:gd name="connsiteX0" fmla="*/ 296365 w 548188"/>
                  <a:gd name="connsiteY0" fmla="*/ 383 h 537578"/>
                  <a:gd name="connsiteX1" fmla="*/ 340018 w 548188"/>
                  <a:gd name="connsiteY1" fmla="*/ 4932 h 537578"/>
                  <a:gd name="connsiteX2" fmla="*/ 537410 w 548188"/>
                  <a:gd name="connsiteY2" fmla="*/ 377852 h 537578"/>
                  <a:gd name="connsiteX3" fmla="*/ 548188 w 548188"/>
                  <a:gd name="connsiteY3" fmla="*/ 391006 h 537578"/>
                  <a:gd name="connsiteX4" fmla="*/ 544447 w 548188"/>
                  <a:gd name="connsiteY4" fmla="*/ 395704 h 537578"/>
                  <a:gd name="connsiteX5" fmla="*/ 455113 w 548188"/>
                  <a:gd name="connsiteY5" fmla="*/ 356563 h 537578"/>
                  <a:gd name="connsiteX6" fmla="*/ 383675 w 548188"/>
                  <a:gd name="connsiteY6" fmla="*/ 461338 h 537578"/>
                  <a:gd name="connsiteX7" fmla="*/ 314620 w 548188"/>
                  <a:gd name="connsiteY7" fmla="*/ 385138 h 537578"/>
                  <a:gd name="connsiteX8" fmla="*/ 231276 w 548188"/>
                  <a:gd name="connsiteY8" fmla="*/ 537537 h 537578"/>
                  <a:gd name="connsiteX9" fmla="*/ 174126 w 548188"/>
                  <a:gd name="connsiteY9" fmla="*/ 354181 h 537578"/>
                  <a:gd name="connsiteX10" fmla="*/ 73319 w 548188"/>
                  <a:gd name="connsiteY10" fmla="*/ 435936 h 537578"/>
                  <a:gd name="connsiteX11" fmla="*/ 8653 w 548188"/>
                  <a:gd name="connsiteY11" fmla="*/ 348946 h 537578"/>
                  <a:gd name="connsiteX12" fmla="*/ 0 w 548188"/>
                  <a:gd name="connsiteY12" fmla="*/ 331166 h 537578"/>
                  <a:gd name="connsiteX13" fmla="*/ 33857 w 548188"/>
                  <a:gd name="connsiteY13" fmla="*/ 271576 h 537578"/>
                  <a:gd name="connsiteX14" fmla="*/ 296365 w 548188"/>
                  <a:gd name="connsiteY14" fmla="*/ 383 h 537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48188" h="537578">
                    <a:moveTo>
                      <a:pt x="296365" y="383"/>
                    </a:moveTo>
                    <a:cubicBezTo>
                      <a:pt x="310652" y="-761"/>
                      <a:pt x="325201" y="633"/>
                      <a:pt x="340018" y="4932"/>
                    </a:cubicBezTo>
                    <a:cubicBezTo>
                      <a:pt x="475882" y="-1087"/>
                      <a:pt x="474208" y="279247"/>
                      <a:pt x="537410" y="377852"/>
                    </a:cubicBezTo>
                    <a:lnTo>
                      <a:pt x="548188" y="391006"/>
                    </a:lnTo>
                    <a:lnTo>
                      <a:pt x="544447" y="395704"/>
                    </a:lnTo>
                    <a:cubicBezTo>
                      <a:pt x="521217" y="406321"/>
                      <a:pt x="477040" y="343268"/>
                      <a:pt x="455113" y="356563"/>
                    </a:cubicBezTo>
                    <a:cubicBezTo>
                      <a:pt x="425877" y="374290"/>
                      <a:pt x="411853" y="471657"/>
                      <a:pt x="383675" y="461338"/>
                    </a:cubicBezTo>
                    <a:cubicBezTo>
                      <a:pt x="315148" y="451284"/>
                      <a:pt x="374283" y="383815"/>
                      <a:pt x="314620" y="385138"/>
                    </a:cubicBezTo>
                    <a:cubicBezTo>
                      <a:pt x="280886" y="376010"/>
                      <a:pt x="272287" y="521133"/>
                      <a:pt x="231276" y="537537"/>
                    </a:cubicBezTo>
                    <a:cubicBezTo>
                      <a:pt x="163807" y="540713"/>
                      <a:pt x="217517" y="358415"/>
                      <a:pt x="174126" y="354181"/>
                    </a:cubicBezTo>
                    <a:cubicBezTo>
                      <a:pt x="135498" y="345185"/>
                      <a:pt x="110890" y="436730"/>
                      <a:pt x="73319" y="435936"/>
                    </a:cubicBezTo>
                    <a:cubicBezTo>
                      <a:pt x="35021" y="446453"/>
                      <a:pt x="24851" y="394016"/>
                      <a:pt x="8653" y="348946"/>
                    </a:cubicBezTo>
                    <a:lnTo>
                      <a:pt x="0" y="331166"/>
                    </a:lnTo>
                    <a:lnTo>
                      <a:pt x="33857" y="271576"/>
                    </a:lnTo>
                    <a:cubicBezTo>
                      <a:pt x="109263" y="140789"/>
                      <a:pt x="196361" y="8396"/>
                      <a:pt x="296365" y="383"/>
                    </a:cubicBezTo>
                    <a:close/>
                  </a:path>
                </a:pathLst>
              </a:custGeom>
              <a:solidFill>
                <a:srgbClr val="B172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A216D11-E5FA-40EA-A65D-D6D18FF45926}"/>
                  </a:ext>
                </a:extLst>
              </p:cNvPr>
              <p:cNvSpPr/>
              <p:nvPr/>
            </p:nvSpPr>
            <p:spPr>
              <a:xfrm>
                <a:off x="10087174" y="2546333"/>
                <a:ext cx="1735190" cy="1673242"/>
              </a:xfrm>
              <a:custGeom>
                <a:avLst/>
                <a:gdLst>
                  <a:gd name="connsiteX0" fmla="*/ 222438 w 1735190"/>
                  <a:gd name="connsiteY0" fmla="*/ 1435 h 1673242"/>
                  <a:gd name="connsiteX1" fmla="*/ 300405 w 1735190"/>
                  <a:gd name="connsiteY1" fmla="*/ 1038130 h 1673242"/>
                  <a:gd name="connsiteX2" fmla="*/ 453145 w 1735190"/>
                  <a:gd name="connsiteY2" fmla="*/ 892844 h 1673242"/>
                  <a:gd name="connsiteX3" fmla="*/ 481087 w 1735190"/>
                  <a:gd name="connsiteY3" fmla="*/ 843663 h 1673242"/>
                  <a:gd name="connsiteX4" fmla="*/ 489740 w 1735190"/>
                  <a:gd name="connsiteY4" fmla="*/ 861443 h 1673242"/>
                  <a:gd name="connsiteX5" fmla="*/ 554406 w 1735190"/>
                  <a:gd name="connsiteY5" fmla="*/ 948433 h 1673242"/>
                  <a:gd name="connsiteX6" fmla="*/ 655213 w 1735190"/>
                  <a:gd name="connsiteY6" fmla="*/ 866678 h 1673242"/>
                  <a:gd name="connsiteX7" fmla="*/ 712363 w 1735190"/>
                  <a:gd name="connsiteY7" fmla="*/ 1050034 h 1673242"/>
                  <a:gd name="connsiteX8" fmla="*/ 795707 w 1735190"/>
                  <a:gd name="connsiteY8" fmla="*/ 897635 h 1673242"/>
                  <a:gd name="connsiteX9" fmla="*/ 864762 w 1735190"/>
                  <a:gd name="connsiteY9" fmla="*/ 973835 h 1673242"/>
                  <a:gd name="connsiteX10" fmla="*/ 936200 w 1735190"/>
                  <a:gd name="connsiteY10" fmla="*/ 869060 h 1673242"/>
                  <a:gd name="connsiteX11" fmla="*/ 1025534 w 1735190"/>
                  <a:gd name="connsiteY11" fmla="*/ 908201 h 1673242"/>
                  <a:gd name="connsiteX12" fmla="*/ 1029275 w 1735190"/>
                  <a:gd name="connsiteY12" fmla="*/ 903503 h 1673242"/>
                  <a:gd name="connsiteX13" fmla="*/ 1034326 w 1735190"/>
                  <a:gd name="connsiteY13" fmla="*/ 909666 h 1673242"/>
                  <a:gd name="connsiteX14" fmla="*/ 1075105 w 1735190"/>
                  <a:gd name="connsiteY14" fmla="*/ 923829 h 1673242"/>
                  <a:gd name="connsiteX15" fmla="*/ 1101462 w 1735190"/>
                  <a:gd name="connsiteY15" fmla="*/ 872659 h 1673242"/>
                  <a:gd name="connsiteX16" fmla="*/ 1111222 w 1735190"/>
                  <a:gd name="connsiteY16" fmla="*/ 901601 h 1673242"/>
                  <a:gd name="connsiteX17" fmla="*/ 1164006 w 1735190"/>
                  <a:gd name="connsiteY17" fmla="*/ 955576 h 1673242"/>
                  <a:gd name="connsiteX18" fmla="*/ 1271956 w 1735190"/>
                  <a:gd name="connsiteY18" fmla="*/ 850008 h 1673242"/>
                  <a:gd name="connsiteX19" fmla="*/ 1352919 w 1735190"/>
                  <a:gd name="connsiteY19" fmla="*/ 952402 h 1673242"/>
                  <a:gd name="connsiteX20" fmla="*/ 1410069 w 1735190"/>
                  <a:gd name="connsiteY20" fmla="*/ 857152 h 1673242"/>
                  <a:gd name="connsiteX21" fmla="*/ 1500556 w 1735190"/>
                  <a:gd name="connsiteY21" fmla="*/ 957165 h 1673242"/>
                  <a:gd name="connsiteX22" fmla="*/ 1573568 w 1735190"/>
                  <a:gd name="connsiteY22" fmla="*/ 807020 h 1673242"/>
                  <a:gd name="connsiteX23" fmla="*/ 1580126 w 1735190"/>
                  <a:gd name="connsiteY23" fmla="*/ 800130 h 1673242"/>
                  <a:gd name="connsiteX24" fmla="*/ 1617641 w 1735190"/>
                  <a:gd name="connsiteY24" fmla="*/ 867132 h 1673242"/>
                  <a:gd name="connsiteX25" fmla="*/ 1734598 w 1735190"/>
                  <a:gd name="connsiteY25" fmla="*/ 1282150 h 1673242"/>
                  <a:gd name="connsiteX26" fmla="*/ 1955 w 1735190"/>
                  <a:gd name="connsiteY26" fmla="*/ 809530 h 1673242"/>
                  <a:gd name="connsiteX27" fmla="*/ 131676 w 1735190"/>
                  <a:gd name="connsiteY27" fmla="*/ 3986 h 1673242"/>
                  <a:gd name="connsiteX28" fmla="*/ 222438 w 1735190"/>
                  <a:gd name="connsiteY28" fmla="*/ 1435 h 1673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735190" h="1673242">
                    <a:moveTo>
                      <a:pt x="222438" y="1435"/>
                    </a:moveTo>
                    <a:cubicBezTo>
                      <a:pt x="614867" y="38979"/>
                      <a:pt x="121244" y="803123"/>
                      <a:pt x="300405" y="1038130"/>
                    </a:cubicBezTo>
                    <a:cubicBezTo>
                      <a:pt x="343494" y="1070220"/>
                      <a:pt x="394153" y="995346"/>
                      <a:pt x="453145" y="892844"/>
                    </a:cubicBezTo>
                    <a:lnTo>
                      <a:pt x="481087" y="843663"/>
                    </a:lnTo>
                    <a:lnTo>
                      <a:pt x="489740" y="861443"/>
                    </a:lnTo>
                    <a:cubicBezTo>
                      <a:pt x="505938" y="906513"/>
                      <a:pt x="516108" y="958950"/>
                      <a:pt x="554406" y="948433"/>
                    </a:cubicBezTo>
                    <a:cubicBezTo>
                      <a:pt x="591977" y="949227"/>
                      <a:pt x="616585" y="857682"/>
                      <a:pt x="655213" y="866678"/>
                    </a:cubicBezTo>
                    <a:cubicBezTo>
                      <a:pt x="698604" y="870912"/>
                      <a:pt x="644894" y="1053210"/>
                      <a:pt x="712363" y="1050034"/>
                    </a:cubicBezTo>
                    <a:cubicBezTo>
                      <a:pt x="753374" y="1033630"/>
                      <a:pt x="761973" y="888507"/>
                      <a:pt x="795707" y="897635"/>
                    </a:cubicBezTo>
                    <a:cubicBezTo>
                      <a:pt x="855370" y="896312"/>
                      <a:pt x="796235" y="963781"/>
                      <a:pt x="864762" y="973835"/>
                    </a:cubicBezTo>
                    <a:cubicBezTo>
                      <a:pt x="892940" y="984154"/>
                      <a:pt x="906964" y="886787"/>
                      <a:pt x="936200" y="869060"/>
                    </a:cubicBezTo>
                    <a:cubicBezTo>
                      <a:pt x="958127" y="855765"/>
                      <a:pt x="1002304" y="918818"/>
                      <a:pt x="1025534" y="908201"/>
                    </a:cubicBezTo>
                    <a:lnTo>
                      <a:pt x="1029275" y="903503"/>
                    </a:lnTo>
                    <a:lnTo>
                      <a:pt x="1034326" y="909666"/>
                    </a:lnTo>
                    <a:cubicBezTo>
                      <a:pt x="1045769" y="920108"/>
                      <a:pt x="1059117" y="925398"/>
                      <a:pt x="1075105" y="923829"/>
                    </a:cubicBezTo>
                    <a:lnTo>
                      <a:pt x="1101462" y="872659"/>
                    </a:lnTo>
                    <a:lnTo>
                      <a:pt x="1111222" y="901601"/>
                    </a:lnTo>
                    <a:cubicBezTo>
                      <a:pt x="1123657" y="935666"/>
                      <a:pt x="1138474" y="962588"/>
                      <a:pt x="1164006" y="955576"/>
                    </a:cubicBezTo>
                    <a:cubicBezTo>
                      <a:pt x="1201577" y="956370"/>
                      <a:pt x="1240471" y="850537"/>
                      <a:pt x="1271956" y="850008"/>
                    </a:cubicBezTo>
                    <a:cubicBezTo>
                      <a:pt x="1303441" y="849479"/>
                      <a:pt x="1285450" y="955578"/>
                      <a:pt x="1352919" y="952402"/>
                    </a:cubicBezTo>
                    <a:cubicBezTo>
                      <a:pt x="1393930" y="935998"/>
                      <a:pt x="1376335" y="848024"/>
                      <a:pt x="1410069" y="857152"/>
                    </a:cubicBezTo>
                    <a:cubicBezTo>
                      <a:pt x="1469732" y="855829"/>
                      <a:pt x="1432029" y="947111"/>
                      <a:pt x="1500556" y="957165"/>
                    </a:cubicBezTo>
                    <a:cubicBezTo>
                      <a:pt x="1576955" y="947442"/>
                      <a:pt x="1523302" y="877452"/>
                      <a:pt x="1573568" y="807020"/>
                    </a:cubicBezTo>
                    <a:lnTo>
                      <a:pt x="1580126" y="800130"/>
                    </a:lnTo>
                    <a:lnTo>
                      <a:pt x="1617641" y="867132"/>
                    </a:lnTo>
                    <a:cubicBezTo>
                      <a:pt x="1675379" y="963885"/>
                      <a:pt x="1737773" y="1073394"/>
                      <a:pt x="1734598" y="1282150"/>
                    </a:cubicBezTo>
                    <a:cubicBezTo>
                      <a:pt x="1773000" y="1715160"/>
                      <a:pt x="-68197" y="2046570"/>
                      <a:pt x="1955" y="809530"/>
                    </a:cubicBezTo>
                    <a:cubicBezTo>
                      <a:pt x="184895" y="217165"/>
                      <a:pt x="-6814" y="56601"/>
                      <a:pt x="131676" y="3986"/>
                    </a:cubicBezTo>
                    <a:cubicBezTo>
                      <a:pt x="166176" y="-342"/>
                      <a:pt x="196276" y="-1068"/>
                      <a:pt x="222438" y="1435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86CEFD7-334C-4362-A9BE-BD8F74150A82}"/>
                </a:ext>
              </a:extLst>
            </p:cNvPr>
            <p:cNvGrpSpPr/>
            <p:nvPr/>
          </p:nvGrpSpPr>
          <p:grpSpPr>
            <a:xfrm>
              <a:off x="4525592" y="3448730"/>
              <a:ext cx="503110" cy="317395"/>
              <a:chOff x="4525592" y="3448730"/>
              <a:chExt cx="503110" cy="317395"/>
            </a:xfrm>
          </p:grpSpPr>
          <p:sp>
            <p:nvSpPr>
              <p:cNvPr id="70" name="Rectangle 7">
                <a:extLst>
                  <a:ext uri="{FF2B5EF4-FFF2-40B4-BE49-F238E27FC236}">
                    <a16:creationId xmlns:a16="http://schemas.microsoft.com/office/drawing/2014/main" id="{48A51521-EF49-4319-A15B-F475C9CBD498}"/>
                  </a:ext>
                </a:extLst>
              </p:cNvPr>
              <p:cNvSpPr/>
              <p:nvPr/>
            </p:nvSpPr>
            <p:spPr>
              <a:xfrm>
                <a:off x="4525592" y="3448730"/>
                <a:ext cx="503110" cy="317395"/>
              </a:xfrm>
              <a:custGeom>
                <a:avLst/>
                <a:gdLst>
                  <a:gd name="connsiteX0" fmla="*/ 0 w 365125"/>
                  <a:gd name="connsiteY0" fmla="*/ 0 h 142875"/>
                  <a:gd name="connsiteX1" fmla="*/ 365125 w 365125"/>
                  <a:gd name="connsiteY1" fmla="*/ 0 h 142875"/>
                  <a:gd name="connsiteX2" fmla="*/ 365125 w 365125"/>
                  <a:gd name="connsiteY2" fmla="*/ 142875 h 142875"/>
                  <a:gd name="connsiteX3" fmla="*/ 0 w 365125"/>
                  <a:gd name="connsiteY3" fmla="*/ 142875 h 142875"/>
                  <a:gd name="connsiteX4" fmla="*/ 0 w 365125"/>
                  <a:gd name="connsiteY4" fmla="*/ 0 h 142875"/>
                  <a:gd name="connsiteX0" fmla="*/ 35719 w 400844"/>
                  <a:gd name="connsiteY0" fmla="*/ 0 h 238125"/>
                  <a:gd name="connsiteX1" fmla="*/ 400844 w 400844"/>
                  <a:gd name="connsiteY1" fmla="*/ 0 h 238125"/>
                  <a:gd name="connsiteX2" fmla="*/ 400844 w 400844"/>
                  <a:gd name="connsiteY2" fmla="*/ 142875 h 238125"/>
                  <a:gd name="connsiteX3" fmla="*/ 0 w 400844"/>
                  <a:gd name="connsiteY3" fmla="*/ 238125 h 238125"/>
                  <a:gd name="connsiteX4" fmla="*/ 35719 w 400844"/>
                  <a:gd name="connsiteY4" fmla="*/ 0 h 238125"/>
                  <a:gd name="connsiteX0" fmla="*/ 51541 w 416666"/>
                  <a:gd name="connsiteY0" fmla="*/ 0 h 238125"/>
                  <a:gd name="connsiteX1" fmla="*/ 416666 w 416666"/>
                  <a:gd name="connsiteY1" fmla="*/ 0 h 238125"/>
                  <a:gd name="connsiteX2" fmla="*/ 416666 w 416666"/>
                  <a:gd name="connsiteY2" fmla="*/ 142875 h 238125"/>
                  <a:gd name="connsiteX3" fmla="*/ 15822 w 416666"/>
                  <a:gd name="connsiteY3" fmla="*/ 238125 h 238125"/>
                  <a:gd name="connsiteX4" fmla="*/ 1535 w 416666"/>
                  <a:gd name="connsiteY4" fmla="*/ 99219 h 238125"/>
                  <a:gd name="connsiteX5" fmla="*/ 51541 w 416666"/>
                  <a:gd name="connsiteY5" fmla="*/ 0 h 238125"/>
                  <a:gd name="connsiteX0" fmla="*/ 103929 w 416666"/>
                  <a:gd name="connsiteY0" fmla="*/ 0 h 283369"/>
                  <a:gd name="connsiteX1" fmla="*/ 416666 w 416666"/>
                  <a:gd name="connsiteY1" fmla="*/ 45244 h 283369"/>
                  <a:gd name="connsiteX2" fmla="*/ 416666 w 416666"/>
                  <a:gd name="connsiteY2" fmla="*/ 188119 h 283369"/>
                  <a:gd name="connsiteX3" fmla="*/ 15822 w 416666"/>
                  <a:gd name="connsiteY3" fmla="*/ 283369 h 283369"/>
                  <a:gd name="connsiteX4" fmla="*/ 1535 w 416666"/>
                  <a:gd name="connsiteY4" fmla="*/ 144463 h 283369"/>
                  <a:gd name="connsiteX5" fmla="*/ 103929 w 416666"/>
                  <a:gd name="connsiteY5" fmla="*/ 0 h 283369"/>
                  <a:gd name="connsiteX0" fmla="*/ 103929 w 416666"/>
                  <a:gd name="connsiteY0" fmla="*/ 0 h 283369"/>
                  <a:gd name="connsiteX1" fmla="*/ 196797 w 416666"/>
                  <a:gd name="connsiteY1" fmla="*/ 39688 h 283369"/>
                  <a:gd name="connsiteX2" fmla="*/ 416666 w 416666"/>
                  <a:gd name="connsiteY2" fmla="*/ 45244 h 283369"/>
                  <a:gd name="connsiteX3" fmla="*/ 416666 w 416666"/>
                  <a:gd name="connsiteY3" fmla="*/ 188119 h 283369"/>
                  <a:gd name="connsiteX4" fmla="*/ 15822 w 416666"/>
                  <a:gd name="connsiteY4" fmla="*/ 283369 h 283369"/>
                  <a:gd name="connsiteX5" fmla="*/ 1535 w 416666"/>
                  <a:gd name="connsiteY5" fmla="*/ 144463 h 283369"/>
                  <a:gd name="connsiteX6" fmla="*/ 103929 w 416666"/>
                  <a:gd name="connsiteY6" fmla="*/ 0 h 283369"/>
                  <a:gd name="connsiteX0" fmla="*/ 103929 w 485723"/>
                  <a:gd name="connsiteY0" fmla="*/ 0 h 283369"/>
                  <a:gd name="connsiteX1" fmla="*/ 196797 w 485723"/>
                  <a:gd name="connsiteY1" fmla="*/ 39688 h 283369"/>
                  <a:gd name="connsiteX2" fmla="*/ 485723 w 485723"/>
                  <a:gd name="connsiteY2" fmla="*/ 121444 h 283369"/>
                  <a:gd name="connsiteX3" fmla="*/ 416666 w 485723"/>
                  <a:gd name="connsiteY3" fmla="*/ 188119 h 283369"/>
                  <a:gd name="connsiteX4" fmla="*/ 15822 w 485723"/>
                  <a:gd name="connsiteY4" fmla="*/ 283369 h 283369"/>
                  <a:gd name="connsiteX5" fmla="*/ 1535 w 485723"/>
                  <a:gd name="connsiteY5" fmla="*/ 144463 h 283369"/>
                  <a:gd name="connsiteX6" fmla="*/ 103929 w 485723"/>
                  <a:gd name="connsiteY6" fmla="*/ 0 h 283369"/>
                  <a:gd name="connsiteX0" fmla="*/ 103929 w 485723"/>
                  <a:gd name="connsiteY0" fmla="*/ 0 h 283369"/>
                  <a:gd name="connsiteX1" fmla="*/ 196797 w 485723"/>
                  <a:gd name="connsiteY1" fmla="*/ 39688 h 283369"/>
                  <a:gd name="connsiteX2" fmla="*/ 485723 w 485723"/>
                  <a:gd name="connsiteY2" fmla="*/ 121444 h 283369"/>
                  <a:gd name="connsiteX3" fmla="*/ 433335 w 485723"/>
                  <a:gd name="connsiteY3" fmla="*/ 252413 h 283369"/>
                  <a:gd name="connsiteX4" fmla="*/ 15822 w 485723"/>
                  <a:gd name="connsiteY4" fmla="*/ 283369 h 283369"/>
                  <a:gd name="connsiteX5" fmla="*/ 1535 w 485723"/>
                  <a:gd name="connsiteY5" fmla="*/ 144463 h 283369"/>
                  <a:gd name="connsiteX6" fmla="*/ 103929 w 485723"/>
                  <a:gd name="connsiteY6" fmla="*/ 0 h 283369"/>
                  <a:gd name="connsiteX0" fmla="*/ 103929 w 485723"/>
                  <a:gd name="connsiteY0" fmla="*/ 0 h 283369"/>
                  <a:gd name="connsiteX1" fmla="*/ 196797 w 485723"/>
                  <a:gd name="connsiteY1" fmla="*/ 39688 h 283369"/>
                  <a:gd name="connsiteX2" fmla="*/ 485723 w 485723"/>
                  <a:gd name="connsiteY2" fmla="*/ 121444 h 283369"/>
                  <a:gd name="connsiteX3" fmla="*/ 433335 w 485723"/>
                  <a:gd name="connsiteY3" fmla="*/ 252413 h 283369"/>
                  <a:gd name="connsiteX4" fmla="*/ 258710 w 485723"/>
                  <a:gd name="connsiteY4" fmla="*/ 237332 h 283369"/>
                  <a:gd name="connsiteX5" fmla="*/ 15822 w 485723"/>
                  <a:gd name="connsiteY5" fmla="*/ 283369 h 283369"/>
                  <a:gd name="connsiteX6" fmla="*/ 1535 w 485723"/>
                  <a:gd name="connsiteY6" fmla="*/ 144463 h 283369"/>
                  <a:gd name="connsiteX7" fmla="*/ 103929 w 485723"/>
                  <a:gd name="connsiteY7" fmla="*/ 0 h 283369"/>
                  <a:gd name="connsiteX0" fmla="*/ 103929 w 485723"/>
                  <a:gd name="connsiteY0" fmla="*/ 0 h 283369"/>
                  <a:gd name="connsiteX1" fmla="*/ 196797 w 485723"/>
                  <a:gd name="connsiteY1" fmla="*/ 39688 h 283369"/>
                  <a:gd name="connsiteX2" fmla="*/ 485723 w 485723"/>
                  <a:gd name="connsiteY2" fmla="*/ 121444 h 283369"/>
                  <a:gd name="connsiteX3" fmla="*/ 433335 w 485723"/>
                  <a:gd name="connsiteY3" fmla="*/ 252413 h 283369"/>
                  <a:gd name="connsiteX4" fmla="*/ 258710 w 485723"/>
                  <a:gd name="connsiteY4" fmla="*/ 237332 h 283369"/>
                  <a:gd name="connsiteX5" fmla="*/ 15822 w 485723"/>
                  <a:gd name="connsiteY5" fmla="*/ 283369 h 283369"/>
                  <a:gd name="connsiteX6" fmla="*/ 1535 w 485723"/>
                  <a:gd name="connsiteY6" fmla="*/ 144463 h 283369"/>
                  <a:gd name="connsiteX7" fmla="*/ 103929 w 485723"/>
                  <a:gd name="connsiteY7" fmla="*/ 0 h 283369"/>
                  <a:gd name="connsiteX0" fmla="*/ 103929 w 485723"/>
                  <a:gd name="connsiteY0" fmla="*/ 0 h 312519"/>
                  <a:gd name="connsiteX1" fmla="*/ 196797 w 485723"/>
                  <a:gd name="connsiteY1" fmla="*/ 39688 h 312519"/>
                  <a:gd name="connsiteX2" fmla="*/ 485723 w 485723"/>
                  <a:gd name="connsiteY2" fmla="*/ 121444 h 312519"/>
                  <a:gd name="connsiteX3" fmla="*/ 433335 w 485723"/>
                  <a:gd name="connsiteY3" fmla="*/ 252413 h 312519"/>
                  <a:gd name="connsiteX4" fmla="*/ 258710 w 485723"/>
                  <a:gd name="connsiteY4" fmla="*/ 237332 h 312519"/>
                  <a:gd name="connsiteX5" fmla="*/ 15822 w 485723"/>
                  <a:gd name="connsiteY5" fmla="*/ 283369 h 312519"/>
                  <a:gd name="connsiteX6" fmla="*/ 1535 w 485723"/>
                  <a:gd name="connsiteY6" fmla="*/ 144463 h 312519"/>
                  <a:gd name="connsiteX7" fmla="*/ 103929 w 485723"/>
                  <a:gd name="connsiteY7" fmla="*/ 0 h 312519"/>
                  <a:gd name="connsiteX0" fmla="*/ 117846 w 499640"/>
                  <a:gd name="connsiteY0" fmla="*/ 0 h 312519"/>
                  <a:gd name="connsiteX1" fmla="*/ 210714 w 499640"/>
                  <a:gd name="connsiteY1" fmla="*/ 39688 h 312519"/>
                  <a:gd name="connsiteX2" fmla="*/ 499640 w 499640"/>
                  <a:gd name="connsiteY2" fmla="*/ 121444 h 312519"/>
                  <a:gd name="connsiteX3" fmla="*/ 447252 w 499640"/>
                  <a:gd name="connsiteY3" fmla="*/ 252413 h 312519"/>
                  <a:gd name="connsiteX4" fmla="*/ 272627 w 499640"/>
                  <a:gd name="connsiteY4" fmla="*/ 237332 h 312519"/>
                  <a:gd name="connsiteX5" fmla="*/ 29739 w 499640"/>
                  <a:gd name="connsiteY5" fmla="*/ 283369 h 312519"/>
                  <a:gd name="connsiteX6" fmla="*/ 15452 w 499640"/>
                  <a:gd name="connsiteY6" fmla="*/ 144463 h 312519"/>
                  <a:gd name="connsiteX7" fmla="*/ 117846 w 499640"/>
                  <a:gd name="connsiteY7" fmla="*/ 0 h 312519"/>
                  <a:gd name="connsiteX0" fmla="*/ 117846 w 499640"/>
                  <a:gd name="connsiteY0" fmla="*/ 0 h 312519"/>
                  <a:gd name="connsiteX1" fmla="*/ 210714 w 499640"/>
                  <a:gd name="connsiteY1" fmla="*/ 39688 h 312519"/>
                  <a:gd name="connsiteX2" fmla="*/ 499640 w 499640"/>
                  <a:gd name="connsiteY2" fmla="*/ 121444 h 312519"/>
                  <a:gd name="connsiteX3" fmla="*/ 447252 w 499640"/>
                  <a:gd name="connsiteY3" fmla="*/ 252413 h 312519"/>
                  <a:gd name="connsiteX4" fmla="*/ 272627 w 499640"/>
                  <a:gd name="connsiteY4" fmla="*/ 237332 h 312519"/>
                  <a:gd name="connsiteX5" fmla="*/ 29739 w 499640"/>
                  <a:gd name="connsiteY5" fmla="*/ 283369 h 312519"/>
                  <a:gd name="connsiteX6" fmla="*/ 15452 w 499640"/>
                  <a:gd name="connsiteY6" fmla="*/ 144463 h 312519"/>
                  <a:gd name="connsiteX7" fmla="*/ 117846 w 499640"/>
                  <a:gd name="connsiteY7" fmla="*/ 0 h 312519"/>
                  <a:gd name="connsiteX0" fmla="*/ 117846 w 499640"/>
                  <a:gd name="connsiteY0" fmla="*/ 4876 h 317395"/>
                  <a:gd name="connsiteX1" fmla="*/ 210714 w 499640"/>
                  <a:gd name="connsiteY1" fmla="*/ 44564 h 317395"/>
                  <a:gd name="connsiteX2" fmla="*/ 499640 w 499640"/>
                  <a:gd name="connsiteY2" fmla="*/ 126320 h 317395"/>
                  <a:gd name="connsiteX3" fmla="*/ 447252 w 499640"/>
                  <a:gd name="connsiteY3" fmla="*/ 257289 h 317395"/>
                  <a:gd name="connsiteX4" fmla="*/ 272627 w 499640"/>
                  <a:gd name="connsiteY4" fmla="*/ 242208 h 317395"/>
                  <a:gd name="connsiteX5" fmla="*/ 29739 w 499640"/>
                  <a:gd name="connsiteY5" fmla="*/ 288245 h 317395"/>
                  <a:gd name="connsiteX6" fmla="*/ 15452 w 499640"/>
                  <a:gd name="connsiteY6" fmla="*/ 149339 h 317395"/>
                  <a:gd name="connsiteX7" fmla="*/ 117846 w 499640"/>
                  <a:gd name="connsiteY7" fmla="*/ 4876 h 317395"/>
                  <a:gd name="connsiteX0" fmla="*/ 117846 w 499640"/>
                  <a:gd name="connsiteY0" fmla="*/ 4876 h 317395"/>
                  <a:gd name="connsiteX1" fmla="*/ 210714 w 499640"/>
                  <a:gd name="connsiteY1" fmla="*/ 44564 h 317395"/>
                  <a:gd name="connsiteX2" fmla="*/ 499640 w 499640"/>
                  <a:gd name="connsiteY2" fmla="*/ 126320 h 317395"/>
                  <a:gd name="connsiteX3" fmla="*/ 447252 w 499640"/>
                  <a:gd name="connsiteY3" fmla="*/ 257289 h 317395"/>
                  <a:gd name="connsiteX4" fmla="*/ 272627 w 499640"/>
                  <a:gd name="connsiteY4" fmla="*/ 242208 h 317395"/>
                  <a:gd name="connsiteX5" fmla="*/ 29739 w 499640"/>
                  <a:gd name="connsiteY5" fmla="*/ 288245 h 317395"/>
                  <a:gd name="connsiteX6" fmla="*/ 15452 w 499640"/>
                  <a:gd name="connsiteY6" fmla="*/ 149339 h 317395"/>
                  <a:gd name="connsiteX7" fmla="*/ 117846 w 499640"/>
                  <a:gd name="connsiteY7" fmla="*/ 4876 h 317395"/>
                  <a:gd name="connsiteX0" fmla="*/ 117846 w 503110"/>
                  <a:gd name="connsiteY0" fmla="*/ 4876 h 317395"/>
                  <a:gd name="connsiteX1" fmla="*/ 210714 w 503110"/>
                  <a:gd name="connsiteY1" fmla="*/ 44564 h 317395"/>
                  <a:gd name="connsiteX2" fmla="*/ 499640 w 503110"/>
                  <a:gd name="connsiteY2" fmla="*/ 126320 h 317395"/>
                  <a:gd name="connsiteX3" fmla="*/ 447252 w 503110"/>
                  <a:gd name="connsiteY3" fmla="*/ 257289 h 317395"/>
                  <a:gd name="connsiteX4" fmla="*/ 272627 w 503110"/>
                  <a:gd name="connsiteY4" fmla="*/ 242208 h 317395"/>
                  <a:gd name="connsiteX5" fmla="*/ 29739 w 503110"/>
                  <a:gd name="connsiteY5" fmla="*/ 288245 h 317395"/>
                  <a:gd name="connsiteX6" fmla="*/ 15452 w 503110"/>
                  <a:gd name="connsiteY6" fmla="*/ 149339 h 317395"/>
                  <a:gd name="connsiteX7" fmla="*/ 117846 w 503110"/>
                  <a:gd name="connsiteY7" fmla="*/ 4876 h 317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3110" h="317395">
                    <a:moveTo>
                      <a:pt x="117846" y="4876"/>
                    </a:moveTo>
                    <a:cubicBezTo>
                      <a:pt x="160708" y="9374"/>
                      <a:pt x="167852" y="40066"/>
                      <a:pt x="210714" y="44564"/>
                    </a:cubicBezTo>
                    <a:cubicBezTo>
                      <a:pt x="307023" y="71816"/>
                      <a:pt x="479531" y="-117625"/>
                      <a:pt x="499640" y="126320"/>
                    </a:cubicBezTo>
                    <a:cubicBezTo>
                      <a:pt x="510752" y="179501"/>
                      <a:pt x="495671" y="235064"/>
                      <a:pt x="447252" y="257289"/>
                    </a:cubicBezTo>
                    <a:cubicBezTo>
                      <a:pt x="386662" y="261787"/>
                      <a:pt x="333217" y="237710"/>
                      <a:pt x="272627" y="242208"/>
                    </a:cubicBezTo>
                    <a:cubicBezTo>
                      <a:pt x="170233" y="309942"/>
                      <a:pt x="82127" y="346718"/>
                      <a:pt x="29739" y="288245"/>
                    </a:cubicBezTo>
                    <a:cubicBezTo>
                      <a:pt x="-21062" y="233212"/>
                      <a:pt x="6721" y="199610"/>
                      <a:pt x="15452" y="149339"/>
                    </a:cubicBezTo>
                    <a:cubicBezTo>
                      <a:pt x="-7567" y="-10733"/>
                      <a:pt x="83715" y="53030"/>
                      <a:pt x="117846" y="4876"/>
                    </a:cubicBezTo>
                    <a:close/>
                  </a:path>
                </a:pathLst>
              </a:custGeom>
              <a:solidFill>
                <a:srgbClr val="D59A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280FA06-E16C-4ACE-B5ED-3DCF8817420C}"/>
                  </a:ext>
                </a:extLst>
              </p:cNvPr>
              <p:cNvSpPr/>
              <p:nvPr/>
            </p:nvSpPr>
            <p:spPr>
              <a:xfrm>
                <a:off x="4548188" y="3631406"/>
                <a:ext cx="142875" cy="88307"/>
              </a:xfrm>
              <a:custGeom>
                <a:avLst/>
                <a:gdLst>
                  <a:gd name="connsiteX0" fmla="*/ 0 w 130969"/>
                  <a:gd name="connsiteY0" fmla="*/ 102394 h 102394"/>
                  <a:gd name="connsiteX1" fmla="*/ 130969 w 130969"/>
                  <a:gd name="connsiteY1" fmla="*/ 0 h 102394"/>
                  <a:gd name="connsiteX2" fmla="*/ 130969 w 130969"/>
                  <a:gd name="connsiteY2" fmla="*/ 0 h 102394"/>
                  <a:gd name="connsiteX0" fmla="*/ 0 w 142875"/>
                  <a:gd name="connsiteY0" fmla="*/ 88106 h 88106"/>
                  <a:gd name="connsiteX1" fmla="*/ 142875 w 142875"/>
                  <a:gd name="connsiteY1" fmla="*/ 0 h 88106"/>
                  <a:gd name="connsiteX2" fmla="*/ 142875 w 142875"/>
                  <a:gd name="connsiteY2" fmla="*/ 0 h 88106"/>
                  <a:gd name="connsiteX0" fmla="*/ 0 w 142875"/>
                  <a:gd name="connsiteY0" fmla="*/ 88106 h 88285"/>
                  <a:gd name="connsiteX1" fmla="*/ 142875 w 142875"/>
                  <a:gd name="connsiteY1" fmla="*/ 0 h 88285"/>
                  <a:gd name="connsiteX2" fmla="*/ 142875 w 142875"/>
                  <a:gd name="connsiteY2" fmla="*/ 0 h 88285"/>
                  <a:gd name="connsiteX0" fmla="*/ 0 w 142875"/>
                  <a:gd name="connsiteY0" fmla="*/ 88106 h 88307"/>
                  <a:gd name="connsiteX1" fmla="*/ 142875 w 142875"/>
                  <a:gd name="connsiteY1" fmla="*/ 0 h 88307"/>
                  <a:gd name="connsiteX2" fmla="*/ 142875 w 142875"/>
                  <a:gd name="connsiteY2" fmla="*/ 0 h 88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875" h="88307">
                    <a:moveTo>
                      <a:pt x="0" y="88106"/>
                    </a:moveTo>
                    <a:cubicBezTo>
                      <a:pt x="78581" y="92075"/>
                      <a:pt x="111918" y="36513"/>
                      <a:pt x="142875" y="0"/>
                    </a:cubicBezTo>
                    <a:lnTo>
                      <a:pt x="142875" y="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F9185D5F-BDEB-447D-9AD1-5345B6E5528A}"/>
                  </a:ext>
                </a:extLst>
              </p:cNvPr>
              <p:cNvSpPr/>
              <p:nvPr/>
            </p:nvSpPr>
            <p:spPr>
              <a:xfrm>
                <a:off x="4903325" y="3510545"/>
                <a:ext cx="45719" cy="75055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76D9528-B142-4943-AC13-18FCC1B9500B}"/>
                </a:ext>
              </a:extLst>
            </p:cNvPr>
            <p:cNvGrpSpPr/>
            <p:nvPr/>
          </p:nvGrpSpPr>
          <p:grpSpPr>
            <a:xfrm>
              <a:off x="5196400" y="4897431"/>
              <a:ext cx="290183" cy="887845"/>
              <a:chOff x="5196400" y="4897431"/>
              <a:chExt cx="290183" cy="887845"/>
            </a:xfrm>
          </p:grpSpPr>
          <p:sp>
            <p:nvSpPr>
              <p:cNvPr id="68" name="Rectangle 12">
                <a:extLst>
                  <a:ext uri="{FF2B5EF4-FFF2-40B4-BE49-F238E27FC236}">
                    <a16:creationId xmlns:a16="http://schemas.microsoft.com/office/drawing/2014/main" id="{9E0C9788-A705-492E-A095-B4632AEEC35A}"/>
                  </a:ext>
                </a:extLst>
              </p:cNvPr>
              <p:cNvSpPr/>
              <p:nvPr/>
            </p:nvSpPr>
            <p:spPr>
              <a:xfrm>
                <a:off x="5312569" y="4897431"/>
                <a:ext cx="140890" cy="725529"/>
              </a:xfrm>
              <a:custGeom>
                <a:avLst/>
                <a:gdLst>
                  <a:gd name="connsiteX0" fmla="*/ 0 w 140890"/>
                  <a:gd name="connsiteY0" fmla="*/ 0 h 725529"/>
                  <a:gd name="connsiteX1" fmla="*/ 140890 w 140890"/>
                  <a:gd name="connsiteY1" fmla="*/ 0 h 725529"/>
                  <a:gd name="connsiteX2" fmla="*/ 140890 w 140890"/>
                  <a:gd name="connsiteY2" fmla="*/ 725529 h 725529"/>
                  <a:gd name="connsiteX3" fmla="*/ 0 w 140890"/>
                  <a:gd name="connsiteY3" fmla="*/ 725529 h 725529"/>
                  <a:gd name="connsiteX4" fmla="*/ 0 w 140890"/>
                  <a:gd name="connsiteY4" fmla="*/ 0 h 725529"/>
                  <a:gd name="connsiteX0" fmla="*/ 140890 w 232330"/>
                  <a:gd name="connsiteY0" fmla="*/ 0 h 725529"/>
                  <a:gd name="connsiteX1" fmla="*/ 140890 w 232330"/>
                  <a:gd name="connsiteY1" fmla="*/ 725529 h 725529"/>
                  <a:gd name="connsiteX2" fmla="*/ 0 w 232330"/>
                  <a:gd name="connsiteY2" fmla="*/ 725529 h 725529"/>
                  <a:gd name="connsiteX3" fmla="*/ 0 w 232330"/>
                  <a:gd name="connsiteY3" fmla="*/ 0 h 725529"/>
                  <a:gd name="connsiteX4" fmla="*/ 232330 w 232330"/>
                  <a:gd name="connsiteY4" fmla="*/ 91440 h 725529"/>
                  <a:gd name="connsiteX0" fmla="*/ 140890 w 140890"/>
                  <a:gd name="connsiteY0" fmla="*/ 0 h 725529"/>
                  <a:gd name="connsiteX1" fmla="*/ 140890 w 140890"/>
                  <a:gd name="connsiteY1" fmla="*/ 725529 h 725529"/>
                  <a:gd name="connsiteX2" fmla="*/ 0 w 140890"/>
                  <a:gd name="connsiteY2" fmla="*/ 725529 h 725529"/>
                  <a:gd name="connsiteX3" fmla="*/ 0 w 140890"/>
                  <a:gd name="connsiteY3" fmla="*/ 0 h 725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890" h="725529">
                    <a:moveTo>
                      <a:pt x="140890" y="0"/>
                    </a:moveTo>
                    <a:lnTo>
                      <a:pt x="140890" y="725529"/>
                    </a:lnTo>
                    <a:lnTo>
                      <a:pt x="0" y="72552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E8B3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13">
                <a:extLst>
                  <a:ext uri="{FF2B5EF4-FFF2-40B4-BE49-F238E27FC236}">
                    <a16:creationId xmlns:a16="http://schemas.microsoft.com/office/drawing/2014/main" id="{ABB44473-E769-424E-AB50-09BB669A7C0E}"/>
                  </a:ext>
                </a:extLst>
              </p:cNvPr>
              <p:cNvSpPr/>
              <p:nvPr/>
            </p:nvSpPr>
            <p:spPr>
              <a:xfrm>
                <a:off x="5196400" y="5547632"/>
                <a:ext cx="290183" cy="237644"/>
              </a:xfrm>
              <a:custGeom>
                <a:avLst/>
                <a:gdLst>
                  <a:gd name="connsiteX0" fmla="*/ 0 w 278275"/>
                  <a:gd name="connsiteY0" fmla="*/ 0 h 140493"/>
                  <a:gd name="connsiteX1" fmla="*/ 278275 w 278275"/>
                  <a:gd name="connsiteY1" fmla="*/ 0 h 140493"/>
                  <a:gd name="connsiteX2" fmla="*/ 278275 w 278275"/>
                  <a:gd name="connsiteY2" fmla="*/ 140493 h 140493"/>
                  <a:gd name="connsiteX3" fmla="*/ 0 w 278275"/>
                  <a:gd name="connsiteY3" fmla="*/ 140493 h 140493"/>
                  <a:gd name="connsiteX4" fmla="*/ 0 w 278275"/>
                  <a:gd name="connsiteY4" fmla="*/ 0 h 140493"/>
                  <a:gd name="connsiteX0" fmla="*/ 88106 w 278275"/>
                  <a:gd name="connsiteY0" fmla="*/ 0 h 242887"/>
                  <a:gd name="connsiteX1" fmla="*/ 278275 w 278275"/>
                  <a:gd name="connsiteY1" fmla="*/ 102394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88106 w 278275"/>
                  <a:gd name="connsiteY0" fmla="*/ 0 h 242887"/>
                  <a:gd name="connsiteX1" fmla="*/ 218744 w 278275"/>
                  <a:gd name="connsiteY1" fmla="*/ 35719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88106 w 278275"/>
                  <a:gd name="connsiteY0" fmla="*/ 0 h 242887"/>
                  <a:gd name="connsiteX1" fmla="*/ 218744 w 278275"/>
                  <a:gd name="connsiteY1" fmla="*/ 35719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123825 w 313994"/>
                  <a:gd name="connsiteY0" fmla="*/ 0 h 242887"/>
                  <a:gd name="connsiteX1" fmla="*/ 254463 w 313994"/>
                  <a:gd name="connsiteY1" fmla="*/ 35719 h 242887"/>
                  <a:gd name="connsiteX2" fmla="*/ 313994 w 313994"/>
                  <a:gd name="connsiteY2" fmla="*/ 242887 h 242887"/>
                  <a:gd name="connsiteX3" fmla="*/ 0 w 313994"/>
                  <a:gd name="connsiteY3" fmla="*/ 171449 h 242887"/>
                  <a:gd name="connsiteX4" fmla="*/ 123825 w 313994"/>
                  <a:gd name="connsiteY4" fmla="*/ 0 h 242887"/>
                  <a:gd name="connsiteX0" fmla="*/ 123825 w 280657"/>
                  <a:gd name="connsiteY0" fmla="*/ 0 h 204787"/>
                  <a:gd name="connsiteX1" fmla="*/ 254463 w 280657"/>
                  <a:gd name="connsiteY1" fmla="*/ 35719 h 204787"/>
                  <a:gd name="connsiteX2" fmla="*/ 280657 w 280657"/>
                  <a:gd name="connsiteY2" fmla="*/ 204787 h 204787"/>
                  <a:gd name="connsiteX3" fmla="*/ 0 w 280657"/>
                  <a:gd name="connsiteY3" fmla="*/ 171449 h 204787"/>
                  <a:gd name="connsiteX4" fmla="*/ 123825 w 280657"/>
                  <a:gd name="connsiteY4" fmla="*/ 0 h 204787"/>
                  <a:gd name="connsiteX0" fmla="*/ 123825 w 280657"/>
                  <a:gd name="connsiteY0" fmla="*/ 0 h 244206"/>
                  <a:gd name="connsiteX1" fmla="*/ 254463 w 280657"/>
                  <a:gd name="connsiteY1" fmla="*/ 35719 h 244206"/>
                  <a:gd name="connsiteX2" fmla="*/ 280657 w 280657"/>
                  <a:gd name="connsiteY2" fmla="*/ 204787 h 244206"/>
                  <a:gd name="connsiteX3" fmla="*/ 0 w 280657"/>
                  <a:gd name="connsiteY3" fmla="*/ 171449 h 244206"/>
                  <a:gd name="connsiteX4" fmla="*/ 123825 w 280657"/>
                  <a:gd name="connsiteY4" fmla="*/ 0 h 244206"/>
                  <a:gd name="connsiteX0" fmla="*/ 123825 w 280657"/>
                  <a:gd name="connsiteY0" fmla="*/ 0 h 265268"/>
                  <a:gd name="connsiteX1" fmla="*/ 254463 w 280657"/>
                  <a:gd name="connsiteY1" fmla="*/ 35719 h 265268"/>
                  <a:gd name="connsiteX2" fmla="*/ 280657 w 280657"/>
                  <a:gd name="connsiteY2" fmla="*/ 204787 h 265268"/>
                  <a:gd name="connsiteX3" fmla="*/ 0 w 280657"/>
                  <a:gd name="connsiteY3" fmla="*/ 171449 h 265268"/>
                  <a:gd name="connsiteX4" fmla="*/ 123825 w 280657"/>
                  <a:gd name="connsiteY4" fmla="*/ 0 h 265268"/>
                  <a:gd name="connsiteX0" fmla="*/ 123825 w 280657"/>
                  <a:gd name="connsiteY0" fmla="*/ 0 h 268047"/>
                  <a:gd name="connsiteX1" fmla="*/ 254463 w 280657"/>
                  <a:gd name="connsiteY1" fmla="*/ 35719 h 268047"/>
                  <a:gd name="connsiteX2" fmla="*/ 280657 w 280657"/>
                  <a:gd name="connsiteY2" fmla="*/ 204787 h 268047"/>
                  <a:gd name="connsiteX3" fmla="*/ 0 w 280657"/>
                  <a:gd name="connsiteY3" fmla="*/ 178593 h 268047"/>
                  <a:gd name="connsiteX4" fmla="*/ 123825 w 280657"/>
                  <a:gd name="connsiteY4" fmla="*/ 0 h 268047"/>
                  <a:gd name="connsiteX0" fmla="*/ 123825 w 280657"/>
                  <a:gd name="connsiteY0" fmla="*/ 0 h 260833"/>
                  <a:gd name="connsiteX1" fmla="*/ 254463 w 280657"/>
                  <a:gd name="connsiteY1" fmla="*/ 35719 h 260833"/>
                  <a:gd name="connsiteX2" fmla="*/ 280657 w 280657"/>
                  <a:gd name="connsiteY2" fmla="*/ 204787 h 260833"/>
                  <a:gd name="connsiteX3" fmla="*/ 0 w 280657"/>
                  <a:gd name="connsiteY3" fmla="*/ 178593 h 260833"/>
                  <a:gd name="connsiteX4" fmla="*/ 123825 w 280657"/>
                  <a:gd name="connsiteY4" fmla="*/ 0 h 260833"/>
                  <a:gd name="connsiteX0" fmla="*/ 123825 w 280657"/>
                  <a:gd name="connsiteY0" fmla="*/ 0 h 237644"/>
                  <a:gd name="connsiteX1" fmla="*/ 254463 w 280657"/>
                  <a:gd name="connsiteY1" fmla="*/ 35719 h 237644"/>
                  <a:gd name="connsiteX2" fmla="*/ 280657 w 280657"/>
                  <a:gd name="connsiteY2" fmla="*/ 204787 h 237644"/>
                  <a:gd name="connsiteX3" fmla="*/ 0 w 280657"/>
                  <a:gd name="connsiteY3" fmla="*/ 178593 h 237644"/>
                  <a:gd name="connsiteX4" fmla="*/ 123825 w 280657"/>
                  <a:gd name="connsiteY4" fmla="*/ 0 h 237644"/>
                  <a:gd name="connsiteX0" fmla="*/ 123825 w 282807"/>
                  <a:gd name="connsiteY0" fmla="*/ 0 h 237644"/>
                  <a:gd name="connsiteX1" fmla="*/ 254463 w 282807"/>
                  <a:gd name="connsiteY1" fmla="*/ 35719 h 237644"/>
                  <a:gd name="connsiteX2" fmla="*/ 280657 w 282807"/>
                  <a:gd name="connsiteY2" fmla="*/ 204787 h 237644"/>
                  <a:gd name="connsiteX3" fmla="*/ 0 w 282807"/>
                  <a:gd name="connsiteY3" fmla="*/ 178593 h 237644"/>
                  <a:gd name="connsiteX4" fmla="*/ 123825 w 282807"/>
                  <a:gd name="connsiteY4" fmla="*/ 0 h 237644"/>
                  <a:gd name="connsiteX0" fmla="*/ 123825 w 290183"/>
                  <a:gd name="connsiteY0" fmla="*/ 0 h 237644"/>
                  <a:gd name="connsiteX1" fmla="*/ 254463 w 290183"/>
                  <a:gd name="connsiteY1" fmla="*/ 35719 h 237644"/>
                  <a:gd name="connsiteX2" fmla="*/ 280657 w 290183"/>
                  <a:gd name="connsiteY2" fmla="*/ 204787 h 237644"/>
                  <a:gd name="connsiteX3" fmla="*/ 0 w 290183"/>
                  <a:gd name="connsiteY3" fmla="*/ 178593 h 237644"/>
                  <a:gd name="connsiteX4" fmla="*/ 123825 w 290183"/>
                  <a:gd name="connsiteY4" fmla="*/ 0 h 237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183" h="237644">
                    <a:moveTo>
                      <a:pt x="123825" y="0"/>
                    </a:moveTo>
                    <a:cubicBezTo>
                      <a:pt x="167371" y="11906"/>
                      <a:pt x="177580" y="47625"/>
                      <a:pt x="254463" y="35719"/>
                    </a:cubicBezTo>
                    <a:cubicBezTo>
                      <a:pt x="303675" y="134937"/>
                      <a:pt x="290976" y="167481"/>
                      <a:pt x="280657" y="204787"/>
                    </a:cubicBezTo>
                    <a:cubicBezTo>
                      <a:pt x="139481" y="250824"/>
                      <a:pt x="86409" y="253999"/>
                      <a:pt x="0" y="178593"/>
                    </a:cubicBezTo>
                    <a:lnTo>
                      <a:pt x="123825" y="0"/>
                    </a:lnTo>
                    <a:close/>
                  </a:path>
                </a:pathLst>
              </a:custGeom>
              <a:solidFill>
                <a:srgbClr val="B172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B947A43-039C-4FF6-92FC-8EF3A1490AFE}"/>
                </a:ext>
              </a:extLst>
            </p:cNvPr>
            <p:cNvGrpSpPr/>
            <p:nvPr/>
          </p:nvGrpSpPr>
          <p:grpSpPr>
            <a:xfrm>
              <a:off x="5983329" y="4897431"/>
              <a:ext cx="290183" cy="887845"/>
              <a:chOff x="5196400" y="4897431"/>
              <a:chExt cx="290183" cy="887845"/>
            </a:xfrm>
          </p:grpSpPr>
          <p:sp>
            <p:nvSpPr>
              <p:cNvPr id="66" name="Rectangle 12">
                <a:extLst>
                  <a:ext uri="{FF2B5EF4-FFF2-40B4-BE49-F238E27FC236}">
                    <a16:creationId xmlns:a16="http://schemas.microsoft.com/office/drawing/2014/main" id="{97B8B98D-5531-4031-8D0E-821D64A4D0BA}"/>
                  </a:ext>
                </a:extLst>
              </p:cNvPr>
              <p:cNvSpPr/>
              <p:nvPr/>
            </p:nvSpPr>
            <p:spPr>
              <a:xfrm>
                <a:off x="5312569" y="4897431"/>
                <a:ext cx="140890" cy="725529"/>
              </a:xfrm>
              <a:custGeom>
                <a:avLst/>
                <a:gdLst>
                  <a:gd name="connsiteX0" fmla="*/ 0 w 140890"/>
                  <a:gd name="connsiteY0" fmla="*/ 0 h 725529"/>
                  <a:gd name="connsiteX1" fmla="*/ 140890 w 140890"/>
                  <a:gd name="connsiteY1" fmla="*/ 0 h 725529"/>
                  <a:gd name="connsiteX2" fmla="*/ 140890 w 140890"/>
                  <a:gd name="connsiteY2" fmla="*/ 725529 h 725529"/>
                  <a:gd name="connsiteX3" fmla="*/ 0 w 140890"/>
                  <a:gd name="connsiteY3" fmla="*/ 725529 h 725529"/>
                  <a:gd name="connsiteX4" fmla="*/ 0 w 140890"/>
                  <a:gd name="connsiteY4" fmla="*/ 0 h 725529"/>
                  <a:gd name="connsiteX0" fmla="*/ 140890 w 232330"/>
                  <a:gd name="connsiteY0" fmla="*/ 0 h 725529"/>
                  <a:gd name="connsiteX1" fmla="*/ 140890 w 232330"/>
                  <a:gd name="connsiteY1" fmla="*/ 725529 h 725529"/>
                  <a:gd name="connsiteX2" fmla="*/ 0 w 232330"/>
                  <a:gd name="connsiteY2" fmla="*/ 725529 h 725529"/>
                  <a:gd name="connsiteX3" fmla="*/ 0 w 232330"/>
                  <a:gd name="connsiteY3" fmla="*/ 0 h 725529"/>
                  <a:gd name="connsiteX4" fmla="*/ 232330 w 232330"/>
                  <a:gd name="connsiteY4" fmla="*/ 91440 h 725529"/>
                  <a:gd name="connsiteX0" fmla="*/ 140890 w 140890"/>
                  <a:gd name="connsiteY0" fmla="*/ 0 h 725529"/>
                  <a:gd name="connsiteX1" fmla="*/ 140890 w 140890"/>
                  <a:gd name="connsiteY1" fmla="*/ 725529 h 725529"/>
                  <a:gd name="connsiteX2" fmla="*/ 0 w 140890"/>
                  <a:gd name="connsiteY2" fmla="*/ 725529 h 725529"/>
                  <a:gd name="connsiteX3" fmla="*/ 0 w 140890"/>
                  <a:gd name="connsiteY3" fmla="*/ 0 h 725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0890" h="725529">
                    <a:moveTo>
                      <a:pt x="140890" y="0"/>
                    </a:moveTo>
                    <a:lnTo>
                      <a:pt x="140890" y="725529"/>
                    </a:lnTo>
                    <a:lnTo>
                      <a:pt x="0" y="72552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E8B3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13">
                <a:extLst>
                  <a:ext uri="{FF2B5EF4-FFF2-40B4-BE49-F238E27FC236}">
                    <a16:creationId xmlns:a16="http://schemas.microsoft.com/office/drawing/2014/main" id="{A0A82AB6-2BB5-4476-BE97-8E8920B1177B}"/>
                  </a:ext>
                </a:extLst>
              </p:cNvPr>
              <p:cNvSpPr/>
              <p:nvPr/>
            </p:nvSpPr>
            <p:spPr>
              <a:xfrm>
                <a:off x="5196400" y="5547632"/>
                <a:ext cx="290183" cy="237644"/>
              </a:xfrm>
              <a:custGeom>
                <a:avLst/>
                <a:gdLst>
                  <a:gd name="connsiteX0" fmla="*/ 0 w 278275"/>
                  <a:gd name="connsiteY0" fmla="*/ 0 h 140493"/>
                  <a:gd name="connsiteX1" fmla="*/ 278275 w 278275"/>
                  <a:gd name="connsiteY1" fmla="*/ 0 h 140493"/>
                  <a:gd name="connsiteX2" fmla="*/ 278275 w 278275"/>
                  <a:gd name="connsiteY2" fmla="*/ 140493 h 140493"/>
                  <a:gd name="connsiteX3" fmla="*/ 0 w 278275"/>
                  <a:gd name="connsiteY3" fmla="*/ 140493 h 140493"/>
                  <a:gd name="connsiteX4" fmla="*/ 0 w 278275"/>
                  <a:gd name="connsiteY4" fmla="*/ 0 h 140493"/>
                  <a:gd name="connsiteX0" fmla="*/ 88106 w 278275"/>
                  <a:gd name="connsiteY0" fmla="*/ 0 h 242887"/>
                  <a:gd name="connsiteX1" fmla="*/ 278275 w 278275"/>
                  <a:gd name="connsiteY1" fmla="*/ 102394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88106 w 278275"/>
                  <a:gd name="connsiteY0" fmla="*/ 0 h 242887"/>
                  <a:gd name="connsiteX1" fmla="*/ 218744 w 278275"/>
                  <a:gd name="connsiteY1" fmla="*/ 35719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88106 w 278275"/>
                  <a:gd name="connsiteY0" fmla="*/ 0 h 242887"/>
                  <a:gd name="connsiteX1" fmla="*/ 218744 w 278275"/>
                  <a:gd name="connsiteY1" fmla="*/ 35719 h 242887"/>
                  <a:gd name="connsiteX2" fmla="*/ 278275 w 278275"/>
                  <a:gd name="connsiteY2" fmla="*/ 242887 h 242887"/>
                  <a:gd name="connsiteX3" fmla="*/ 0 w 278275"/>
                  <a:gd name="connsiteY3" fmla="*/ 242887 h 242887"/>
                  <a:gd name="connsiteX4" fmla="*/ 88106 w 278275"/>
                  <a:gd name="connsiteY4" fmla="*/ 0 h 242887"/>
                  <a:gd name="connsiteX0" fmla="*/ 123825 w 313994"/>
                  <a:gd name="connsiteY0" fmla="*/ 0 h 242887"/>
                  <a:gd name="connsiteX1" fmla="*/ 254463 w 313994"/>
                  <a:gd name="connsiteY1" fmla="*/ 35719 h 242887"/>
                  <a:gd name="connsiteX2" fmla="*/ 313994 w 313994"/>
                  <a:gd name="connsiteY2" fmla="*/ 242887 h 242887"/>
                  <a:gd name="connsiteX3" fmla="*/ 0 w 313994"/>
                  <a:gd name="connsiteY3" fmla="*/ 171449 h 242887"/>
                  <a:gd name="connsiteX4" fmla="*/ 123825 w 313994"/>
                  <a:gd name="connsiteY4" fmla="*/ 0 h 242887"/>
                  <a:gd name="connsiteX0" fmla="*/ 123825 w 280657"/>
                  <a:gd name="connsiteY0" fmla="*/ 0 h 204787"/>
                  <a:gd name="connsiteX1" fmla="*/ 254463 w 280657"/>
                  <a:gd name="connsiteY1" fmla="*/ 35719 h 204787"/>
                  <a:gd name="connsiteX2" fmla="*/ 280657 w 280657"/>
                  <a:gd name="connsiteY2" fmla="*/ 204787 h 204787"/>
                  <a:gd name="connsiteX3" fmla="*/ 0 w 280657"/>
                  <a:gd name="connsiteY3" fmla="*/ 171449 h 204787"/>
                  <a:gd name="connsiteX4" fmla="*/ 123825 w 280657"/>
                  <a:gd name="connsiteY4" fmla="*/ 0 h 204787"/>
                  <a:gd name="connsiteX0" fmla="*/ 123825 w 280657"/>
                  <a:gd name="connsiteY0" fmla="*/ 0 h 244206"/>
                  <a:gd name="connsiteX1" fmla="*/ 254463 w 280657"/>
                  <a:gd name="connsiteY1" fmla="*/ 35719 h 244206"/>
                  <a:gd name="connsiteX2" fmla="*/ 280657 w 280657"/>
                  <a:gd name="connsiteY2" fmla="*/ 204787 h 244206"/>
                  <a:gd name="connsiteX3" fmla="*/ 0 w 280657"/>
                  <a:gd name="connsiteY3" fmla="*/ 171449 h 244206"/>
                  <a:gd name="connsiteX4" fmla="*/ 123825 w 280657"/>
                  <a:gd name="connsiteY4" fmla="*/ 0 h 244206"/>
                  <a:gd name="connsiteX0" fmla="*/ 123825 w 280657"/>
                  <a:gd name="connsiteY0" fmla="*/ 0 h 265268"/>
                  <a:gd name="connsiteX1" fmla="*/ 254463 w 280657"/>
                  <a:gd name="connsiteY1" fmla="*/ 35719 h 265268"/>
                  <a:gd name="connsiteX2" fmla="*/ 280657 w 280657"/>
                  <a:gd name="connsiteY2" fmla="*/ 204787 h 265268"/>
                  <a:gd name="connsiteX3" fmla="*/ 0 w 280657"/>
                  <a:gd name="connsiteY3" fmla="*/ 171449 h 265268"/>
                  <a:gd name="connsiteX4" fmla="*/ 123825 w 280657"/>
                  <a:gd name="connsiteY4" fmla="*/ 0 h 265268"/>
                  <a:gd name="connsiteX0" fmla="*/ 123825 w 280657"/>
                  <a:gd name="connsiteY0" fmla="*/ 0 h 268047"/>
                  <a:gd name="connsiteX1" fmla="*/ 254463 w 280657"/>
                  <a:gd name="connsiteY1" fmla="*/ 35719 h 268047"/>
                  <a:gd name="connsiteX2" fmla="*/ 280657 w 280657"/>
                  <a:gd name="connsiteY2" fmla="*/ 204787 h 268047"/>
                  <a:gd name="connsiteX3" fmla="*/ 0 w 280657"/>
                  <a:gd name="connsiteY3" fmla="*/ 178593 h 268047"/>
                  <a:gd name="connsiteX4" fmla="*/ 123825 w 280657"/>
                  <a:gd name="connsiteY4" fmla="*/ 0 h 268047"/>
                  <a:gd name="connsiteX0" fmla="*/ 123825 w 280657"/>
                  <a:gd name="connsiteY0" fmla="*/ 0 h 260833"/>
                  <a:gd name="connsiteX1" fmla="*/ 254463 w 280657"/>
                  <a:gd name="connsiteY1" fmla="*/ 35719 h 260833"/>
                  <a:gd name="connsiteX2" fmla="*/ 280657 w 280657"/>
                  <a:gd name="connsiteY2" fmla="*/ 204787 h 260833"/>
                  <a:gd name="connsiteX3" fmla="*/ 0 w 280657"/>
                  <a:gd name="connsiteY3" fmla="*/ 178593 h 260833"/>
                  <a:gd name="connsiteX4" fmla="*/ 123825 w 280657"/>
                  <a:gd name="connsiteY4" fmla="*/ 0 h 260833"/>
                  <a:gd name="connsiteX0" fmla="*/ 123825 w 280657"/>
                  <a:gd name="connsiteY0" fmla="*/ 0 h 237644"/>
                  <a:gd name="connsiteX1" fmla="*/ 254463 w 280657"/>
                  <a:gd name="connsiteY1" fmla="*/ 35719 h 237644"/>
                  <a:gd name="connsiteX2" fmla="*/ 280657 w 280657"/>
                  <a:gd name="connsiteY2" fmla="*/ 204787 h 237644"/>
                  <a:gd name="connsiteX3" fmla="*/ 0 w 280657"/>
                  <a:gd name="connsiteY3" fmla="*/ 178593 h 237644"/>
                  <a:gd name="connsiteX4" fmla="*/ 123825 w 280657"/>
                  <a:gd name="connsiteY4" fmla="*/ 0 h 237644"/>
                  <a:gd name="connsiteX0" fmla="*/ 123825 w 282807"/>
                  <a:gd name="connsiteY0" fmla="*/ 0 h 237644"/>
                  <a:gd name="connsiteX1" fmla="*/ 254463 w 282807"/>
                  <a:gd name="connsiteY1" fmla="*/ 35719 h 237644"/>
                  <a:gd name="connsiteX2" fmla="*/ 280657 w 282807"/>
                  <a:gd name="connsiteY2" fmla="*/ 204787 h 237644"/>
                  <a:gd name="connsiteX3" fmla="*/ 0 w 282807"/>
                  <a:gd name="connsiteY3" fmla="*/ 178593 h 237644"/>
                  <a:gd name="connsiteX4" fmla="*/ 123825 w 282807"/>
                  <a:gd name="connsiteY4" fmla="*/ 0 h 237644"/>
                  <a:gd name="connsiteX0" fmla="*/ 123825 w 290183"/>
                  <a:gd name="connsiteY0" fmla="*/ 0 h 237644"/>
                  <a:gd name="connsiteX1" fmla="*/ 254463 w 290183"/>
                  <a:gd name="connsiteY1" fmla="*/ 35719 h 237644"/>
                  <a:gd name="connsiteX2" fmla="*/ 280657 w 290183"/>
                  <a:gd name="connsiteY2" fmla="*/ 204787 h 237644"/>
                  <a:gd name="connsiteX3" fmla="*/ 0 w 290183"/>
                  <a:gd name="connsiteY3" fmla="*/ 178593 h 237644"/>
                  <a:gd name="connsiteX4" fmla="*/ 123825 w 290183"/>
                  <a:gd name="connsiteY4" fmla="*/ 0 h 237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0183" h="237644">
                    <a:moveTo>
                      <a:pt x="123825" y="0"/>
                    </a:moveTo>
                    <a:cubicBezTo>
                      <a:pt x="167371" y="11906"/>
                      <a:pt x="177580" y="47625"/>
                      <a:pt x="254463" y="35719"/>
                    </a:cubicBezTo>
                    <a:cubicBezTo>
                      <a:pt x="303675" y="134937"/>
                      <a:pt x="290976" y="167481"/>
                      <a:pt x="280657" y="204787"/>
                    </a:cubicBezTo>
                    <a:cubicBezTo>
                      <a:pt x="139481" y="250824"/>
                      <a:pt x="86409" y="253999"/>
                      <a:pt x="0" y="178593"/>
                    </a:cubicBezTo>
                    <a:lnTo>
                      <a:pt x="123825" y="0"/>
                    </a:lnTo>
                    <a:close/>
                  </a:path>
                </a:pathLst>
              </a:custGeom>
              <a:solidFill>
                <a:srgbClr val="B172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12" name="ttsMP3.com_VoiceText_2025-4-23_21-13-27">
            <a:hlinkClick r:id="" action="ppaction://media"/>
            <a:extLst>
              <a:ext uri="{FF2B5EF4-FFF2-40B4-BE49-F238E27FC236}">
                <a16:creationId xmlns:a16="http://schemas.microsoft.com/office/drawing/2014/main" id="{CC63AD18-6FA0-469F-94DA-C16AEB6AE42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7039" y="2160712"/>
            <a:ext cx="609600" cy="609600"/>
          </a:xfrm>
          <a:prstGeom prst="rect">
            <a:avLst/>
          </a:prstGeom>
        </p:spPr>
      </p:pic>
      <p:pic>
        <p:nvPicPr>
          <p:cNvPr id="96" name="1sec">
            <a:hlinkClick r:id="" action="ppaction://media"/>
            <a:extLst>
              <a:ext uri="{FF2B5EF4-FFF2-40B4-BE49-F238E27FC236}">
                <a16:creationId xmlns:a16="http://schemas.microsoft.com/office/drawing/2014/main" id="{ABFBAE51-EEC1-4E2F-90B2-ACADAB20A24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643109" y="2192620"/>
            <a:ext cx="609600" cy="609600"/>
          </a:xfrm>
          <a:prstGeom prst="rect">
            <a:avLst/>
          </a:prstGeom>
        </p:spPr>
      </p:pic>
      <p:pic>
        <p:nvPicPr>
          <p:cNvPr id="13" name="ttsMP3.com_VoiceText_2025-4-23_21-14-3">
            <a:hlinkClick r:id="" action="ppaction://media"/>
            <a:extLst>
              <a:ext uri="{FF2B5EF4-FFF2-40B4-BE49-F238E27FC236}">
                <a16:creationId xmlns:a16="http://schemas.microsoft.com/office/drawing/2014/main" id="{A048D068-9353-4AC9-ACDE-27B25C63369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67478" y="2137250"/>
            <a:ext cx="609600" cy="609600"/>
          </a:xfrm>
          <a:prstGeom prst="rect">
            <a:avLst/>
          </a:prstGeom>
        </p:spPr>
      </p:pic>
      <p:pic>
        <p:nvPicPr>
          <p:cNvPr id="97" name="1sec">
            <a:hlinkClick r:id="" action="ppaction://media"/>
            <a:extLst>
              <a:ext uri="{FF2B5EF4-FFF2-40B4-BE49-F238E27FC236}">
                <a16:creationId xmlns:a16="http://schemas.microsoft.com/office/drawing/2014/main" id="{D3CA42C5-A919-429A-928D-3A913408AA5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470099" y="2135577"/>
            <a:ext cx="609600" cy="609600"/>
          </a:xfrm>
          <a:prstGeom prst="rect">
            <a:avLst/>
          </a:prstGeom>
        </p:spPr>
      </p:pic>
      <p:pic>
        <p:nvPicPr>
          <p:cNvPr id="98" name="1sec">
            <a:hlinkClick r:id="" action="ppaction://media"/>
            <a:extLst>
              <a:ext uri="{FF2B5EF4-FFF2-40B4-BE49-F238E27FC236}">
                <a16:creationId xmlns:a16="http://schemas.microsoft.com/office/drawing/2014/main" id="{2A838D69-B354-4D96-A300-7C660C3A16E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190186" y="214616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9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56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152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9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208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9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6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7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2A7595-BC39-4E74-99E4-5B90E4737E65}"/>
              </a:ext>
            </a:extLst>
          </p:cNvPr>
          <p:cNvSpPr/>
          <p:nvPr/>
        </p:nvSpPr>
        <p:spPr>
          <a:xfrm>
            <a:off x="2430643" y="179968"/>
            <a:ext cx="3278204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Tr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</a:rPr>
              <a:t>ee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592E20-DD88-4E13-A0FC-3D7E0D55CF05}"/>
              </a:ext>
            </a:extLst>
          </p:cNvPr>
          <p:cNvSpPr/>
          <p:nvPr/>
        </p:nvSpPr>
        <p:spPr>
          <a:xfrm>
            <a:off x="287129" y="179968"/>
            <a:ext cx="1886228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</a:rPr>
              <a:t>ee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7" name="ttsMP3.com_VoiceText_2025-4-23_21-16-50">
            <a:hlinkClick r:id="" action="ppaction://media"/>
            <a:extLst>
              <a:ext uri="{FF2B5EF4-FFF2-40B4-BE49-F238E27FC236}">
                <a16:creationId xmlns:a16="http://schemas.microsoft.com/office/drawing/2014/main" id="{CEC28C35-7CC7-4B8F-8E94-809551D384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40228" y="2020082"/>
            <a:ext cx="609600" cy="609600"/>
          </a:xfrm>
          <a:prstGeom prst="rect">
            <a:avLst/>
          </a:prstGeom>
        </p:spPr>
      </p:pic>
      <p:pic>
        <p:nvPicPr>
          <p:cNvPr id="28" name="1sec">
            <a:hlinkClick r:id="" action="ppaction://media"/>
            <a:extLst>
              <a:ext uri="{FF2B5EF4-FFF2-40B4-BE49-F238E27FC236}">
                <a16:creationId xmlns:a16="http://schemas.microsoft.com/office/drawing/2014/main" id="{D8163C12-73EF-4C0F-8B9E-DACD2EE21A3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68673" y="2020082"/>
            <a:ext cx="609600" cy="609600"/>
          </a:xfrm>
          <a:prstGeom prst="rect">
            <a:avLst/>
          </a:prstGeom>
        </p:spPr>
      </p:pic>
      <p:pic>
        <p:nvPicPr>
          <p:cNvPr id="29" name="ttsMP3.com_VoiceText_2025-4-23_21-17-24">
            <a:hlinkClick r:id="" action="ppaction://media"/>
            <a:extLst>
              <a:ext uri="{FF2B5EF4-FFF2-40B4-BE49-F238E27FC236}">
                <a16:creationId xmlns:a16="http://schemas.microsoft.com/office/drawing/2014/main" id="{9487A3CC-0B5A-453E-A571-8F1A32A90F9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10315" y="2078139"/>
            <a:ext cx="609600" cy="609600"/>
          </a:xfrm>
          <a:prstGeom prst="rect">
            <a:avLst/>
          </a:prstGeom>
        </p:spPr>
      </p:pic>
      <p:pic>
        <p:nvPicPr>
          <p:cNvPr id="30" name="1sec">
            <a:hlinkClick r:id="" action="ppaction://media"/>
            <a:extLst>
              <a:ext uri="{FF2B5EF4-FFF2-40B4-BE49-F238E27FC236}">
                <a16:creationId xmlns:a16="http://schemas.microsoft.com/office/drawing/2014/main" id="{69CAAD84-D075-4AFF-8827-7D0AB858BAF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64794" y="2068852"/>
            <a:ext cx="609600" cy="609600"/>
          </a:xfrm>
          <a:prstGeom prst="rect">
            <a:avLst/>
          </a:prstGeom>
        </p:spPr>
      </p:pic>
      <p:pic>
        <p:nvPicPr>
          <p:cNvPr id="31" name="1sec">
            <a:hlinkClick r:id="" action="ppaction://media"/>
            <a:extLst>
              <a:ext uri="{FF2B5EF4-FFF2-40B4-BE49-F238E27FC236}">
                <a16:creationId xmlns:a16="http://schemas.microsoft.com/office/drawing/2014/main" id="{07D831A2-465A-4593-81BD-B54A5D948AF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382020" y="2068852"/>
            <a:ext cx="609600" cy="60960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1D3FC31A-714C-45A3-B91D-063B27CA4CDF}"/>
              </a:ext>
            </a:extLst>
          </p:cNvPr>
          <p:cNvGrpSpPr/>
          <p:nvPr/>
        </p:nvGrpSpPr>
        <p:grpSpPr>
          <a:xfrm>
            <a:off x="5708847" y="423339"/>
            <a:ext cx="5890533" cy="6011321"/>
            <a:chOff x="5708847" y="423339"/>
            <a:chExt cx="5890533" cy="6011321"/>
          </a:xfrm>
        </p:grpSpPr>
        <p:sp>
          <p:nvSpPr>
            <p:cNvPr id="24" name="Rectangle 42">
              <a:extLst>
                <a:ext uri="{FF2B5EF4-FFF2-40B4-BE49-F238E27FC236}">
                  <a16:creationId xmlns:a16="http://schemas.microsoft.com/office/drawing/2014/main" id="{A10D7BB8-888B-412E-80F6-282195BFE3C1}"/>
                </a:ext>
              </a:extLst>
            </p:cNvPr>
            <p:cNvSpPr/>
            <p:nvPr/>
          </p:nvSpPr>
          <p:spPr>
            <a:xfrm>
              <a:off x="5708847" y="423339"/>
              <a:ext cx="5890533" cy="3900627"/>
            </a:xfrm>
            <a:custGeom>
              <a:avLst/>
              <a:gdLst>
                <a:gd name="connsiteX0" fmla="*/ 0 w 901700"/>
                <a:gd name="connsiteY0" fmla="*/ 0 h 196850"/>
                <a:gd name="connsiteX1" fmla="*/ 901700 w 901700"/>
                <a:gd name="connsiteY1" fmla="*/ 0 h 196850"/>
                <a:gd name="connsiteX2" fmla="*/ 901700 w 901700"/>
                <a:gd name="connsiteY2" fmla="*/ 196850 h 196850"/>
                <a:gd name="connsiteX3" fmla="*/ 0 w 901700"/>
                <a:gd name="connsiteY3" fmla="*/ 196850 h 196850"/>
                <a:gd name="connsiteX4" fmla="*/ 0 w 901700"/>
                <a:gd name="connsiteY4" fmla="*/ 0 h 196850"/>
                <a:gd name="connsiteX0" fmla="*/ 0 w 955675"/>
                <a:gd name="connsiteY0" fmla="*/ 0 h 250825"/>
                <a:gd name="connsiteX1" fmla="*/ 955675 w 955675"/>
                <a:gd name="connsiteY1" fmla="*/ 53975 h 250825"/>
                <a:gd name="connsiteX2" fmla="*/ 955675 w 955675"/>
                <a:gd name="connsiteY2" fmla="*/ 250825 h 250825"/>
                <a:gd name="connsiteX3" fmla="*/ 53975 w 955675"/>
                <a:gd name="connsiteY3" fmla="*/ 250825 h 250825"/>
                <a:gd name="connsiteX4" fmla="*/ 0 w 955675"/>
                <a:gd name="connsiteY4" fmla="*/ 0 h 250825"/>
                <a:gd name="connsiteX0" fmla="*/ 153049 w 1108724"/>
                <a:gd name="connsiteY0" fmla="*/ 0 h 250825"/>
                <a:gd name="connsiteX1" fmla="*/ 1108724 w 1108724"/>
                <a:gd name="connsiteY1" fmla="*/ 53975 h 250825"/>
                <a:gd name="connsiteX2" fmla="*/ 1108724 w 1108724"/>
                <a:gd name="connsiteY2" fmla="*/ 250825 h 250825"/>
                <a:gd name="connsiteX3" fmla="*/ 207024 w 1108724"/>
                <a:gd name="connsiteY3" fmla="*/ 250825 h 250825"/>
                <a:gd name="connsiteX4" fmla="*/ 0 w 1108724"/>
                <a:gd name="connsiteY4" fmla="*/ 105661 h 250825"/>
                <a:gd name="connsiteX5" fmla="*/ 153049 w 1108724"/>
                <a:gd name="connsiteY5" fmla="*/ 0 h 250825"/>
                <a:gd name="connsiteX0" fmla="*/ 154915 w 1110590"/>
                <a:gd name="connsiteY0" fmla="*/ 0 h 288624"/>
                <a:gd name="connsiteX1" fmla="*/ 1110590 w 1110590"/>
                <a:gd name="connsiteY1" fmla="*/ 53975 h 288624"/>
                <a:gd name="connsiteX2" fmla="*/ 1110590 w 1110590"/>
                <a:gd name="connsiteY2" fmla="*/ 250825 h 288624"/>
                <a:gd name="connsiteX3" fmla="*/ 208890 w 1110590"/>
                <a:gd name="connsiteY3" fmla="*/ 250825 h 288624"/>
                <a:gd name="connsiteX4" fmla="*/ 55841 w 1110590"/>
                <a:gd name="connsiteY4" fmla="*/ 283461 h 288624"/>
                <a:gd name="connsiteX5" fmla="*/ 1866 w 1110590"/>
                <a:gd name="connsiteY5" fmla="*/ 105661 h 288624"/>
                <a:gd name="connsiteX6" fmla="*/ 154915 w 1110590"/>
                <a:gd name="connsiteY6" fmla="*/ 0 h 288624"/>
                <a:gd name="connsiteX0" fmla="*/ 154915 w 1110590"/>
                <a:gd name="connsiteY0" fmla="*/ 0 h 381000"/>
                <a:gd name="connsiteX1" fmla="*/ 1110590 w 1110590"/>
                <a:gd name="connsiteY1" fmla="*/ 53975 h 381000"/>
                <a:gd name="connsiteX2" fmla="*/ 1110590 w 1110590"/>
                <a:gd name="connsiteY2" fmla="*/ 250825 h 381000"/>
                <a:gd name="connsiteX3" fmla="*/ 145390 w 1110590"/>
                <a:gd name="connsiteY3" fmla="*/ 381000 h 381000"/>
                <a:gd name="connsiteX4" fmla="*/ 55841 w 1110590"/>
                <a:gd name="connsiteY4" fmla="*/ 283461 h 381000"/>
                <a:gd name="connsiteX5" fmla="*/ 1866 w 1110590"/>
                <a:gd name="connsiteY5" fmla="*/ 105661 h 381000"/>
                <a:gd name="connsiteX6" fmla="*/ 154915 w 1110590"/>
                <a:gd name="connsiteY6" fmla="*/ 0 h 381000"/>
                <a:gd name="connsiteX0" fmla="*/ 154915 w 1110590"/>
                <a:gd name="connsiteY0" fmla="*/ 0 h 448560"/>
                <a:gd name="connsiteX1" fmla="*/ 1110590 w 1110590"/>
                <a:gd name="connsiteY1" fmla="*/ 53975 h 448560"/>
                <a:gd name="connsiteX2" fmla="*/ 1110590 w 1110590"/>
                <a:gd name="connsiteY2" fmla="*/ 250825 h 448560"/>
                <a:gd name="connsiteX3" fmla="*/ 278091 w 1110590"/>
                <a:gd name="connsiteY3" fmla="*/ 448560 h 448560"/>
                <a:gd name="connsiteX4" fmla="*/ 145390 w 1110590"/>
                <a:gd name="connsiteY4" fmla="*/ 381000 h 448560"/>
                <a:gd name="connsiteX5" fmla="*/ 55841 w 1110590"/>
                <a:gd name="connsiteY5" fmla="*/ 283461 h 448560"/>
                <a:gd name="connsiteX6" fmla="*/ 1866 w 1110590"/>
                <a:gd name="connsiteY6" fmla="*/ 105661 h 448560"/>
                <a:gd name="connsiteX7" fmla="*/ 154915 w 1110590"/>
                <a:gd name="connsiteY7" fmla="*/ 0 h 448560"/>
                <a:gd name="connsiteX0" fmla="*/ 154915 w 1110590"/>
                <a:gd name="connsiteY0" fmla="*/ 0 h 482129"/>
                <a:gd name="connsiteX1" fmla="*/ 1110590 w 1110590"/>
                <a:gd name="connsiteY1" fmla="*/ 53975 h 482129"/>
                <a:gd name="connsiteX2" fmla="*/ 1110590 w 1110590"/>
                <a:gd name="connsiteY2" fmla="*/ 250825 h 482129"/>
                <a:gd name="connsiteX3" fmla="*/ 424141 w 1110590"/>
                <a:gd name="connsiteY3" fmla="*/ 470785 h 482129"/>
                <a:gd name="connsiteX4" fmla="*/ 278091 w 1110590"/>
                <a:gd name="connsiteY4" fmla="*/ 448560 h 482129"/>
                <a:gd name="connsiteX5" fmla="*/ 145390 w 1110590"/>
                <a:gd name="connsiteY5" fmla="*/ 381000 h 482129"/>
                <a:gd name="connsiteX6" fmla="*/ 55841 w 1110590"/>
                <a:gd name="connsiteY6" fmla="*/ 283461 h 482129"/>
                <a:gd name="connsiteX7" fmla="*/ 1866 w 1110590"/>
                <a:gd name="connsiteY7" fmla="*/ 105661 h 482129"/>
                <a:gd name="connsiteX8" fmla="*/ 154915 w 1110590"/>
                <a:gd name="connsiteY8" fmla="*/ 0 h 482129"/>
                <a:gd name="connsiteX0" fmla="*/ 154915 w 1110590"/>
                <a:gd name="connsiteY0" fmla="*/ 0 h 482129"/>
                <a:gd name="connsiteX1" fmla="*/ 1110590 w 1110590"/>
                <a:gd name="connsiteY1" fmla="*/ 53975 h 482129"/>
                <a:gd name="connsiteX2" fmla="*/ 1110590 w 1110590"/>
                <a:gd name="connsiteY2" fmla="*/ 250825 h 482129"/>
                <a:gd name="connsiteX3" fmla="*/ 424141 w 1110590"/>
                <a:gd name="connsiteY3" fmla="*/ 470785 h 482129"/>
                <a:gd name="connsiteX4" fmla="*/ 278091 w 1110590"/>
                <a:gd name="connsiteY4" fmla="*/ 448560 h 482129"/>
                <a:gd name="connsiteX5" fmla="*/ 145390 w 1110590"/>
                <a:gd name="connsiteY5" fmla="*/ 381000 h 482129"/>
                <a:gd name="connsiteX6" fmla="*/ 55841 w 1110590"/>
                <a:gd name="connsiteY6" fmla="*/ 283461 h 482129"/>
                <a:gd name="connsiteX7" fmla="*/ 1866 w 1110590"/>
                <a:gd name="connsiteY7" fmla="*/ 105661 h 482129"/>
                <a:gd name="connsiteX8" fmla="*/ 154915 w 1110590"/>
                <a:gd name="connsiteY8" fmla="*/ 0 h 482129"/>
                <a:gd name="connsiteX0" fmla="*/ 154915 w 1110590"/>
                <a:gd name="connsiteY0" fmla="*/ 0 h 482129"/>
                <a:gd name="connsiteX1" fmla="*/ 1110590 w 1110590"/>
                <a:gd name="connsiteY1" fmla="*/ 53975 h 482129"/>
                <a:gd name="connsiteX2" fmla="*/ 1110590 w 1110590"/>
                <a:gd name="connsiteY2" fmla="*/ 250825 h 482129"/>
                <a:gd name="connsiteX3" fmla="*/ 935316 w 1110590"/>
                <a:gd name="connsiteY3" fmla="*/ 416810 h 482129"/>
                <a:gd name="connsiteX4" fmla="*/ 424141 w 1110590"/>
                <a:gd name="connsiteY4" fmla="*/ 470785 h 482129"/>
                <a:gd name="connsiteX5" fmla="*/ 278091 w 1110590"/>
                <a:gd name="connsiteY5" fmla="*/ 448560 h 482129"/>
                <a:gd name="connsiteX6" fmla="*/ 145390 w 1110590"/>
                <a:gd name="connsiteY6" fmla="*/ 381000 h 482129"/>
                <a:gd name="connsiteX7" fmla="*/ 55841 w 1110590"/>
                <a:gd name="connsiteY7" fmla="*/ 283461 h 482129"/>
                <a:gd name="connsiteX8" fmla="*/ 1866 w 1110590"/>
                <a:gd name="connsiteY8" fmla="*/ 105661 h 482129"/>
                <a:gd name="connsiteX9" fmla="*/ 154915 w 1110590"/>
                <a:gd name="connsiteY9" fmla="*/ 0 h 482129"/>
                <a:gd name="connsiteX0" fmla="*/ 154915 w 1110590"/>
                <a:gd name="connsiteY0" fmla="*/ 0 h 482129"/>
                <a:gd name="connsiteX1" fmla="*/ 1110590 w 1110590"/>
                <a:gd name="connsiteY1" fmla="*/ 53975 h 482129"/>
                <a:gd name="connsiteX2" fmla="*/ 1110590 w 1110590"/>
                <a:gd name="connsiteY2" fmla="*/ 250825 h 482129"/>
                <a:gd name="connsiteX3" fmla="*/ 1081366 w 1110590"/>
                <a:gd name="connsiteY3" fmla="*/ 359660 h 482129"/>
                <a:gd name="connsiteX4" fmla="*/ 935316 w 1110590"/>
                <a:gd name="connsiteY4" fmla="*/ 416810 h 482129"/>
                <a:gd name="connsiteX5" fmla="*/ 424141 w 1110590"/>
                <a:gd name="connsiteY5" fmla="*/ 470785 h 482129"/>
                <a:gd name="connsiteX6" fmla="*/ 278091 w 1110590"/>
                <a:gd name="connsiteY6" fmla="*/ 448560 h 482129"/>
                <a:gd name="connsiteX7" fmla="*/ 145390 w 1110590"/>
                <a:gd name="connsiteY7" fmla="*/ 381000 h 482129"/>
                <a:gd name="connsiteX8" fmla="*/ 55841 w 1110590"/>
                <a:gd name="connsiteY8" fmla="*/ 283461 h 482129"/>
                <a:gd name="connsiteX9" fmla="*/ 1866 w 1110590"/>
                <a:gd name="connsiteY9" fmla="*/ 105661 h 482129"/>
                <a:gd name="connsiteX10" fmla="*/ 154915 w 1110590"/>
                <a:gd name="connsiteY10" fmla="*/ 0 h 482129"/>
                <a:gd name="connsiteX0" fmla="*/ 154915 w 1170915"/>
                <a:gd name="connsiteY0" fmla="*/ 0 h 482129"/>
                <a:gd name="connsiteX1" fmla="*/ 1110590 w 1170915"/>
                <a:gd name="connsiteY1" fmla="*/ 53975 h 482129"/>
                <a:gd name="connsiteX2" fmla="*/ 1170915 w 1170915"/>
                <a:gd name="connsiteY2" fmla="*/ 212725 h 482129"/>
                <a:gd name="connsiteX3" fmla="*/ 1081366 w 1170915"/>
                <a:gd name="connsiteY3" fmla="*/ 359660 h 482129"/>
                <a:gd name="connsiteX4" fmla="*/ 935316 w 1170915"/>
                <a:gd name="connsiteY4" fmla="*/ 416810 h 482129"/>
                <a:gd name="connsiteX5" fmla="*/ 424141 w 1170915"/>
                <a:gd name="connsiteY5" fmla="*/ 470785 h 482129"/>
                <a:gd name="connsiteX6" fmla="*/ 278091 w 1170915"/>
                <a:gd name="connsiteY6" fmla="*/ 448560 h 482129"/>
                <a:gd name="connsiteX7" fmla="*/ 145390 w 1170915"/>
                <a:gd name="connsiteY7" fmla="*/ 381000 h 482129"/>
                <a:gd name="connsiteX8" fmla="*/ 55841 w 1170915"/>
                <a:gd name="connsiteY8" fmla="*/ 283461 h 482129"/>
                <a:gd name="connsiteX9" fmla="*/ 1866 w 1170915"/>
                <a:gd name="connsiteY9" fmla="*/ 105661 h 482129"/>
                <a:gd name="connsiteX10" fmla="*/ 154915 w 1170915"/>
                <a:gd name="connsiteY10" fmla="*/ 0 h 482129"/>
                <a:gd name="connsiteX0" fmla="*/ 154915 w 1192491"/>
                <a:gd name="connsiteY0" fmla="*/ 58332 h 540461"/>
                <a:gd name="connsiteX1" fmla="*/ 1110590 w 1192491"/>
                <a:gd name="connsiteY1" fmla="*/ 112307 h 540461"/>
                <a:gd name="connsiteX2" fmla="*/ 1192491 w 1192491"/>
                <a:gd name="connsiteY2" fmla="*/ 2067 h 540461"/>
                <a:gd name="connsiteX3" fmla="*/ 1170915 w 1192491"/>
                <a:gd name="connsiteY3" fmla="*/ 271057 h 540461"/>
                <a:gd name="connsiteX4" fmla="*/ 1081366 w 1192491"/>
                <a:gd name="connsiteY4" fmla="*/ 417992 h 540461"/>
                <a:gd name="connsiteX5" fmla="*/ 935316 w 1192491"/>
                <a:gd name="connsiteY5" fmla="*/ 475142 h 540461"/>
                <a:gd name="connsiteX6" fmla="*/ 424141 w 1192491"/>
                <a:gd name="connsiteY6" fmla="*/ 529117 h 540461"/>
                <a:gd name="connsiteX7" fmla="*/ 278091 w 1192491"/>
                <a:gd name="connsiteY7" fmla="*/ 506892 h 540461"/>
                <a:gd name="connsiteX8" fmla="*/ 145390 w 1192491"/>
                <a:gd name="connsiteY8" fmla="*/ 439332 h 540461"/>
                <a:gd name="connsiteX9" fmla="*/ 55841 w 1192491"/>
                <a:gd name="connsiteY9" fmla="*/ 341793 h 540461"/>
                <a:gd name="connsiteX10" fmla="*/ 1866 w 1192491"/>
                <a:gd name="connsiteY10" fmla="*/ 163993 h 540461"/>
                <a:gd name="connsiteX11" fmla="*/ 154915 w 1192491"/>
                <a:gd name="connsiteY11" fmla="*/ 58332 h 540461"/>
                <a:gd name="connsiteX0" fmla="*/ 154915 w 1192491"/>
                <a:gd name="connsiteY0" fmla="*/ 171450 h 653579"/>
                <a:gd name="connsiteX1" fmla="*/ 1024865 w 1192491"/>
                <a:gd name="connsiteY1" fmla="*/ 0 h 653579"/>
                <a:gd name="connsiteX2" fmla="*/ 1192491 w 1192491"/>
                <a:gd name="connsiteY2" fmla="*/ 115185 h 653579"/>
                <a:gd name="connsiteX3" fmla="*/ 1170915 w 1192491"/>
                <a:gd name="connsiteY3" fmla="*/ 384175 h 653579"/>
                <a:gd name="connsiteX4" fmla="*/ 1081366 w 1192491"/>
                <a:gd name="connsiteY4" fmla="*/ 531110 h 653579"/>
                <a:gd name="connsiteX5" fmla="*/ 935316 w 1192491"/>
                <a:gd name="connsiteY5" fmla="*/ 588260 h 653579"/>
                <a:gd name="connsiteX6" fmla="*/ 424141 w 1192491"/>
                <a:gd name="connsiteY6" fmla="*/ 642235 h 653579"/>
                <a:gd name="connsiteX7" fmla="*/ 278091 w 1192491"/>
                <a:gd name="connsiteY7" fmla="*/ 620010 h 653579"/>
                <a:gd name="connsiteX8" fmla="*/ 145390 w 1192491"/>
                <a:gd name="connsiteY8" fmla="*/ 552450 h 653579"/>
                <a:gd name="connsiteX9" fmla="*/ 55841 w 1192491"/>
                <a:gd name="connsiteY9" fmla="*/ 454911 h 653579"/>
                <a:gd name="connsiteX10" fmla="*/ 1866 w 1192491"/>
                <a:gd name="connsiteY10" fmla="*/ 277111 h 653579"/>
                <a:gd name="connsiteX11" fmla="*/ 154915 w 1192491"/>
                <a:gd name="connsiteY11" fmla="*/ 171450 h 653579"/>
                <a:gd name="connsiteX0" fmla="*/ 154915 w 1192491"/>
                <a:gd name="connsiteY0" fmla="*/ 265815 h 747944"/>
                <a:gd name="connsiteX1" fmla="*/ 881341 w 1192491"/>
                <a:gd name="connsiteY1" fmla="*/ 0 h 747944"/>
                <a:gd name="connsiteX2" fmla="*/ 1024865 w 1192491"/>
                <a:gd name="connsiteY2" fmla="*/ 94365 h 747944"/>
                <a:gd name="connsiteX3" fmla="*/ 1192491 w 1192491"/>
                <a:gd name="connsiteY3" fmla="*/ 209550 h 747944"/>
                <a:gd name="connsiteX4" fmla="*/ 1170915 w 1192491"/>
                <a:gd name="connsiteY4" fmla="*/ 478540 h 747944"/>
                <a:gd name="connsiteX5" fmla="*/ 1081366 w 1192491"/>
                <a:gd name="connsiteY5" fmla="*/ 625475 h 747944"/>
                <a:gd name="connsiteX6" fmla="*/ 935316 w 1192491"/>
                <a:gd name="connsiteY6" fmla="*/ 682625 h 747944"/>
                <a:gd name="connsiteX7" fmla="*/ 424141 w 1192491"/>
                <a:gd name="connsiteY7" fmla="*/ 736600 h 747944"/>
                <a:gd name="connsiteX8" fmla="*/ 278091 w 1192491"/>
                <a:gd name="connsiteY8" fmla="*/ 714375 h 747944"/>
                <a:gd name="connsiteX9" fmla="*/ 145390 w 1192491"/>
                <a:gd name="connsiteY9" fmla="*/ 646815 h 747944"/>
                <a:gd name="connsiteX10" fmla="*/ 55841 w 1192491"/>
                <a:gd name="connsiteY10" fmla="*/ 549276 h 747944"/>
                <a:gd name="connsiteX11" fmla="*/ 1866 w 1192491"/>
                <a:gd name="connsiteY11" fmla="*/ 371476 h 747944"/>
                <a:gd name="connsiteX12" fmla="*/ 154915 w 1192491"/>
                <a:gd name="connsiteY12" fmla="*/ 265815 h 747944"/>
                <a:gd name="connsiteX0" fmla="*/ 154915 w 1192491"/>
                <a:gd name="connsiteY0" fmla="*/ 311992 h 794121"/>
                <a:gd name="connsiteX1" fmla="*/ 716241 w 1192491"/>
                <a:gd name="connsiteY1" fmla="*/ 14427 h 794121"/>
                <a:gd name="connsiteX2" fmla="*/ 881341 w 1192491"/>
                <a:gd name="connsiteY2" fmla="*/ 46177 h 794121"/>
                <a:gd name="connsiteX3" fmla="*/ 1024865 w 1192491"/>
                <a:gd name="connsiteY3" fmla="*/ 140542 h 794121"/>
                <a:gd name="connsiteX4" fmla="*/ 1192491 w 1192491"/>
                <a:gd name="connsiteY4" fmla="*/ 255727 h 794121"/>
                <a:gd name="connsiteX5" fmla="*/ 1170915 w 1192491"/>
                <a:gd name="connsiteY5" fmla="*/ 524717 h 794121"/>
                <a:gd name="connsiteX6" fmla="*/ 1081366 w 1192491"/>
                <a:gd name="connsiteY6" fmla="*/ 671652 h 794121"/>
                <a:gd name="connsiteX7" fmla="*/ 935316 w 1192491"/>
                <a:gd name="connsiteY7" fmla="*/ 728802 h 794121"/>
                <a:gd name="connsiteX8" fmla="*/ 424141 w 1192491"/>
                <a:gd name="connsiteY8" fmla="*/ 782777 h 794121"/>
                <a:gd name="connsiteX9" fmla="*/ 278091 w 1192491"/>
                <a:gd name="connsiteY9" fmla="*/ 760552 h 794121"/>
                <a:gd name="connsiteX10" fmla="*/ 145390 w 1192491"/>
                <a:gd name="connsiteY10" fmla="*/ 692992 h 794121"/>
                <a:gd name="connsiteX11" fmla="*/ 55841 w 1192491"/>
                <a:gd name="connsiteY11" fmla="*/ 595453 h 794121"/>
                <a:gd name="connsiteX12" fmla="*/ 1866 w 1192491"/>
                <a:gd name="connsiteY12" fmla="*/ 417653 h 794121"/>
                <a:gd name="connsiteX13" fmla="*/ 154915 w 1192491"/>
                <a:gd name="connsiteY13" fmla="*/ 311992 h 794121"/>
                <a:gd name="connsiteX0" fmla="*/ 154915 w 1192491"/>
                <a:gd name="connsiteY0" fmla="*/ 344455 h 826584"/>
                <a:gd name="connsiteX1" fmla="*/ 595591 w 1192491"/>
                <a:gd name="connsiteY1" fmla="*/ 15141 h 826584"/>
                <a:gd name="connsiteX2" fmla="*/ 716241 w 1192491"/>
                <a:gd name="connsiteY2" fmla="*/ 46890 h 826584"/>
                <a:gd name="connsiteX3" fmla="*/ 881341 w 1192491"/>
                <a:gd name="connsiteY3" fmla="*/ 78640 h 826584"/>
                <a:gd name="connsiteX4" fmla="*/ 1024865 w 1192491"/>
                <a:gd name="connsiteY4" fmla="*/ 173005 h 826584"/>
                <a:gd name="connsiteX5" fmla="*/ 1192491 w 1192491"/>
                <a:gd name="connsiteY5" fmla="*/ 288190 h 826584"/>
                <a:gd name="connsiteX6" fmla="*/ 1170915 w 1192491"/>
                <a:gd name="connsiteY6" fmla="*/ 557180 h 826584"/>
                <a:gd name="connsiteX7" fmla="*/ 1081366 w 1192491"/>
                <a:gd name="connsiteY7" fmla="*/ 704115 h 826584"/>
                <a:gd name="connsiteX8" fmla="*/ 935316 w 1192491"/>
                <a:gd name="connsiteY8" fmla="*/ 761265 h 826584"/>
                <a:gd name="connsiteX9" fmla="*/ 424141 w 1192491"/>
                <a:gd name="connsiteY9" fmla="*/ 815240 h 826584"/>
                <a:gd name="connsiteX10" fmla="*/ 278091 w 1192491"/>
                <a:gd name="connsiteY10" fmla="*/ 793015 h 826584"/>
                <a:gd name="connsiteX11" fmla="*/ 145390 w 1192491"/>
                <a:gd name="connsiteY11" fmla="*/ 725455 h 826584"/>
                <a:gd name="connsiteX12" fmla="*/ 55841 w 1192491"/>
                <a:gd name="connsiteY12" fmla="*/ 627916 h 826584"/>
                <a:gd name="connsiteX13" fmla="*/ 1866 w 1192491"/>
                <a:gd name="connsiteY13" fmla="*/ 450116 h 826584"/>
                <a:gd name="connsiteX14" fmla="*/ 154915 w 1192491"/>
                <a:gd name="connsiteY14" fmla="*/ 344455 h 826584"/>
                <a:gd name="connsiteX0" fmla="*/ 154915 w 1192491"/>
                <a:gd name="connsiteY0" fmla="*/ 331056 h 813185"/>
                <a:gd name="connsiteX1" fmla="*/ 395566 w 1192491"/>
                <a:gd name="connsiteY1" fmla="*/ 68417 h 813185"/>
                <a:gd name="connsiteX2" fmla="*/ 595591 w 1192491"/>
                <a:gd name="connsiteY2" fmla="*/ 1742 h 813185"/>
                <a:gd name="connsiteX3" fmla="*/ 716241 w 1192491"/>
                <a:gd name="connsiteY3" fmla="*/ 33491 h 813185"/>
                <a:gd name="connsiteX4" fmla="*/ 881341 w 1192491"/>
                <a:gd name="connsiteY4" fmla="*/ 65241 h 813185"/>
                <a:gd name="connsiteX5" fmla="*/ 1024865 w 1192491"/>
                <a:gd name="connsiteY5" fmla="*/ 159606 h 813185"/>
                <a:gd name="connsiteX6" fmla="*/ 1192491 w 1192491"/>
                <a:gd name="connsiteY6" fmla="*/ 274791 h 813185"/>
                <a:gd name="connsiteX7" fmla="*/ 1170915 w 1192491"/>
                <a:gd name="connsiteY7" fmla="*/ 543781 h 813185"/>
                <a:gd name="connsiteX8" fmla="*/ 1081366 w 1192491"/>
                <a:gd name="connsiteY8" fmla="*/ 690716 h 813185"/>
                <a:gd name="connsiteX9" fmla="*/ 935316 w 1192491"/>
                <a:gd name="connsiteY9" fmla="*/ 747866 h 813185"/>
                <a:gd name="connsiteX10" fmla="*/ 424141 w 1192491"/>
                <a:gd name="connsiteY10" fmla="*/ 801841 h 813185"/>
                <a:gd name="connsiteX11" fmla="*/ 278091 w 1192491"/>
                <a:gd name="connsiteY11" fmla="*/ 779616 h 813185"/>
                <a:gd name="connsiteX12" fmla="*/ 145390 w 1192491"/>
                <a:gd name="connsiteY12" fmla="*/ 712056 h 813185"/>
                <a:gd name="connsiteX13" fmla="*/ 55841 w 1192491"/>
                <a:gd name="connsiteY13" fmla="*/ 614517 h 813185"/>
                <a:gd name="connsiteX14" fmla="*/ 1866 w 1192491"/>
                <a:gd name="connsiteY14" fmla="*/ 436717 h 813185"/>
                <a:gd name="connsiteX15" fmla="*/ 154915 w 1192491"/>
                <a:gd name="connsiteY15" fmla="*/ 331056 h 813185"/>
                <a:gd name="connsiteX0" fmla="*/ 154915 w 1192491"/>
                <a:gd name="connsiteY0" fmla="*/ 331056 h 813185"/>
                <a:gd name="connsiteX1" fmla="*/ 284441 w 1192491"/>
                <a:gd name="connsiteY1" fmla="*/ 173192 h 813185"/>
                <a:gd name="connsiteX2" fmla="*/ 395566 w 1192491"/>
                <a:gd name="connsiteY2" fmla="*/ 68417 h 813185"/>
                <a:gd name="connsiteX3" fmla="*/ 595591 w 1192491"/>
                <a:gd name="connsiteY3" fmla="*/ 1742 h 813185"/>
                <a:gd name="connsiteX4" fmla="*/ 716241 w 1192491"/>
                <a:gd name="connsiteY4" fmla="*/ 33491 h 813185"/>
                <a:gd name="connsiteX5" fmla="*/ 881341 w 1192491"/>
                <a:gd name="connsiteY5" fmla="*/ 65241 h 813185"/>
                <a:gd name="connsiteX6" fmla="*/ 1024865 w 1192491"/>
                <a:gd name="connsiteY6" fmla="*/ 159606 h 813185"/>
                <a:gd name="connsiteX7" fmla="*/ 1192491 w 1192491"/>
                <a:gd name="connsiteY7" fmla="*/ 274791 h 813185"/>
                <a:gd name="connsiteX8" fmla="*/ 1170915 w 1192491"/>
                <a:gd name="connsiteY8" fmla="*/ 543781 h 813185"/>
                <a:gd name="connsiteX9" fmla="*/ 1081366 w 1192491"/>
                <a:gd name="connsiteY9" fmla="*/ 690716 h 813185"/>
                <a:gd name="connsiteX10" fmla="*/ 935316 w 1192491"/>
                <a:gd name="connsiteY10" fmla="*/ 747866 h 813185"/>
                <a:gd name="connsiteX11" fmla="*/ 424141 w 1192491"/>
                <a:gd name="connsiteY11" fmla="*/ 801841 h 813185"/>
                <a:gd name="connsiteX12" fmla="*/ 278091 w 1192491"/>
                <a:gd name="connsiteY12" fmla="*/ 779616 h 813185"/>
                <a:gd name="connsiteX13" fmla="*/ 145390 w 1192491"/>
                <a:gd name="connsiteY13" fmla="*/ 712056 h 813185"/>
                <a:gd name="connsiteX14" fmla="*/ 55841 w 1192491"/>
                <a:gd name="connsiteY14" fmla="*/ 614517 h 813185"/>
                <a:gd name="connsiteX15" fmla="*/ 1866 w 1192491"/>
                <a:gd name="connsiteY15" fmla="*/ 436717 h 813185"/>
                <a:gd name="connsiteX16" fmla="*/ 154915 w 1192491"/>
                <a:gd name="connsiteY16" fmla="*/ 331056 h 813185"/>
                <a:gd name="connsiteX0" fmla="*/ 154915 w 1192491"/>
                <a:gd name="connsiteY0" fmla="*/ 331056 h 813185"/>
                <a:gd name="connsiteX1" fmla="*/ 284441 w 1192491"/>
                <a:gd name="connsiteY1" fmla="*/ 173192 h 813185"/>
                <a:gd name="connsiteX2" fmla="*/ 395566 w 1192491"/>
                <a:gd name="connsiteY2" fmla="*/ 68417 h 813185"/>
                <a:gd name="connsiteX3" fmla="*/ 595591 w 1192491"/>
                <a:gd name="connsiteY3" fmla="*/ 1742 h 813185"/>
                <a:gd name="connsiteX4" fmla="*/ 716241 w 1192491"/>
                <a:gd name="connsiteY4" fmla="*/ 33491 h 813185"/>
                <a:gd name="connsiteX5" fmla="*/ 881341 w 1192491"/>
                <a:gd name="connsiteY5" fmla="*/ 65241 h 813185"/>
                <a:gd name="connsiteX6" fmla="*/ 1024865 w 1192491"/>
                <a:gd name="connsiteY6" fmla="*/ 159606 h 813185"/>
                <a:gd name="connsiteX7" fmla="*/ 1192491 w 1192491"/>
                <a:gd name="connsiteY7" fmla="*/ 274791 h 813185"/>
                <a:gd name="connsiteX8" fmla="*/ 1170915 w 1192491"/>
                <a:gd name="connsiteY8" fmla="*/ 543781 h 813185"/>
                <a:gd name="connsiteX9" fmla="*/ 1081366 w 1192491"/>
                <a:gd name="connsiteY9" fmla="*/ 690716 h 813185"/>
                <a:gd name="connsiteX10" fmla="*/ 935316 w 1192491"/>
                <a:gd name="connsiteY10" fmla="*/ 747866 h 813185"/>
                <a:gd name="connsiteX11" fmla="*/ 424141 w 1192491"/>
                <a:gd name="connsiteY11" fmla="*/ 801841 h 813185"/>
                <a:gd name="connsiteX12" fmla="*/ 278091 w 1192491"/>
                <a:gd name="connsiteY12" fmla="*/ 779616 h 813185"/>
                <a:gd name="connsiteX13" fmla="*/ 145390 w 1192491"/>
                <a:gd name="connsiteY13" fmla="*/ 712056 h 813185"/>
                <a:gd name="connsiteX14" fmla="*/ 55841 w 1192491"/>
                <a:gd name="connsiteY14" fmla="*/ 614517 h 813185"/>
                <a:gd name="connsiteX15" fmla="*/ 1866 w 1192491"/>
                <a:gd name="connsiteY15" fmla="*/ 436717 h 813185"/>
                <a:gd name="connsiteX16" fmla="*/ 154915 w 1192491"/>
                <a:gd name="connsiteY16" fmla="*/ 331056 h 813185"/>
                <a:gd name="connsiteX0" fmla="*/ 154915 w 1192491"/>
                <a:gd name="connsiteY0" fmla="*/ 331056 h 814259"/>
                <a:gd name="connsiteX1" fmla="*/ 284441 w 1192491"/>
                <a:gd name="connsiteY1" fmla="*/ 173192 h 814259"/>
                <a:gd name="connsiteX2" fmla="*/ 395566 w 1192491"/>
                <a:gd name="connsiteY2" fmla="*/ 68417 h 814259"/>
                <a:gd name="connsiteX3" fmla="*/ 595591 w 1192491"/>
                <a:gd name="connsiteY3" fmla="*/ 1742 h 814259"/>
                <a:gd name="connsiteX4" fmla="*/ 716241 w 1192491"/>
                <a:gd name="connsiteY4" fmla="*/ 33491 h 814259"/>
                <a:gd name="connsiteX5" fmla="*/ 881341 w 1192491"/>
                <a:gd name="connsiteY5" fmla="*/ 65241 h 814259"/>
                <a:gd name="connsiteX6" fmla="*/ 1024865 w 1192491"/>
                <a:gd name="connsiteY6" fmla="*/ 159606 h 814259"/>
                <a:gd name="connsiteX7" fmla="*/ 1192491 w 1192491"/>
                <a:gd name="connsiteY7" fmla="*/ 274791 h 814259"/>
                <a:gd name="connsiteX8" fmla="*/ 1170915 w 1192491"/>
                <a:gd name="connsiteY8" fmla="*/ 543781 h 814259"/>
                <a:gd name="connsiteX9" fmla="*/ 1081366 w 1192491"/>
                <a:gd name="connsiteY9" fmla="*/ 690716 h 814259"/>
                <a:gd name="connsiteX10" fmla="*/ 935316 w 1192491"/>
                <a:gd name="connsiteY10" fmla="*/ 747866 h 814259"/>
                <a:gd name="connsiteX11" fmla="*/ 424141 w 1192491"/>
                <a:gd name="connsiteY11" fmla="*/ 801841 h 814259"/>
                <a:gd name="connsiteX12" fmla="*/ 274916 w 1192491"/>
                <a:gd name="connsiteY12" fmla="*/ 785966 h 814259"/>
                <a:gd name="connsiteX13" fmla="*/ 145390 w 1192491"/>
                <a:gd name="connsiteY13" fmla="*/ 712056 h 814259"/>
                <a:gd name="connsiteX14" fmla="*/ 55841 w 1192491"/>
                <a:gd name="connsiteY14" fmla="*/ 614517 h 814259"/>
                <a:gd name="connsiteX15" fmla="*/ 1866 w 1192491"/>
                <a:gd name="connsiteY15" fmla="*/ 436717 h 814259"/>
                <a:gd name="connsiteX16" fmla="*/ 154915 w 1192491"/>
                <a:gd name="connsiteY16" fmla="*/ 331056 h 814259"/>
                <a:gd name="connsiteX0" fmla="*/ 154915 w 1192491"/>
                <a:gd name="connsiteY0" fmla="*/ 331056 h 814259"/>
                <a:gd name="connsiteX1" fmla="*/ 284441 w 1192491"/>
                <a:gd name="connsiteY1" fmla="*/ 173192 h 814259"/>
                <a:gd name="connsiteX2" fmla="*/ 395566 w 1192491"/>
                <a:gd name="connsiteY2" fmla="*/ 68417 h 814259"/>
                <a:gd name="connsiteX3" fmla="*/ 595591 w 1192491"/>
                <a:gd name="connsiteY3" fmla="*/ 1742 h 814259"/>
                <a:gd name="connsiteX4" fmla="*/ 716241 w 1192491"/>
                <a:gd name="connsiteY4" fmla="*/ 33491 h 814259"/>
                <a:gd name="connsiteX5" fmla="*/ 881341 w 1192491"/>
                <a:gd name="connsiteY5" fmla="*/ 65241 h 814259"/>
                <a:gd name="connsiteX6" fmla="*/ 1024865 w 1192491"/>
                <a:gd name="connsiteY6" fmla="*/ 159606 h 814259"/>
                <a:gd name="connsiteX7" fmla="*/ 1192491 w 1192491"/>
                <a:gd name="connsiteY7" fmla="*/ 274791 h 814259"/>
                <a:gd name="connsiteX8" fmla="*/ 1170915 w 1192491"/>
                <a:gd name="connsiteY8" fmla="*/ 543781 h 814259"/>
                <a:gd name="connsiteX9" fmla="*/ 1081366 w 1192491"/>
                <a:gd name="connsiteY9" fmla="*/ 690716 h 814259"/>
                <a:gd name="connsiteX10" fmla="*/ 935316 w 1192491"/>
                <a:gd name="connsiteY10" fmla="*/ 747866 h 814259"/>
                <a:gd name="connsiteX11" fmla="*/ 424141 w 1192491"/>
                <a:gd name="connsiteY11" fmla="*/ 801841 h 814259"/>
                <a:gd name="connsiteX12" fmla="*/ 274916 w 1192491"/>
                <a:gd name="connsiteY12" fmla="*/ 785966 h 814259"/>
                <a:gd name="connsiteX13" fmla="*/ 145390 w 1192491"/>
                <a:gd name="connsiteY13" fmla="*/ 712056 h 814259"/>
                <a:gd name="connsiteX14" fmla="*/ 55841 w 1192491"/>
                <a:gd name="connsiteY14" fmla="*/ 614517 h 814259"/>
                <a:gd name="connsiteX15" fmla="*/ 1866 w 1192491"/>
                <a:gd name="connsiteY15" fmla="*/ 436717 h 814259"/>
                <a:gd name="connsiteX16" fmla="*/ 154915 w 1192491"/>
                <a:gd name="connsiteY16" fmla="*/ 331056 h 814259"/>
                <a:gd name="connsiteX0" fmla="*/ 154915 w 1192491"/>
                <a:gd name="connsiteY0" fmla="*/ 331056 h 836262"/>
                <a:gd name="connsiteX1" fmla="*/ 284441 w 1192491"/>
                <a:gd name="connsiteY1" fmla="*/ 173192 h 836262"/>
                <a:gd name="connsiteX2" fmla="*/ 395566 w 1192491"/>
                <a:gd name="connsiteY2" fmla="*/ 68417 h 836262"/>
                <a:gd name="connsiteX3" fmla="*/ 595591 w 1192491"/>
                <a:gd name="connsiteY3" fmla="*/ 1742 h 836262"/>
                <a:gd name="connsiteX4" fmla="*/ 716241 w 1192491"/>
                <a:gd name="connsiteY4" fmla="*/ 33491 h 836262"/>
                <a:gd name="connsiteX5" fmla="*/ 881341 w 1192491"/>
                <a:gd name="connsiteY5" fmla="*/ 65241 h 836262"/>
                <a:gd name="connsiteX6" fmla="*/ 1024865 w 1192491"/>
                <a:gd name="connsiteY6" fmla="*/ 159606 h 836262"/>
                <a:gd name="connsiteX7" fmla="*/ 1192491 w 1192491"/>
                <a:gd name="connsiteY7" fmla="*/ 274791 h 836262"/>
                <a:gd name="connsiteX8" fmla="*/ 1170915 w 1192491"/>
                <a:gd name="connsiteY8" fmla="*/ 543781 h 836262"/>
                <a:gd name="connsiteX9" fmla="*/ 1081366 w 1192491"/>
                <a:gd name="connsiteY9" fmla="*/ 690716 h 836262"/>
                <a:gd name="connsiteX10" fmla="*/ 935316 w 1192491"/>
                <a:gd name="connsiteY10" fmla="*/ 747866 h 836262"/>
                <a:gd name="connsiteX11" fmla="*/ 424141 w 1192491"/>
                <a:gd name="connsiteY11" fmla="*/ 801841 h 836262"/>
                <a:gd name="connsiteX12" fmla="*/ 274916 w 1192491"/>
                <a:gd name="connsiteY12" fmla="*/ 785966 h 836262"/>
                <a:gd name="connsiteX13" fmla="*/ 145390 w 1192491"/>
                <a:gd name="connsiteY13" fmla="*/ 712056 h 836262"/>
                <a:gd name="connsiteX14" fmla="*/ 55841 w 1192491"/>
                <a:gd name="connsiteY14" fmla="*/ 614517 h 836262"/>
                <a:gd name="connsiteX15" fmla="*/ 1866 w 1192491"/>
                <a:gd name="connsiteY15" fmla="*/ 436717 h 836262"/>
                <a:gd name="connsiteX16" fmla="*/ 154915 w 1192491"/>
                <a:gd name="connsiteY16" fmla="*/ 331056 h 836262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81366 w 1192491"/>
                <a:gd name="connsiteY9" fmla="*/ 690716 h 845684"/>
                <a:gd name="connsiteX10" fmla="*/ 935316 w 1192491"/>
                <a:gd name="connsiteY10" fmla="*/ 747866 h 845684"/>
                <a:gd name="connsiteX11" fmla="*/ 424141 w 1192491"/>
                <a:gd name="connsiteY11" fmla="*/ 801841 h 845684"/>
                <a:gd name="connsiteX12" fmla="*/ 274916 w 1192491"/>
                <a:gd name="connsiteY12" fmla="*/ 785966 h 845684"/>
                <a:gd name="connsiteX13" fmla="*/ 145390 w 1192491"/>
                <a:gd name="connsiteY13" fmla="*/ 712056 h 845684"/>
                <a:gd name="connsiteX14" fmla="*/ 55841 w 1192491"/>
                <a:gd name="connsiteY14" fmla="*/ 614517 h 845684"/>
                <a:gd name="connsiteX15" fmla="*/ 1866 w 1192491"/>
                <a:gd name="connsiteY15" fmla="*/ 436717 h 845684"/>
                <a:gd name="connsiteX16" fmla="*/ 154915 w 1192491"/>
                <a:gd name="connsiteY16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81366 w 1192491"/>
                <a:gd name="connsiteY9" fmla="*/ 690716 h 845684"/>
                <a:gd name="connsiteX10" fmla="*/ 935316 w 1192491"/>
                <a:gd name="connsiteY10" fmla="*/ 747866 h 845684"/>
                <a:gd name="connsiteX11" fmla="*/ 424141 w 1192491"/>
                <a:gd name="connsiteY11" fmla="*/ 801841 h 845684"/>
                <a:gd name="connsiteX12" fmla="*/ 274916 w 1192491"/>
                <a:gd name="connsiteY12" fmla="*/ 785966 h 845684"/>
                <a:gd name="connsiteX13" fmla="*/ 145390 w 1192491"/>
                <a:gd name="connsiteY13" fmla="*/ 712056 h 845684"/>
                <a:gd name="connsiteX14" fmla="*/ 55841 w 1192491"/>
                <a:gd name="connsiteY14" fmla="*/ 614517 h 845684"/>
                <a:gd name="connsiteX15" fmla="*/ 1866 w 1192491"/>
                <a:gd name="connsiteY15" fmla="*/ 436717 h 845684"/>
                <a:gd name="connsiteX16" fmla="*/ 154915 w 1192491"/>
                <a:gd name="connsiteY16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81366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81366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81366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81366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81366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97241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97241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97241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97241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97241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192491"/>
                <a:gd name="connsiteY0" fmla="*/ 331056 h 845684"/>
                <a:gd name="connsiteX1" fmla="*/ 284441 w 1192491"/>
                <a:gd name="connsiteY1" fmla="*/ 173192 h 845684"/>
                <a:gd name="connsiteX2" fmla="*/ 395566 w 1192491"/>
                <a:gd name="connsiteY2" fmla="*/ 68417 h 845684"/>
                <a:gd name="connsiteX3" fmla="*/ 595591 w 1192491"/>
                <a:gd name="connsiteY3" fmla="*/ 1742 h 845684"/>
                <a:gd name="connsiteX4" fmla="*/ 716241 w 1192491"/>
                <a:gd name="connsiteY4" fmla="*/ 33491 h 845684"/>
                <a:gd name="connsiteX5" fmla="*/ 881341 w 1192491"/>
                <a:gd name="connsiteY5" fmla="*/ 65241 h 845684"/>
                <a:gd name="connsiteX6" fmla="*/ 1024865 w 1192491"/>
                <a:gd name="connsiteY6" fmla="*/ 159606 h 845684"/>
                <a:gd name="connsiteX7" fmla="*/ 1192491 w 1192491"/>
                <a:gd name="connsiteY7" fmla="*/ 274791 h 845684"/>
                <a:gd name="connsiteX8" fmla="*/ 1170915 w 1192491"/>
                <a:gd name="connsiteY8" fmla="*/ 543781 h 845684"/>
                <a:gd name="connsiteX9" fmla="*/ 1097241 w 1192491"/>
                <a:gd name="connsiteY9" fmla="*/ 690716 h 845684"/>
                <a:gd name="connsiteX10" fmla="*/ 935316 w 1192491"/>
                <a:gd name="connsiteY10" fmla="*/ 747866 h 845684"/>
                <a:gd name="connsiteX11" fmla="*/ 547966 w 1192491"/>
                <a:gd name="connsiteY11" fmla="*/ 801841 h 845684"/>
                <a:gd name="connsiteX12" fmla="*/ 424141 w 1192491"/>
                <a:gd name="connsiteY12" fmla="*/ 801841 h 845684"/>
                <a:gd name="connsiteX13" fmla="*/ 274916 w 1192491"/>
                <a:gd name="connsiteY13" fmla="*/ 785966 h 845684"/>
                <a:gd name="connsiteX14" fmla="*/ 145390 w 1192491"/>
                <a:gd name="connsiteY14" fmla="*/ 712056 h 845684"/>
                <a:gd name="connsiteX15" fmla="*/ 55841 w 1192491"/>
                <a:gd name="connsiteY15" fmla="*/ 614517 h 845684"/>
                <a:gd name="connsiteX16" fmla="*/ 1866 w 1192491"/>
                <a:gd name="connsiteY16" fmla="*/ 436717 h 845684"/>
                <a:gd name="connsiteX17" fmla="*/ 154915 w 1192491"/>
                <a:gd name="connsiteY17" fmla="*/ 331056 h 845684"/>
                <a:gd name="connsiteX0" fmla="*/ 154915 w 1270020"/>
                <a:gd name="connsiteY0" fmla="*/ 331056 h 845684"/>
                <a:gd name="connsiteX1" fmla="*/ 284441 w 1270020"/>
                <a:gd name="connsiteY1" fmla="*/ 173192 h 845684"/>
                <a:gd name="connsiteX2" fmla="*/ 395566 w 1270020"/>
                <a:gd name="connsiteY2" fmla="*/ 68417 h 845684"/>
                <a:gd name="connsiteX3" fmla="*/ 595591 w 1270020"/>
                <a:gd name="connsiteY3" fmla="*/ 1742 h 845684"/>
                <a:gd name="connsiteX4" fmla="*/ 716241 w 1270020"/>
                <a:gd name="connsiteY4" fmla="*/ 33491 h 845684"/>
                <a:gd name="connsiteX5" fmla="*/ 881341 w 1270020"/>
                <a:gd name="connsiteY5" fmla="*/ 65241 h 845684"/>
                <a:gd name="connsiteX6" fmla="*/ 1024865 w 1270020"/>
                <a:gd name="connsiteY6" fmla="*/ 159606 h 845684"/>
                <a:gd name="connsiteX7" fmla="*/ 1192491 w 1270020"/>
                <a:gd name="connsiteY7" fmla="*/ 274791 h 845684"/>
                <a:gd name="connsiteX8" fmla="*/ 1170915 w 1270020"/>
                <a:gd name="connsiteY8" fmla="*/ 543781 h 845684"/>
                <a:gd name="connsiteX9" fmla="*/ 1097241 w 1270020"/>
                <a:gd name="connsiteY9" fmla="*/ 690716 h 845684"/>
                <a:gd name="connsiteX10" fmla="*/ 935316 w 1270020"/>
                <a:gd name="connsiteY10" fmla="*/ 747866 h 845684"/>
                <a:gd name="connsiteX11" fmla="*/ 547966 w 1270020"/>
                <a:gd name="connsiteY11" fmla="*/ 801841 h 845684"/>
                <a:gd name="connsiteX12" fmla="*/ 424141 w 1270020"/>
                <a:gd name="connsiteY12" fmla="*/ 801841 h 845684"/>
                <a:gd name="connsiteX13" fmla="*/ 274916 w 1270020"/>
                <a:gd name="connsiteY13" fmla="*/ 785966 h 845684"/>
                <a:gd name="connsiteX14" fmla="*/ 145390 w 1270020"/>
                <a:gd name="connsiteY14" fmla="*/ 712056 h 845684"/>
                <a:gd name="connsiteX15" fmla="*/ 55841 w 1270020"/>
                <a:gd name="connsiteY15" fmla="*/ 614517 h 845684"/>
                <a:gd name="connsiteX16" fmla="*/ 1866 w 1270020"/>
                <a:gd name="connsiteY16" fmla="*/ 436717 h 845684"/>
                <a:gd name="connsiteX17" fmla="*/ 154915 w 1270020"/>
                <a:gd name="connsiteY17" fmla="*/ 331056 h 845684"/>
                <a:gd name="connsiteX0" fmla="*/ 154915 w 1296824"/>
                <a:gd name="connsiteY0" fmla="*/ 331056 h 845684"/>
                <a:gd name="connsiteX1" fmla="*/ 284441 w 1296824"/>
                <a:gd name="connsiteY1" fmla="*/ 173192 h 845684"/>
                <a:gd name="connsiteX2" fmla="*/ 395566 w 1296824"/>
                <a:gd name="connsiteY2" fmla="*/ 68417 h 845684"/>
                <a:gd name="connsiteX3" fmla="*/ 595591 w 1296824"/>
                <a:gd name="connsiteY3" fmla="*/ 1742 h 845684"/>
                <a:gd name="connsiteX4" fmla="*/ 716241 w 1296824"/>
                <a:gd name="connsiteY4" fmla="*/ 33491 h 845684"/>
                <a:gd name="connsiteX5" fmla="*/ 881341 w 1296824"/>
                <a:gd name="connsiteY5" fmla="*/ 65241 h 845684"/>
                <a:gd name="connsiteX6" fmla="*/ 1024865 w 1296824"/>
                <a:gd name="connsiteY6" fmla="*/ 159606 h 845684"/>
                <a:gd name="connsiteX7" fmla="*/ 1192491 w 1296824"/>
                <a:gd name="connsiteY7" fmla="*/ 274791 h 845684"/>
                <a:gd name="connsiteX8" fmla="*/ 1170915 w 1296824"/>
                <a:gd name="connsiteY8" fmla="*/ 543781 h 845684"/>
                <a:gd name="connsiteX9" fmla="*/ 1097241 w 1296824"/>
                <a:gd name="connsiteY9" fmla="*/ 690716 h 845684"/>
                <a:gd name="connsiteX10" fmla="*/ 935316 w 1296824"/>
                <a:gd name="connsiteY10" fmla="*/ 747866 h 845684"/>
                <a:gd name="connsiteX11" fmla="*/ 547966 w 1296824"/>
                <a:gd name="connsiteY11" fmla="*/ 801841 h 845684"/>
                <a:gd name="connsiteX12" fmla="*/ 424141 w 1296824"/>
                <a:gd name="connsiteY12" fmla="*/ 801841 h 845684"/>
                <a:gd name="connsiteX13" fmla="*/ 274916 w 1296824"/>
                <a:gd name="connsiteY13" fmla="*/ 785966 h 845684"/>
                <a:gd name="connsiteX14" fmla="*/ 145390 w 1296824"/>
                <a:gd name="connsiteY14" fmla="*/ 712056 h 845684"/>
                <a:gd name="connsiteX15" fmla="*/ 55841 w 1296824"/>
                <a:gd name="connsiteY15" fmla="*/ 614517 h 845684"/>
                <a:gd name="connsiteX16" fmla="*/ 1866 w 1296824"/>
                <a:gd name="connsiteY16" fmla="*/ 436717 h 845684"/>
                <a:gd name="connsiteX17" fmla="*/ 154915 w 1296824"/>
                <a:gd name="connsiteY17" fmla="*/ 331056 h 845684"/>
                <a:gd name="connsiteX0" fmla="*/ 154915 w 1296824"/>
                <a:gd name="connsiteY0" fmla="*/ 331056 h 845684"/>
                <a:gd name="connsiteX1" fmla="*/ 284441 w 1296824"/>
                <a:gd name="connsiteY1" fmla="*/ 173192 h 845684"/>
                <a:gd name="connsiteX2" fmla="*/ 395566 w 1296824"/>
                <a:gd name="connsiteY2" fmla="*/ 68417 h 845684"/>
                <a:gd name="connsiteX3" fmla="*/ 595591 w 1296824"/>
                <a:gd name="connsiteY3" fmla="*/ 1742 h 845684"/>
                <a:gd name="connsiteX4" fmla="*/ 716241 w 1296824"/>
                <a:gd name="connsiteY4" fmla="*/ 33491 h 845684"/>
                <a:gd name="connsiteX5" fmla="*/ 881341 w 1296824"/>
                <a:gd name="connsiteY5" fmla="*/ 65241 h 845684"/>
                <a:gd name="connsiteX6" fmla="*/ 1024865 w 1296824"/>
                <a:gd name="connsiteY6" fmla="*/ 159606 h 845684"/>
                <a:gd name="connsiteX7" fmla="*/ 1192491 w 1296824"/>
                <a:gd name="connsiteY7" fmla="*/ 274791 h 845684"/>
                <a:gd name="connsiteX8" fmla="*/ 1170915 w 1296824"/>
                <a:gd name="connsiteY8" fmla="*/ 543781 h 845684"/>
                <a:gd name="connsiteX9" fmla="*/ 1097241 w 1296824"/>
                <a:gd name="connsiteY9" fmla="*/ 690716 h 845684"/>
                <a:gd name="connsiteX10" fmla="*/ 935316 w 1296824"/>
                <a:gd name="connsiteY10" fmla="*/ 747866 h 845684"/>
                <a:gd name="connsiteX11" fmla="*/ 547966 w 1296824"/>
                <a:gd name="connsiteY11" fmla="*/ 801841 h 845684"/>
                <a:gd name="connsiteX12" fmla="*/ 424141 w 1296824"/>
                <a:gd name="connsiteY12" fmla="*/ 801841 h 845684"/>
                <a:gd name="connsiteX13" fmla="*/ 274916 w 1296824"/>
                <a:gd name="connsiteY13" fmla="*/ 785966 h 845684"/>
                <a:gd name="connsiteX14" fmla="*/ 145390 w 1296824"/>
                <a:gd name="connsiteY14" fmla="*/ 712056 h 845684"/>
                <a:gd name="connsiteX15" fmla="*/ 55841 w 1296824"/>
                <a:gd name="connsiteY15" fmla="*/ 614517 h 845684"/>
                <a:gd name="connsiteX16" fmla="*/ 1866 w 1296824"/>
                <a:gd name="connsiteY16" fmla="*/ 436717 h 845684"/>
                <a:gd name="connsiteX17" fmla="*/ 154915 w 1296824"/>
                <a:gd name="connsiteY17" fmla="*/ 331056 h 845684"/>
                <a:gd name="connsiteX0" fmla="*/ 154915 w 1296824"/>
                <a:gd name="connsiteY0" fmla="*/ 331056 h 845684"/>
                <a:gd name="connsiteX1" fmla="*/ 284441 w 1296824"/>
                <a:gd name="connsiteY1" fmla="*/ 173192 h 845684"/>
                <a:gd name="connsiteX2" fmla="*/ 395566 w 1296824"/>
                <a:gd name="connsiteY2" fmla="*/ 68417 h 845684"/>
                <a:gd name="connsiteX3" fmla="*/ 595591 w 1296824"/>
                <a:gd name="connsiteY3" fmla="*/ 1742 h 845684"/>
                <a:gd name="connsiteX4" fmla="*/ 716241 w 1296824"/>
                <a:gd name="connsiteY4" fmla="*/ 33491 h 845684"/>
                <a:gd name="connsiteX5" fmla="*/ 881341 w 1296824"/>
                <a:gd name="connsiteY5" fmla="*/ 65241 h 845684"/>
                <a:gd name="connsiteX6" fmla="*/ 1024865 w 1296824"/>
                <a:gd name="connsiteY6" fmla="*/ 159606 h 845684"/>
                <a:gd name="connsiteX7" fmla="*/ 1192491 w 1296824"/>
                <a:gd name="connsiteY7" fmla="*/ 274791 h 845684"/>
                <a:gd name="connsiteX8" fmla="*/ 1170915 w 1296824"/>
                <a:gd name="connsiteY8" fmla="*/ 543781 h 845684"/>
                <a:gd name="connsiteX9" fmla="*/ 1097241 w 1296824"/>
                <a:gd name="connsiteY9" fmla="*/ 690716 h 845684"/>
                <a:gd name="connsiteX10" fmla="*/ 935316 w 1296824"/>
                <a:gd name="connsiteY10" fmla="*/ 747866 h 845684"/>
                <a:gd name="connsiteX11" fmla="*/ 547966 w 1296824"/>
                <a:gd name="connsiteY11" fmla="*/ 801841 h 845684"/>
                <a:gd name="connsiteX12" fmla="*/ 424141 w 1296824"/>
                <a:gd name="connsiteY12" fmla="*/ 801841 h 845684"/>
                <a:gd name="connsiteX13" fmla="*/ 274916 w 1296824"/>
                <a:gd name="connsiteY13" fmla="*/ 785966 h 845684"/>
                <a:gd name="connsiteX14" fmla="*/ 145390 w 1296824"/>
                <a:gd name="connsiteY14" fmla="*/ 712056 h 845684"/>
                <a:gd name="connsiteX15" fmla="*/ 55841 w 1296824"/>
                <a:gd name="connsiteY15" fmla="*/ 614517 h 845684"/>
                <a:gd name="connsiteX16" fmla="*/ 1866 w 1296824"/>
                <a:gd name="connsiteY16" fmla="*/ 436717 h 845684"/>
                <a:gd name="connsiteX17" fmla="*/ 154915 w 1296824"/>
                <a:gd name="connsiteY17" fmla="*/ 331056 h 845684"/>
                <a:gd name="connsiteX0" fmla="*/ 154915 w 1296824"/>
                <a:gd name="connsiteY0" fmla="*/ 331056 h 845684"/>
                <a:gd name="connsiteX1" fmla="*/ 284441 w 1296824"/>
                <a:gd name="connsiteY1" fmla="*/ 173192 h 845684"/>
                <a:gd name="connsiteX2" fmla="*/ 395566 w 1296824"/>
                <a:gd name="connsiteY2" fmla="*/ 68417 h 845684"/>
                <a:gd name="connsiteX3" fmla="*/ 595591 w 1296824"/>
                <a:gd name="connsiteY3" fmla="*/ 1742 h 845684"/>
                <a:gd name="connsiteX4" fmla="*/ 716241 w 1296824"/>
                <a:gd name="connsiteY4" fmla="*/ 33491 h 845684"/>
                <a:gd name="connsiteX5" fmla="*/ 881341 w 1296824"/>
                <a:gd name="connsiteY5" fmla="*/ 65241 h 845684"/>
                <a:gd name="connsiteX6" fmla="*/ 1024865 w 1296824"/>
                <a:gd name="connsiteY6" fmla="*/ 159606 h 845684"/>
                <a:gd name="connsiteX7" fmla="*/ 1192491 w 1296824"/>
                <a:gd name="connsiteY7" fmla="*/ 274791 h 845684"/>
                <a:gd name="connsiteX8" fmla="*/ 1170915 w 1296824"/>
                <a:gd name="connsiteY8" fmla="*/ 543781 h 845684"/>
                <a:gd name="connsiteX9" fmla="*/ 1097241 w 1296824"/>
                <a:gd name="connsiteY9" fmla="*/ 690716 h 845684"/>
                <a:gd name="connsiteX10" fmla="*/ 935316 w 1296824"/>
                <a:gd name="connsiteY10" fmla="*/ 747866 h 845684"/>
                <a:gd name="connsiteX11" fmla="*/ 547966 w 1296824"/>
                <a:gd name="connsiteY11" fmla="*/ 801841 h 845684"/>
                <a:gd name="connsiteX12" fmla="*/ 424141 w 1296824"/>
                <a:gd name="connsiteY12" fmla="*/ 801841 h 845684"/>
                <a:gd name="connsiteX13" fmla="*/ 274916 w 1296824"/>
                <a:gd name="connsiteY13" fmla="*/ 785966 h 845684"/>
                <a:gd name="connsiteX14" fmla="*/ 145390 w 1296824"/>
                <a:gd name="connsiteY14" fmla="*/ 712056 h 845684"/>
                <a:gd name="connsiteX15" fmla="*/ 55841 w 1296824"/>
                <a:gd name="connsiteY15" fmla="*/ 614517 h 845684"/>
                <a:gd name="connsiteX16" fmla="*/ 1866 w 1296824"/>
                <a:gd name="connsiteY16" fmla="*/ 436717 h 845684"/>
                <a:gd name="connsiteX17" fmla="*/ 154915 w 1296824"/>
                <a:gd name="connsiteY17" fmla="*/ 331056 h 845684"/>
                <a:gd name="connsiteX0" fmla="*/ 154915 w 1296824"/>
                <a:gd name="connsiteY0" fmla="*/ 331056 h 845684"/>
                <a:gd name="connsiteX1" fmla="*/ 284441 w 1296824"/>
                <a:gd name="connsiteY1" fmla="*/ 173192 h 845684"/>
                <a:gd name="connsiteX2" fmla="*/ 395566 w 1296824"/>
                <a:gd name="connsiteY2" fmla="*/ 68417 h 845684"/>
                <a:gd name="connsiteX3" fmla="*/ 595591 w 1296824"/>
                <a:gd name="connsiteY3" fmla="*/ 1742 h 845684"/>
                <a:gd name="connsiteX4" fmla="*/ 716241 w 1296824"/>
                <a:gd name="connsiteY4" fmla="*/ 33491 h 845684"/>
                <a:gd name="connsiteX5" fmla="*/ 881341 w 1296824"/>
                <a:gd name="connsiteY5" fmla="*/ 65241 h 845684"/>
                <a:gd name="connsiteX6" fmla="*/ 1024865 w 1296824"/>
                <a:gd name="connsiteY6" fmla="*/ 159606 h 845684"/>
                <a:gd name="connsiteX7" fmla="*/ 1192491 w 1296824"/>
                <a:gd name="connsiteY7" fmla="*/ 274791 h 845684"/>
                <a:gd name="connsiteX8" fmla="*/ 1170915 w 1296824"/>
                <a:gd name="connsiteY8" fmla="*/ 543781 h 845684"/>
                <a:gd name="connsiteX9" fmla="*/ 1097241 w 1296824"/>
                <a:gd name="connsiteY9" fmla="*/ 690716 h 845684"/>
                <a:gd name="connsiteX10" fmla="*/ 935316 w 1296824"/>
                <a:gd name="connsiteY10" fmla="*/ 747866 h 845684"/>
                <a:gd name="connsiteX11" fmla="*/ 547966 w 1296824"/>
                <a:gd name="connsiteY11" fmla="*/ 801841 h 845684"/>
                <a:gd name="connsiteX12" fmla="*/ 424141 w 1296824"/>
                <a:gd name="connsiteY12" fmla="*/ 801841 h 845684"/>
                <a:gd name="connsiteX13" fmla="*/ 274916 w 1296824"/>
                <a:gd name="connsiteY13" fmla="*/ 785966 h 845684"/>
                <a:gd name="connsiteX14" fmla="*/ 145390 w 1296824"/>
                <a:gd name="connsiteY14" fmla="*/ 712056 h 845684"/>
                <a:gd name="connsiteX15" fmla="*/ 55841 w 1296824"/>
                <a:gd name="connsiteY15" fmla="*/ 614517 h 845684"/>
                <a:gd name="connsiteX16" fmla="*/ 1866 w 1296824"/>
                <a:gd name="connsiteY16" fmla="*/ 436717 h 845684"/>
                <a:gd name="connsiteX17" fmla="*/ 154915 w 1296824"/>
                <a:gd name="connsiteY17" fmla="*/ 331056 h 845684"/>
                <a:gd name="connsiteX0" fmla="*/ 154915 w 1296824"/>
                <a:gd name="connsiteY0" fmla="*/ 331056 h 845684"/>
                <a:gd name="connsiteX1" fmla="*/ 284441 w 1296824"/>
                <a:gd name="connsiteY1" fmla="*/ 173192 h 845684"/>
                <a:gd name="connsiteX2" fmla="*/ 395566 w 1296824"/>
                <a:gd name="connsiteY2" fmla="*/ 68417 h 845684"/>
                <a:gd name="connsiteX3" fmla="*/ 595591 w 1296824"/>
                <a:gd name="connsiteY3" fmla="*/ 1742 h 845684"/>
                <a:gd name="connsiteX4" fmla="*/ 716241 w 1296824"/>
                <a:gd name="connsiteY4" fmla="*/ 33491 h 845684"/>
                <a:gd name="connsiteX5" fmla="*/ 881341 w 1296824"/>
                <a:gd name="connsiteY5" fmla="*/ 65241 h 845684"/>
                <a:gd name="connsiteX6" fmla="*/ 1024865 w 1296824"/>
                <a:gd name="connsiteY6" fmla="*/ 159606 h 845684"/>
                <a:gd name="connsiteX7" fmla="*/ 1192491 w 1296824"/>
                <a:gd name="connsiteY7" fmla="*/ 274791 h 845684"/>
                <a:gd name="connsiteX8" fmla="*/ 1170915 w 1296824"/>
                <a:gd name="connsiteY8" fmla="*/ 543781 h 845684"/>
                <a:gd name="connsiteX9" fmla="*/ 1097241 w 1296824"/>
                <a:gd name="connsiteY9" fmla="*/ 690716 h 845684"/>
                <a:gd name="connsiteX10" fmla="*/ 935316 w 1296824"/>
                <a:gd name="connsiteY10" fmla="*/ 747866 h 845684"/>
                <a:gd name="connsiteX11" fmla="*/ 547966 w 1296824"/>
                <a:gd name="connsiteY11" fmla="*/ 801841 h 845684"/>
                <a:gd name="connsiteX12" fmla="*/ 424141 w 1296824"/>
                <a:gd name="connsiteY12" fmla="*/ 801841 h 845684"/>
                <a:gd name="connsiteX13" fmla="*/ 274916 w 1296824"/>
                <a:gd name="connsiteY13" fmla="*/ 785966 h 845684"/>
                <a:gd name="connsiteX14" fmla="*/ 145390 w 1296824"/>
                <a:gd name="connsiteY14" fmla="*/ 712056 h 845684"/>
                <a:gd name="connsiteX15" fmla="*/ 55841 w 1296824"/>
                <a:gd name="connsiteY15" fmla="*/ 614517 h 845684"/>
                <a:gd name="connsiteX16" fmla="*/ 1866 w 1296824"/>
                <a:gd name="connsiteY16" fmla="*/ 436717 h 845684"/>
                <a:gd name="connsiteX17" fmla="*/ 154915 w 1296824"/>
                <a:gd name="connsiteY17" fmla="*/ 331056 h 845684"/>
                <a:gd name="connsiteX0" fmla="*/ 154915 w 1296824"/>
                <a:gd name="connsiteY0" fmla="*/ 331056 h 845684"/>
                <a:gd name="connsiteX1" fmla="*/ 284441 w 1296824"/>
                <a:gd name="connsiteY1" fmla="*/ 173192 h 845684"/>
                <a:gd name="connsiteX2" fmla="*/ 395566 w 1296824"/>
                <a:gd name="connsiteY2" fmla="*/ 68417 h 845684"/>
                <a:gd name="connsiteX3" fmla="*/ 595591 w 1296824"/>
                <a:gd name="connsiteY3" fmla="*/ 1742 h 845684"/>
                <a:gd name="connsiteX4" fmla="*/ 716241 w 1296824"/>
                <a:gd name="connsiteY4" fmla="*/ 33491 h 845684"/>
                <a:gd name="connsiteX5" fmla="*/ 881341 w 1296824"/>
                <a:gd name="connsiteY5" fmla="*/ 65241 h 845684"/>
                <a:gd name="connsiteX6" fmla="*/ 1024865 w 1296824"/>
                <a:gd name="connsiteY6" fmla="*/ 159606 h 845684"/>
                <a:gd name="connsiteX7" fmla="*/ 1192491 w 1296824"/>
                <a:gd name="connsiteY7" fmla="*/ 274791 h 845684"/>
                <a:gd name="connsiteX8" fmla="*/ 1170915 w 1296824"/>
                <a:gd name="connsiteY8" fmla="*/ 543781 h 845684"/>
                <a:gd name="connsiteX9" fmla="*/ 1097241 w 1296824"/>
                <a:gd name="connsiteY9" fmla="*/ 690716 h 845684"/>
                <a:gd name="connsiteX10" fmla="*/ 935316 w 1296824"/>
                <a:gd name="connsiteY10" fmla="*/ 747866 h 845684"/>
                <a:gd name="connsiteX11" fmla="*/ 547966 w 1296824"/>
                <a:gd name="connsiteY11" fmla="*/ 801841 h 845684"/>
                <a:gd name="connsiteX12" fmla="*/ 424141 w 1296824"/>
                <a:gd name="connsiteY12" fmla="*/ 801841 h 845684"/>
                <a:gd name="connsiteX13" fmla="*/ 274916 w 1296824"/>
                <a:gd name="connsiteY13" fmla="*/ 785966 h 845684"/>
                <a:gd name="connsiteX14" fmla="*/ 145390 w 1296824"/>
                <a:gd name="connsiteY14" fmla="*/ 712056 h 845684"/>
                <a:gd name="connsiteX15" fmla="*/ 55841 w 1296824"/>
                <a:gd name="connsiteY15" fmla="*/ 614517 h 845684"/>
                <a:gd name="connsiteX16" fmla="*/ 1866 w 1296824"/>
                <a:gd name="connsiteY16" fmla="*/ 436717 h 845684"/>
                <a:gd name="connsiteX17" fmla="*/ 154915 w 1296824"/>
                <a:gd name="connsiteY17" fmla="*/ 331056 h 845684"/>
                <a:gd name="connsiteX0" fmla="*/ 154915 w 1296824"/>
                <a:gd name="connsiteY0" fmla="*/ 343620 h 858248"/>
                <a:gd name="connsiteX1" fmla="*/ 284441 w 1296824"/>
                <a:gd name="connsiteY1" fmla="*/ 185756 h 858248"/>
                <a:gd name="connsiteX2" fmla="*/ 395566 w 1296824"/>
                <a:gd name="connsiteY2" fmla="*/ 80981 h 858248"/>
                <a:gd name="connsiteX3" fmla="*/ 595591 w 1296824"/>
                <a:gd name="connsiteY3" fmla="*/ 14306 h 858248"/>
                <a:gd name="connsiteX4" fmla="*/ 716241 w 1296824"/>
                <a:gd name="connsiteY4" fmla="*/ 46055 h 858248"/>
                <a:gd name="connsiteX5" fmla="*/ 881341 w 1296824"/>
                <a:gd name="connsiteY5" fmla="*/ 77805 h 858248"/>
                <a:gd name="connsiteX6" fmla="*/ 1024865 w 1296824"/>
                <a:gd name="connsiteY6" fmla="*/ 172170 h 858248"/>
                <a:gd name="connsiteX7" fmla="*/ 1192491 w 1296824"/>
                <a:gd name="connsiteY7" fmla="*/ 287355 h 858248"/>
                <a:gd name="connsiteX8" fmla="*/ 1170915 w 1296824"/>
                <a:gd name="connsiteY8" fmla="*/ 556345 h 858248"/>
                <a:gd name="connsiteX9" fmla="*/ 1097241 w 1296824"/>
                <a:gd name="connsiteY9" fmla="*/ 703280 h 858248"/>
                <a:gd name="connsiteX10" fmla="*/ 935316 w 1296824"/>
                <a:gd name="connsiteY10" fmla="*/ 760430 h 858248"/>
                <a:gd name="connsiteX11" fmla="*/ 547966 w 1296824"/>
                <a:gd name="connsiteY11" fmla="*/ 814405 h 858248"/>
                <a:gd name="connsiteX12" fmla="*/ 424141 w 1296824"/>
                <a:gd name="connsiteY12" fmla="*/ 814405 h 858248"/>
                <a:gd name="connsiteX13" fmla="*/ 274916 w 1296824"/>
                <a:gd name="connsiteY13" fmla="*/ 798530 h 858248"/>
                <a:gd name="connsiteX14" fmla="*/ 145390 w 1296824"/>
                <a:gd name="connsiteY14" fmla="*/ 724620 h 858248"/>
                <a:gd name="connsiteX15" fmla="*/ 55841 w 1296824"/>
                <a:gd name="connsiteY15" fmla="*/ 627081 h 858248"/>
                <a:gd name="connsiteX16" fmla="*/ 1866 w 1296824"/>
                <a:gd name="connsiteY16" fmla="*/ 449281 h 858248"/>
                <a:gd name="connsiteX17" fmla="*/ 154915 w 1296824"/>
                <a:gd name="connsiteY17" fmla="*/ 343620 h 858248"/>
                <a:gd name="connsiteX0" fmla="*/ 154915 w 1296824"/>
                <a:gd name="connsiteY0" fmla="*/ 343620 h 858248"/>
                <a:gd name="connsiteX1" fmla="*/ 284441 w 1296824"/>
                <a:gd name="connsiteY1" fmla="*/ 185756 h 858248"/>
                <a:gd name="connsiteX2" fmla="*/ 395566 w 1296824"/>
                <a:gd name="connsiteY2" fmla="*/ 80981 h 858248"/>
                <a:gd name="connsiteX3" fmla="*/ 595591 w 1296824"/>
                <a:gd name="connsiteY3" fmla="*/ 14306 h 858248"/>
                <a:gd name="connsiteX4" fmla="*/ 716241 w 1296824"/>
                <a:gd name="connsiteY4" fmla="*/ 46055 h 858248"/>
                <a:gd name="connsiteX5" fmla="*/ 881341 w 1296824"/>
                <a:gd name="connsiteY5" fmla="*/ 77805 h 858248"/>
                <a:gd name="connsiteX6" fmla="*/ 1024865 w 1296824"/>
                <a:gd name="connsiteY6" fmla="*/ 172170 h 858248"/>
                <a:gd name="connsiteX7" fmla="*/ 1192491 w 1296824"/>
                <a:gd name="connsiteY7" fmla="*/ 287355 h 858248"/>
                <a:gd name="connsiteX8" fmla="*/ 1170915 w 1296824"/>
                <a:gd name="connsiteY8" fmla="*/ 556345 h 858248"/>
                <a:gd name="connsiteX9" fmla="*/ 1097241 w 1296824"/>
                <a:gd name="connsiteY9" fmla="*/ 703280 h 858248"/>
                <a:gd name="connsiteX10" fmla="*/ 935316 w 1296824"/>
                <a:gd name="connsiteY10" fmla="*/ 760430 h 858248"/>
                <a:gd name="connsiteX11" fmla="*/ 547966 w 1296824"/>
                <a:gd name="connsiteY11" fmla="*/ 814405 h 858248"/>
                <a:gd name="connsiteX12" fmla="*/ 424141 w 1296824"/>
                <a:gd name="connsiteY12" fmla="*/ 814405 h 858248"/>
                <a:gd name="connsiteX13" fmla="*/ 274916 w 1296824"/>
                <a:gd name="connsiteY13" fmla="*/ 798530 h 858248"/>
                <a:gd name="connsiteX14" fmla="*/ 145390 w 1296824"/>
                <a:gd name="connsiteY14" fmla="*/ 724620 h 858248"/>
                <a:gd name="connsiteX15" fmla="*/ 55841 w 1296824"/>
                <a:gd name="connsiteY15" fmla="*/ 627081 h 858248"/>
                <a:gd name="connsiteX16" fmla="*/ 1866 w 1296824"/>
                <a:gd name="connsiteY16" fmla="*/ 449281 h 858248"/>
                <a:gd name="connsiteX17" fmla="*/ 154915 w 1296824"/>
                <a:gd name="connsiteY17" fmla="*/ 343620 h 858248"/>
                <a:gd name="connsiteX0" fmla="*/ 154915 w 1296824"/>
                <a:gd name="connsiteY0" fmla="*/ 343620 h 858248"/>
                <a:gd name="connsiteX1" fmla="*/ 284441 w 1296824"/>
                <a:gd name="connsiteY1" fmla="*/ 185756 h 858248"/>
                <a:gd name="connsiteX2" fmla="*/ 395566 w 1296824"/>
                <a:gd name="connsiteY2" fmla="*/ 80981 h 858248"/>
                <a:gd name="connsiteX3" fmla="*/ 595591 w 1296824"/>
                <a:gd name="connsiteY3" fmla="*/ 14306 h 858248"/>
                <a:gd name="connsiteX4" fmla="*/ 716241 w 1296824"/>
                <a:gd name="connsiteY4" fmla="*/ 46055 h 858248"/>
                <a:gd name="connsiteX5" fmla="*/ 881341 w 1296824"/>
                <a:gd name="connsiteY5" fmla="*/ 77805 h 858248"/>
                <a:gd name="connsiteX6" fmla="*/ 1024865 w 1296824"/>
                <a:gd name="connsiteY6" fmla="*/ 172170 h 858248"/>
                <a:gd name="connsiteX7" fmla="*/ 1192491 w 1296824"/>
                <a:gd name="connsiteY7" fmla="*/ 287355 h 858248"/>
                <a:gd name="connsiteX8" fmla="*/ 1170915 w 1296824"/>
                <a:gd name="connsiteY8" fmla="*/ 556345 h 858248"/>
                <a:gd name="connsiteX9" fmla="*/ 1097241 w 1296824"/>
                <a:gd name="connsiteY9" fmla="*/ 703280 h 858248"/>
                <a:gd name="connsiteX10" fmla="*/ 935316 w 1296824"/>
                <a:gd name="connsiteY10" fmla="*/ 760430 h 858248"/>
                <a:gd name="connsiteX11" fmla="*/ 547966 w 1296824"/>
                <a:gd name="connsiteY11" fmla="*/ 814405 h 858248"/>
                <a:gd name="connsiteX12" fmla="*/ 424141 w 1296824"/>
                <a:gd name="connsiteY12" fmla="*/ 814405 h 858248"/>
                <a:gd name="connsiteX13" fmla="*/ 274916 w 1296824"/>
                <a:gd name="connsiteY13" fmla="*/ 798530 h 858248"/>
                <a:gd name="connsiteX14" fmla="*/ 145390 w 1296824"/>
                <a:gd name="connsiteY14" fmla="*/ 724620 h 858248"/>
                <a:gd name="connsiteX15" fmla="*/ 55841 w 1296824"/>
                <a:gd name="connsiteY15" fmla="*/ 627081 h 858248"/>
                <a:gd name="connsiteX16" fmla="*/ 1866 w 1296824"/>
                <a:gd name="connsiteY16" fmla="*/ 449281 h 858248"/>
                <a:gd name="connsiteX17" fmla="*/ 154915 w 1296824"/>
                <a:gd name="connsiteY17" fmla="*/ 343620 h 858248"/>
                <a:gd name="connsiteX0" fmla="*/ 154915 w 1296824"/>
                <a:gd name="connsiteY0" fmla="*/ 365964 h 880592"/>
                <a:gd name="connsiteX1" fmla="*/ 284441 w 1296824"/>
                <a:gd name="connsiteY1" fmla="*/ 208100 h 880592"/>
                <a:gd name="connsiteX2" fmla="*/ 395566 w 1296824"/>
                <a:gd name="connsiteY2" fmla="*/ 103325 h 880592"/>
                <a:gd name="connsiteX3" fmla="*/ 595591 w 1296824"/>
                <a:gd name="connsiteY3" fmla="*/ 36650 h 880592"/>
                <a:gd name="connsiteX4" fmla="*/ 716241 w 1296824"/>
                <a:gd name="connsiteY4" fmla="*/ 68399 h 880592"/>
                <a:gd name="connsiteX5" fmla="*/ 881341 w 1296824"/>
                <a:gd name="connsiteY5" fmla="*/ 100149 h 880592"/>
                <a:gd name="connsiteX6" fmla="*/ 1024865 w 1296824"/>
                <a:gd name="connsiteY6" fmla="*/ 194514 h 880592"/>
                <a:gd name="connsiteX7" fmla="*/ 1192491 w 1296824"/>
                <a:gd name="connsiteY7" fmla="*/ 309699 h 880592"/>
                <a:gd name="connsiteX8" fmla="*/ 1170915 w 1296824"/>
                <a:gd name="connsiteY8" fmla="*/ 578689 h 880592"/>
                <a:gd name="connsiteX9" fmla="*/ 1097241 w 1296824"/>
                <a:gd name="connsiteY9" fmla="*/ 725624 h 880592"/>
                <a:gd name="connsiteX10" fmla="*/ 935316 w 1296824"/>
                <a:gd name="connsiteY10" fmla="*/ 782774 h 880592"/>
                <a:gd name="connsiteX11" fmla="*/ 547966 w 1296824"/>
                <a:gd name="connsiteY11" fmla="*/ 836749 h 880592"/>
                <a:gd name="connsiteX12" fmla="*/ 424141 w 1296824"/>
                <a:gd name="connsiteY12" fmla="*/ 836749 h 880592"/>
                <a:gd name="connsiteX13" fmla="*/ 274916 w 1296824"/>
                <a:gd name="connsiteY13" fmla="*/ 820874 h 880592"/>
                <a:gd name="connsiteX14" fmla="*/ 145390 w 1296824"/>
                <a:gd name="connsiteY14" fmla="*/ 746964 h 880592"/>
                <a:gd name="connsiteX15" fmla="*/ 55841 w 1296824"/>
                <a:gd name="connsiteY15" fmla="*/ 649425 h 880592"/>
                <a:gd name="connsiteX16" fmla="*/ 1866 w 1296824"/>
                <a:gd name="connsiteY16" fmla="*/ 471625 h 880592"/>
                <a:gd name="connsiteX17" fmla="*/ 154915 w 1296824"/>
                <a:gd name="connsiteY17" fmla="*/ 365964 h 880592"/>
                <a:gd name="connsiteX0" fmla="*/ 154915 w 1296824"/>
                <a:gd name="connsiteY0" fmla="*/ 365964 h 880592"/>
                <a:gd name="connsiteX1" fmla="*/ 284441 w 1296824"/>
                <a:gd name="connsiteY1" fmla="*/ 208100 h 880592"/>
                <a:gd name="connsiteX2" fmla="*/ 395566 w 1296824"/>
                <a:gd name="connsiteY2" fmla="*/ 103325 h 880592"/>
                <a:gd name="connsiteX3" fmla="*/ 595591 w 1296824"/>
                <a:gd name="connsiteY3" fmla="*/ 36650 h 880592"/>
                <a:gd name="connsiteX4" fmla="*/ 716241 w 1296824"/>
                <a:gd name="connsiteY4" fmla="*/ 68399 h 880592"/>
                <a:gd name="connsiteX5" fmla="*/ 881341 w 1296824"/>
                <a:gd name="connsiteY5" fmla="*/ 100149 h 880592"/>
                <a:gd name="connsiteX6" fmla="*/ 1024865 w 1296824"/>
                <a:gd name="connsiteY6" fmla="*/ 194514 h 880592"/>
                <a:gd name="connsiteX7" fmla="*/ 1192491 w 1296824"/>
                <a:gd name="connsiteY7" fmla="*/ 309699 h 880592"/>
                <a:gd name="connsiteX8" fmla="*/ 1170915 w 1296824"/>
                <a:gd name="connsiteY8" fmla="*/ 578689 h 880592"/>
                <a:gd name="connsiteX9" fmla="*/ 1097241 w 1296824"/>
                <a:gd name="connsiteY9" fmla="*/ 725624 h 880592"/>
                <a:gd name="connsiteX10" fmla="*/ 935316 w 1296824"/>
                <a:gd name="connsiteY10" fmla="*/ 782774 h 880592"/>
                <a:gd name="connsiteX11" fmla="*/ 547966 w 1296824"/>
                <a:gd name="connsiteY11" fmla="*/ 836749 h 880592"/>
                <a:gd name="connsiteX12" fmla="*/ 424141 w 1296824"/>
                <a:gd name="connsiteY12" fmla="*/ 836749 h 880592"/>
                <a:gd name="connsiteX13" fmla="*/ 274916 w 1296824"/>
                <a:gd name="connsiteY13" fmla="*/ 820874 h 880592"/>
                <a:gd name="connsiteX14" fmla="*/ 145390 w 1296824"/>
                <a:gd name="connsiteY14" fmla="*/ 746964 h 880592"/>
                <a:gd name="connsiteX15" fmla="*/ 55841 w 1296824"/>
                <a:gd name="connsiteY15" fmla="*/ 649425 h 880592"/>
                <a:gd name="connsiteX16" fmla="*/ 1866 w 1296824"/>
                <a:gd name="connsiteY16" fmla="*/ 471625 h 880592"/>
                <a:gd name="connsiteX17" fmla="*/ 154915 w 1296824"/>
                <a:gd name="connsiteY17" fmla="*/ 365964 h 880592"/>
                <a:gd name="connsiteX0" fmla="*/ 154915 w 1296824"/>
                <a:gd name="connsiteY0" fmla="*/ 365964 h 880592"/>
                <a:gd name="connsiteX1" fmla="*/ 284441 w 1296824"/>
                <a:gd name="connsiteY1" fmla="*/ 208100 h 880592"/>
                <a:gd name="connsiteX2" fmla="*/ 395566 w 1296824"/>
                <a:gd name="connsiteY2" fmla="*/ 103325 h 880592"/>
                <a:gd name="connsiteX3" fmla="*/ 595591 w 1296824"/>
                <a:gd name="connsiteY3" fmla="*/ 36650 h 880592"/>
                <a:gd name="connsiteX4" fmla="*/ 716241 w 1296824"/>
                <a:gd name="connsiteY4" fmla="*/ 68399 h 880592"/>
                <a:gd name="connsiteX5" fmla="*/ 881341 w 1296824"/>
                <a:gd name="connsiteY5" fmla="*/ 100149 h 880592"/>
                <a:gd name="connsiteX6" fmla="*/ 1024865 w 1296824"/>
                <a:gd name="connsiteY6" fmla="*/ 194514 h 880592"/>
                <a:gd name="connsiteX7" fmla="*/ 1192491 w 1296824"/>
                <a:gd name="connsiteY7" fmla="*/ 309699 h 880592"/>
                <a:gd name="connsiteX8" fmla="*/ 1170915 w 1296824"/>
                <a:gd name="connsiteY8" fmla="*/ 578689 h 880592"/>
                <a:gd name="connsiteX9" fmla="*/ 1097241 w 1296824"/>
                <a:gd name="connsiteY9" fmla="*/ 725624 h 880592"/>
                <a:gd name="connsiteX10" fmla="*/ 935316 w 1296824"/>
                <a:gd name="connsiteY10" fmla="*/ 782774 h 880592"/>
                <a:gd name="connsiteX11" fmla="*/ 547966 w 1296824"/>
                <a:gd name="connsiteY11" fmla="*/ 836749 h 880592"/>
                <a:gd name="connsiteX12" fmla="*/ 424141 w 1296824"/>
                <a:gd name="connsiteY12" fmla="*/ 836749 h 880592"/>
                <a:gd name="connsiteX13" fmla="*/ 274916 w 1296824"/>
                <a:gd name="connsiteY13" fmla="*/ 820874 h 880592"/>
                <a:gd name="connsiteX14" fmla="*/ 145390 w 1296824"/>
                <a:gd name="connsiteY14" fmla="*/ 746964 h 880592"/>
                <a:gd name="connsiteX15" fmla="*/ 55841 w 1296824"/>
                <a:gd name="connsiteY15" fmla="*/ 649425 h 880592"/>
                <a:gd name="connsiteX16" fmla="*/ 1866 w 1296824"/>
                <a:gd name="connsiteY16" fmla="*/ 471625 h 880592"/>
                <a:gd name="connsiteX17" fmla="*/ 154915 w 1296824"/>
                <a:gd name="connsiteY17" fmla="*/ 365964 h 880592"/>
                <a:gd name="connsiteX0" fmla="*/ 154915 w 1296824"/>
                <a:gd name="connsiteY0" fmla="*/ 367353 h 881981"/>
                <a:gd name="connsiteX1" fmla="*/ 284441 w 1296824"/>
                <a:gd name="connsiteY1" fmla="*/ 209489 h 881981"/>
                <a:gd name="connsiteX2" fmla="*/ 395566 w 1296824"/>
                <a:gd name="connsiteY2" fmla="*/ 104714 h 881981"/>
                <a:gd name="connsiteX3" fmla="*/ 595591 w 1296824"/>
                <a:gd name="connsiteY3" fmla="*/ 38039 h 881981"/>
                <a:gd name="connsiteX4" fmla="*/ 716241 w 1296824"/>
                <a:gd name="connsiteY4" fmla="*/ 69788 h 881981"/>
                <a:gd name="connsiteX5" fmla="*/ 881341 w 1296824"/>
                <a:gd name="connsiteY5" fmla="*/ 101538 h 881981"/>
                <a:gd name="connsiteX6" fmla="*/ 1024865 w 1296824"/>
                <a:gd name="connsiteY6" fmla="*/ 195903 h 881981"/>
                <a:gd name="connsiteX7" fmla="*/ 1192491 w 1296824"/>
                <a:gd name="connsiteY7" fmla="*/ 311088 h 881981"/>
                <a:gd name="connsiteX8" fmla="*/ 1170915 w 1296824"/>
                <a:gd name="connsiteY8" fmla="*/ 580078 h 881981"/>
                <a:gd name="connsiteX9" fmla="*/ 1097241 w 1296824"/>
                <a:gd name="connsiteY9" fmla="*/ 727013 h 881981"/>
                <a:gd name="connsiteX10" fmla="*/ 935316 w 1296824"/>
                <a:gd name="connsiteY10" fmla="*/ 784163 h 881981"/>
                <a:gd name="connsiteX11" fmla="*/ 547966 w 1296824"/>
                <a:gd name="connsiteY11" fmla="*/ 838138 h 881981"/>
                <a:gd name="connsiteX12" fmla="*/ 424141 w 1296824"/>
                <a:gd name="connsiteY12" fmla="*/ 838138 h 881981"/>
                <a:gd name="connsiteX13" fmla="*/ 274916 w 1296824"/>
                <a:gd name="connsiteY13" fmla="*/ 822263 h 881981"/>
                <a:gd name="connsiteX14" fmla="*/ 145390 w 1296824"/>
                <a:gd name="connsiteY14" fmla="*/ 748353 h 881981"/>
                <a:gd name="connsiteX15" fmla="*/ 55841 w 1296824"/>
                <a:gd name="connsiteY15" fmla="*/ 650814 h 881981"/>
                <a:gd name="connsiteX16" fmla="*/ 1866 w 1296824"/>
                <a:gd name="connsiteY16" fmla="*/ 473014 h 881981"/>
                <a:gd name="connsiteX17" fmla="*/ 154915 w 1296824"/>
                <a:gd name="connsiteY17" fmla="*/ 367353 h 881981"/>
                <a:gd name="connsiteX0" fmla="*/ 154915 w 1296824"/>
                <a:gd name="connsiteY0" fmla="*/ 365965 h 880593"/>
                <a:gd name="connsiteX1" fmla="*/ 284441 w 1296824"/>
                <a:gd name="connsiteY1" fmla="*/ 208101 h 880593"/>
                <a:gd name="connsiteX2" fmla="*/ 376516 w 1296824"/>
                <a:gd name="connsiteY2" fmla="*/ 109676 h 880593"/>
                <a:gd name="connsiteX3" fmla="*/ 595591 w 1296824"/>
                <a:gd name="connsiteY3" fmla="*/ 36651 h 880593"/>
                <a:gd name="connsiteX4" fmla="*/ 716241 w 1296824"/>
                <a:gd name="connsiteY4" fmla="*/ 68400 h 880593"/>
                <a:gd name="connsiteX5" fmla="*/ 881341 w 1296824"/>
                <a:gd name="connsiteY5" fmla="*/ 100150 h 880593"/>
                <a:gd name="connsiteX6" fmla="*/ 1024865 w 1296824"/>
                <a:gd name="connsiteY6" fmla="*/ 194515 h 880593"/>
                <a:gd name="connsiteX7" fmla="*/ 1192491 w 1296824"/>
                <a:gd name="connsiteY7" fmla="*/ 309700 h 880593"/>
                <a:gd name="connsiteX8" fmla="*/ 1170915 w 1296824"/>
                <a:gd name="connsiteY8" fmla="*/ 578690 h 880593"/>
                <a:gd name="connsiteX9" fmla="*/ 1097241 w 1296824"/>
                <a:gd name="connsiteY9" fmla="*/ 725625 h 880593"/>
                <a:gd name="connsiteX10" fmla="*/ 935316 w 1296824"/>
                <a:gd name="connsiteY10" fmla="*/ 782775 h 880593"/>
                <a:gd name="connsiteX11" fmla="*/ 547966 w 1296824"/>
                <a:gd name="connsiteY11" fmla="*/ 836750 h 880593"/>
                <a:gd name="connsiteX12" fmla="*/ 424141 w 1296824"/>
                <a:gd name="connsiteY12" fmla="*/ 836750 h 880593"/>
                <a:gd name="connsiteX13" fmla="*/ 274916 w 1296824"/>
                <a:gd name="connsiteY13" fmla="*/ 820875 h 880593"/>
                <a:gd name="connsiteX14" fmla="*/ 145390 w 1296824"/>
                <a:gd name="connsiteY14" fmla="*/ 746965 h 880593"/>
                <a:gd name="connsiteX15" fmla="*/ 55841 w 1296824"/>
                <a:gd name="connsiteY15" fmla="*/ 649426 h 880593"/>
                <a:gd name="connsiteX16" fmla="*/ 1866 w 1296824"/>
                <a:gd name="connsiteY16" fmla="*/ 471626 h 880593"/>
                <a:gd name="connsiteX17" fmla="*/ 154915 w 1296824"/>
                <a:gd name="connsiteY17" fmla="*/ 365965 h 880593"/>
                <a:gd name="connsiteX0" fmla="*/ 154915 w 1296824"/>
                <a:gd name="connsiteY0" fmla="*/ 373953 h 888581"/>
                <a:gd name="connsiteX1" fmla="*/ 284441 w 1296824"/>
                <a:gd name="connsiteY1" fmla="*/ 216089 h 888581"/>
                <a:gd name="connsiteX2" fmla="*/ 376516 w 1296824"/>
                <a:gd name="connsiteY2" fmla="*/ 117664 h 888581"/>
                <a:gd name="connsiteX3" fmla="*/ 595591 w 1296824"/>
                <a:gd name="connsiteY3" fmla="*/ 44639 h 888581"/>
                <a:gd name="connsiteX4" fmla="*/ 716241 w 1296824"/>
                <a:gd name="connsiteY4" fmla="*/ 76388 h 888581"/>
                <a:gd name="connsiteX5" fmla="*/ 881341 w 1296824"/>
                <a:gd name="connsiteY5" fmla="*/ 108138 h 888581"/>
                <a:gd name="connsiteX6" fmla="*/ 1024865 w 1296824"/>
                <a:gd name="connsiteY6" fmla="*/ 202503 h 888581"/>
                <a:gd name="connsiteX7" fmla="*/ 1192491 w 1296824"/>
                <a:gd name="connsiteY7" fmla="*/ 317688 h 888581"/>
                <a:gd name="connsiteX8" fmla="*/ 1170915 w 1296824"/>
                <a:gd name="connsiteY8" fmla="*/ 586678 h 888581"/>
                <a:gd name="connsiteX9" fmla="*/ 1097241 w 1296824"/>
                <a:gd name="connsiteY9" fmla="*/ 733613 h 888581"/>
                <a:gd name="connsiteX10" fmla="*/ 935316 w 1296824"/>
                <a:gd name="connsiteY10" fmla="*/ 790763 h 888581"/>
                <a:gd name="connsiteX11" fmla="*/ 547966 w 1296824"/>
                <a:gd name="connsiteY11" fmla="*/ 844738 h 888581"/>
                <a:gd name="connsiteX12" fmla="*/ 424141 w 1296824"/>
                <a:gd name="connsiteY12" fmla="*/ 844738 h 888581"/>
                <a:gd name="connsiteX13" fmla="*/ 274916 w 1296824"/>
                <a:gd name="connsiteY13" fmla="*/ 828863 h 888581"/>
                <a:gd name="connsiteX14" fmla="*/ 145390 w 1296824"/>
                <a:gd name="connsiteY14" fmla="*/ 754953 h 888581"/>
                <a:gd name="connsiteX15" fmla="*/ 55841 w 1296824"/>
                <a:gd name="connsiteY15" fmla="*/ 657414 h 888581"/>
                <a:gd name="connsiteX16" fmla="*/ 1866 w 1296824"/>
                <a:gd name="connsiteY16" fmla="*/ 479614 h 888581"/>
                <a:gd name="connsiteX17" fmla="*/ 154915 w 1296824"/>
                <a:gd name="connsiteY17" fmla="*/ 373953 h 888581"/>
                <a:gd name="connsiteX0" fmla="*/ 154915 w 1296824"/>
                <a:gd name="connsiteY0" fmla="*/ 373953 h 888581"/>
                <a:gd name="connsiteX1" fmla="*/ 284441 w 1296824"/>
                <a:gd name="connsiteY1" fmla="*/ 216089 h 888581"/>
                <a:gd name="connsiteX2" fmla="*/ 376516 w 1296824"/>
                <a:gd name="connsiteY2" fmla="*/ 117664 h 888581"/>
                <a:gd name="connsiteX3" fmla="*/ 595591 w 1296824"/>
                <a:gd name="connsiteY3" fmla="*/ 44639 h 888581"/>
                <a:gd name="connsiteX4" fmla="*/ 716241 w 1296824"/>
                <a:gd name="connsiteY4" fmla="*/ 76388 h 888581"/>
                <a:gd name="connsiteX5" fmla="*/ 881341 w 1296824"/>
                <a:gd name="connsiteY5" fmla="*/ 108138 h 888581"/>
                <a:gd name="connsiteX6" fmla="*/ 1024865 w 1296824"/>
                <a:gd name="connsiteY6" fmla="*/ 202503 h 888581"/>
                <a:gd name="connsiteX7" fmla="*/ 1192491 w 1296824"/>
                <a:gd name="connsiteY7" fmla="*/ 317688 h 888581"/>
                <a:gd name="connsiteX8" fmla="*/ 1170915 w 1296824"/>
                <a:gd name="connsiteY8" fmla="*/ 586678 h 888581"/>
                <a:gd name="connsiteX9" fmla="*/ 1097241 w 1296824"/>
                <a:gd name="connsiteY9" fmla="*/ 733613 h 888581"/>
                <a:gd name="connsiteX10" fmla="*/ 935316 w 1296824"/>
                <a:gd name="connsiteY10" fmla="*/ 790763 h 888581"/>
                <a:gd name="connsiteX11" fmla="*/ 547966 w 1296824"/>
                <a:gd name="connsiteY11" fmla="*/ 844738 h 888581"/>
                <a:gd name="connsiteX12" fmla="*/ 424141 w 1296824"/>
                <a:gd name="connsiteY12" fmla="*/ 844738 h 888581"/>
                <a:gd name="connsiteX13" fmla="*/ 274916 w 1296824"/>
                <a:gd name="connsiteY13" fmla="*/ 828863 h 888581"/>
                <a:gd name="connsiteX14" fmla="*/ 145390 w 1296824"/>
                <a:gd name="connsiteY14" fmla="*/ 754953 h 888581"/>
                <a:gd name="connsiteX15" fmla="*/ 55841 w 1296824"/>
                <a:gd name="connsiteY15" fmla="*/ 657414 h 888581"/>
                <a:gd name="connsiteX16" fmla="*/ 1866 w 1296824"/>
                <a:gd name="connsiteY16" fmla="*/ 479614 h 888581"/>
                <a:gd name="connsiteX17" fmla="*/ 154915 w 1296824"/>
                <a:gd name="connsiteY17" fmla="*/ 373953 h 888581"/>
                <a:gd name="connsiteX0" fmla="*/ 154915 w 1296824"/>
                <a:gd name="connsiteY0" fmla="*/ 373953 h 888581"/>
                <a:gd name="connsiteX1" fmla="*/ 284441 w 1296824"/>
                <a:gd name="connsiteY1" fmla="*/ 216089 h 888581"/>
                <a:gd name="connsiteX2" fmla="*/ 376516 w 1296824"/>
                <a:gd name="connsiteY2" fmla="*/ 117664 h 888581"/>
                <a:gd name="connsiteX3" fmla="*/ 595591 w 1296824"/>
                <a:gd name="connsiteY3" fmla="*/ 44639 h 888581"/>
                <a:gd name="connsiteX4" fmla="*/ 716241 w 1296824"/>
                <a:gd name="connsiteY4" fmla="*/ 76388 h 888581"/>
                <a:gd name="connsiteX5" fmla="*/ 881341 w 1296824"/>
                <a:gd name="connsiteY5" fmla="*/ 108138 h 888581"/>
                <a:gd name="connsiteX6" fmla="*/ 1024865 w 1296824"/>
                <a:gd name="connsiteY6" fmla="*/ 202503 h 888581"/>
                <a:gd name="connsiteX7" fmla="*/ 1192491 w 1296824"/>
                <a:gd name="connsiteY7" fmla="*/ 317688 h 888581"/>
                <a:gd name="connsiteX8" fmla="*/ 1170915 w 1296824"/>
                <a:gd name="connsiteY8" fmla="*/ 586678 h 888581"/>
                <a:gd name="connsiteX9" fmla="*/ 1097241 w 1296824"/>
                <a:gd name="connsiteY9" fmla="*/ 733613 h 888581"/>
                <a:gd name="connsiteX10" fmla="*/ 935316 w 1296824"/>
                <a:gd name="connsiteY10" fmla="*/ 790763 h 888581"/>
                <a:gd name="connsiteX11" fmla="*/ 547966 w 1296824"/>
                <a:gd name="connsiteY11" fmla="*/ 844738 h 888581"/>
                <a:gd name="connsiteX12" fmla="*/ 424141 w 1296824"/>
                <a:gd name="connsiteY12" fmla="*/ 844738 h 888581"/>
                <a:gd name="connsiteX13" fmla="*/ 274916 w 1296824"/>
                <a:gd name="connsiteY13" fmla="*/ 828863 h 888581"/>
                <a:gd name="connsiteX14" fmla="*/ 145390 w 1296824"/>
                <a:gd name="connsiteY14" fmla="*/ 754953 h 888581"/>
                <a:gd name="connsiteX15" fmla="*/ 55841 w 1296824"/>
                <a:gd name="connsiteY15" fmla="*/ 657414 h 888581"/>
                <a:gd name="connsiteX16" fmla="*/ 1866 w 1296824"/>
                <a:gd name="connsiteY16" fmla="*/ 479614 h 888581"/>
                <a:gd name="connsiteX17" fmla="*/ 154915 w 1296824"/>
                <a:gd name="connsiteY17" fmla="*/ 373953 h 888581"/>
                <a:gd name="connsiteX0" fmla="*/ 154915 w 1296824"/>
                <a:gd name="connsiteY0" fmla="*/ 373953 h 888581"/>
                <a:gd name="connsiteX1" fmla="*/ 284441 w 1296824"/>
                <a:gd name="connsiteY1" fmla="*/ 216089 h 888581"/>
                <a:gd name="connsiteX2" fmla="*/ 376516 w 1296824"/>
                <a:gd name="connsiteY2" fmla="*/ 117664 h 888581"/>
                <a:gd name="connsiteX3" fmla="*/ 595591 w 1296824"/>
                <a:gd name="connsiteY3" fmla="*/ 44639 h 888581"/>
                <a:gd name="connsiteX4" fmla="*/ 716241 w 1296824"/>
                <a:gd name="connsiteY4" fmla="*/ 76388 h 888581"/>
                <a:gd name="connsiteX5" fmla="*/ 881341 w 1296824"/>
                <a:gd name="connsiteY5" fmla="*/ 108138 h 888581"/>
                <a:gd name="connsiteX6" fmla="*/ 1024865 w 1296824"/>
                <a:gd name="connsiteY6" fmla="*/ 202503 h 888581"/>
                <a:gd name="connsiteX7" fmla="*/ 1192491 w 1296824"/>
                <a:gd name="connsiteY7" fmla="*/ 317688 h 888581"/>
                <a:gd name="connsiteX8" fmla="*/ 1170915 w 1296824"/>
                <a:gd name="connsiteY8" fmla="*/ 586678 h 888581"/>
                <a:gd name="connsiteX9" fmla="*/ 1097241 w 1296824"/>
                <a:gd name="connsiteY9" fmla="*/ 733613 h 888581"/>
                <a:gd name="connsiteX10" fmla="*/ 935316 w 1296824"/>
                <a:gd name="connsiteY10" fmla="*/ 790763 h 888581"/>
                <a:gd name="connsiteX11" fmla="*/ 547966 w 1296824"/>
                <a:gd name="connsiteY11" fmla="*/ 844738 h 888581"/>
                <a:gd name="connsiteX12" fmla="*/ 424141 w 1296824"/>
                <a:gd name="connsiteY12" fmla="*/ 844738 h 888581"/>
                <a:gd name="connsiteX13" fmla="*/ 274916 w 1296824"/>
                <a:gd name="connsiteY13" fmla="*/ 828863 h 888581"/>
                <a:gd name="connsiteX14" fmla="*/ 145390 w 1296824"/>
                <a:gd name="connsiteY14" fmla="*/ 754953 h 888581"/>
                <a:gd name="connsiteX15" fmla="*/ 55841 w 1296824"/>
                <a:gd name="connsiteY15" fmla="*/ 657414 h 888581"/>
                <a:gd name="connsiteX16" fmla="*/ 1866 w 1296824"/>
                <a:gd name="connsiteY16" fmla="*/ 479614 h 888581"/>
                <a:gd name="connsiteX17" fmla="*/ 154915 w 1296824"/>
                <a:gd name="connsiteY17" fmla="*/ 373953 h 888581"/>
                <a:gd name="connsiteX0" fmla="*/ 154915 w 1296824"/>
                <a:gd name="connsiteY0" fmla="*/ 373953 h 888581"/>
                <a:gd name="connsiteX1" fmla="*/ 284441 w 1296824"/>
                <a:gd name="connsiteY1" fmla="*/ 216089 h 888581"/>
                <a:gd name="connsiteX2" fmla="*/ 376516 w 1296824"/>
                <a:gd name="connsiteY2" fmla="*/ 117664 h 888581"/>
                <a:gd name="connsiteX3" fmla="*/ 595591 w 1296824"/>
                <a:gd name="connsiteY3" fmla="*/ 44639 h 888581"/>
                <a:gd name="connsiteX4" fmla="*/ 716241 w 1296824"/>
                <a:gd name="connsiteY4" fmla="*/ 76388 h 888581"/>
                <a:gd name="connsiteX5" fmla="*/ 881341 w 1296824"/>
                <a:gd name="connsiteY5" fmla="*/ 108138 h 888581"/>
                <a:gd name="connsiteX6" fmla="*/ 1024865 w 1296824"/>
                <a:gd name="connsiteY6" fmla="*/ 202503 h 888581"/>
                <a:gd name="connsiteX7" fmla="*/ 1192491 w 1296824"/>
                <a:gd name="connsiteY7" fmla="*/ 317688 h 888581"/>
                <a:gd name="connsiteX8" fmla="*/ 1170915 w 1296824"/>
                <a:gd name="connsiteY8" fmla="*/ 586678 h 888581"/>
                <a:gd name="connsiteX9" fmla="*/ 1097241 w 1296824"/>
                <a:gd name="connsiteY9" fmla="*/ 733613 h 888581"/>
                <a:gd name="connsiteX10" fmla="*/ 935316 w 1296824"/>
                <a:gd name="connsiteY10" fmla="*/ 790763 h 888581"/>
                <a:gd name="connsiteX11" fmla="*/ 547966 w 1296824"/>
                <a:gd name="connsiteY11" fmla="*/ 844738 h 888581"/>
                <a:gd name="connsiteX12" fmla="*/ 424141 w 1296824"/>
                <a:gd name="connsiteY12" fmla="*/ 844738 h 888581"/>
                <a:gd name="connsiteX13" fmla="*/ 274916 w 1296824"/>
                <a:gd name="connsiteY13" fmla="*/ 828863 h 888581"/>
                <a:gd name="connsiteX14" fmla="*/ 145390 w 1296824"/>
                <a:gd name="connsiteY14" fmla="*/ 754953 h 888581"/>
                <a:gd name="connsiteX15" fmla="*/ 55841 w 1296824"/>
                <a:gd name="connsiteY15" fmla="*/ 657414 h 888581"/>
                <a:gd name="connsiteX16" fmla="*/ 1866 w 1296824"/>
                <a:gd name="connsiteY16" fmla="*/ 479614 h 888581"/>
                <a:gd name="connsiteX17" fmla="*/ 154915 w 1296824"/>
                <a:gd name="connsiteY17" fmla="*/ 373953 h 888581"/>
                <a:gd name="connsiteX0" fmla="*/ 154915 w 1296824"/>
                <a:gd name="connsiteY0" fmla="*/ 373953 h 888581"/>
                <a:gd name="connsiteX1" fmla="*/ 284441 w 1296824"/>
                <a:gd name="connsiteY1" fmla="*/ 216089 h 888581"/>
                <a:gd name="connsiteX2" fmla="*/ 376516 w 1296824"/>
                <a:gd name="connsiteY2" fmla="*/ 117664 h 888581"/>
                <a:gd name="connsiteX3" fmla="*/ 595591 w 1296824"/>
                <a:gd name="connsiteY3" fmla="*/ 44639 h 888581"/>
                <a:gd name="connsiteX4" fmla="*/ 716241 w 1296824"/>
                <a:gd name="connsiteY4" fmla="*/ 76388 h 888581"/>
                <a:gd name="connsiteX5" fmla="*/ 881341 w 1296824"/>
                <a:gd name="connsiteY5" fmla="*/ 108138 h 888581"/>
                <a:gd name="connsiteX6" fmla="*/ 1024865 w 1296824"/>
                <a:gd name="connsiteY6" fmla="*/ 202503 h 888581"/>
                <a:gd name="connsiteX7" fmla="*/ 1192491 w 1296824"/>
                <a:gd name="connsiteY7" fmla="*/ 317688 h 888581"/>
                <a:gd name="connsiteX8" fmla="*/ 1170915 w 1296824"/>
                <a:gd name="connsiteY8" fmla="*/ 586678 h 888581"/>
                <a:gd name="connsiteX9" fmla="*/ 1097241 w 1296824"/>
                <a:gd name="connsiteY9" fmla="*/ 733613 h 888581"/>
                <a:gd name="connsiteX10" fmla="*/ 935316 w 1296824"/>
                <a:gd name="connsiteY10" fmla="*/ 790763 h 888581"/>
                <a:gd name="connsiteX11" fmla="*/ 547966 w 1296824"/>
                <a:gd name="connsiteY11" fmla="*/ 844738 h 888581"/>
                <a:gd name="connsiteX12" fmla="*/ 424141 w 1296824"/>
                <a:gd name="connsiteY12" fmla="*/ 844738 h 888581"/>
                <a:gd name="connsiteX13" fmla="*/ 274916 w 1296824"/>
                <a:gd name="connsiteY13" fmla="*/ 828863 h 888581"/>
                <a:gd name="connsiteX14" fmla="*/ 145390 w 1296824"/>
                <a:gd name="connsiteY14" fmla="*/ 754953 h 888581"/>
                <a:gd name="connsiteX15" fmla="*/ 55841 w 1296824"/>
                <a:gd name="connsiteY15" fmla="*/ 657414 h 888581"/>
                <a:gd name="connsiteX16" fmla="*/ 1866 w 1296824"/>
                <a:gd name="connsiteY16" fmla="*/ 479614 h 888581"/>
                <a:gd name="connsiteX17" fmla="*/ 154915 w 1296824"/>
                <a:gd name="connsiteY17" fmla="*/ 373953 h 888581"/>
                <a:gd name="connsiteX0" fmla="*/ 154915 w 1296824"/>
                <a:gd name="connsiteY0" fmla="*/ 373953 h 888581"/>
                <a:gd name="connsiteX1" fmla="*/ 284441 w 1296824"/>
                <a:gd name="connsiteY1" fmla="*/ 216089 h 888581"/>
                <a:gd name="connsiteX2" fmla="*/ 376516 w 1296824"/>
                <a:gd name="connsiteY2" fmla="*/ 117664 h 888581"/>
                <a:gd name="connsiteX3" fmla="*/ 595591 w 1296824"/>
                <a:gd name="connsiteY3" fmla="*/ 44639 h 888581"/>
                <a:gd name="connsiteX4" fmla="*/ 716241 w 1296824"/>
                <a:gd name="connsiteY4" fmla="*/ 76388 h 888581"/>
                <a:gd name="connsiteX5" fmla="*/ 881341 w 1296824"/>
                <a:gd name="connsiteY5" fmla="*/ 108138 h 888581"/>
                <a:gd name="connsiteX6" fmla="*/ 1024865 w 1296824"/>
                <a:gd name="connsiteY6" fmla="*/ 202503 h 888581"/>
                <a:gd name="connsiteX7" fmla="*/ 1192491 w 1296824"/>
                <a:gd name="connsiteY7" fmla="*/ 317688 h 888581"/>
                <a:gd name="connsiteX8" fmla="*/ 1170915 w 1296824"/>
                <a:gd name="connsiteY8" fmla="*/ 586678 h 888581"/>
                <a:gd name="connsiteX9" fmla="*/ 1097241 w 1296824"/>
                <a:gd name="connsiteY9" fmla="*/ 733613 h 888581"/>
                <a:gd name="connsiteX10" fmla="*/ 935316 w 1296824"/>
                <a:gd name="connsiteY10" fmla="*/ 790763 h 888581"/>
                <a:gd name="connsiteX11" fmla="*/ 547966 w 1296824"/>
                <a:gd name="connsiteY11" fmla="*/ 844738 h 888581"/>
                <a:gd name="connsiteX12" fmla="*/ 424141 w 1296824"/>
                <a:gd name="connsiteY12" fmla="*/ 844738 h 888581"/>
                <a:gd name="connsiteX13" fmla="*/ 274916 w 1296824"/>
                <a:gd name="connsiteY13" fmla="*/ 828863 h 888581"/>
                <a:gd name="connsiteX14" fmla="*/ 145390 w 1296824"/>
                <a:gd name="connsiteY14" fmla="*/ 754953 h 888581"/>
                <a:gd name="connsiteX15" fmla="*/ 55841 w 1296824"/>
                <a:gd name="connsiteY15" fmla="*/ 657414 h 888581"/>
                <a:gd name="connsiteX16" fmla="*/ 1866 w 1296824"/>
                <a:gd name="connsiteY16" fmla="*/ 479614 h 888581"/>
                <a:gd name="connsiteX17" fmla="*/ 154915 w 1296824"/>
                <a:gd name="connsiteY17" fmla="*/ 373953 h 888581"/>
                <a:gd name="connsiteX0" fmla="*/ 197030 w 1338939"/>
                <a:gd name="connsiteY0" fmla="*/ 373953 h 888581"/>
                <a:gd name="connsiteX1" fmla="*/ 326556 w 1338939"/>
                <a:gd name="connsiteY1" fmla="*/ 216089 h 888581"/>
                <a:gd name="connsiteX2" fmla="*/ 418631 w 1338939"/>
                <a:gd name="connsiteY2" fmla="*/ 117664 h 888581"/>
                <a:gd name="connsiteX3" fmla="*/ 637706 w 1338939"/>
                <a:gd name="connsiteY3" fmla="*/ 44639 h 888581"/>
                <a:gd name="connsiteX4" fmla="*/ 758356 w 1338939"/>
                <a:gd name="connsiteY4" fmla="*/ 76388 h 888581"/>
                <a:gd name="connsiteX5" fmla="*/ 923456 w 1338939"/>
                <a:gd name="connsiteY5" fmla="*/ 108138 h 888581"/>
                <a:gd name="connsiteX6" fmla="*/ 1066980 w 1338939"/>
                <a:gd name="connsiteY6" fmla="*/ 202503 h 888581"/>
                <a:gd name="connsiteX7" fmla="*/ 1234606 w 1338939"/>
                <a:gd name="connsiteY7" fmla="*/ 317688 h 888581"/>
                <a:gd name="connsiteX8" fmla="*/ 1213030 w 1338939"/>
                <a:gd name="connsiteY8" fmla="*/ 586678 h 888581"/>
                <a:gd name="connsiteX9" fmla="*/ 1139356 w 1338939"/>
                <a:gd name="connsiteY9" fmla="*/ 733613 h 888581"/>
                <a:gd name="connsiteX10" fmla="*/ 977431 w 1338939"/>
                <a:gd name="connsiteY10" fmla="*/ 790763 h 888581"/>
                <a:gd name="connsiteX11" fmla="*/ 590081 w 1338939"/>
                <a:gd name="connsiteY11" fmla="*/ 844738 h 888581"/>
                <a:gd name="connsiteX12" fmla="*/ 466256 w 1338939"/>
                <a:gd name="connsiteY12" fmla="*/ 844738 h 888581"/>
                <a:gd name="connsiteX13" fmla="*/ 317031 w 1338939"/>
                <a:gd name="connsiteY13" fmla="*/ 828863 h 888581"/>
                <a:gd name="connsiteX14" fmla="*/ 187505 w 1338939"/>
                <a:gd name="connsiteY14" fmla="*/ 754953 h 888581"/>
                <a:gd name="connsiteX15" fmla="*/ 97956 w 1338939"/>
                <a:gd name="connsiteY15" fmla="*/ 657414 h 888581"/>
                <a:gd name="connsiteX16" fmla="*/ 43981 w 1338939"/>
                <a:gd name="connsiteY16" fmla="*/ 479614 h 888581"/>
                <a:gd name="connsiteX17" fmla="*/ 197030 w 1338939"/>
                <a:gd name="connsiteY17" fmla="*/ 373953 h 888581"/>
                <a:gd name="connsiteX0" fmla="*/ 199982 w 1341891"/>
                <a:gd name="connsiteY0" fmla="*/ 373953 h 888581"/>
                <a:gd name="connsiteX1" fmla="*/ 329508 w 1341891"/>
                <a:gd name="connsiteY1" fmla="*/ 216089 h 888581"/>
                <a:gd name="connsiteX2" fmla="*/ 421583 w 1341891"/>
                <a:gd name="connsiteY2" fmla="*/ 117664 h 888581"/>
                <a:gd name="connsiteX3" fmla="*/ 640658 w 1341891"/>
                <a:gd name="connsiteY3" fmla="*/ 44639 h 888581"/>
                <a:gd name="connsiteX4" fmla="*/ 761308 w 1341891"/>
                <a:gd name="connsiteY4" fmla="*/ 76388 h 888581"/>
                <a:gd name="connsiteX5" fmla="*/ 926408 w 1341891"/>
                <a:gd name="connsiteY5" fmla="*/ 108138 h 888581"/>
                <a:gd name="connsiteX6" fmla="*/ 1069932 w 1341891"/>
                <a:gd name="connsiteY6" fmla="*/ 202503 h 888581"/>
                <a:gd name="connsiteX7" fmla="*/ 1237558 w 1341891"/>
                <a:gd name="connsiteY7" fmla="*/ 317688 h 888581"/>
                <a:gd name="connsiteX8" fmla="*/ 1215982 w 1341891"/>
                <a:gd name="connsiteY8" fmla="*/ 586678 h 888581"/>
                <a:gd name="connsiteX9" fmla="*/ 1142308 w 1341891"/>
                <a:gd name="connsiteY9" fmla="*/ 733613 h 888581"/>
                <a:gd name="connsiteX10" fmla="*/ 980383 w 1341891"/>
                <a:gd name="connsiteY10" fmla="*/ 790763 h 888581"/>
                <a:gd name="connsiteX11" fmla="*/ 593033 w 1341891"/>
                <a:gd name="connsiteY11" fmla="*/ 844738 h 888581"/>
                <a:gd name="connsiteX12" fmla="*/ 469208 w 1341891"/>
                <a:gd name="connsiteY12" fmla="*/ 844738 h 888581"/>
                <a:gd name="connsiteX13" fmla="*/ 319983 w 1341891"/>
                <a:gd name="connsiteY13" fmla="*/ 828863 h 888581"/>
                <a:gd name="connsiteX14" fmla="*/ 190457 w 1341891"/>
                <a:gd name="connsiteY14" fmla="*/ 754953 h 888581"/>
                <a:gd name="connsiteX15" fmla="*/ 100908 w 1341891"/>
                <a:gd name="connsiteY15" fmla="*/ 657414 h 888581"/>
                <a:gd name="connsiteX16" fmla="*/ 46933 w 1341891"/>
                <a:gd name="connsiteY16" fmla="*/ 479614 h 888581"/>
                <a:gd name="connsiteX17" fmla="*/ 199982 w 1341891"/>
                <a:gd name="connsiteY17" fmla="*/ 373953 h 88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1891" h="888581">
                  <a:moveTo>
                    <a:pt x="199982" y="373953"/>
                  </a:moveTo>
                  <a:cubicBezTo>
                    <a:pt x="202098" y="213086"/>
                    <a:pt x="260825" y="218587"/>
                    <a:pt x="329508" y="216089"/>
                  </a:cubicBezTo>
                  <a:cubicBezTo>
                    <a:pt x="325167" y="169141"/>
                    <a:pt x="308871" y="118193"/>
                    <a:pt x="421583" y="117664"/>
                  </a:cubicBezTo>
                  <a:cubicBezTo>
                    <a:pt x="429520" y="-41615"/>
                    <a:pt x="584037" y="-10394"/>
                    <a:pt x="640658" y="44639"/>
                  </a:cubicBezTo>
                  <a:cubicBezTo>
                    <a:pt x="684579" y="-24153"/>
                    <a:pt x="724796" y="13946"/>
                    <a:pt x="761308" y="76388"/>
                  </a:cubicBezTo>
                  <a:cubicBezTo>
                    <a:pt x="848620" y="-10395"/>
                    <a:pt x="906721" y="40023"/>
                    <a:pt x="926408" y="108138"/>
                  </a:cubicBezTo>
                  <a:cubicBezTo>
                    <a:pt x="1040924" y="72918"/>
                    <a:pt x="1044316" y="129773"/>
                    <a:pt x="1069932" y="202503"/>
                  </a:cubicBezTo>
                  <a:cubicBezTo>
                    <a:pt x="1112049" y="176340"/>
                    <a:pt x="1243066" y="200976"/>
                    <a:pt x="1237558" y="317688"/>
                  </a:cubicBezTo>
                  <a:cubicBezTo>
                    <a:pt x="1325616" y="372426"/>
                    <a:pt x="1429549" y="497015"/>
                    <a:pt x="1215982" y="586678"/>
                  </a:cubicBezTo>
                  <a:cubicBezTo>
                    <a:pt x="1206878" y="633392"/>
                    <a:pt x="1241370" y="709124"/>
                    <a:pt x="1142308" y="733613"/>
                  </a:cubicBezTo>
                  <a:cubicBezTo>
                    <a:pt x="1109921" y="812077"/>
                    <a:pt x="1071400" y="834684"/>
                    <a:pt x="980383" y="790763"/>
                  </a:cubicBezTo>
                  <a:cubicBezTo>
                    <a:pt x="892541" y="813517"/>
                    <a:pt x="849679" y="943692"/>
                    <a:pt x="593033" y="844738"/>
                  </a:cubicBezTo>
                  <a:cubicBezTo>
                    <a:pt x="511012" y="904534"/>
                    <a:pt x="515775" y="851617"/>
                    <a:pt x="469208" y="844738"/>
                  </a:cubicBezTo>
                  <a:cubicBezTo>
                    <a:pt x="393958" y="903094"/>
                    <a:pt x="375967" y="908386"/>
                    <a:pt x="319983" y="828863"/>
                  </a:cubicBezTo>
                  <a:cubicBezTo>
                    <a:pt x="275749" y="850793"/>
                    <a:pt x="231516" y="904473"/>
                    <a:pt x="190457" y="754953"/>
                  </a:cubicBezTo>
                  <a:cubicBezTo>
                    <a:pt x="21545" y="742401"/>
                    <a:pt x="135412" y="681608"/>
                    <a:pt x="100908" y="657414"/>
                  </a:cubicBezTo>
                  <a:cubicBezTo>
                    <a:pt x="50529" y="658620"/>
                    <a:pt x="-64300" y="518391"/>
                    <a:pt x="46933" y="479614"/>
                  </a:cubicBezTo>
                  <a:cubicBezTo>
                    <a:pt x="34449" y="371369"/>
                    <a:pt x="152141" y="278998"/>
                    <a:pt x="199982" y="373953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F83935BC-A127-45E2-9051-5F58EBF789FA}"/>
                </a:ext>
              </a:extLst>
            </p:cNvPr>
            <p:cNvSpPr/>
            <p:nvPr/>
          </p:nvSpPr>
          <p:spPr>
            <a:xfrm>
              <a:off x="7932853" y="2907805"/>
              <a:ext cx="1779955" cy="3526855"/>
            </a:xfrm>
            <a:custGeom>
              <a:avLst/>
              <a:gdLst>
                <a:gd name="connsiteX0" fmla="*/ 0 w 145926"/>
                <a:gd name="connsiteY0" fmla="*/ 0 h 397483"/>
                <a:gd name="connsiteX1" fmla="*/ 145926 w 145926"/>
                <a:gd name="connsiteY1" fmla="*/ 0 h 397483"/>
                <a:gd name="connsiteX2" fmla="*/ 145926 w 145926"/>
                <a:gd name="connsiteY2" fmla="*/ 397483 h 397483"/>
                <a:gd name="connsiteX3" fmla="*/ 0 w 145926"/>
                <a:gd name="connsiteY3" fmla="*/ 397483 h 397483"/>
                <a:gd name="connsiteX4" fmla="*/ 0 w 145926"/>
                <a:gd name="connsiteY4" fmla="*/ 0 h 397483"/>
                <a:gd name="connsiteX0" fmla="*/ 0 w 310232"/>
                <a:gd name="connsiteY0" fmla="*/ 0 h 628464"/>
                <a:gd name="connsiteX1" fmla="*/ 310232 w 310232"/>
                <a:gd name="connsiteY1" fmla="*/ 230981 h 628464"/>
                <a:gd name="connsiteX2" fmla="*/ 310232 w 310232"/>
                <a:gd name="connsiteY2" fmla="*/ 628464 h 628464"/>
                <a:gd name="connsiteX3" fmla="*/ 164306 w 310232"/>
                <a:gd name="connsiteY3" fmla="*/ 628464 h 628464"/>
                <a:gd name="connsiteX4" fmla="*/ 0 w 310232"/>
                <a:gd name="connsiteY4" fmla="*/ 0 h 628464"/>
                <a:gd name="connsiteX0" fmla="*/ 0 w 310232"/>
                <a:gd name="connsiteY0" fmla="*/ 0 h 628464"/>
                <a:gd name="connsiteX1" fmla="*/ 310232 w 310232"/>
                <a:gd name="connsiteY1" fmla="*/ 230981 h 628464"/>
                <a:gd name="connsiteX2" fmla="*/ 310232 w 310232"/>
                <a:gd name="connsiteY2" fmla="*/ 628464 h 628464"/>
                <a:gd name="connsiteX3" fmla="*/ 164306 w 310232"/>
                <a:gd name="connsiteY3" fmla="*/ 628464 h 628464"/>
                <a:gd name="connsiteX4" fmla="*/ 0 w 310232"/>
                <a:gd name="connsiteY4" fmla="*/ 0 h 628464"/>
                <a:gd name="connsiteX0" fmla="*/ 0 w 310232"/>
                <a:gd name="connsiteY0" fmla="*/ 0 h 711807"/>
                <a:gd name="connsiteX1" fmla="*/ 310232 w 310232"/>
                <a:gd name="connsiteY1" fmla="*/ 230981 h 711807"/>
                <a:gd name="connsiteX2" fmla="*/ 310232 w 310232"/>
                <a:gd name="connsiteY2" fmla="*/ 628464 h 711807"/>
                <a:gd name="connsiteX3" fmla="*/ 100012 w 310232"/>
                <a:gd name="connsiteY3" fmla="*/ 711807 h 711807"/>
                <a:gd name="connsiteX4" fmla="*/ 0 w 310232"/>
                <a:gd name="connsiteY4" fmla="*/ 0 h 711807"/>
                <a:gd name="connsiteX0" fmla="*/ 0 w 310232"/>
                <a:gd name="connsiteY0" fmla="*/ 0 h 711807"/>
                <a:gd name="connsiteX1" fmla="*/ 310232 w 310232"/>
                <a:gd name="connsiteY1" fmla="*/ 230981 h 711807"/>
                <a:gd name="connsiteX2" fmla="*/ 310232 w 310232"/>
                <a:gd name="connsiteY2" fmla="*/ 628464 h 711807"/>
                <a:gd name="connsiteX3" fmla="*/ 100012 w 310232"/>
                <a:gd name="connsiteY3" fmla="*/ 711807 h 711807"/>
                <a:gd name="connsiteX4" fmla="*/ 0 w 310232"/>
                <a:gd name="connsiteY4" fmla="*/ 0 h 711807"/>
                <a:gd name="connsiteX0" fmla="*/ 0 w 310232"/>
                <a:gd name="connsiteY0" fmla="*/ 0 h 711807"/>
                <a:gd name="connsiteX1" fmla="*/ 310232 w 310232"/>
                <a:gd name="connsiteY1" fmla="*/ 230981 h 711807"/>
                <a:gd name="connsiteX2" fmla="*/ 310232 w 310232"/>
                <a:gd name="connsiteY2" fmla="*/ 628464 h 711807"/>
                <a:gd name="connsiteX3" fmla="*/ 100012 w 310232"/>
                <a:gd name="connsiteY3" fmla="*/ 711807 h 711807"/>
                <a:gd name="connsiteX4" fmla="*/ 0 w 310232"/>
                <a:gd name="connsiteY4" fmla="*/ 0 h 711807"/>
                <a:gd name="connsiteX0" fmla="*/ 0 w 362620"/>
                <a:gd name="connsiteY0" fmla="*/ 83344 h 795151"/>
                <a:gd name="connsiteX1" fmla="*/ 362620 w 362620"/>
                <a:gd name="connsiteY1" fmla="*/ 0 h 795151"/>
                <a:gd name="connsiteX2" fmla="*/ 310232 w 362620"/>
                <a:gd name="connsiteY2" fmla="*/ 711808 h 795151"/>
                <a:gd name="connsiteX3" fmla="*/ 100012 w 362620"/>
                <a:gd name="connsiteY3" fmla="*/ 795151 h 795151"/>
                <a:gd name="connsiteX4" fmla="*/ 0 w 362620"/>
                <a:gd name="connsiteY4" fmla="*/ 83344 h 795151"/>
                <a:gd name="connsiteX0" fmla="*/ 0 w 362620"/>
                <a:gd name="connsiteY0" fmla="*/ 83344 h 795151"/>
                <a:gd name="connsiteX1" fmla="*/ 250700 w 362620"/>
                <a:gd name="connsiteY1" fmla="*/ 252227 h 795151"/>
                <a:gd name="connsiteX2" fmla="*/ 362620 w 362620"/>
                <a:gd name="connsiteY2" fmla="*/ 0 h 795151"/>
                <a:gd name="connsiteX3" fmla="*/ 310232 w 362620"/>
                <a:gd name="connsiteY3" fmla="*/ 711808 h 795151"/>
                <a:gd name="connsiteX4" fmla="*/ 100012 w 362620"/>
                <a:gd name="connsiteY4" fmla="*/ 795151 h 795151"/>
                <a:gd name="connsiteX5" fmla="*/ 0 w 362620"/>
                <a:gd name="connsiteY5" fmla="*/ 83344 h 795151"/>
                <a:gd name="connsiteX0" fmla="*/ 0 w 362620"/>
                <a:gd name="connsiteY0" fmla="*/ 92949 h 804756"/>
                <a:gd name="connsiteX1" fmla="*/ 250700 w 362620"/>
                <a:gd name="connsiteY1" fmla="*/ 261832 h 804756"/>
                <a:gd name="connsiteX2" fmla="*/ 362620 w 362620"/>
                <a:gd name="connsiteY2" fmla="*/ 9605 h 804756"/>
                <a:gd name="connsiteX3" fmla="*/ 310232 w 362620"/>
                <a:gd name="connsiteY3" fmla="*/ 721413 h 804756"/>
                <a:gd name="connsiteX4" fmla="*/ 100012 w 362620"/>
                <a:gd name="connsiteY4" fmla="*/ 804756 h 804756"/>
                <a:gd name="connsiteX5" fmla="*/ 0 w 362620"/>
                <a:gd name="connsiteY5" fmla="*/ 92949 h 804756"/>
                <a:gd name="connsiteX0" fmla="*/ 0 w 362620"/>
                <a:gd name="connsiteY0" fmla="*/ 91627 h 803434"/>
                <a:gd name="connsiteX1" fmla="*/ 250700 w 362620"/>
                <a:gd name="connsiteY1" fmla="*/ 260510 h 803434"/>
                <a:gd name="connsiteX2" fmla="*/ 362620 w 362620"/>
                <a:gd name="connsiteY2" fmla="*/ 8283 h 803434"/>
                <a:gd name="connsiteX3" fmla="*/ 310232 w 362620"/>
                <a:gd name="connsiteY3" fmla="*/ 720091 h 803434"/>
                <a:gd name="connsiteX4" fmla="*/ 100012 w 362620"/>
                <a:gd name="connsiteY4" fmla="*/ 803434 h 803434"/>
                <a:gd name="connsiteX5" fmla="*/ 0 w 362620"/>
                <a:gd name="connsiteY5" fmla="*/ 91627 h 803434"/>
                <a:gd name="connsiteX0" fmla="*/ 0 w 400720"/>
                <a:gd name="connsiteY0" fmla="*/ 91627 h 803434"/>
                <a:gd name="connsiteX1" fmla="*/ 250700 w 400720"/>
                <a:gd name="connsiteY1" fmla="*/ 260510 h 803434"/>
                <a:gd name="connsiteX2" fmla="*/ 362620 w 400720"/>
                <a:gd name="connsiteY2" fmla="*/ 8283 h 803434"/>
                <a:gd name="connsiteX3" fmla="*/ 400720 w 400720"/>
                <a:gd name="connsiteY3" fmla="*/ 784384 h 803434"/>
                <a:gd name="connsiteX4" fmla="*/ 100012 w 400720"/>
                <a:gd name="connsiteY4" fmla="*/ 803434 h 803434"/>
                <a:gd name="connsiteX5" fmla="*/ 0 w 400720"/>
                <a:gd name="connsiteY5" fmla="*/ 91627 h 803434"/>
                <a:gd name="connsiteX0" fmla="*/ 0 w 400720"/>
                <a:gd name="connsiteY0" fmla="*/ 91627 h 803434"/>
                <a:gd name="connsiteX1" fmla="*/ 250700 w 400720"/>
                <a:gd name="connsiteY1" fmla="*/ 260510 h 803434"/>
                <a:gd name="connsiteX2" fmla="*/ 362620 w 400720"/>
                <a:gd name="connsiteY2" fmla="*/ 8283 h 803434"/>
                <a:gd name="connsiteX3" fmla="*/ 400720 w 400720"/>
                <a:gd name="connsiteY3" fmla="*/ 784384 h 803434"/>
                <a:gd name="connsiteX4" fmla="*/ 100012 w 400720"/>
                <a:gd name="connsiteY4" fmla="*/ 803434 h 803434"/>
                <a:gd name="connsiteX5" fmla="*/ 0 w 400720"/>
                <a:gd name="connsiteY5" fmla="*/ 91627 h 803434"/>
                <a:gd name="connsiteX0" fmla="*/ 0 w 400720"/>
                <a:gd name="connsiteY0" fmla="*/ 91627 h 803434"/>
                <a:gd name="connsiteX1" fmla="*/ 250700 w 400720"/>
                <a:gd name="connsiteY1" fmla="*/ 260510 h 803434"/>
                <a:gd name="connsiteX2" fmla="*/ 362620 w 400720"/>
                <a:gd name="connsiteY2" fmla="*/ 8283 h 803434"/>
                <a:gd name="connsiteX3" fmla="*/ 400720 w 400720"/>
                <a:gd name="connsiteY3" fmla="*/ 784384 h 803434"/>
                <a:gd name="connsiteX4" fmla="*/ 100012 w 400720"/>
                <a:gd name="connsiteY4" fmla="*/ 803434 h 803434"/>
                <a:gd name="connsiteX5" fmla="*/ 0 w 400720"/>
                <a:gd name="connsiteY5" fmla="*/ 91627 h 803434"/>
                <a:gd name="connsiteX0" fmla="*/ 0 w 405482"/>
                <a:gd name="connsiteY0" fmla="*/ 91627 h 803434"/>
                <a:gd name="connsiteX1" fmla="*/ 250700 w 405482"/>
                <a:gd name="connsiteY1" fmla="*/ 260510 h 803434"/>
                <a:gd name="connsiteX2" fmla="*/ 362620 w 405482"/>
                <a:gd name="connsiteY2" fmla="*/ 8283 h 803434"/>
                <a:gd name="connsiteX3" fmla="*/ 405482 w 405482"/>
                <a:gd name="connsiteY3" fmla="*/ 796290 h 803434"/>
                <a:gd name="connsiteX4" fmla="*/ 100012 w 405482"/>
                <a:gd name="connsiteY4" fmla="*/ 803434 h 803434"/>
                <a:gd name="connsiteX5" fmla="*/ 0 w 405482"/>
                <a:gd name="connsiteY5" fmla="*/ 91627 h 803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5482" h="803434">
                  <a:moveTo>
                    <a:pt x="0" y="91627"/>
                  </a:moveTo>
                  <a:cubicBezTo>
                    <a:pt x="64517" y="75690"/>
                    <a:pt x="186183" y="276447"/>
                    <a:pt x="250700" y="260510"/>
                  </a:cubicBezTo>
                  <a:cubicBezTo>
                    <a:pt x="261813" y="221678"/>
                    <a:pt x="244351" y="-50516"/>
                    <a:pt x="362620" y="8283"/>
                  </a:cubicBezTo>
                  <a:cubicBezTo>
                    <a:pt x="301501" y="452721"/>
                    <a:pt x="311819" y="592359"/>
                    <a:pt x="405482" y="796290"/>
                  </a:cubicBezTo>
                  <a:lnTo>
                    <a:pt x="100012" y="803434"/>
                  </a:lnTo>
                  <a:cubicBezTo>
                    <a:pt x="78581" y="705865"/>
                    <a:pt x="311943" y="503521"/>
                    <a:pt x="0" y="9162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9BD6E01-5327-43E8-9506-0BE3DED9478E}"/>
                </a:ext>
              </a:extLst>
            </p:cNvPr>
            <p:cNvSpPr/>
            <p:nvPr/>
          </p:nvSpPr>
          <p:spPr>
            <a:xfrm>
              <a:off x="7693222" y="3083029"/>
              <a:ext cx="432400" cy="296123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914400"/>
                <a:gd name="connsiteY0" fmla="*/ 0 h 914400"/>
                <a:gd name="connsiteX1" fmla="*/ 842962 w 914400"/>
                <a:gd name="connsiteY1" fmla="*/ 24765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914400"/>
                <a:gd name="connsiteY0" fmla="*/ 0 h 914400"/>
                <a:gd name="connsiteX1" fmla="*/ 742950 w 914400"/>
                <a:gd name="connsiteY1" fmla="*/ 576263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566738 w 914400"/>
                <a:gd name="connsiteY0" fmla="*/ 4762 h 338137"/>
                <a:gd name="connsiteX1" fmla="*/ 742950 w 914400"/>
                <a:gd name="connsiteY1" fmla="*/ 0 h 338137"/>
                <a:gd name="connsiteX2" fmla="*/ 914400 w 914400"/>
                <a:gd name="connsiteY2" fmla="*/ 338137 h 338137"/>
                <a:gd name="connsiteX3" fmla="*/ 0 w 914400"/>
                <a:gd name="connsiteY3" fmla="*/ 338137 h 338137"/>
                <a:gd name="connsiteX4" fmla="*/ 566738 w 914400"/>
                <a:gd name="connsiteY4" fmla="*/ 4762 h 338137"/>
                <a:gd name="connsiteX0" fmla="*/ 0 w 347662"/>
                <a:gd name="connsiteY0" fmla="*/ 4762 h 347662"/>
                <a:gd name="connsiteX1" fmla="*/ 176212 w 347662"/>
                <a:gd name="connsiteY1" fmla="*/ 0 h 347662"/>
                <a:gd name="connsiteX2" fmla="*/ 347662 w 347662"/>
                <a:gd name="connsiteY2" fmla="*/ 338137 h 347662"/>
                <a:gd name="connsiteX3" fmla="*/ 123825 w 347662"/>
                <a:gd name="connsiteY3" fmla="*/ 347662 h 347662"/>
                <a:gd name="connsiteX4" fmla="*/ 0 w 347662"/>
                <a:gd name="connsiteY4" fmla="*/ 4762 h 347662"/>
                <a:gd name="connsiteX0" fmla="*/ 0 w 442912"/>
                <a:gd name="connsiteY0" fmla="*/ 242887 h 347662"/>
                <a:gd name="connsiteX1" fmla="*/ 271462 w 442912"/>
                <a:gd name="connsiteY1" fmla="*/ 0 h 347662"/>
                <a:gd name="connsiteX2" fmla="*/ 442912 w 442912"/>
                <a:gd name="connsiteY2" fmla="*/ 338137 h 347662"/>
                <a:gd name="connsiteX3" fmla="*/ 219075 w 442912"/>
                <a:gd name="connsiteY3" fmla="*/ 347662 h 347662"/>
                <a:gd name="connsiteX4" fmla="*/ 0 w 442912"/>
                <a:gd name="connsiteY4" fmla="*/ 242887 h 347662"/>
                <a:gd name="connsiteX0" fmla="*/ 0 w 442912"/>
                <a:gd name="connsiteY0" fmla="*/ 119062 h 223837"/>
                <a:gd name="connsiteX1" fmla="*/ 352424 w 442912"/>
                <a:gd name="connsiteY1" fmla="*/ 0 h 223837"/>
                <a:gd name="connsiteX2" fmla="*/ 442912 w 442912"/>
                <a:gd name="connsiteY2" fmla="*/ 214312 h 223837"/>
                <a:gd name="connsiteX3" fmla="*/ 219075 w 442912"/>
                <a:gd name="connsiteY3" fmla="*/ 223837 h 223837"/>
                <a:gd name="connsiteX4" fmla="*/ 0 w 442912"/>
                <a:gd name="connsiteY4" fmla="*/ 119062 h 223837"/>
                <a:gd name="connsiteX0" fmla="*/ 0 w 395287"/>
                <a:gd name="connsiteY0" fmla="*/ 119062 h 223837"/>
                <a:gd name="connsiteX1" fmla="*/ 352424 w 395287"/>
                <a:gd name="connsiteY1" fmla="*/ 0 h 223837"/>
                <a:gd name="connsiteX2" fmla="*/ 395287 w 395287"/>
                <a:gd name="connsiteY2" fmla="*/ 214312 h 223837"/>
                <a:gd name="connsiteX3" fmla="*/ 219075 w 395287"/>
                <a:gd name="connsiteY3" fmla="*/ 223837 h 223837"/>
                <a:gd name="connsiteX4" fmla="*/ 0 w 395287"/>
                <a:gd name="connsiteY4" fmla="*/ 119062 h 223837"/>
                <a:gd name="connsiteX0" fmla="*/ 0 w 395287"/>
                <a:gd name="connsiteY0" fmla="*/ 119062 h 252412"/>
                <a:gd name="connsiteX1" fmla="*/ 352424 w 395287"/>
                <a:gd name="connsiteY1" fmla="*/ 0 h 252412"/>
                <a:gd name="connsiteX2" fmla="*/ 395287 w 395287"/>
                <a:gd name="connsiteY2" fmla="*/ 214312 h 252412"/>
                <a:gd name="connsiteX3" fmla="*/ 223838 w 395287"/>
                <a:gd name="connsiteY3" fmla="*/ 252412 h 252412"/>
                <a:gd name="connsiteX4" fmla="*/ 0 w 395287"/>
                <a:gd name="connsiteY4" fmla="*/ 119062 h 252412"/>
                <a:gd name="connsiteX0" fmla="*/ 0 w 395287"/>
                <a:gd name="connsiteY0" fmla="*/ 119062 h 285303"/>
                <a:gd name="connsiteX1" fmla="*/ 352424 w 395287"/>
                <a:gd name="connsiteY1" fmla="*/ 0 h 285303"/>
                <a:gd name="connsiteX2" fmla="*/ 395287 w 395287"/>
                <a:gd name="connsiteY2" fmla="*/ 214312 h 285303"/>
                <a:gd name="connsiteX3" fmla="*/ 223838 w 395287"/>
                <a:gd name="connsiteY3" fmla="*/ 252412 h 285303"/>
                <a:gd name="connsiteX4" fmla="*/ 0 w 395287"/>
                <a:gd name="connsiteY4" fmla="*/ 119062 h 285303"/>
                <a:gd name="connsiteX0" fmla="*/ 0 w 410746"/>
                <a:gd name="connsiteY0" fmla="*/ 119062 h 289620"/>
                <a:gd name="connsiteX1" fmla="*/ 352424 w 410746"/>
                <a:gd name="connsiteY1" fmla="*/ 0 h 289620"/>
                <a:gd name="connsiteX2" fmla="*/ 395287 w 410746"/>
                <a:gd name="connsiteY2" fmla="*/ 214312 h 289620"/>
                <a:gd name="connsiteX3" fmla="*/ 223838 w 410746"/>
                <a:gd name="connsiteY3" fmla="*/ 252412 h 289620"/>
                <a:gd name="connsiteX4" fmla="*/ 0 w 410746"/>
                <a:gd name="connsiteY4" fmla="*/ 119062 h 289620"/>
                <a:gd name="connsiteX0" fmla="*/ 0 w 405507"/>
                <a:gd name="connsiteY0" fmla="*/ 119062 h 297078"/>
                <a:gd name="connsiteX1" fmla="*/ 352424 w 405507"/>
                <a:gd name="connsiteY1" fmla="*/ 0 h 297078"/>
                <a:gd name="connsiteX2" fmla="*/ 395287 w 405507"/>
                <a:gd name="connsiteY2" fmla="*/ 214312 h 297078"/>
                <a:gd name="connsiteX3" fmla="*/ 171450 w 405507"/>
                <a:gd name="connsiteY3" fmla="*/ 261937 h 297078"/>
                <a:gd name="connsiteX4" fmla="*/ 0 w 405507"/>
                <a:gd name="connsiteY4" fmla="*/ 119062 h 297078"/>
                <a:gd name="connsiteX0" fmla="*/ 0 w 432400"/>
                <a:gd name="connsiteY0" fmla="*/ 119062 h 296123"/>
                <a:gd name="connsiteX1" fmla="*/ 352424 w 432400"/>
                <a:gd name="connsiteY1" fmla="*/ 0 h 296123"/>
                <a:gd name="connsiteX2" fmla="*/ 423862 w 432400"/>
                <a:gd name="connsiteY2" fmla="*/ 209550 h 296123"/>
                <a:gd name="connsiteX3" fmla="*/ 171450 w 432400"/>
                <a:gd name="connsiteY3" fmla="*/ 261937 h 296123"/>
                <a:gd name="connsiteX4" fmla="*/ 0 w 432400"/>
                <a:gd name="connsiteY4" fmla="*/ 119062 h 296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2400" h="296123">
                  <a:moveTo>
                    <a:pt x="0" y="119062"/>
                  </a:moveTo>
                  <a:lnTo>
                    <a:pt x="352424" y="0"/>
                  </a:lnTo>
                  <a:lnTo>
                    <a:pt x="423862" y="209550"/>
                  </a:lnTo>
                  <a:cubicBezTo>
                    <a:pt x="466724" y="246062"/>
                    <a:pt x="342900" y="349249"/>
                    <a:pt x="171450" y="261937"/>
                  </a:cubicBezTo>
                  <a:lnTo>
                    <a:pt x="0" y="119062"/>
                  </a:lnTo>
                  <a:close/>
                </a:path>
              </a:pathLst>
            </a:custGeom>
            <a:solidFill>
              <a:srgbClr val="A9D1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6AC3E22-0990-4A9E-B8DC-D39DD457E646}"/>
                </a:ext>
              </a:extLst>
            </p:cNvPr>
            <p:cNvSpPr/>
            <p:nvPr/>
          </p:nvSpPr>
          <p:spPr>
            <a:xfrm>
              <a:off x="7693222" y="2715143"/>
              <a:ext cx="2184687" cy="735771"/>
            </a:xfrm>
            <a:custGeom>
              <a:avLst/>
              <a:gdLst>
                <a:gd name="connsiteX0" fmla="*/ 0 w 497682"/>
                <a:gd name="connsiteY0" fmla="*/ 166806 h 167612"/>
                <a:gd name="connsiteX1" fmla="*/ 38100 w 497682"/>
                <a:gd name="connsiteY1" fmla="*/ 164425 h 167612"/>
                <a:gd name="connsiteX2" fmla="*/ 40482 w 497682"/>
                <a:gd name="connsiteY2" fmla="*/ 145375 h 167612"/>
                <a:gd name="connsiteX3" fmla="*/ 64294 w 497682"/>
                <a:gd name="connsiteY3" fmla="*/ 147756 h 167612"/>
                <a:gd name="connsiteX4" fmla="*/ 97632 w 497682"/>
                <a:gd name="connsiteY4" fmla="*/ 135850 h 167612"/>
                <a:gd name="connsiteX5" fmla="*/ 100013 w 497682"/>
                <a:gd name="connsiteY5" fmla="*/ 126325 h 167612"/>
                <a:gd name="connsiteX6" fmla="*/ 97632 w 497682"/>
                <a:gd name="connsiteY6" fmla="*/ 71556 h 167612"/>
                <a:gd name="connsiteX7" fmla="*/ 88107 w 497682"/>
                <a:gd name="connsiteY7" fmla="*/ 64413 h 167612"/>
                <a:gd name="connsiteX8" fmla="*/ 92869 w 497682"/>
                <a:gd name="connsiteY8" fmla="*/ 78700 h 167612"/>
                <a:gd name="connsiteX9" fmla="*/ 109538 w 497682"/>
                <a:gd name="connsiteY9" fmla="*/ 90606 h 167612"/>
                <a:gd name="connsiteX10" fmla="*/ 126207 w 497682"/>
                <a:gd name="connsiteY10" fmla="*/ 112038 h 167612"/>
                <a:gd name="connsiteX11" fmla="*/ 140494 w 497682"/>
                <a:gd name="connsiteY11" fmla="*/ 114419 h 167612"/>
                <a:gd name="connsiteX12" fmla="*/ 192882 w 497682"/>
                <a:gd name="connsiteY12" fmla="*/ 112038 h 167612"/>
                <a:gd name="connsiteX13" fmla="*/ 197644 w 497682"/>
                <a:gd name="connsiteY13" fmla="*/ 102513 h 167612"/>
                <a:gd name="connsiteX14" fmla="*/ 211932 w 497682"/>
                <a:gd name="connsiteY14" fmla="*/ 85844 h 167612"/>
                <a:gd name="connsiteX15" fmla="*/ 276225 w 497682"/>
                <a:gd name="connsiteY15" fmla="*/ 78700 h 167612"/>
                <a:gd name="connsiteX16" fmla="*/ 285750 w 497682"/>
                <a:gd name="connsiteY16" fmla="*/ 64413 h 167612"/>
                <a:gd name="connsiteX17" fmla="*/ 300038 w 497682"/>
                <a:gd name="connsiteY17" fmla="*/ 69175 h 167612"/>
                <a:gd name="connsiteX18" fmla="*/ 316707 w 497682"/>
                <a:gd name="connsiteY18" fmla="*/ 62031 h 167612"/>
                <a:gd name="connsiteX19" fmla="*/ 319088 w 497682"/>
                <a:gd name="connsiteY19" fmla="*/ 52506 h 167612"/>
                <a:gd name="connsiteX20" fmla="*/ 316707 w 497682"/>
                <a:gd name="connsiteY20" fmla="*/ 31075 h 167612"/>
                <a:gd name="connsiteX21" fmla="*/ 328613 w 497682"/>
                <a:gd name="connsiteY21" fmla="*/ 28694 h 167612"/>
                <a:gd name="connsiteX22" fmla="*/ 330994 w 497682"/>
                <a:gd name="connsiteY22" fmla="*/ 21550 h 167612"/>
                <a:gd name="connsiteX23" fmla="*/ 338138 w 497682"/>
                <a:gd name="connsiteY23" fmla="*/ 16788 h 167612"/>
                <a:gd name="connsiteX24" fmla="*/ 345282 w 497682"/>
                <a:gd name="connsiteY24" fmla="*/ 9644 h 167612"/>
                <a:gd name="connsiteX25" fmla="*/ 342900 w 497682"/>
                <a:gd name="connsiteY25" fmla="*/ 119 h 167612"/>
                <a:gd name="connsiteX26" fmla="*/ 354807 w 497682"/>
                <a:gd name="connsiteY26" fmla="*/ 7263 h 167612"/>
                <a:gd name="connsiteX27" fmla="*/ 388144 w 497682"/>
                <a:gd name="connsiteY27" fmla="*/ 12025 h 167612"/>
                <a:gd name="connsiteX28" fmla="*/ 392907 w 497682"/>
                <a:gd name="connsiteY28" fmla="*/ 19169 h 167612"/>
                <a:gd name="connsiteX29" fmla="*/ 395288 w 497682"/>
                <a:gd name="connsiteY29" fmla="*/ 31075 h 167612"/>
                <a:gd name="connsiteX30" fmla="*/ 402432 w 497682"/>
                <a:gd name="connsiteY30" fmla="*/ 35838 h 167612"/>
                <a:gd name="connsiteX31" fmla="*/ 416719 w 497682"/>
                <a:gd name="connsiteY31" fmla="*/ 33456 h 167612"/>
                <a:gd name="connsiteX32" fmla="*/ 423863 w 497682"/>
                <a:gd name="connsiteY32" fmla="*/ 31075 h 167612"/>
                <a:gd name="connsiteX33" fmla="*/ 442913 w 497682"/>
                <a:gd name="connsiteY33" fmla="*/ 33456 h 167612"/>
                <a:gd name="connsiteX34" fmla="*/ 445294 w 497682"/>
                <a:gd name="connsiteY34" fmla="*/ 40600 h 167612"/>
                <a:gd name="connsiteX35" fmla="*/ 447675 w 497682"/>
                <a:gd name="connsiteY35" fmla="*/ 50125 h 167612"/>
                <a:gd name="connsiteX36" fmla="*/ 461963 w 497682"/>
                <a:gd name="connsiteY36" fmla="*/ 66794 h 167612"/>
                <a:gd name="connsiteX37" fmla="*/ 469107 w 497682"/>
                <a:gd name="connsiteY37" fmla="*/ 69175 h 167612"/>
                <a:gd name="connsiteX38" fmla="*/ 495300 w 497682"/>
                <a:gd name="connsiteY38" fmla="*/ 59650 h 167612"/>
                <a:gd name="connsiteX39" fmla="*/ 497682 w 497682"/>
                <a:gd name="connsiteY39" fmla="*/ 57269 h 167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97682" h="167612">
                  <a:moveTo>
                    <a:pt x="0" y="166806"/>
                  </a:moveTo>
                  <a:cubicBezTo>
                    <a:pt x="12700" y="166012"/>
                    <a:pt x="26854" y="170379"/>
                    <a:pt x="38100" y="164425"/>
                  </a:cubicBezTo>
                  <a:cubicBezTo>
                    <a:pt x="43756" y="161431"/>
                    <a:pt x="35083" y="148811"/>
                    <a:pt x="40482" y="145375"/>
                  </a:cubicBezTo>
                  <a:cubicBezTo>
                    <a:pt x="47212" y="141092"/>
                    <a:pt x="56357" y="146962"/>
                    <a:pt x="64294" y="147756"/>
                  </a:cubicBezTo>
                  <a:cubicBezTo>
                    <a:pt x="74322" y="145751"/>
                    <a:pt x="90298" y="146118"/>
                    <a:pt x="97632" y="135850"/>
                  </a:cubicBezTo>
                  <a:cubicBezTo>
                    <a:pt x="99534" y="133187"/>
                    <a:pt x="99219" y="129500"/>
                    <a:pt x="100013" y="126325"/>
                  </a:cubicBezTo>
                  <a:cubicBezTo>
                    <a:pt x="99219" y="108069"/>
                    <a:pt x="101083" y="89501"/>
                    <a:pt x="97632" y="71556"/>
                  </a:cubicBezTo>
                  <a:cubicBezTo>
                    <a:pt x="96883" y="67659"/>
                    <a:pt x="90308" y="61111"/>
                    <a:pt x="88107" y="64413"/>
                  </a:cubicBezTo>
                  <a:cubicBezTo>
                    <a:pt x="85322" y="68590"/>
                    <a:pt x="90085" y="74523"/>
                    <a:pt x="92869" y="78700"/>
                  </a:cubicBezTo>
                  <a:cubicBezTo>
                    <a:pt x="94052" y="80474"/>
                    <a:pt x="106758" y="88753"/>
                    <a:pt x="109538" y="90606"/>
                  </a:cubicBezTo>
                  <a:cubicBezTo>
                    <a:pt x="113339" y="98208"/>
                    <a:pt x="117136" y="109014"/>
                    <a:pt x="126207" y="112038"/>
                  </a:cubicBezTo>
                  <a:cubicBezTo>
                    <a:pt x="130787" y="113565"/>
                    <a:pt x="135732" y="113625"/>
                    <a:pt x="140494" y="114419"/>
                  </a:cubicBezTo>
                  <a:cubicBezTo>
                    <a:pt x="157957" y="113625"/>
                    <a:pt x="175769" y="115603"/>
                    <a:pt x="192882" y="112038"/>
                  </a:cubicBezTo>
                  <a:cubicBezTo>
                    <a:pt x="196357" y="111314"/>
                    <a:pt x="195920" y="105616"/>
                    <a:pt x="197644" y="102513"/>
                  </a:cubicBezTo>
                  <a:cubicBezTo>
                    <a:pt x="200114" y="98066"/>
                    <a:pt x="204737" y="87043"/>
                    <a:pt x="211932" y="85844"/>
                  </a:cubicBezTo>
                  <a:cubicBezTo>
                    <a:pt x="233202" y="82299"/>
                    <a:pt x="254794" y="81081"/>
                    <a:pt x="276225" y="78700"/>
                  </a:cubicBezTo>
                  <a:cubicBezTo>
                    <a:pt x="277420" y="73921"/>
                    <a:pt x="277529" y="64413"/>
                    <a:pt x="285750" y="64413"/>
                  </a:cubicBezTo>
                  <a:cubicBezTo>
                    <a:pt x="290770" y="64413"/>
                    <a:pt x="300038" y="69175"/>
                    <a:pt x="300038" y="69175"/>
                  </a:cubicBezTo>
                  <a:cubicBezTo>
                    <a:pt x="304818" y="67980"/>
                    <a:pt x="313418" y="66965"/>
                    <a:pt x="316707" y="62031"/>
                  </a:cubicBezTo>
                  <a:cubicBezTo>
                    <a:pt x="318522" y="59308"/>
                    <a:pt x="318294" y="55681"/>
                    <a:pt x="319088" y="52506"/>
                  </a:cubicBezTo>
                  <a:cubicBezTo>
                    <a:pt x="318294" y="45362"/>
                    <a:pt x="314038" y="37749"/>
                    <a:pt x="316707" y="31075"/>
                  </a:cubicBezTo>
                  <a:cubicBezTo>
                    <a:pt x="318210" y="27317"/>
                    <a:pt x="325246" y="30939"/>
                    <a:pt x="328613" y="28694"/>
                  </a:cubicBezTo>
                  <a:cubicBezTo>
                    <a:pt x="330702" y="27302"/>
                    <a:pt x="329426" y="23510"/>
                    <a:pt x="330994" y="21550"/>
                  </a:cubicBezTo>
                  <a:cubicBezTo>
                    <a:pt x="332782" y="19315"/>
                    <a:pt x="335939" y="18620"/>
                    <a:pt x="338138" y="16788"/>
                  </a:cubicBezTo>
                  <a:cubicBezTo>
                    <a:pt x="340725" y="14632"/>
                    <a:pt x="342901" y="12025"/>
                    <a:pt x="345282" y="9644"/>
                  </a:cubicBezTo>
                  <a:cubicBezTo>
                    <a:pt x="344488" y="6469"/>
                    <a:pt x="339725" y="913"/>
                    <a:pt x="342900" y="119"/>
                  </a:cubicBezTo>
                  <a:cubicBezTo>
                    <a:pt x="347390" y="-1003"/>
                    <a:pt x="350331" y="6085"/>
                    <a:pt x="354807" y="7263"/>
                  </a:cubicBezTo>
                  <a:cubicBezTo>
                    <a:pt x="365663" y="10120"/>
                    <a:pt x="377032" y="10438"/>
                    <a:pt x="388144" y="12025"/>
                  </a:cubicBezTo>
                  <a:cubicBezTo>
                    <a:pt x="389732" y="14406"/>
                    <a:pt x="391902" y="16489"/>
                    <a:pt x="392907" y="19169"/>
                  </a:cubicBezTo>
                  <a:cubicBezTo>
                    <a:pt x="394328" y="22959"/>
                    <a:pt x="393280" y="27561"/>
                    <a:pt x="395288" y="31075"/>
                  </a:cubicBezTo>
                  <a:cubicBezTo>
                    <a:pt x="396708" y="33560"/>
                    <a:pt x="400051" y="34250"/>
                    <a:pt x="402432" y="35838"/>
                  </a:cubicBezTo>
                  <a:cubicBezTo>
                    <a:pt x="407194" y="35044"/>
                    <a:pt x="412006" y="34503"/>
                    <a:pt x="416719" y="33456"/>
                  </a:cubicBezTo>
                  <a:cubicBezTo>
                    <a:pt x="419169" y="32911"/>
                    <a:pt x="421353" y="31075"/>
                    <a:pt x="423863" y="31075"/>
                  </a:cubicBezTo>
                  <a:cubicBezTo>
                    <a:pt x="430262" y="31075"/>
                    <a:pt x="436563" y="32662"/>
                    <a:pt x="442913" y="33456"/>
                  </a:cubicBezTo>
                  <a:cubicBezTo>
                    <a:pt x="443707" y="35837"/>
                    <a:pt x="444604" y="38186"/>
                    <a:pt x="445294" y="40600"/>
                  </a:cubicBezTo>
                  <a:cubicBezTo>
                    <a:pt x="446193" y="43747"/>
                    <a:pt x="446386" y="47117"/>
                    <a:pt x="447675" y="50125"/>
                  </a:cubicBezTo>
                  <a:cubicBezTo>
                    <a:pt x="449896" y="55307"/>
                    <a:pt x="458310" y="64185"/>
                    <a:pt x="461963" y="66794"/>
                  </a:cubicBezTo>
                  <a:cubicBezTo>
                    <a:pt x="464006" y="68253"/>
                    <a:pt x="466726" y="68381"/>
                    <a:pt x="469107" y="69175"/>
                  </a:cubicBezTo>
                  <a:cubicBezTo>
                    <a:pt x="503624" y="65724"/>
                    <a:pt x="487814" y="74620"/>
                    <a:pt x="495300" y="59650"/>
                  </a:cubicBezTo>
                  <a:cubicBezTo>
                    <a:pt x="495802" y="58646"/>
                    <a:pt x="496888" y="58063"/>
                    <a:pt x="497682" y="57269"/>
                  </a:cubicBez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0975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984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54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60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10EC63E-2120-470F-83FF-41CA1A358F84}"/>
              </a:ext>
            </a:extLst>
          </p:cNvPr>
          <p:cNvSpPr/>
          <p:nvPr/>
        </p:nvSpPr>
        <p:spPr>
          <a:xfrm>
            <a:off x="7506510" y="832382"/>
            <a:ext cx="390567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L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</a:rPr>
              <a:t>ea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f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77E54C7-302C-4B11-A10C-C3E1D89DB04D}"/>
              </a:ext>
            </a:extLst>
          </p:cNvPr>
          <p:cNvSpPr/>
          <p:nvPr/>
        </p:nvSpPr>
        <p:spPr>
          <a:xfrm>
            <a:off x="4811618" y="832381"/>
            <a:ext cx="238016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ED7D31"/>
                </a:solidFill>
              </a:rPr>
              <a:t>ea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ED7D3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F8D7B7A-6A59-464D-8DBB-EA63EAD58445}"/>
              </a:ext>
            </a:extLst>
          </p:cNvPr>
          <p:cNvGrpSpPr/>
          <p:nvPr/>
        </p:nvGrpSpPr>
        <p:grpSpPr>
          <a:xfrm>
            <a:off x="703761" y="507697"/>
            <a:ext cx="4702095" cy="6725681"/>
            <a:chOff x="837111" y="-184137"/>
            <a:chExt cx="4702095" cy="6725681"/>
          </a:xfrm>
        </p:grpSpPr>
        <p:sp>
          <p:nvSpPr>
            <p:cNvPr id="27" name="Rectangle 56">
              <a:extLst>
                <a:ext uri="{FF2B5EF4-FFF2-40B4-BE49-F238E27FC236}">
                  <a16:creationId xmlns:a16="http://schemas.microsoft.com/office/drawing/2014/main" id="{B3778819-3496-493B-B357-7D94725F8C9F}"/>
                </a:ext>
              </a:extLst>
            </p:cNvPr>
            <p:cNvSpPr/>
            <p:nvPr/>
          </p:nvSpPr>
          <p:spPr>
            <a:xfrm rot="3221422">
              <a:off x="-116009" y="1620644"/>
              <a:ext cx="6725681" cy="311612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863338-CA33-4D3E-B86B-7A021B8FC686}"/>
                </a:ext>
              </a:extLst>
            </p:cNvPr>
            <p:cNvCxnSpPr>
              <a:stCxn id="27" idx="1"/>
              <a:endCxn id="27" idx="0"/>
            </p:cNvCxnSpPr>
            <p:nvPr/>
          </p:nvCxnSpPr>
          <p:spPr>
            <a:xfrm flipH="1" flipV="1">
              <a:off x="837111" y="776298"/>
              <a:ext cx="4702095" cy="4891042"/>
            </a:xfrm>
            <a:prstGeom prst="line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CD2C029-D57C-4B00-8BFF-2D23128B8E02}"/>
                </a:ext>
              </a:extLst>
            </p:cNvPr>
            <p:cNvSpPr/>
            <p:nvPr/>
          </p:nvSpPr>
          <p:spPr>
            <a:xfrm>
              <a:off x="2690893" y="1516742"/>
              <a:ext cx="276679" cy="1192893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79CC36-5848-4F78-BD0C-4E9E03D73DC0}"/>
                </a:ext>
              </a:extLst>
            </p:cNvPr>
            <p:cNvSpPr/>
            <p:nvPr/>
          </p:nvSpPr>
          <p:spPr>
            <a:xfrm>
              <a:off x="3454488" y="2011454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F871800-33F2-47EA-B7A9-31E551A67486}"/>
                </a:ext>
              </a:extLst>
            </p:cNvPr>
            <p:cNvSpPr/>
            <p:nvPr/>
          </p:nvSpPr>
          <p:spPr>
            <a:xfrm>
              <a:off x="4261845" y="2857050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9473268-C1D9-4FC2-B1C9-2D15780FED60}"/>
                </a:ext>
              </a:extLst>
            </p:cNvPr>
            <p:cNvSpPr/>
            <p:nvPr/>
          </p:nvSpPr>
          <p:spPr>
            <a:xfrm rot="16200000" flipH="1">
              <a:off x="3858043" y="4288564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A3DE6BA-7012-45E9-8641-5AAF60C501DE}"/>
                </a:ext>
              </a:extLst>
            </p:cNvPr>
            <p:cNvSpPr/>
            <p:nvPr/>
          </p:nvSpPr>
          <p:spPr>
            <a:xfrm rot="16200000" flipH="1">
              <a:off x="2977338" y="3392240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6C56B0D-3CEB-4EBC-82B0-80FFB8DF56C6}"/>
                </a:ext>
              </a:extLst>
            </p:cNvPr>
            <p:cNvSpPr/>
            <p:nvPr/>
          </p:nvSpPr>
          <p:spPr>
            <a:xfrm rot="16200000" flipH="1">
              <a:off x="2321103" y="2662758"/>
              <a:ext cx="296461" cy="1278183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A305D0D-DB45-479E-B47D-A052D5DEDC44}"/>
                </a:ext>
              </a:extLst>
            </p:cNvPr>
            <p:cNvSpPr/>
            <p:nvPr/>
          </p:nvSpPr>
          <p:spPr>
            <a:xfrm rot="16200000" flipH="1">
              <a:off x="1767427" y="1990437"/>
              <a:ext cx="214482" cy="924733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19C7C05-E09A-4058-ACBE-33BFB5D1A1FC}"/>
                </a:ext>
              </a:extLst>
            </p:cNvPr>
            <p:cNvSpPr/>
            <p:nvPr/>
          </p:nvSpPr>
          <p:spPr>
            <a:xfrm rot="21415480">
              <a:off x="1871886" y="1254034"/>
              <a:ext cx="141149" cy="608561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78C6BDD-66FE-48EE-8298-64343E09E8CD}"/>
                </a:ext>
              </a:extLst>
            </p:cNvPr>
            <p:cNvSpPr/>
            <p:nvPr/>
          </p:nvSpPr>
          <p:spPr>
            <a:xfrm rot="17413761" flipH="1">
              <a:off x="1196775" y="1212461"/>
              <a:ext cx="141149" cy="608561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F0CC740-6879-41B9-BE9E-01BD79C2B305}"/>
                </a:ext>
              </a:extLst>
            </p:cNvPr>
            <p:cNvSpPr/>
            <p:nvPr/>
          </p:nvSpPr>
          <p:spPr>
            <a:xfrm rot="20533400">
              <a:off x="1283067" y="908007"/>
              <a:ext cx="85952" cy="370582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5AE3F4-1046-48CA-9637-BC608A12D9C1}"/>
              </a:ext>
            </a:extLst>
          </p:cNvPr>
          <p:cNvGrpSpPr/>
          <p:nvPr/>
        </p:nvGrpSpPr>
        <p:grpSpPr>
          <a:xfrm>
            <a:off x="5424050" y="3220933"/>
            <a:ext cx="1923805" cy="2751731"/>
            <a:chOff x="837111" y="-184137"/>
            <a:chExt cx="4702095" cy="6725681"/>
          </a:xfrm>
        </p:grpSpPr>
        <p:sp>
          <p:nvSpPr>
            <p:cNvPr id="43" name="Rectangle 56">
              <a:extLst>
                <a:ext uri="{FF2B5EF4-FFF2-40B4-BE49-F238E27FC236}">
                  <a16:creationId xmlns:a16="http://schemas.microsoft.com/office/drawing/2014/main" id="{201FD257-A3EF-4E1E-8441-E57A730DF495}"/>
                </a:ext>
              </a:extLst>
            </p:cNvPr>
            <p:cNvSpPr/>
            <p:nvPr/>
          </p:nvSpPr>
          <p:spPr>
            <a:xfrm rot="3221422">
              <a:off x="-116009" y="1620644"/>
              <a:ext cx="6725681" cy="311612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7039088-8A7E-4B35-A20C-2C39EEB4C608}"/>
                </a:ext>
              </a:extLst>
            </p:cNvPr>
            <p:cNvCxnSpPr>
              <a:stCxn id="43" idx="1"/>
              <a:endCxn id="43" idx="0"/>
            </p:cNvCxnSpPr>
            <p:nvPr/>
          </p:nvCxnSpPr>
          <p:spPr>
            <a:xfrm flipH="1" flipV="1">
              <a:off x="837111" y="776298"/>
              <a:ext cx="4702095" cy="4891042"/>
            </a:xfrm>
            <a:prstGeom prst="line">
              <a:avLst/>
            </a:prstGeom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2AD2D27-8DAE-402C-913E-54916A455DA8}"/>
                </a:ext>
              </a:extLst>
            </p:cNvPr>
            <p:cNvSpPr/>
            <p:nvPr/>
          </p:nvSpPr>
          <p:spPr>
            <a:xfrm>
              <a:off x="2690893" y="1516742"/>
              <a:ext cx="276679" cy="1192893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C668EFC-2CD1-4BE1-92E4-BC04F1F034B7}"/>
                </a:ext>
              </a:extLst>
            </p:cNvPr>
            <p:cNvSpPr/>
            <p:nvPr/>
          </p:nvSpPr>
          <p:spPr>
            <a:xfrm>
              <a:off x="3454488" y="2011454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701E4BC-98A0-4D1F-8C16-D5E7961683B7}"/>
                </a:ext>
              </a:extLst>
            </p:cNvPr>
            <p:cNvSpPr/>
            <p:nvPr/>
          </p:nvSpPr>
          <p:spPr>
            <a:xfrm>
              <a:off x="4261845" y="2857050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E8B8089-0ED4-4D1D-AD69-3C603E62DB45}"/>
                </a:ext>
              </a:extLst>
            </p:cNvPr>
            <p:cNvSpPr/>
            <p:nvPr/>
          </p:nvSpPr>
          <p:spPr>
            <a:xfrm rot="16200000" flipH="1">
              <a:off x="3858043" y="4288564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F77FAF4-0A91-4FC3-B29B-20FAF07F5E0B}"/>
                </a:ext>
              </a:extLst>
            </p:cNvPr>
            <p:cNvSpPr/>
            <p:nvPr/>
          </p:nvSpPr>
          <p:spPr>
            <a:xfrm rot="16200000" flipH="1">
              <a:off x="2977338" y="3392240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5387F8C-2A43-4E15-A403-DE6DEBAC0999}"/>
                </a:ext>
              </a:extLst>
            </p:cNvPr>
            <p:cNvSpPr/>
            <p:nvPr/>
          </p:nvSpPr>
          <p:spPr>
            <a:xfrm rot="16200000" flipH="1">
              <a:off x="2321103" y="2662758"/>
              <a:ext cx="296461" cy="1278183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AD3AADB-7709-42F1-BC69-31605D06C4FE}"/>
                </a:ext>
              </a:extLst>
            </p:cNvPr>
            <p:cNvSpPr/>
            <p:nvPr/>
          </p:nvSpPr>
          <p:spPr>
            <a:xfrm rot="16200000" flipH="1">
              <a:off x="1767427" y="1990437"/>
              <a:ext cx="214482" cy="924733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2FE9CDB-A151-4F29-A13C-4127D2243F16}"/>
                </a:ext>
              </a:extLst>
            </p:cNvPr>
            <p:cNvSpPr/>
            <p:nvPr/>
          </p:nvSpPr>
          <p:spPr>
            <a:xfrm rot="21415480">
              <a:off x="1871886" y="1254034"/>
              <a:ext cx="141149" cy="608561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D80C287-5F5D-482B-8217-B79B60327A5C}"/>
                </a:ext>
              </a:extLst>
            </p:cNvPr>
            <p:cNvSpPr/>
            <p:nvPr/>
          </p:nvSpPr>
          <p:spPr>
            <a:xfrm rot="17413761" flipH="1">
              <a:off x="1196775" y="1212461"/>
              <a:ext cx="141149" cy="608561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5628076-309B-426D-81B5-B1D4603C2BEE}"/>
                </a:ext>
              </a:extLst>
            </p:cNvPr>
            <p:cNvSpPr/>
            <p:nvPr/>
          </p:nvSpPr>
          <p:spPr>
            <a:xfrm rot="20533400">
              <a:off x="1283067" y="908007"/>
              <a:ext cx="85952" cy="370582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5CEE4FD-9BF5-432E-8C45-E602213DF1A8}"/>
              </a:ext>
            </a:extLst>
          </p:cNvPr>
          <p:cNvGrpSpPr/>
          <p:nvPr/>
        </p:nvGrpSpPr>
        <p:grpSpPr>
          <a:xfrm rot="5400000">
            <a:off x="7566668" y="3238572"/>
            <a:ext cx="1923805" cy="2751731"/>
            <a:chOff x="837111" y="-184137"/>
            <a:chExt cx="4702095" cy="6725681"/>
          </a:xfrm>
        </p:grpSpPr>
        <p:sp>
          <p:nvSpPr>
            <p:cNvPr id="61" name="Rectangle 56">
              <a:extLst>
                <a:ext uri="{FF2B5EF4-FFF2-40B4-BE49-F238E27FC236}">
                  <a16:creationId xmlns:a16="http://schemas.microsoft.com/office/drawing/2014/main" id="{7BB9829D-E9DB-41B3-A2DB-13B1EC826B22}"/>
                </a:ext>
              </a:extLst>
            </p:cNvPr>
            <p:cNvSpPr/>
            <p:nvPr/>
          </p:nvSpPr>
          <p:spPr>
            <a:xfrm rot="3221422">
              <a:off x="-116009" y="1620644"/>
              <a:ext cx="6725681" cy="3116120"/>
            </a:xfrm>
            <a:custGeom>
              <a:avLst/>
              <a:gdLst>
                <a:gd name="connsiteX0" fmla="*/ 0 w 234984"/>
                <a:gd name="connsiteY0" fmla="*/ 0 h 158712"/>
                <a:gd name="connsiteX1" fmla="*/ 234984 w 234984"/>
                <a:gd name="connsiteY1" fmla="*/ 0 h 158712"/>
                <a:gd name="connsiteX2" fmla="*/ 234984 w 234984"/>
                <a:gd name="connsiteY2" fmla="*/ 158712 h 158712"/>
                <a:gd name="connsiteX3" fmla="*/ 0 w 234984"/>
                <a:gd name="connsiteY3" fmla="*/ 158712 h 158712"/>
                <a:gd name="connsiteX4" fmla="*/ 0 w 234984"/>
                <a:gd name="connsiteY4" fmla="*/ 0 h 158712"/>
                <a:gd name="connsiteX0" fmla="*/ 0 w 234984"/>
                <a:gd name="connsiteY0" fmla="*/ 0 h 158712"/>
                <a:gd name="connsiteX1" fmla="*/ 234984 w 234984"/>
                <a:gd name="connsiteY1" fmla="*/ 158712 h 158712"/>
                <a:gd name="connsiteX2" fmla="*/ 0 w 234984"/>
                <a:gd name="connsiteY2" fmla="*/ 158712 h 158712"/>
                <a:gd name="connsiteX3" fmla="*/ 0 w 234984"/>
                <a:gd name="connsiteY3" fmla="*/ 0 h 158712"/>
                <a:gd name="connsiteX0" fmla="*/ 0 w 482249"/>
                <a:gd name="connsiteY0" fmla="*/ 0 h 158712"/>
                <a:gd name="connsiteX1" fmla="*/ 482249 w 482249"/>
                <a:gd name="connsiteY1" fmla="*/ 18692 h 158712"/>
                <a:gd name="connsiteX2" fmla="*/ 0 w 482249"/>
                <a:gd name="connsiteY2" fmla="*/ 158712 h 158712"/>
                <a:gd name="connsiteX3" fmla="*/ 0 w 482249"/>
                <a:gd name="connsiteY3" fmla="*/ 0 h 158712"/>
                <a:gd name="connsiteX0" fmla="*/ 0 w 482249"/>
                <a:gd name="connsiteY0" fmla="*/ 0 h 195752"/>
                <a:gd name="connsiteX1" fmla="*/ 482249 w 482249"/>
                <a:gd name="connsiteY1" fmla="*/ 18692 h 195752"/>
                <a:gd name="connsiteX2" fmla="*/ 0 w 482249"/>
                <a:gd name="connsiteY2" fmla="*/ 158712 h 195752"/>
                <a:gd name="connsiteX3" fmla="*/ 0 w 482249"/>
                <a:gd name="connsiteY3" fmla="*/ 0 h 195752"/>
                <a:gd name="connsiteX0" fmla="*/ 133059 w 615308"/>
                <a:gd name="connsiteY0" fmla="*/ 0 h 177392"/>
                <a:gd name="connsiteX1" fmla="*/ 615308 w 615308"/>
                <a:gd name="connsiteY1" fmla="*/ 18692 h 177392"/>
                <a:gd name="connsiteX2" fmla="*/ 0 w 615308"/>
                <a:gd name="connsiteY2" fmla="*/ 107108 h 177392"/>
                <a:gd name="connsiteX3" fmla="*/ 133059 w 615308"/>
                <a:gd name="connsiteY3" fmla="*/ 0 h 177392"/>
                <a:gd name="connsiteX0" fmla="*/ 0 w 615308"/>
                <a:gd name="connsiteY0" fmla="*/ 88416 h 158700"/>
                <a:gd name="connsiteX1" fmla="*/ 615308 w 615308"/>
                <a:gd name="connsiteY1" fmla="*/ 0 h 158700"/>
                <a:gd name="connsiteX2" fmla="*/ 0 w 615308"/>
                <a:gd name="connsiteY2" fmla="*/ 88416 h 158700"/>
                <a:gd name="connsiteX0" fmla="*/ 0 w 615308"/>
                <a:gd name="connsiteY0" fmla="*/ 88416 h 193760"/>
                <a:gd name="connsiteX1" fmla="*/ 615308 w 615308"/>
                <a:gd name="connsiteY1" fmla="*/ 0 h 193760"/>
                <a:gd name="connsiteX2" fmla="*/ 0 w 615308"/>
                <a:gd name="connsiteY2" fmla="*/ 88416 h 193760"/>
                <a:gd name="connsiteX0" fmla="*/ 0 w 615308"/>
                <a:gd name="connsiteY0" fmla="*/ 169899 h 275243"/>
                <a:gd name="connsiteX1" fmla="*/ 615308 w 615308"/>
                <a:gd name="connsiteY1" fmla="*/ 81483 h 275243"/>
                <a:gd name="connsiteX2" fmla="*/ 0 w 615308"/>
                <a:gd name="connsiteY2" fmla="*/ 169899 h 275243"/>
                <a:gd name="connsiteX0" fmla="*/ 0 w 615308"/>
                <a:gd name="connsiteY0" fmla="*/ 193279 h 298623"/>
                <a:gd name="connsiteX1" fmla="*/ 615308 w 615308"/>
                <a:gd name="connsiteY1" fmla="*/ 104863 h 298623"/>
                <a:gd name="connsiteX2" fmla="*/ 0 w 615308"/>
                <a:gd name="connsiteY2" fmla="*/ 193279 h 298623"/>
                <a:gd name="connsiteX0" fmla="*/ 0 w 632025"/>
                <a:gd name="connsiteY0" fmla="*/ 191712 h 299306"/>
                <a:gd name="connsiteX1" fmla="*/ 632025 w 632025"/>
                <a:gd name="connsiteY1" fmla="*/ 107222 h 299306"/>
                <a:gd name="connsiteX2" fmla="*/ 0 w 632025"/>
                <a:gd name="connsiteY2" fmla="*/ 191712 h 299306"/>
                <a:gd name="connsiteX0" fmla="*/ 0 w 632025"/>
                <a:gd name="connsiteY0" fmla="*/ 191712 h 297892"/>
                <a:gd name="connsiteX1" fmla="*/ 632025 w 632025"/>
                <a:gd name="connsiteY1" fmla="*/ 107222 h 297892"/>
                <a:gd name="connsiteX2" fmla="*/ 0 w 632025"/>
                <a:gd name="connsiteY2" fmla="*/ 191712 h 297892"/>
                <a:gd name="connsiteX0" fmla="*/ 0 w 632025"/>
                <a:gd name="connsiteY0" fmla="*/ 191712 h 290014"/>
                <a:gd name="connsiteX1" fmla="*/ 632025 w 632025"/>
                <a:gd name="connsiteY1" fmla="*/ 107222 h 290014"/>
                <a:gd name="connsiteX2" fmla="*/ 0 w 632025"/>
                <a:gd name="connsiteY2" fmla="*/ 191712 h 290014"/>
                <a:gd name="connsiteX0" fmla="*/ 0 w 632025"/>
                <a:gd name="connsiteY0" fmla="*/ 196572 h 294874"/>
                <a:gd name="connsiteX1" fmla="*/ 632025 w 632025"/>
                <a:gd name="connsiteY1" fmla="*/ 112082 h 294874"/>
                <a:gd name="connsiteX2" fmla="*/ 0 w 632025"/>
                <a:gd name="connsiteY2" fmla="*/ 196572 h 294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025" h="294874">
                  <a:moveTo>
                    <a:pt x="0" y="196572"/>
                  </a:moveTo>
                  <a:cubicBezTo>
                    <a:pt x="377197" y="-143897"/>
                    <a:pt x="541242" y="47648"/>
                    <a:pt x="632025" y="112082"/>
                  </a:cubicBezTo>
                  <a:cubicBezTo>
                    <a:pt x="472739" y="418252"/>
                    <a:pt x="82891" y="261868"/>
                    <a:pt x="0" y="196572"/>
                  </a:cubicBezTo>
                  <a:close/>
                </a:path>
              </a:pathLst>
            </a:custGeom>
            <a:solidFill>
              <a:schemeClr val="accent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77483DF-6AFB-4F5D-920F-829FF6B19FFB}"/>
                </a:ext>
              </a:extLst>
            </p:cNvPr>
            <p:cNvCxnSpPr>
              <a:stCxn id="61" idx="1"/>
              <a:endCxn id="61" idx="0"/>
            </p:cNvCxnSpPr>
            <p:nvPr/>
          </p:nvCxnSpPr>
          <p:spPr>
            <a:xfrm flipH="1" flipV="1">
              <a:off x="837111" y="776298"/>
              <a:ext cx="4702095" cy="4891042"/>
            </a:xfrm>
            <a:prstGeom prst="line">
              <a:avLst/>
            </a:prstGeom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0D7B454-EC3A-4D79-B3B3-BDDCEEC67E7A}"/>
                </a:ext>
              </a:extLst>
            </p:cNvPr>
            <p:cNvSpPr/>
            <p:nvPr/>
          </p:nvSpPr>
          <p:spPr>
            <a:xfrm>
              <a:off x="2690893" y="1516742"/>
              <a:ext cx="276679" cy="1192893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2266BFE-89C3-4C1A-BB0E-215978F172A7}"/>
                </a:ext>
              </a:extLst>
            </p:cNvPr>
            <p:cNvSpPr/>
            <p:nvPr/>
          </p:nvSpPr>
          <p:spPr>
            <a:xfrm>
              <a:off x="3454488" y="2011454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530AF35-DC22-4045-9FD4-7E1F91767A4E}"/>
                </a:ext>
              </a:extLst>
            </p:cNvPr>
            <p:cNvSpPr/>
            <p:nvPr/>
          </p:nvSpPr>
          <p:spPr>
            <a:xfrm>
              <a:off x="4261845" y="2857050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C70BC3B-B48B-4263-8C6A-784AB9AAC38D}"/>
                </a:ext>
              </a:extLst>
            </p:cNvPr>
            <p:cNvSpPr/>
            <p:nvPr/>
          </p:nvSpPr>
          <p:spPr>
            <a:xfrm rot="16200000" flipH="1">
              <a:off x="3858043" y="4288564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1B8077B-6522-4ABD-8F0B-001BFCDC7E09}"/>
                </a:ext>
              </a:extLst>
            </p:cNvPr>
            <p:cNvSpPr/>
            <p:nvPr/>
          </p:nvSpPr>
          <p:spPr>
            <a:xfrm rot="16200000" flipH="1">
              <a:off x="2977338" y="3392240"/>
              <a:ext cx="345440" cy="1489354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2F62519-8EAD-4877-A4A4-E83C34FED99A}"/>
                </a:ext>
              </a:extLst>
            </p:cNvPr>
            <p:cNvSpPr/>
            <p:nvPr/>
          </p:nvSpPr>
          <p:spPr>
            <a:xfrm rot="16200000" flipH="1">
              <a:off x="2321103" y="2662758"/>
              <a:ext cx="296461" cy="1278183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540D71B-453A-4D5C-AAD4-1B061C8C605F}"/>
                </a:ext>
              </a:extLst>
            </p:cNvPr>
            <p:cNvSpPr/>
            <p:nvPr/>
          </p:nvSpPr>
          <p:spPr>
            <a:xfrm rot="16200000" flipH="1">
              <a:off x="1767427" y="1990437"/>
              <a:ext cx="214482" cy="924733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A41BDE4-F76C-4E95-AF7A-14DD43AD89A3}"/>
                </a:ext>
              </a:extLst>
            </p:cNvPr>
            <p:cNvSpPr/>
            <p:nvPr/>
          </p:nvSpPr>
          <p:spPr>
            <a:xfrm rot="21415480">
              <a:off x="1871886" y="1254034"/>
              <a:ext cx="141149" cy="608561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232C2085-EB0D-4AF2-B423-661EEADA04E8}"/>
                </a:ext>
              </a:extLst>
            </p:cNvPr>
            <p:cNvSpPr/>
            <p:nvPr/>
          </p:nvSpPr>
          <p:spPr>
            <a:xfrm rot="17413761" flipH="1">
              <a:off x="1196775" y="1212461"/>
              <a:ext cx="141149" cy="608561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DD776E8-BD83-4E5F-98A4-084E304834E3}"/>
                </a:ext>
              </a:extLst>
            </p:cNvPr>
            <p:cNvSpPr/>
            <p:nvPr/>
          </p:nvSpPr>
          <p:spPr>
            <a:xfrm rot="20533400">
              <a:off x="1283067" y="908007"/>
              <a:ext cx="85952" cy="370582"/>
            </a:xfrm>
            <a:custGeom>
              <a:avLst/>
              <a:gdLst>
                <a:gd name="connsiteX0" fmla="*/ 0 w 232229"/>
                <a:gd name="connsiteY0" fmla="*/ 957943 h 957943"/>
                <a:gd name="connsiteX1" fmla="*/ 232229 w 232229"/>
                <a:gd name="connsiteY1" fmla="*/ 0 h 957943"/>
                <a:gd name="connsiteX2" fmla="*/ 232229 w 232229"/>
                <a:gd name="connsiteY2" fmla="*/ 0 h 957943"/>
                <a:gd name="connsiteX0" fmla="*/ 0 w 251279"/>
                <a:gd name="connsiteY0" fmla="*/ 1040493 h 1040493"/>
                <a:gd name="connsiteX1" fmla="*/ 251279 w 251279"/>
                <a:gd name="connsiteY1" fmla="*/ 0 h 1040493"/>
                <a:gd name="connsiteX2" fmla="*/ 251279 w 251279"/>
                <a:gd name="connsiteY2" fmla="*/ 0 h 1040493"/>
                <a:gd name="connsiteX0" fmla="*/ 0 w 276679"/>
                <a:gd name="connsiteY0" fmla="*/ 1192893 h 1192893"/>
                <a:gd name="connsiteX1" fmla="*/ 251279 w 276679"/>
                <a:gd name="connsiteY1" fmla="*/ 152400 h 1192893"/>
                <a:gd name="connsiteX2" fmla="*/ 276679 w 276679"/>
                <a:gd name="connsiteY2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  <a:gd name="connsiteX0" fmla="*/ 0 w 276679"/>
                <a:gd name="connsiteY0" fmla="*/ 1192893 h 1192893"/>
                <a:gd name="connsiteX1" fmla="*/ 276679 w 276679"/>
                <a:gd name="connsiteY1" fmla="*/ 0 h 119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6679" h="1192893">
                  <a:moveTo>
                    <a:pt x="0" y="1192893"/>
                  </a:moveTo>
                  <a:cubicBezTo>
                    <a:pt x="92226" y="795262"/>
                    <a:pt x="25703" y="321431"/>
                    <a:pt x="276679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ttsMP3.com_VoiceText_2025-4-23_21-18-59">
            <a:hlinkClick r:id="" action="ppaction://media"/>
            <a:extLst>
              <a:ext uri="{FF2B5EF4-FFF2-40B4-BE49-F238E27FC236}">
                <a16:creationId xmlns:a16="http://schemas.microsoft.com/office/drawing/2014/main" id="{0F65A512-FA2F-427F-990C-06C485CBF9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03761" y="515053"/>
            <a:ext cx="609600" cy="609600"/>
          </a:xfrm>
          <a:prstGeom prst="rect">
            <a:avLst/>
          </a:prstGeom>
        </p:spPr>
      </p:pic>
      <p:pic>
        <p:nvPicPr>
          <p:cNvPr id="80" name="1sec">
            <a:hlinkClick r:id="" action="ppaction://media"/>
            <a:extLst>
              <a:ext uri="{FF2B5EF4-FFF2-40B4-BE49-F238E27FC236}">
                <a16:creationId xmlns:a16="http://schemas.microsoft.com/office/drawing/2014/main" id="{BBBB7467-CAC2-4F3D-A1CA-462DBB48FDD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574206" y="449059"/>
            <a:ext cx="609600" cy="609600"/>
          </a:xfrm>
          <a:prstGeom prst="rect">
            <a:avLst/>
          </a:prstGeom>
        </p:spPr>
      </p:pic>
      <p:pic>
        <p:nvPicPr>
          <p:cNvPr id="6" name="ttsMP3.com_VoiceText_2025-4-23_21-19-35">
            <a:hlinkClick r:id="" action="ppaction://media"/>
            <a:extLst>
              <a:ext uri="{FF2B5EF4-FFF2-40B4-BE49-F238E27FC236}">
                <a16:creationId xmlns:a16="http://schemas.microsoft.com/office/drawing/2014/main" id="{D13960DB-2DD0-4588-A86D-1713005F9BF9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452889" y="515053"/>
            <a:ext cx="609600" cy="609600"/>
          </a:xfrm>
          <a:prstGeom prst="rect">
            <a:avLst/>
          </a:prstGeom>
        </p:spPr>
      </p:pic>
      <p:pic>
        <p:nvPicPr>
          <p:cNvPr id="81" name="1sec">
            <a:hlinkClick r:id="" action="ppaction://media"/>
            <a:extLst>
              <a:ext uri="{FF2B5EF4-FFF2-40B4-BE49-F238E27FC236}">
                <a16:creationId xmlns:a16="http://schemas.microsoft.com/office/drawing/2014/main" id="{4ADA8D50-733D-46B0-AEBA-D991FEAC2B9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429808" y="626838"/>
            <a:ext cx="609600" cy="609600"/>
          </a:xfrm>
          <a:prstGeom prst="rect">
            <a:avLst/>
          </a:prstGeom>
        </p:spPr>
      </p:pic>
      <p:pic>
        <p:nvPicPr>
          <p:cNvPr id="82" name="1sec">
            <a:hlinkClick r:id="" action="ppaction://media"/>
            <a:extLst>
              <a:ext uri="{FF2B5EF4-FFF2-40B4-BE49-F238E27FC236}">
                <a16:creationId xmlns:a16="http://schemas.microsoft.com/office/drawing/2014/main" id="{DD2406BA-F0A9-4AAA-BF32-3C176870A06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473935" y="51505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3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8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3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5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10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8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16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8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1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E370226-8762-487F-A74C-D4073D5FF368}"/>
              </a:ext>
            </a:extLst>
          </p:cNvPr>
          <p:cNvSpPr/>
          <p:nvPr/>
        </p:nvSpPr>
        <p:spPr>
          <a:xfrm>
            <a:off x="2556496" y="397122"/>
            <a:ext cx="4464633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Happ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FA159"/>
                </a:solidFill>
              </a:rPr>
              <a:t>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75046A0-37C1-45F6-B0AC-2E870EAA455F}"/>
              </a:ext>
            </a:extLst>
          </p:cNvPr>
          <p:cNvSpPr/>
          <p:nvPr/>
        </p:nvSpPr>
        <p:spPr>
          <a:xfrm>
            <a:off x="495821" y="397122"/>
            <a:ext cx="1739379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FA159"/>
                </a:solidFill>
              </a:rPr>
              <a:t>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2CE31F-AA53-4970-B1E8-46ED7DF67610}"/>
              </a:ext>
            </a:extLst>
          </p:cNvPr>
          <p:cNvGrpSpPr/>
          <p:nvPr/>
        </p:nvGrpSpPr>
        <p:grpSpPr>
          <a:xfrm>
            <a:off x="6464701" y="2000635"/>
            <a:ext cx="5573418" cy="4627900"/>
            <a:chOff x="1661038" y="-231759"/>
            <a:chExt cx="7706452" cy="6399070"/>
          </a:xfrm>
        </p:grpSpPr>
        <p:sp>
          <p:nvSpPr>
            <p:cNvPr id="16" name="Rectangle 36">
              <a:extLst>
                <a:ext uri="{FF2B5EF4-FFF2-40B4-BE49-F238E27FC236}">
                  <a16:creationId xmlns:a16="http://schemas.microsoft.com/office/drawing/2014/main" id="{9E3EC123-8BFB-48BB-99E4-0B1EFC2ABB3A}"/>
                </a:ext>
              </a:extLst>
            </p:cNvPr>
            <p:cNvSpPr/>
            <p:nvPr/>
          </p:nvSpPr>
          <p:spPr>
            <a:xfrm>
              <a:off x="3323661" y="1657350"/>
              <a:ext cx="4393543" cy="4509961"/>
            </a:xfrm>
            <a:custGeom>
              <a:avLst/>
              <a:gdLst>
                <a:gd name="connsiteX0" fmla="*/ 0 w 2746753"/>
                <a:gd name="connsiteY0" fmla="*/ 0 h 2528761"/>
                <a:gd name="connsiteX1" fmla="*/ 2746753 w 2746753"/>
                <a:gd name="connsiteY1" fmla="*/ 0 h 2528761"/>
                <a:gd name="connsiteX2" fmla="*/ 2746753 w 2746753"/>
                <a:gd name="connsiteY2" fmla="*/ 2528761 h 2528761"/>
                <a:gd name="connsiteX3" fmla="*/ 0 w 2746753"/>
                <a:gd name="connsiteY3" fmla="*/ 2528761 h 2528761"/>
                <a:gd name="connsiteX4" fmla="*/ 0 w 2746753"/>
                <a:gd name="connsiteY4" fmla="*/ 0 h 2528761"/>
                <a:gd name="connsiteX0" fmla="*/ 0 w 2746753"/>
                <a:gd name="connsiteY0" fmla="*/ 0 h 3767011"/>
                <a:gd name="connsiteX1" fmla="*/ 2746753 w 2746753"/>
                <a:gd name="connsiteY1" fmla="*/ 0 h 3767011"/>
                <a:gd name="connsiteX2" fmla="*/ 2746753 w 2746753"/>
                <a:gd name="connsiteY2" fmla="*/ 2528761 h 3767011"/>
                <a:gd name="connsiteX3" fmla="*/ 1581150 w 2746753"/>
                <a:gd name="connsiteY3" fmla="*/ 3767011 h 3767011"/>
                <a:gd name="connsiteX4" fmla="*/ 0 w 2746753"/>
                <a:gd name="connsiteY4" fmla="*/ 0 h 3767011"/>
                <a:gd name="connsiteX0" fmla="*/ 0 w 2746753"/>
                <a:gd name="connsiteY0" fmla="*/ 762000 h 4529011"/>
                <a:gd name="connsiteX1" fmla="*/ 1470403 w 2746753"/>
                <a:gd name="connsiteY1" fmla="*/ 0 h 4529011"/>
                <a:gd name="connsiteX2" fmla="*/ 2746753 w 2746753"/>
                <a:gd name="connsiteY2" fmla="*/ 3290761 h 4529011"/>
                <a:gd name="connsiteX3" fmla="*/ 1581150 w 2746753"/>
                <a:gd name="connsiteY3" fmla="*/ 4529011 h 4529011"/>
                <a:gd name="connsiteX4" fmla="*/ 0 w 2746753"/>
                <a:gd name="connsiteY4" fmla="*/ 762000 h 4529011"/>
                <a:gd name="connsiteX0" fmla="*/ 110747 w 1276350"/>
                <a:gd name="connsiteY0" fmla="*/ 4529011 h 4529011"/>
                <a:gd name="connsiteX1" fmla="*/ 0 w 1276350"/>
                <a:gd name="connsiteY1" fmla="*/ 0 h 4529011"/>
                <a:gd name="connsiteX2" fmla="*/ 1276350 w 1276350"/>
                <a:gd name="connsiteY2" fmla="*/ 3290761 h 4529011"/>
                <a:gd name="connsiteX3" fmla="*/ 110747 w 1276350"/>
                <a:gd name="connsiteY3" fmla="*/ 4529011 h 4529011"/>
                <a:gd name="connsiteX0" fmla="*/ 2283836 w 3449439"/>
                <a:gd name="connsiteY0" fmla="*/ 4529011 h 4529011"/>
                <a:gd name="connsiteX1" fmla="*/ 2173089 w 3449439"/>
                <a:gd name="connsiteY1" fmla="*/ 0 h 4529011"/>
                <a:gd name="connsiteX2" fmla="*/ 3449439 w 3449439"/>
                <a:gd name="connsiteY2" fmla="*/ 3290761 h 4529011"/>
                <a:gd name="connsiteX3" fmla="*/ 2283836 w 3449439"/>
                <a:gd name="connsiteY3" fmla="*/ 4529011 h 4529011"/>
                <a:gd name="connsiteX0" fmla="*/ 2636354 w 3801957"/>
                <a:gd name="connsiteY0" fmla="*/ 4529011 h 4529011"/>
                <a:gd name="connsiteX1" fmla="*/ 2525607 w 3801957"/>
                <a:gd name="connsiteY1" fmla="*/ 0 h 4529011"/>
                <a:gd name="connsiteX2" fmla="*/ 3801957 w 3801957"/>
                <a:gd name="connsiteY2" fmla="*/ 3290761 h 4529011"/>
                <a:gd name="connsiteX3" fmla="*/ 2636354 w 3801957"/>
                <a:gd name="connsiteY3" fmla="*/ 4529011 h 4529011"/>
                <a:gd name="connsiteX0" fmla="*/ 2220527 w 3386130"/>
                <a:gd name="connsiteY0" fmla="*/ 4529011 h 4529011"/>
                <a:gd name="connsiteX1" fmla="*/ 2109780 w 3386130"/>
                <a:gd name="connsiteY1" fmla="*/ 0 h 4529011"/>
                <a:gd name="connsiteX2" fmla="*/ 3386130 w 3386130"/>
                <a:gd name="connsiteY2" fmla="*/ 3290761 h 4529011"/>
                <a:gd name="connsiteX3" fmla="*/ 2220527 w 3386130"/>
                <a:gd name="connsiteY3" fmla="*/ 4529011 h 4529011"/>
                <a:gd name="connsiteX0" fmla="*/ 2278534 w 3444137"/>
                <a:gd name="connsiteY0" fmla="*/ 4529011 h 4529011"/>
                <a:gd name="connsiteX1" fmla="*/ 2167787 w 3444137"/>
                <a:gd name="connsiteY1" fmla="*/ 0 h 4529011"/>
                <a:gd name="connsiteX2" fmla="*/ 3444137 w 3444137"/>
                <a:gd name="connsiteY2" fmla="*/ 3290761 h 4529011"/>
                <a:gd name="connsiteX3" fmla="*/ 2278534 w 3444137"/>
                <a:gd name="connsiteY3" fmla="*/ 4529011 h 4529011"/>
                <a:gd name="connsiteX0" fmla="*/ 2365383 w 3530986"/>
                <a:gd name="connsiteY0" fmla="*/ 4529011 h 4529011"/>
                <a:gd name="connsiteX1" fmla="*/ 2254636 w 3530986"/>
                <a:gd name="connsiteY1" fmla="*/ 0 h 4529011"/>
                <a:gd name="connsiteX2" fmla="*/ 3530986 w 3530986"/>
                <a:gd name="connsiteY2" fmla="*/ 3290761 h 4529011"/>
                <a:gd name="connsiteX3" fmla="*/ 2365383 w 3530986"/>
                <a:gd name="connsiteY3" fmla="*/ 4529011 h 4529011"/>
                <a:gd name="connsiteX0" fmla="*/ 2250758 w 3416361"/>
                <a:gd name="connsiteY0" fmla="*/ 4529011 h 4529011"/>
                <a:gd name="connsiteX1" fmla="*/ 2140011 w 3416361"/>
                <a:gd name="connsiteY1" fmla="*/ 0 h 4529011"/>
                <a:gd name="connsiteX2" fmla="*/ 3416361 w 3416361"/>
                <a:gd name="connsiteY2" fmla="*/ 3290761 h 4529011"/>
                <a:gd name="connsiteX3" fmla="*/ 2250758 w 3416361"/>
                <a:gd name="connsiteY3" fmla="*/ 4529011 h 4529011"/>
                <a:gd name="connsiteX0" fmla="*/ 2250758 w 2250758"/>
                <a:gd name="connsiteY0" fmla="*/ 4529011 h 4529011"/>
                <a:gd name="connsiteX1" fmla="*/ 2140011 w 2250758"/>
                <a:gd name="connsiteY1" fmla="*/ 0 h 4529011"/>
                <a:gd name="connsiteX2" fmla="*/ 2250758 w 2250758"/>
                <a:gd name="connsiteY2" fmla="*/ 4529011 h 4529011"/>
                <a:gd name="connsiteX0" fmla="*/ 2250758 w 3348773"/>
                <a:gd name="connsiteY0" fmla="*/ 4529011 h 4529011"/>
                <a:gd name="connsiteX1" fmla="*/ 2140011 w 3348773"/>
                <a:gd name="connsiteY1" fmla="*/ 0 h 4529011"/>
                <a:gd name="connsiteX2" fmla="*/ 2250758 w 3348773"/>
                <a:gd name="connsiteY2" fmla="*/ 4529011 h 4529011"/>
                <a:gd name="connsiteX0" fmla="*/ 2250758 w 4371747"/>
                <a:gd name="connsiteY0" fmla="*/ 4529011 h 4529011"/>
                <a:gd name="connsiteX1" fmla="*/ 2140011 w 4371747"/>
                <a:gd name="connsiteY1" fmla="*/ 0 h 4529011"/>
                <a:gd name="connsiteX2" fmla="*/ 2250758 w 4371747"/>
                <a:gd name="connsiteY2" fmla="*/ 4529011 h 4529011"/>
                <a:gd name="connsiteX0" fmla="*/ 2250758 w 4385374"/>
                <a:gd name="connsiteY0" fmla="*/ 4529011 h 4529011"/>
                <a:gd name="connsiteX1" fmla="*/ 2140011 w 4385374"/>
                <a:gd name="connsiteY1" fmla="*/ 0 h 4529011"/>
                <a:gd name="connsiteX2" fmla="*/ 2250758 w 4385374"/>
                <a:gd name="connsiteY2" fmla="*/ 4529011 h 4529011"/>
                <a:gd name="connsiteX0" fmla="*/ 2250758 w 4385374"/>
                <a:gd name="connsiteY0" fmla="*/ 4509961 h 4509961"/>
                <a:gd name="connsiteX1" fmla="*/ 2140011 w 4385374"/>
                <a:gd name="connsiteY1" fmla="*/ 0 h 4509961"/>
                <a:gd name="connsiteX2" fmla="*/ 2250758 w 4385374"/>
                <a:gd name="connsiteY2" fmla="*/ 4509961 h 4509961"/>
                <a:gd name="connsiteX0" fmla="*/ 2258927 w 4393543"/>
                <a:gd name="connsiteY0" fmla="*/ 4509961 h 4509961"/>
                <a:gd name="connsiteX1" fmla="*/ 2148180 w 4393543"/>
                <a:gd name="connsiteY1" fmla="*/ 0 h 4509961"/>
                <a:gd name="connsiteX2" fmla="*/ 2258927 w 4393543"/>
                <a:gd name="connsiteY2" fmla="*/ 4509961 h 4509961"/>
                <a:gd name="connsiteX0" fmla="*/ 2258927 w 4393543"/>
                <a:gd name="connsiteY0" fmla="*/ 4509961 h 4509961"/>
                <a:gd name="connsiteX1" fmla="*/ 2148180 w 4393543"/>
                <a:gd name="connsiteY1" fmla="*/ 0 h 4509961"/>
                <a:gd name="connsiteX2" fmla="*/ 2258927 w 4393543"/>
                <a:gd name="connsiteY2" fmla="*/ 4509961 h 4509961"/>
                <a:gd name="connsiteX0" fmla="*/ 2258927 w 4393543"/>
                <a:gd name="connsiteY0" fmla="*/ 4509961 h 4509961"/>
                <a:gd name="connsiteX1" fmla="*/ 2148180 w 4393543"/>
                <a:gd name="connsiteY1" fmla="*/ 0 h 4509961"/>
                <a:gd name="connsiteX2" fmla="*/ 2258927 w 4393543"/>
                <a:gd name="connsiteY2" fmla="*/ 4509961 h 4509961"/>
                <a:gd name="connsiteX0" fmla="*/ 2258927 w 4393543"/>
                <a:gd name="connsiteY0" fmla="*/ 4509961 h 4509961"/>
                <a:gd name="connsiteX1" fmla="*/ 2148180 w 4393543"/>
                <a:gd name="connsiteY1" fmla="*/ 0 h 4509961"/>
                <a:gd name="connsiteX2" fmla="*/ 2258927 w 4393543"/>
                <a:gd name="connsiteY2" fmla="*/ 4509961 h 450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3543" h="4509961">
                  <a:moveTo>
                    <a:pt x="2258927" y="4509961"/>
                  </a:moveTo>
                  <a:cubicBezTo>
                    <a:pt x="469411" y="4486191"/>
                    <a:pt x="-1720154" y="652420"/>
                    <a:pt x="2148180" y="0"/>
                  </a:cubicBezTo>
                  <a:cubicBezTo>
                    <a:pt x="5423596" y="61870"/>
                    <a:pt x="4812811" y="4219491"/>
                    <a:pt x="2258927" y="4509961"/>
                  </a:cubicBezTo>
                  <a:close/>
                </a:path>
              </a:pathLst>
            </a:custGeom>
            <a:solidFill>
              <a:srgbClr val="FBDFD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0E5C25D-E66D-4375-9D41-824F1F95ADF0}"/>
                </a:ext>
              </a:extLst>
            </p:cNvPr>
            <p:cNvGrpSpPr/>
            <p:nvPr/>
          </p:nvGrpSpPr>
          <p:grpSpPr>
            <a:xfrm>
              <a:off x="6756401" y="-231759"/>
              <a:ext cx="2611089" cy="2807947"/>
              <a:chOff x="6756401" y="-231759"/>
              <a:chExt cx="2611089" cy="2807947"/>
            </a:xfrm>
          </p:grpSpPr>
          <p:sp>
            <p:nvSpPr>
              <p:cNvPr id="65" name="Rectangle 5">
                <a:extLst>
                  <a:ext uri="{FF2B5EF4-FFF2-40B4-BE49-F238E27FC236}">
                    <a16:creationId xmlns:a16="http://schemas.microsoft.com/office/drawing/2014/main" id="{3AF9D160-0CE8-4B6A-8D1A-754E01548A13}"/>
                  </a:ext>
                </a:extLst>
              </p:cNvPr>
              <p:cNvSpPr/>
              <p:nvPr/>
            </p:nvSpPr>
            <p:spPr>
              <a:xfrm>
                <a:off x="6756401" y="-231759"/>
                <a:ext cx="2611089" cy="2807947"/>
              </a:xfrm>
              <a:custGeom>
                <a:avLst/>
                <a:gdLst>
                  <a:gd name="connsiteX0" fmla="*/ 0 w 1562100"/>
                  <a:gd name="connsiteY0" fmla="*/ 0 h 1617724"/>
                  <a:gd name="connsiteX1" fmla="*/ 1562100 w 1562100"/>
                  <a:gd name="connsiteY1" fmla="*/ 0 h 1617724"/>
                  <a:gd name="connsiteX2" fmla="*/ 1562100 w 1562100"/>
                  <a:gd name="connsiteY2" fmla="*/ 1617724 h 1617724"/>
                  <a:gd name="connsiteX3" fmla="*/ 0 w 1562100"/>
                  <a:gd name="connsiteY3" fmla="*/ 1617724 h 1617724"/>
                  <a:gd name="connsiteX4" fmla="*/ 0 w 1562100"/>
                  <a:gd name="connsiteY4" fmla="*/ 0 h 1617724"/>
                  <a:gd name="connsiteX0" fmla="*/ 0 w 1562100"/>
                  <a:gd name="connsiteY0" fmla="*/ 0 h 2100324"/>
                  <a:gd name="connsiteX1" fmla="*/ 1562100 w 1562100"/>
                  <a:gd name="connsiteY1" fmla="*/ 0 h 2100324"/>
                  <a:gd name="connsiteX2" fmla="*/ 1562100 w 1562100"/>
                  <a:gd name="connsiteY2" fmla="*/ 1617724 h 2100324"/>
                  <a:gd name="connsiteX3" fmla="*/ 1066800 w 1562100"/>
                  <a:gd name="connsiteY3" fmla="*/ 2100324 h 2100324"/>
                  <a:gd name="connsiteX4" fmla="*/ 0 w 1562100"/>
                  <a:gd name="connsiteY4" fmla="*/ 0 h 2100324"/>
                  <a:gd name="connsiteX0" fmla="*/ 0 w 1562100"/>
                  <a:gd name="connsiteY0" fmla="*/ 0 h 2100324"/>
                  <a:gd name="connsiteX1" fmla="*/ 1562100 w 1562100"/>
                  <a:gd name="connsiteY1" fmla="*/ 0 h 2100324"/>
                  <a:gd name="connsiteX2" fmla="*/ 1485900 w 1562100"/>
                  <a:gd name="connsiteY2" fmla="*/ 1947924 h 2100324"/>
                  <a:gd name="connsiteX3" fmla="*/ 1066800 w 1562100"/>
                  <a:gd name="connsiteY3" fmla="*/ 2100324 h 2100324"/>
                  <a:gd name="connsiteX4" fmla="*/ 0 w 1562100"/>
                  <a:gd name="connsiteY4" fmla="*/ 0 h 2100324"/>
                  <a:gd name="connsiteX0" fmla="*/ 0 w 1981663"/>
                  <a:gd name="connsiteY0" fmla="*/ 0 h 2100324"/>
                  <a:gd name="connsiteX1" fmla="*/ 1562100 w 1981663"/>
                  <a:gd name="connsiteY1" fmla="*/ 0 h 2100324"/>
                  <a:gd name="connsiteX2" fmla="*/ 1981200 w 1981663"/>
                  <a:gd name="connsiteY2" fmla="*/ 1757424 h 2100324"/>
                  <a:gd name="connsiteX3" fmla="*/ 1485900 w 1981663"/>
                  <a:gd name="connsiteY3" fmla="*/ 1947924 h 2100324"/>
                  <a:gd name="connsiteX4" fmla="*/ 1066800 w 1981663"/>
                  <a:gd name="connsiteY4" fmla="*/ 2100324 h 2100324"/>
                  <a:gd name="connsiteX5" fmla="*/ 0 w 1981663"/>
                  <a:gd name="connsiteY5" fmla="*/ 0 h 2100324"/>
                  <a:gd name="connsiteX0" fmla="*/ 0 w 2247234"/>
                  <a:gd name="connsiteY0" fmla="*/ 0 h 2100324"/>
                  <a:gd name="connsiteX1" fmla="*/ 1562100 w 2247234"/>
                  <a:gd name="connsiteY1" fmla="*/ 0 h 2100324"/>
                  <a:gd name="connsiteX2" fmla="*/ 2235200 w 2247234"/>
                  <a:gd name="connsiteY2" fmla="*/ 1490724 h 2100324"/>
                  <a:gd name="connsiteX3" fmla="*/ 1981200 w 2247234"/>
                  <a:gd name="connsiteY3" fmla="*/ 1757424 h 2100324"/>
                  <a:gd name="connsiteX4" fmla="*/ 1485900 w 2247234"/>
                  <a:gd name="connsiteY4" fmla="*/ 1947924 h 2100324"/>
                  <a:gd name="connsiteX5" fmla="*/ 1066800 w 2247234"/>
                  <a:gd name="connsiteY5" fmla="*/ 2100324 h 2100324"/>
                  <a:gd name="connsiteX6" fmla="*/ 0 w 2247234"/>
                  <a:gd name="connsiteY6" fmla="*/ 0 h 2100324"/>
                  <a:gd name="connsiteX0" fmla="*/ 0 w 2393694"/>
                  <a:gd name="connsiteY0" fmla="*/ 0 h 2100324"/>
                  <a:gd name="connsiteX1" fmla="*/ 1562100 w 2393694"/>
                  <a:gd name="connsiteY1" fmla="*/ 0 h 2100324"/>
                  <a:gd name="connsiteX2" fmla="*/ 2362199 w 2393694"/>
                  <a:gd name="connsiteY2" fmla="*/ 1071624 h 2100324"/>
                  <a:gd name="connsiteX3" fmla="*/ 2235200 w 2393694"/>
                  <a:gd name="connsiteY3" fmla="*/ 1490724 h 2100324"/>
                  <a:gd name="connsiteX4" fmla="*/ 1981200 w 2393694"/>
                  <a:gd name="connsiteY4" fmla="*/ 1757424 h 2100324"/>
                  <a:gd name="connsiteX5" fmla="*/ 1485900 w 2393694"/>
                  <a:gd name="connsiteY5" fmla="*/ 1947924 h 2100324"/>
                  <a:gd name="connsiteX6" fmla="*/ 1066800 w 2393694"/>
                  <a:gd name="connsiteY6" fmla="*/ 2100324 h 2100324"/>
                  <a:gd name="connsiteX7" fmla="*/ 0 w 2393694"/>
                  <a:gd name="connsiteY7" fmla="*/ 0 h 2100324"/>
                  <a:gd name="connsiteX0" fmla="*/ 0 w 2365360"/>
                  <a:gd name="connsiteY0" fmla="*/ 79253 h 2179577"/>
                  <a:gd name="connsiteX1" fmla="*/ 1562100 w 2365360"/>
                  <a:gd name="connsiteY1" fmla="*/ 79253 h 2179577"/>
                  <a:gd name="connsiteX2" fmla="*/ 2146299 w 2365360"/>
                  <a:gd name="connsiteY2" fmla="*/ 58677 h 2179577"/>
                  <a:gd name="connsiteX3" fmla="*/ 2362199 w 2365360"/>
                  <a:gd name="connsiteY3" fmla="*/ 1150877 h 2179577"/>
                  <a:gd name="connsiteX4" fmla="*/ 2235200 w 2365360"/>
                  <a:gd name="connsiteY4" fmla="*/ 1569977 h 2179577"/>
                  <a:gd name="connsiteX5" fmla="*/ 1981200 w 2365360"/>
                  <a:gd name="connsiteY5" fmla="*/ 1836677 h 2179577"/>
                  <a:gd name="connsiteX6" fmla="*/ 1485900 w 2365360"/>
                  <a:gd name="connsiteY6" fmla="*/ 2027177 h 2179577"/>
                  <a:gd name="connsiteX7" fmla="*/ 1066800 w 2365360"/>
                  <a:gd name="connsiteY7" fmla="*/ 2179577 h 2179577"/>
                  <a:gd name="connsiteX8" fmla="*/ 0 w 2365360"/>
                  <a:gd name="connsiteY8" fmla="*/ 79253 h 2179577"/>
                  <a:gd name="connsiteX0" fmla="*/ 0 w 2365360"/>
                  <a:gd name="connsiteY0" fmla="*/ 533400 h 2633724"/>
                  <a:gd name="connsiteX1" fmla="*/ 1587500 w 2365360"/>
                  <a:gd name="connsiteY1" fmla="*/ 0 h 2633724"/>
                  <a:gd name="connsiteX2" fmla="*/ 2146299 w 2365360"/>
                  <a:gd name="connsiteY2" fmla="*/ 512824 h 2633724"/>
                  <a:gd name="connsiteX3" fmla="*/ 2362199 w 2365360"/>
                  <a:gd name="connsiteY3" fmla="*/ 1605024 h 2633724"/>
                  <a:gd name="connsiteX4" fmla="*/ 2235200 w 2365360"/>
                  <a:gd name="connsiteY4" fmla="*/ 2024124 h 2633724"/>
                  <a:gd name="connsiteX5" fmla="*/ 1981200 w 2365360"/>
                  <a:gd name="connsiteY5" fmla="*/ 2290824 h 2633724"/>
                  <a:gd name="connsiteX6" fmla="*/ 1485900 w 2365360"/>
                  <a:gd name="connsiteY6" fmla="*/ 2481324 h 2633724"/>
                  <a:gd name="connsiteX7" fmla="*/ 1066800 w 2365360"/>
                  <a:gd name="connsiteY7" fmla="*/ 2633724 h 2633724"/>
                  <a:gd name="connsiteX8" fmla="*/ 0 w 2365360"/>
                  <a:gd name="connsiteY8" fmla="*/ 533400 h 2633724"/>
                  <a:gd name="connsiteX0" fmla="*/ 0 w 2365360"/>
                  <a:gd name="connsiteY0" fmla="*/ 533400 h 2633724"/>
                  <a:gd name="connsiteX1" fmla="*/ 698499 w 2365360"/>
                  <a:gd name="connsiteY1" fmla="*/ 55625 h 2633724"/>
                  <a:gd name="connsiteX2" fmla="*/ 1587500 w 2365360"/>
                  <a:gd name="connsiteY2" fmla="*/ 0 h 2633724"/>
                  <a:gd name="connsiteX3" fmla="*/ 2146299 w 2365360"/>
                  <a:gd name="connsiteY3" fmla="*/ 512824 h 2633724"/>
                  <a:gd name="connsiteX4" fmla="*/ 2362199 w 2365360"/>
                  <a:gd name="connsiteY4" fmla="*/ 1605024 h 2633724"/>
                  <a:gd name="connsiteX5" fmla="*/ 2235200 w 2365360"/>
                  <a:gd name="connsiteY5" fmla="*/ 2024124 h 2633724"/>
                  <a:gd name="connsiteX6" fmla="*/ 1981200 w 2365360"/>
                  <a:gd name="connsiteY6" fmla="*/ 2290824 h 2633724"/>
                  <a:gd name="connsiteX7" fmla="*/ 1485900 w 2365360"/>
                  <a:gd name="connsiteY7" fmla="*/ 2481324 h 2633724"/>
                  <a:gd name="connsiteX8" fmla="*/ 1066800 w 2365360"/>
                  <a:gd name="connsiteY8" fmla="*/ 2633724 h 2633724"/>
                  <a:gd name="connsiteX9" fmla="*/ 0 w 2365360"/>
                  <a:gd name="connsiteY9" fmla="*/ 5334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87995 h 2699419"/>
                  <a:gd name="connsiteX1" fmla="*/ 774699 w 2441560"/>
                  <a:gd name="connsiteY1" fmla="*/ 121320 h 2699419"/>
                  <a:gd name="connsiteX2" fmla="*/ 1663700 w 2441560"/>
                  <a:gd name="connsiteY2" fmla="*/ 65695 h 2699419"/>
                  <a:gd name="connsiteX3" fmla="*/ 2222499 w 2441560"/>
                  <a:gd name="connsiteY3" fmla="*/ 578519 h 2699419"/>
                  <a:gd name="connsiteX4" fmla="*/ 2438399 w 2441560"/>
                  <a:gd name="connsiteY4" fmla="*/ 1670719 h 2699419"/>
                  <a:gd name="connsiteX5" fmla="*/ 2311400 w 2441560"/>
                  <a:gd name="connsiteY5" fmla="*/ 2089819 h 2699419"/>
                  <a:gd name="connsiteX6" fmla="*/ 2057400 w 2441560"/>
                  <a:gd name="connsiteY6" fmla="*/ 2356519 h 2699419"/>
                  <a:gd name="connsiteX7" fmla="*/ 1562100 w 2441560"/>
                  <a:gd name="connsiteY7" fmla="*/ 2547019 h 2699419"/>
                  <a:gd name="connsiteX8" fmla="*/ 1143000 w 2441560"/>
                  <a:gd name="connsiteY8" fmla="*/ 2699419 h 2699419"/>
                  <a:gd name="connsiteX9" fmla="*/ 0 w 2441560"/>
                  <a:gd name="connsiteY9" fmla="*/ 687995 h 2699419"/>
                  <a:gd name="connsiteX0" fmla="*/ 0 w 2441560"/>
                  <a:gd name="connsiteY0" fmla="*/ 785733 h 2797157"/>
                  <a:gd name="connsiteX1" fmla="*/ 774699 w 2441560"/>
                  <a:gd name="connsiteY1" fmla="*/ 219058 h 2797157"/>
                  <a:gd name="connsiteX2" fmla="*/ 1663700 w 2441560"/>
                  <a:gd name="connsiteY2" fmla="*/ 163433 h 2797157"/>
                  <a:gd name="connsiteX3" fmla="*/ 2222499 w 2441560"/>
                  <a:gd name="connsiteY3" fmla="*/ 676257 h 2797157"/>
                  <a:gd name="connsiteX4" fmla="*/ 2438399 w 2441560"/>
                  <a:gd name="connsiteY4" fmla="*/ 1768457 h 2797157"/>
                  <a:gd name="connsiteX5" fmla="*/ 2311400 w 2441560"/>
                  <a:gd name="connsiteY5" fmla="*/ 2187557 h 2797157"/>
                  <a:gd name="connsiteX6" fmla="*/ 2057400 w 2441560"/>
                  <a:gd name="connsiteY6" fmla="*/ 2454257 h 2797157"/>
                  <a:gd name="connsiteX7" fmla="*/ 1562100 w 2441560"/>
                  <a:gd name="connsiteY7" fmla="*/ 2644757 h 2797157"/>
                  <a:gd name="connsiteX8" fmla="*/ 1143000 w 2441560"/>
                  <a:gd name="connsiteY8" fmla="*/ 2797157 h 2797157"/>
                  <a:gd name="connsiteX9" fmla="*/ 0 w 2441560"/>
                  <a:gd name="connsiteY9" fmla="*/ 785733 h 2797157"/>
                  <a:gd name="connsiteX0" fmla="*/ 0 w 2441560"/>
                  <a:gd name="connsiteY0" fmla="*/ 785733 h 2797157"/>
                  <a:gd name="connsiteX1" fmla="*/ 774699 w 2441560"/>
                  <a:gd name="connsiteY1" fmla="*/ 219058 h 2797157"/>
                  <a:gd name="connsiteX2" fmla="*/ 1663700 w 2441560"/>
                  <a:gd name="connsiteY2" fmla="*/ 163433 h 2797157"/>
                  <a:gd name="connsiteX3" fmla="*/ 2222499 w 2441560"/>
                  <a:gd name="connsiteY3" fmla="*/ 676257 h 2797157"/>
                  <a:gd name="connsiteX4" fmla="*/ 2438399 w 2441560"/>
                  <a:gd name="connsiteY4" fmla="*/ 1768457 h 2797157"/>
                  <a:gd name="connsiteX5" fmla="*/ 2311400 w 2441560"/>
                  <a:gd name="connsiteY5" fmla="*/ 2187557 h 2797157"/>
                  <a:gd name="connsiteX6" fmla="*/ 2057400 w 2441560"/>
                  <a:gd name="connsiteY6" fmla="*/ 2454257 h 2797157"/>
                  <a:gd name="connsiteX7" fmla="*/ 1562100 w 2441560"/>
                  <a:gd name="connsiteY7" fmla="*/ 2644757 h 2797157"/>
                  <a:gd name="connsiteX8" fmla="*/ 1143000 w 2441560"/>
                  <a:gd name="connsiteY8" fmla="*/ 2797157 h 2797157"/>
                  <a:gd name="connsiteX9" fmla="*/ 0 w 2441560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807947"/>
                  <a:gd name="connsiteX1" fmla="*/ 774699 w 2611089"/>
                  <a:gd name="connsiteY1" fmla="*/ 219058 h 2807947"/>
                  <a:gd name="connsiteX2" fmla="*/ 1663700 w 2611089"/>
                  <a:gd name="connsiteY2" fmla="*/ 163433 h 2807947"/>
                  <a:gd name="connsiteX3" fmla="*/ 2222499 w 2611089"/>
                  <a:gd name="connsiteY3" fmla="*/ 676257 h 2807947"/>
                  <a:gd name="connsiteX4" fmla="*/ 2438399 w 2611089"/>
                  <a:gd name="connsiteY4" fmla="*/ 1768457 h 2807947"/>
                  <a:gd name="connsiteX5" fmla="*/ 2311400 w 2611089"/>
                  <a:gd name="connsiteY5" fmla="*/ 2187557 h 2807947"/>
                  <a:gd name="connsiteX6" fmla="*/ 2057400 w 2611089"/>
                  <a:gd name="connsiteY6" fmla="*/ 2454257 h 2807947"/>
                  <a:gd name="connsiteX7" fmla="*/ 1577340 w 2611089"/>
                  <a:gd name="connsiteY7" fmla="*/ 2652377 h 2807947"/>
                  <a:gd name="connsiteX8" fmla="*/ 1143000 w 2611089"/>
                  <a:gd name="connsiteY8" fmla="*/ 2797157 h 2807947"/>
                  <a:gd name="connsiteX9" fmla="*/ 0 w 2611089"/>
                  <a:gd name="connsiteY9" fmla="*/ 785733 h 2807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11089" h="2807947">
                    <a:moveTo>
                      <a:pt x="0" y="785733"/>
                    </a:moveTo>
                    <a:cubicBezTo>
                      <a:pt x="215900" y="338608"/>
                      <a:pt x="495299" y="221683"/>
                      <a:pt x="774699" y="219058"/>
                    </a:cubicBezTo>
                    <a:cubicBezTo>
                      <a:pt x="1231053" y="-28084"/>
                      <a:pt x="1717886" y="-92345"/>
                      <a:pt x="1663700" y="163433"/>
                    </a:cubicBezTo>
                    <a:cubicBezTo>
                      <a:pt x="2010833" y="259487"/>
                      <a:pt x="2317749" y="497653"/>
                      <a:pt x="2222499" y="676257"/>
                    </a:cubicBezTo>
                    <a:cubicBezTo>
                      <a:pt x="2355849" y="854861"/>
                      <a:pt x="2877819" y="1608437"/>
                      <a:pt x="2438399" y="1768457"/>
                    </a:cubicBezTo>
                    <a:cubicBezTo>
                      <a:pt x="2463799" y="1920857"/>
                      <a:pt x="2701713" y="2333607"/>
                      <a:pt x="2311400" y="2187557"/>
                    </a:cubicBezTo>
                    <a:cubicBezTo>
                      <a:pt x="2294467" y="2308207"/>
                      <a:pt x="2371090" y="2663807"/>
                      <a:pt x="2057400" y="2454257"/>
                    </a:cubicBezTo>
                    <a:cubicBezTo>
                      <a:pt x="2011680" y="2558397"/>
                      <a:pt x="1874520" y="3013057"/>
                      <a:pt x="1577340" y="2652377"/>
                    </a:cubicBezTo>
                    <a:cubicBezTo>
                      <a:pt x="1485900" y="2921617"/>
                      <a:pt x="1287780" y="2748897"/>
                      <a:pt x="1143000" y="2797157"/>
                    </a:cubicBezTo>
                    <a:lnTo>
                      <a:pt x="0" y="785733"/>
                    </a:ln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340E93A9-337B-47DD-9E8C-F103EB59A63C}"/>
                  </a:ext>
                </a:extLst>
              </p:cNvPr>
              <p:cNvSpPr/>
              <p:nvPr/>
            </p:nvSpPr>
            <p:spPr>
              <a:xfrm rot="18973335">
                <a:off x="7107362" y="591053"/>
                <a:ext cx="635000" cy="94624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C44DCA4-681C-4731-9EBC-30A05E8CA5B0}"/>
                </a:ext>
              </a:extLst>
            </p:cNvPr>
            <p:cNvGrpSpPr/>
            <p:nvPr/>
          </p:nvGrpSpPr>
          <p:grpSpPr>
            <a:xfrm flipH="1">
              <a:off x="1661038" y="-157158"/>
              <a:ext cx="2611089" cy="2807947"/>
              <a:chOff x="6756401" y="-231759"/>
              <a:chExt cx="2611089" cy="2807947"/>
            </a:xfrm>
          </p:grpSpPr>
          <p:sp>
            <p:nvSpPr>
              <p:cNvPr id="63" name="Rectangle 5">
                <a:extLst>
                  <a:ext uri="{FF2B5EF4-FFF2-40B4-BE49-F238E27FC236}">
                    <a16:creationId xmlns:a16="http://schemas.microsoft.com/office/drawing/2014/main" id="{133029B3-601E-4091-B99B-A5B69D177758}"/>
                  </a:ext>
                </a:extLst>
              </p:cNvPr>
              <p:cNvSpPr/>
              <p:nvPr/>
            </p:nvSpPr>
            <p:spPr>
              <a:xfrm>
                <a:off x="6756401" y="-231759"/>
                <a:ext cx="2611089" cy="2807947"/>
              </a:xfrm>
              <a:custGeom>
                <a:avLst/>
                <a:gdLst>
                  <a:gd name="connsiteX0" fmla="*/ 0 w 1562100"/>
                  <a:gd name="connsiteY0" fmla="*/ 0 h 1617724"/>
                  <a:gd name="connsiteX1" fmla="*/ 1562100 w 1562100"/>
                  <a:gd name="connsiteY1" fmla="*/ 0 h 1617724"/>
                  <a:gd name="connsiteX2" fmla="*/ 1562100 w 1562100"/>
                  <a:gd name="connsiteY2" fmla="*/ 1617724 h 1617724"/>
                  <a:gd name="connsiteX3" fmla="*/ 0 w 1562100"/>
                  <a:gd name="connsiteY3" fmla="*/ 1617724 h 1617724"/>
                  <a:gd name="connsiteX4" fmla="*/ 0 w 1562100"/>
                  <a:gd name="connsiteY4" fmla="*/ 0 h 1617724"/>
                  <a:gd name="connsiteX0" fmla="*/ 0 w 1562100"/>
                  <a:gd name="connsiteY0" fmla="*/ 0 h 2100324"/>
                  <a:gd name="connsiteX1" fmla="*/ 1562100 w 1562100"/>
                  <a:gd name="connsiteY1" fmla="*/ 0 h 2100324"/>
                  <a:gd name="connsiteX2" fmla="*/ 1562100 w 1562100"/>
                  <a:gd name="connsiteY2" fmla="*/ 1617724 h 2100324"/>
                  <a:gd name="connsiteX3" fmla="*/ 1066800 w 1562100"/>
                  <a:gd name="connsiteY3" fmla="*/ 2100324 h 2100324"/>
                  <a:gd name="connsiteX4" fmla="*/ 0 w 1562100"/>
                  <a:gd name="connsiteY4" fmla="*/ 0 h 2100324"/>
                  <a:gd name="connsiteX0" fmla="*/ 0 w 1562100"/>
                  <a:gd name="connsiteY0" fmla="*/ 0 h 2100324"/>
                  <a:gd name="connsiteX1" fmla="*/ 1562100 w 1562100"/>
                  <a:gd name="connsiteY1" fmla="*/ 0 h 2100324"/>
                  <a:gd name="connsiteX2" fmla="*/ 1485900 w 1562100"/>
                  <a:gd name="connsiteY2" fmla="*/ 1947924 h 2100324"/>
                  <a:gd name="connsiteX3" fmla="*/ 1066800 w 1562100"/>
                  <a:gd name="connsiteY3" fmla="*/ 2100324 h 2100324"/>
                  <a:gd name="connsiteX4" fmla="*/ 0 w 1562100"/>
                  <a:gd name="connsiteY4" fmla="*/ 0 h 2100324"/>
                  <a:gd name="connsiteX0" fmla="*/ 0 w 1981663"/>
                  <a:gd name="connsiteY0" fmla="*/ 0 h 2100324"/>
                  <a:gd name="connsiteX1" fmla="*/ 1562100 w 1981663"/>
                  <a:gd name="connsiteY1" fmla="*/ 0 h 2100324"/>
                  <a:gd name="connsiteX2" fmla="*/ 1981200 w 1981663"/>
                  <a:gd name="connsiteY2" fmla="*/ 1757424 h 2100324"/>
                  <a:gd name="connsiteX3" fmla="*/ 1485900 w 1981663"/>
                  <a:gd name="connsiteY3" fmla="*/ 1947924 h 2100324"/>
                  <a:gd name="connsiteX4" fmla="*/ 1066800 w 1981663"/>
                  <a:gd name="connsiteY4" fmla="*/ 2100324 h 2100324"/>
                  <a:gd name="connsiteX5" fmla="*/ 0 w 1981663"/>
                  <a:gd name="connsiteY5" fmla="*/ 0 h 2100324"/>
                  <a:gd name="connsiteX0" fmla="*/ 0 w 2247234"/>
                  <a:gd name="connsiteY0" fmla="*/ 0 h 2100324"/>
                  <a:gd name="connsiteX1" fmla="*/ 1562100 w 2247234"/>
                  <a:gd name="connsiteY1" fmla="*/ 0 h 2100324"/>
                  <a:gd name="connsiteX2" fmla="*/ 2235200 w 2247234"/>
                  <a:gd name="connsiteY2" fmla="*/ 1490724 h 2100324"/>
                  <a:gd name="connsiteX3" fmla="*/ 1981200 w 2247234"/>
                  <a:gd name="connsiteY3" fmla="*/ 1757424 h 2100324"/>
                  <a:gd name="connsiteX4" fmla="*/ 1485900 w 2247234"/>
                  <a:gd name="connsiteY4" fmla="*/ 1947924 h 2100324"/>
                  <a:gd name="connsiteX5" fmla="*/ 1066800 w 2247234"/>
                  <a:gd name="connsiteY5" fmla="*/ 2100324 h 2100324"/>
                  <a:gd name="connsiteX6" fmla="*/ 0 w 2247234"/>
                  <a:gd name="connsiteY6" fmla="*/ 0 h 2100324"/>
                  <a:gd name="connsiteX0" fmla="*/ 0 w 2393694"/>
                  <a:gd name="connsiteY0" fmla="*/ 0 h 2100324"/>
                  <a:gd name="connsiteX1" fmla="*/ 1562100 w 2393694"/>
                  <a:gd name="connsiteY1" fmla="*/ 0 h 2100324"/>
                  <a:gd name="connsiteX2" fmla="*/ 2362199 w 2393694"/>
                  <a:gd name="connsiteY2" fmla="*/ 1071624 h 2100324"/>
                  <a:gd name="connsiteX3" fmla="*/ 2235200 w 2393694"/>
                  <a:gd name="connsiteY3" fmla="*/ 1490724 h 2100324"/>
                  <a:gd name="connsiteX4" fmla="*/ 1981200 w 2393694"/>
                  <a:gd name="connsiteY4" fmla="*/ 1757424 h 2100324"/>
                  <a:gd name="connsiteX5" fmla="*/ 1485900 w 2393694"/>
                  <a:gd name="connsiteY5" fmla="*/ 1947924 h 2100324"/>
                  <a:gd name="connsiteX6" fmla="*/ 1066800 w 2393694"/>
                  <a:gd name="connsiteY6" fmla="*/ 2100324 h 2100324"/>
                  <a:gd name="connsiteX7" fmla="*/ 0 w 2393694"/>
                  <a:gd name="connsiteY7" fmla="*/ 0 h 2100324"/>
                  <a:gd name="connsiteX0" fmla="*/ 0 w 2365360"/>
                  <a:gd name="connsiteY0" fmla="*/ 79253 h 2179577"/>
                  <a:gd name="connsiteX1" fmla="*/ 1562100 w 2365360"/>
                  <a:gd name="connsiteY1" fmla="*/ 79253 h 2179577"/>
                  <a:gd name="connsiteX2" fmla="*/ 2146299 w 2365360"/>
                  <a:gd name="connsiteY2" fmla="*/ 58677 h 2179577"/>
                  <a:gd name="connsiteX3" fmla="*/ 2362199 w 2365360"/>
                  <a:gd name="connsiteY3" fmla="*/ 1150877 h 2179577"/>
                  <a:gd name="connsiteX4" fmla="*/ 2235200 w 2365360"/>
                  <a:gd name="connsiteY4" fmla="*/ 1569977 h 2179577"/>
                  <a:gd name="connsiteX5" fmla="*/ 1981200 w 2365360"/>
                  <a:gd name="connsiteY5" fmla="*/ 1836677 h 2179577"/>
                  <a:gd name="connsiteX6" fmla="*/ 1485900 w 2365360"/>
                  <a:gd name="connsiteY6" fmla="*/ 2027177 h 2179577"/>
                  <a:gd name="connsiteX7" fmla="*/ 1066800 w 2365360"/>
                  <a:gd name="connsiteY7" fmla="*/ 2179577 h 2179577"/>
                  <a:gd name="connsiteX8" fmla="*/ 0 w 2365360"/>
                  <a:gd name="connsiteY8" fmla="*/ 79253 h 2179577"/>
                  <a:gd name="connsiteX0" fmla="*/ 0 w 2365360"/>
                  <a:gd name="connsiteY0" fmla="*/ 533400 h 2633724"/>
                  <a:gd name="connsiteX1" fmla="*/ 1587500 w 2365360"/>
                  <a:gd name="connsiteY1" fmla="*/ 0 h 2633724"/>
                  <a:gd name="connsiteX2" fmla="*/ 2146299 w 2365360"/>
                  <a:gd name="connsiteY2" fmla="*/ 512824 h 2633724"/>
                  <a:gd name="connsiteX3" fmla="*/ 2362199 w 2365360"/>
                  <a:gd name="connsiteY3" fmla="*/ 1605024 h 2633724"/>
                  <a:gd name="connsiteX4" fmla="*/ 2235200 w 2365360"/>
                  <a:gd name="connsiteY4" fmla="*/ 2024124 h 2633724"/>
                  <a:gd name="connsiteX5" fmla="*/ 1981200 w 2365360"/>
                  <a:gd name="connsiteY5" fmla="*/ 2290824 h 2633724"/>
                  <a:gd name="connsiteX6" fmla="*/ 1485900 w 2365360"/>
                  <a:gd name="connsiteY6" fmla="*/ 2481324 h 2633724"/>
                  <a:gd name="connsiteX7" fmla="*/ 1066800 w 2365360"/>
                  <a:gd name="connsiteY7" fmla="*/ 2633724 h 2633724"/>
                  <a:gd name="connsiteX8" fmla="*/ 0 w 2365360"/>
                  <a:gd name="connsiteY8" fmla="*/ 533400 h 2633724"/>
                  <a:gd name="connsiteX0" fmla="*/ 0 w 2365360"/>
                  <a:gd name="connsiteY0" fmla="*/ 533400 h 2633724"/>
                  <a:gd name="connsiteX1" fmla="*/ 698499 w 2365360"/>
                  <a:gd name="connsiteY1" fmla="*/ 55625 h 2633724"/>
                  <a:gd name="connsiteX2" fmla="*/ 1587500 w 2365360"/>
                  <a:gd name="connsiteY2" fmla="*/ 0 h 2633724"/>
                  <a:gd name="connsiteX3" fmla="*/ 2146299 w 2365360"/>
                  <a:gd name="connsiteY3" fmla="*/ 512824 h 2633724"/>
                  <a:gd name="connsiteX4" fmla="*/ 2362199 w 2365360"/>
                  <a:gd name="connsiteY4" fmla="*/ 1605024 h 2633724"/>
                  <a:gd name="connsiteX5" fmla="*/ 2235200 w 2365360"/>
                  <a:gd name="connsiteY5" fmla="*/ 2024124 h 2633724"/>
                  <a:gd name="connsiteX6" fmla="*/ 1981200 w 2365360"/>
                  <a:gd name="connsiteY6" fmla="*/ 2290824 h 2633724"/>
                  <a:gd name="connsiteX7" fmla="*/ 1485900 w 2365360"/>
                  <a:gd name="connsiteY7" fmla="*/ 2481324 h 2633724"/>
                  <a:gd name="connsiteX8" fmla="*/ 1066800 w 2365360"/>
                  <a:gd name="connsiteY8" fmla="*/ 2633724 h 2633724"/>
                  <a:gd name="connsiteX9" fmla="*/ 0 w 2365360"/>
                  <a:gd name="connsiteY9" fmla="*/ 5334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22300 h 2633724"/>
                  <a:gd name="connsiteX1" fmla="*/ 774699 w 2441560"/>
                  <a:gd name="connsiteY1" fmla="*/ 55625 h 2633724"/>
                  <a:gd name="connsiteX2" fmla="*/ 1663700 w 2441560"/>
                  <a:gd name="connsiteY2" fmla="*/ 0 h 2633724"/>
                  <a:gd name="connsiteX3" fmla="*/ 2222499 w 2441560"/>
                  <a:gd name="connsiteY3" fmla="*/ 512824 h 2633724"/>
                  <a:gd name="connsiteX4" fmla="*/ 2438399 w 2441560"/>
                  <a:gd name="connsiteY4" fmla="*/ 1605024 h 2633724"/>
                  <a:gd name="connsiteX5" fmla="*/ 2311400 w 2441560"/>
                  <a:gd name="connsiteY5" fmla="*/ 2024124 h 2633724"/>
                  <a:gd name="connsiteX6" fmla="*/ 2057400 w 2441560"/>
                  <a:gd name="connsiteY6" fmla="*/ 2290824 h 2633724"/>
                  <a:gd name="connsiteX7" fmla="*/ 1562100 w 2441560"/>
                  <a:gd name="connsiteY7" fmla="*/ 2481324 h 2633724"/>
                  <a:gd name="connsiteX8" fmla="*/ 1143000 w 2441560"/>
                  <a:gd name="connsiteY8" fmla="*/ 2633724 h 2633724"/>
                  <a:gd name="connsiteX9" fmla="*/ 0 w 2441560"/>
                  <a:gd name="connsiteY9" fmla="*/ 622300 h 2633724"/>
                  <a:gd name="connsiteX0" fmla="*/ 0 w 2441560"/>
                  <a:gd name="connsiteY0" fmla="*/ 687995 h 2699419"/>
                  <a:gd name="connsiteX1" fmla="*/ 774699 w 2441560"/>
                  <a:gd name="connsiteY1" fmla="*/ 121320 h 2699419"/>
                  <a:gd name="connsiteX2" fmla="*/ 1663700 w 2441560"/>
                  <a:gd name="connsiteY2" fmla="*/ 65695 h 2699419"/>
                  <a:gd name="connsiteX3" fmla="*/ 2222499 w 2441560"/>
                  <a:gd name="connsiteY3" fmla="*/ 578519 h 2699419"/>
                  <a:gd name="connsiteX4" fmla="*/ 2438399 w 2441560"/>
                  <a:gd name="connsiteY4" fmla="*/ 1670719 h 2699419"/>
                  <a:gd name="connsiteX5" fmla="*/ 2311400 w 2441560"/>
                  <a:gd name="connsiteY5" fmla="*/ 2089819 h 2699419"/>
                  <a:gd name="connsiteX6" fmla="*/ 2057400 w 2441560"/>
                  <a:gd name="connsiteY6" fmla="*/ 2356519 h 2699419"/>
                  <a:gd name="connsiteX7" fmla="*/ 1562100 w 2441560"/>
                  <a:gd name="connsiteY7" fmla="*/ 2547019 h 2699419"/>
                  <a:gd name="connsiteX8" fmla="*/ 1143000 w 2441560"/>
                  <a:gd name="connsiteY8" fmla="*/ 2699419 h 2699419"/>
                  <a:gd name="connsiteX9" fmla="*/ 0 w 2441560"/>
                  <a:gd name="connsiteY9" fmla="*/ 687995 h 2699419"/>
                  <a:gd name="connsiteX0" fmla="*/ 0 w 2441560"/>
                  <a:gd name="connsiteY0" fmla="*/ 785733 h 2797157"/>
                  <a:gd name="connsiteX1" fmla="*/ 774699 w 2441560"/>
                  <a:gd name="connsiteY1" fmla="*/ 219058 h 2797157"/>
                  <a:gd name="connsiteX2" fmla="*/ 1663700 w 2441560"/>
                  <a:gd name="connsiteY2" fmla="*/ 163433 h 2797157"/>
                  <a:gd name="connsiteX3" fmla="*/ 2222499 w 2441560"/>
                  <a:gd name="connsiteY3" fmla="*/ 676257 h 2797157"/>
                  <a:gd name="connsiteX4" fmla="*/ 2438399 w 2441560"/>
                  <a:gd name="connsiteY4" fmla="*/ 1768457 h 2797157"/>
                  <a:gd name="connsiteX5" fmla="*/ 2311400 w 2441560"/>
                  <a:gd name="connsiteY5" fmla="*/ 2187557 h 2797157"/>
                  <a:gd name="connsiteX6" fmla="*/ 2057400 w 2441560"/>
                  <a:gd name="connsiteY6" fmla="*/ 2454257 h 2797157"/>
                  <a:gd name="connsiteX7" fmla="*/ 1562100 w 2441560"/>
                  <a:gd name="connsiteY7" fmla="*/ 2644757 h 2797157"/>
                  <a:gd name="connsiteX8" fmla="*/ 1143000 w 2441560"/>
                  <a:gd name="connsiteY8" fmla="*/ 2797157 h 2797157"/>
                  <a:gd name="connsiteX9" fmla="*/ 0 w 2441560"/>
                  <a:gd name="connsiteY9" fmla="*/ 785733 h 2797157"/>
                  <a:gd name="connsiteX0" fmla="*/ 0 w 2441560"/>
                  <a:gd name="connsiteY0" fmla="*/ 785733 h 2797157"/>
                  <a:gd name="connsiteX1" fmla="*/ 774699 w 2441560"/>
                  <a:gd name="connsiteY1" fmla="*/ 219058 h 2797157"/>
                  <a:gd name="connsiteX2" fmla="*/ 1663700 w 2441560"/>
                  <a:gd name="connsiteY2" fmla="*/ 163433 h 2797157"/>
                  <a:gd name="connsiteX3" fmla="*/ 2222499 w 2441560"/>
                  <a:gd name="connsiteY3" fmla="*/ 676257 h 2797157"/>
                  <a:gd name="connsiteX4" fmla="*/ 2438399 w 2441560"/>
                  <a:gd name="connsiteY4" fmla="*/ 1768457 h 2797157"/>
                  <a:gd name="connsiteX5" fmla="*/ 2311400 w 2441560"/>
                  <a:gd name="connsiteY5" fmla="*/ 2187557 h 2797157"/>
                  <a:gd name="connsiteX6" fmla="*/ 2057400 w 2441560"/>
                  <a:gd name="connsiteY6" fmla="*/ 2454257 h 2797157"/>
                  <a:gd name="connsiteX7" fmla="*/ 1562100 w 2441560"/>
                  <a:gd name="connsiteY7" fmla="*/ 2644757 h 2797157"/>
                  <a:gd name="connsiteX8" fmla="*/ 1143000 w 2441560"/>
                  <a:gd name="connsiteY8" fmla="*/ 2797157 h 2797157"/>
                  <a:gd name="connsiteX9" fmla="*/ 0 w 2441560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62100 w 2611089"/>
                  <a:gd name="connsiteY7" fmla="*/ 264475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797157"/>
                  <a:gd name="connsiteX1" fmla="*/ 774699 w 2611089"/>
                  <a:gd name="connsiteY1" fmla="*/ 219058 h 2797157"/>
                  <a:gd name="connsiteX2" fmla="*/ 1663700 w 2611089"/>
                  <a:gd name="connsiteY2" fmla="*/ 163433 h 2797157"/>
                  <a:gd name="connsiteX3" fmla="*/ 2222499 w 2611089"/>
                  <a:gd name="connsiteY3" fmla="*/ 676257 h 2797157"/>
                  <a:gd name="connsiteX4" fmla="*/ 2438399 w 2611089"/>
                  <a:gd name="connsiteY4" fmla="*/ 1768457 h 2797157"/>
                  <a:gd name="connsiteX5" fmla="*/ 2311400 w 2611089"/>
                  <a:gd name="connsiteY5" fmla="*/ 2187557 h 2797157"/>
                  <a:gd name="connsiteX6" fmla="*/ 2057400 w 2611089"/>
                  <a:gd name="connsiteY6" fmla="*/ 2454257 h 2797157"/>
                  <a:gd name="connsiteX7" fmla="*/ 1577340 w 2611089"/>
                  <a:gd name="connsiteY7" fmla="*/ 2652377 h 2797157"/>
                  <a:gd name="connsiteX8" fmla="*/ 1143000 w 2611089"/>
                  <a:gd name="connsiteY8" fmla="*/ 2797157 h 2797157"/>
                  <a:gd name="connsiteX9" fmla="*/ 0 w 2611089"/>
                  <a:gd name="connsiteY9" fmla="*/ 785733 h 2797157"/>
                  <a:gd name="connsiteX0" fmla="*/ 0 w 2611089"/>
                  <a:gd name="connsiteY0" fmla="*/ 785733 h 2807947"/>
                  <a:gd name="connsiteX1" fmla="*/ 774699 w 2611089"/>
                  <a:gd name="connsiteY1" fmla="*/ 219058 h 2807947"/>
                  <a:gd name="connsiteX2" fmla="*/ 1663700 w 2611089"/>
                  <a:gd name="connsiteY2" fmla="*/ 163433 h 2807947"/>
                  <a:gd name="connsiteX3" fmla="*/ 2222499 w 2611089"/>
                  <a:gd name="connsiteY3" fmla="*/ 676257 h 2807947"/>
                  <a:gd name="connsiteX4" fmla="*/ 2438399 w 2611089"/>
                  <a:gd name="connsiteY4" fmla="*/ 1768457 h 2807947"/>
                  <a:gd name="connsiteX5" fmla="*/ 2311400 w 2611089"/>
                  <a:gd name="connsiteY5" fmla="*/ 2187557 h 2807947"/>
                  <a:gd name="connsiteX6" fmla="*/ 2057400 w 2611089"/>
                  <a:gd name="connsiteY6" fmla="*/ 2454257 h 2807947"/>
                  <a:gd name="connsiteX7" fmla="*/ 1577340 w 2611089"/>
                  <a:gd name="connsiteY7" fmla="*/ 2652377 h 2807947"/>
                  <a:gd name="connsiteX8" fmla="*/ 1143000 w 2611089"/>
                  <a:gd name="connsiteY8" fmla="*/ 2797157 h 2807947"/>
                  <a:gd name="connsiteX9" fmla="*/ 0 w 2611089"/>
                  <a:gd name="connsiteY9" fmla="*/ 785733 h 2807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11089" h="2807947">
                    <a:moveTo>
                      <a:pt x="0" y="785733"/>
                    </a:moveTo>
                    <a:cubicBezTo>
                      <a:pt x="215900" y="338608"/>
                      <a:pt x="495299" y="221683"/>
                      <a:pt x="774699" y="219058"/>
                    </a:cubicBezTo>
                    <a:cubicBezTo>
                      <a:pt x="1231053" y="-28084"/>
                      <a:pt x="1717886" y="-92345"/>
                      <a:pt x="1663700" y="163433"/>
                    </a:cubicBezTo>
                    <a:cubicBezTo>
                      <a:pt x="2010833" y="259487"/>
                      <a:pt x="2317749" y="497653"/>
                      <a:pt x="2222499" y="676257"/>
                    </a:cubicBezTo>
                    <a:cubicBezTo>
                      <a:pt x="2355849" y="854861"/>
                      <a:pt x="2877819" y="1608437"/>
                      <a:pt x="2438399" y="1768457"/>
                    </a:cubicBezTo>
                    <a:cubicBezTo>
                      <a:pt x="2463799" y="1920857"/>
                      <a:pt x="2701713" y="2333607"/>
                      <a:pt x="2311400" y="2187557"/>
                    </a:cubicBezTo>
                    <a:cubicBezTo>
                      <a:pt x="2294467" y="2308207"/>
                      <a:pt x="2371090" y="2663807"/>
                      <a:pt x="2057400" y="2454257"/>
                    </a:cubicBezTo>
                    <a:cubicBezTo>
                      <a:pt x="2011680" y="2558397"/>
                      <a:pt x="1874520" y="3013057"/>
                      <a:pt x="1577340" y="2652377"/>
                    </a:cubicBezTo>
                    <a:cubicBezTo>
                      <a:pt x="1485900" y="2921617"/>
                      <a:pt x="1287780" y="2748897"/>
                      <a:pt x="1143000" y="2797157"/>
                    </a:cubicBezTo>
                    <a:lnTo>
                      <a:pt x="0" y="785733"/>
                    </a:lnTo>
                    <a:close/>
                  </a:path>
                </a:pathLst>
              </a:custGeom>
              <a:solidFill>
                <a:srgbClr val="EFA1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94ACE9A9-D7CC-4B1F-9BFC-DA4E4B47726C}"/>
                  </a:ext>
                </a:extLst>
              </p:cNvPr>
              <p:cNvSpPr/>
              <p:nvPr/>
            </p:nvSpPr>
            <p:spPr>
              <a:xfrm rot="18973335">
                <a:off x="7107362" y="591053"/>
                <a:ext cx="635000" cy="946242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41A9CD1C-FA74-4CBE-AA6F-869EFE8963AC}"/>
                </a:ext>
              </a:extLst>
            </p:cNvPr>
            <p:cNvSpPr/>
            <p:nvPr/>
          </p:nvSpPr>
          <p:spPr>
            <a:xfrm>
              <a:off x="2990735" y="349088"/>
              <a:ext cx="5088553" cy="3476151"/>
            </a:xfrm>
            <a:custGeom>
              <a:avLst/>
              <a:gdLst>
                <a:gd name="connsiteX0" fmla="*/ 0 w 3124200"/>
                <a:gd name="connsiteY0" fmla="*/ 0 h 3535680"/>
                <a:gd name="connsiteX1" fmla="*/ 3124200 w 3124200"/>
                <a:gd name="connsiteY1" fmla="*/ 0 h 3535680"/>
                <a:gd name="connsiteX2" fmla="*/ 3124200 w 3124200"/>
                <a:gd name="connsiteY2" fmla="*/ 3535680 h 3535680"/>
                <a:gd name="connsiteX3" fmla="*/ 0 w 3124200"/>
                <a:gd name="connsiteY3" fmla="*/ 3535680 h 3535680"/>
                <a:gd name="connsiteX4" fmla="*/ 0 w 3124200"/>
                <a:gd name="connsiteY4" fmla="*/ 0 h 3535680"/>
                <a:gd name="connsiteX0" fmla="*/ 0 w 3124200"/>
                <a:gd name="connsiteY0" fmla="*/ 92 h 3535772"/>
                <a:gd name="connsiteX1" fmla="*/ 845820 w 3124200"/>
                <a:gd name="connsiteY1" fmla="*/ 45812 h 3535772"/>
                <a:gd name="connsiteX2" fmla="*/ 3124200 w 3124200"/>
                <a:gd name="connsiteY2" fmla="*/ 92 h 3535772"/>
                <a:gd name="connsiteX3" fmla="*/ 3124200 w 3124200"/>
                <a:gd name="connsiteY3" fmla="*/ 3535772 h 3535772"/>
                <a:gd name="connsiteX4" fmla="*/ 0 w 3124200"/>
                <a:gd name="connsiteY4" fmla="*/ 3535772 h 3535772"/>
                <a:gd name="connsiteX5" fmla="*/ 0 w 3124200"/>
                <a:gd name="connsiteY5" fmla="*/ 92 h 3535772"/>
                <a:gd name="connsiteX0" fmla="*/ 0 w 4320540"/>
                <a:gd name="connsiteY0" fmla="*/ 3467100 h 3535680"/>
                <a:gd name="connsiteX1" fmla="*/ 2042160 w 4320540"/>
                <a:gd name="connsiteY1" fmla="*/ 45720 h 3535680"/>
                <a:gd name="connsiteX2" fmla="*/ 4320540 w 4320540"/>
                <a:gd name="connsiteY2" fmla="*/ 0 h 3535680"/>
                <a:gd name="connsiteX3" fmla="*/ 4320540 w 4320540"/>
                <a:gd name="connsiteY3" fmla="*/ 3535680 h 3535680"/>
                <a:gd name="connsiteX4" fmla="*/ 1196340 w 4320540"/>
                <a:gd name="connsiteY4" fmla="*/ 3535680 h 3535680"/>
                <a:gd name="connsiteX5" fmla="*/ 0 w 4320540"/>
                <a:gd name="connsiteY5" fmla="*/ 3467100 h 3535680"/>
                <a:gd name="connsiteX0" fmla="*/ 261980 w 4582520"/>
                <a:gd name="connsiteY0" fmla="*/ 3467100 h 3535680"/>
                <a:gd name="connsiteX1" fmla="*/ 2304140 w 4582520"/>
                <a:gd name="connsiteY1" fmla="*/ 45720 h 3535680"/>
                <a:gd name="connsiteX2" fmla="*/ 4582520 w 4582520"/>
                <a:gd name="connsiteY2" fmla="*/ 0 h 3535680"/>
                <a:gd name="connsiteX3" fmla="*/ 4582520 w 4582520"/>
                <a:gd name="connsiteY3" fmla="*/ 3535680 h 3535680"/>
                <a:gd name="connsiteX4" fmla="*/ 1458320 w 4582520"/>
                <a:gd name="connsiteY4" fmla="*/ 3535680 h 3535680"/>
                <a:gd name="connsiteX5" fmla="*/ 261980 w 4582520"/>
                <a:gd name="connsiteY5" fmla="*/ 3467100 h 3535680"/>
                <a:gd name="connsiteX0" fmla="*/ 509769 w 4830309"/>
                <a:gd name="connsiteY0" fmla="*/ 3467100 h 3535680"/>
                <a:gd name="connsiteX1" fmla="*/ 2551929 w 4830309"/>
                <a:gd name="connsiteY1" fmla="*/ 45720 h 3535680"/>
                <a:gd name="connsiteX2" fmla="*/ 4830309 w 4830309"/>
                <a:gd name="connsiteY2" fmla="*/ 0 h 3535680"/>
                <a:gd name="connsiteX3" fmla="*/ 4830309 w 4830309"/>
                <a:gd name="connsiteY3" fmla="*/ 3535680 h 3535680"/>
                <a:gd name="connsiteX4" fmla="*/ 1706109 w 4830309"/>
                <a:gd name="connsiteY4" fmla="*/ 3535680 h 3535680"/>
                <a:gd name="connsiteX5" fmla="*/ 509769 w 4830309"/>
                <a:gd name="connsiteY5" fmla="*/ 3467100 h 3535680"/>
                <a:gd name="connsiteX0" fmla="*/ 445885 w 4766425"/>
                <a:gd name="connsiteY0" fmla="*/ 3467100 h 3535680"/>
                <a:gd name="connsiteX1" fmla="*/ 2488045 w 4766425"/>
                <a:gd name="connsiteY1" fmla="*/ 45720 h 3535680"/>
                <a:gd name="connsiteX2" fmla="*/ 4766425 w 4766425"/>
                <a:gd name="connsiteY2" fmla="*/ 0 h 3535680"/>
                <a:gd name="connsiteX3" fmla="*/ 4766425 w 4766425"/>
                <a:gd name="connsiteY3" fmla="*/ 3535680 h 3535680"/>
                <a:gd name="connsiteX4" fmla="*/ 1642225 w 4766425"/>
                <a:gd name="connsiteY4" fmla="*/ 3535680 h 3535680"/>
                <a:gd name="connsiteX5" fmla="*/ 445885 w 4766425"/>
                <a:gd name="connsiteY5" fmla="*/ 3467100 h 3535680"/>
                <a:gd name="connsiteX0" fmla="*/ 445885 w 4766425"/>
                <a:gd name="connsiteY0" fmla="*/ 3467100 h 3535680"/>
                <a:gd name="connsiteX1" fmla="*/ 2488045 w 4766425"/>
                <a:gd name="connsiteY1" fmla="*/ 45720 h 3535680"/>
                <a:gd name="connsiteX2" fmla="*/ 4766425 w 4766425"/>
                <a:gd name="connsiteY2" fmla="*/ 0 h 3535680"/>
                <a:gd name="connsiteX3" fmla="*/ 4674985 w 4766425"/>
                <a:gd name="connsiteY3" fmla="*/ 3459480 h 3535680"/>
                <a:gd name="connsiteX4" fmla="*/ 1642225 w 4766425"/>
                <a:gd name="connsiteY4" fmla="*/ 3535680 h 3535680"/>
                <a:gd name="connsiteX5" fmla="*/ 445885 w 4766425"/>
                <a:gd name="connsiteY5" fmla="*/ 3467100 h 3535680"/>
                <a:gd name="connsiteX0" fmla="*/ 445885 w 4674985"/>
                <a:gd name="connsiteY0" fmla="*/ 3453328 h 3521908"/>
                <a:gd name="connsiteX1" fmla="*/ 2488045 w 4674985"/>
                <a:gd name="connsiteY1" fmla="*/ 31948 h 3521908"/>
                <a:gd name="connsiteX2" fmla="*/ 4674985 w 4674985"/>
                <a:gd name="connsiteY2" fmla="*/ 3445708 h 3521908"/>
                <a:gd name="connsiteX3" fmla="*/ 1642225 w 4674985"/>
                <a:gd name="connsiteY3" fmla="*/ 3521908 h 3521908"/>
                <a:gd name="connsiteX4" fmla="*/ 445885 w 4674985"/>
                <a:gd name="connsiteY4" fmla="*/ 3453328 h 3521908"/>
                <a:gd name="connsiteX0" fmla="*/ 445885 w 4989646"/>
                <a:gd name="connsiteY0" fmla="*/ 3453328 h 3521908"/>
                <a:gd name="connsiteX1" fmla="*/ 2488045 w 4989646"/>
                <a:gd name="connsiteY1" fmla="*/ 31948 h 3521908"/>
                <a:gd name="connsiteX2" fmla="*/ 4674985 w 4989646"/>
                <a:gd name="connsiteY2" fmla="*/ 3445708 h 3521908"/>
                <a:gd name="connsiteX3" fmla="*/ 1642225 w 4989646"/>
                <a:gd name="connsiteY3" fmla="*/ 3521908 h 3521908"/>
                <a:gd name="connsiteX4" fmla="*/ 445885 w 4989646"/>
                <a:gd name="connsiteY4" fmla="*/ 3453328 h 3521908"/>
                <a:gd name="connsiteX0" fmla="*/ 445885 w 5088553"/>
                <a:gd name="connsiteY0" fmla="*/ 3476151 h 3544731"/>
                <a:gd name="connsiteX1" fmla="*/ 2488045 w 5088553"/>
                <a:gd name="connsiteY1" fmla="*/ 54771 h 3544731"/>
                <a:gd name="connsiteX2" fmla="*/ 4674985 w 5088553"/>
                <a:gd name="connsiteY2" fmla="*/ 3468531 h 3544731"/>
                <a:gd name="connsiteX3" fmla="*/ 1642225 w 5088553"/>
                <a:gd name="connsiteY3" fmla="*/ 3544731 h 3544731"/>
                <a:gd name="connsiteX4" fmla="*/ 445885 w 5088553"/>
                <a:gd name="connsiteY4" fmla="*/ 3476151 h 354473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  <a:gd name="connsiteX0" fmla="*/ 445885 w 5088553"/>
                <a:gd name="connsiteY0" fmla="*/ 3476151 h 3476151"/>
                <a:gd name="connsiteX1" fmla="*/ 2488045 w 5088553"/>
                <a:gd name="connsiteY1" fmla="*/ 54771 h 3476151"/>
                <a:gd name="connsiteX2" fmla="*/ 4674985 w 5088553"/>
                <a:gd name="connsiteY2" fmla="*/ 3468531 h 3476151"/>
                <a:gd name="connsiteX3" fmla="*/ 2404225 w 5088553"/>
                <a:gd name="connsiteY3" fmla="*/ 1347631 h 3476151"/>
                <a:gd name="connsiteX4" fmla="*/ 445885 w 5088553"/>
                <a:gd name="connsiteY4" fmla="*/ 3476151 h 3476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88553" h="3476151">
                  <a:moveTo>
                    <a:pt x="445885" y="3476151"/>
                  </a:moveTo>
                  <a:cubicBezTo>
                    <a:pt x="-542175" y="2406811"/>
                    <a:pt x="100445" y="-300829"/>
                    <a:pt x="2488045" y="54771"/>
                  </a:cubicBezTo>
                  <a:cubicBezTo>
                    <a:pt x="4184765" y="-331309"/>
                    <a:pt x="5896725" y="1378111"/>
                    <a:pt x="4674985" y="3468531"/>
                  </a:cubicBezTo>
                  <a:cubicBezTo>
                    <a:pt x="4578465" y="1288364"/>
                    <a:pt x="3161145" y="2054598"/>
                    <a:pt x="2404225" y="1347631"/>
                  </a:cubicBezTo>
                  <a:cubicBezTo>
                    <a:pt x="1751445" y="2057138"/>
                    <a:pt x="184265" y="1776044"/>
                    <a:pt x="445885" y="3476151"/>
                  </a:cubicBezTo>
                  <a:close/>
                </a:path>
              </a:pathLst>
            </a:custGeom>
            <a:solidFill>
              <a:srgbClr val="EFA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6A165D3-5FDD-4DD1-A7EB-C8AB41A97D54}"/>
                </a:ext>
              </a:extLst>
            </p:cNvPr>
            <p:cNvGrpSpPr/>
            <p:nvPr/>
          </p:nvGrpSpPr>
          <p:grpSpPr>
            <a:xfrm>
              <a:off x="3611103" y="3471863"/>
              <a:ext cx="1378462" cy="1087906"/>
              <a:chOff x="3611103" y="3471863"/>
              <a:chExt cx="1378462" cy="1087906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7959266B-E12B-4212-9FA1-B523F51E0C8D}"/>
                  </a:ext>
                </a:extLst>
              </p:cNvPr>
              <p:cNvSpPr/>
              <p:nvPr/>
            </p:nvSpPr>
            <p:spPr>
              <a:xfrm>
                <a:off x="3962400" y="3471863"/>
                <a:ext cx="228601" cy="133350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0" fmla="*/ 209551 w 209551"/>
                  <a:gd name="connsiteY0" fmla="*/ 128588 h 128588"/>
                  <a:gd name="connsiteX1" fmla="*/ 0 w 209551"/>
                  <a:gd name="connsiteY1" fmla="*/ 0 h 128588"/>
                  <a:gd name="connsiteX0" fmla="*/ 228601 w 228601"/>
                  <a:gd name="connsiteY0" fmla="*/ 133350 h 133350"/>
                  <a:gd name="connsiteX1" fmla="*/ 0 w 228601"/>
                  <a:gd name="connsiteY1" fmla="*/ 0 h 133350"/>
                  <a:gd name="connsiteX0" fmla="*/ 228601 w 228601"/>
                  <a:gd name="connsiteY0" fmla="*/ 133350 h 133350"/>
                  <a:gd name="connsiteX1" fmla="*/ 0 w 228601"/>
                  <a:gd name="connsiteY1" fmla="*/ 0 h 133350"/>
                  <a:gd name="connsiteX0" fmla="*/ 228601 w 228601"/>
                  <a:gd name="connsiteY0" fmla="*/ 133350 h 133350"/>
                  <a:gd name="connsiteX1" fmla="*/ 0 w 228601"/>
                  <a:gd name="connsiteY1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8601" h="133350">
                    <a:moveTo>
                      <a:pt x="228601" y="133350"/>
                    </a:moveTo>
                    <a:cubicBezTo>
                      <a:pt x="157163" y="107950"/>
                      <a:pt x="66675" y="87312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FD746C8-11EE-4717-8CE8-F747AF82A234}"/>
                  </a:ext>
                </a:extLst>
              </p:cNvPr>
              <p:cNvSpPr/>
              <p:nvPr/>
            </p:nvSpPr>
            <p:spPr>
              <a:xfrm>
                <a:off x="3811875" y="3505387"/>
                <a:ext cx="242888" cy="138113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242888 w 242888"/>
                  <a:gd name="connsiteY0" fmla="*/ 138113 h 138113"/>
                  <a:gd name="connsiteX1" fmla="*/ 66675 w 242888"/>
                  <a:gd name="connsiteY1" fmla="*/ 0 h 138113"/>
                  <a:gd name="connsiteX2" fmla="*/ 0 w 242888"/>
                  <a:gd name="connsiteY2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2888" h="138113">
                    <a:moveTo>
                      <a:pt x="242888" y="138113"/>
                    </a:moveTo>
                    <a:cubicBezTo>
                      <a:pt x="161925" y="92075"/>
                      <a:pt x="90488" y="93663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CA6CB6F8-F550-4F58-BD5D-98D246693FE1}"/>
                  </a:ext>
                </a:extLst>
              </p:cNvPr>
              <p:cNvSpPr/>
              <p:nvPr/>
            </p:nvSpPr>
            <p:spPr>
              <a:xfrm>
                <a:off x="3639681" y="3505387"/>
                <a:ext cx="361757" cy="205705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242888 w 242888"/>
                  <a:gd name="connsiteY0" fmla="*/ 138113 h 138113"/>
                  <a:gd name="connsiteX1" fmla="*/ 66675 w 242888"/>
                  <a:gd name="connsiteY1" fmla="*/ 0 h 138113"/>
                  <a:gd name="connsiteX2" fmla="*/ 0 w 242888"/>
                  <a:gd name="connsiteY2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2888" h="138113">
                    <a:moveTo>
                      <a:pt x="242888" y="138113"/>
                    </a:moveTo>
                    <a:cubicBezTo>
                      <a:pt x="168320" y="117656"/>
                      <a:pt x="90488" y="93663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E044E6B-2758-4BEA-8486-72B1C166C59D}"/>
                  </a:ext>
                </a:extLst>
              </p:cNvPr>
              <p:cNvSpPr/>
              <p:nvPr/>
            </p:nvSpPr>
            <p:spPr>
              <a:xfrm>
                <a:off x="3611103" y="3605213"/>
                <a:ext cx="340426" cy="169109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242888 w 242888"/>
                  <a:gd name="connsiteY0" fmla="*/ 138113 h 138113"/>
                  <a:gd name="connsiteX1" fmla="*/ 66675 w 242888"/>
                  <a:gd name="connsiteY1" fmla="*/ 0 h 138113"/>
                  <a:gd name="connsiteX2" fmla="*/ 0 w 242888"/>
                  <a:gd name="connsiteY2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9880 w 249880"/>
                  <a:gd name="connsiteY0" fmla="*/ 124130 h 124130"/>
                  <a:gd name="connsiteX1" fmla="*/ 0 w 249880"/>
                  <a:gd name="connsiteY1" fmla="*/ 0 h 124130"/>
                  <a:gd name="connsiteX0" fmla="*/ 249880 w 249880"/>
                  <a:gd name="connsiteY0" fmla="*/ 124130 h 124130"/>
                  <a:gd name="connsiteX1" fmla="*/ 0 w 249880"/>
                  <a:gd name="connsiteY1" fmla="*/ 0 h 124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9880" h="124130">
                    <a:moveTo>
                      <a:pt x="249880" y="124130"/>
                    </a:moveTo>
                    <a:cubicBezTo>
                      <a:pt x="182901" y="109554"/>
                      <a:pt x="100976" y="111142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204A617A-A618-4B45-B634-EAF48C5E2A99}"/>
                  </a:ext>
                </a:extLst>
              </p:cNvPr>
              <p:cNvSpPr/>
              <p:nvPr/>
            </p:nvSpPr>
            <p:spPr>
              <a:xfrm>
                <a:off x="3627579" y="3729895"/>
                <a:ext cx="302521" cy="78933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242888 w 242888"/>
                  <a:gd name="connsiteY0" fmla="*/ 138113 h 138113"/>
                  <a:gd name="connsiteX1" fmla="*/ 66675 w 242888"/>
                  <a:gd name="connsiteY1" fmla="*/ 0 h 138113"/>
                  <a:gd name="connsiteX2" fmla="*/ 0 w 242888"/>
                  <a:gd name="connsiteY2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9880 w 249880"/>
                  <a:gd name="connsiteY0" fmla="*/ 124130 h 124130"/>
                  <a:gd name="connsiteX1" fmla="*/ 0 w 249880"/>
                  <a:gd name="connsiteY1" fmla="*/ 0 h 124130"/>
                  <a:gd name="connsiteX0" fmla="*/ 249880 w 249880"/>
                  <a:gd name="connsiteY0" fmla="*/ 124130 h 124130"/>
                  <a:gd name="connsiteX1" fmla="*/ 0 w 249880"/>
                  <a:gd name="connsiteY1" fmla="*/ 0 h 124130"/>
                  <a:gd name="connsiteX0" fmla="*/ 267257 w 267257"/>
                  <a:gd name="connsiteY0" fmla="*/ 89377 h 89377"/>
                  <a:gd name="connsiteX1" fmla="*/ 0 w 267257"/>
                  <a:gd name="connsiteY1" fmla="*/ 0 h 89377"/>
                  <a:gd name="connsiteX0" fmla="*/ 275945 w 275945"/>
                  <a:gd name="connsiteY0" fmla="*/ 72000 h 72567"/>
                  <a:gd name="connsiteX1" fmla="*/ 0 w 275945"/>
                  <a:gd name="connsiteY1" fmla="*/ 0 h 72567"/>
                  <a:gd name="connsiteX0" fmla="*/ 275945 w 275945"/>
                  <a:gd name="connsiteY0" fmla="*/ 72000 h 72000"/>
                  <a:gd name="connsiteX1" fmla="*/ 0 w 275945"/>
                  <a:gd name="connsiteY1" fmla="*/ 0 h 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945" h="72000">
                    <a:moveTo>
                      <a:pt x="275945" y="72000"/>
                    </a:moveTo>
                    <a:cubicBezTo>
                      <a:pt x="208966" y="57424"/>
                      <a:pt x="118353" y="102454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6">
                <a:extLst>
                  <a:ext uri="{FF2B5EF4-FFF2-40B4-BE49-F238E27FC236}">
                    <a16:creationId xmlns:a16="http://schemas.microsoft.com/office/drawing/2014/main" id="{04F1C74A-D54D-4FF8-AB49-642F0CEE346D}"/>
                  </a:ext>
                </a:extLst>
              </p:cNvPr>
              <p:cNvSpPr/>
              <p:nvPr/>
            </p:nvSpPr>
            <p:spPr>
              <a:xfrm>
                <a:off x="3799124" y="3552679"/>
                <a:ext cx="1190441" cy="1007090"/>
              </a:xfrm>
              <a:custGeom>
                <a:avLst/>
                <a:gdLst>
                  <a:gd name="connsiteX0" fmla="*/ 0 w 723900"/>
                  <a:gd name="connsiteY0" fmla="*/ 0 h 563078"/>
                  <a:gd name="connsiteX1" fmla="*/ 723900 w 723900"/>
                  <a:gd name="connsiteY1" fmla="*/ 0 h 563078"/>
                  <a:gd name="connsiteX2" fmla="*/ 723900 w 723900"/>
                  <a:gd name="connsiteY2" fmla="*/ 563078 h 563078"/>
                  <a:gd name="connsiteX3" fmla="*/ 0 w 723900"/>
                  <a:gd name="connsiteY3" fmla="*/ 563078 h 563078"/>
                  <a:gd name="connsiteX4" fmla="*/ 0 w 723900"/>
                  <a:gd name="connsiteY4" fmla="*/ 0 h 563078"/>
                  <a:gd name="connsiteX0" fmla="*/ 647700 w 1371600"/>
                  <a:gd name="connsiteY0" fmla="*/ 0 h 620228"/>
                  <a:gd name="connsiteX1" fmla="*/ 1371600 w 1371600"/>
                  <a:gd name="connsiteY1" fmla="*/ 0 h 620228"/>
                  <a:gd name="connsiteX2" fmla="*/ 1371600 w 1371600"/>
                  <a:gd name="connsiteY2" fmla="*/ 563078 h 620228"/>
                  <a:gd name="connsiteX3" fmla="*/ 0 w 1371600"/>
                  <a:gd name="connsiteY3" fmla="*/ 620228 h 620228"/>
                  <a:gd name="connsiteX4" fmla="*/ 647700 w 1371600"/>
                  <a:gd name="connsiteY4" fmla="*/ 0 h 620228"/>
                  <a:gd name="connsiteX0" fmla="*/ 647700 w 1371600"/>
                  <a:gd name="connsiteY0" fmla="*/ 0 h 753578"/>
                  <a:gd name="connsiteX1" fmla="*/ 1371600 w 1371600"/>
                  <a:gd name="connsiteY1" fmla="*/ 0 h 753578"/>
                  <a:gd name="connsiteX2" fmla="*/ 1143000 w 1371600"/>
                  <a:gd name="connsiteY2" fmla="*/ 753578 h 753578"/>
                  <a:gd name="connsiteX3" fmla="*/ 0 w 1371600"/>
                  <a:gd name="connsiteY3" fmla="*/ 620228 h 753578"/>
                  <a:gd name="connsiteX4" fmla="*/ 647700 w 1371600"/>
                  <a:gd name="connsiteY4" fmla="*/ 0 h 753578"/>
                  <a:gd name="connsiteX0" fmla="*/ 0 w 1371600"/>
                  <a:gd name="connsiteY0" fmla="*/ 620228 h 753578"/>
                  <a:gd name="connsiteX1" fmla="*/ 1371600 w 1371600"/>
                  <a:gd name="connsiteY1" fmla="*/ 0 h 753578"/>
                  <a:gd name="connsiteX2" fmla="*/ 1143000 w 1371600"/>
                  <a:gd name="connsiteY2" fmla="*/ 753578 h 753578"/>
                  <a:gd name="connsiteX3" fmla="*/ 0 w 1371600"/>
                  <a:gd name="connsiteY3" fmla="*/ 620228 h 753578"/>
                  <a:gd name="connsiteX0" fmla="*/ 0 w 1371600"/>
                  <a:gd name="connsiteY0" fmla="*/ 620228 h 753578"/>
                  <a:gd name="connsiteX1" fmla="*/ 1371600 w 1371600"/>
                  <a:gd name="connsiteY1" fmla="*/ 0 h 753578"/>
                  <a:gd name="connsiteX2" fmla="*/ 1143000 w 1371600"/>
                  <a:gd name="connsiteY2" fmla="*/ 753578 h 753578"/>
                  <a:gd name="connsiteX3" fmla="*/ 0 w 1371600"/>
                  <a:gd name="connsiteY3" fmla="*/ 620228 h 753578"/>
                  <a:gd name="connsiteX0" fmla="*/ 0 w 1143000"/>
                  <a:gd name="connsiteY0" fmla="*/ 10966 h 144316"/>
                  <a:gd name="connsiteX1" fmla="*/ 1143000 w 1143000"/>
                  <a:gd name="connsiteY1" fmla="*/ 144316 h 144316"/>
                  <a:gd name="connsiteX2" fmla="*/ 0 w 1143000"/>
                  <a:gd name="connsiteY2" fmla="*/ 10966 h 144316"/>
                  <a:gd name="connsiteX0" fmla="*/ 0 w 1143000"/>
                  <a:gd name="connsiteY0" fmla="*/ 10966 h 144316"/>
                  <a:gd name="connsiteX1" fmla="*/ 1143000 w 1143000"/>
                  <a:gd name="connsiteY1" fmla="*/ 144316 h 144316"/>
                  <a:gd name="connsiteX2" fmla="*/ 0 w 1143000"/>
                  <a:gd name="connsiteY2" fmla="*/ 10966 h 144316"/>
                  <a:gd name="connsiteX0" fmla="*/ 0 w 1171544"/>
                  <a:gd name="connsiteY0" fmla="*/ 461004 h 594354"/>
                  <a:gd name="connsiteX1" fmla="*/ 1143000 w 1171544"/>
                  <a:gd name="connsiteY1" fmla="*/ 594354 h 594354"/>
                  <a:gd name="connsiteX2" fmla="*/ 0 w 1171544"/>
                  <a:gd name="connsiteY2" fmla="*/ 461004 h 594354"/>
                  <a:gd name="connsiteX0" fmla="*/ 0 w 1217570"/>
                  <a:gd name="connsiteY0" fmla="*/ 457700 h 595813"/>
                  <a:gd name="connsiteX1" fmla="*/ 1190625 w 1217570"/>
                  <a:gd name="connsiteY1" fmla="*/ 595813 h 595813"/>
                  <a:gd name="connsiteX2" fmla="*/ 0 w 1217570"/>
                  <a:gd name="connsiteY2" fmla="*/ 457700 h 595813"/>
                  <a:gd name="connsiteX0" fmla="*/ 0 w 1153185"/>
                  <a:gd name="connsiteY0" fmla="*/ 484325 h 584338"/>
                  <a:gd name="connsiteX1" fmla="*/ 1123950 w 1153185"/>
                  <a:gd name="connsiteY1" fmla="*/ 584338 h 584338"/>
                  <a:gd name="connsiteX2" fmla="*/ 0 w 1153185"/>
                  <a:gd name="connsiteY2" fmla="*/ 484325 h 584338"/>
                  <a:gd name="connsiteX0" fmla="*/ 0 w 1153185"/>
                  <a:gd name="connsiteY0" fmla="*/ 484325 h 584338"/>
                  <a:gd name="connsiteX1" fmla="*/ 1123950 w 1153185"/>
                  <a:gd name="connsiteY1" fmla="*/ 584338 h 584338"/>
                  <a:gd name="connsiteX2" fmla="*/ 0 w 1153185"/>
                  <a:gd name="connsiteY2" fmla="*/ 484325 h 584338"/>
                  <a:gd name="connsiteX0" fmla="*/ 0 w 1153185"/>
                  <a:gd name="connsiteY0" fmla="*/ 484325 h 584338"/>
                  <a:gd name="connsiteX1" fmla="*/ 1123950 w 1153185"/>
                  <a:gd name="connsiteY1" fmla="*/ 584338 h 584338"/>
                  <a:gd name="connsiteX2" fmla="*/ 0 w 1153185"/>
                  <a:gd name="connsiteY2" fmla="*/ 484325 h 584338"/>
                  <a:gd name="connsiteX0" fmla="*/ 39762 w 1176572"/>
                  <a:gd name="connsiteY0" fmla="*/ 920021 h 1020034"/>
                  <a:gd name="connsiteX1" fmla="*/ 1163712 w 1176572"/>
                  <a:gd name="connsiteY1" fmla="*/ 1020034 h 1020034"/>
                  <a:gd name="connsiteX2" fmla="*/ 39762 w 1176572"/>
                  <a:gd name="connsiteY2" fmla="*/ 920021 h 1020034"/>
                  <a:gd name="connsiteX0" fmla="*/ 39762 w 1176572"/>
                  <a:gd name="connsiteY0" fmla="*/ 920021 h 1020034"/>
                  <a:gd name="connsiteX1" fmla="*/ 1163712 w 1176572"/>
                  <a:gd name="connsiteY1" fmla="*/ 1020034 h 1020034"/>
                  <a:gd name="connsiteX2" fmla="*/ 39762 w 1176572"/>
                  <a:gd name="connsiteY2" fmla="*/ 920021 h 1020034"/>
                  <a:gd name="connsiteX0" fmla="*/ 40294 w 1153473"/>
                  <a:gd name="connsiteY0" fmla="*/ 915720 h 1025258"/>
                  <a:gd name="connsiteX1" fmla="*/ 1140432 w 1153473"/>
                  <a:gd name="connsiteY1" fmla="*/ 1025258 h 1025258"/>
                  <a:gd name="connsiteX2" fmla="*/ 40294 w 1153473"/>
                  <a:gd name="connsiteY2" fmla="*/ 915720 h 1025258"/>
                  <a:gd name="connsiteX0" fmla="*/ 39450 w 1190441"/>
                  <a:gd name="connsiteY0" fmla="*/ 930889 h 1007090"/>
                  <a:gd name="connsiteX1" fmla="*/ 1177688 w 1190441"/>
                  <a:gd name="connsiteY1" fmla="*/ 1007090 h 1007090"/>
                  <a:gd name="connsiteX2" fmla="*/ 39450 w 1190441"/>
                  <a:gd name="connsiteY2" fmla="*/ 930889 h 1007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0441" h="1007090">
                    <a:moveTo>
                      <a:pt x="39450" y="930889"/>
                    </a:moveTo>
                    <a:cubicBezTo>
                      <a:pt x="468075" y="965814"/>
                      <a:pt x="810975" y="805477"/>
                      <a:pt x="1177688" y="1007090"/>
                    </a:cubicBezTo>
                    <a:cubicBezTo>
                      <a:pt x="1349138" y="-218460"/>
                      <a:pt x="-270112" y="-420073"/>
                      <a:pt x="39450" y="93088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4700DA08-551D-4DC1-8059-21AD13FD2807}"/>
                  </a:ext>
                </a:extLst>
              </p:cNvPr>
              <p:cNvSpPr/>
              <p:nvPr/>
            </p:nvSpPr>
            <p:spPr>
              <a:xfrm>
                <a:off x="4060969" y="3711504"/>
                <a:ext cx="734869" cy="73486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449DFF1-6653-4B44-AAC9-7F26CED0BE12}"/>
                  </a:ext>
                </a:extLst>
              </p:cNvPr>
              <p:cNvSpPr/>
              <p:nvPr/>
            </p:nvSpPr>
            <p:spPr>
              <a:xfrm>
                <a:off x="4060969" y="3682742"/>
                <a:ext cx="320531" cy="3205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7BB0B3A-3CDA-401D-8AE3-E74754BEBE48}"/>
                </a:ext>
              </a:extLst>
            </p:cNvPr>
            <p:cNvGrpSpPr/>
            <p:nvPr/>
          </p:nvGrpSpPr>
          <p:grpSpPr>
            <a:xfrm>
              <a:off x="2888369" y="3489029"/>
              <a:ext cx="679856" cy="1007091"/>
              <a:chOff x="2799804" y="3644228"/>
              <a:chExt cx="727168" cy="1077175"/>
            </a:xfrm>
            <a:solidFill>
              <a:srgbClr val="FBDFD2"/>
            </a:solidFill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293A8504-6A2F-4443-A35F-23AF65550D84}"/>
                  </a:ext>
                </a:extLst>
              </p:cNvPr>
              <p:cNvSpPr/>
              <p:nvPr/>
            </p:nvSpPr>
            <p:spPr>
              <a:xfrm>
                <a:off x="2799804" y="3644228"/>
                <a:ext cx="727168" cy="1077175"/>
              </a:xfrm>
              <a:custGeom>
                <a:avLst/>
                <a:gdLst>
                  <a:gd name="connsiteX0" fmla="*/ 0 w 58058"/>
                  <a:gd name="connsiteY0" fmla="*/ 0 h 870857"/>
                  <a:gd name="connsiteX1" fmla="*/ 58058 w 58058"/>
                  <a:gd name="connsiteY1" fmla="*/ 870857 h 870857"/>
                  <a:gd name="connsiteX2" fmla="*/ 58058 w 58058"/>
                  <a:gd name="connsiteY2" fmla="*/ 870857 h 870857"/>
                  <a:gd name="connsiteX0" fmla="*/ 445370 w 503428"/>
                  <a:gd name="connsiteY0" fmla="*/ 193827 h 1064684"/>
                  <a:gd name="connsiteX1" fmla="*/ 503428 w 503428"/>
                  <a:gd name="connsiteY1" fmla="*/ 1064684 h 1064684"/>
                  <a:gd name="connsiteX2" fmla="*/ 503428 w 503428"/>
                  <a:gd name="connsiteY2" fmla="*/ 1064684 h 1064684"/>
                  <a:gd name="connsiteX0" fmla="*/ 677421 w 735479"/>
                  <a:gd name="connsiteY0" fmla="*/ 160317 h 1035724"/>
                  <a:gd name="connsiteX1" fmla="*/ 735479 w 735479"/>
                  <a:gd name="connsiteY1" fmla="*/ 1031174 h 1035724"/>
                  <a:gd name="connsiteX2" fmla="*/ 735479 w 735479"/>
                  <a:gd name="connsiteY2" fmla="*/ 1031174 h 1035724"/>
                  <a:gd name="connsiteX0" fmla="*/ 625567 w 683625"/>
                  <a:gd name="connsiteY0" fmla="*/ 202057 h 1077175"/>
                  <a:gd name="connsiteX1" fmla="*/ 683625 w 683625"/>
                  <a:gd name="connsiteY1" fmla="*/ 1072914 h 1077175"/>
                  <a:gd name="connsiteX2" fmla="*/ 683625 w 683625"/>
                  <a:gd name="connsiteY2" fmla="*/ 1072914 h 1077175"/>
                  <a:gd name="connsiteX0" fmla="*/ 625567 w 727168"/>
                  <a:gd name="connsiteY0" fmla="*/ 202057 h 1077175"/>
                  <a:gd name="connsiteX1" fmla="*/ 683625 w 727168"/>
                  <a:gd name="connsiteY1" fmla="*/ 1072914 h 1077175"/>
                  <a:gd name="connsiteX2" fmla="*/ 727168 w 727168"/>
                  <a:gd name="connsiteY2" fmla="*/ 1029371 h 107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7168" h="1077175">
                    <a:moveTo>
                      <a:pt x="625567" y="202057"/>
                    </a:moveTo>
                    <a:cubicBezTo>
                      <a:pt x="-269479" y="-581714"/>
                      <a:pt x="-163042" y="1174514"/>
                      <a:pt x="683625" y="1072914"/>
                    </a:cubicBezTo>
                    <a:lnTo>
                      <a:pt x="727168" y="1029371"/>
                    </a:ln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7AD57A1-3169-445B-8F43-57E773C7346F}"/>
                  </a:ext>
                </a:extLst>
              </p:cNvPr>
              <p:cNvSpPr/>
              <p:nvPr/>
            </p:nvSpPr>
            <p:spPr>
              <a:xfrm>
                <a:off x="2989720" y="3950088"/>
                <a:ext cx="392110" cy="493098"/>
              </a:xfrm>
              <a:custGeom>
                <a:avLst/>
                <a:gdLst>
                  <a:gd name="connsiteX0" fmla="*/ 0 w 377372"/>
                  <a:gd name="connsiteY0" fmla="*/ 0 h 101600"/>
                  <a:gd name="connsiteX1" fmla="*/ 377372 w 377372"/>
                  <a:gd name="connsiteY1" fmla="*/ 101600 h 101600"/>
                  <a:gd name="connsiteX2" fmla="*/ 377372 w 377372"/>
                  <a:gd name="connsiteY2" fmla="*/ 101600 h 101600"/>
                  <a:gd name="connsiteX0" fmla="*/ 0 w 358322"/>
                  <a:gd name="connsiteY0" fmla="*/ 0 h 53975"/>
                  <a:gd name="connsiteX1" fmla="*/ 358322 w 358322"/>
                  <a:gd name="connsiteY1" fmla="*/ 53975 h 53975"/>
                  <a:gd name="connsiteX2" fmla="*/ 358322 w 358322"/>
                  <a:gd name="connsiteY2" fmla="*/ 53975 h 53975"/>
                  <a:gd name="connsiteX0" fmla="*/ 0 w 358322"/>
                  <a:gd name="connsiteY0" fmla="*/ 211072 h 265047"/>
                  <a:gd name="connsiteX1" fmla="*/ 358322 w 358322"/>
                  <a:gd name="connsiteY1" fmla="*/ 265047 h 265047"/>
                  <a:gd name="connsiteX2" fmla="*/ 358322 w 358322"/>
                  <a:gd name="connsiteY2" fmla="*/ 265047 h 265047"/>
                  <a:gd name="connsiteX0" fmla="*/ 39498 w 397820"/>
                  <a:gd name="connsiteY0" fmla="*/ 189953 h 243928"/>
                  <a:gd name="connsiteX1" fmla="*/ 397820 w 397820"/>
                  <a:gd name="connsiteY1" fmla="*/ 243928 h 243928"/>
                  <a:gd name="connsiteX2" fmla="*/ 397820 w 397820"/>
                  <a:gd name="connsiteY2" fmla="*/ 243928 h 243928"/>
                  <a:gd name="connsiteX0" fmla="*/ 34289 w 392611"/>
                  <a:gd name="connsiteY0" fmla="*/ 237822 h 291797"/>
                  <a:gd name="connsiteX1" fmla="*/ 392611 w 392611"/>
                  <a:gd name="connsiteY1" fmla="*/ 291797 h 291797"/>
                  <a:gd name="connsiteX2" fmla="*/ 392611 w 392611"/>
                  <a:gd name="connsiteY2" fmla="*/ 291797 h 291797"/>
                  <a:gd name="connsiteX0" fmla="*/ 33788 w 392110"/>
                  <a:gd name="connsiteY0" fmla="*/ 248623 h 302598"/>
                  <a:gd name="connsiteX1" fmla="*/ 392110 w 392110"/>
                  <a:gd name="connsiteY1" fmla="*/ 302598 h 302598"/>
                  <a:gd name="connsiteX2" fmla="*/ 392110 w 392110"/>
                  <a:gd name="connsiteY2" fmla="*/ 302598 h 302598"/>
                  <a:gd name="connsiteX0" fmla="*/ 33788 w 392110"/>
                  <a:gd name="connsiteY0" fmla="*/ 248623 h 493098"/>
                  <a:gd name="connsiteX1" fmla="*/ 392110 w 392110"/>
                  <a:gd name="connsiteY1" fmla="*/ 302598 h 493098"/>
                  <a:gd name="connsiteX2" fmla="*/ 296860 w 392110"/>
                  <a:gd name="connsiteY2" fmla="*/ 493098 h 493098"/>
                  <a:gd name="connsiteX0" fmla="*/ 33788 w 392110"/>
                  <a:gd name="connsiteY0" fmla="*/ 248623 h 493098"/>
                  <a:gd name="connsiteX1" fmla="*/ 392110 w 392110"/>
                  <a:gd name="connsiteY1" fmla="*/ 302598 h 493098"/>
                  <a:gd name="connsiteX2" fmla="*/ 296860 w 392110"/>
                  <a:gd name="connsiteY2" fmla="*/ 493098 h 49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110" h="493098">
                    <a:moveTo>
                      <a:pt x="33788" y="248623"/>
                    </a:moveTo>
                    <a:cubicBezTo>
                      <a:pt x="-132521" y="-200110"/>
                      <a:pt x="367919" y="46481"/>
                      <a:pt x="392110" y="302598"/>
                    </a:cubicBezTo>
                    <a:cubicBezTo>
                      <a:pt x="360360" y="366098"/>
                      <a:pt x="147635" y="286723"/>
                      <a:pt x="296860" y="493098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4181B70-9B98-422B-8B8F-2B0104A106DC}"/>
                </a:ext>
              </a:extLst>
            </p:cNvPr>
            <p:cNvSpPr/>
            <p:nvPr/>
          </p:nvSpPr>
          <p:spPr>
            <a:xfrm>
              <a:off x="5178283" y="4386470"/>
              <a:ext cx="414134" cy="561641"/>
            </a:xfrm>
            <a:custGeom>
              <a:avLst/>
              <a:gdLst>
                <a:gd name="connsiteX0" fmla="*/ 217525 w 416307"/>
                <a:gd name="connsiteY0" fmla="*/ 0 h 556591"/>
                <a:gd name="connsiteX1" fmla="*/ 5490 w 416307"/>
                <a:gd name="connsiteY1" fmla="*/ 410817 h 556591"/>
                <a:gd name="connsiteX2" fmla="*/ 416307 w 416307"/>
                <a:gd name="connsiteY2" fmla="*/ 556591 h 556591"/>
                <a:gd name="connsiteX3" fmla="*/ 416307 w 416307"/>
                <a:gd name="connsiteY3" fmla="*/ 556591 h 556591"/>
                <a:gd name="connsiteX0" fmla="*/ 216363 w 415145"/>
                <a:gd name="connsiteY0" fmla="*/ 0 h 556591"/>
                <a:gd name="connsiteX1" fmla="*/ 4328 w 415145"/>
                <a:gd name="connsiteY1" fmla="*/ 410817 h 556591"/>
                <a:gd name="connsiteX2" fmla="*/ 415145 w 415145"/>
                <a:gd name="connsiteY2" fmla="*/ 556591 h 556591"/>
                <a:gd name="connsiteX3" fmla="*/ 415145 w 415145"/>
                <a:gd name="connsiteY3" fmla="*/ 556591 h 556591"/>
                <a:gd name="connsiteX0" fmla="*/ 216363 w 415145"/>
                <a:gd name="connsiteY0" fmla="*/ 0 h 556591"/>
                <a:gd name="connsiteX1" fmla="*/ 4328 w 415145"/>
                <a:gd name="connsiteY1" fmla="*/ 410817 h 556591"/>
                <a:gd name="connsiteX2" fmla="*/ 415145 w 415145"/>
                <a:gd name="connsiteY2" fmla="*/ 556591 h 556591"/>
                <a:gd name="connsiteX0" fmla="*/ 231594 w 430376"/>
                <a:gd name="connsiteY0" fmla="*/ 0 h 561641"/>
                <a:gd name="connsiteX1" fmla="*/ 19559 w 430376"/>
                <a:gd name="connsiteY1" fmla="*/ 410817 h 561641"/>
                <a:gd name="connsiteX2" fmla="*/ 430376 w 430376"/>
                <a:gd name="connsiteY2" fmla="*/ 556591 h 561641"/>
                <a:gd name="connsiteX0" fmla="*/ 215352 w 414134"/>
                <a:gd name="connsiteY0" fmla="*/ 0 h 561641"/>
                <a:gd name="connsiteX1" fmla="*/ 3317 w 414134"/>
                <a:gd name="connsiteY1" fmla="*/ 410817 h 561641"/>
                <a:gd name="connsiteX2" fmla="*/ 414134 w 414134"/>
                <a:gd name="connsiteY2" fmla="*/ 556591 h 56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134" h="561641">
                  <a:moveTo>
                    <a:pt x="215352" y="0"/>
                  </a:moveTo>
                  <a:cubicBezTo>
                    <a:pt x="135632" y="311426"/>
                    <a:pt x="-25051" y="346626"/>
                    <a:pt x="3317" y="410817"/>
                  </a:cubicBezTo>
                  <a:cubicBezTo>
                    <a:pt x="88835" y="603595"/>
                    <a:pt x="414134" y="556591"/>
                    <a:pt x="414134" y="55659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18">
              <a:extLst>
                <a:ext uri="{FF2B5EF4-FFF2-40B4-BE49-F238E27FC236}">
                  <a16:creationId xmlns:a16="http://schemas.microsoft.com/office/drawing/2014/main" id="{131FD920-E42C-4CD1-934C-23E117E876EC}"/>
                </a:ext>
              </a:extLst>
            </p:cNvPr>
            <p:cNvSpPr/>
            <p:nvPr/>
          </p:nvSpPr>
          <p:spPr>
            <a:xfrm>
              <a:off x="4946703" y="5124450"/>
              <a:ext cx="1154059" cy="536062"/>
            </a:xfrm>
            <a:custGeom>
              <a:avLst/>
              <a:gdLst>
                <a:gd name="connsiteX0" fmla="*/ 0 w 1106435"/>
                <a:gd name="connsiteY0" fmla="*/ 0 h 337267"/>
                <a:gd name="connsiteX1" fmla="*/ 1106435 w 1106435"/>
                <a:gd name="connsiteY1" fmla="*/ 0 h 337267"/>
                <a:gd name="connsiteX2" fmla="*/ 1106435 w 1106435"/>
                <a:gd name="connsiteY2" fmla="*/ 337267 h 337267"/>
                <a:gd name="connsiteX3" fmla="*/ 0 w 1106435"/>
                <a:gd name="connsiteY3" fmla="*/ 337267 h 337267"/>
                <a:gd name="connsiteX4" fmla="*/ 0 w 1106435"/>
                <a:gd name="connsiteY4" fmla="*/ 0 h 337267"/>
                <a:gd name="connsiteX0" fmla="*/ 0 w 1149297"/>
                <a:gd name="connsiteY0" fmla="*/ 0 h 365842"/>
                <a:gd name="connsiteX1" fmla="*/ 1149297 w 1149297"/>
                <a:gd name="connsiteY1" fmla="*/ 28575 h 365842"/>
                <a:gd name="connsiteX2" fmla="*/ 1149297 w 1149297"/>
                <a:gd name="connsiteY2" fmla="*/ 365842 h 365842"/>
                <a:gd name="connsiteX3" fmla="*/ 42862 w 1149297"/>
                <a:gd name="connsiteY3" fmla="*/ 365842 h 365842"/>
                <a:gd name="connsiteX4" fmla="*/ 0 w 1149297"/>
                <a:gd name="connsiteY4" fmla="*/ 0 h 365842"/>
                <a:gd name="connsiteX0" fmla="*/ 0 w 1154059"/>
                <a:gd name="connsiteY0" fmla="*/ 19050 h 384892"/>
                <a:gd name="connsiteX1" fmla="*/ 1154059 w 1154059"/>
                <a:gd name="connsiteY1" fmla="*/ 0 h 384892"/>
                <a:gd name="connsiteX2" fmla="*/ 1149297 w 1154059"/>
                <a:gd name="connsiteY2" fmla="*/ 384892 h 384892"/>
                <a:gd name="connsiteX3" fmla="*/ 42862 w 1154059"/>
                <a:gd name="connsiteY3" fmla="*/ 384892 h 384892"/>
                <a:gd name="connsiteX4" fmla="*/ 0 w 1154059"/>
                <a:gd name="connsiteY4" fmla="*/ 19050 h 384892"/>
                <a:gd name="connsiteX0" fmla="*/ 0 w 1154059"/>
                <a:gd name="connsiteY0" fmla="*/ 19050 h 384892"/>
                <a:gd name="connsiteX1" fmla="*/ 1154059 w 1154059"/>
                <a:gd name="connsiteY1" fmla="*/ 0 h 384892"/>
                <a:gd name="connsiteX2" fmla="*/ 1149297 w 1154059"/>
                <a:gd name="connsiteY2" fmla="*/ 384892 h 384892"/>
                <a:gd name="connsiteX3" fmla="*/ 42862 w 1154059"/>
                <a:gd name="connsiteY3" fmla="*/ 384892 h 384892"/>
                <a:gd name="connsiteX4" fmla="*/ 0 w 1154059"/>
                <a:gd name="connsiteY4" fmla="*/ 19050 h 384892"/>
                <a:gd name="connsiteX0" fmla="*/ 0 w 1154059"/>
                <a:gd name="connsiteY0" fmla="*/ 19050 h 384892"/>
                <a:gd name="connsiteX1" fmla="*/ 1154059 w 1154059"/>
                <a:gd name="connsiteY1" fmla="*/ 0 h 384892"/>
                <a:gd name="connsiteX2" fmla="*/ 1149297 w 1154059"/>
                <a:gd name="connsiteY2" fmla="*/ 384892 h 384892"/>
                <a:gd name="connsiteX3" fmla="*/ 42862 w 1154059"/>
                <a:gd name="connsiteY3" fmla="*/ 384892 h 384892"/>
                <a:gd name="connsiteX4" fmla="*/ 0 w 1154059"/>
                <a:gd name="connsiteY4" fmla="*/ 19050 h 384892"/>
                <a:gd name="connsiteX0" fmla="*/ 0 w 1154059"/>
                <a:gd name="connsiteY0" fmla="*/ 19050 h 384892"/>
                <a:gd name="connsiteX1" fmla="*/ 1154059 w 1154059"/>
                <a:gd name="connsiteY1" fmla="*/ 0 h 384892"/>
                <a:gd name="connsiteX2" fmla="*/ 1149297 w 1154059"/>
                <a:gd name="connsiteY2" fmla="*/ 384892 h 384892"/>
                <a:gd name="connsiteX3" fmla="*/ 0 w 1154059"/>
                <a:gd name="connsiteY3" fmla="*/ 19050 h 384892"/>
                <a:gd name="connsiteX0" fmla="*/ 0 w 1154059"/>
                <a:gd name="connsiteY0" fmla="*/ 19050 h 384892"/>
                <a:gd name="connsiteX1" fmla="*/ 1154059 w 1154059"/>
                <a:gd name="connsiteY1" fmla="*/ 0 h 384892"/>
                <a:gd name="connsiteX2" fmla="*/ 1149297 w 1154059"/>
                <a:gd name="connsiteY2" fmla="*/ 384892 h 384892"/>
                <a:gd name="connsiteX3" fmla="*/ 0 w 1154059"/>
                <a:gd name="connsiteY3" fmla="*/ 19050 h 384892"/>
                <a:gd name="connsiteX0" fmla="*/ 0 w 1154059"/>
                <a:gd name="connsiteY0" fmla="*/ 19050 h 77143"/>
                <a:gd name="connsiteX1" fmla="*/ 1154059 w 1154059"/>
                <a:gd name="connsiteY1" fmla="*/ 0 h 77143"/>
                <a:gd name="connsiteX2" fmla="*/ 0 w 1154059"/>
                <a:gd name="connsiteY2" fmla="*/ 19050 h 77143"/>
                <a:gd name="connsiteX0" fmla="*/ 0 w 1154059"/>
                <a:gd name="connsiteY0" fmla="*/ 19050 h 419132"/>
                <a:gd name="connsiteX1" fmla="*/ 1154059 w 1154059"/>
                <a:gd name="connsiteY1" fmla="*/ 0 h 419132"/>
                <a:gd name="connsiteX2" fmla="*/ 0 w 1154059"/>
                <a:gd name="connsiteY2" fmla="*/ 19050 h 419132"/>
                <a:gd name="connsiteX0" fmla="*/ 0 w 1154059"/>
                <a:gd name="connsiteY0" fmla="*/ 19050 h 536062"/>
                <a:gd name="connsiteX1" fmla="*/ 1154059 w 1154059"/>
                <a:gd name="connsiteY1" fmla="*/ 0 h 536062"/>
                <a:gd name="connsiteX2" fmla="*/ 0 w 1154059"/>
                <a:gd name="connsiteY2" fmla="*/ 19050 h 536062"/>
                <a:gd name="connsiteX0" fmla="*/ 0 w 1154059"/>
                <a:gd name="connsiteY0" fmla="*/ 19050 h 536062"/>
                <a:gd name="connsiteX1" fmla="*/ 1154059 w 1154059"/>
                <a:gd name="connsiteY1" fmla="*/ 0 h 536062"/>
                <a:gd name="connsiteX2" fmla="*/ 0 w 1154059"/>
                <a:gd name="connsiteY2" fmla="*/ 19050 h 536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54059" h="536062">
                  <a:moveTo>
                    <a:pt x="0" y="19050"/>
                  </a:moveTo>
                  <a:cubicBezTo>
                    <a:pt x="275149" y="60325"/>
                    <a:pt x="645548" y="134937"/>
                    <a:pt x="1154059" y="0"/>
                  </a:cubicBezTo>
                  <a:cubicBezTo>
                    <a:pt x="1021785" y="454025"/>
                    <a:pt x="389449" y="927100"/>
                    <a:pt x="0" y="19050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76371CB-D6CC-4833-9AF2-23B5A7AEB4FD}"/>
                </a:ext>
              </a:extLst>
            </p:cNvPr>
            <p:cNvGrpSpPr/>
            <p:nvPr/>
          </p:nvGrpSpPr>
          <p:grpSpPr>
            <a:xfrm>
              <a:off x="4941941" y="5122330"/>
              <a:ext cx="1154059" cy="536063"/>
              <a:chOff x="2657816" y="4891941"/>
              <a:chExt cx="1154059" cy="53606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59B82E09-E9A0-4209-8258-5952FEDE167D}"/>
                  </a:ext>
                </a:extLst>
              </p:cNvPr>
              <p:cNvGrpSpPr/>
              <p:nvPr/>
            </p:nvGrpSpPr>
            <p:grpSpPr>
              <a:xfrm>
                <a:off x="2657816" y="4891941"/>
                <a:ext cx="1154059" cy="536062"/>
                <a:chOff x="2657816" y="4891941"/>
                <a:chExt cx="1154059" cy="536062"/>
              </a:xfrm>
            </p:grpSpPr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A50314F4-A823-48C0-850B-F387563D92D0}"/>
                    </a:ext>
                  </a:extLst>
                </p:cNvPr>
                <p:cNvSpPr/>
                <p:nvPr/>
              </p:nvSpPr>
              <p:spPr>
                <a:xfrm>
                  <a:off x="2706148" y="4993773"/>
                  <a:ext cx="1066956" cy="434230"/>
                </a:xfrm>
                <a:custGeom>
                  <a:avLst/>
                  <a:gdLst>
                    <a:gd name="connsiteX0" fmla="*/ 1066956 w 1066956"/>
                    <a:gd name="connsiteY0" fmla="*/ 0 h 434230"/>
                    <a:gd name="connsiteX1" fmla="*/ 1034135 w 1066956"/>
                    <a:gd name="connsiteY1" fmla="*/ 66586 h 434230"/>
                    <a:gd name="connsiteX2" fmla="*/ 27355 w 1066956"/>
                    <a:gd name="connsiteY2" fmla="*/ 71634 h 434230"/>
                    <a:gd name="connsiteX3" fmla="*/ 0 w 1066956"/>
                    <a:gd name="connsiteY3" fmla="*/ 19543 h 434230"/>
                    <a:gd name="connsiteX4" fmla="*/ 64178 w 1066956"/>
                    <a:gd name="connsiteY4" fmla="*/ 40225 h 434230"/>
                    <a:gd name="connsiteX5" fmla="*/ 997393 w 1066956"/>
                    <a:gd name="connsiteY5" fmla="*/ 24006 h 434230"/>
                    <a:gd name="connsiteX6" fmla="*/ 1066956 w 1066956"/>
                    <a:gd name="connsiteY6" fmla="*/ 0 h 434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66956" h="434230">
                      <a:moveTo>
                        <a:pt x="1066956" y="0"/>
                      </a:moveTo>
                      <a:lnTo>
                        <a:pt x="1034135" y="66586"/>
                      </a:lnTo>
                      <a:cubicBezTo>
                        <a:pt x="834519" y="421575"/>
                        <a:pt x="366092" y="673598"/>
                        <a:pt x="27355" y="71634"/>
                      </a:cubicBezTo>
                      <a:lnTo>
                        <a:pt x="0" y="19543"/>
                      </a:lnTo>
                      <a:lnTo>
                        <a:pt x="64178" y="40225"/>
                      </a:lnTo>
                      <a:cubicBezTo>
                        <a:pt x="290820" y="116629"/>
                        <a:pt x="490347" y="188708"/>
                        <a:pt x="997393" y="24006"/>
                      </a:cubicBezTo>
                      <a:lnTo>
                        <a:pt x="1066956" y="0"/>
                      </a:lnTo>
                      <a:close/>
                    </a:path>
                  </a:pathLst>
                </a:custGeom>
                <a:solidFill>
                  <a:srgbClr val="803C2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2740BCE2-9ACD-4FBA-916C-EDC61579A560}"/>
                    </a:ext>
                  </a:extLst>
                </p:cNvPr>
                <p:cNvSpPr/>
                <p:nvPr/>
              </p:nvSpPr>
              <p:spPr>
                <a:xfrm>
                  <a:off x="2657816" y="4891941"/>
                  <a:ext cx="1154059" cy="225533"/>
                </a:xfrm>
                <a:custGeom>
                  <a:avLst/>
                  <a:gdLst>
                    <a:gd name="connsiteX0" fmla="*/ 1154059 w 1154059"/>
                    <a:gd name="connsiteY0" fmla="*/ 0 h 225533"/>
                    <a:gd name="connsiteX1" fmla="*/ 1123579 w 1154059"/>
                    <a:gd name="connsiteY1" fmla="*/ 85011 h 225533"/>
                    <a:gd name="connsiteX2" fmla="*/ 1115288 w 1154059"/>
                    <a:gd name="connsiteY2" fmla="*/ 101832 h 225533"/>
                    <a:gd name="connsiteX3" fmla="*/ 1045725 w 1154059"/>
                    <a:gd name="connsiteY3" fmla="*/ 125838 h 225533"/>
                    <a:gd name="connsiteX4" fmla="*/ 112510 w 1154059"/>
                    <a:gd name="connsiteY4" fmla="*/ 142057 h 225533"/>
                    <a:gd name="connsiteX5" fmla="*/ 48332 w 1154059"/>
                    <a:gd name="connsiteY5" fmla="*/ 121375 h 225533"/>
                    <a:gd name="connsiteX6" fmla="*/ 37200 w 1154059"/>
                    <a:gd name="connsiteY6" fmla="*/ 100176 h 225533"/>
                    <a:gd name="connsiteX7" fmla="*/ 0 w 1154059"/>
                    <a:gd name="connsiteY7" fmla="*/ 19050 h 225533"/>
                    <a:gd name="connsiteX8" fmla="*/ 1154059 w 1154059"/>
                    <a:gd name="connsiteY8" fmla="*/ 0 h 225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54059" h="225533">
                      <a:moveTo>
                        <a:pt x="1154059" y="0"/>
                      </a:moveTo>
                      <a:cubicBezTo>
                        <a:pt x="1145792" y="28376"/>
                        <a:pt x="1135572" y="56827"/>
                        <a:pt x="1123579" y="85011"/>
                      </a:cubicBezTo>
                      <a:lnTo>
                        <a:pt x="1115288" y="101832"/>
                      </a:lnTo>
                      <a:lnTo>
                        <a:pt x="1045725" y="125838"/>
                      </a:lnTo>
                      <a:cubicBezTo>
                        <a:pt x="538679" y="290540"/>
                        <a:pt x="339152" y="218461"/>
                        <a:pt x="112510" y="142057"/>
                      </a:cubicBezTo>
                      <a:lnTo>
                        <a:pt x="48332" y="121375"/>
                      </a:lnTo>
                      <a:lnTo>
                        <a:pt x="37200" y="100176"/>
                      </a:lnTo>
                      <a:cubicBezTo>
                        <a:pt x="24578" y="74454"/>
                        <a:pt x="12170" y="47426"/>
                        <a:pt x="0" y="19050"/>
                      </a:cubicBezTo>
                      <a:cubicBezTo>
                        <a:pt x="275149" y="60325"/>
                        <a:pt x="645548" y="134937"/>
                        <a:pt x="115405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3D7A8BD7-90C3-4941-B653-3D0CD6889275}"/>
                  </a:ext>
                </a:extLst>
              </p:cNvPr>
              <p:cNvSpPr/>
              <p:nvPr/>
            </p:nvSpPr>
            <p:spPr>
              <a:xfrm>
                <a:off x="2999868" y="5203932"/>
                <a:ext cx="476251" cy="224072"/>
              </a:xfrm>
              <a:custGeom>
                <a:avLst/>
                <a:gdLst>
                  <a:gd name="connsiteX0" fmla="*/ 128816 w 580642"/>
                  <a:gd name="connsiteY0" fmla="*/ 291 h 319007"/>
                  <a:gd name="connsiteX1" fmla="*/ 258509 w 580642"/>
                  <a:gd name="connsiteY1" fmla="*/ 68537 h 319007"/>
                  <a:gd name="connsiteX2" fmla="*/ 576377 w 580642"/>
                  <a:gd name="connsiteY2" fmla="*/ 184356 h 319007"/>
                  <a:gd name="connsiteX3" fmla="*/ 580642 w 580642"/>
                  <a:gd name="connsiteY3" fmla="*/ 201074 h 319007"/>
                  <a:gd name="connsiteX4" fmla="*/ 547819 w 580642"/>
                  <a:gd name="connsiteY4" fmla="*/ 226454 h 319007"/>
                  <a:gd name="connsiteX5" fmla="*/ 35349 w 580642"/>
                  <a:gd name="connsiteY5" fmla="*/ 246992 h 319007"/>
                  <a:gd name="connsiteX6" fmla="*/ 0 w 580642"/>
                  <a:gd name="connsiteY6" fmla="*/ 218781 h 319007"/>
                  <a:gd name="connsiteX7" fmla="*/ 7129 w 580642"/>
                  <a:gd name="connsiteY7" fmla="*/ 184356 h 319007"/>
                  <a:gd name="connsiteX8" fmla="*/ 128816 w 580642"/>
                  <a:gd name="connsiteY8" fmla="*/ 291 h 319007"/>
                  <a:gd name="connsiteX0" fmla="*/ 128816 w 580642"/>
                  <a:gd name="connsiteY0" fmla="*/ 291 h 319007"/>
                  <a:gd name="connsiteX1" fmla="*/ 296251 w 580642"/>
                  <a:gd name="connsiteY1" fmla="*/ 85700 h 319007"/>
                  <a:gd name="connsiteX2" fmla="*/ 576377 w 580642"/>
                  <a:gd name="connsiteY2" fmla="*/ 184356 h 319007"/>
                  <a:gd name="connsiteX3" fmla="*/ 580642 w 580642"/>
                  <a:gd name="connsiteY3" fmla="*/ 201074 h 319007"/>
                  <a:gd name="connsiteX4" fmla="*/ 547819 w 580642"/>
                  <a:gd name="connsiteY4" fmla="*/ 226454 h 319007"/>
                  <a:gd name="connsiteX5" fmla="*/ 35349 w 580642"/>
                  <a:gd name="connsiteY5" fmla="*/ 246992 h 319007"/>
                  <a:gd name="connsiteX6" fmla="*/ 0 w 580642"/>
                  <a:gd name="connsiteY6" fmla="*/ 218781 h 319007"/>
                  <a:gd name="connsiteX7" fmla="*/ 7129 w 580642"/>
                  <a:gd name="connsiteY7" fmla="*/ 184356 h 319007"/>
                  <a:gd name="connsiteX8" fmla="*/ 128816 w 580642"/>
                  <a:gd name="connsiteY8" fmla="*/ 291 h 319007"/>
                  <a:gd name="connsiteX0" fmla="*/ 128816 w 580642"/>
                  <a:gd name="connsiteY0" fmla="*/ 2804 h 321520"/>
                  <a:gd name="connsiteX1" fmla="*/ 296251 w 580642"/>
                  <a:gd name="connsiteY1" fmla="*/ 88213 h 321520"/>
                  <a:gd name="connsiteX2" fmla="*/ 576377 w 580642"/>
                  <a:gd name="connsiteY2" fmla="*/ 186869 h 321520"/>
                  <a:gd name="connsiteX3" fmla="*/ 580642 w 580642"/>
                  <a:gd name="connsiteY3" fmla="*/ 203587 h 321520"/>
                  <a:gd name="connsiteX4" fmla="*/ 547819 w 580642"/>
                  <a:gd name="connsiteY4" fmla="*/ 228967 h 321520"/>
                  <a:gd name="connsiteX5" fmla="*/ 35349 w 580642"/>
                  <a:gd name="connsiteY5" fmla="*/ 249505 h 321520"/>
                  <a:gd name="connsiteX6" fmla="*/ 0 w 580642"/>
                  <a:gd name="connsiteY6" fmla="*/ 221294 h 321520"/>
                  <a:gd name="connsiteX7" fmla="*/ 7129 w 580642"/>
                  <a:gd name="connsiteY7" fmla="*/ 186869 h 321520"/>
                  <a:gd name="connsiteX8" fmla="*/ 128816 w 580642"/>
                  <a:gd name="connsiteY8" fmla="*/ 2804 h 321520"/>
                  <a:gd name="connsiteX0" fmla="*/ 128816 w 580642"/>
                  <a:gd name="connsiteY0" fmla="*/ 476 h 319192"/>
                  <a:gd name="connsiteX1" fmla="*/ 296251 w 580642"/>
                  <a:gd name="connsiteY1" fmla="*/ 85885 h 319192"/>
                  <a:gd name="connsiteX2" fmla="*/ 576377 w 580642"/>
                  <a:gd name="connsiteY2" fmla="*/ 184541 h 319192"/>
                  <a:gd name="connsiteX3" fmla="*/ 580642 w 580642"/>
                  <a:gd name="connsiteY3" fmla="*/ 201259 h 319192"/>
                  <a:gd name="connsiteX4" fmla="*/ 547819 w 580642"/>
                  <a:gd name="connsiteY4" fmla="*/ 226639 h 319192"/>
                  <a:gd name="connsiteX5" fmla="*/ 35349 w 580642"/>
                  <a:gd name="connsiteY5" fmla="*/ 247177 h 319192"/>
                  <a:gd name="connsiteX6" fmla="*/ 0 w 580642"/>
                  <a:gd name="connsiteY6" fmla="*/ 218966 h 319192"/>
                  <a:gd name="connsiteX7" fmla="*/ 7129 w 580642"/>
                  <a:gd name="connsiteY7" fmla="*/ 184541 h 319192"/>
                  <a:gd name="connsiteX8" fmla="*/ 128816 w 580642"/>
                  <a:gd name="connsiteY8" fmla="*/ 476 h 319192"/>
                  <a:gd name="connsiteX0" fmla="*/ 7129 w 580642"/>
                  <a:gd name="connsiteY0" fmla="*/ 184541 h 319192"/>
                  <a:gd name="connsiteX1" fmla="*/ 296251 w 580642"/>
                  <a:gd name="connsiteY1" fmla="*/ 85885 h 319192"/>
                  <a:gd name="connsiteX2" fmla="*/ 576377 w 580642"/>
                  <a:gd name="connsiteY2" fmla="*/ 184541 h 319192"/>
                  <a:gd name="connsiteX3" fmla="*/ 580642 w 580642"/>
                  <a:gd name="connsiteY3" fmla="*/ 201259 h 319192"/>
                  <a:gd name="connsiteX4" fmla="*/ 547819 w 580642"/>
                  <a:gd name="connsiteY4" fmla="*/ 226639 h 319192"/>
                  <a:gd name="connsiteX5" fmla="*/ 35349 w 580642"/>
                  <a:gd name="connsiteY5" fmla="*/ 247177 h 319192"/>
                  <a:gd name="connsiteX6" fmla="*/ 0 w 580642"/>
                  <a:gd name="connsiteY6" fmla="*/ 218966 h 319192"/>
                  <a:gd name="connsiteX7" fmla="*/ 7129 w 580642"/>
                  <a:gd name="connsiteY7" fmla="*/ 184541 h 319192"/>
                  <a:gd name="connsiteX0" fmla="*/ 7129 w 580642"/>
                  <a:gd name="connsiteY0" fmla="*/ 184541 h 319192"/>
                  <a:gd name="connsiteX1" fmla="*/ 296251 w 580642"/>
                  <a:gd name="connsiteY1" fmla="*/ 85885 h 319192"/>
                  <a:gd name="connsiteX2" fmla="*/ 576377 w 580642"/>
                  <a:gd name="connsiteY2" fmla="*/ 184541 h 319192"/>
                  <a:gd name="connsiteX3" fmla="*/ 580642 w 580642"/>
                  <a:gd name="connsiteY3" fmla="*/ 201259 h 319192"/>
                  <a:gd name="connsiteX4" fmla="*/ 547819 w 580642"/>
                  <a:gd name="connsiteY4" fmla="*/ 226639 h 319192"/>
                  <a:gd name="connsiteX5" fmla="*/ 35349 w 580642"/>
                  <a:gd name="connsiteY5" fmla="*/ 247177 h 319192"/>
                  <a:gd name="connsiteX6" fmla="*/ 0 w 580642"/>
                  <a:gd name="connsiteY6" fmla="*/ 218966 h 319192"/>
                  <a:gd name="connsiteX7" fmla="*/ 7129 w 580642"/>
                  <a:gd name="connsiteY7" fmla="*/ 184541 h 319192"/>
                  <a:gd name="connsiteX0" fmla="*/ 7129 w 580642"/>
                  <a:gd name="connsiteY0" fmla="*/ 188361 h 323012"/>
                  <a:gd name="connsiteX1" fmla="*/ 296251 w 580642"/>
                  <a:gd name="connsiteY1" fmla="*/ 89705 h 323012"/>
                  <a:gd name="connsiteX2" fmla="*/ 576377 w 580642"/>
                  <a:gd name="connsiteY2" fmla="*/ 188361 h 323012"/>
                  <a:gd name="connsiteX3" fmla="*/ 580642 w 580642"/>
                  <a:gd name="connsiteY3" fmla="*/ 205079 h 323012"/>
                  <a:gd name="connsiteX4" fmla="*/ 547819 w 580642"/>
                  <a:gd name="connsiteY4" fmla="*/ 230459 h 323012"/>
                  <a:gd name="connsiteX5" fmla="*/ 35349 w 580642"/>
                  <a:gd name="connsiteY5" fmla="*/ 250997 h 323012"/>
                  <a:gd name="connsiteX6" fmla="*/ 0 w 580642"/>
                  <a:gd name="connsiteY6" fmla="*/ 222786 h 323012"/>
                  <a:gd name="connsiteX7" fmla="*/ 7129 w 580642"/>
                  <a:gd name="connsiteY7" fmla="*/ 188361 h 323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80642" h="323012">
                    <a:moveTo>
                      <a:pt x="7129" y="188361"/>
                    </a:moveTo>
                    <a:cubicBezTo>
                      <a:pt x="-21883" y="138719"/>
                      <a:pt x="70733" y="-140286"/>
                      <a:pt x="296251" y="89705"/>
                    </a:cubicBezTo>
                    <a:cubicBezTo>
                      <a:pt x="480752" y="-95305"/>
                      <a:pt x="569216" y="56804"/>
                      <a:pt x="576377" y="188361"/>
                    </a:cubicBezTo>
                    <a:lnTo>
                      <a:pt x="580642" y="205079"/>
                    </a:lnTo>
                    <a:lnTo>
                      <a:pt x="547819" y="230459"/>
                    </a:lnTo>
                    <a:cubicBezTo>
                      <a:pt x="395078" y="333076"/>
                      <a:pt x="210860" y="364702"/>
                      <a:pt x="35349" y="250997"/>
                    </a:cubicBezTo>
                    <a:lnTo>
                      <a:pt x="0" y="222786"/>
                    </a:lnTo>
                    <a:lnTo>
                      <a:pt x="7129" y="188361"/>
                    </a:lnTo>
                    <a:close/>
                  </a:path>
                </a:pathLst>
              </a:custGeom>
              <a:solidFill>
                <a:srgbClr val="F2979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356A102-2772-4C66-9494-89C71F4A2C04}"/>
                </a:ext>
              </a:extLst>
            </p:cNvPr>
            <p:cNvGrpSpPr/>
            <p:nvPr/>
          </p:nvGrpSpPr>
          <p:grpSpPr>
            <a:xfrm flipH="1">
              <a:off x="6060407" y="3455505"/>
              <a:ext cx="1378462" cy="1087906"/>
              <a:chOff x="3611103" y="3471863"/>
              <a:chExt cx="1378462" cy="1087906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66634BDC-B2CD-4ACA-BC67-8D0480B404BA}"/>
                  </a:ext>
                </a:extLst>
              </p:cNvPr>
              <p:cNvSpPr/>
              <p:nvPr/>
            </p:nvSpPr>
            <p:spPr>
              <a:xfrm>
                <a:off x="3962400" y="3471863"/>
                <a:ext cx="228601" cy="133350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0" fmla="*/ 209551 w 209551"/>
                  <a:gd name="connsiteY0" fmla="*/ 128588 h 128588"/>
                  <a:gd name="connsiteX1" fmla="*/ 0 w 209551"/>
                  <a:gd name="connsiteY1" fmla="*/ 0 h 128588"/>
                  <a:gd name="connsiteX0" fmla="*/ 228601 w 228601"/>
                  <a:gd name="connsiteY0" fmla="*/ 133350 h 133350"/>
                  <a:gd name="connsiteX1" fmla="*/ 0 w 228601"/>
                  <a:gd name="connsiteY1" fmla="*/ 0 h 133350"/>
                  <a:gd name="connsiteX0" fmla="*/ 228601 w 228601"/>
                  <a:gd name="connsiteY0" fmla="*/ 133350 h 133350"/>
                  <a:gd name="connsiteX1" fmla="*/ 0 w 228601"/>
                  <a:gd name="connsiteY1" fmla="*/ 0 h 133350"/>
                  <a:gd name="connsiteX0" fmla="*/ 228601 w 228601"/>
                  <a:gd name="connsiteY0" fmla="*/ 133350 h 133350"/>
                  <a:gd name="connsiteX1" fmla="*/ 0 w 228601"/>
                  <a:gd name="connsiteY1" fmla="*/ 0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28601" h="133350">
                    <a:moveTo>
                      <a:pt x="228601" y="133350"/>
                    </a:moveTo>
                    <a:cubicBezTo>
                      <a:pt x="157163" y="107950"/>
                      <a:pt x="66675" y="87312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95F8E24-F82B-403F-8C8E-B365FF030104}"/>
                  </a:ext>
                </a:extLst>
              </p:cNvPr>
              <p:cNvSpPr/>
              <p:nvPr/>
            </p:nvSpPr>
            <p:spPr>
              <a:xfrm>
                <a:off x="3811875" y="3505387"/>
                <a:ext cx="242888" cy="138113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242888 w 242888"/>
                  <a:gd name="connsiteY0" fmla="*/ 138113 h 138113"/>
                  <a:gd name="connsiteX1" fmla="*/ 66675 w 242888"/>
                  <a:gd name="connsiteY1" fmla="*/ 0 h 138113"/>
                  <a:gd name="connsiteX2" fmla="*/ 0 w 242888"/>
                  <a:gd name="connsiteY2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2888" h="138113">
                    <a:moveTo>
                      <a:pt x="242888" y="138113"/>
                    </a:moveTo>
                    <a:cubicBezTo>
                      <a:pt x="161925" y="92075"/>
                      <a:pt x="90488" y="93663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A800D64-BA55-4236-955A-38E9F889D72E}"/>
                  </a:ext>
                </a:extLst>
              </p:cNvPr>
              <p:cNvSpPr/>
              <p:nvPr/>
            </p:nvSpPr>
            <p:spPr>
              <a:xfrm>
                <a:off x="3639681" y="3505387"/>
                <a:ext cx="361757" cy="205705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242888 w 242888"/>
                  <a:gd name="connsiteY0" fmla="*/ 138113 h 138113"/>
                  <a:gd name="connsiteX1" fmla="*/ 66675 w 242888"/>
                  <a:gd name="connsiteY1" fmla="*/ 0 h 138113"/>
                  <a:gd name="connsiteX2" fmla="*/ 0 w 242888"/>
                  <a:gd name="connsiteY2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2888" h="138113">
                    <a:moveTo>
                      <a:pt x="242888" y="138113"/>
                    </a:moveTo>
                    <a:cubicBezTo>
                      <a:pt x="168320" y="117656"/>
                      <a:pt x="90488" y="93663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9F2F9E7B-6F3E-427B-A42C-083406C806B8}"/>
                  </a:ext>
                </a:extLst>
              </p:cNvPr>
              <p:cNvSpPr/>
              <p:nvPr/>
            </p:nvSpPr>
            <p:spPr>
              <a:xfrm>
                <a:off x="3611103" y="3605213"/>
                <a:ext cx="340426" cy="169109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242888 w 242888"/>
                  <a:gd name="connsiteY0" fmla="*/ 138113 h 138113"/>
                  <a:gd name="connsiteX1" fmla="*/ 66675 w 242888"/>
                  <a:gd name="connsiteY1" fmla="*/ 0 h 138113"/>
                  <a:gd name="connsiteX2" fmla="*/ 0 w 242888"/>
                  <a:gd name="connsiteY2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9880 w 249880"/>
                  <a:gd name="connsiteY0" fmla="*/ 124130 h 124130"/>
                  <a:gd name="connsiteX1" fmla="*/ 0 w 249880"/>
                  <a:gd name="connsiteY1" fmla="*/ 0 h 124130"/>
                  <a:gd name="connsiteX0" fmla="*/ 249880 w 249880"/>
                  <a:gd name="connsiteY0" fmla="*/ 124130 h 124130"/>
                  <a:gd name="connsiteX1" fmla="*/ 0 w 249880"/>
                  <a:gd name="connsiteY1" fmla="*/ 0 h 124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9880" h="124130">
                    <a:moveTo>
                      <a:pt x="249880" y="124130"/>
                    </a:moveTo>
                    <a:cubicBezTo>
                      <a:pt x="182901" y="109554"/>
                      <a:pt x="100976" y="111142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DAEBE09-E85F-4EBF-A499-8A57DDB8B727}"/>
                  </a:ext>
                </a:extLst>
              </p:cNvPr>
              <p:cNvSpPr/>
              <p:nvPr/>
            </p:nvSpPr>
            <p:spPr>
              <a:xfrm>
                <a:off x="3627579" y="3729895"/>
                <a:ext cx="302521" cy="78933"/>
              </a:xfrm>
              <a:custGeom>
                <a:avLst/>
                <a:gdLst>
                  <a:gd name="connsiteX0" fmla="*/ 176213 w 176213"/>
                  <a:gd name="connsiteY0" fmla="*/ 138113 h 138113"/>
                  <a:gd name="connsiteX1" fmla="*/ 0 w 176213"/>
                  <a:gd name="connsiteY1" fmla="*/ 0 h 138113"/>
                  <a:gd name="connsiteX2" fmla="*/ 0 w 176213"/>
                  <a:gd name="connsiteY2" fmla="*/ 0 h 138113"/>
                  <a:gd name="connsiteX0" fmla="*/ 242888 w 242888"/>
                  <a:gd name="connsiteY0" fmla="*/ 138113 h 138113"/>
                  <a:gd name="connsiteX1" fmla="*/ 66675 w 242888"/>
                  <a:gd name="connsiteY1" fmla="*/ 0 h 138113"/>
                  <a:gd name="connsiteX2" fmla="*/ 0 w 242888"/>
                  <a:gd name="connsiteY2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2888 w 242888"/>
                  <a:gd name="connsiteY0" fmla="*/ 138113 h 138113"/>
                  <a:gd name="connsiteX1" fmla="*/ 0 w 242888"/>
                  <a:gd name="connsiteY1" fmla="*/ 0 h 138113"/>
                  <a:gd name="connsiteX0" fmla="*/ 249880 w 249880"/>
                  <a:gd name="connsiteY0" fmla="*/ 124130 h 124130"/>
                  <a:gd name="connsiteX1" fmla="*/ 0 w 249880"/>
                  <a:gd name="connsiteY1" fmla="*/ 0 h 124130"/>
                  <a:gd name="connsiteX0" fmla="*/ 249880 w 249880"/>
                  <a:gd name="connsiteY0" fmla="*/ 124130 h 124130"/>
                  <a:gd name="connsiteX1" fmla="*/ 0 w 249880"/>
                  <a:gd name="connsiteY1" fmla="*/ 0 h 124130"/>
                  <a:gd name="connsiteX0" fmla="*/ 267257 w 267257"/>
                  <a:gd name="connsiteY0" fmla="*/ 89377 h 89377"/>
                  <a:gd name="connsiteX1" fmla="*/ 0 w 267257"/>
                  <a:gd name="connsiteY1" fmla="*/ 0 h 89377"/>
                  <a:gd name="connsiteX0" fmla="*/ 275945 w 275945"/>
                  <a:gd name="connsiteY0" fmla="*/ 72000 h 72567"/>
                  <a:gd name="connsiteX1" fmla="*/ 0 w 275945"/>
                  <a:gd name="connsiteY1" fmla="*/ 0 h 72567"/>
                  <a:gd name="connsiteX0" fmla="*/ 275945 w 275945"/>
                  <a:gd name="connsiteY0" fmla="*/ 72000 h 72000"/>
                  <a:gd name="connsiteX1" fmla="*/ 0 w 275945"/>
                  <a:gd name="connsiteY1" fmla="*/ 0 h 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75945" h="72000">
                    <a:moveTo>
                      <a:pt x="275945" y="72000"/>
                    </a:moveTo>
                    <a:cubicBezTo>
                      <a:pt x="208966" y="57424"/>
                      <a:pt x="118353" y="102454"/>
                      <a:pt x="0" y="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6">
                <a:extLst>
                  <a:ext uri="{FF2B5EF4-FFF2-40B4-BE49-F238E27FC236}">
                    <a16:creationId xmlns:a16="http://schemas.microsoft.com/office/drawing/2014/main" id="{22D3608E-3790-4A2D-9097-D987CCC18418}"/>
                  </a:ext>
                </a:extLst>
              </p:cNvPr>
              <p:cNvSpPr/>
              <p:nvPr/>
            </p:nvSpPr>
            <p:spPr>
              <a:xfrm>
                <a:off x="3799124" y="3552679"/>
                <a:ext cx="1190441" cy="1007090"/>
              </a:xfrm>
              <a:custGeom>
                <a:avLst/>
                <a:gdLst>
                  <a:gd name="connsiteX0" fmla="*/ 0 w 723900"/>
                  <a:gd name="connsiteY0" fmla="*/ 0 h 563078"/>
                  <a:gd name="connsiteX1" fmla="*/ 723900 w 723900"/>
                  <a:gd name="connsiteY1" fmla="*/ 0 h 563078"/>
                  <a:gd name="connsiteX2" fmla="*/ 723900 w 723900"/>
                  <a:gd name="connsiteY2" fmla="*/ 563078 h 563078"/>
                  <a:gd name="connsiteX3" fmla="*/ 0 w 723900"/>
                  <a:gd name="connsiteY3" fmla="*/ 563078 h 563078"/>
                  <a:gd name="connsiteX4" fmla="*/ 0 w 723900"/>
                  <a:gd name="connsiteY4" fmla="*/ 0 h 563078"/>
                  <a:gd name="connsiteX0" fmla="*/ 647700 w 1371600"/>
                  <a:gd name="connsiteY0" fmla="*/ 0 h 620228"/>
                  <a:gd name="connsiteX1" fmla="*/ 1371600 w 1371600"/>
                  <a:gd name="connsiteY1" fmla="*/ 0 h 620228"/>
                  <a:gd name="connsiteX2" fmla="*/ 1371600 w 1371600"/>
                  <a:gd name="connsiteY2" fmla="*/ 563078 h 620228"/>
                  <a:gd name="connsiteX3" fmla="*/ 0 w 1371600"/>
                  <a:gd name="connsiteY3" fmla="*/ 620228 h 620228"/>
                  <a:gd name="connsiteX4" fmla="*/ 647700 w 1371600"/>
                  <a:gd name="connsiteY4" fmla="*/ 0 h 620228"/>
                  <a:gd name="connsiteX0" fmla="*/ 647700 w 1371600"/>
                  <a:gd name="connsiteY0" fmla="*/ 0 h 753578"/>
                  <a:gd name="connsiteX1" fmla="*/ 1371600 w 1371600"/>
                  <a:gd name="connsiteY1" fmla="*/ 0 h 753578"/>
                  <a:gd name="connsiteX2" fmla="*/ 1143000 w 1371600"/>
                  <a:gd name="connsiteY2" fmla="*/ 753578 h 753578"/>
                  <a:gd name="connsiteX3" fmla="*/ 0 w 1371600"/>
                  <a:gd name="connsiteY3" fmla="*/ 620228 h 753578"/>
                  <a:gd name="connsiteX4" fmla="*/ 647700 w 1371600"/>
                  <a:gd name="connsiteY4" fmla="*/ 0 h 753578"/>
                  <a:gd name="connsiteX0" fmla="*/ 0 w 1371600"/>
                  <a:gd name="connsiteY0" fmla="*/ 620228 h 753578"/>
                  <a:gd name="connsiteX1" fmla="*/ 1371600 w 1371600"/>
                  <a:gd name="connsiteY1" fmla="*/ 0 h 753578"/>
                  <a:gd name="connsiteX2" fmla="*/ 1143000 w 1371600"/>
                  <a:gd name="connsiteY2" fmla="*/ 753578 h 753578"/>
                  <a:gd name="connsiteX3" fmla="*/ 0 w 1371600"/>
                  <a:gd name="connsiteY3" fmla="*/ 620228 h 753578"/>
                  <a:gd name="connsiteX0" fmla="*/ 0 w 1371600"/>
                  <a:gd name="connsiteY0" fmla="*/ 620228 h 753578"/>
                  <a:gd name="connsiteX1" fmla="*/ 1371600 w 1371600"/>
                  <a:gd name="connsiteY1" fmla="*/ 0 h 753578"/>
                  <a:gd name="connsiteX2" fmla="*/ 1143000 w 1371600"/>
                  <a:gd name="connsiteY2" fmla="*/ 753578 h 753578"/>
                  <a:gd name="connsiteX3" fmla="*/ 0 w 1371600"/>
                  <a:gd name="connsiteY3" fmla="*/ 620228 h 753578"/>
                  <a:gd name="connsiteX0" fmla="*/ 0 w 1143000"/>
                  <a:gd name="connsiteY0" fmla="*/ 10966 h 144316"/>
                  <a:gd name="connsiteX1" fmla="*/ 1143000 w 1143000"/>
                  <a:gd name="connsiteY1" fmla="*/ 144316 h 144316"/>
                  <a:gd name="connsiteX2" fmla="*/ 0 w 1143000"/>
                  <a:gd name="connsiteY2" fmla="*/ 10966 h 144316"/>
                  <a:gd name="connsiteX0" fmla="*/ 0 w 1143000"/>
                  <a:gd name="connsiteY0" fmla="*/ 10966 h 144316"/>
                  <a:gd name="connsiteX1" fmla="*/ 1143000 w 1143000"/>
                  <a:gd name="connsiteY1" fmla="*/ 144316 h 144316"/>
                  <a:gd name="connsiteX2" fmla="*/ 0 w 1143000"/>
                  <a:gd name="connsiteY2" fmla="*/ 10966 h 144316"/>
                  <a:gd name="connsiteX0" fmla="*/ 0 w 1171544"/>
                  <a:gd name="connsiteY0" fmla="*/ 461004 h 594354"/>
                  <a:gd name="connsiteX1" fmla="*/ 1143000 w 1171544"/>
                  <a:gd name="connsiteY1" fmla="*/ 594354 h 594354"/>
                  <a:gd name="connsiteX2" fmla="*/ 0 w 1171544"/>
                  <a:gd name="connsiteY2" fmla="*/ 461004 h 594354"/>
                  <a:gd name="connsiteX0" fmla="*/ 0 w 1217570"/>
                  <a:gd name="connsiteY0" fmla="*/ 457700 h 595813"/>
                  <a:gd name="connsiteX1" fmla="*/ 1190625 w 1217570"/>
                  <a:gd name="connsiteY1" fmla="*/ 595813 h 595813"/>
                  <a:gd name="connsiteX2" fmla="*/ 0 w 1217570"/>
                  <a:gd name="connsiteY2" fmla="*/ 457700 h 595813"/>
                  <a:gd name="connsiteX0" fmla="*/ 0 w 1153185"/>
                  <a:gd name="connsiteY0" fmla="*/ 484325 h 584338"/>
                  <a:gd name="connsiteX1" fmla="*/ 1123950 w 1153185"/>
                  <a:gd name="connsiteY1" fmla="*/ 584338 h 584338"/>
                  <a:gd name="connsiteX2" fmla="*/ 0 w 1153185"/>
                  <a:gd name="connsiteY2" fmla="*/ 484325 h 584338"/>
                  <a:gd name="connsiteX0" fmla="*/ 0 w 1153185"/>
                  <a:gd name="connsiteY0" fmla="*/ 484325 h 584338"/>
                  <a:gd name="connsiteX1" fmla="*/ 1123950 w 1153185"/>
                  <a:gd name="connsiteY1" fmla="*/ 584338 h 584338"/>
                  <a:gd name="connsiteX2" fmla="*/ 0 w 1153185"/>
                  <a:gd name="connsiteY2" fmla="*/ 484325 h 584338"/>
                  <a:gd name="connsiteX0" fmla="*/ 0 w 1153185"/>
                  <a:gd name="connsiteY0" fmla="*/ 484325 h 584338"/>
                  <a:gd name="connsiteX1" fmla="*/ 1123950 w 1153185"/>
                  <a:gd name="connsiteY1" fmla="*/ 584338 h 584338"/>
                  <a:gd name="connsiteX2" fmla="*/ 0 w 1153185"/>
                  <a:gd name="connsiteY2" fmla="*/ 484325 h 584338"/>
                  <a:gd name="connsiteX0" fmla="*/ 39762 w 1176572"/>
                  <a:gd name="connsiteY0" fmla="*/ 920021 h 1020034"/>
                  <a:gd name="connsiteX1" fmla="*/ 1163712 w 1176572"/>
                  <a:gd name="connsiteY1" fmla="*/ 1020034 h 1020034"/>
                  <a:gd name="connsiteX2" fmla="*/ 39762 w 1176572"/>
                  <a:gd name="connsiteY2" fmla="*/ 920021 h 1020034"/>
                  <a:gd name="connsiteX0" fmla="*/ 39762 w 1176572"/>
                  <a:gd name="connsiteY0" fmla="*/ 920021 h 1020034"/>
                  <a:gd name="connsiteX1" fmla="*/ 1163712 w 1176572"/>
                  <a:gd name="connsiteY1" fmla="*/ 1020034 h 1020034"/>
                  <a:gd name="connsiteX2" fmla="*/ 39762 w 1176572"/>
                  <a:gd name="connsiteY2" fmla="*/ 920021 h 1020034"/>
                  <a:gd name="connsiteX0" fmla="*/ 40294 w 1153473"/>
                  <a:gd name="connsiteY0" fmla="*/ 915720 h 1025258"/>
                  <a:gd name="connsiteX1" fmla="*/ 1140432 w 1153473"/>
                  <a:gd name="connsiteY1" fmla="*/ 1025258 h 1025258"/>
                  <a:gd name="connsiteX2" fmla="*/ 40294 w 1153473"/>
                  <a:gd name="connsiteY2" fmla="*/ 915720 h 1025258"/>
                  <a:gd name="connsiteX0" fmla="*/ 39450 w 1190441"/>
                  <a:gd name="connsiteY0" fmla="*/ 930889 h 1007090"/>
                  <a:gd name="connsiteX1" fmla="*/ 1177688 w 1190441"/>
                  <a:gd name="connsiteY1" fmla="*/ 1007090 h 1007090"/>
                  <a:gd name="connsiteX2" fmla="*/ 39450 w 1190441"/>
                  <a:gd name="connsiteY2" fmla="*/ 930889 h 1007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90441" h="1007090">
                    <a:moveTo>
                      <a:pt x="39450" y="930889"/>
                    </a:moveTo>
                    <a:cubicBezTo>
                      <a:pt x="468075" y="965814"/>
                      <a:pt x="810975" y="805477"/>
                      <a:pt x="1177688" y="1007090"/>
                    </a:cubicBezTo>
                    <a:cubicBezTo>
                      <a:pt x="1349138" y="-218460"/>
                      <a:pt x="-270112" y="-420073"/>
                      <a:pt x="39450" y="93088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F18E355-7BEA-495C-944C-0A5DF8FD0948}"/>
                  </a:ext>
                </a:extLst>
              </p:cNvPr>
              <p:cNvSpPr/>
              <p:nvPr/>
            </p:nvSpPr>
            <p:spPr>
              <a:xfrm>
                <a:off x="4060969" y="3711504"/>
                <a:ext cx="734869" cy="73486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5D058FD-B66C-47A4-B578-C0AE3F344E57}"/>
                  </a:ext>
                </a:extLst>
              </p:cNvPr>
              <p:cNvSpPr/>
              <p:nvPr/>
            </p:nvSpPr>
            <p:spPr>
              <a:xfrm>
                <a:off x="4060969" y="3682742"/>
                <a:ext cx="320531" cy="3205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Rectangle 2">
              <a:extLst>
                <a:ext uri="{FF2B5EF4-FFF2-40B4-BE49-F238E27FC236}">
                  <a16:creationId xmlns:a16="http://schemas.microsoft.com/office/drawing/2014/main" id="{AC4B6611-EE67-4CBB-A7D4-31446977F77B}"/>
                </a:ext>
              </a:extLst>
            </p:cNvPr>
            <p:cNvSpPr/>
            <p:nvPr/>
          </p:nvSpPr>
          <p:spPr>
            <a:xfrm>
              <a:off x="3535182" y="827315"/>
              <a:ext cx="3959066" cy="2635685"/>
            </a:xfrm>
            <a:custGeom>
              <a:avLst/>
              <a:gdLst>
                <a:gd name="connsiteX0" fmla="*/ 0 w 1944915"/>
                <a:gd name="connsiteY0" fmla="*/ 0 h 870857"/>
                <a:gd name="connsiteX1" fmla="*/ 1944915 w 1944915"/>
                <a:gd name="connsiteY1" fmla="*/ 0 h 870857"/>
                <a:gd name="connsiteX2" fmla="*/ 1944915 w 1944915"/>
                <a:gd name="connsiteY2" fmla="*/ 870857 h 870857"/>
                <a:gd name="connsiteX3" fmla="*/ 0 w 1944915"/>
                <a:gd name="connsiteY3" fmla="*/ 870857 h 870857"/>
                <a:gd name="connsiteX4" fmla="*/ 0 w 1944915"/>
                <a:gd name="connsiteY4" fmla="*/ 0 h 870857"/>
                <a:gd name="connsiteX0" fmla="*/ 928914 w 2873829"/>
                <a:gd name="connsiteY0" fmla="*/ 0 h 2220686"/>
                <a:gd name="connsiteX1" fmla="*/ 2873829 w 2873829"/>
                <a:gd name="connsiteY1" fmla="*/ 0 h 2220686"/>
                <a:gd name="connsiteX2" fmla="*/ 2873829 w 2873829"/>
                <a:gd name="connsiteY2" fmla="*/ 870857 h 2220686"/>
                <a:gd name="connsiteX3" fmla="*/ 0 w 2873829"/>
                <a:gd name="connsiteY3" fmla="*/ 2220686 h 2220686"/>
                <a:gd name="connsiteX4" fmla="*/ 928914 w 2873829"/>
                <a:gd name="connsiteY4" fmla="*/ 0 h 2220686"/>
                <a:gd name="connsiteX0" fmla="*/ 928914 w 2873829"/>
                <a:gd name="connsiteY0" fmla="*/ 0 h 2220686"/>
                <a:gd name="connsiteX1" fmla="*/ 2873829 w 2873829"/>
                <a:gd name="connsiteY1" fmla="*/ 0 h 2220686"/>
                <a:gd name="connsiteX2" fmla="*/ 2873829 w 2873829"/>
                <a:gd name="connsiteY2" fmla="*/ 870857 h 2220686"/>
                <a:gd name="connsiteX3" fmla="*/ 261257 w 2873829"/>
                <a:gd name="connsiteY3" fmla="*/ 1828799 h 2220686"/>
                <a:gd name="connsiteX4" fmla="*/ 0 w 2873829"/>
                <a:gd name="connsiteY4" fmla="*/ 2220686 h 2220686"/>
                <a:gd name="connsiteX5" fmla="*/ 928914 w 2873829"/>
                <a:gd name="connsiteY5" fmla="*/ 0 h 2220686"/>
                <a:gd name="connsiteX0" fmla="*/ 928914 w 2873829"/>
                <a:gd name="connsiteY0" fmla="*/ 0 h 2344985"/>
                <a:gd name="connsiteX1" fmla="*/ 2873829 w 2873829"/>
                <a:gd name="connsiteY1" fmla="*/ 0 h 2344985"/>
                <a:gd name="connsiteX2" fmla="*/ 2873829 w 2873829"/>
                <a:gd name="connsiteY2" fmla="*/ 870857 h 2344985"/>
                <a:gd name="connsiteX3" fmla="*/ 522514 w 2873829"/>
                <a:gd name="connsiteY3" fmla="*/ 2322285 h 2344985"/>
                <a:gd name="connsiteX4" fmla="*/ 261257 w 2873829"/>
                <a:gd name="connsiteY4" fmla="*/ 1828799 h 2344985"/>
                <a:gd name="connsiteX5" fmla="*/ 0 w 2873829"/>
                <a:gd name="connsiteY5" fmla="*/ 2220686 h 2344985"/>
                <a:gd name="connsiteX6" fmla="*/ 928914 w 2873829"/>
                <a:gd name="connsiteY6" fmla="*/ 0 h 2344985"/>
                <a:gd name="connsiteX0" fmla="*/ 928914 w 2873829"/>
                <a:gd name="connsiteY0" fmla="*/ 0 h 2342843"/>
                <a:gd name="connsiteX1" fmla="*/ 2873829 w 2873829"/>
                <a:gd name="connsiteY1" fmla="*/ 0 h 2342843"/>
                <a:gd name="connsiteX2" fmla="*/ 2873829 w 2873829"/>
                <a:gd name="connsiteY2" fmla="*/ 870857 h 2342843"/>
                <a:gd name="connsiteX3" fmla="*/ 580572 w 2873829"/>
                <a:gd name="connsiteY3" fmla="*/ 2046514 h 2342843"/>
                <a:gd name="connsiteX4" fmla="*/ 522514 w 2873829"/>
                <a:gd name="connsiteY4" fmla="*/ 2322285 h 2342843"/>
                <a:gd name="connsiteX5" fmla="*/ 261257 w 2873829"/>
                <a:gd name="connsiteY5" fmla="*/ 1828799 h 2342843"/>
                <a:gd name="connsiteX6" fmla="*/ 0 w 2873829"/>
                <a:gd name="connsiteY6" fmla="*/ 2220686 h 2342843"/>
                <a:gd name="connsiteX7" fmla="*/ 928914 w 2873829"/>
                <a:gd name="connsiteY7" fmla="*/ 0 h 2342843"/>
                <a:gd name="connsiteX0" fmla="*/ 928914 w 2873829"/>
                <a:gd name="connsiteY0" fmla="*/ 0 h 2599403"/>
                <a:gd name="connsiteX1" fmla="*/ 2873829 w 2873829"/>
                <a:gd name="connsiteY1" fmla="*/ 0 h 2599403"/>
                <a:gd name="connsiteX2" fmla="*/ 2873829 w 2873829"/>
                <a:gd name="connsiteY2" fmla="*/ 870857 h 2599403"/>
                <a:gd name="connsiteX3" fmla="*/ 1219200 w 2873829"/>
                <a:gd name="connsiteY3" fmla="*/ 2569028 h 2599403"/>
                <a:gd name="connsiteX4" fmla="*/ 580572 w 2873829"/>
                <a:gd name="connsiteY4" fmla="*/ 2046514 h 2599403"/>
                <a:gd name="connsiteX5" fmla="*/ 522514 w 2873829"/>
                <a:gd name="connsiteY5" fmla="*/ 2322285 h 2599403"/>
                <a:gd name="connsiteX6" fmla="*/ 261257 w 2873829"/>
                <a:gd name="connsiteY6" fmla="*/ 1828799 h 2599403"/>
                <a:gd name="connsiteX7" fmla="*/ 0 w 2873829"/>
                <a:gd name="connsiteY7" fmla="*/ 2220686 h 2599403"/>
                <a:gd name="connsiteX8" fmla="*/ 928914 w 2873829"/>
                <a:gd name="connsiteY8" fmla="*/ 0 h 2599403"/>
                <a:gd name="connsiteX0" fmla="*/ 928914 w 2873829"/>
                <a:gd name="connsiteY0" fmla="*/ 0 h 2604539"/>
                <a:gd name="connsiteX1" fmla="*/ 2873829 w 2873829"/>
                <a:gd name="connsiteY1" fmla="*/ 0 h 2604539"/>
                <a:gd name="connsiteX2" fmla="*/ 2873829 w 2873829"/>
                <a:gd name="connsiteY2" fmla="*/ 870857 h 2604539"/>
                <a:gd name="connsiteX3" fmla="*/ 1233714 w 2873829"/>
                <a:gd name="connsiteY3" fmla="*/ 2351314 h 2604539"/>
                <a:gd name="connsiteX4" fmla="*/ 1219200 w 2873829"/>
                <a:gd name="connsiteY4" fmla="*/ 2569028 h 2604539"/>
                <a:gd name="connsiteX5" fmla="*/ 580572 w 2873829"/>
                <a:gd name="connsiteY5" fmla="*/ 2046514 h 2604539"/>
                <a:gd name="connsiteX6" fmla="*/ 522514 w 2873829"/>
                <a:gd name="connsiteY6" fmla="*/ 2322285 h 2604539"/>
                <a:gd name="connsiteX7" fmla="*/ 261257 w 2873829"/>
                <a:gd name="connsiteY7" fmla="*/ 1828799 h 2604539"/>
                <a:gd name="connsiteX8" fmla="*/ 0 w 2873829"/>
                <a:gd name="connsiteY8" fmla="*/ 2220686 h 2604539"/>
                <a:gd name="connsiteX9" fmla="*/ 928914 w 2873829"/>
                <a:gd name="connsiteY9" fmla="*/ 0 h 2604539"/>
                <a:gd name="connsiteX0" fmla="*/ 928914 w 2873829"/>
                <a:gd name="connsiteY0" fmla="*/ 0 h 2657957"/>
                <a:gd name="connsiteX1" fmla="*/ 2873829 w 2873829"/>
                <a:gd name="connsiteY1" fmla="*/ 0 h 2657957"/>
                <a:gd name="connsiteX2" fmla="*/ 2873829 w 2873829"/>
                <a:gd name="connsiteY2" fmla="*/ 870857 h 2657957"/>
                <a:gd name="connsiteX3" fmla="*/ 1843314 w 2873829"/>
                <a:gd name="connsiteY3" fmla="*/ 2598056 h 2657957"/>
                <a:gd name="connsiteX4" fmla="*/ 1233714 w 2873829"/>
                <a:gd name="connsiteY4" fmla="*/ 2351314 h 2657957"/>
                <a:gd name="connsiteX5" fmla="*/ 1219200 w 2873829"/>
                <a:gd name="connsiteY5" fmla="*/ 2569028 h 2657957"/>
                <a:gd name="connsiteX6" fmla="*/ 580572 w 2873829"/>
                <a:gd name="connsiteY6" fmla="*/ 2046514 h 2657957"/>
                <a:gd name="connsiteX7" fmla="*/ 522514 w 2873829"/>
                <a:gd name="connsiteY7" fmla="*/ 2322285 h 2657957"/>
                <a:gd name="connsiteX8" fmla="*/ 261257 w 2873829"/>
                <a:gd name="connsiteY8" fmla="*/ 1828799 h 2657957"/>
                <a:gd name="connsiteX9" fmla="*/ 0 w 2873829"/>
                <a:gd name="connsiteY9" fmla="*/ 2220686 h 2657957"/>
                <a:gd name="connsiteX10" fmla="*/ 928914 w 2873829"/>
                <a:gd name="connsiteY10" fmla="*/ 0 h 2657957"/>
                <a:gd name="connsiteX0" fmla="*/ 928914 w 2873829"/>
                <a:gd name="connsiteY0" fmla="*/ 0 h 2655593"/>
                <a:gd name="connsiteX1" fmla="*/ 2873829 w 2873829"/>
                <a:gd name="connsiteY1" fmla="*/ 0 h 2655593"/>
                <a:gd name="connsiteX2" fmla="*/ 2873829 w 2873829"/>
                <a:gd name="connsiteY2" fmla="*/ 870857 h 2655593"/>
                <a:gd name="connsiteX3" fmla="*/ 1872343 w 2873829"/>
                <a:gd name="connsiteY3" fmla="*/ 2481942 h 2655593"/>
                <a:gd name="connsiteX4" fmla="*/ 1843314 w 2873829"/>
                <a:gd name="connsiteY4" fmla="*/ 2598056 h 2655593"/>
                <a:gd name="connsiteX5" fmla="*/ 1233714 w 2873829"/>
                <a:gd name="connsiteY5" fmla="*/ 2351314 h 2655593"/>
                <a:gd name="connsiteX6" fmla="*/ 1219200 w 2873829"/>
                <a:gd name="connsiteY6" fmla="*/ 2569028 h 2655593"/>
                <a:gd name="connsiteX7" fmla="*/ 580572 w 2873829"/>
                <a:gd name="connsiteY7" fmla="*/ 2046514 h 2655593"/>
                <a:gd name="connsiteX8" fmla="*/ 522514 w 2873829"/>
                <a:gd name="connsiteY8" fmla="*/ 2322285 h 2655593"/>
                <a:gd name="connsiteX9" fmla="*/ 261257 w 2873829"/>
                <a:gd name="connsiteY9" fmla="*/ 1828799 h 2655593"/>
                <a:gd name="connsiteX10" fmla="*/ 0 w 2873829"/>
                <a:gd name="connsiteY10" fmla="*/ 2220686 h 2655593"/>
                <a:gd name="connsiteX11" fmla="*/ 928914 w 2873829"/>
                <a:gd name="connsiteY11" fmla="*/ 0 h 2655593"/>
                <a:gd name="connsiteX0" fmla="*/ 928914 w 2873829"/>
                <a:gd name="connsiteY0" fmla="*/ 0 h 2602730"/>
                <a:gd name="connsiteX1" fmla="*/ 2873829 w 2873829"/>
                <a:gd name="connsiteY1" fmla="*/ 0 h 2602730"/>
                <a:gd name="connsiteX2" fmla="*/ 2873829 w 2873829"/>
                <a:gd name="connsiteY2" fmla="*/ 870857 h 2602730"/>
                <a:gd name="connsiteX3" fmla="*/ 2177143 w 2873829"/>
                <a:gd name="connsiteY3" fmla="*/ 2365828 h 2602730"/>
                <a:gd name="connsiteX4" fmla="*/ 1872343 w 2873829"/>
                <a:gd name="connsiteY4" fmla="*/ 2481942 h 2602730"/>
                <a:gd name="connsiteX5" fmla="*/ 1843314 w 2873829"/>
                <a:gd name="connsiteY5" fmla="*/ 2598056 h 2602730"/>
                <a:gd name="connsiteX6" fmla="*/ 1233714 w 2873829"/>
                <a:gd name="connsiteY6" fmla="*/ 2351314 h 2602730"/>
                <a:gd name="connsiteX7" fmla="*/ 1219200 w 2873829"/>
                <a:gd name="connsiteY7" fmla="*/ 2569028 h 2602730"/>
                <a:gd name="connsiteX8" fmla="*/ 580572 w 2873829"/>
                <a:gd name="connsiteY8" fmla="*/ 2046514 h 2602730"/>
                <a:gd name="connsiteX9" fmla="*/ 522514 w 2873829"/>
                <a:gd name="connsiteY9" fmla="*/ 2322285 h 2602730"/>
                <a:gd name="connsiteX10" fmla="*/ 261257 w 2873829"/>
                <a:gd name="connsiteY10" fmla="*/ 1828799 h 2602730"/>
                <a:gd name="connsiteX11" fmla="*/ 0 w 2873829"/>
                <a:gd name="connsiteY11" fmla="*/ 2220686 h 2602730"/>
                <a:gd name="connsiteX12" fmla="*/ 928914 w 2873829"/>
                <a:gd name="connsiteY12" fmla="*/ 0 h 2602730"/>
                <a:gd name="connsiteX0" fmla="*/ 928914 w 2873829"/>
                <a:gd name="connsiteY0" fmla="*/ 0 h 2602730"/>
                <a:gd name="connsiteX1" fmla="*/ 2873829 w 2873829"/>
                <a:gd name="connsiteY1" fmla="*/ 0 h 2602730"/>
                <a:gd name="connsiteX2" fmla="*/ 2873829 w 2873829"/>
                <a:gd name="connsiteY2" fmla="*/ 870857 h 2602730"/>
                <a:gd name="connsiteX3" fmla="*/ 2699657 w 2873829"/>
                <a:gd name="connsiteY3" fmla="*/ 2249714 h 2602730"/>
                <a:gd name="connsiteX4" fmla="*/ 2177143 w 2873829"/>
                <a:gd name="connsiteY4" fmla="*/ 2365828 h 2602730"/>
                <a:gd name="connsiteX5" fmla="*/ 1872343 w 2873829"/>
                <a:gd name="connsiteY5" fmla="*/ 2481942 h 2602730"/>
                <a:gd name="connsiteX6" fmla="*/ 1843314 w 2873829"/>
                <a:gd name="connsiteY6" fmla="*/ 2598056 h 2602730"/>
                <a:gd name="connsiteX7" fmla="*/ 1233714 w 2873829"/>
                <a:gd name="connsiteY7" fmla="*/ 2351314 h 2602730"/>
                <a:gd name="connsiteX8" fmla="*/ 1219200 w 2873829"/>
                <a:gd name="connsiteY8" fmla="*/ 2569028 h 2602730"/>
                <a:gd name="connsiteX9" fmla="*/ 580572 w 2873829"/>
                <a:gd name="connsiteY9" fmla="*/ 2046514 h 2602730"/>
                <a:gd name="connsiteX10" fmla="*/ 522514 w 2873829"/>
                <a:gd name="connsiteY10" fmla="*/ 2322285 h 2602730"/>
                <a:gd name="connsiteX11" fmla="*/ 261257 w 2873829"/>
                <a:gd name="connsiteY11" fmla="*/ 1828799 h 2602730"/>
                <a:gd name="connsiteX12" fmla="*/ 0 w 2873829"/>
                <a:gd name="connsiteY12" fmla="*/ 2220686 h 2602730"/>
                <a:gd name="connsiteX13" fmla="*/ 928914 w 2873829"/>
                <a:gd name="connsiteY13" fmla="*/ 0 h 2602730"/>
                <a:gd name="connsiteX0" fmla="*/ 928914 w 2873829"/>
                <a:gd name="connsiteY0" fmla="*/ 0 h 2602730"/>
                <a:gd name="connsiteX1" fmla="*/ 2873829 w 2873829"/>
                <a:gd name="connsiteY1" fmla="*/ 0 h 2602730"/>
                <a:gd name="connsiteX2" fmla="*/ 2873829 w 2873829"/>
                <a:gd name="connsiteY2" fmla="*/ 870857 h 2602730"/>
                <a:gd name="connsiteX3" fmla="*/ 2676797 w 2873829"/>
                <a:gd name="connsiteY3" fmla="*/ 2249714 h 2602730"/>
                <a:gd name="connsiteX4" fmla="*/ 2177143 w 2873829"/>
                <a:gd name="connsiteY4" fmla="*/ 2365828 h 2602730"/>
                <a:gd name="connsiteX5" fmla="*/ 1872343 w 2873829"/>
                <a:gd name="connsiteY5" fmla="*/ 2481942 h 2602730"/>
                <a:gd name="connsiteX6" fmla="*/ 1843314 w 2873829"/>
                <a:gd name="connsiteY6" fmla="*/ 2598056 h 2602730"/>
                <a:gd name="connsiteX7" fmla="*/ 1233714 w 2873829"/>
                <a:gd name="connsiteY7" fmla="*/ 2351314 h 2602730"/>
                <a:gd name="connsiteX8" fmla="*/ 1219200 w 2873829"/>
                <a:gd name="connsiteY8" fmla="*/ 2569028 h 2602730"/>
                <a:gd name="connsiteX9" fmla="*/ 580572 w 2873829"/>
                <a:gd name="connsiteY9" fmla="*/ 2046514 h 2602730"/>
                <a:gd name="connsiteX10" fmla="*/ 522514 w 2873829"/>
                <a:gd name="connsiteY10" fmla="*/ 2322285 h 2602730"/>
                <a:gd name="connsiteX11" fmla="*/ 261257 w 2873829"/>
                <a:gd name="connsiteY11" fmla="*/ 1828799 h 2602730"/>
                <a:gd name="connsiteX12" fmla="*/ 0 w 2873829"/>
                <a:gd name="connsiteY12" fmla="*/ 2220686 h 2602730"/>
                <a:gd name="connsiteX13" fmla="*/ 928914 w 2873829"/>
                <a:gd name="connsiteY13" fmla="*/ 0 h 2602730"/>
                <a:gd name="connsiteX0" fmla="*/ 928914 w 3245773"/>
                <a:gd name="connsiteY0" fmla="*/ 0 h 2602730"/>
                <a:gd name="connsiteX1" fmla="*/ 2873829 w 3245773"/>
                <a:gd name="connsiteY1" fmla="*/ 0 h 2602730"/>
                <a:gd name="connsiteX2" fmla="*/ 2873829 w 3245773"/>
                <a:gd name="connsiteY2" fmla="*/ 870857 h 2602730"/>
                <a:gd name="connsiteX3" fmla="*/ 3243943 w 3245773"/>
                <a:gd name="connsiteY3" fmla="*/ 2091145 h 2602730"/>
                <a:gd name="connsiteX4" fmla="*/ 2676797 w 3245773"/>
                <a:gd name="connsiteY4" fmla="*/ 2249714 h 2602730"/>
                <a:gd name="connsiteX5" fmla="*/ 2177143 w 3245773"/>
                <a:gd name="connsiteY5" fmla="*/ 2365828 h 2602730"/>
                <a:gd name="connsiteX6" fmla="*/ 1872343 w 3245773"/>
                <a:gd name="connsiteY6" fmla="*/ 2481942 h 2602730"/>
                <a:gd name="connsiteX7" fmla="*/ 1843314 w 3245773"/>
                <a:gd name="connsiteY7" fmla="*/ 2598056 h 2602730"/>
                <a:gd name="connsiteX8" fmla="*/ 1233714 w 3245773"/>
                <a:gd name="connsiteY8" fmla="*/ 2351314 h 2602730"/>
                <a:gd name="connsiteX9" fmla="*/ 1219200 w 3245773"/>
                <a:gd name="connsiteY9" fmla="*/ 2569028 h 2602730"/>
                <a:gd name="connsiteX10" fmla="*/ 580572 w 3245773"/>
                <a:gd name="connsiteY10" fmla="*/ 2046514 h 2602730"/>
                <a:gd name="connsiteX11" fmla="*/ 522514 w 3245773"/>
                <a:gd name="connsiteY11" fmla="*/ 2322285 h 2602730"/>
                <a:gd name="connsiteX12" fmla="*/ 261257 w 3245773"/>
                <a:gd name="connsiteY12" fmla="*/ 1828799 h 2602730"/>
                <a:gd name="connsiteX13" fmla="*/ 0 w 3245773"/>
                <a:gd name="connsiteY13" fmla="*/ 2220686 h 2602730"/>
                <a:gd name="connsiteX14" fmla="*/ 928914 w 3245773"/>
                <a:gd name="connsiteY14" fmla="*/ 0 h 2602730"/>
                <a:gd name="connsiteX0" fmla="*/ 928914 w 3594523"/>
                <a:gd name="connsiteY0" fmla="*/ 0 h 2602730"/>
                <a:gd name="connsiteX1" fmla="*/ 2873829 w 3594523"/>
                <a:gd name="connsiteY1" fmla="*/ 0 h 2602730"/>
                <a:gd name="connsiteX2" fmla="*/ 2873829 w 3594523"/>
                <a:gd name="connsiteY2" fmla="*/ 870857 h 2602730"/>
                <a:gd name="connsiteX3" fmla="*/ 3586843 w 3594523"/>
                <a:gd name="connsiteY3" fmla="*/ 1984465 h 2602730"/>
                <a:gd name="connsiteX4" fmla="*/ 3243943 w 3594523"/>
                <a:gd name="connsiteY4" fmla="*/ 2091145 h 2602730"/>
                <a:gd name="connsiteX5" fmla="*/ 2676797 w 3594523"/>
                <a:gd name="connsiteY5" fmla="*/ 2249714 h 2602730"/>
                <a:gd name="connsiteX6" fmla="*/ 2177143 w 3594523"/>
                <a:gd name="connsiteY6" fmla="*/ 2365828 h 2602730"/>
                <a:gd name="connsiteX7" fmla="*/ 1872343 w 3594523"/>
                <a:gd name="connsiteY7" fmla="*/ 2481942 h 2602730"/>
                <a:gd name="connsiteX8" fmla="*/ 1843314 w 3594523"/>
                <a:gd name="connsiteY8" fmla="*/ 2598056 h 2602730"/>
                <a:gd name="connsiteX9" fmla="*/ 1233714 w 3594523"/>
                <a:gd name="connsiteY9" fmla="*/ 2351314 h 2602730"/>
                <a:gd name="connsiteX10" fmla="*/ 1219200 w 3594523"/>
                <a:gd name="connsiteY10" fmla="*/ 2569028 h 2602730"/>
                <a:gd name="connsiteX11" fmla="*/ 580572 w 3594523"/>
                <a:gd name="connsiteY11" fmla="*/ 2046514 h 2602730"/>
                <a:gd name="connsiteX12" fmla="*/ 522514 w 3594523"/>
                <a:gd name="connsiteY12" fmla="*/ 2322285 h 2602730"/>
                <a:gd name="connsiteX13" fmla="*/ 261257 w 3594523"/>
                <a:gd name="connsiteY13" fmla="*/ 1828799 h 2602730"/>
                <a:gd name="connsiteX14" fmla="*/ 0 w 3594523"/>
                <a:gd name="connsiteY14" fmla="*/ 2220686 h 2602730"/>
                <a:gd name="connsiteX15" fmla="*/ 928914 w 3594523"/>
                <a:gd name="connsiteY15" fmla="*/ 0 h 2602730"/>
                <a:gd name="connsiteX0" fmla="*/ 928914 w 3747511"/>
                <a:gd name="connsiteY0" fmla="*/ 0 h 2602730"/>
                <a:gd name="connsiteX1" fmla="*/ 2873829 w 3747511"/>
                <a:gd name="connsiteY1" fmla="*/ 0 h 2602730"/>
                <a:gd name="connsiteX2" fmla="*/ 3742509 w 3747511"/>
                <a:gd name="connsiteY2" fmla="*/ 2280557 h 2602730"/>
                <a:gd name="connsiteX3" fmla="*/ 3586843 w 3747511"/>
                <a:gd name="connsiteY3" fmla="*/ 1984465 h 2602730"/>
                <a:gd name="connsiteX4" fmla="*/ 3243943 w 3747511"/>
                <a:gd name="connsiteY4" fmla="*/ 2091145 h 2602730"/>
                <a:gd name="connsiteX5" fmla="*/ 2676797 w 3747511"/>
                <a:gd name="connsiteY5" fmla="*/ 2249714 h 2602730"/>
                <a:gd name="connsiteX6" fmla="*/ 2177143 w 3747511"/>
                <a:gd name="connsiteY6" fmla="*/ 2365828 h 2602730"/>
                <a:gd name="connsiteX7" fmla="*/ 1872343 w 3747511"/>
                <a:gd name="connsiteY7" fmla="*/ 2481942 h 2602730"/>
                <a:gd name="connsiteX8" fmla="*/ 1843314 w 3747511"/>
                <a:gd name="connsiteY8" fmla="*/ 2598056 h 2602730"/>
                <a:gd name="connsiteX9" fmla="*/ 1233714 w 3747511"/>
                <a:gd name="connsiteY9" fmla="*/ 2351314 h 2602730"/>
                <a:gd name="connsiteX10" fmla="*/ 1219200 w 3747511"/>
                <a:gd name="connsiteY10" fmla="*/ 2569028 h 2602730"/>
                <a:gd name="connsiteX11" fmla="*/ 580572 w 3747511"/>
                <a:gd name="connsiteY11" fmla="*/ 2046514 h 2602730"/>
                <a:gd name="connsiteX12" fmla="*/ 522514 w 3747511"/>
                <a:gd name="connsiteY12" fmla="*/ 2322285 h 2602730"/>
                <a:gd name="connsiteX13" fmla="*/ 261257 w 3747511"/>
                <a:gd name="connsiteY13" fmla="*/ 1828799 h 2602730"/>
                <a:gd name="connsiteX14" fmla="*/ 0 w 3747511"/>
                <a:gd name="connsiteY14" fmla="*/ 2220686 h 2602730"/>
                <a:gd name="connsiteX15" fmla="*/ 928914 w 3747511"/>
                <a:gd name="connsiteY15" fmla="*/ 0 h 2602730"/>
                <a:gd name="connsiteX0" fmla="*/ 928914 w 3885233"/>
                <a:gd name="connsiteY0" fmla="*/ 0 h 2602730"/>
                <a:gd name="connsiteX1" fmla="*/ 2873829 w 3885233"/>
                <a:gd name="connsiteY1" fmla="*/ 0 h 2602730"/>
                <a:gd name="connsiteX2" fmla="*/ 3742509 w 3885233"/>
                <a:gd name="connsiteY2" fmla="*/ 2280557 h 2602730"/>
                <a:gd name="connsiteX3" fmla="*/ 3586843 w 3885233"/>
                <a:gd name="connsiteY3" fmla="*/ 1984465 h 2602730"/>
                <a:gd name="connsiteX4" fmla="*/ 3243943 w 3885233"/>
                <a:gd name="connsiteY4" fmla="*/ 2091145 h 2602730"/>
                <a:gd name="connsiteX5" fmla="*/ 2676797 w 3885233"/>
                <a:gd name="connsiteY5" fmla="*/ 2249714 h 2602730"/>
                <a:gd name="connsiteX6" fmla="*/ 2177143 w 3885233"/>
                <a:gd name="connsiteY6" fmla="*/ 2365828 h 2602730"/>
                <a:gd name="connsiteX7" fmla="*/ 1872343 w 3885233"/>
                <a:gd name="connsiteY7" fmla="*/ 2481942 h 2602730"/>
                <a:gd name="connsiteX8" fmla="*/ 1843314 w 3885233"/>
                <a:gd name="connsiteY8" fmla="*/ 2598056 h 2602730"/>
                <a:gd name="connsiteX9" fmla="*/ 1233714 w 3885233"/>
                <a:gd name="connsiteY9" fmla="*/ 2351314 h 2602730"/>
                <a:gd name="connsiteX10" fmla="*/ 1219200 w 3885233"/>
                <a:gd name="connsiteY10" fmla="*/ 2569028 h 2602730"/>
                <a:gd name="connsiteX11" fmla="*/ 580572 w 3885233"/>
                <a:gd name="connsiteY11" fmla="*/ 2046514 h 2602730"/>
                <a:gd name="connsiteX12" fmla="*/ 522514 w 3885233"/>
                <a:gd name="connsiteY12" fmla="*/ 2322285 h 2602730"/>
                <a:gd name="connsiteX13" fmla="*/ 261257 w 3885233"/>
                <a:gd name="connsiteY13" fmla="*/ 1828799 h 2602730"/>
                <a:gd name="connsiteX14" fmla="*/ 0 w 3885233"/>
                <a:gd name="connsiteY14" fmla="*/ 2220686 h 2602730"/>
                <a:gd name="connsiteX15" fmla="*/ 928914 w 3885233"/>
                <a:gd name="connsiteY15" fmla="*/ 0 h 2602730"/>
                <a:gd name="connsiteX0" fmla="*/ 928914 w 3906909"/>
                <a:gd name="connsiteY0" fmla="*/ 0 h 2602730"/>
                <a:gd name="connsiteX1" fmla="*/ 2873829 w 3906909"/>
                <a:gd name="connsiteY1" fmla="*/ 0 h 2602730"/>
                <a:gd name="connsiteX2" fmla="*/ 3742509 w 3906909"/>
                <a:gd name="connsiteY2" fmla="*/ 2280557 h 2602730"/>
                <a:gd name="connsiteX3" fmla="*/ 3586843 w 3906909"/>
                <a:gd name="connsiteY3" fmla="*/ 1984465 h 2602730"/>
                <a:gd name="connsiteX4" fmla="*/ 3243943 w 3906909"/>
                <a:gd name="connsiteY4" fmla="*/ 2091145 h 2602730"/>
                <a:gd name="connsiteX5" fmla="*/ 2676797 w 3906909"/>
                <a:gd name="connsiteY5" fmla="*/ 2249714 h 2602730"/>
                <a:gd name="connsiteX6" fmla="*/ 2177143 w 3906909"/>
                <a:gd name="connsiteY6" fmla="*/ 2365828 h 2602730"/>
                <a:gd name="connsiteX7" fmla="*/ 1872343 w 3906909"/>
                <a:gd name="connsiteY7" fmla="*/ 2481942 h 2602730"/>
                <a:gd name="connsiteX8" fmla="*/ 1843314 w 3906909"/>
                <a:gd name="connsiteY8" fmla="*/ 2598056 h 2602730"/>
                <a:gd name="connsiteX9" fmla="*/ 1233714 w 3906909"/>
                <a:gd name="connsiteY9" fmla="*/ 2351314 h 2602730"/>
                <a:gd name="connsiteX10" fmla="*/ 1219200 w 3906909"/>
                <a:gd name="connsiteY10" fmla="*/ 2569028 h 2602730"/>
                <a:gd name="connsiteX11" fmla="*/ 580572 w 3906909"/>
                <a:gd name="connsiteY11" fmla="*/ 2046514 h 2602730"/>
                <a:gd name="connsiteX12" fmla="*/ 522514 w 3906909"/>
                <a:gd name="connsiteY12" fmla="*/ 2322285 h 2602730"/>
                <a:gd name="connsiteX13" fmla="*/ 261257 w 3906909"/>
                <a:gd name="connsiteY13" fmla="*/ 1828799 h 2602730"/>
                <a:gd name="connsiteX14" fmla="*/ 0 w 3906909"/>
                <a:gd name="connsiteY14" fmla="*/ 2220686 h 2602730"/>
                <a:gd name="connsiteX15" fmla="*/ 928914 w 3906909"/>
                <a:gd name="connsiteY15" fmla="*/ 0 h 2602730"/>
                <a:gd name="connsiteX0" fmla="*/ 928914 w 3906909"/>
                <a:gd name="connsiteY0" fmla="*/ 0 h 2602730"/>
                <a:gd name="connsiteX1" fmla="*/ 2873829 w 3906909"/>
                <a:gd name="connsiteY1" fmla="*/ 0 h 2602730"/>
                <a:gd name="connsiteX2" fmla="*/ 3742509 w 3906909"/>
                <a:gd name="connsiteY2" fmla="*/ 2280557 h 2602730"/>
                <a:gd name="connsiteX3" fmla="*/ 3586843 w 3906909"/>
                <a:gd name="connsiteY3" fmla="*/ 1984465 h 2602730"/>
                <a:gd name="connsiteX4" fmla="*/ 3243943 w 3906909"/>
                <a:gd name="connsiteY4" fmla="*/ 2091145 h 2602730"/>
                <a:gd name="connsiteX5" fmla="*/ 2676797 w 3906909"/>
                <a:gd name="connsiteY5" fmla="*/ 2249714 h 2602730"/>
                <a:gd name="connsiteX6" fmla="*/ 2177143 w 3906909"/>
                <a:gd name="connsiteY6" fmla="*/ 2365828 h 2602730"/>
                <a:gd name="connsiteX7" fmla="*/ 1872343 w 3906909"/>
                <a:gd name="connsiteY7" fmla="*/ 2481942 h 2602730"/>
                <a:gd name="connsiteX8" fmla="*/ 1843314 w 3906909"/>
                <a:gd name="connsiteY8" fmla="*/ 2598056 h 2602730"/>
                <a:gd name="connsiteX9" fmla="*/ 1233714 w 3906909"/>
                <a:gd name="connsiteY9" fmla="*/ 2351314 h 2602730"/>
                <a:gd name="connsiteX10" fmla="*/ 1219200 w 3906909"/>
                <a:gd name="connsiteY10" fmla="*/ 2569028 h 2602730"/>
                <a:gd name="connsiteX11" fmla="*/ 580572 w 3906909"/>
                <a:gd name="connsiteY11" fmla="*/ 2046514 h 2602730"/>
                <a:gd name="connsiteX12" fmla="*/ 522514 w 3906909"/>
                <a:gd name="connsiteY12" fmla="*/ 2322285 h 2602730"/>
                <a:gd name="connsiteX13" fmla="*/ 261257 w 3906909"/>
                <a:gd name="connsiteY13" fmla="*/ 1828799 h 2602730"/>
                <a:gd name="connsiteX14" fmla="*/ 0 w 3906909"/>
                <a:gd name="connsiteY14" fmla="*/ 2220686 h 2602730"/>
                <a:gd name="connsiteX15" fmla="*/ 928914 w 3906909"/>
                <a:gd name="connsiteY15" fmla="*/ 0 h 2602730"/>
                <a:gd name="connsiteX0" fmla="*/ 928914 w 3906909"/>
                <a:gd name="connsiteY0" fmla="*/ 0 h 2602730"/>
                <a:gd name="connsiteX1" fmla="*/ 2873829 w 3906909"/>
                <a:gd name="connsiteY1" fmla="*/ 0 h 2602730"/>
                <a:gd name="connsiteX2" fmla="*/ 3742509 w 3906909"/>
                <a:gd name="connsiteY2" fmla="*/ 2280557 h 2602730"/>
                <a:gd name="connsiteX3" fmla="*/ 3586843 w 3906909"/>
                <a:gd name="connsiteY3" fmla="*/ 1984465 h 2602730"/>
                <a:gd name="connsiteX4" fmla="*/ 3243943 w 3906909"/>
                <a:gd name="connsiteY4" fmla="*/ 2091145 h 2602730"/>
                <a:gd name="connsiteX5" fmla="*/ 2676797 w 3906909"/>
                <a:gd name="connsiteY5" fmla="*/ 2249714 h 2602730"/>
                <a:gd name="connsiteX6" fmla="*/ 2177143 w 3906909"/>
                <a:gd name="connsiteY6" fmla="*/ 2365828 h 2602730"/>
                <a:gd name="connsiteX7" fmla="*/ 1872343 w 3906909"/>
                <a:gd name="connsiteY7" fmla="*/ 2481942 h 2602730"/>
                <a:gd name="connsiteX8" fmla="*/ 1843314 w 3906909"/>
                <a:gd name="connsiteY8" fmla="*/ 2598056 h 2602730"/>
                <a:gd name="connsiteX9" fmla="*/ 1233714 w 3906909"/>
                <a:gd name="connsiteY9" fmla="*/ 2351314 h 2602730"/>
                <a:gd name="connsiteX10" fmla="*/ 1219200 w 3906909"/>
                <a:gd name="connsiteY10" fmla="*/ 2569028 h 2602730"/>
                <a:gd name="connsiteX11" fmla="*/ 580572 w 3906909"/>
                <a:gd name="connsiteY11" fmla="*/ 2046514 h 2602730"/>
                <a:gd name="connsiteX12" fmla="*/ 522514 w 3906909"/>
                <a:gd name="connsiteY12" fmla="*/ 2322285 h 2602730"/>
                <a:gd name="connsiteX13" fmla="*/ 261257 w 3906909"/>
                <a:gd name="connsiteY13" fmla="*/ 1828799 h 2602730"/>
                <a:gd name="connsiteX14" fmla="*/ 0 w 3906909"/>
                <a:gd name="connsiteY14" fmla="*/ 2220686 h 2602730"/>
                <a:gd name="connsiteX15" fmla="*/ 928914 w 3906909"/>
                <a:gd name="connsiteY15" fmla="*/ 0 h 2602730"/>
                <a:gd name="connsiteX0" fmla="*/ 928914 w 3906909"/>
                <a:gd name="connsiteY0" fmla="*/ 0 h 2602730"/>
                <a:gd name="connsiteX1" fmla="*/ 2873829 w 3906909"/>
                <a:gd name="connsiteY1" fmla="*/ 0 h 2602730"/>
                <a:gd name="connsiteX2" fmla="*/ 3742509 w 3906909"/>
                <a:gd name="connsiteY2" fmla="*/ 2280557 h 2602730"/>
                <a:gd name="connsiteX3" fmla="*/ 3586843 w 3906909"/>
                <a:gd name="connsiteY3" fmla="*/ 1984465 h 2602730"/>
                <a:gd name="connsiteX4" fmla="*/ 3243943 w 3906909"/>
                <a:gd name="connsiteY4" fmla="*/ 2091145 h 2602730"/>
                <a:gd name="connsiteX5" fmla="*/ 2676797 w 3906909"/>
                <a:gd name="connsiteY5" fmla="*/ 2249714 h 2602730"/>
                <a:gd name="connsiteX6" fmla="*/ 2177143 w 3906909"/>
                <a:gd name="connsiteY6" fmla="*/ 2365828 h 2602730"/>
                <a:gd name="connsiteX7" fmla="*/ 1872343 w 3906909"/>
                <a:gd name="connsiteY7" fmla="*/ 2481942 h 2602730"/>
                <a:gd name="connsiteX8" fmla="*/ 1843314 w 3906909"/>
                <a:gd name="connsiteY8" fmla="*/ 2598056 h 2602730"/>
                <a:gd name="connsiteX9" fmla="*/ 1233714 w 3906909"/>
                <a:gd name="connsiteY9" fmla="*/ 2351314 h 2602730"/>
                <a:gd name="connsiteX10" fmla="*/ 1219200 w 3906909"/>
                <a:gd name="connsiteY10" fmla="*/ 2569028 h 2602730"/>
                <a:gd name="connsiteX11" fmla="*/ 580572 w 3906909"/>
                <a:gd name="connsiteY11" fmla="*/ 2046514 h 2602730"/>
                <a:gd name="connsiteX12" fmla="*/ 522514 w 3906909"/>
                <a:gd name="connsiteY12" fmla="*/ 2322285 h 2602730"/>
                <a:gd name="connsiteX13" fmla="*/ 261257 w 3906909"/>
                <a:gd name="connsiteY13" fmla="*/ 1828799 h 2602730"/>
                <a:gd name="connsiteX14" fmla="*/ 0 w 3906909"/>
                <a:gd name="connsiteY14" fmla="*/ 2220686 h 2602730"/>
                <a:gd name="connsiteX15" fmla="*/ 928914 w 3906909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02730"/>
                <a:gd name="connsiteX1" fmla="*/ 2873829 w 3880191"/>
                <a:gd name="connsiteY1" fmla="*/ 0 h 2602730"/>
                <a:gd name="connsiteX2" fmla="*/ 3712029 w 3880191"/>
                <a:gd name="connsiteY2" fmla="*/ 2280557 h 2602730"/>
                <a:gd name="connsiteX3" fmla="*/ 3586843 w 3880191"/>
                <a:gd name="connsiteY3" fmla="*/ 1984465 h 2602730"/>
                <a:gd name="connsiteX4" fmla="*/ 3243943 w 3880191"/>
                <a:gd name="connsiteY4" fmla="*/ 2091145 h 2602730"/>
                <a:gd name="connsiteX5" fmla="*/ 2676797 w 3880191"/>
                <a:gd name="connsiteY5" fmla="*/ 2249714 h 2602730"/>
                <a:gd name="connsiteX6" fmla="*/ 2177143 w 3880191"/>
                <a:gd name="connsiteY6" fmla="*/ 2365828 h 2602730"/>
                <a:gd name="connsiteX7" fmla="*/ 1872343 w 3880191"/>
                <a:gd name="connsiteY7" fmla="*/ 2481942 h 2602730"/>
                <a:gd name="connsiteX8" fmla="*/ 1843314 w 3880191"/>
                <a:gd name="connsiteY8" fmla="*/ 2598056 h 2602730"/>
                <a:gd name="connsiteX9" fmla="*/ 1233714 w 3880191"/>
                <a:gd name="connsiteY9" fmla="*/ 2351314 h 2602730"/>
                <a:gd name="connsiteX10" fmla="*/ 1219200 w 3880191"/>
                <a:gd name="connsiteY10" fmla="*/ 2569028 h 2602730"/>
                <a:gd name="connsiteX11" fmla="*/ 580572 w 3880191"/>
                <a:gd name="connsiteY11" fmla="*/ 2046514 h 2602730"/>
                <a:gd name="connsiteX12" fmla="*/ 522514 w 3880191"/>
                <a:gd name="connsiteY12" fmla="*/ 2322285 h 2602730"/>
                <a:gd name="connsiteX13" fmla="*/ 261257 w 3880191"/>
                <a:gd name="connsiteY13" fmla="*/ 1828799 h 2602730"/>
                <a:gd name="connsiteX14" fmla="*/ 0 w 3880191"/>
                <a:gd name="connsiteY14" fmla="*/ 2220686 h 2602730"/>
                <a:gd name="connsiteX15" fmla="*/ 928914 w 3880191"/>
                <a:gd name="connsiteY15" fmla="*/ 0 h 2602730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261257 w 3880191"/>
                <a:gd name="connsiteY13" fmla="*/ 18287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185057 w 3880191"/>
                <a:gd name="connsiteY13" fmla="*/ 18668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185057 w 3880191"/>
                <a:gd name="connsiteY13" fmla="*/ 18668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185057 w 3880191"/>
                <a:gd name="connsiteY13" fmla="*/ 18668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28914 w 3880191"/>
                <a:gd name="connsiteY0" fmla="*/ 0 h 2635685"/>
                <a:gd name="connsiteX1" fmla="*/ 2873829 w 3880191"/>
                <a:gd name="connsiteY1" fmla="*/ 0 h 2635685"/>
                <a:gd name="connsiteX2" fmla="*/ 3712029 w 3880191"/>
                <a:gd name="connsiteY2" fmla="*/ 2280557 h 2635685"/>
                <a:gd name="connsiteX3" fmla="*/ 3586843 w 3880191"/>
                <a:gd name="connsiteY3" fmla="*/ 1984465 h 2635685"/>
                <a:gd name="connsiteX4" fmla="*/ 3243943 w 3880191"/>
                <a:gd name="connsiteY4" fmla="*/ 2091145 h 2635685"/>
                <a:gd name="connsiteX5" fmla="*/ 2676797 w 3880191"/>
                <a:gd name="connsiteY5" fmla="*/ 2249714 h 2635685"/>
                <a:gd name="connsiteX6" fmla="*/ 2177143 w 3880191"/>
                <a:gd name="connsiteY6" fmla="*/ 2365828 h 2635685"/>
                <a:gd name="connsiteX7" fmla="*/ 1872343 w 3880191"/>
                <a:gd name="connsiteY7" fmla="*/ 2481942 h 2635685"/>
                <a:gd name="connsiteX8" fmla="*/ 1843314 w 3880191"/>
                <a:gd name="connsiteY8" fmla="*/ 2598056 h 2635685"/>
                <a:gd name="connsiteX9" fmla="*/ 1233714 w 3880191"/>
                <a:gd name="connsiteY9" fmla="*/ 2351314 h 2635685"/>
                <a:gd name="connsiteX10" fmla="*/ 1219200 w 3880191"/>
                <a:gd name="connsiteY10" fmla="*/ 2569028 h 2635685"/>
                <a:gd name="connsiteX11" fmla="*/ 580572 w 3880191"/>
                <a:gd name="connsiteY11" fmla="*/ 2046514 h 2635685"/>
                <a:gd name="connsiteX12" fmla="*/ 522514 w 3880191"/>
                <a:gd name="connsiteY12" fmla="*/ 2322285 h 2635685"/>
                <a:gd name="connsiteX13" fmla="*/ 185057 w 3880191"/>
                <a:gd name="connsiteY13" fmla="*/ 1866899 h 2635685"/>
                <a:gd name="connsiteX14" fmla="*/ 0 w 3880191"/>
                <a:gd name="connsiteY14" fmla="*/ 2220686 h 2635685"/>
                <a:gd name="connsiteX15" fmla="*/ 928914 w 3880191"/>
                <a:gd name="connsiteY15" fmla="*/ 0 h 2635685"/>
                <a:gd name="connsiteX0" fmla="*/ 995353 w 3946630"/>
                <a:gd name="connsiteY0" fmla="*/ 0 h 2635685"/>
                <a:gd name="connsiteX1" fmla="*/ 2940268 w 3946630"/>
                <a:gd name="connsiteY1" fmla="*/ 0 h 2635685"/>
                <a:gd name="connsiteX2" fmla="*/ 3778468 w 3946630"/>
                <a:gd name="connsiteY2" fmla="*/ 2280557 h 2635685"/>
                <a:gd name="connsiteX3" fmla="*/ 3653282 w 3946630"/>
                <a:gd name="connsiteY3" fmla="*/ 1984465 h 2635685"/>
                <a:gd name="connsiteX4" fmla="*/ 3310382 w 3946630"/>
                <a:gd name="connsiteY4" fmla="*/ 2091145 h 2635685"/>
                <a:gd name="connsiteX5" fmla="*/ 2743236 w 3946630"/>
                <a:gd name="connsiteY5" fmla="*/ 2249714 h 2635685"/>
                <a:gd name="connsiteX6" fmla="*/ 2243582 w 3946630"/>
                <a:gd name="connsiteY6" fmla="*/ 2365828 h 2635685"/>
                <a:gd name="connsiteX7" fmla="*/ 1938782 w 3946630"/>
                <a:gd name="connsiteY7" fmla="*/ 2481942 h 2635685"/>
                <a:gd name="connsiteX8" fmla="*/ 1909753 w 3946630"/>
                <a:gd name="connsiteY8" fmla="*/ 2598056 h 2635685"/>
                <a:gd name="connsiteX9" fmla="*/ 1300153 w 3946630"/>
                <a:gd name="connsiteY9" fmla="*/ 2351314 h 2635685"/>
                <a:gd name="connsiteX10" fmla="*/ 1285639 w 3946630"/>
                <a:gd name="connsiteY10" fmla="*/ 2569028 h 2635685"/>
                <a:gd name="connsiteX11" fmla="*/ 647011 w 3946630"/>
                <a:gd name="connsiteY11" fmla="*/ 2046514 h 2635685"/>
                <a:gd name="connsiteX12" fmla="*/ 588953 w 3946630"/>
                <a:gd name="connsiteY12" fmla="*/ 2322285 h 2635685"/>
                <a:gd name="connsiteX13" fmla="*/ 251496 w 3946630"/>
                <a:gd name="connsiteY13" fmla="*/ 1866899 h 2635685"/>
                <a:gd name="connsiteX14" fmla="*/ 66439 w 3946630"/>
                <a:gd name="connsiteY14" fmla="*/ 2220686 h 2635685"/>
                <a:gd name="connsiteX15" fmla="*/ 995353 w 3946630"/>
                <a:gd name="connsiteY15" fmla="*/ 0 h 2635685"/>
                <a:gd name="connsiteX0" fmla="*/ 1038631 w 3944188"/>
                <a:gd name="connsiteY0" fmla="*/ 0 h 2635685"/>
                <a:gd name="connsiteX1" fmla="*/ 2937826 w 3944188"/>
                <a:gd name="connsiteY1" fmla="*/ 0 h 2635685"/>
                <a:gd name="connsiteX2" fmla="*/ 3776026 w 3944188"/>
                <a:gd name="connsiteY2" fmla="*/ 2280557 h 2635685"/>
                <a:gd name="connsiteX3" fmla="*/ 3650840 w 3944188"/>
                <a:gd name="connsiteY3" fmla="*/ 1984465 h 2635685"/>
                <a:gd name="connsiteX4" fmla="*/ 3307940 w 3944188"/>
                <a:gd name="connsiteY4" fmla="*/ 2091145 h 2635685"/>
                <a:gd name="connsiteX5" fmla="*/ 2740794 w 3944188"/>
                <a:gd name="connsiteY5" fmla="*/ 2249714 h 2635685"/>
                <a:gd name="connsiteX6" fmla="*/ 2241140 w 3944188"/>
                <a:gd name="connsiteY6" fmla="*/ 2365828 h 2635685"/>
                <a:gd name="connsiteX7" fmla="*/ 1936340 w 3944188"/>
                <a:gd name="connsiteY7" fmla="*/ 2481942 h 2635685"/>
                <a:gd name="connsiteX8" fmla="*/ 1907311 w 3944188"/>
                <a:gd name="connsiteY8" fmla="*/ 2598056 h 2635685"/>
                <a:gd name="connsiteX9" fmla="*/ 1297711 w 3944188"/>
                <a:gd name="connsiteY9" fmla="*/ 2351314 h 2635685"/>
                <a:gd name="connsiteX10" fmla="*/ 1283197 w 3944188"/>
                <a:gd name="connsiteY10" fmla="*/ 2569028 h 2635685"/>
                <a:gd name="connsiteX11" fmla="*/ 644569 w 3944188"/>
                <a:gd name="connsiteY11" fmla="*/ 2046514 h 2635685"/>
                <a:gd name="connsiteX12" fmla="*/ 586511 w 3944188"/>
                <a:gd name="connsiteY12" fmla="*/ 2322285 h 2635685"/>
                <a:gd name="connsiteX13" fmla="*/ 249054 w 3944188"/>
                <a:gd name="connsiteY13" fmla="*/ 1866899 h 2635685"/>
                <a:gd name="connsiteX14" fmla="*/ 63997 w 3944188"/>
                <a:gd name="connsiteY14" fmla="*/ 2220686 h 2635685"/>
                <a:gd name="connsiteX15" fmla="*/ 1038631 w 3944188"/>
                <a:gd name="connsiteY15" fmla="*/ 0 h 2635685"/>
                <a:gd name="connsiteX0" fmla="*/ 1053509 w 3959066"/>
                <a:gd name="connsiteY0" fmla="*/ 0 h 2635685"/>
                <a:gd name="connsiteX1" fmla="*/ 2952704 w 3959066"/>
                <a:gd name="connsiteY1" fmla="*/ 0 h 2635685"/>
                <a:gd name="connsiteX2" fmla="*/ 3790904 w 3959066"/>
                <a:gd name="connsiteY2" fmla="*/ 2280557 h 2635685"/>
                <a:gd name="connsiteX3" fmla="*/ 3665718 w 3959066"/>
                <a:gd name="connsiteY3" fmla="*/ 1984465 h 2635685"/>
                <a:gd name="connsiteX4" fmla="*/ 3322818 w 3959066"/>
                <a:gd name="connsiteY4" fmla="*/ 2091145 h 2635685"/>
                <a:gd name="connsiteX5" fmla="*/ 2755672 w 3959066"/>
                <a:gd name="connsiteY5" fmla="*/ 2249714 h 2635685"/>
                <a:gd name="connsiteX6" fmla="*/ 2256018 w 3959066"/>
                <a:gd name="connsiteY6" fmla="*/ 2365828 h 2635685"/>
                <a:gd name="connsiteX7" fmla="*/ 1951218 w 3959066"/>
                <a:gd name="connsiteY7" fmla="*/ 2481942 h 2635685"/>
                <a:gd name="connsiteX8" fmla="*/ 1922189 w 3959066"/>
                <a:gd name="connsiteY8" fmla="*/ 2598056 h 2635685"/>
                <a:gd name="connsiteX9" fmla="*/ 1312589 w 3959066"/>
                <a:gd name="connsiteY9" fmla="*/ 2351314 h 2635685"/>
                <a:gd name="connsiteX10" fmla="*/ 1298075 w 3959066"/>
                <a:gd name="connsiteY10" fmla="*/ 2569028 h 2635685"/>
                <a:gd name="connsiteX11" fmla="*/ 659447 w 3959066"/>
                <a:gd name="connsiteY11" fmla="*/ 2046514 h 2635685"/>
                <a:gd name="connsiteX12" fmla="*/ 601389 w 3959066"/>
                <a:gd name="connsiteY12" fmla="*/ 2322285 h 2635685"/>
                <a:gd name="connsiteX13" fmla="*/ 263932 w 3959066"/>
                <a:gd name="connsiteY13" fmla="*/ 1866899 h 2635685"/>
                <a:gd name="connsiteX14" fmla="*/ 78875 w 3959066"/>
                <a:gd name="connsiteY14" fmla="*/ 2220686 h 2635685"/>
                <a:gd name="connsiteX15" fmla="*/ 1053509 w 3959066"/>
                <a:gd name="connsiteY15" fmla="*/ 0 h 2635685"/>
                <a:gd name="connsiteX0" fmla="*/ 1053509 w 3959066"/>
                <a:gd name="connsiteY0" fmla="*/ 0 h 2635685"/>
                <a:gd name="connsiteX1" fmla="*/ 2952704 w 3959066"/>
                <a:gd name="connsiteY1" fmla="*/ 0 h 2635685"/>
                <a:gd name="connsiteX2" fmla="*/ 3790904 w 3959066"/>
                <a:gd name="connsiteY2" fmla="*/ 2280557 h 2635685"/>
                <a:gd name="connsiteX3" fmla="*/ 3665718 w 3959066"/>
                <a:gd name="connsiteY3" fmla="*/ 1984465 h 2635685"/>
                <a:gd name="connsiteX4" fmla="*/ 3322818 w 3959066"/>
                <a:gd name="connsiteY4" fmla="*/ 2091145 h 2635685"/>
                <a:gd name="connsiteX5" fmla="*/ 2755672 w 3959066"/>
                <a:gd name="connsiteY5" fmla="*/ 2249714 h 2635685"/>
                <a:gd name="connsiteX6" fmla="*/ 2256018 w 3959066"/>
                <a:gd name="connsiteY6" fmla="*/ 2365828 h 2635685"/>
                <a:gd name="connsiteX7" fmla="*/ 1951218 w 3959066"/>
                <a:gd name="connsiteY7" fmla="*/ 2481942 h 2635685"/>
                <a:gd name="connsiteX8" fmla="*/ 1922189 w 3959066"/>
                <a:gd name="connsiteY8" fmla="*/ 2598056 h 2635685"/>
                <a:gd name="connsiteX9" fmla="*/ 1312589 w 3959066"/>
                <a:gd name="connsiteY9" fmla="*/ 2351314 h 2635685"/>
                <a:gd name="connsiteX10" fmla="*/ 1298075 w 3959066"/>
                <a:gd name="connsiteY10" fmla="*/ 2569028 h 2635685"/>
                <a:gd name="connsiteX11" fmla="*/ 659447 w 3959066"/>
                <a:gd name="connsiteY11" fmla="*/ 2046514 h 2635685"/>
                <a:gd name="connsiteX12" fmla="*/ 601389 w 3959066"/>
                <a:gd name="connsiteY12" fmla="*/ 2322285 h 2635685"/>
                <a:gd name="connsiteX13" fmla="*/ 263932 w 3959066"/>
                <a:gd name="connsiteY13" fmla="*/ 1866899 h 2635685"/>
                <a:gd name="connsiteX14" fmla="*/ 78875 w 3959066"/>
                <a:gd name="connsiteY14" fmla="*/ 2220686 h 2635685"/>
                <a:gd name="connsiteX15" fmla="*/ 1053509 w 3959066"/>
                <a:gd name="connsiteY15" fmla="*/ 0 h 2635685"/>
                <a:gd name="connsiteX0" fmla="*/ 1053509 w 3959066"/>
                <a:gd name="connsiteY0" fmla="*/ 0 h 2635685"/>
                <a:gd name="connsiteX1" fmla="*/ 2952704 w 3959066"/>
                <a:gd name="connsiteY1" fmla="*/ 0 h 2635685"/>
                <a:gd name="connsiteX2" fmla="*/ 3790904 w 3959066"/>
                <a:gd name="connsiteY2" fmla="*/ 2280557 h 2635685"/>
                <a:gd name="connsiteX3" fmla="*/ 3665718 w 3959066"/>
                <a:gd name="connsiteY3" fmla="*/ 1984465 h 2635685"/>
                <a:gd name="connsiteX4" fmla="*/ 3322818 w 3959066"/>
                <a:gd name="connsiteY4" fmla="*/ 2091145 h 2635685"/>
                <a:gd name="connsiteX5" fmla="*/ 2755672 w 3959066"/>
                <a:gd name="connsiteY5" fmla="*/ 2249714 h 2635685"/>
                <a:gd name="connsiteX6" fmla="*/ 2256018 w 3959066"/>
                <a:gd name="connsiteY6" fmla="*/ 2365828 h 2635685"/>
                <a:gd name="connsiteX7" fmla="*/ 1951218 w 3959066"/>
                <a:gd name="connsiteY7" fmla="*/ 2481942 h 2635685"/>
                <a:gd name="connsiteX8" fmla="*/ 1922189 w 3959066"/>
                <a:gd name="connsiteY8" fmla="*/ 2598056 h 2635685"/>
                <a:gd name="connsiteX9" fmla="*/ 1312589 w 3959066"/>
                <a:gd name="connsiteY9" fmla="*/ 2351314 h 2635685"/>
                <a:gd name="connsiteX10" fmla="*/ 1298075 w 3959066"/>
                <a:gd name="connsiteY10" fmla="*/ 2569028 h 2635685"/>
                <a:gd name="connsiteX11" fmla="*/ 659447 w 3959066"/>
                <a:gd name="connsiteY11" fmla="*/ 2046514 h 2635685"/>
                <a:gd name="connsiteX12" fmla="*/ 601389 w 3959066"/>
                <a:gd name="connsiteY12" fmla="*/ 2322285 h 2635685"/>
                <a:gd name="connsiteX13" fmla="*/ 263932 w 3959066"/>
                <a:gd name="connsiteY13" fmla="*/ 1866899 h 2635685"/>
                <a:gd name="connsiteX14" fmla="*/ 78875 w 3959066"/>
                <a:gd name="connsiteY14" fmla="*/ 2220686 h 2635685"/>
                <a:gd name="connsiteX15" fmla="*/ 1053509 w 3959066"/>
                <a:gd name="connsiteY15" fmla="*/ 0 h 2635685"/>
                <a:gd name="connsiteX0" fmla="*/ 2952704 w 3959066"/>
                <a:gd name="connsiteY0" fmla="*/ 0 h 2635685"/>
                <a:gd name="connsiteX1" fmla="*/ 3790904 w 3959066"/>
                <a:gd name="connsiteY1" fmla="*/ 2280557 h 2635685"/>
                <a:gd name="connsiteX2" fmla="*/ 3665718 w 3959066"/>
                <a:gd name="connsiteY2" fmla="*/ 1984465 h 2635685"/>
                <a:gd name="connsiteX3" fmla="*/ 3322818 w 3959066"/>
                <a:gd name="connsiteY3" fmla="*/ 2091145 h 2635685"/>
                <a:gd name="connsiteX4" fmla="*/ 2755672 w 3959066"/>
                <a:gd name="connsiteY4" fmla="*/ 2249714 h 2635685"/>
                <a:gd name="connsiteX5" fmla="*/ 2256018 w 3959066"/>
                <a:gd name="connsiteY5" fmla="*/ 2365828 h 2635685"/>
                <a:gd name="connsiteX6" fmla="*/ 1951218 w 3959066"/>
                <a:gd name="connsiteY6" fmla="*/ 2481942 h 2635685"/>
                <a:gd name="connsiteX7" fmla="*/ 1922189 w 3959066"/>
                <a:gd name="connsiteY7" fmla="*/ 2598056 h 2635685"/>
                <a:gd name="connsiteX8" fmla="*/ 1312589 w 3959066"/>
                <a:gd name="connsiteY8" fmla="*/ 2351314 h 2635685"/>
                <a:gd name="connsiteX9" fmla="*/ 1298075 w 3959066"/>
                <a:gd name="connsiteY9" fmla="*/ 2569028 h 2635685"/>
                <a:gd name="connsiteX10" fmla="*/ 659447 w 3959066"/>
                <a:gd name="connsiteY10" fmla="*/ 2046514 h 2635685"/>
                <a:gd name="connsiteX11" fmla="*/ 601389 w 3959066"/>
                <a:gd name="connsiteY11" fmla="*/ 2322285 h 2635685"/>
                <a:gd name="connsiteX12" fmla="*/ 263932 w 3959066"/>
                <a:gd name="connsiteY12" fmla="*/ 1866899 h 2635685"/>
                <a:gd name="connsiteX13" fmla="*/ 78875 w 3959066"/>
                <a:gd name="connsiteY13" fmla="*/ 2220686 h 2635685"/>
                <a:gd name="connsiteX14" fmla="*/ 1053509 w 3959066"/>
                <a:gd name="connsiteY14" fmla="*/ 0 h 2635685"/>
                <a:gd name="connsiteX15" fmla="*/ 3044144 w 3959066"/>
                <a:gd name="connsiteY15" fmla="*/ 91440 h 2635685"/>
                <a:gd name="connsiteX0" fmla="*/ 2952704 w 3959066"/>
                <a:gd name="connsiteY0" fmla="*/ 0 h 2635685"/>
                <a:gd name="connsiteX1" fmla="*/ 3790904 w 3959066"/>
                <a:gd name="connsiteY1" fmla="*/ 2280557 h 2635685"/>
                <a:gd name="connsiteX2" fmla="*/ 3665718 w 3959066"/>
                <a:gd name="connsiteY2" fmla="*/ 1984465 h 2635685"/>
                <a:gd name="connsiteX3" fmla="*/ 3322818 w 3959066"/>
                <a:gd name="connsiteY3" fmla="*/ 2091145 h 2635685"/>
                <a:gd name="connsiteX4" fmla="*/ 2755672 w 3959066"/>
                <a:gd name="connsiteY4" fmla="*/ 2249714 h 2635685"/>
                <a:gd name="connsiteX5" fmla="*/ 2256018 w 3959066"/>
                <a:gd name="connsiteY5" fmla="*/ 2365828 h 2635685"/>
                <a:gd name="connsiteX6" fmla="*/ 1951218 w 3959066"/>
                <a:gd name="connsiteY6" fmla="*/ 2481942 h 2635685"/>
                <a:gd name="connsiteX7" fmla="*/ 1922189 w 3959066"/>
                <a:gd name="connsiteY7" fmla="*/ 2598056 h 2635685"/>
                <a:gd name="connsiteX8" fmla="*/ 1312589 w 3959066"/>
                <a:gd name="connsiteY8" fmla="*/ 2351314 h 2635685"/>
                <a:gd name="connsiteX9" fmla="*/ 1298075 w 3959066"/>
                <a:gd name="connsiteY9" fmla="*/ 2569028 h 2635685"/>
                <a:gd name="connsiteX10" fmla="*/ 659447 w 3959066"/>
                <a:gd name="connsiteY10" fmla="*/ 2046514 h 2635685"/>
                <a:gd name="connsiteX11" fmla="*/ 601389 w 3959066"/>
                <a:gd name="connsiteY11" fmla="*/ 2322285 h 2635685"/>
                <a:gd name="connsiteX12" fmla="*/ 263932 w 3959066"/>
                <a:gd name="connsiteY12" fmla="*/ 1866899 h 2635685"/>
                <a:gd name="connsiteX13" fmla="*/ 78875 w 3959066"/>
                <a:gd name="connsiteY13" fmla="*/ 2220686 h 2635685"/>
                <a:gd name="connsiteX14" fmla="*/ 1053509 w 3959066"/>
                <a:gd name="connsiteY14" fmla="*/ 0 h 2635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959066" h="2635685">
                  <a:moveTo>
                    <a:pt x="2952704" y="0"/>
                  </a:moveTo>
                  <a:cubicBezTo>
                    <a:pt x="3463244" y="333466"/>
                    <a:pt x="4324304" y="1428931"/>
                    <a:pt x="3790904" y="2280557"/>
                  </a:cubicBezTo>
                  <a:cubicBezTo>
                    <a:pt x="3712890" y="2274751"/>
                    <a:pt x="3703092" y="1781084"/>
                    <a:pt x="3665718" y="1984465"/>
                  </a:cubicBezTo>
                  <a:cubicBezTo>
                    <a:pt x="3620724" y="2149746"/>
                    <a:pt x="3353842" y="2662887"/>
                    <a:pt x="3322818" y="2091145"/>
                  </a:cubicBezTo>
                  <a:cubicBezTo>
                    <a:pt x="3246074" y="2189963"/>
                    <a:pt x="2869972" y="2692884"/>
                    <a:pt x="2755672" y="2249714"/>
                  </a:cubicBezTo>
                  <a:cubicBezTo>
                    <a:pt x="2656612" y="2347564"/>
                    <a:pt x="2436237" y="2752634"/>
                    <a:pt x="2256018" y="2365828"/>
                  </a:cubicBezTo>
                  <a:cubicBezTo>
                    <a:pt x="2151999" y="2481942"/>
                    <a:pt x="2149217" y="2585719"/>
                    <a:pt x="1951218" y="2481942"/>
                  </a:cubicBezTo>
                  <a:cubicBezTo>
                    <a:pt x="1897999" y="2576285"/>
                    <a:pt x="1936461" y="2533588"/>
                    <a:pt x="1922189" y="2598056"/>
                  </a:cubicBezTo>
                  <a:cubicBezTo>
                    <a:pt x="1778377" y="2700624"/>
                    <a:pt x="1531997" y="2585357"/>
                    <a:pt x="1312589" y="2351314"/>
                  </a:cubicBezTo>
                  <a:cubicBezTo>
                    <a:pt x="1230341" y="2460171"/>
                    <a:pt x="1339683" y="2581002"/>
                    <a:pt x="1298075" y="2569028"/>
                  </a:cubicBezTo>
                  <a:cubicBezTo>
                    <a:pt x="1088827" y="2640874"/>
                    <a:pt x="783181" y="2120174"/>
                    <a:pt x="659447" y="2046514"/>
                  </a:cubicBezTo>
                  <a:cubicBezTo>
                    <a:pt x="581433" y="2140494"/>
                    <a:pt x="676379" y="2390018"/>
                    <a:pt x="601389" y="2322285"/>
                  </a:cubicBezTo>
                  <a:cubicBezTo>
                    <a:pt x="450199" y="2338372"/>
                    <a:pt x="389481" y="1843192"/>
                    <a:pt x="263932" y="1866899"/>
                  </a:cubicBezTo>
                  <a:cubicBezTo>
                    <a:pt x="202246" y="1984828"/>
                    <a:pt x="239621" y="2262777"/>
                    <a:pt x="78875" y="2220686"/>
                  </a:cubicBezTo>
                  <a:cubicBezTo>
                    <a:pt x="-243947" y="1236617"/>
                    <a:pt x="492411" y="366849"/>
                    <a:pt x="1053509" y="0"/>
                  </a:cubicBezTo>
                </a:path>
              </a:pathLst>
            </a:custGeom>
            <a:solidFill>
              <a:srgbClr val="EFA1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DD69AF7-FDDA-435D-8856-80AEDBD382D7}"/>
                </a:ext>
              </a:extLst>
            </p:cNvPr>
            <p:cNvGrpSpPr/>
            <p:nvPr/>
          </p:nvGrpSpPr>
          <p:grpSpPr>
            <a:xfrm flipH="1">
              <a:off x="7513514" y="3510818"/>
              <a:ext cx="679856" cy="1007091"/>
              <a:chOff x="2799804" y="3644228"/>
              <a:chExt cx="727168" cy="1077175"/>
            </a:xfrm>
            <a:solidFill>
              <a:srgbClr val="FBDFD2"/>
            </a:solidFill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ECD8DEF-BE0C-4938-A253-FC2D57F11E80}"/>
                  </a:ext>
                </a:extLst>
              </p:cNvPr>
              <p:cNvSpPr/>
              <p:nvPr/>
            </p:nvSpPr>
            <p:spPr>
              <a:xfrm>
                <a:off x="2799804" y="3644228"/>
                <a:ext cx="727168" cy="1077175"/>
              </a:xfrm>
              <a:custGeom>
                <a:avLst/>
                <a:gdLst>
                  <a:gd name="connsiteX0" fmla="*/ 0 w 58058"/>
                  <a:gd name="connsiteY0" fmla="*/ 0 h 870857"/>
                  <a:gd name="connsiteX1" fmla="*/ 58058 w 58058"/>
                  <a:gd name="connsiteY1" fmla="*/ 870857 h 870857"/>
                  <a:gd name="connsiteX2" fmla="*/ 58058 w 58058"/>
                  <a:gd name="connsiteY2" fmla="*/ 870857 h 870857"/>
                  <a:gd name="connsiteX0" fmla="*/ 445370 w 503428"/>
                  <a:gd name="connsiteY0" fmla="*/ 193827 h 1064684"/>
                  <a:gd name="connsiteX1" fmla="*/ 503428 w 503428"/>
                  <a:gd name="connsiteY1" fmla="*/ 1064684 h 1064684"/>
                  <a:gd name="connsiteX2" fmla="*/ 503428 w 503428"/>
                  <a:gd name="connsiteY2" fmla="*/ 1064684 h 1064684"/>
                  <a:gd name="connsiteX0" fmla="*/ 677421 w 735479"/>
                  <a:gd name="connsiteY0" fmla="*/ 160317 h 1035724"/>
                  <a:gd name="connsiteX1" fmla="*/ 735479 w 735479"/>
                  <a:gd name="connsiteY1" fmla="*/ 1031174 h 1035724"/>
                  <a:gd name="connsiteX2" fmla="*/ 735479 w 735479"/>
                  <a:gd name="connsiteY2" fmla="*/ 1031174 h 1035724"/>
                  <a:gd name="connsiteX0" fmla="*/ 625567 w 683625"/>
                  <a:gd name="connsiteY0" fmla="*/ 202057 h 1077175"/>
                  <a:gd name="connsiteX1" fmla="*/ 683625 w 683625"/>
                  <a:gd name="connsiteY1" fmla="*/ 1072914 h 1077175"/>
                  <a:gd name="connsiteX2" fmla="*/ 683625 w 683625"/>
                  <a:gd name="connsiteY2" fmla="*/ 1072914 h 1077175"/>
                  <a:gd name="connsiteX0" fmla="*/ 625567 w 727168"/>
                  <a:gd name="connsiteY0" fmla="*/ 202057 h 1077175"/>
                  <a:gd name="connsiteX1" fmla="*/ 683625 w 727168"/>
                  <a:gd name="connsiteY1" fmla="*/ 1072914 h 1077175"/>
                  <a:gd name="connsiteX2" fmla="*/ 727168 w 727168"/>
                  <a:gd name="connsiteY2" fmla="*/ 1029371 h 1077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27168" h="1077175">
                    <a:moveTo>
                      <a:pt x="625567" y="202057"/>
                    </a:moveTo>
                    <a:cubicBezTo>
                      <a:pt x="-269479" y="-581714"/>
                      <a:pt x="-163042" y="1174514"/>
                      <a:pt x="683625" y="1072914"/>
                    </a:cubicBezTo>
                    <a:lnTo>
                      <a:pt x="727168" y="1029371"/>
                    </a:ln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F4A3068-12B8-4523-8F88-2290745D42AD}"/>
                  </a:ext>
                </a:extLst>
              </p:cNvPr>
              <p:cNvSpPr/>
              <p:nvPr/>
            </p:nvSpPr>
            <p:spPr>
              <a:xfrm>
                <a:off x="2989720" y="3950088"/>
                <a:ext cx="392110" cy="493098"/>
              </a:xfrm>
              <a:custGeom>
                <a:avLst/>
                <a:gdLst>
                  <a:gd name="connsiteX0" fmla="*/ 0 w 377372"/>
                  <a:gd name="connsiteY0" fmla="*/ 0 h 101600"/>
                  <a:gd name="connsiteX1" fmla="*/ 377372 w 377372"/>
                  <a:gd name="connsiteY1" fmla="*/ 101600 h 101600"/>
                  <a:gd name="connsiteX2" fmla="*/ 377372 w 377372"/>
                  <a:gd name="connsiteY2" fmla="*/ 101600 h 101600"/>
                  <a:gd name="connsiteX0" fmla="*/ 0 w 358322"/>
                  <a:gd name="connsiteY0" fmla="*/ 0 h 53975"/>
                  <a:gd name="connsiteX1" fmla="*/ 358322 w 358322"/>
                  <a:gd name="connsiteY1" fmla="*/ 53975 h 53975"/>
                  <a:gd name="connsiteX2" fmla="*/ 358322 w 358322"/>
                  <a:gd name="connsiteY2" fmla="*/ 53975 h 53975"/>
                  <a:gd name="connsiteX0" fmla="*/ 0 w 358322"/>
                  <a:gd name="connsiteY0" fmla="*/ 211072 h 265047"/>
                  <a:gd name="connsiteX1" fmla="*/ 358322 w 358322"/>
                  <a:gd name="connsiteY1" fmla="*/ 265047 h 265047"/>
                  <a:gd name="connsiteX2" fmla="*/ 358322 w 358322"/>
                  <a:gd name="connsiteY2" fmla="*/ 265047 h 265047"/>
                  <a:gd name="connsiteX0" fmla="*/ 39498 w 397820"/>
                  <a:gd name="connsiteY0" fmla="*/ 189953 h 243928"/>
                  <a:gd name="connsiteX1" fmla="*/ 397820 w 397820"/>
                  <a:gd name="connsiteY1" fmla="*/ 243928 h 243928"/>
                  <a:gd name="connsiteX2" fmla="*/ 397820 w 397820"/>
                  <a:gd name="connsiteY2" fmla="*/ 243928 h 243928"/>
                  <a:gd name="connsiteX0" fmla="*/ 34289 w 392611"/>
                  <a:gd name="connsiteY0" fmla="*/ 237822 h 291797"/>
                  <a:gd name="connsiteX1" fmla="*/ 392611 w 392611"/>
                  <a:gd name="connsiteY1" fmla="*/ 291797 h 291797"/>
                  <a:gd name="connsiteX2" fmla="*/ 392611 w 392611"/>
                  <a:gd name="connsiteY2" fmla="*/ 291797 h 291797"/>
                  <a:gd name="connsiteX0" fmla="*/ 33788 w 392110"/>
                  <a:gd name="connsiteY0" fmla="*/ 248623 h 302598"/>
                  <a:gd name="connsiteX1" fmla="*/ 392110 w 392110"/>
                  <a:gd name="connsiteY1" fmla="*/ 302598 h 302598"/>
                  <a:gd name="connsiteX2" fmla="*/ 392110 w 392110"/>
                  <a:gd name="connsiteY2" fmla="*/ 302598 h 302598"/>
                  <a:gd name="connsiteX0" fmla="*/ 33788 w 392110"/>
                  <a:gd name="connsiteY0" fmla="*/ 248623 h 493098"/>
                  <a:gd name="connsiteX1" fmla="*/ 392110 w 392110"/>
                  <a:gd name="connsiteY1" fmla="*/ 302598 h 493098"/>
                  <a:gd name="connsiteX2" fmla="*/ 296860 w 392110"/>
                  <a:gd name="connsiteY2" fmla="*/ 493098 h 493098"/>
                  <a:gd name="connsiteX0" fmla="*/ 33788 w 392110"/>
                  <a:gd name="connsiteY0" fmla="*/ 248623 h 493098"/>
                  <a:gd name="connsiteX1" fmla="*/ 392110 w 392110"/>
                  <a:gd name="connsiteY1" fmla="*/ 302598 h 493098"/>
                  <a:gd name="connsiteX2" fmla="*/ 296860 w 392110"/>
                  <a:gd name="connsiteY2" fmla="*/ 493098 h 49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2110" h="493098">
                    <a:moveTo>
                      <a:pt x="33788" y="248623"/>
                    </a:moveTo>
                    <a:cubicBezTo>
                      <a:pt x="-132521" y="-200110"/>
                      <a:pt x="367919" y="46481"/>
                      <a:pt x="392110" y="302598"/>
                    </a:cubicBezTo>
                    <a:cubicBezTo>
                      <a:pt x="360360" y="366098"/>
                      <a:pt x="147635" y="286723"/>
                      <a:pt x="296860" y="493098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" name="ttsMP3.com_VoiceText_2025-4-23_21-21-15">
            <a:hlinkClick r:id="" action="ppaction://media"/>
            <a:extLst>
              <a:ext uri="{FF2B5EF4-FFF2-40B4-BE49-F238E27FC236}">
                <a16:creationId xmlns:a16="http://schemas.microsoft.com/office/drawing/2014/main" id="{DBA59A4D-8BC6-44A3-89B7-396F8E1886E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1491" y="2531951"/>
            <a:ext cx="609600" cy="609600"/>
          </a:xfrm>
          <a:prstGeom prst="rect">
            <a:avLst/>
          </a:prstGeom>
        </p:spPr>
      </p:pic>
      <p:pic>
        <p:nvPicPr>
          <p:cNvPr id="68" name="1sec">
            <a:hlinkClick r:id="" action="ppaction://media"/>
            <a:extLst>
              <a:ext uri="{FF2B5EF4-FFF2-40B4-BE49-F238E27FC236}">
                <a16:creationId xmlns:a16="http://schemas.microsoft.com/office/drawing/2014/main" id="{02C3EFCC-4372-4576-BC42-CB15BB52EEB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711833" y="2502447"/>
            <a:ext cx="609600" cy="609600"/>
          </a:xfrm>
          <a:prstGeom prst="rect">
            <a:avLst/>
          </a:prstGeom>
        </p:spPr>
      </p:pic>
      <p:pic>
        <p:nvPicPr>
          <p:cNvPr id="3" name="ttsMP3.com_VoiceText_2025-4-23_21-23-0">
            <a:hlinkClick r:id="" action="ppaction://media"/>
            <a:extLst>
              <a:ext uri="{FF2B5EF4-FFF2-40B4-BE49-F238E27FC236}">
                <a16:creationId xmlns:a16="http://schemas.microsoft.com/office/drawing/2014/main" id="{99550680-3112-4BAC-80AE-FBD8EF696E9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595440" y="2420712"/>
            <a:ext cx="609600" cy="609600"/>
          </a:xfrm>
          <a:prstGeom prst="rect">
            <a:avLst/>
          </a:prstGeom>
        </p:spPr>
      </p:pic>
      <p:pic>
        <p:nvPicPr>
          <p:cNvPr id="71" name="1sec">
            <a:hlinkClick r:id="" action="ppaction://media"/>
            <a:extLst>
              <a:ext uri="{FF2B5EF4-FFF2-40B4-BE49-F238E27FC236}">
                <a16:creationId xmlns:a16="http://schemas.microsoft.com/office/drawing/2014/main" id="{28E23275-65CB-4506-8BB1-2CD67DCD66F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341663" y="2570941"/>
            <a:ext cx="609600" cy="609600"/>
          </a:xfrm>
          <a:prstGeom prst="rect">
            <a:avLst/>
          </a:prstGeom>
        </p:spPr>
      </p:pic>
      <p:pic>
        <p:nvPicPr>
          <p:cNvPr id="72" name="1sec">
            <a:hlinkClick r:id="" action="ppaction://media"/>
            <a:extLst>
              <a:ext uri="{FF2B5EF4-FFF2-40B4-BE49-F238E27FC236}">
                <a16:creationId xmlns:a16="http://schemas.microsoft.com/office/drawing/2014/main" id="{F2393622-FB58-4EAF-A886-794949544FF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104238" y="255158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3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8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3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68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216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272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8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1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Rectangle: Rounded Corners 506">
            <a:extLst>
              <a:ext uri="{FF2B5EF4-FFF2-40B4-BE49-F238E27FC236}">
                <a16:creationId xmlns:a16="http://schemas.microsoft.com/office/drawing/2014/main" id="{F1EA6ECC-FA2B-4B3E-90B2-383E568446FB}"/>
              </a:ext>
            </a:extLst>
          </p:cNvPr>
          <p:cNvSpPr/>
          <p:nvPr/>
        </p:nvSpPr>
        <p:spPr>
          <a:xfrm>
            <a:off x="2813955" y="1713573"/>
            <a:ext cx="3921534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F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15054"/>
                </a:solidFill>
              </a:rPr>
              <a:t>e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v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15054"/>
                </a:solidFill>
              </a:rPr>
              <a:t>e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508" name="Rectangle: Rounded Corners 507">
            <a:extLst>
              <a:ext uri="{FF2B5EF4-FFF2-40B4-BE49-F238E27FC236}">
                <a16:creationId xmlns:a16="http://schemas.microsoft.com/office/drawing/2014/main" id="{F270F2AD-E03A-4158-AE6E-64AFBCC703D9}"/>
              </a:ext>
            </a:extLst>
          </p:cNvPr>
          <p:cNvSpPr/>
          <p:nvPr/>
        </p:nvSpPr>
        <p:spPr>
          <a:xfrm>
            <a:off x="104483" y="1709692"/>
            <a:ext cx="2420821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15054"/>
                </a:solidFill>
              </a:rPr>
              <a:t>e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-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15054"/>
                </a:solidFill>
              </a:rPr>
              <a:t>e</a:t>
            </a:r>
          </a:p>
        </p:txBody>
      </p: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09F4B5B7-8211-46E4-8408-C5BBC313EEA4}"/>
              </a:ext>
            </a:extLst>
          </p:cNvPr>
          <p:cNvGrpSpPr/>
          <p:nvPr/>
        </p:nvGrpSpPr>
        <p:grpSpPr>
          <a:xfrm>
            <a:off x="6735489" y="348375"/>
            <a:ext cx="5161677" cy="6161250"/>
            <a:chOff x="1877132" y="-195650"/>
            <a:chExt cx="2262224" cy="2700310"/>
          </a:xfrm>
        </p:grpSpPr>
        <p:sp>
          <p:nvSpPr>
            <p:cNvPr id="515" name="Oval 514">
              <a:extLst>
                <a:ext uri="{FF2B5EF4-FFF2-40B4-BE49-F238E27FC236}">
                  <a16:creationId xmlns:a16="http://schemas.microsoft.com/office/drawing/2014/main" id="{0F89DF17-B34E-4844-AE9C-17A5971E99D0}"/>
                </a:ext>
              </a:extLst>
            </p:cNvPr>
            <p:cNvSpPr/>
            <p:nvPr/>
          </p:nvSpPr>
          <p:spPr>
            <a:xfrm>
              <a:off x="2080592" y="649356"/>
              <a:ext cx="1855304" cy="1855304"/>
            </a:xfrm>
            <a:prstGeom prst="ellipse">
              <a:avLst/>
            </a:prstGeom>
            <a:solidFill>
              <a:srgbClr val="FBE4D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6" name="Arc 515">
              <a:extLst>
                <a:ext uri="{FF2B5EF4-FFF2-40B4-BE49-F238E27FC236}">
                  <a16:creationId xmlns:a16="http://schemas.microsoft.com/office/drawing/2014/main" id="{DD251980-D9C2-4CB6-9E4F-9700360E1DB9}"/>
                </a:ext>
              </a:extLst>
            </p:cNvPr>
            <p:cNvSpPr/>
            <p:nvPr/>
          </p:nvSpPr>
          <p:spPr>
            <a:xfrm rot="18247204">
              <a:off x="2795402" y="2014168"/>
              <a:ext cx="476349" cy="476349"/>
            </a:xfrm>
            <a:prstGeom prst="arc">
              <a:avLst>
                <a:gd name="adj1" fmla="val 16200000"/>
                <a:gd name="adj2" fmla="val 1423724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3D57FDDC-FD7D-4669-A870-8127523A45E8}"/>
                </a:ext>
              </a:extLst>
            </p:cNvPr>
            <p:cNvSpPr/>
            <p:nvPr/>
          </p:nvSpPr>
          <p:spPr>
            <a:xfrm>
              <a:off x="2927350" y="1619250"/>
              <a:ext cx="47080" cy="281808"/>
            </a:xfrm>
            <a:custGeom>
              <a:avLst/>
              <a:gdLst>
                <a:gd name="connsiteX0" fmla="*/ 38100 w 47080"/>
                <a:gd name="connsiteY0" fmla="*/ 0 h 281808"/>
                <a:gd name="connsiteX1" fmla="*/ 44450 w 47080"/>
                <a:gd name="connsiteY1" fmla="*/ 190500 h 281808"/>
                <a:gd name="connsiteX2" fmla="*/ 0 w 47080"/>
                <a:gd name="connsiteY2" fmla="*/ 273050 h 281808"/>
                <a:gd name="connsiteX3" fmla="*/ 44450 w 47080"/>
                <a:gd name="connsiteY3" fmla="*/ 279400 h 281808"/>
                <a:gd name="connsiteX4" fmla="*/ 44450 w 47080"/>
                <a:gd name="connsiteY4" fmla="*/ 279400 h 281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80" h="281808">
                  <a:moveTo>
                    <a:pt x="38100" y="0"/>
                  </a:moveTo>
                  <a:cubicBezTo>
                    <a:pt x="44450" y="72496"/>
                    <a:pt x="50800" y="144992"/>
                    <a:pt x="44450" y="190500"/>
                  </a:cubicBezTo>
                  <a:cubicBezTo>
                    <a:pt x="38100" y="236008"/>
                    <a:pt x="0" y="258233"/>
                    <a:pt x="0" y="273050"/>
                  </a:cubicBezTo>
                  <a:cubicBezTo>
                    <a:pt x="0" y="287867"/>
                    <a:pt x="44450" y="279400"/>
                    <a:pt x="44450" y="279400"/>
                  </a:cubicBezTo>
                  <a:lnTo>
                    <a:pt x="44450" y="279400"/>
                  </a:ln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18" name="Group 517">
              <a:extLst>
                <a:ext uri="{FF2B5EF4-FFF2-40B4-BE49-F238E27FC236}">
                  <a16:creationId xmlns:a16="http://schemas.microsoft.com/office/drawing/2014/main" id="{7300138E-98E5-4764-A2AE-00FF5295F092}"/>
                </a:ext>
              </a:extLst>
            </p:cNvPr>
            <p:cNvGrpSpPr/>
            <p:nvPr/>
          </p:nvGrpSpPr>
          <p:grpSpPr>
            <a:xfrm>
              <a:off x="1991339" y="-195650"/>
              <a:ext cx="632059" cy="963612"/>
              <a:chOff x="2018019" y="0"/>
              <a:chExt cx="632059" cy="963612"/>
            </a:xfrm>
          </p:grpSpPr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585649D2-F484-43D2-931C-EA758C026BFC}"/>
                  </a:ext>
                </a:extLst>
              </p:cNvPr>
              <p:cNvSpPr/>
              <p:nvPr/>
            </p:nvSpPr>
            <p:spPr>
              <a:xfrm>
                <a:off x="2018019" y="381000"/>
                <a:ext cx="90189" cy="582612"/>
              </a:xfrm>
              <a:custGeom>
                <a:avLst/>
                <a:gdLst>
                  <a:gd name="connsiteX0" fmla="*/ 0 w 19050"/>
                  <a:gd name="connsiteY0" fmla="*/ 0 h 596900"/>
                  <a:gd name="connsiteX1" fmla="*/ 19050 w 19050"/>
                  <a:gd name="connsiteY1" fmla="*/ 596900 h 596900"/>
                  <a:gd name="connsiteX2" fmla="*/ 19050 w 19050"/>
                  <a:gd name="connsiteY2" fmla="*/ 596900 h 596900"/>
                  <a:gd name="connsiteX0" fmla="*/ 63679 w 82729"/>
                  <a:gd name="connsiteY0" fmla="*/ 0 h 596900"/>
                  <a:gd name="connsiteX1" fmla="*/ 179 w 82729"/>
                  <a:gd name="connsiteY1" fmla="*/ 412750 h 596900"/>
                  <a:gd name="connsiteX2" fmla="*/ 82729 w 82729"/>
                  <a:gd name="connsiteY2" fmla="*/ 596900 h 596900"/>
                  <a:gd name="connsiteX3" fmla="*/ 82729 w 82729"/>
                  <a:gd name="connsiteY3" fmla="*/ 596900 h 596900"/>
                  <a:gd name="connsiteX0" fmla="*/ 75030 w 94080"/>
                  <a:gd name="connsiteY0" fmla="*/ 0 h 596900"/>
                  <a:gd name="connsiteX1" fmla="*/ 5181 w 94080"/>
                  <a:gd name="connsiteY1" fmla="*/ 152400 h 596900"/>
                  <a:gd name="connsiteX2" fmla="*/ 11530 w 94080"/>
                  <a:gd name="connsiteY2" fmla="*/ 412750 h 596900"/>
                  <a:gd name="connsiteX3" fmla="*/ 94080 w 94080"/>
                  <a:gd name="connsiteY3" fmla="*/ 596900 h 596900"/>
                  <a:gd name="connsiteX4" fmla="*/ 94080 w 94080"/>
                  <a:gd name="connsiteY4" fmla="*/ 596900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5" fmla="*/ 90180 w 90189"/>
                  <a:gd name="connsiteY5" fmla="*/ 596900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5" fmla="*/ 90180 w 90189"/>
                  <a:gd name="connsiteY5" fmla="*/ 596900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5" fmla="*/ 66367 w 90189"/>
                  <a:gd name="connsiteY5" fmla="*/ 584994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0" fmla="*/ 71130 w 90189"/>
                  <a:gd name="connsiteY0" fmla="*/ 0 h 582612"/>
                  <a:gd name="connsiteX1" fmla="*/ 1281 w 90189"/>
                  <a:gd name="connsiteY1" fmla="*/ 152400 h 582612"/>
                  <a:gd name="connsiteX2" fmla="*/ 90181 w 90189"/>
                  <a:gd name="connsiteY2" fmla="*/ 292100 h 582612"/>
                  <a:gd name="connsiteX3" fmla="*/ 7630 w 90189"/>
                  <a:gd name="connsiteY3" fmla="*/ 412750 h 582612"/>
                  <a:gd name="connsiteX4" fmla="*/ 66368 w 90189"/>
                  <a:gd name="connsiteY4" fmla="*/ 582612 h 582612"/>
                  <a:gd name="connsiteX0" fmla="*/ 71130 w 90189"/>
                  <a:gd name="connsiteY0" fmla="*/ 0 h 582612"/>
                  <a:gd name="connsiteX1" fmla="*/ 1281 w 90189"/>
                  <a:gd name="connsiteY1" fmla="*/ 152400 h 582612"/>
                  <a:gd name="connsiteX2" fmla="*/ 90181 w 90189"/>
                  <a:gd name="connsiteY2" fmla="*/ 292100 h 582612"/>
                  <a:gd name="connsiteX3" fmla="*/ 7630 w 90189"/>
                  <a:gd name="connsiteY3" fmla="*/ 412750 h 582612"/>
                  <a:gd name="connsiteX4" fmla="*/ 66368 w 90189"/>
                  <a:gd name="connsiteY4" fmla="*/ 582612 h 582612"/>
                  <a:gd name="connsiteX0" fmla="*/ 71130 w 90189"/>
                  <a:gd name="connsiteY0" fmla="*/ 0 h 582612"/>
                  <a:gd name="connsiteX1" fmla="*/ 1281 w 90189"/>
                  <a:gd name="connsiteY1" fmla="*/ 152400 h 582612"/>
                  <a:gd name="connsiteX2" fmla="*/ 90181 w 90189"/>
                  <a:gd name="connsiteY2" fmla="*/ 292100 h 582612"/>
                  <a:gd name="connsiteX3" fmla="*/ 7630 w 90189"/>
                  <a:gd name="connsiteY3" fmla="*/ 412750 h 582612"/>
                  <a:gd name="connsiteX4" fmla="*/ 66368 w 90189"/>
                  <a:gd name="connsiteY4" fmla="*/ 582612 h 582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189" h="582612">
                    <a:moveTo>
                      <a:pt x="71130" y="0"/>
                    </a:moveTo>
                    <a:cubicBezTo>
                      <a:pt x="71924" y="72496"/>
                      <a:pt x="11864" y="83608"/>
                      <a:pt x="1281" y="152400"/>
                    </a:cubicBezTo>
                    <a:cubicBezTo>
                      <a:pt x="-12477" y="200025"/>
                      <a:pt x="89123" y="248708"/>
                      <a:pt x="90181" y="292100"/>
                    </a:cubicBezTo>
                    <a:cubicBezTo>
                      <a:pt x="91239" y="335492"/>
                      <a:pt x="-9303" y="360892"/>
                      <a:pt x="7630" y="412750"/>
                    </a:cubicBezTo>
                    <a:cubicBezTo>
                      <a:pt x="6572" y="497946"/>
                      <a:pt x="105526" y="492654"/>
                      <a:pt x="66368" y="58261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E722058B-8D80-4E48-B046-B57BB9E23AE5}"/>
                  </a:ext>
                </a:extLst>
              </p:cNvPr>
              <p:cNvSpPr/>
              <p:nvPr/>
            </p:nvSpPr>
            <p:spPr>
              <a:xfrm>
                <a:off x="2288954" y="28575"/>
                <a:ext cx="90189" cy="692944"/>
              </a:xfrm>
              <a:custGeom>
                <a:avLst/>
                <a:gdLst>
                  <a:gd name="connsiteX0" fmla="*/ 0 w 19050"/>
                  <a:gd name="connsiteY0" fmla="*/ 0 h 596900"/>
                  <a:gd name="connsiteX1" fmla="*/ 19050 w 19050"/>
                  <a:gd name="connsiteY1" fmla="*/ 596900 h 596900"/>
                  <a:gd name="connsiteX2" fmla="*/ 19050 w 19050"/>
                  <a:gd name="connsiteY2" fmla="*/ 596900 h 596900"/>
                  <a:gd name="connsiteX0" fmla="*/ 63679 w 82729"/>
                  <a:gd name="connsiteY0" fmla="*/ 0 h 596900"/>
                  <a:gd name="connsiteX1" fmla="*/ 179 w 82729"/>
                  <a:gd name="connsiteY1" fmla="*/ 412750 h 596900"/>
                  <a:gd name="connsiteX2" fmla="*/ 82729 w 82729"/>
                  <a:gd name="connsiteY2" fmla="*/ 596900 h 596900"/>
                  <a:gd name="connsiteX3" fmla="*/ 82729 w 82729"/>
                  <a:gd name="connsiteY3" fmla="*/ 596900 h 596900"/>
                  <a:gd name="connsiteX0" fmla="*/ 75030 w 94080"/>
                  <a:gd name="connsiteY0" fmla="*/ 0 h 596900"/>
                  <a:gd name="connsiteX1" fmla="*/ 5181 w 94080"/>
                  <a:gd name="connsiteY1" fmla="*/ 152400 h 596900"/>
                  <a:gd name="connsiteX2" fmla="*/ 11530 w 94080"/>
                  <a:gd name="connsiteY2" fmla="*/ 412750 h 596900"/>
                  <a:gd name="connsiteX3" fmla="*/ 94080 w 94080"/>
                  <a:gd name="connsiteY3" fmla="*/ 596900 h 596900"/>
                  <a:gd name="connsiteX4" fmla="*/ 94080 w 94080"/>
                  <a:gd name="connsiteY4" fmla="*/ 596900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5" fmla="*/ 90180 w 90189"/>
                  <a:gd name="connsiteY5" fmla="*/ 596900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5" fmla="*/ 90180 w 90189"/>
                  <a:gd name="connsiteY5" fmla="*/ 596900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5" fmla="*/ 66367 w 90189"/>
                  <a:gd name="connsiteY5" fmla="*/ 584994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0" fmla="*/ 71130 w 90189"/>
                  <a:gd name="connsiteY0" fmla="*/ 0 h 582612"/>
                  <a:gd name="connsiteX1" fmla="*/ 1281 w 90189"/>
                  <a:gd name="connsiteY1" fmla="*/ 152400 h 582612"/>
                  <a:gd name="connsiteX2" fmla="*/ 90181 w 90189"/>
                  <a:gd name="connsiteY2" fmla="*/ 292100 h 582612"/>
                  <a:gd name="connsiteX3" fmla="*/ 7630 w 90189"/>
                  <a:gd name="connsiteY3" fmla="*/ 412750 h 582612"/>
                  <a:gd name="connsiteX4" fmla="*/ 66368 w 90189"/>
                  <a:gd name="connsiteY4" fmla="*/ 582612 h 582612"/>
                  <a:gd name="connsiteX0" fmla="*/ 71130 w 90189"/>
                  <a:gd name="connsiteY0" fmla="*/ 0 h 582612"/>
                  <a:gd name="connsiteX1" fmla="*/ 1281 w 90189"/>
                  <a:gd name="connsiteY1" fmla="*/ 152400 h 582612"/>
                  <a:gd name="connsiteX2" fmla="*/ 90181 w 90189"/>
                  <a:gd name="connsiteY2" fmla="*/ 292100 h 582612"/>
                  <a:gd name="connsiteX3" fmla="*/ 7630 w 90189"/>
                  <a:gd name="connsiteY3" fmla="*/ 412750 h 582612"/>
                  <a:gd name="connsiteX4" fmla="*/ 66368 w 90189"/>
                  <a:gd name="connsiteY4" fmla="*/ 582612 h 582612"/>
                  <a:gd name="connsiteX0" fmla="*/ 71130 w 90189"/>
                  <a:gd name="connsiteY0" fmla="*/ 0 h 582612"/>
                  <a:gd name="connsiteX1" fmla="*/ 1281 w 90189"/>
                  <a:gd name="connsiteY1" fmla="*/ 152400 h 582612"/>
                  <a:gd name="connsiteX2" fmla="*/ 90181 w 90189"/>
                  <a:gd name="connsiteY2" fmla="*/ 292100 h 582612"/>
                  <a:gd name="connsiteX3" fmla="*/ 7630 w 90189"/>
                  <a:gd name="connsiteY3" fmla="*/ 412750 h 582612"/>
                  <a:gd name="connsiteX4" fmla="*/ 66368 w 90189"/>
                  <a:gd name="connsiteY4" fmla="*/ 582612 h 582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189" h="582612">
                    <a:moveTo>
                      <a:pt x="71130" y="0"/>
                    </a:moveTo>
                    <a:cubicBezTo>
                      <a:pt x="71924" y="72496"/>
                      <a:pt x="11864" y="83608"/>
                      <a:pt x="1281" y="152400"/>
                    </a:cubicBezTo>
                    <a:cubicBezTo>
                      <a:pt x="-12477" y="200025"/>
                      <a:pt x="89123" y="248708"/>
                      <a:pt x="90181" y="292100"/>
                    </a:cubicBezTo>
                    <a:cubicBezTo>
                      <a:pt x="91239" y="335492"/>
                      <a:pt x="-9303" y="360892"/>
                      <a:pt x="7630" y="412750"/>
                    </a:cubicBezTo>
                    <a:cubicBezTo>
                      <a:pt x="6572" y="497946"/>
                      <a:pt x="105526" y="492654"/>
                      <a:pt x="66368" y="58261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A805D2E8-D5FA-4D0D-B926-DD1EAB8959DC}"/>
                  </a:ext>
                </a:extLst>
              </p:cNvPr>
              <p:cNvSpPr/>
              <p:nvPr/>
            </p:nvSpPr>
            <p:spPr>
              <a:xfrm>
                <a:off x="2559889" y="0"/>
                <a:ext cx="90189" cy="582612"/>
              </a:xfrm>
              <a:custGeom>
                <a:avLst/>
                <a:gdLst>
                  <a:gd name="connsiteX0" fmla="*/ 0 w 19050"/>
                  <a:gd name="connsiteY0" fmla="*/ 0 h 596900"/>
                  <a:gd name="connsiteX1" fmla="*/ 19050 w 19050"/>
                  <a:gd name="connsiteY1" fmla="*/ 596900 h 596900"/>
                  <a:gd name="connsiteX2" fmla="*/ 19050 w 19050"/>
                  <a:gd name="connsiteY2" fmla="*/ 596900 h 596900"/>
                  <a:gd name="connsiteX0" fmla="*/ 63679 w 82729"/>
                  <a:gd name="connsiteY0" fmla="*/ 0 h 596900"/>
                  <a:gd name="connsiteX1" fmla="*/ 179 w 82729"/>
                  <a:gd name="connsiteY1" fmla="*/ 412750 h 596900"/>
                  <a:gd name="connsiteX2" fmla="*/ 82729 w 82729"/>
                  <a:gd name="connsiteY2" fmla="*/ 596900 h 596900"/>
                  <a:gd name="connsiteX3" fmla="*/ 82729 w 82729"/>
                  <a:gd name="connsiteY3" fmla="*/ 596900 h 596900"/>
                  <a:gd name="connsiteX0" fmla="*/ 75030 w 94080"/>
                  <a:gd name="connsiteY0" fmla="*/ 0 h 596900"/>
                  <a:gd name="connsiteX1" fmla="*/ 5181 w 94080"/>
                  <a:gd name="connsiteY1" fmla="*/ 152400 h 596900"/>
                  <a:gd name="connsiteX2" fmla="*/ 11530 w 94080"/>
                  <a:gd name="connsiteY2" fmla="*/ 412750 h 596900"/>
                  <a:gd name="connsiteX3" fmla="*/ 94080 w 94080"/>
                  <a:gd name="connsiteY3" fmla="*/ 596900 h 596900"/>
                  <a:gd name="connsiteX4" fmla="*/ 94080 w 94080"/>
                  <a:gd name="connsiteY4" fmla="*/ 596900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5" fmla="*/ 90180 w 90189"/>
                  <a:gd name="connsiteY5" fmla="*/ 596900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5" fmla="*/ 90180 w 90189"/>
                  <a:gd name="connsiteY5" fmla="*/ 596900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5" fmla="*/ 66367 w 90189"/>
                  <a:gd name="connsiteY5" fmla="*/ 584994 h 596900"/>
                  <a:gd name="connsiteX0" fmla="*/ 71130 w 90189"/>
                  <a:gd name="connsiteY0" fmla="*/ 0 h 596900"/>
                  <a:gd name="connsiteX1" fmla="*/ 1281 w 90189"/>
                  <a:gd name="connsiteY1" fmla="*/ 152400 h 596900"/>
                  <a:gd name="connsiteX2" fmla="*/ 90181 w 90189"/>
                  <a:gd name="connsiteY2" fmla="*/ 292100 h 596900"/>
                  <a:gd name="connsiteX3" fmla="*/ 7630 w 90189"/>
                  <a:gd name="connsiteY3" fmla="*/ 412750 h 596900"/>
                  <a:gd name="connsiteX4" fmla="*/ 90180 w 90189"/>
                  <a:gd name="connsiteY4" fmla="*/ 596900 h 596900"/>
                  <a:gd name="connsiteX0" fmla="*/ 71130 w 90189"/>
                  <a:gd name="connsiteY0" fmla="*/ 0 h 582612"/>
                  <a:gd name="connsiteX1" fmla="*/ 1281 w 90189"/>
                  <a:gd name="connsiteY1" fmla="*/ 152400 h 582612"/>
                  <a:gd name="connsiteX2" fmla="*/ 90181 w 90189"/>
                  <a:gd name="connsiteY2" fmla="*/ 292100 h 582612"/>
                  <a:gd name="connsiteX3" fmla="*/ 7630 w 90189"/>
                  <a:gd name="connsiteY3" fmla="*/ 412750 h 582612"/>
                  <a:gd name="connsiteX4" fmla="*/ 66368 w 90189"/>
                  <a:gd name="connsiteY4" fmla="*/ 582612 h 582612"/>
                  <a:gd name="connsiteX0" fmla="*/ 71130 w 90189"/>
                  <a:gd name="connsiteY0" fmla="*/ 0 h 582612"/>
                  <a:gd name="connsiteX1" fmla="*/ 1281 w 90189"/>
                  <a:gd name="connsiteY1" fmla="*/ 152400 h 582612"/>
                  <a:gd name="connsiteX2" fmla="*/ 90181 w 90189"/>
                  <a:gd name="connsiteY2" fmla="*/ 292100 h 582612"/>
                  <a:gd name="connsiteX3" fmla="*/ 7630 w 90189"/>
                  <a:gd name="connsiteY3" fmla="*/ 412750 h 582612"/>
                  <a:gd name="connsiteX4" fmla="*/ 66368 w 90189"/>
                  <a:gd name="connsiteY4" fmla="*/ 582612 h 582612"/>
                  <a:gd name="connsiteX0" fmla="*/ 71130 w 90189"/>
                  <a:gd name="connsiteY0" fmla="*/ 0 h 582612"/>
                  <a:gd name="connsiteX1" fmla="*/ 1281 w 90189"/>
                  <a:gd name="connsiteY1" fmla="*/ 152400 h 582612"/>
                  <a:gd name="connsiteX2" fmla="*/ 90181 w 90189"/>
                  <a:gd name="connsiteY2" fmla="*/ 292100 h 582612"/>
                  <a:gd name="connsiteX3" fmla="*/ 7630 w 90189"/>
                  <a:gd name="connsiteY3" fmla="*/ 412750 h 582612"/>
                  <a:gd name="connsiteX4" fmla="*/ 66368 w 90189"/>
                  <a:gd name="connsiteY4" fmla="*/ 582612 h 582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189" h="582612">
                    <a:moveTo>
                      <a:pt x="71130" y="0"/>
                    </a:moveTo>
                    <a:cubicBezTo>
                      <a:pt x="71924" y="72496"/>
                      <a:pt x="11864" y="83608"/>
                      <a:pt x="1281" y="152400"/>
                    </a:cubicBezTo>
                    <a:cubicBezTo>
                      <a:pt x="-12477" y="200025"/>
                      <a:pt x="89123" y="248708"/>
                      <a:pt x="90181" y="292100"/>
                    </a:cubicBezTo>
                    <a:cubicBezTo>
                      <a:pt x="91239" y="335492"/>
                      <a:pt x="-9303" y="360892"/>
                      <a:pt x="7630" y="412750"/>
                    </a:cubicBezTo>
                    <a:cubicBezTo>
                      <a:pt x="6572" y="497946"/>
                      <a:pt x="105526" y="492654"/>
                      <a:pt x="66368" y="58261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2C2C56E1-FF42-43C0-B431-88FD04D8D1CA}"/>
                </a:ext>
              </a:extLst>
            </p:cNvPr>
            <p:cNvSpPr/>
            <p:nvPr/>
          </p:nvSpPr>
          <p:spPr>
            <a:xfrm flipH="1">
              <a:off x="3882204" y="1340140"/>
              <a:ext cx="257152" cy="520899"/>
            </a:xfrm>
            <a:custGeom>
              <a:avLst/>
              <a:gdLst>
                <a:gd name="connsiteX0" fmla="*/ 257152 w 257152"/>
                <a:gd name="connsiteY0" fmla="*/ 0 h 520899"/>
                <a:gd name="connsiteX1" fmla="*/ 236773 w 257152"/>
                <a:gd name="connsiteY1" fmla="*/ 79257 h 520899"/>
                <a:gd name="connsiteX2" fmla="*/ 217926 w 257152"/>
                <a:gd name="connsiteY2" fmla="*/ 266211 h 520899"/>
                <a:gd name="connsiteX3" fmla="*/ 236773 w 257152"/>
                <a:gd name="connsiteY3" fmla="*/ 453165 h 520899"/>
                <a:gd name="connsiteX4" fmla="*/ 254189 w 257152"/>
                <a:gd name="connsiteY4" fmla="*/ 520899 h 520899"/>
                <a:gd name="connsiteX5" fmla="*/ 198059 w 257152"/>
                <a:gd name="connsiteY5" fmla="*/ 506569 h 520899"/>
                <a:gd name="connsiteX6" fmla="*/ 0 w 257152"/>
                <a:gd name="connsiteY6" fmla="*/ 260828 h 520899"/>
                <a:gd name="connsiteX7" fmla="*/ 198059 w 257152"/>
                <a:gd name="connsiteY7" fmla="*/ 15087 h 520899"/>
                <a:gd name="connsiteX8" fmla="*/ 257152 w 257152"/>
                <a:gd name="connsiteY8" fmla="*/ 0 h 520899"/>
                <a:gd name="connsiteX0" fmla="*/ 257152 w 257152"/>
                <a:gd name="connsiteY0" fmla="*/ 0 h 520899"/>
                <a:gd name="connsiteX1" fmla="*/ 217926 w 257152"/>
                <a:gd name="connsiteY1" fmla="*/ 266211 h 520899"/>
                <a:gd name="connsiteX2" fmla="*/ 236773 w 257152"/>
                <a:gd name="connsiteY2" fmla="*/ 453165 h 520899"/>
                <a:gd name="connsiteX3" fmla="*/ 254189 w 257152"/>
                <a:gd name="connsiteY3" fmla="*/ 520899 h 520899"/>
                <a:gd name="connsiteX4" fmla="*/ 198059 w 257152"/>
                <a:gd name="connsiteY4" fmla="*/ 506569 h 520899"/>
                <a:gd name="connsiteX5" fmla="*/ 0 w 257152"/>
                <a:gd name="connsiteY5" fmla="*/ 260828 h 520899"/>
                <a:gd name="connsiteX6" fmla="*/ 198059 w 257152"/>
                <a:gd name="connsiteY6" fmla="*/ 15087 h 520899"/>
                <a:gd name="connsiteX7" fmla="*/ 257152 w 257152"/>
                <a:gd name="connsiteY7" fmla="*/ 0 h 520899"/>
                <a:gd name="connsiteX0" fmla="*/ 257152 w 257152"/>
                <a:gd name="connsiteY0" fmla="*/ 0 h 520899"/>
                <a:gd name="connsiteX1" fmla="*/ 236773 w 257152"/>
                <a:gd name="connsiteY1" fmla="*/ 453165 h 520899"/>
                <a:gd name="connsiteX2" fmla="*/ 254189 w 257152"/>
                <a:gd name="connsiteY2" fmla="*/ 520899 h 520899"/>
                <a:gd name="connsiteX3" fmla="*/ 198059 w 257152"/>
                <a:gd name="connsiteY3" fmla="*/ 506569 h 520899"/>
                <a:gd name="connsiteX4" fmla="*/ 0 w 257152"/>
                <a:gd name="connsiteY4" fmla="*/ 260828 h 520899"/>
                <a:gd name="connsiteX5" fmla="*/ 198059 w 257152"/>
                <a:gd name="connsiteY5" fmla="*/ 15087 h 520899"/>
                <a:gd name="connsiteX6" fmla="*/ 257152 w 257152"/>
                <a:gd name="connsiteY6" fmla="*/ 0 h 520899"/>
                <a:gd name="connsiteX0" fmla="*/ 257152 w 257152"/>
                <a:gd name="connsiteY0" fmla="*/ 0 h 520899"/>
                <a:gd name="connsiteX1" fmla="*/ 254189 w 257152"/>
                <a:gd name="connsiteY1" fmla="*/ 520899 h 520899"/>
                <a:gd name="connsiteX2" fmla="*/ 198059 w 257152"/>
                <a:gd name="connsiteY2" fmla="*/ 506569 h 520899"/>
                <a:gd name="connsiteX3" fmla="*/ 0 w 257152"/>
                <a:gd name="connsiteY3" fmla="*/ 260828 h 520899"/>
                <a:gd name="connsiteX4" fmla="*/ 198059 w 257152"/>
                <a:gd name="connsiteY4" fmla="*/ 15087 h 520899"/>
                <a:gd name="connsiteX5" fmla="*/ 257152 w 257152"/>
                <a:gd name="connsiteY5" fmla="*/ 0 h 520899"/>
                <a:gd name="connsiteX0" fmla="*/ 254189 w 345629"/>
                <a:gd name="connsiteY0" fmla="*/ 520899 h 612339"/>
                <a:gd name="connsiteX1" fmla="*/ 198059 w 345629"/>
                <a:gd name="connsiteY1" fmla="*/ 506569 h 612339"/>
                <a:gd name="connsiteX2" fmla="*/ 0 w 345629"/>
                <a:gd name="connsiteY2" fmla="*/ 260828 h 612339"/>
                <a:gd name="connsiteX3" fmla="*/ 198059 w 345629"/>
                <a:gd name="connsiteY3" fmla="*/ 15087 h 612339"/>
                <a:gd name="connsiteX4" fmla="*/ 257152 w 345629"/>
                <a:gd name="connsiteY4" fmla="*/ 0 h 612339"/>
                <a:gd name="connsiteX5" fmla="*/ 345629 w 345629"/>
                <a:gd name="connsiteY5" fmla="*/ 612339 h 612339"/>
                <a:gd name="connsiteX0" fmla="*/ 254189 w 257152"/>
                <a:gd name="connsiteY0" fmla="*/ 520899 h 520899"/>
                <a:gd name="connsiteX1" fmla="*/ 198059 w 257152"/>
                <a:gd name="connsiteY1" fmla="*/ 506569 h 520899"/>
                <a:gd name="connsiteX2" fmla="*/ 0 w 257152"/>
                <a:gd name="connsiteY2" fmla="*/ 260828 h 520899"/>
                <a:gd name="connsiteX3" fmla="*/ 198059 w 257152"/>
                <a:gd name="connsiteY3" fmla="*/ 15087 h 520899"/>
                <a:gd name="connsiteX4" fmla="*/ 257152 w 257152"/>
                <a:gd name="connsiteY4" fmla="*/ 0 h 52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152" h="520899">
                  <a:moveTo>
                    <a:pt x="254189" y="520899"/>
                  </a:moveTo>
                  <a:lnTo>
                    <a:pt x="198059" y="506569"/>
                  </a:lnTo>
                  <a:cubicBezTo>
                    <a:pt x="81668" y="466082"/>
                    <a:pt x="0" y="371299"/>
                    <a:pt x="0" y="260828"/>
                  </a:cubicBezTo>
                  <a:cubicBezTo>
                    <a:pt x="0" y="150358"/>
                    <a:pt x="81668" y="55574"/>
                    <a:pt x="198059" y="15087"/>
                  </a:cubicBezTo>
                  <a:lnTo>
                    <a:pt x="257152" y="0"/>
                  </a:lnTo>
                </a:path>
              </a:pathLst>
            </a:custGeom>
            <a:solidFill>
              <a:srgbClr val="FBE4D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AB424D7A-A3FD-4466-8527-467FDC32A3C2}"/>
                </a:ext>
              </a:extLst>
            </p:cNvPr>
            <p:cNvSpPr/>
            <p:nvPr/>
          </p:nvSpPr>
          <p:spPr>
            <a:xfrm>
              <a:off x="2076028" y="380332"/>
              <a:ext cx="1852957" cy="985494"/>
            </a:xfrm>
            <a:custGeom>
              <a:avLst/>
              <a:gdLst>
                <a:gd name="connsiteX0" fmla="*/ 925687 w 1852957"/>
                <a:gd name="connsiteY0" fmla="*/ 0 h 944580"/>
                <a:gd name="connsiteX1" fmla="*/ 1848550 w 1852957"/>
                <a:gd name="connsiteY1" fmla="*/ 832805 h 944580"/>
                <a:gd name="connsiteX2" fmla="*/ 1852957 w 1852957"/>
                <a:gd name="connsiteY2" fmla="*/ 920090 h 944580"/>
                <a:gd name="connsiteX3" fmla="*/ 1788605 w 1852957"/>
                <a:gd name="connsiteY3" fmla="*/ 932337 h 944580"/>
                <a:gd name="connsiteX4" fmla="*/ 1128887 w 1852957"/>
                <a:gd name="connsiteY4" fmla="*/ 553817 h 944580"/>
                <a:gd name="connsiteX5" fmla="*/ 38465 w 1852957"/>
                <a:gd name="connsiteY5" fmla="*/ 900866 h 944580"/>
                <a:gd name="connsiteX6" fmla="*/ 0 w 1852957"/>
                <a:gd name="connsiteY6" fmla="*/ 888741 h 944580"/>
                <a:gd name="connsiteX7" fmla="*/ 2824 w 1852957"/>
                <a:gd name="connsiteY7" fmla="*/ 832805 h 944580"/>
                <a:gd name="connsiteX8" fmla="*/ 925687 w 1852957"/>
                <a:gd name="connsiteY8" fmla="*/ 0 h 944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52957" h="944580">
                  <a:moveTo>
                    <a:pt x="925687" y="0"/>
                  </a:moveTo>
                  <a:cubicBezTo>
                    <a:pt x="1405995" y="0"/>
                    <a:pt x="1801045" y="365031"/>
                    <a:pt x="1848550" y="832805"/>
                  </a:cubicBezTo>
                  <a:lnTo>
                    <a:pt x="1852957" y="920090"/>
                  </a:lnTo>
                  <a:lnTo>
                    <a:pt x="1788605" y="932337"/>
                  </a:lnTo>
                  <a:cubicBezTo>
                    <a:pt x="1404616" y="974703"/>
                    <a:pt x="1240012" y="564930"/>
                    <a:pt x="1128887" y="553817"/>
                  </a:cubicBezTo>
                  <a:cubicBezTo>
                    <a:pt x="1007840" y="581598"/>
                    <a:pt x="775172" y="1094932"/>
                    <a:pt x="38465" y="900866"/>
                  </a:cubicBezTo>
                  <a:lnTo>
                    <a:pt x="0" y="888741"/>
                  </a:lnTo>
                  <a:lnTo>
                    <a:pt x="2824" y="832805"/>
                  </a:lnTo>
                  <a:cubicBezTo>
                    <a:pt x="50329" y="365031"/>
                    <a:pt x="445380" y="0"/>
                    <a:pt x="925687" y="0"/>
                  </a:cubicBezTo>
                  <a:close/>
                </a:path>
              </a:pathLst>
            </a:custGeom>
            <a:solidFill>
              <a:srgbClr val="D1A88C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2" name="Oval 521">
              <a:extLst>
                <a:ext uri="{FF2B5EF4-FFF2-40B4-BE49-F238E27FC236}">
                  <a16:creationId xmlns:a16="http://schemas.microsoft.com/office/drawing/2014/main" id="{40B0CC09-685C-4EE5-9B2F-1AA100342BF2}"/>
                </a:ext>
              </a:extLst>
            </p:cNvPr>
            <p:cNvSpPr/>
            <p:nvPr/>
          </p:nvSpPr>
          <p:spPr>
            <a:xfrm>
              <a:off x="3367190" y="1430803"/>
              <a:ext cx="146050" cy="1460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4773085E-E3CF-44AF-81C1-3C00C4FDCCDD}"/>
                </a:ext>
              </a:extLst>
            </p:cNvPr>
            <p:cNvSpPr/>
            <p:nvPr/>
          </p:nvSpPr>
          <p:spPr>
            <a:xfrm>
              <a:off x="2553913" y="1432298"/>
              <a:ext cx="146050" cy="14605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2F9AF932-37CE-49A2-A28B-DEE257E2D9C1}"/>
                </a:ext>
              </a:extLst>
            </p:cNvPr>
            <p:cNvGrpSpPr/>
            <p:nvPr/>
          </p:nvGrpSpPr>
          <p:grpSpPr>
            <a:xfrm>
              <a:off x="3408807" y="146017"/>
              <a:ext cx="730549" cy="1357811"/>
              <a:chOff x="4067994" y="-38530"/>
              <a:chExt cx="730549" cy="1357811"/>
            </a:xfrm>
          </p:grpSpPr>
          <p:grpSp>
            <p:nvGrpSpPr>
              <p:cNvPr id="525" name="Group 524">
                <a:extLst>
                  <a:ext uri="{FF2B5EF4-FFF2-40B4-BE49-F238E27FC236}">
                    <a16:creationId xmlns:a16="http://schemas.microsoft.com/office/drawing/2014/main" id="{E94449AC-B73C-4E4F-98CA-7504F282F11C}"/>
                  </a:ext>
                </a:extLst>
              </p:cNvPr>
              <p:cNvGrpSpPr/>
              <p:nvPr/>
            </p:nvGrpSpPr>
            <p:grpSpPr>
              <a:xfrm>
                <a:off x="4067994" y="-38530"/>
                <a:ext cx="730549" cy="1357811"/>
                <a:chOff x="3261361" y="-7407"/>
                <a:chExt cx="764908" cy="1421671"/>
              </a:xfrm>
            </p:grpSpPr>
            <p:sp>
              <p:nvSpPr>
                <p:cNvPr id="529" name="Oval 528">
                  <a:extLst>
                    <a:ext uri="{FF2B5EF4-FFF2-40B4-BE49-F238E27FC236}">
                      <a16:creationId xmlns:a16="http://schemas.microsoft.com/office/drawing/2014/main" id="{A0CFB803-CEFA-48BA-93F0-11E5CCBC4FCD}"/>
                    </a:ext>
                  </a:extLst>
                </p:cNvPr>
                <p:cNvSpPr/>
                <p:nvPr/>
              </p:nvSpPr>
              <p:spPr>
                <a:xfrm>
                  <a:off x="3261361" y="649356"/>
                  <a:ext cx="764908" cy="764908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0" name="Freeform: Shape 529">
                  <a:extLst>
                    <a:ext uri="{FF2B5EF4-FFF2-40B4-BE49-F238E27FC236}">
                      <a16:creationId xmlns:a16="http://schemas.microsoft.com/office/drawing/2014/main" id="{4AF148EB-79C8-460A-A4CD-B262AF8AF30B}"/>
                    </a:ext>
                  </a:extLst>
                </p:cNvPr>
                <p:cNvSpPr/>
                <p:nvPr/>
              </p:nvSpPr>
              <p:spPr>
                <a:xfrm>
                  <a:off x="3405821" y="-7407"/>
                  <a:ext cx="483394" cy="764908"/>
                </a:xfrm>
                <a:custGeom>
                  <a:avLst/>
                  <a:gdLst>
                    <a:gd name="connsiteX0" fmla="*/ 238497 w 483394"/>
                    <a:gd name="connsiteY0" fmla="*/ 0 h 764908"/>
                    <a:gd name="connsiteX1" fmla="*/ 244897 w 483394"/>
                    <a:gd name="connsiteY1" fmla="*/ 0 h 764908"/>
                    <a:gd name="connsiteX2" fmla="*/ 483394 w 483394"/>
                    <a:gd name="connsiteY2" fmla="*/ 238497 h 764908"/>
                    <a:gd name="connsiteX3" fmla="*/ 483394 w 483394"/>
                    <a:gd name="connsiteY3" fmla="*/ 720948 h 764908"/>
                    <a:gd name="connsiteX4" fmla="*/ 478963 w 483394"/>
                    <a:gd name="connsiteY4" fmla="*/ 764908 h 764908"/>
                    <a:gd name="connsiteX5" fmla="*/ 4431 w 483394"/>
                    <a:gd name="connsiteY5" fmla="*/ 764908 h 764908"/>
                    <a:gd name="connsiteX6" fmla="*/ 0 w 483394"/>
                    <a:gd name="connsiteY6" fmla="*/ 720948 h 764908"/>
                    <a:gd name="connsiteX7" fmla="*/ 0 w 483394"/>
                    <a:gd name="connsiteY7" fmla="*/ 238497 h 764908"/>
                    <a:gd name="connsiteX8" fmla="*/ 238497 w 483394"/>
                    <a:gd name="connsiteY8" fmla="*/ 0 h 764908"/>
                    <a:gd name="connsiteX0" fmla="*/ 4431 w 483394"/>
                    <a:gd name="connsiteY0" fmla="*/ 764908 h 856348"/>
                    <a:gd name="connsiteX1" fmla="*/ 0 w 483394"/>
                    <a:gd name="connsiteY1" fmla="*/ 720948 h 856348"/>
                    <a:gd name="connsiteX2" fmla="*/ 0 w 483394"/>
                    <a:gd name="connsiteY2" fmla="*/ 238497 h 856348"/>
                    <a:gd name="connsiteX3" fmla="*/ 238497 w 483394"/>
                    <a:gd name="connsiteY3" fmla="*/ 0 h 856348"/>
                    <a:gd name="connsiteX4" fmla="*/ 244897 w 483394"/>
                    <a:gd name="connsiteY4" fmla="*/ 0 h 856348"/>
                    <a:gd name="connsiteX5" fmla="*/ 483394 w 483394"/>
                    <a:gd name="connsiteY5" fmla="*/ 238497 h 856348"/>
                    <a:gd name="connsiteX6" fmla="*/ 483394 w 483394"/>
                    <a:gd name="connsiteY6" fmla="*/ 720948 h 856348"/>
                    <a:gd name="connsiteX7" fmla="*/ 478963 w 483394"/>
                    <a:gd name="connsiteY7" fmla="*/ 764908 h 856348"/>
                    <a:gd name="connsiteX8" fmla="*/ 95871 w 483394"/>
                    <a:gd name="connsiteY8" fmla="*/ 856348 h 856348"/>
                    <a:gd name="connsiteX0" fmla="*/ 4431 w 483394"/>
                    <a:gd name="connsiteY0" fmla="*/ 764908 h 764908"/>
                    <a:gd name="connsiteX1" fmla="*/ 0 w 483394"/>
                    <a:gd name="connsiteY1" fmla="*/ 720948 h 764908"/>
                    <a:gd name="connsiteX2" fmla="*/ 0 w 483394"/>
                    <a:gd name="connsiteY2" fmla="*/ 238497 h 764908"/>
                    <a:gd name="connsiteX3" fmla="*/ 238497 w 483394"/>
                    <a:gd name="connsiteY3" fmla="*/ 0 h 764908"/>
                    <a:gd name="connsiteX4" fmla="*/ 244897 w 483394"/>
                    <a:gd name="connsiteY4" fmla="*/ 0 h 764908"/>
                    <a:gd name="connsiteX5" fmla="*/ 483394 w 483394"/>
                    <a:gd name="connsiteY5" fmla="*/ 238497 h 764908"/>
                    <a:gd name="connsiteX6" fmla="*/ 483394 w 483394"/>
                    <a:gd name="connsiteY6" fmla="*/ 720948 h 764908"/>
                    <a:gd name="connsiteX7" fmla="*/ 478963 w 483394"/>
                    <a:gd name="connsiteY7" fmla="*/ 764908 h 7649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83394" h="764908">
                      <a:moveTo>
                        <a:pt x="4431" y="764908"/>
                      </a:moveTo>
                      <a:lnTo>
                        <a:pt x="0" y="720948"/>
                      </a:lnTo>
                      <a:lnTo>
                        <a:pt x="0" y="238497"/>
                      </a:lnTo>
                      <a:cubicBezTo>
                        <a:pt x="0" y="106779"/>
                        <a:pt x="106779" y="0"/>
                        <a:pt x="238497" y="0"/>
                      </a:cubicBezTo>
                      <a:lnTo>
                        <a:pt x="244897" y="0"/>
                      </a:lnTo>
                      <a:cubicBezTo>
                        <a:pt x="376615" y="0"/>
                        <a:pt x="483394" y="106779"/>
                        <a:pt x="483394" y="238497"/>
                      </a:cubicBezTo>
                      <a:lnTo>
                        <a:pt x="483394" y="720948"/>
                      </a:lnTo>
                      <a:lnTo>
                        <a:pt x="478963" y="764908"/>
                      </a:lnTo>
                    </a:path>
                  </a:pathLst>
                </a:cu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26" name="Group 525">
                <a:extLst>
                  <a:ext uri="{FF2B5EF4-FFF2-40B4-BE49-F238E27FC236}">
                    <a16:creationId xmlns:a16="http://schemas.microsoft.com/office/drawing/2014/main" id="{184E2DAF-0EB1-4406-A775-0CA1B3F422F1}"/>
                  </a:ext>
                </a:extLst>
              </p:cNvPr>
              <p:cNvGrpSpPr/>
              <p:nvPr/>
            </p:nvGrpSpPr>
            <p:grpSpPr>
              <a:xfrm>
                <a:off x="4291435" y="132707"/>
                <a:ext cx="305309" cy="899810"/>
                <a:chOff x="3477932" y="298728"/>
                <a:chExt cx="305309" cy="899810"/>
              </a:xfrm>
              <a:solidFill>
                <a:srgbClr val="F15054"/>
              </a:solidFill>
            </p:grpSpPr>
            <p:sp>
              <p:nvSpPr>
                <p:cNvPr id="527" name="Rectangle: Rounded Corners 526">
                  <a:extLst>
                    <a:ext uri="{FF2B5EF4-FFF2-40B4-BE49-F238E27FC236}">
                      <a16:creationId xmlns:a16="http://schemas.microsoft.com/office/drawing/2014/main" id="{72E13278-F629-4E06-9D21-7725332501EA}"/>
                    </a:ext>
                  </a:extLst>
                </p:cNvPr>
                <p:cNvSpPr/>
                <p:nvPr/>
              </p:nvSpPr>
              <p:spPr>
                <a:xfrm>
                  <a:off x="3595688" y="298728"/>
                  <a:ext cx="71437" cy="747156"/>
                </a:xfrm>
                <a:prstGeom prst="roundRect">
                  <a:avLst>
                    <a:gd name="adj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8" name="Oval 527">
                  <a:extLst>
                    <a:ext uri="{FF2B5EF4-FFF2-40B4-BE49-F238E27FC236}">
                      <a16:creationId xmlns:a16="http://schemas.microsoft.com/office/drawing/2014/main" id="{5A1140E6-327A-42F7-B10B-F67EC2C93A54}"/>
                    </a:ext>
                  </a:extLst>
                </p:cNvPr>
                <p:cNvSpPr/>
                <p:nvPr/>
              </p:nvSpPr>
              <p:spPr>
                <a:xfrm>
                  <a:off x="3477932" y="893229"/>
                  <a:ext cx="305309" cy="30530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AE863E0F-0E45-40CD-ACA1-5923BD90005D}"/>
                </a:ext>
              </a:extLst>
            </p:cNvPr>
            <p:cNvSpPr/>
            <p:nvPr/>
          </p:nvSpPr>
          <p:spPr>
            <a:xfrm>
              <a:off x="1877132" y="1326522"/>
              <a:ext cx="257152" cy="520899"/>
            </a:xfrm>
            <a:custGeom>
              <a:avLst/>
              <a:gdLst>
                <a:gd name="connsiteX0" fmla="*/ 257152 w 257152"/>
                <a:gd name="connsiteY0" fmla="*/ 0 h 520899"/>
                <a:gd name="connsiteX1" fmla="*/ 236773 w 257152"/>
                <a:gd name="connsiteY1" fmla="*/ 79257 h 520899"/>
                <a:gd name="connsiteX2" fmla="*/ 217926 w 257152"/>
                <a:gd name="connsiteY2" fmla="*/ 266211 h 520899"/>
                <a:gd name="connsiteX3" fmla="*/ 236773 w 257152"/>
                <a:gd name="connsiteY3" fmla="*/ 453165 h 520899"/>
                <a:gd name="connsiteX4" fmla="*/ 254189 w 257152"/>
                <a:gd name="connsiteY4" fmla="*/ 520899 h 520899"/>
                <a:gd name="connsiteX5" fmla="*/ 198059 w 257152"/>
                <a:gd name="connsiteY5" fmla="*/ 506569 h 520899"/>
                <a:gd name="connsiteX6" fmla="*/ 0 w 257152"/>
                <a:gd name="connsiteY6" fmla="*/ 260828 h 520899"/>
                <a:gd name="connsiteX7" fmla="*/ 198059 w 257152"/>
                <a:gd name="connsiteY7" fmla="*/ 15087 h 520899"/>
                <a:gd name="connsiteX8" fmla="*/ 257152 w 257152"/>
                <a:gd name="connsiteY8" fmla="*/ 0 h 520899"/>
                <a:gd name="connsiteX0" fmla="*/ 257152 w 257152"/>
                <a:gd name="connsiteY0" fmla="*/ 0 h 520899"/>
                <a:gd name="connsiteX1" fmla="*/ 217926 w 257152"/>
                <a:gd name="connsiteY1" fmla="*/ 266211 h 520899"/>
                <a:gd name="connsiteX2" fmla="*/ 236773 w 257152"/>
                <a:gd name="connsiteY2" fmla="*/ 453165 h 520899"/>
                <a:gd name="connsiteX3" fmla="*/ 254189 w 257152"/>
                <a:gd name="connsiteY3" fmla="*/ 520899 h 520899"/>
                <a:gd name="connsiteX4" fmla="*/ 198059 w 257152"/>
                <a:gd name="connsiteY4" fmla="*/ 506569 h 520899"/>
                <a:gd name="connsiteX5" fmla="*/ 0 w 257152"/>
                <a:gd name="connsiteY5" fmla="*/ 260828 h 520899"/>
                <a:gd name="connsiteX6" fmla="*/ 198059 w 257152"/>
                <a:gd name="connsiteY6" fmla="*/ 15087 h 520899"/>
                <a:gd name="connsiteX7" fmla="*/ 257152 w 257152"/>
                <a:gd name="connsiteY7" fmla="*/ 0 h 520899"/>
                <a:gd name="connsiteX0" fmla="*/ 257152 w 257152"/>
                <a:gd name="connsiteY0" fmla="*/ 0 h 520899"/>
                <a:gd name="connsiteX1" fmla="*/ 236773 w 257152"/>
                <a:gd name="connsiteY1" fmla="*/ 453165 h 520899"/>
                <a:gd name="connsiteX2" fmla="*/ 254189 w 257152"/>
                <a:gd name="connsiteY2" fmla="*/ 520899 h 520899"/>
                <a:gd name="connsiteX3" fmla="*/ 198059 w 257152"/>
                <a:gd name="connsiteY3" fmla="*/ 506569 h 520899"/>
                <a:gd name="connsiteX4" fmla="*/ 0 w 257152"/>
                <a:gd name="connsiteY4" fmla="*/ 260828 h 520899"/>
                <a:gd name="connsiteX5" fmla="*/ 198059 w 257152"/>
                <a:gd name="connsiteY5" fmla="*/ 15087 h 520899"/>
                <a:gd name="connsiteX6" fmla="*/ 257152 w 257152"/>
                <a:gd name="connsiteY6" fmla="*/ 0 h 520899"/>
                <a:gd name="connsiteX0" fmla="*/ 257152 w 257152"/>
                <a:gd name="connsiteY0" fmla="*/ 0 h 520899"/>
                <a:gd name="connsiteX1" fmla="*/ 254189 w 257152"/>
                <a:gd name="connsiteY1" fmla="*/ 520899 h 520899"/>
                <a:gd name="connsiteX2" fmla="*/ 198059 w 257152"/>
                <a:gd name="connsiteY2" fmla="*/ 506569 h 520899"/>
                <a:gd name="connsiteX3" fmla="*/ 0 w 257152"/>
                <a:gd name="connsiteY3" fmla="*/ 260828 h 520899"/>
                <a:gd name="connsiteX4" fmla="*/ 198059 w 257152"/>
                <a:gd name="connsiteY4" fmla="*/ 15087 h 520899"/>
                <a:gd name="connsiteX5" fmla="*/ 257152 w 257152"/>
                <a:gd name="connsiteY5" fmla="*/ 0 h 520899"/>
                <a:gd name="connsiteX0" fmla="*/ 254189 w 345629"/>
                <a:gd name="connsiteY0" fmla="*/ 520899 h 612339"/>
                <a:gd name="connsiteX1" fmla="*/ 198059 w 345629"/>
                <a:gd name="connsiteY1" fmla="*/ 506569 h 612339"/>
                <a:gd name="connsiteX2" fmla="*/ 0 w 345629"/>
                <a:gd name="connsiteY2" fmla="*/ 260828 h 612339"/>
                <a:gd name="connsiteX3" fmla="*/ 198059 w 345629"/>
                <a:gd name="connsiteY3" fmla="*/ 15087 h 612339"/>
                <a:gd name="connsiteX4" fmla="*/ 257152 w 345629"/>
                <a:gd name="connsiteY4" fmla="*/ 0 h 612339"/>
                <a:gd name="connsiteX5" fmla="*/ 345629 w 345629"/>
                <a:gd name="connsiteY5" fmla="*/ 612339 h 612339"/>
                <a:gd name="connsiteX0" fmla="*/ 254189 w 257152"/>
                <a:gd name="connsiteY0" fmla="*/ 520899 h 520899"/>
                <a:gd name="connsiteX1" fmla="*/ 198059 w 257152"/>
                <a:gd name="connsiteY1" fmla="*/ 506569 h 520899"/>
                <a:gd name="connsiteX2" fmla="*/ 0 w 257152"/>
                <a:gd name="connsiteY2" fmla="*/ 260828 h 520899"/>
                <a:gd name="connsiteX3" fmla="*/ 198059 w 257152"/>
                <a:gd name="connsiteY3" fmla="*/ 15087 h 520899"/>
                <a:gd name="connsiteX4" fmla="*/ 257152 w 257152"/>
                <a:gd name="connsiteY4" fmla="*/ 0 h 520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7152" h="520899">
                  <a:moveTo>
                    <a:pt x="254189" y="520899"/>
                  </a:moveTo>
                  <a:lnTo>
                    <a:pt x="198059" y="506569"/>
                  </a:lnTo>
                  <a:cubicBezTo>
                    <a:pt x="81668" y="466082"/>
                    <a:pt x="0" y="371299"/>
                    <a:pt x="0" y="260828"/>
                  </a:cubicBezTo>
                  <a:cubicBezTo>
                    <a:pt x="0" y="150358"/>
                    <a:pt x="81668" y="55574"/>
                    <a:pt x="198059" y="15087"/>
                  </a:cubicBezTo>
                  <a:lnTo>
                    <a:pt x="257152" y="0"/>
                  </a:lnTo>
                </a:path>
              </a:pathLst>
            </a:custGeom>
            <a:solidFill>
              <a:srgbClr val="FBE4D2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" name="ttsMP3.com_VoiceText_2025-4-23_21-25-55">
            <a:hlinkClick r:id="" action="ppaction://media"/>
            <a:extLst>
              <a:ext uri="{FF2B5EF4-FFF2-40B4-BE49-F238E27FC236}">
                <a16:creationId xmlns:a16="http://schemas.microsoft.com/office/drawing/2014/main" id="{2838A8D0-EEA5-497D-AE58-053DEF1AC6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57795" y="326171"/>
            <a:ext cx="609600" cy="609600"/>
          </a:xfrm>
          <a:prstGeom prst="rect">
            <a:avLst/>
          </a:prstGeom>
        </p:spPr>
      </p:pic>
      <p:pic>
        <p:nvPicPr>
          <p:cNvPr id="534" name="1sec">
            <a:hlinkClick r:id="" action="ppaction://media"/>
            <a:extLst>
              <a:ext uri="{FF2B5EF4-FFF2-40B4-BE49-F238E27FC236}">
                <a16:creationId xmlns:a16="http://schemas.microsoft.com/office/drawing/2014/main" id="{679E13CA-7950-4710-9E63-A572B6BF672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06425" y="319611"/>
            <a:ext cx="609600" cy="609600"/>
          </a:xfrm>
          <a:prstGeom prst="rect">
            <a:avLst/>
          </a:prstGeom>
        </p:spPr>
      </p:pic>
      <p:pic>
        <p:nvPicPr>
          <p:cNvPr id="3" name="ttsMP3.com_VoiceText_2025-4-23_21-26-47">
            <a:hlinkClick r:id="" action="ppaction://media"/>
            <a:extLst>
              <a:ext uri="{FF2B5EF4-FFF2-40B4-BE49-F238E27FC236}">
                <a16:creationId xmlns:a16="http://schemas.microsoft.com/office/drawing/2014/main" id="{657FCE07-075F-4CF2-9A35-85D11798BEC7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204355" y="319611"/>
            <a:ext cx="609600" cy="609600"/>
          </a:xfrm>
          <a:prstGeom prst="rect">
            <a:avLst/>
          </a:prstGeom>
        </p:spPr>
      </p:pic>
      <p:pic>
        <p:nvPicPr>
          <p:cNvPr id="535" name="1sec">
            <a:hlinkClick r:id="" action="ppaction://media"/>
            <a:extLst>
              <a:ext uri="{FF2B5EF4-FFF2-40B4-BE49-F238E27FC236}">
                <a16:creationId xmlns:a16="http://schemas.microsoft.com/office/drawing/2014/main" id="{89308A66-4886-4454-8F9F-D343D3C0D2A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084662" y="316617"/>
            <a:ext cx="609600" cy="609600"/>
          </a:xfrm>
          <a:prstGeom prst="rect">
            <a:avLst/>
          </a:prstGeom>
        </p:spPr>
      </p:pic>
      <p:pic>
        <p:nvPicPr>
          <p:cNvPr id="536" name="1sec">
            <a:hlinkClick r:id="" action="ppaction://media"/>
            <a:extLst>
              <a:ext uri="{FF2B5EF4-FFF2-40B4-BE49-F238E27FC236}">
                <a16:creationId xmlns:a16="http://schemas.microsoft.com/office/drawing/2014/main" id="{AE89DAF4-A91C-4710-949C-6BB37E7BE7C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902264" y="34837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5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5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4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992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5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48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5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4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5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6F2224-B766-4A59-B238-0050C0DF58CE}"/>
              </a:ext>
            </a:extLst>
          </p:cNvPr>
          <p:cNvSpPr/>
          <p:nvPr/>
        </p:nvSpPr>
        <p:spPr>
          <a:xfrm>
            <a:off x="2696577" y="575206"/>
            <a:ext cx="5130761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Cook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EAB575"/>
                </a:solidFill>
              </a:rPr>
              <a:t>ie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460342-6C16-4604-BB12-A8F7FD271A6C}"/>
              </a:ext>
            </a:extLst>
          </p:cNvPr>
          <p:cNvSpPr/>
          <p:nvPr/>
        </p:nvSpPr>
        <p:spPr>
          <a:xfrm>
            <a:off x="275936" y="575205"/>
            <a:ext cx="205980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EAB575"/>
                </a:solidFill>
              </a:rPr>
              <a:t>ie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EAB575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B42953-8AD9-4505-AFA1-EAF30FE66C10}"/>
              </a:ext>
            </a:extLst>
          </p:cNvPr>
          <p:cNvGrpSpPr/>
          <p:nvPr/>
        </p:nvGrpSpPr>
        <p:grpSpPr>
          <a:xfrm>
            <a:off x="7023384" y="1772220"/>
            <a:ext cx="4944078" cy="4751963"/>
            <a:chOff x="3937804" y="2088638"/>
            <a:chExt cx="1601741" cy="1539501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49A4BA0-9900-4150-8FEE-1694CD39FA8C}"/>
                </a:ext>
              </a:extLst>
            </p:cNvPr>
            <p:cNvSpPr/>
            <p:nvPr/>
          </p:nvSpPr>
          <p:spPr>
            <a:xfrm>
              <a:off x="4005437" y="2094031"/>
              <a:ext cx="1534108" cy="1534108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7309AE8-9C3D-4E80-91CC-949640ACAFB3}"/>
                </a:ext>
              </a:extLst>
            </p:cNvPr>
            <p:cNvSpPr/>
            <p:nvPr/>
          </p:nvSpPr>
          <p:spPr>
            <a:xfrm>
              <a:off x="3937804" y="2088638"/>
              <a:ext cx="1534108" cy="1534108"/>
            </a:xfrm>
            <a:prstGeom prst="ellipse">
              <a:avLst/>
            </a:prstGeom>
            <a:solidFill>
              <a:srgbClr val="EAB57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B89AA7E-CAF3-4A5B-B077-B2F26B6E0DF6}"/>
                </a:ext>
              </a:extLst>
            </p:cNvPr>
            <p:cNvSpPr/>
            <p:nvPr/>
          </p:nvSpPr>
          <p:spPr>
            <a:xfrm>
              <a:off x="4491336" y="2250666"/>
              <a:ext cx="288561" cy="288561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47271BE-0EB9-4936-8F08-75569C04787E}"/>
                </a:ext>
              </a:extLst>
            </p:cNvPr>
            <p:cNvSpPr/>
            <p:nvPr/>
          </p:nvSpPr>
          <p:spPr>
            <a:xfrm>
              <a:off x="3990243" y="2829750"/>
              <a:ext cx="288561" cy="288561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07B6BE1-3843-4F57-A6C8-9007BE02A1F0}"/>
                </a:ext>
              </a:extLst>
            </p:cNvPr>
            <p:cNvSpPr/>
            <p:nvPr/>
          </p:nvSpPr>
          <p:spPr>
            <a:xfrm>
              <a:off x="4833718" y="3118311"/>
              <a:ext cx="288561" cy="288561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367DF1F-CFC4-43ED-97D8-7C79D22A02A3}"/>
                </a:ext>
              </a:extLst>
            </p:cNvPr>
            <p:cNvSpPr/>
            <p:nvPr/>
          </p:nvSpPr>
          <p:spPr>
            <a:xfrm>
              <a:off x="4983734" y="2555289"/>
              <a:ext cx="288561" cy="288561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804B57F-34AA-4698-8847-D88459E772E7}"/>
                </a:ext>
              </a:extLst>
            </p:cNvPr>
            <p:cNvSpPr/>
            <p:nvPr/>
          </p:nvSpPr>
          <p:spPr>
            <a:xfrm>
              <a:off x="4507337" y="2783331"/>
              <a:ext cx="288561" cy="288561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3D97907-58EE-47C2-8968-5ED6628983E5}"/>
                </a:ext>
              </a:extLst>
            </p:cNvPr>
            <p:cNvSpPr/>
            <p:nvPr/>
          </p:nvSpPr>
          <p:spPr>
            <a:xfrm>
              <a:off x="4292581" y="2628356"/>
              <a:ext cx="128860" cy="128860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9147DDC-55A2-4049-9F4D-44972E1BC0A8}"/>
                </a:ext>
              </a:extLst>
            </p:cNvPr>
            <p:cNvSpPr/>
            <p:nvPr/>
          </p:nvSpPr>
          <p:spPr>
            <a:xfrm>
              <a:off x="4442907" y="3240070"/>
              <a:ext cx="128860" cy="128860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BE63C1D-7BA7-41A5-8C3C-0A65988E99BE}"/>
                </a:ext>
              </a:extLst>
            </p:cNvPr>
            <p:cNvSpPr/>
            <p:nvPr/>
          </p:nvSpPr>
          <p:spPr>
            <a:xfrm>
              <a:off x="4997044" y="2371345"/>
              <a:ext cx="128860" cy="128860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EBCBF52-C496-4F69-B051-38C76C11AB16}"/>
                </a:ext>
              </a:extLst>
            </p:cNvPr>
            <p:cNvSpPr/>
            <p:nvPr/>
          </p:nvSpPr>
          <p:spPr>
            <a:xfrm flipH="1">
              <a:off x="4280179" y="2527491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42C11BA-A343-4412-9FAF-86DBC0C7CFA3}"/>
                </a:ext>
              </a:extLst>
            </p:cNvPr>
            <p:cNvSpPr/>
            <p:nvPr/>
          </p:nvSpPr>
          <p:spPr>
            <a:xfrm flipH="1">
              <a:off x="4635617" y="2627387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F5E4FAA-7AA7-484A-9A9F-ECDE08EBC00F}"/>
                </a:ext>
              </a:extLst>
            </p:cNvPr>
            <p:cNvSpPr/>
            <p:nvPr/>
          </p:nvSpPr>
          <p:spPr>
            <a:xfrm flipH="1">
              <a:off x="4476524" y="2613544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4BEC3DE-92A5-44DB-96B2-CAE5DB8EC585}"/>
                </a:ext>
              </a:extLst>
            </p:cNvPr>
            <p:cNvSpPr/>
            <p:nvPr/>
          </p:nvSpPr>
          <p:spPr>
            <a:xfrm flipH="1">
              <a:off x="4414035" y="2861085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63DCCD1-BCF7-405E-AEDD-4083C5DA12C0}"/>
                </a:ext>
              </a:extLst>
            </p:cNvPr>
            <p:cNvSpPr/>
            <p:nvPr/>
          </p:nvSpPr>
          <p:spPr>
            <a:xfrm flipH="1">
              <a:off x="4100381" y="2749810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F1FF15E-7E4D-4D38-A213-99A9649421C7}"/>
                </a:ext>
              </a:extLst>
            </p:cNvPr>
            <p:cNvSpPr/>
            <p:nvPr/>
          </p:nvSpPr>
          <p:spPr>
            <a:xfrm flipH="1">
              <a:off x="4342199" y="2336279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3A04DF5-B406-41E1-979D-8A62CDB22FD1}"/>
                </a:ext>
              </a:extLst>
            </p:cNvPr>
            <p:cNvSpPr/>
            <p:nvPr/>
          </p:nvSpPr>
          <p:spPr>
            <a:xfrm flipH="1">
              <a:off x="4131043" y="2466406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B9851F8-8372-4918-98A7-2BC5F8352673}"/>
                </a:ext>
              </a:extLst>
            </p:cNvPr>
            <p:cNvSpPr/>
            <p:nvPr/>
          </p:nvSpPr>
          <p:spPr>
            <a:xfrm flipH="1">
              <a:off x="4180956" y="3225258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EEA4279-03A0-4DE4-AB52-B1D200FF72D5}"/>
                </a:ext>
              </a:extLst>
            </p:cNvPr>
            <p:cNvSpPr/>
            <p:nvPr/>
          </p:nvSpPr>
          <p:spPr>
            <a:xfrm flipH="1">
              <a:off x="4357011" y="3225258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3435FBA-A52E-422E-BA2C-EEC474BDF675}"/>
                </a:ext>
              </a:extLst>
            </p:cNvPr>
            <p:cNvSpPr/>
            <p:nvPr/>
          </p:nvSpPr>
          <p:spPr>
            <a:xfrm flipH="1">
              <a:off x="4435501" y="3071892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3F5C82C-938F-451B-9EA8-04328C4AE61B}"/>
                </a:ext>
              </a:extLst>
            </p:cNvPr>
            <p:cNvSpPr/>
            <p:nvPr/>
          </p:nvSpPr>
          <p:spPr>
            <a:xfrm flipH="1">
              <a:off x="4633667" y="3497736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54011F3-F97D-467D-B74D-D0ECE62A3FDC}"/>
                </a:ext>
              </a:extLst>
            </p:cNvPr>
            <p:cNvSpPr/>
            <p:nvPr/>
          </p:nvSpPr>
          <p:spPr>
            <a:xfrm flipH="1">
              <a:off x="4739177" y="3297094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5BE00A2-92F5-47B2-8205-11F70FFF7CB2}"/>
                </a:ext>
              </a:extLst>
            </p:cNvPr>
            <p:cNvSpPr/>
            <p:nvPr/>
          </p:nvSpPr>
          <p:spPr>
            <a:xfrm flipH="1">
              <a:off x="4855659" y="3070803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5A938FD-68CB-45E5-97EE-330D424E4D1B}"/>
                </a:ext>
              </a:extLst>
            </p:cNvPr>
            <p:cNvSpPr/>
            <p:nvPr/>
          </p:nvSpPr>
          <p:spPr>
            <a:xfrm flipH="1">
              <a:off x="4913874" y="2829750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51466B9-F69A-4267-A9D2-83BF17616159}"/>
                </a:ext>
              </a:extLst>
            </p:cNvPr>
            <p:cNvSpPr/>
            <p:nvPr/>
          </p:nvSpPr>
          <p:spPr>
            <a:xfrm flipH="1">
              <a:off x="4873659" y="2542386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7779CDE-6E7D-4546-967E-AB0B0284DC7A}"/>
                </a:ext>
              </a:extLst>
            </p:cNvPr>
            <p:cNvSpPr/>
            <p:nvPr/>
          </p:nvSpPr>
          <p:spPr>
            <a:xfrm flipH="1">
              <a:off x="4772491" y="2214925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09AD99D-683E-4761-AB65-29079C2EB754}"/>
                </a:ext>
              </a:extLst>
            </p:cNvPr>
            <p:cNvSpPr/>
            <p:nvPr/>
          </p:nvSpPr>
          <p:spPr>
            <a:xfrm flipH="1">
              <a:off x="5004442" y="2251820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4857F5F-81A8-4D6D-85E0-29BCB7742DD4}"/>
                </a:ext>
              </a:extLst>
            </p:cNvPr>
            <p:cNvSpPr/>
            <p:nvPr/>
          </p:nvSpPr>
          <p:spPr>
            <a:xfrm flipH="1">
              <a:off x="5142215" y="2973674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2056E36-BC7E-4FB3-80C6-940FE8DA13E9}"/>
                </a:ext>
              </a:extLst>
            </p:cNvPr>
            <p:cNvSpPr/>
            <p:nvPr/>
          </p:nvSpPr>
          <p:spPr>
            <a:xfrm flipH="1">
              <a:off x="5194602" y="3214838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5659F3E-4C49-45B3-B0DF-53EE16674C17}"/>
                </a:ext>
              </a:extLst>
            </p:cNvPr>
            <p:cNvSpPr/>
            <p:nvPr/>
          </p:nvSpPr>
          <p:spPr>
            <a:xfrm flipH="1">
              <a:off x="5365431" y="2868491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901FC3C-55BF-42E1-8EC6-F98CA6E5387D}"/>
                </a:ext>
              </a:extLst>
            </p:cNvPr>
            <p:cNvSpPr/>
            <p:nvPr/>
          </p:nvSpPr>
          <p:spPr>
            <a:xfrm flipH="1">
              <a:off x="5367558" y="2583580"/>
              <a:ext cx="14812" cy="14812"/>
            </a:xfrm>
            <a:prstGeom prst="ellipse">
              <a:avLst/>
            </a:prstGeom>
            <a:solidFill>
              <a:srgbClr val="78533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ttsMP3.com_VoiceText_2025-4-23_21-28-41">
            <a:hlinkClick r:id="" action="ppaction://media"/>
            <a:extLst>
              <a:ext uri="{FF2B5EF4-FFF2-40B4-BE49-F238E27FC236}">
                <a16:creationId xmlns:a16="http://schemas.microsoft.com/office/drawing/2014/main" id="{6919377D-1A5C-45CF-9CF4-4C9F86FF63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28919" y="2511054"/>
            <a:ext cx="609600" cy="609600"/>
          </a:xfrm>
          <a:prstGeom prst="rect">
            <a:avLst/>
          </a:prstGeom>
        </p:spPr>
      </p:pic>
      <p:pic>
        <p:nvPicPr>
          <p:cNvPr id="55" name="1sec">
            <a:hlinkClick r:id="" action="ppaction://media"/>
            <a:extLst>
              <a:ext uri="{FF2B5EF4-FFF2-40B4-BE49-F238E27FC236}">
                <a16:creationId xmlns:a16="http://schemas.microsoft.com/office/drawing/2014/main" id="{6D527942-4495-432D-A358-FB280CBC845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20704" y="2524419"/>
            <a:ext cx="609600" cy="609600"/>
          </a:xfrm>
          <a:prstGeom prst="rect">
            <a:avLst/>
          </a:prstGeom>
        </p:spPr>
      </p:pic>
      <p:pic>
        <p:nvPicPr>
          <p:cNvPr id="4" name="ttsMP3.com_VoiceText_2025-4-23_21-29-32">
            <a:hlinkClick r:id="" action="ppaction://media"/>
            <a:extLst>
              <a:ext uri="{FF2B5EF4-FFF2-40B4-BE49-F238E27FC236}">
                <a16:creationId xmlns:a16="http://schemas.microsoft.com/office/drawing/2014/main" id="{03F000CA-D464-492E-A9BC-48D6B52DC60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58700" y="2488194"/>
            <a:ext cx="609600" cy="609600"/>
          </a:xfrm>
          <a:prstGeom prst="rect">
            <a:avLst/>
          </a:prstGeom>
        </p:spPr>
      </p:pic>
      <p:pic>
        <p:nvPicPr>
          <p:cNvPr id="56" name="1sec">
            <a:hlinkClick r:id="" action="ppaction://media"/>
            <a:extLst>
              <a:ext uri="{FF2B5EF4-FFF2-40B4-BE49-F238E27FC236}">
                <a16:creationId xmlns:a16="http://schemas.microsoft.com/office/drawing/2014/main" id="{3F9FB631-B173-45B4-97DF-979F616AF6B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863451" y="2524419"/>
            <a:ext cx="609600" cy="609600"/>
          </a:xfrm>
          <a:prstGeom prst="rect">
            <a:avLst/>
          </a:prstGeom>
        </p:spPr>
      </p:pic>
      <p:pic>
        <p:nvPicPr>
          <p:cNvPr id="57" name="1sec">
            <a:hlinkClick r:id="" action="ppaction://media"/>
            <a:extLst>
              <a:ext uri="{FF2B5EF4-FFF2-40B4-BE49-F238E27FC236}">
                <a16:creationId xmlns:a16="http://schemas.microsoft.com/office/drawing/2014/main" id="{2148B501-D136-4F53-BE78-6CAF33D7E9B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54591" y="252441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7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5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6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4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5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60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5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6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D7A9B7-4E1C-4FE0-96B6-D4D1E9BFDD18}"/>
              </a:ext>
            </a:extLst>
          </p:cNvPr>
          <p:cNvSpPr/>
          <p:nvPr/>
        </p:nvSpPr>
        <p:spPr>
          <a:xfrm>
            <a:off x="2914338" y="620188"/>
            <a:ext cx="5772461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Caff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B1722D"/>
                </a:solidFill>
              </a:rPr>
              <a:t>ei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ne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8FBF6D-B3C3-4EFF-8E60-D6C6C0C107A6}"/>
              </a:ext>
            </a:extLst>
          </p:cNvPr>
          <p:cNvSpPr/>
          <p:nvPr/>
        </p:nvSpPr>
        <p:spPr>
          <a:xfrm>
            <a:off x="505648" y="620189"/>
            <a:ext cx="197913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B1722D"/>
                </a:solidFill>
              </a:rPr>
              <a:t>ei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B1722D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CC7337F-153D-425E-B729-9F31BE14375A}"/>
              </a:ext>
            </a:extLst>
          </p:cNvPr>
          <p:cNvGrpSpPr/>
          <p:nvPr/>
        </p:nvGrpSpPr>
        <p:grpSpPr>
          <a:xfrm>
            <a:off x="4492328" y="2712113"/>
            <a:ext cx="6808599" cy="3844373"/>
            <a:chOff x="-1341818" y="1441063"/>
            <a:chExt cx="4673947" cy="2639074"/>
          </a:xfrm>
        </p:grpSpPr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D7C21F2C-8D09-4D71-BF9D-FF334C9C8F1C}"/>
                </a:ext>
              </a:extLst>
            </p:cNvPr>
            <p:cNvSpPr/>
            <p:nvPr/>
          </p:nvSpPr>
          <p:spPr>
            <a:xfrm rot="199670">
              <a:off x="1655829" y="2074543"/>
              <a:ext cx="1676300" cy="1638971"/>
            </a:xfrm>
            <a:custGeom>
              <a:avLst/>
              <a:gdLst>
                <a:gd name="connsiteX0" fmla="*/ 0 w 627419"/>
                <a:gd name="connsiteY0" fmla="*/ 0 h 321378"/>
                <a:gd name="connsiteX1" fmla="*/ 627419 w 627419"/>
                <a:gd name="connsiteY1" fmla="*/ 0 h 321378"/>
                <a:gd name="connsiteX2" fmla="*/ 627419 w 627419"/>
                <a:gd name="connsiteY2" fmla="*/ 321378 h 321378"/>
                <a:gd name="connsiteX3" fmla="*/ 0 w 627419"/>
                <a:gd name="connsiteY3" fmla="*/ 321378 h 321378"/>
                <a:gd name="connsiteX4" fmla="*/ 0 w 627419"/>
                <a:gd name="connsiteY4" fmla="*/ 0 h 321378"/>
                <a:gd name="connsiteX0" fmla="*/ 0 w 627419"/>
                <a:gd name="connsiteY0" fmla="*/ 0 h 369003"/>
                <a:gd name="connsiteX1" fmla="*/ 627419 w 627419"/>
                <a:gd name="connsiteY1" fmla="*/ 47625 h 369003"/>
                <a:gd name="connsiteX2" fmla="*/ 627419 w 627419"/>
                <a:gd name="connsiteY2" fmla="*/ 369003 h 369003"/>
                <a:gd name="connsiteX3" fmla="*/ 0 w 627419"/>
                <a:gd name="connsiteY3" fmla="*/ 369003 h 369003"/>
                <a:gd name="connsiteX4" fmla="*/ 0 w 627419"/>
                <a:gd name="connsiteY4" fmla="*/ 0 h 369003"/>
                <a:gd name="connsiteX0" fmla="*/ 19050 w 646469"/>
                <a:gd name="connsiteY0" fmla="*/ 0 h 369003"/>
                <a:gd name="connsiteX1" fmla="*/ 646469 w 646469"/>
                <a:gd name="connsiteY1" fmla="*/ 47625 h 369003"/>
                <a:gd name="connsiteX2" fmla="*/ 646469 w 646469"/>
                <a:gd name="connsiteY2" fmla="*/ 369003 h 369003"/>
                <a:gd name="connsiteX3" fmla="*/ 0 w 646469"/>
                <a:gd name="connsiteY3" fmla="*/ 178503 h 369003"/>
                <a:gd name="connsiteX4" fmla="*/ 19050 w 646469"/>
                <a:gd name="connsiteY4" fmla="*/ 0 h 369003"/>
                <a:gd name="connsiteX0" fmla="*/ 372706 w 1000125"/>
                <a:gd name="connsiteY0" fmla="*/ 0 h 1207203"/>
                <a:gd name="connsiteX1" fmla="*/ 1000125 w 1000125"/>
                <a:gd name="connsiteY1" fmla="*/ 47625 h 1207203"/>
                <a:gd name="connsiteX2" fmla="*/ 0 w 1000125"/>
                <a:gd name="connsiteY2" fmla="*/ 1207203 h 1207203"/>
                <a:gd name="connsiteX3" fmla="*/ 353656 w 1000125"/>
                <a:gd name="connsiteY3" fmla="*/ 178503 h 1207203"/>
                <a:gd name="connsiteX4" fmla="*/ 372706 w 1000125"/>
                <a:gd name="connsiteY4" fmla="*/ 0 h 1207203"/>
                <a:gd name="connsiteX0" fmla="*/ 610831 w 610831"/>
                <a:gd name="connsiteY0" fmla="*/ 0 h 1476375"/>
                <a:gd name="connsiteX1" fmla="*/ 0 w 610831"/>
                <a:gd name="connsiteY1" fmla="*/ 1476375 h 1476375"/>
                <a:gd name="connsiteX2" fmla="*/ 238125 w 610831"/>
                <a:gd name="connsiteY2" fmla="*/ 1207203 h 1476375"/>
                <a:gd name="connsiteX3" fmla="*/ 591781 w 610831"/>
                <a:gd name="connsiteY3" fmla="*/ 178503 h 1476375"/>
                <a:gd name="connsiteX4" fmla="*/ 610831 w 610831"/>
                <a:gd name="connsiteY4" fmla="*/ 0 h 1476375"/>
                <a:gd name="connsiteX0" fmla="*/ 610831 w 1375968"/>
                <a:gd name="connsiteY0" fmla="*/ 0 h 1476375"/>
                <a:gd name="connsiteX1" fmla="*/ 0 w 1375968"/>
                <a:gd name="connsiteY1" fmla="*/ 1476375 h 1476375"/>
                <a:gd name="connsiteX2" fmla="*/ 238125 w 1375968"/>
                <a:gd name="connsiteY2" fmla="*/ 1207203 h 1476375"/>
                <a:gd name="connsiteX3" fmla="*/ 591781 w 1375968"/>
                <a:gd name="connsiteY3" fmla="*/ 178503 h 1476375"/>
                <a:gd name="connsiteX4" fmla="*/ 610831 w 1375968"/>
                <a:gd name="connsiteY4" fmla="*/ 0 h 1476375"/>
                <a:gd name="connsiteX0" fmla="*/ 610831 w 1481568"/>
                <a:gd name="connsiteY0" fmla="*/ 89622 h 1565997"/>
                <a:gd name="connsiteX1" fmla="*/ 0 w 1481568"/>
                <a:gd name="connsiteY1" fmla="*/ 1565997 h 1565997"/>
                <a:gd name="connsiteX2" fmla="*/ 238125 w 1481568"/>
                <a:gd name="connsiteY2" fmla="*/ 1296825 h 1565997"/>
                <a:gd name="connsiteX3" fmla="*/ 591781 w 1481568"/>
                <a:gd name="connsiteY3" fmla="*/ 268125 h 1565997"/>
                <a:gd name="connsiteX4" fmla="*/ 610831 w 1481568"/>
                <a:gd name="connsiteY4" fmla="*/ 89622 h 1565997"/>
                <a:gd name="connsiteX0" fmla="*/ 620356 w 1484968"/>
                <a:gd name="connsiteY0" fmla="*/ 92668 h 1511893"/>
                <a:gd name="connsiteX1" fmla="*/ 0 w 1484968"/>
                <a:gd name="connsiteY1" fmla="*/ 1511893 h 1511893"/>
                <a:gd name="connsiteX2" fmla="*/ 247650 w 1484968"/>
                <a:gd name="connsiteY2" fmla="*/ 1299871 h 1511893"/>
                <a:gd name="connsiteX3" fmla="*/ 601306 w 1484968"/>
                <a:gd name="connsiteY3" fmla="*/ 271171 h 1511893"/>
                <a:gd name="connsiteX4" fmla="*/ 620356 w 1484968"/>
                <a:gd name="connsiteY4" fmla="*/ 92668 h 1511893"/>
                <a:gd name="connsiteX0" fmla="*/ 620356 w 1427659"/>
                <a:gd name="connsiteY0" fmla="*/ 74409 h 1493634"/>
                <a:gd name="connsiteX1" fmla="*/ 0 w 1427659"/>
                <a:gd name="connsiteY1" fmla="*/ 1493634 h 1493634"/>
                <a:gd name="connsiteX2" fmla="*/ 247650 w 1427659"/>
                <a:gd name="connsiteY2" fmla="*/ 1281612 h 1493634"/>
                <a:gd name="connsiteX3" fmla="*/ 601306 w 1427659"/>
                <a:gd name="connsiteY3" fmla="*/ 252912 h 1493634"/>
                <a:gd name="connsiteX4" fmla="*/ 620356 w 1427659"/>
                <a:gd name="connsiteY4" fmla="*/ 74409 h 1493634"/>
                <a:gd name="connsiteX0" fmla="*/ 620356 w 1539537"/>
                <a:gd name="connsiteY0" fmla="*/ 148360 h 1567585"/>
                <a:gd name="connsiteX1" fmla="*/ 0 w 1539537"/>
                <a:gd name="connsiteY1" fmla="*/ 1567585 h 1567585"/>
                <a:gd name="connsiteX2" fmla="*/ 247650 w 1539537"/>
                <a:gd name="connsiteY2" fmla="*/ 1355563 h 1567585"/>
                <a:gd name="connsiteX3" fmla="*/ 601306 w 1539537"/>
                <a:gd name="connsiteY3" fmla="*/ 326863 h 1567585"/>
                <a:gd name="connsiteX4" fmla="*/ 620356 w 1539537"/>
                <a:gd name="connsiteY4" fmla="*/ 148360 h 1567585"/>
                <a:gd name="connsiteX0" fmla="*/ 620356 w 1539537"/>
                <a:gd name="connsiteY0" fmla="*/ 148360 h 1567585"/>
                <a:gd name="connsiteX1" fmla="*/ 0 w 1539537"/>
                <a:gd name="connsiteY1" fmla="*/ 1567585 h 1567585"/>
                <a:gd name="connsiteX2" fmla="*/ 247650 w 1539537"/>
                <a:gd name="connsiteY2" fmla="*/ 1355563 h 1567585"/>
                <a:gd name="connsiteX3" fmla="*/ 601306 w 1539537"/>
                <a:gd name="connsiteY3" fmla="*/ 326863 h 1567585"/>
                <a:gd name="connsiteX4" fmla="*/ 620356 w 1539537"/>
                <a:gd name="connsiteY4" fmla="*/ 148360 h 1567585"/>
                <a:gd name="connsiteX0" fmla="*/ 620356 w 1539537"/>
                <a:gd name="connsiteY0" fmla="*/ 148360 h 1567585"/>
                <a:gd name="connsiteX1" fmla="*/ 0 w 1539537"/>
                <a:gd name="connsiteY1" fmla="*/ 1567585 h 1567585"/>
                <a:gd name="connsiteX2" fmla="*/ 247650 w 1539537"/>
                <a:gd name="connsiteY2" fmla="*/ 1355563 h 1567585"/>
                <a:gd name="connsiteX3" fmla="*/ 601306 w 1539537"/>
                <a:gd name="connsiteY3" fmla="*/ 326863 h 1567585"/>
                <a:gd name="connsiteX4" fmla="*/ 620356 w 1539537"/>
                <a:gd name="connsiteY4" fmla="*/ 148360 h 1567585"/>
                <a:gd name="connsiteX0" fmla="*/ 620356 w 1539537"/>
                <a:gd name="connsiteY0" fmla="*/ 148360 h 1567585"/>
                <a:gd name="connsiteX1" fmla="*/ 0 w 1539537"/>
                <a:gd name="connsiteY1" fmla="*/ 1567585 h 1567585"/>
                <a:gd name="connsiteX2" fmla="*/ 247650 w 1539537"/>
                <a:gd name="connsiteY2" fmla="*/ 1355563 h 1567585"/>
                <a:gd name="connsiteX3" fmla="*/ 601306 w 1539537"/>
                <a:gd name="connsiteY3" fmla="*/ 326863 h 1567585"/>
                <a:gd name="connsiteX4" fmla="*/ 620356 w 1539537"/>
                <a:gd name="connsiteY4" fmla="*/ 148360 h 1567585"/>
                <a:gd name="connsiteX0" fmla="*/ 620356 w 1539537"/>
                <a:gd name="connsiteY0" fmla="*/ 148360 h 1567585"/>
                <a:gd name="connsiteX1" fmla="*/ 0 w 1539537"/>
                <a:gd name="connsiteY1" fmla="*/ 1567585 h 1567585"/>
                <a:gd name="connsiteX2" fmla="*/ 247650 w 1539537"/>
                <a:gd name="connsiteY2" fmla="*/ 1355563 h 1567585"/>
                <a:gd name="connsiteX3" fmla="*/ 601306 w 1539537"/>
                <a:gd name="connsiteY3" fmla="*/ 326863 h 1567585"/>
                <a:gd name="connsiteX4" fmla="*/ 620356 w 1539537"/>
                <a:gd name="connsiteY4" fmla="*/ 148360 h 1567585"/>
                <a:gd name="connsiteX0" fmla="*/ 620356 w 1562402"/>
                <a:gd name="connsiteY0" fmla="*/ 128430 h 1547655"/>
                <a:gd name="connsiteX1" fmla="*/ 0 w 1562402"/>
                <a:gd name="connsiteY1" fmla="*/ 1547655 h 1547655"/>
                <a:gd name="connsiteX2" fmla="*/ 247650 w 1562402"/>
                <a:gd name="connsiteY2" fmla="*/ 1335633 h 1547655"/>
                <a:gd name="connsiteX3" fmla="*/ 601306 w 1562402"/>
                <a:gd name="connsiteY3" fmla="*/ 306933 h 1547655"/>
                <a:gd name="connsiteX4" fmla="*/ 620356 w 1562402"/>
                <a:gd name="connsiteY4" fmla="*/ 128430 h 1547655"/>
                <a:gd name="connsiteX0" fmla="*/ 822365 w 1649905"/>
                <a:gd name="connsiteY0" fmla="*/ 121481 h 1676486"/>
                <a:gd name="connsiteX1" fmla="*/ 0 w 1649905"/>
                <a:gd name="connsiteY1" fmla="*/ 1676486 h 1676486"/>
                <a:gd name="connsiteX2" fmla="*/ 449659 w 1649905"/>
                <a:gd name="connsiteY2" fmla="*/ 1328684 h 1676486"/>
                <a:gd name="connsiteX3" fmla="*/ 803315 w 1649905"/>
                <a:gd name="connsiteY3" fmla="*/ 299984 h 1676486"/>
                <a:gd name="connsiteX4" fmla="*/ 822365 w 1649905"/>
                <a:gd name="connsiteY4" fmla="*/ 121481 h 1676486"/>
                <a:gd name="connsiteX0" fmla="*/ 822365 w 1649905"/>
                <a:gd name="connsiteY0" fmla="*/ 121481 h 1676486"/>
                <a:gd name="connsiteX1" fmla="*/ 0 w 1649905"/>
                <a:gd name="connsiteY1" fmla="*/ 1676486 h 1676486"/>
                <a:gd name="connsiteX2" fmla="*/ 240906 w 1649905"/>
                <a:gd name="connsiteY2" fmla="*/ 1512562 h 1676486"/>
                <a:gd name="connsiteX3" fmla="*/ 803315 w 1649905"/>
                <a:gd name="connsiteY3" fmla="*/ 299984 h 1676486"/>
                <a:gd name="connsiteX4" fmla="*/ 822365 w 1649905"/>
                <a:gd name="connsiteY4" fmla="*/ 121481 h 1676486"/>
                <a:gd name="connsiteX0" fmla="*/ 822365 w 1649905"/>
                <a:gd name="connsiteY0" fmla="*/ 121481 h 1676486"/>
                <a:gd name="connsiteX1" fmla="*/ 0 w 1649905"/>
                <a:gd name="connsiteY1" fmla="*/ 1676486 h 1676486"/>
                <a:gd name="connsiteX2" fmla="*/ 240906 w 1649905"/>
                <a:gd name="connsiteY2" fmla="*/ 1512562 h 1676486"/>
                <a:gd name="connsiteX3" fmla="*/ 803315 w 1649905"/>
                <a:gd name="connsiteY3" fmla="*/ 299984 h 1676486"/>
                <a:gd name="connsiteX4" fmla="*/ 822365 w 1649905"/>
                <a:gd name="connsiteY4" fmla="*/ 121481 h 1676486"/>
                <a:gd name="connsiteX0" fmla="*/ 822365 w 1649905"/>
                <a:gd name="connsiteY0" fmla="*/ 121481 h 1676486"/>
                <a:gd name="connsiteX1" fmla="*/ 0 w 1649905"/>
                <a:gd name="connsiteY1" fmla="*/ 1676486 h 1676486"/>
                <a:gd name="connsiteX2" fmla="*/ 270648 w 1649905"/>
                <a:gd name="connsiteY2" fmla="*/ 1367716 h 1676486"/>
                <a:gd name="connsiteX3" fmla="*/ 803315 w 1649905"/>
                <a:gd name="connsiteY3" fmla="*/ 299984 h 1676486"/>
                <a:gd name="connsiteX4" fmla="*/ 822365 w 1649905"/>
                <a:gd name="connsiteY4" fmla="*/ 121481 h 1676486"/>
                <a:gd name="connsiteX0" fmla="*/ 771393 w 1627055"/>
                <a:gd name="connsiteY0" fmla="*/ 126939 h 1574028"/>
                <a:gd name="connsiteX1" fmla="*/ 0 w 1627055"/>
                <a:gd name="connsiteY1" fmla="*/ 1574028 h 1574028"/>
                <a:gd name="connsiteX2" fmla="*/ 219676 w 1627055"/>
                <a:gd name="connsiteY2" fmla="*/ 1373174 h 1574028"/>
                <a:gd name="connsiteX3" fmla="*/ 752343 w 1627055"/>
                <a:gd name="connsiteY3" fmla="*/ 305442 h 1574028"/>
                <a:gd name="connsiteX4" fmla="*/ 771393 w 1627055"/>
                <a:gd name="connsiteY4" fmla="*/ 126939 h 1574028"/>
                <a:gd name="connsiteX0" fmla="*/ 771393 w 1627055"/>
                <a:gd name="connsiteY0" fmla="*/ 126939 h 1574028"/>
                <a:gd name="connsiteX1" fmla="*/ 0 w 1627055"/>
                <a:gd name="connsiteY1" fmla="*/ 1574028 h 1574028"/>
                <a:gd name="connsiteX2" fmla="*/ 219676 w 1627055"/>
                <a:gd name="connsiteY2" fmla="*/ 1373174 h 1574028"/>
                <a:gd name="connsiteX3" fmla="*/ 752343 w 1627055"/>
                <a:gd name="connsiteY3" fmla="*/ 305442 h 1574028"/>
                <a:gd name="connsiteX4" fmla="*/ 771393 w 1627055"/>
                <a:gd name="connsiteY4" fmla="*/ 126939 h 1574028"/>
                <a:gd name="connsiteX0" fmla="*/ 771393 w 1676300"/>
                <a:gd name="connsiteY0" fmla="*/ 191882 h 1638971"/>
                <a:gd name="connsiteX1" fmla="*/ 0 w 1676300"/>
                <a:gd name="connsiteY1" fmla="*/ 1638971 h 1638971"/>
                <a:gd name="connsiteX2" fmla="*/ 219676 w 1676300"/>
                <a:gd name="connsiteY2" fmla="*/ 1438117 h 1638971"/>
                <a:gd name="connsiteX3" fmla="*/ 752343 w 1676300"/>
                <a:gd name="connsiteY3" fmla="*/ 370385 h 1638971"/>
                <a:gd name="connsiteX4" fmla="*/ 771393 w 1676300"/>
                <a:gd name="connsiteY4" fmla="*/ 191882 h 1638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76300" h="1638971">
                  <a:moveTo>
                    <a:pt x="771393" y="191882"/>
                  </a:moveTo>
                  <a:cubicBezTo>
                    <a:pt x="1522250" y="-642951"/>
                    <a:pt x="2680110" y="1508796"/>
                    <a:pt x="0" y="1638971"/>
                  </a:cubicBezTo>
                  <a:lnTo>
                    <a:pt x="219676" y="1438117"/>
                  </a:lnTo>
                  <a:cubicBezTo>
                    <a:pt x="1726658" y="1293468"/>
                    <a:pt x="1689213" y="-44257"/>
                    <a:pt x="752343" y="370385"/>
                  </a:cubicBezTo>
                  <a:lnTo>
                    <a:pt x="771393" y="191882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5B5DFD20-7E90-4343-B860-D6D3BF173AB5}"/>
                </a:ext>
              </a:extLst>
            </p:cNvPr>
            <p:cNvSpPr/>
            <p:nvPr/>
          </p:nvSpPr>
          <p:spPr>
            <a:xfrm>
              <a:off x="-1338165" y="2019784"/>
              <a:ext cx="4056687" cy="2060353"/>
            </a:xfrm>
            <a:custGeom>
              <a:avLst/>
              <a:gdLst>
                <a:gd name="connsiteX0" fmla="*/ 0 w 2504111"/>
                <a:gd name="connsiteY0" fmla="*/ 0 h 792707"/>
                <a:gd name="connsiteX1" fmla="*/ 2504111 w 2504111"/>
                <a:gd name="connsiteY1" fmla="*/ 0 h 792707"/>
                <a:gd name="connsiteX2" fmla="*/ 2504111 w 2504111"/>
                <a:gd name="connsiteY2" fmla="*/ 792707 h 792707"/>
                <a:gd name="connsiteX3" fmla="*/ 0 w 2504111"/>
                <a:gd name="connsiteY3" fmla="*/ 792707 h 792707"/>
                <a:gd name="connsiteX4" fmla="*/ 0 w 2504111"/>
                <a:gd name="connsiteY4" fmla="*/ 0 h 792707"/>
                <a:gd name="connsiteX0" fmla="*/ 0 w 3080374"/>
                <a:gd name="connsiteY0" fmla="*/ 504825 h 1297532"/>
                <a:gd name="connsiteX1" fmla="*/ 3080374 w 3080374"/>
                <a:gd name="connsiteY1" fmla="*/ 0 h 1297532"/>
                <a:gd name="connsiteX2" fmla="*/ 2504111 w 3080374"/>
                <a:gd name="connsiteY2" fmla="*/ 1297532 h 1297532"/>
                <a:gd name="connsiteX3" fmla="*/ 0 w 3080374"/>
                <a:gd name="connsiteY3" fmla="*/ 1297532 h 1297532"/>
                <a:gd name="connsiteX4" fmla="*/ 0 w 3080374"/>
                <a:gd name="connsiteY4" fmla="*/ 504825 h 1297532"/>
                <a:gd name="connsiteX0" fmla="*/ 0 w 4056687"/>
                <a:gd name="connsiteY0" fmla="*/ 0 h 1321344"/>
                <a:gd name="connsiteX1" fmla="*/ 4056687 w 4056687"/>
                <a:gd name="connsiteY1" fmla="*/ 23812 h 1321344"/>
                <a:gd name="connsiteX2" fmla="*/ 3480424 w 4056687"/>
                <a:gd name="connsiteY2" fmla="*/ 1321344 h 1321344"/>
                <a:gd name="connsiteX3" fmla="*/ 976313 w 4056687"/>
                <a:gd name="connsiteY3" fmla="*/ 1321344 h 1321344"/>
                <a:gd name="connsiteX4" fmla="*/ 0 w 4056687"/>
                <a:gd name="connsiteY4" fmla="*/ 0 h 1321344"/>
                <a:gd name="connsiteX0" fmla="*/ 0 w 4056687"/>
                <a:gd name="connsiteY0" fmla="*/ 0 h 1721394"/>
                <a:gd name="connsiteX1" fmla="*/ 4056687 w 4056687"/>
                <a:gd name="connsiteY1" fmla="*/ 23812 h 1721394"/>
                <a:gd name="connsiteX2" fmla="*/ 3480424 w 4056687"/>
                <a:gd name="connsiteY2" fmla="*/ 1321344 h 1721394"/>
                <a:gd name="connsiteX3" fmla="*/ 1104901 w 4056687"/>
                <a:gd name="connsiteY3" fmla="*/ 1721394 h 1721394"/>
                <a:gd name="connsiteX4" fmla="*/ 0 w 4056687"/>
                <a:gd name="connsiteY4" fmla="*/ 0 h 1721394"/>
                <a:gd name="connsiteX0" fmla="*/ 0 w 4056687"/>
                <a:gd name="connsiteY0" fmla="*/ 0 h 1321344"/>
                <a:gd name="connsiteX1" fmla="*/ 4056687 w 4056687"/>
                <a:gd name="connsiteY1" fmla="*/ 23812 h 1321344"/>
                <a:gd name="connsiteX2" fmla="*/ 3480424 w 4056687"/>
                <a:gd name="connsiteY2" fmla="*/ 1321344 h 1321344"/>
                <a:gd name="connsiteX3" fmla="*/ 0 w 4056687"/>
                <a:gd name="connsiteY3" fmla="*/ 0 h 1321344"/>
                <a:gd name="connsiteX0" fmla="*/ 0 w 4056687"/>
                <a:gd name="connsiteY0" fmla="*/ 0 h 1368646"/>
                <a:gd name="connsiteX1" fmla="*/ 4056687 w 4056687"/>
                <a:gd name="connsiteY1" fmla="*/ 23812 h 1368646"/>
                <a:gd name="connsiteX2" fmla="*/ 3480424 w 4056687"/>
                <a:gd name="connsiteY2" fmla="*/ 1321344 h 1368646"/>
                <a:gd name="connsiteX3" fmla="*/ 0 w 4056687"/>
                <a:gd name="connsiteY3" fmla="*/ 0 h 1368646"/>
                <a:gd name="connsiteX0" fmla="*/ 0 w 4056687"/>
                <a:gd name="connsiteY0" fmla="*/ 0 h 23812"/>
                <a:gd name="connsiteX1" fmla="*/ 4056687 w 4056687"/>
                <a:gd name="connsiteY1" fmla="*/ 23812 h 23812"/>
                <a:gd name="connsiteX2" fmla="*/ 0 w 4056687"/>
                <a:gd name="connsiteY2" fmla="*/ 0 h 23812"/>
                <a:gd name="connsiteX0" fmla="*/ 0 w 4056687"/>
                <a:gd name="connsiteY0" fmla="*/ 0 h 490052"/>
                <a:gd name="connsiteX1" fmla="*/ 4056687 w 4056687"/>
                <a:gd name="connsiteY1" fmla="*/ 23812 h 490052"/>
                <a:gd name="connsiteX2" fmla="*/ 0 w 4056687"/>
                <a:gd name="connsiteY2" fmla="*/ 0 h 490052"/>
                <a:gd name="connsiteX0" fmla="*/ 0 w 4056687"/>
                <a:gd name="connsiteY0" fmla="*/ 0 h 985329"/>
                <a:gd name="connsiteX1" fmla="*/ 4056687 w 4056687"/>
                <a:gd name="connsiteY1" fmla="*/ 23812 h 985329"/>
                <a:gd name="connsiteX2" fmla="*/ 0 w 4056687"/>
                <a:gd name="connsiteY2" fmla="*/ 0 h 985329"/>
                <a:gd name="connsiteX0" fmla="*/ 0 w 4056687"/>
                <a:gd name="connsiteY0" fmla="*/ 68532 h 1053861"/>
                <a:gd name="connsiteX1" fmla="*/ 4056687 w 4056687"/>
                <a:gd name="connsiteY1" fmla="*/ 92344 h 1053861"/>
                <a:gd name="connsiteX2" fmla="*/ 0 w 4056687"/>
                <a:gd name="connsiteY2" fmla="*/ 68532 h 1053861"/>
                <a:gd name="connsiteX0" fmla="*/ 0 w 4056687"/>
                <a:gd name="connsiteY0" fmla="*/ 68532 h 1996565"/>
                <a:gd name="connsiteX1" fmla="*/ 4056687 w 4056687"/>
                <a:gd name="connsiteY1" fmla="*/ 92344 h 1996565"/>
                <a:gd name="connsiteX2" fmla="*/ 0 w 4056687"/>
                <a:gd name="connsiteY2" fmla="*/ 68532 h 1996565"/>
                <a:gd name="connsiteX0" fmla="*/ 0 w 4056687"/>
                <a:gd name="connsiteY0" fmla="*/ 68532 h 2128885"/>
                <a:gd name="connsiteX1" fmla="*/ 4056687 w 4056687"/>
                <a:gd name="connsiteY1" fmla="*/ 92344 h 2128885"/>
                <a:gd name="connsiteX2" fmla="*/ 0 w 4056687"/>
                <a:gd name="connsiteY2" fmla="*/ 68532 h 2128885"/>
                <a:gd name="connsiteX0" fmla="*/ 0 w 4056687"/>
                <a:gd name="connsiteY0" fmla="*/ 17119 h 2077472"/>
                <a:gd name="connsiteX1" fmla="*/ 4056687 w 4056687"/>
                <a:gd name="connsiteY1" fmla="*/ 40931 h 2077472"/>
                <a:gd name="connsiteX2" fmla="*/ 0 w 4056687"/>
                <a:gd name="connsiteY2" fmla="*/ 17119 h 2077472"/>
                <a:gd name="connsiteX0" fmla="*/ 0 w 4056687"/>
                <a:gd name="connsiteY0" fmla="*/ 0 h 2060353"/>
                <a:gd name="connsiteX1" fmla="*/ 4056687 w 4056687"/>
                <a:gd name="connsiteY1" fmla="*/ 23812 h 2060353"/>
                <a:gd name="connsiteX2" fmla="*/ 0 w 4056687"/>
                <a:gd name="connsiteY2" fmla="*/ 0 h 2060353"/>
                <a:gd name="connsiteX0" fmla="*/ 0 w 4056687"/>
                <a:gd name="connsiteY0" fmla="*/ 0 h 2060353"/>
                <a:gd name="connsiteX1" fmla="*/ 4056687 w 4056687"/>
                <a:gd name="connsiteY1" fmla="*/ 23812 h 2060353"/>
                <a:gd name="connsiteX2" fmla="*/ 0 w 4056687"/>
                <a:gd name="connsiteY2" fmla="*/ 0 h 2060353"/>
                <a:gd name="connsiteX0" fmla="*/ 0 w 4056687"/>
                <a:gd name="connsiteY0" fmla="*/ 0 h 2060353"/>
                <a:gd name="connsiteX1" fmla="*/ 4056687 w 4056687"/>
                <a:gd name="connsiteY1" fmla="*/ 23812 h 2060353"/>
                <a:gd name="connsiteX2" fmla="*/ 0 w 4056687"/>
                <a:gd name="connsiteY2" fmla="*/ 0 h 2060353"/>
                <a:gd name="connsiteX0" fmla="*/ 0 w 4056687"/>
                <a:gd name="connsiteY0" fmla="*/ 0 h 2060353"/>
                <a:gd name="connsiteX1" fmla="*/ 4056687 w 4056687"/>
                <a:gd name="connsiteY1" fmla="*/ 23812 h 2060353"/>
                <a:gd name="connsiteX2" fmla="*/ 0 w 4056687"/>
                <a:gd name="connsiteY2" fmla="*/ 0 h 2060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56687" h="2060353">
                  <a:moveTo>
                    <a:pt x="0" y="0"/>
                  </a:moveTo>
                  <a:cubicBezTo>
                    <a:pt x="514029" y="2913062"/>
                    <a:pt x="3736333" y="2568575"/>
                    <a:pt x="4056687" y="23812"/>
                  </a:cubicBezTo>
                  <a:cubicBezTo>
                    <a:pt x="3066408" y="682625"/>
                    <a:pt x="314004" y="398462"/>
                    <a:pt x="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FC0760-DCD5-4B81-B55B-2F4A73E8E982}"/>
                </a:ext>
              </a:extLst>
            </p:cNvPr>
            <p:cNvGrpSpPr/>
            <p:nvPr/>
          </p:nvGrpSpPr>
          <p:grpSpPr>
            <a:xfrm>
              <a:off x="-1341818" y="1441063"/>
              <a:ext cx="4056687" cy="1114425"/>
              <a:chOff x="1227896" y="3943350"/>
              <a:chExt cx="4056687" cy="1114425"/>
            </a:xfrm>
            <a:solidFill>
              <a:srgbClr val="B18173"/>
            </a:solidFill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3FB0048-D568-423B-ADCE-759E9DC75D28}"/>
                  </a:ext>
                </a:extLst>
              </p:cNvPr>
              <p:cNvSpPr/>
              <p:nvPr/>
            </p:nvSpPr>
            <p:spPr>
              <a:xfrm>
                <a:off x="1227896" y="3943350"/>
                <a:ext cx="4056687" cy="1114425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4F1B5A10-1321-45AE-97B2-9055DEE10B1F}"/>
                  </a:ext>
                </a:extLst>
              </p:cNvPr>
              <p:cNvSpPr/>
              <p:nvPr/>
            </p:nvSpPr>
            <p:spPr>
              <a:xfrm>
                <a:off x="1632759" y="4446366"/>
                <a:ext cx="3246960" cy="611409"/>
              </a:xfrm>
              <a:custGeom>
                <a:avLst/>
                <a:gdLst>
                  <a:gd name="connsiteX0" fmla="*/ 1618520 w 3246960"/>
                  <a:gd name="connsiteY0" fmla="*/ 0 h 611409"/>
                  <a:gd name="connsiteX1" fmla="*/ 3246843 w 3246960"/>
                  <a:gd name="connsiteY1" fmla="*/ 391515 h 611409"/>
                  <a:gd name="connsiteX2" fmla="*/ 3246960 w 3246960"/>
                  <a:gd name="connsiteY2" fmla="*/ 391665 h 611409"/>
                  <a:gd name="connsiteX3" fmla="*/ 3200765 w 3246960"/>
                  <a:gd name="connsiteY3" fmla="*/ 408635 h 611409"/>
                  <a:gd name="connsiteX4" fmla="*/ 1635596 w 3246960"/>
                  <a:gd name="connsiteY4" fmla="*/ 611409 h 611409"/>
                  <a:gd name="connsiteX5" fmla="*/ 70427 w 3246960"/>
                  <a:gd name="connsiteY5" fmla="*/ 408635 h 611409"/>
                  <a:gd name="connsiteX6" fmla="*/ 0 w 3246960"/>
                  <a:gd name="connsiteY6" fmla="*/ 382762 h 611409"/>
                  <a:gd name="connsiteX7" fmla="*/ 47530 w 3246960"/>
                  <a:gd name="connsiteY7" fmla="*/ 340321 h 611409"/>
                  <a:gd name="connsiteX8" fmla="*/ 1618520 w 3246960"/>
                  <a:gd name="connsiteY8" fmla="*/ 0 h 6114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46960" h="611409">
                    <a:moveTo>
                      <a:pt x="1618520" y="0"/>
                    </a:moveTo>
                    <a:cubicBezTo>
                      <a:pt x="2383596" y="0"/>
                      <a:pt x="3030973" y="164691"/>
                      <a:pt x="3246843" y="391515"/>
                    </a:cubicBezTo>
                    <a:lnTo>
                      <a:pt x="3246960" y="391665"/>
                    </a:lnTo>
                    <a:lnTo>
                      <a:pt x="3200765" y="408635"/>
                    </a:lnTo>
                    <a:cubicBezTo>
                      <a:pt x="2828736" y="532474"/>
                      <a:pt x="2265721" y="611409"/>
                      <a:pt x="1635596" y="611409"/>
                    </a:cubicBezTo>
                    <a:cubicBezTo>
                      <a:pt x="1005471" y="611409"/>
                      <a:pt x="442456" y="532474"/>
                      <a:pt x="70427" y="408635"/>
                    </a:cubicBezTo>
                    <a:lnTo>
                      <a:pt x="0" y="382762"/>
                    </a:lnTo>
                    <a:lnTo>
                      <a:pt x="47530" y="340321"/>
                    </a:lnTo>
                    <a:cubicBezTo>
                      <a:pt x="306360" y="140329"/>
                      <a:pt x="912296" y="0"/>
                      <a:pt x="1618520" y="0"/>
                    </a:cubicBezTo>
                    <a:close/>
                  </a:path>
                </a:pathLst>
              </a:custGeom>
              <a:solidFill>
                <a:srgbClr val="B1722D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pic>
        <p:nvPicPr>
          <p:cNvPr id="5" name="ttsMP3.com_VoiceText_2025-4-23_21-33-10">
            <a:hlinkClick r:id="" action="ppaction://media"/>
            <a:extLst>
              <a:ext uri="{FF2B5EF4-FFF2-40B4-BE49-F238E27FC236}">
                <a16:creationId xmlns:a16="http://schemas.microsoft.com/office/drawing/2014/main" id="{43B9F151-7005-44FB-A4CB-A7DADA4F4B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27558" y="2712113"/>
            <a:ext cx="609600" cy="609600"/>
          </a:xfrm>
          <a:prstGeom prst="rect">
            <a:avLst/>
          </a:prstGeom>
        </p:spPr>
      </p:pic>
      <p:pic>
        <p:nvPicPr>
          <p:cNvPr id="19" name="1sec">
            <a:hlinkClick r:id="" action="ppaction://media"/>
            <a:extLst>
              <a:ext uri="{FF2B5EF4-FFF2-40B4-BE49-F238E27FC236}">
                <a16:creationId xmlns:a16="http://schemas.microsoft.com/office/drawing/2014/main" id="{1C692CFF-8212-4C6A-8809-34ED7EA16D1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655903" y="2711256"/>
            <a:ext cx="609600" cy="609600"/>
          </a:xfrm>
          <a:prstGeom prst="rect">
            <a:avLst/>
          </a:prstGeom>
        </p:spPr>
      </p:pic>
      <p:pic>
        <p:nvPicPr>
          <p:cNvPr id="6" name="ttsMP3.com_VoiceText_2025-4-23_21-33-41">
            <a:hlinkClick r:id="" action="ppaction://media"/>
            <a:extLst>
              <a:ext uri="{FF2B5EF4-FFF2-40B4-BE49-F238E27FC236}">
                <a16:creationId xmlns:a16="http://schemas.microsoft.com/office/drawing/2014/main" id="{761077C5-5DBA-4669-B26D-9B1B507505A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601886" y="2711256"/>
            <a:ext cx="609600" cy="609600"/>
          </a:xfrm>
          <a:prstGeom prst="rect">
            <a:avLst/>
          </a:prstGeom>
        </p:spPr>
      </p:pic>
      <p:pic>
        <p:nvPicPr>
          <p:cNvPr id="20" name="1sec">
            <a:hlinkClick r:id="" action="ppaction://media"/>
            <a:extLst>
              <a:ext uri="{FF2B5EF4-FFF2-40B4-BE49-F238E27FC236}">
                <a16:creationId xmlns:a16="http://schemas.microsoft.com/office/drawing/2014/main" id="{213D275D-6F1E-4B1E-B565-686E3348BA5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359183" y="2737369"/>
            <a:ext cx="609600" cy="609600"/>
          </a:xfrm>
          <a:prstGeom prst="rect">
            <a:avLst/>
          </a:prstGeom>
        </p:spPr>
      </p:pic>
      <p:pic>
        <p:nvPicPr>
          <p:cNvPr id="21" name="1sec">
            <a:hlinkClick r:id="" action="ppaction://media"/>
            <a:extLst>
              <a:ext uri="{FF2B5EF4-FFF2-40B4-BE49-F238E27FC236}">
                <a16:creationId xmlns:a16="http://schemas.microsoft.com/office/drawing/2014/main" id="{84621C0B-D3AE-4311-8878-41E545C9A67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000366" y="272458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83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74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32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38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A8CD72-237D-4272-BBCF-F28D303611FC}"/>
              </a:ext>
            </a:extLst>
          </p:cNvPr>
          <p:cNvSpPr/>
          <p:nvPr/>
        </p:nvSpPr>
        <p:spPr>
          <a:xfrm>
            <a:off x="2831326" y="576643"/>
            <a:ext cx="373260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K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ey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2220860-6529-4B09-941C-033C72C18089}"/>
              </a:ext>
            </a:extLst>
          </p:cNvPr>
          <p:cNvSpPr/>
          <p:nvPr/>
        </p:nvSpPr>
        <p:spPr>
          <a:xfrm>
            <a:off x="562174" y="576643"/>
            <a:ext cx="1901373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ey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BDB5979-CFF2-4D8A-8208-82F418989CC1}"/>
              </a:ext>
            </a:extLst>
          </p:cNvPr>
          <p:cNvGrpSpPr/>
          <p:nvPr/>
        </p:nvGrpSpPr>
        <p:grpSpPr>
          <a:xfrm>
            <a:off x="1893113" y="1842052"/>
            <a:ext cx="9561733" cy="4567859"/>
            <a:chOff x="2247901" y="1533525"/>
            <a:chExt cx="7696198" cy="367665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5863FA0-C580-43D7-BC42-CDDCCC5B0080}"/>
                </a:ext>
              </a:extLst>
            </p:cNvPr>
            <p:cNvSpPr/>
            <p:nvPr/>
          </p:nvSpPr>
          <p:spPr>
            <a:xfrm>
              <a:off x="6591300" y="1533525"/>
              <a:ext cx="3352799" cy="3676650"/>
            </a:xfrm>
            <a:prstGeom prst="ellipse">
              <a:avLst/>
            </a:prstGeom>
            <a:solidFill>
              <a:srgbClr val="AFABAB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">
              <a:extLst>
                <a:ext uri="{FF2B5EF4-FFF2-40B4-BE49-F238E27FC236}">
                  <a16:creationId xmlns:a16="http://schemas.microsoft.com/office/drawing/2014/main" id="{DA3E0863-0494-4AF8-BD7A-2BD3078F3CCB}"/>
                </a:ext>
              </a:extLst>
            </p:cNvPr>
            <p:cNvSpPr/>
            <p:nvPr/>
          </p:nvSpPr>
          <p:spPr>
            <a:xfrm>
              <a:off x="2247901" y="2213493"/>
              <a:ext cx="4564063" cy="2194374"/>
            </a:xfrm>
            <a:custGeom>
              <a:avLst/>
              <a:gdLst>
                <a:gd name="connsiteX0" fmla="*/ 0 w 1343025"/>
                <a:gd name="connsiteY0" fmla="*/ 0 h 1533525"/>
                <a:gd name="connsiteX1" fmla="*/ 1343025 w 1343025"/>
                <a:gd name="connsiteY1" fmla="*/ 0 h 1533525"/>
                <a:gd name="connsiteX2" fmla="*/ 1343025 w 1343025"/>
                <a:gd name="connsiteY2" fmla="*/ 1533525 h 1533525"/>
                <a:gd name="connsiteX3" fmla="*/ 0 w 1343025"/>
                <a:gd name="connsiteY3" fmla="*/ 1533525 h 1533525"/>
                <a:gd name="connsiteX4" fmla="*/ 0 w 1343025"/>
                <a:gd name="connsiteY4" fmla="*/ 0 h 1533525"/>
                <a:gd name="connsiteX0" fmla="*/ 0 w 1343025"/>
                <a:gd name="connsiteY0" fmla="*/ 95250 h 1628775"/>
                <a:gd name="connsiteX1" fmla="*/ 1304925 w 1343025"/>
                <a:gd name="connsiteY1" fmla="*/ 0 h 1628775"/>
                <a:gd name="connsiteX2" fmla="*/ 1343025 w 1343025"/>
                <a:gd name="connsiteY2" fmla="*/ 1628775 h 1628775"/>
                <a:gd name="connsiteX3" fmla="*/ 0 w 1343025"/>
                <a:gd name="connsiteY3" fmla="*/ 1628775 h 1628775"/>
                <a:gd name="connsiteX4" fmla="*/ 0 w 1343025"/>
                <a:gd name="connsiteY4" fmla="*/ 95250 h 1628775"/>
                <a:gd name="connsiteX0" fmla="*/ 0 w 1343025"/>
                <a:gd name="connsiteY0" fmla="*/ 523875 h 2057400"/>
                <a:gd name="connsiteX1" fmla="*/ 714375 w 1343025"/>
                <a:gd name="connsiteY1" fmla="*/ 0 h 2057400"/>
                <a:gd name="connsiteX2" fmla="*/ 1304925 w 1343025"/>
                <a:gd name="connsiteY2" fmla="*/ 428625 h 2057400"/>
                <a:gd name="connsiteX3" fmla="*/ 1343025 w 1343025"/>
                <a:gd name="connsiteY3" fmla="*/ 2057400 h 2057400"/>
                <a:gd name="connsiteX4" fmla="*/ 0 w 1343025"/>
                <a:gd name="connsiteY4" fmla="*/ 2057400 h 2057400"/>
                <a:gd name="connsiteX5" fmla="*/ 0 w 1343025"/>
                <a:gd name="connsiteY5" fmla="*/ 523875 h 2057400"/>
                <a:gd name="connsiteX0" fmla="*/ 0 w 1343025"/>
                <a:gd name="connsiteY0" fmla="*/ 527499 h 2061024"/>
                <a:gd name="connsiteX1" fmla="*/ 657225 w 1343025"/>
                <a:gd name="connsiteY1" fmla="*/ 508449 h 2061024"/>
                <a:gd name="connsiteX2" fmla="*/ 714375 w 1343025"/>
                <a:gd name="connsiteY2" fmla="*/ 3624 h 2061024"/>
                <a:gd name="connsiteX3" fmla="*/ 1304925 w 1343025"/>
                <a:gd name="connsiteY3" fmla="*/ 432249 h 2061024"/>
                <a:gd name="connsiteX4" fmla="*/ 1343025 w 1343025"/>
                <a:gd name="connsiteY4" fmla="*/ 2061024 h 2061024"/>
                <a:gd name="connsiteX5" fmla="*/ 0 w 1343025"/>
                <a:gd name="connsiteY5" fmla="*/ 2061024 h 2061024"/>
                <a:gd name="connsiteX6" fmla="*/ 0 w 1343025"/>
                <a:gd name="connsiteY6" fmla="*/ 527499 h 2061024"/>
                <a:gd name="connsiteX0" fmla="*/ 0 w 4562475"/>
                <a:gd name="connsiteY0" fmla="*/ 965649 h 2061024"/>
                <a:gd name="connsiteX1" fmla="*/ 3876675 w 4562475"/>
                <a:gd name="connsiteY1" fmla="*/ 508449 h 2061024"/>
                <a:gd name="connsiteX2" fmla="*/ 3933825 w 4562475"/>
                <a:gd name="connsiteY2" fmla="*/ 3624 h 2061024"/>
                <a:gd name="connsiteX3" fmla="*/ 4524375 w 4562475"/>
                <a:gd name="connsiteY3" fmla="*/ 432249 h 2061024"/>
                <a:gd name="connsiteX4" fmla="*/ 4562475 w 4562475"/>
                <a:gd name="connsiteY4" fmla="*/ 2061024 h 2061024"/>
                <a:gd name="connsiteX5" fmla="*/ 3219450 w 4562475"/>
                <a:gd name="connsiteY5" fmla="*/ 2061024 h 2061024"/>
                <a:gd name="connsiteX6" fmla="*/ 0 w 4562475"/>
                <a:gd name="connsiteY6" fmla="*/ 965649 h 2061024"/>
                <a:gd name="connsiteX0" fmla="*/ 0 w 4562475"/>
                <a:gd name="connsiteY0" fmla="*/ 965649 h 2061024"/>
                <a:gd name="connsiteX1" fmla="*/ 3876675 w 4562475"/>
                <a:gd name="connsiteY1" fmla="*/ 508449 h 2061024"/>
                <a:gd name="connsiteX2" fmla="*/ 3933825 w 4562475"/>
                <a:gd name="connsiteY2" fmla="*/ 3624 h 2061024"/>
                <a:gd name="connsiteX3" fmla="*/ 4524375 w 4562475"/>
                <a:gd name="connsiteY3" fmla="*/ 432249 h 2061024"/>
                <a:gd name="connsiteX4" fmla="*/ 4562475 w 4562475"/>
                <a:gd name="connsiteY4" fmla="*/ 2061024 h 2061024"/>
                <a:gd name="connsiteX5" fmla="*/ 3219450 w 4562475"/>
                <a:gd name="connsiteY5" fmla="*/ 2061024 h 2061024"/>
                <a:gd name="connsiteX6" fmla="*/ 762000 w 4562475"/>
                <a:gd name="connsiteY6" fmla="*/ 1670499 h 2061024"/>
                <a:gd name="connsiteX7" fmla="*/ 0 w 4562475"/>
                <a:gd name="connsiteY7" fmla="*/ 965649 h 2061024"/>
                <a:gd name="connsiteX0" fmla="*/ 0 w 4562475"/>
                <a:gd name="connsiteY0" fmla="*/ 965649 h 2061024"/>
                <a:gd name="connsiteX1" fmla="*/ 3876675 w 4562475"/>
                <a:gd name="connsiteY1" fmla="*/ 508449 h 2061024"/>
                <a:gd name="connsiteX2" fmla="*/ 3933825 w 4562475"/>
                <a:gd name="connsiteY2" fmla="*/ 3624 h 2061024"/>
                <a:gd name="connsiteX3" fmla="*/ 4524375 w 4562475"/>
                <a:gd name="connsiteY3" fmla="*/ 432249 h 2061024"/>
                <a:gd name="connsiteX4" fmla="*/ 4562475 w 4562475"/>
                <a:gd name="connsiteY4" fmla="*/ 2061024 h 2061024"/>
                <a:gd name="connsiteX5" fmla="*/ 3219450 w 4562475"/>
                <a:gd name="connsiteY5" fmla="*/ 2061024 h 2061024"/>
                <a:gd name="connsiteX6" fmla="*/ 1171575 w 4562475"/>
                <a:gd name="connsiteY6" fmla="*/ 1699074 h 2061024"/>
                <a:gd name="connsiteX7" fmla="*/ 762000 w 4562475"/>
                <a:gd name="connsiteY7" fmla="*/ 1670499 h 2061024"/>
                <a:gd name="connsiteX8" fmla="*/ 0 w 4562475"/>
                <a:gd name="connsiteY8" fmla="*/ 965649 h 2061024"/>
                <a:gd name="connsiteX0" fmla="*/ 0 w 4562475"/>
                <a:gd name="connsiteY0" fmla="*/ 965649 h 2061024"/>
                <a:gd name="connsiteX1" fmla="*/ 3876675 w 4562475"/>
                <a:gd name="connsiteY1" fmla="*/ 508449 h 2061024"/>
                <a:gd name="connsiteX2" fmla="*/ 3933825 w 4562475"/>
                <a:gd name="connsiteY2" fmla="*/ 3624 h 2061024"/>
                <a:gd name="connsiteX3" fmla="*/ 4524375 w 4562475"/>
                <a:gd name="connsiteY3" fmla="*/ 432249 h 2061024"/>
                <a:gd name="connsiteX4" fmla="*/ 4562475 w 4562475"/>
                <a:gd name="connsiteY4" fmla="*/ 2061024 h 2061024"/>
                <a:gd name="connsiteX5" fmla="*/ 3219450 w 4562475"/>
                <a:gd name="connsiteY5" fmla="*/ 2061024 h 2061024"/>
                <a:gd name="connsiteX6" fmla="*/ 1466850 w 4562475"/>
                <a:gd name="connsiteY6" fmla="*/ 1470474 h 2061024"/>
                <a:gd name="connsiteX7" fmla="*/ 1171575 w 4562475"/>
                <a:gd name="connsiteY7" fmla="*/ 1699074 h 2061024"/>
                <a:gd name="connsiteX8" fmla="*/ 762000 w 4562475"/>
                <a:gd name="connsiteY8" fmla="*/ 1670499 h 2061024"/>
                <a:gd name="connsiteX9" fmla="*/ 0 w 4562475"/>
                <a:gd name="connsiteY9" fmla="*/ 965649 h 2061024"/>
                <a:gd name="connsiteX0" fmla="*/ 0 w 4562475"/>
                <a:gd name="connsiteY0" fmla="*/ 965649 h 2061024"/>
                <a:gd name="connsiteX1" fmla="*/ 3876675 w 4562475"/>
                <a:gd name="connsiteY1" fmla="*/ 508449 h 2061024"/>
                <a:gd name="connsiteX2" fmla="*/ 3933825 w 4562475"/>
                <a:gd name="connsiteY2" fmla="*/ 3624 h 2061024"/>
                <a:gd name="connsiteX3" fmla="*/ 4524375 w 4562475"/>
                <a:gd name="connsiteY3" fmla="*/ 432249 h 2061024"/>
                <a:gd name="connsiteX4" fmla="*/ 4562475 w 4562475"/>
                <a:gd name="connsiteY4" fmla="*/ 2061024 h 2061024"/>
                <a:gd name="connsiteX5" fmla="*/ 3219450 w 4562475"/>
                <a:gd name="connsiteY5" fmla="*/ 2061024 h 2061024"/>
                <a:gd name="connsiteX6" fmla="*/ 1895475 w 4562475"/>
                <a:gd name="connsiteY6" fmla="*/ 1860999 h 2061024"/>
                <a:gd name="connsiteX7" fmla="*/ 1466850 w 4562475"/>
                <a:gd name="connsiteY7" fmla="*/ 1470474 h 2061024"/>
                <a:gd name="connsiteX8" fmla="*/ 1171575 w 4562475"/>
                <a:gd name="connsiteY8" fmla="*/ 1699074 h 2061024"/>
                <a:gd name="connsiteX9" fmla="*/ 762000 w 4562475"/>
                <a:gd name="connsiteY9" fmla="*/ 1670499 h 2061024"/>
                <a:gd name="connsiteX10" fmla="*/ 0 w 4562475"/>
                <a:gd name="connsiteY10" fmla="*/ 965649 h 2061024"/>
                <a:gd name="connsiteX0" fmla="*/ 0 w 4562475"/>
                <a:gd name="connsiteY0" fmla="*/ 965649 h 2061024"/>
                <a:gd name="connsiteX1" fmla="*/ 3876675 w 4562475"/>
                <a:gd name="connsiteY1" fmla="*/ 508449 h 2061024"/>
                <a:gd name="connsiteX2" fmla="*/ 3933825 w 4562475"/>
                <a:gd name="connsiteY2" fmla="*/ 3624 h 2061024"/>
                <a:gd name="connsiteX3" fmla="*/ 4524375 w 4562475"/>
                <a:gd name="connsiteY3" fmla="*/ 432249 h 2061024"/>
                <a:gd name="connsiteX4" fmla="*/ 4562475 w 4562475"/>
                <a:gd name="connsiteY4" fmla="*/ 2061024 h 2061024"/>
                <a:gd name="connsiteX5" fmla="*/ 3219450 w 4562475"/>
                <a:gd name="connsiteY5" fmla="*/ 2061024 h 2061024"/>
                <a:gd name="connsiteX6" fmla="*/ 2190750 w 4562475"/>
                <a:gd name="connsiteY6" fmla="*/ 1880049 h 2061024"/>
                <a:gd name="connsiteX7" fmla="*/ 1895475 w 4562475"/>
                <a:gd name="connsiteY7" fmla="*/ 1860999 h 2061024"/>
                <a:gd name="connsiteX8" fmla="*/ 1466850 w 4562475"/>
                <a:gd name="connsiteY8" fmla="*/ 1470474 h 2061024"/>
                <a:gd name="connsiteX9" fmla="*/ 1171575 w 4562475"/>
                <a:gd name="connsiteY9" fmla="*/ 1699074 h 2061024"/>
                <a:gd name="connsiteX10" fmla="*/ 762000 w 4562475"/>
                <a:gd name="connsiteY10" fmla="*/ 1670499 h 2061024"/>
                <a:gd name="connsiteX11" fmla="*/ 0 w 4562475"/>
                <a:gd name="connsiteY11" fmla="*/ 965649 h 2061024"/>
                <a:gd name="connsiteX0" fmla="*/ 0 w 4562475"/>
                <a:gd name="connsiteY0" fmla="*/ 965649 h 2061024"/>
                <a:gd name="connsiteX1" fmla="*/ 3876675 w 4562475"/>
                <a:gd name="connsiteY1" fmla="*/ 508449 h 2061024"/>
                <a:gd name="connsiteX2" fmla="*/ 3933825 w 4562475"/>
                <a:gd name="connsiteY2" fmla="*/ 3624 h 2061024"/>
                <a:gd name="connsiteX3" fmla="*/ 4524375 w 4562475"/>
                <a:gd name="connsiteY3" fmla="*/ 432249 h 2061024"/>
                <a:gd name="connsiteX4" fmla="*/ 4562475 w 4562475"/>
                <a:gd name="connsiteY4" fmla="*/ 2061024 h 2061024"/>
                <a:gd name="connsiteX5" fmla="*/ 3219450 w 4562475"/>
                <a:gd name="connsiteY5" fmla="*/ 2061024 h 2061024"/>
                <a:gd name="connsiteX6" fmla="*/ 2562225 w 4562475"/>
                <a:gd name="connsiteY6" fmla="*/ 1527624 h 2061024"/>
                <a:gd name="connsiteX7" fmla="*/ 2190750 w 4562475"/>
                <a:gd name="connsiteY7" fmla="*/ 1880049 h 2061024"/>
                <a:gd name="connsiteX8" fmla="*/ 1895475 w 4562475"/>
                <a:gd name="connsiteY8" fmla="*/ 1860999 h 2061024"/>
                <a:gd name="connsiteX9" fmla="*/ 1466850 w 4562475"/>
                <a:gd name="connsiteY9" fmla="*/ 1470474 h 2061024"/>
                <a:gd name="connsiteX10" fmla="*/ 1171575 w 4562475"/>
                <a:gd name="connsiteY10" fmla="*/ 1699074 h 2061024"/>
                <a:gd name="connsiteX11" fmla="*/ 762000 w 4562475"/>
                <a:gd name="connsiteY11" fmla="*/ 1670499 h 2061024"/>
                <a:gd name="connsiteX12" fmla="*/ 0 w 4562475"/>
                <a:gd name="connsiteY12" fmla="*/ 965649 h 2061024"/>
                <a:gd name="connsiteX0" fmla="*/ 0 w 4562475"/>
                <a:gd name="connsiteY0" fmla="*/ 965649 h 2061024"/>
                <a:gd name="connsiteX1" fmla="*/ 3876675 w 4562475"/>
                <a:gd name="connsiteY1" fmla="*/ 508449 h 2061024"/>
                <a:gd name="connsiteX2" fmla="*/ 3933825 w 4562475"/>
                <a:gd name="connsiteY2" fmla="*/ 3624 h 2061024"/>
                <a:gd name="connsiteX3" fmla="*/ 4524375 w 4562475"/>
                <a:gd name="connsiteY3" fmla="*/ 432249 h 2061024"/>
                <a:gd name="connsiteX4" fmla="*/ 4562475 w 4562475"/>
                <a:gd name="connsiteY4" fmla="*/ 2061024 h 2061024"/>
                <a:gd name="connsiteX5" fmla="*/ 3028950 w 4562475"/>
                <a:gd name="connsiteY5" fmla="*/ 1937199 h 2061024"/>
                <a:gd name="connsiteX6" fmla="*/ 2562225 w 4562475"/>
                <a:gd name="connsiteY6" fmla="*/ 1527624 h 2061024"/>
                <a:gd name="connsiteX7" fmla="*/ 2190750 w 4562475"/>
                <a:gd name="connsiteY7" fmla="*/ 1880049 h 2061024"/>
                <a:gd name="connsiteX8" fmla="*/ 1895475 w 4562475"/>
                <a:gd name="connsiteY8" fmla="*/ 1860999 h 2061024"/>
                <a:gd name="connsiteX9" fmla="*/ 1466850 w 4562475"/>
                <a:gd name="connsiteY9" fmla="*/ 1470474 h 2061024"/>
                <a:gd name="connsiteX10" fmla="*/ 1171575 w 4562475"/>
                <a:gd name="connsiteY10" fmla="*/ 1699074 h 2061024"/>
                <a:gd name="connsiteX11" fmla="*/ 762000 w 4562475"/>
                <a:gd name="connsiteY11" fmla="*/ 1670499 h 2061024"/>
                <a:gd name="connsiteX12" fmla="*/ 0 w 4562475"/>
                <a:gd name="connsiteY12" fmla="*/ 965649 h 2061024"/>
                <a:gd name="connsiteX0" fmla="*/ 0 w 4562475"/>
                <a:gd name="connsiteY0" fmla="*/ 965649 h 2061024"/>
                <a:gd name="connsiteX1" fmla="*/ 3876675 w 4562475"/>
                <a:gd name="connsiteY1" fmla="*/ 508449 h 2061024"/>
                <a:gd name="connsiteX2" fmla="*/ 3933825 w 4562475"/>
                <a:gd name="connsiteY2" fmla="*/ 3624 h 2061024"/>
                <a:gd name="connsiteX3" fmla="*/ 4524375 w 4562475"/>
                <a:gd name="connsiteY3" fmla="*/ 432249 h 2061024"/>
                <a:gd name="connsiteX4" fmla="*/ 4562475 w 4562475"/>
                <a:gd name="connsiteY4" fmla="*/ 2061024 h 2061024"/>
                <a:gd name="connsiteX5" fmla="*/ 3352800 w 4562475"/>
                <a:gd name="connsiteY5" fmla="*/ 1632399 h 2061024"/>
                <a:gd name="connsiteX6" fmla="*/ 3028950 w 4562475"/>
                <a:gd name="connsiteY6" fmla="*/ 1937199 h 2061024"/>
                <a:gd name="connsiteX7" fmla="*/ 2562225 w 4562475"/>
                <a:gd name="connsiteY7" fmla="*/ 1527624 h 2061024"/>
                <a:gd name="connsiteX8" fmla="*/ 2190750 w 4562475"/>
                <a:gd name="connsiteY8" fmla="*/ 1880049 h 2061024"/>
                <a:gd name="connsiteX9" fmla="*/ 1895475 w 4562475"/>
                <a:gd name="connsiteY9" fmla="*/ 1860999 h 2061024"/>
                <a:gd name="connsiteX10" fmla="*/ 1466850 w 4562475"/>
                <a:gd name="connsiteY10" fmla="*/ 1470474 h 2061024"/>
                <a:gd name="connsiteX11" fmla="*/ 1171575 w 4562475"/>
                <a:gd name="connsiteY11" fmla="*/ 1699074 h 2061024"/>
                <a:gd name="connsiteX12" fmla="*/ 762000 w 4562475"/>
                <a:gd name="connsiteY12" fmla="*/ 1670499 h 2061024"/>
                <a:gd name="connsiteX13" fmla="*/ 0 w 4562475"/>
                <a:gd name="connsiteY13" fmla="*/ 965649 h 2061024"/>
                <a:gd name="connsiteX0" fmla="*/ 0 w 4562475"/>
                <a:gd name="connsiteY0" fmla="*/ 965649 h 2110148"/>
                <a:gd name="connsiteX1" fmla="*/ 3876675 w 4562475"/>
                <a:gd name="connsiteY1" fmla="*/ 508449 h 2110148"/>
                <a:gd name="connsiteX2" fmla="*/ 3933825 w 4562475"/>
                <a:gd name="connsiteY2" fmla="*/ 3624 h 2110148"/>
                <a:gd name="connsiteX3" fmla="*/ 4524375 w 4562475"/>
                <a:gd name="connsiteY3" fmla="*/ 432249 h 2110148"/>
                <a:gd name="connsiteX4" fmla="*/ 4562475 w 4562475"/>
                <a:gd name="connsiteY4" fmla="*/ 2061024 h 2110148"/>
                <a:gd name="connsiteX5" fmla="*/ 3857625 w 4562475"/>
                <a:gd name="connsiteY5" fmla="*/ 1603824 h 2110148"/>
                <a:gd name="connsiteX6" fmla="*/ 3352800 w 4562475"/>
                <a:gd name="connsiteY6" fmla="*/ 1632399 h 2110148"/>
                <a:gd name="connsiteX7" fmla="*/ 3028950 w 4562475"/>
                <a:gd name="connsiteY7" fmla="*/ 1937199 h 2110148"/>
                <a:gd name="connsiteX8" fmla="*/ 2562225 w 4562475"/>
                <a:gd name="connsiteY8" fmla="*/ 1527624 h 2110148"/>
                <a:gd name="connsiteX9" fmla="*/ 2190750 w 4562475"/>
                <a:gd name="connsiteY9" fmla="*/ 1880049 h 2110148"/>
                <a:gd name="connsiteX10" fmla="*/ 1895475 w 4562475"/>
                <a:gd name="connsiteY10" fmla="*/ 1860999 h 2110148"/>
                <a:gd name="connsiteX11" fmla="*/ 1466850 w 4562475"/>
                <a:gd name="connsiteY11" fmla="*/ 1470474 h 2110148"/>
                <a:gd name="connsiteX12" fmla="*/ 1171575 w 4562475"/>
                <a:gd name="connsiteY12" fmla="*/ 1699074 h 2110148"/>
                <a:gd name="connsiteX13" fmla="*/ 762000 w 4562475"/>
                <a:gd name="connsiteY13" fmla="*/ 1670499 h 2110148"/>
                <a:gd name="connsiteX14" fmla="*/ 0 w 4562475"/>
                <a:gd name="connsiteY14" fmla="*/ 965649 h 2110148"/>
                <a:gd name="connsiteX0" fmla="*/ 0 w 4562475"/>
                <a:gd name="connsiteY0" fmla="*/ 965649 h 2247110"/>
                <a:gd name="connsiteX1" fmla="*/ 3876675 w 4562475"/>
                <a:gd name="connsiteY1" fmla="*/ 508449 h 2247110"/>
                <a:gd name="connsiteX2" fmla="*/ 3933825 w 4562475"/>
                <a:gd name="connsiteY2" fmla="*/ 3624 h 2247110"/>
                <a:gd name="connsiteX3" fmla="*/ 4524375 w 4562475"/>
                <a:gd name="connsiteY3" fmla="*/ 432249 h 2247110"/>
                <a:gd name="connsiteX4" fmla="*/ 4562475 w 4562475"/>
                <a:gd name="connsiteY4" fmla="*/ 2061024 h 2247110"/>
                <a:gd name="connsiteX5" fmla="*/ 3876675 w 4562475"/>
                <a:gd name="connsiteY5" fmla="*/ 2194374 h 2247110"/>
                <a:gd name="connsiteX6" fmla="*/ 3857625 w 4562475"/>
                <a:gd name="connsiteY6" fmla="*/ 1603824 h 2247110"/>
                <a:gd name="connsiteX7" fmla="*/ 3352800 w 4562475"/>
                <a:gd name="connsiteY7" fmla="*/ 1632399 h 2247110"/>
                <a:gd name="connsiteX8" fmla="*/ 3028950 w 4562475"/>
                <a:gd name="connsiteY8" fmla="*/ 1937199 h 2247110"/>
                <a:gd name="connsiteX9" fmla="*/ 2562225 w 4562475"/>
                <a:gd name="connsiteY9" fmla="*/ 1527624 h 2247110"/>
                <a:gd name="connsiteX10" fmla="*/ 2190750 w 4562475"/>
                <a:gd name="connsiteY10" fmla="*/ 1880049 h 2247110"/>
                <a:gd name="connsiteX11" fmla="*/ 1895475 w 4562475"/>
                <a:gd name="connsiteY11" fmla="*/ 1860999 h 2247110"/>
                <a:gd name="connsiteX12" fmla="*/ 1466850 w 4562475"/>
                <a:gd name="connsiteY12" fmla="*/ 1470474 h 2247110"/>
                <a:gd name="connsiteX13" fmla="*/ 1171575 w 4562475"/>
                <a:gd name="connsiteY13" fmla="*/ 1699074 h 2247110"/>
                <a:gd name="connsiteX14" fmla="*/ 762000 w 4562475"/>
                <a:gd name="connsiteY14" fmla="*/ 1670499 h 2247110"/>
                <a:gd name="connsiteX15" fmla="*/ 0 w 4562475"/>
                <a:gd name="connsiteY15" fmla="*/ 965649 h 2247110"/>
                <a:gd name="connsiteX0" fmla="*/ 0 w 4573221"/>
                <a:gd name="connsiteY0" fmla="*/ 965649 h 2212387"/>
                <a:gd name="connsiteX1" fmla="*/ 3876675 w 4573221"/>
                <a:gd name="connsiteY1" fmla="*/ 508449 h 2212387"/>
                <a:gd name="connsiteX2" fmla="*/ 3933825 w 4573221"/>
                <a:gd name="connsiteY2" fmla="*/ 3624 h 2212387"/>
                <a:gd name="connsiteX3" fmla="*/ 4524375 w 4573221"/>
                <a:gd name="connsiteY3" fmla="*/ 432249 h 2212387"/>
                <a:gd name="connsiteX4" fmla="*/ 4562475 w 4573221"/>
                <a:gd name="connsiteY4" fmla="*/ 2061024 h 2212387"/>
                <a:gd name="connsiteX5" fmla="*/ 4514850 w 4573221"/>
                <a:gd name="connsiteY5" fmla="*/ 1880049 h 2212387"/>
                <a:gd name="connsiteX6" fmla="*/ 3876675 w 4573221"/>
                <a:gd name="connsiteY6" fmla="*/ 2194374 h 2212387"/>
                <a:gd name="connsiteX7" fmla="*/ 3857625 w 4573221"/>
                <a:gd name="connsiteY7" fmla="*/ 1603824 h 2212387"/>
                <a:gd name="connsiteX8" fmla="*/ 3352800 w 4573221"/>
                <a:gd name="connsiteY8" fmla="*/ 1632399 h 2212387"/>
                <a:gd name="connsiteX9" fmla="*/ 3028950 w 4573221"/>
                <a:gd name="connsiteY9" fmla="*/ 1937199 h 2212387"/>
                <a:gd name="connsiteX10" fmla="*/ 2562225 w 4573221"/>
                <a:gd name="connsiteY10" fmla="*/ 1527624 h 2212387"/>
                <a:gd name="connsiteX11" fmla="*/ 2190750 w 4573221"/>
                <a:gd name="connsiteY11" fmla="*/ 1880049 h 2212387"/>
                <a:gd name="connsiteX12" fmla="*/ 1895475 w 4573221"/>
                <a:gd name="connsiteY12" fmla="*/ 1860999 h 2212387"/>
                <a:gd name="connsiteX13" fmla="*/ 1466850 w 4573221"/>
                <a:gd name="connsiteY13" fmla="*/ 1470474 h 2212387"/>
                <a:gd name="connsiteX14" fmla="*/ 1171575 w 4573221"/>
                <a:gd name="connsiteY14" fmla="*/ 1699074 h 2212387"/>
                <a:gd name="connsiteX15" fmla="*/ 762000 w 4573221"/>
                <a:gd name="connsiteY15" fmla="*/ 1670499 h 2212387"/>
                <a:gd name="connsiteX16" fmla="*/ 0 w 4573221"/>
                <a:gd name="connsiteY16" fmla="*/ 965649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28750 w 4535121"/>
                <a:gd name="connsiteY13" fmla="*/ 1470474 h 2212387"/>
                <a:gd name="connsiteX14" fmla="*/ 1133475 w 4535121"/>
                <a:gd name="connsiteY14" fmla="*/ 1699074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28750 w 4535121"/>
                <a:gd name="connsiteY13" fmla="*/ 1470474 h 2212387"/>
                <a:gd name="connsiteX14" fmla="*/ 1133475 w 4535121"/>
                <a:gd name="connsiteY14" fmla="*/ 1699074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28750 w 4535121"/>
                <a:gd name="connsiteY13" fmla="*/ 1470474 h 2212387"/>
                <a:gd name="connsiteX14" fmla="*/ 1133475 w 4535121"/>
                <a:gd name="connsiteY14" fmla="*/ 1699074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28750 w 4535121"/>
                <a:gd name="connsiteY13" fmla="*/ 1470474 h 2212387"/>
                <a:gd name="connsiteX14" fmla="*/ 1133475 w 4535121"/>
                <a:gd name="connsiteY14" fmla="*/ 1699074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28750 w 4535121"/>
                <a:gd name="connsiteY13" fmla="*/ 1470474 h 2212387"/>
                <a:gd name="connsiteX14" fmla="*/ 1133475 w 4535121"/>
                <a:gd name="connsiteY14" fmla="*/ 1699074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28750 w 4535121"/>
                <a:gd name="connsiteY13" fmla="*/ 1470474 h 2212387"/>
                <a:gd name="connsiteX14" fmla="*/ 1133475 w 4535121"/>
                <a:gd name="connsiteY14" fmla="*/ 1699074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28750 w 4535121"/>
                <a:gd name="connsiteY13" fmla="*/ 1470474 h 2212387"/>
                <a:gd name="connsiteX14" fmla="*/ 1133475 w 4535121"/>
                <a:gd name="connsiteY14" fmla="*/ 1699074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28750 w 4535121"/>
                <a:gd name="connsiteY13" fmla="*/ 1470474 h 2212387"/>
                <a:gd name="connsiteX14" fmla="*/ 1133475 w 4535121"/>
                <a:gd name="connsiteY14" fmla="*/ 1699074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28750 w 4535121"/>
                <a:gd name="connsiteY13" fmla="*/ 1470474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52650 w 4535121"/>
                <a:gd name="connsiteY11" fmla="*/ 1880049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90850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62275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32399 h 2212387"/>
                <a:gd name="connsiteX9" fmla="*/ 2962275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13349 h 2212387"/>
                <a:gd name="connsiteX9" fmla="*/ 2962275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13349 h 2212387"/>
                <a:gd name="connsiteX9" fmla="*/ 2962275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13349 h 2212387"/>
                <a:gd name="connsiteX9" fmla="*/ 2962275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212387"/>
                <a:gd name="connsiteX1" fmla="*/ 3838575 w 4535121"/>
                <a:gd name="connsiteY1" fmla="*/ 508449 h 2212387"/>
                <a:gd name="connsiteX2" fmla="*/ 3895725 w 4535121"/>
                <a:gd name="connsiteY2" fmla="*/ 3624 h 2212387"/>
                <a:gd name="connsiteX3" fmla="*/ 4486275 w 4535121"/>
                <a:gd name="connsiteY3" fmla="*/ 432249 h 2212387"/>
                <a:gd name="connsiteX4" fmla="*/ 4524375 w 4535121"/>
                <a:gd name="connsiteY4" fmla="*/ 2061024 h 2212387"/>
                <a:gd name="connsiteX5" fmla="*/ 4476750 w 4535121"/>
                <a:gd name="connsiteY5" fmla="*/ 1880049 h 2212387"/>
                <a:gd name="connsiteX6" fmla="*/ 3838575 w 4535121"/>
                <a:gd name="connsiteY6" fmla="*/ 2194374 h 2212387"/>
                <a:gd name="connsiteX7" fmla="*/ 3819525 w 4535121"/>
                <a:gd name="connsiteY7" fmla="*/ 1603824 h 2212387"/>
                <a:gd name="connsiteX8" fmla="*/ 3314700 w 4535121"/>
                <a:gd name="connsiteY8" fmla="*/ 1613349 h 2212387"/>
                <a:gd name="connsiteX9" fmla="*/ 2962275 w 4535121"/>
                <a:gd name="connsiteY9" fmla="*/ 1937199 h 2212387"/>
                <a:gd name="connsiteX10" fmla="*/ 2524125 w 4535121"/>
                <a:gd name="connsiteY10" fmla="*/ 1527624 h 2212387"/>
                <a:gd name="connsiteX11" fmla="*/ 2147888 w 4535121"/>
                <a:gd name="connsiteY11" fmla="*/ 1865761 h 2212387"/>
                <a:gd name="connsiteX12" fmla="*/ 1857375 w 4535121"/>
                <a:gd name="connsiteY12" fmla="*/ 1860999 h 2212387"/>
                <a:gd name="connsiteX13" fmla="*/ 1419225 w 4535121"/>
                <a:gd name="connsiteY13" fmla="*/ 1460949 h 2212387"/>
                <a:gd name="connsiteX14" fmla="*/ 1119188 w 4535121"/>
                <a:gd name="connsiteY14" fmla="*/ 1694312 h 2212387"/>
                <a:gd name="connsiteX15" fmla="*/ 723900 w 4535121"/>
                <a:gd name="connsiteY15" fmla="*/ 1670499 h 2212387"/>
                <a:gd name="connsiteX16" fmla="*/ 0 w 4535121"/>
                <a:gd name="connsiteY16" fmla="*/ 970412 h 2212387"/>
                <a:gd name="connsiteX0" fmla="*/ 0 w 4535121"/>
                <a:gd name="connsiteY0" fmla="*/ 970412 h 2194374"/>
                <a:gd name="connsiteX1" fmla="*/ 3838575 w 4535121"/>
                <a:gd name="connsiteY1" fmla="*/ 508449 h 2194374"/>
                <a:gd name="connsiteX2" fmla="*/ 3895725 w 4535121"/>
                <a:gd name="connsiteY2" fmla="*/ 3624 h 2194374"/>
                <a:gd name="connsiteX3" fmla="*/ 4486275 w 4535121"/>
                <a:gd name="connsiteY3" fmla="*/ 432249 h 2194374"/>
                <a:gd name="connsiteX4" fmla="*/ 4524375 w 4535121"/>
                <a:gd name="connsiteY4" fmla="*/ 2061024 h 2194374"/>
                <a:gd name="connsiteX5" fmla="*/ 4476750 w 4535121"/>
                <a:gd name="connsiteY5" fmla="*/ 1880049 h 2194374"/>
                <a:gd name="connsiteX6" fmla="*/ 3838575 w 4535121"/>
                <a:gd name="connsiteY6" fmla="*/ 2194374 h 2194374"/>
                <a:gd name="connsiteX7" fmla="*/ 3819525 w 4535121"/>
                <a:gd name="connsiteY7" fmla="*/ 1603824 h 2194374"/>
                <a:gd name="connsiteX8" fmla="*/ 3314700 w 4535121"/>
                <a:gd name="connsiteY8" fmla="*/ 1613349 h 2194374"/>
                <a:gd name="connsiteX9" fmla="*/ 2962275 w 4535121"/>
                <a:gd name="connsiteY9" fmla="*/ 1937199 h 2194374"/>
                <a:gd name="connsiteX10" fmla="*/ 2524125 w 4535121"/>
                <a:gd name="connsiteY10" fmla="*/ 1527624 h 2194374"/>
                <a:gd name="connsiteX11" fmla="*/ 2147888 w 4535121"/>
                <a:gd name="connsiteY11" fmla="*/ 1865761 h 2194374"/>
                <a:gd name="connsiteX12" fmla="*/ 1857375 w 4535121"/>
                <a:gd name="connsiteY12" fmla="*/ 1860999 h 2194374"/>
                <a:gd name="connsiteX13" fmla="*/ 1419225 w 4535121"/>
                <a:gd name="connsiteY13" fmla="*/ 1460949 h 2194374"/>
                <a:gd name="connsiteX14" fmla="*/ 1119188 w 4535121"/>
                <a:gd name="connsiteY14" fmla="*/ 1694312 h 2194374"/>
                <a:gd name="connsiteX15" fmla="*/ 723900 w 4535121"/>
                <a:gd name="connsiteY15" fmla="*/ 1670499 h 2194374"/>
                <a:gd name="connsiteX16" fmla="*/ 0 w 4535121"/>
                <a:gd name="connsiteY16" fmla="*/ 970412 h 2194374"/>
                <a:gd name="connsiteX0" fmla="*/ 0 w 4532112"/>
                <a:gd name="connsiteY0" fmla="*/ 970412 h 2194374"/>
                <a:gd name="connsiteX1" fmla="*/ 3838575 w 4532112"/>
                <a:gd name="connsiteY1" fmla="*/ 508449 h 2194374"/>
                <a:gd name="connsiteX2" fmla="*/ 3895725 w 4532112"/>
                <a:gd name="connsiteY2" fmla="*/ 3624 h 2194374"/>
                <a:gd name="connsiteX3" fmla="*/ 4486275 w 4532112"/>
                <a:gd name="connsiteY3" fmla="*/ 432249 h 2194374"/>
                <a:gd name="connsiteX4" fmla="*/ 4524375 w 4532112"/>
                <a:gd name="connsiteY4" fmla="*/ 2061024 h 2194374"/>
                <a:gd name="connsiteX5" fmla="*/ 4471987 w 4532112"/>
                <a:gd name="connsiteY5" fmla="*/ 1870524 h 2194374"/>
                <a:gd name="connsiteX6" fmla="*/ 3838575 w 4532112"/>
                <a:gd name="connsiteY6" fmla="*/ 2194374 h 2194374"/>
                <a:gd name="connsiteX7" fmla="*/ 3819525 w 4532112"/>
                <a:gd name="connsiteY7" fmla="*/ 1603824 h 2194374"/>
                <a:gd name="connsiteX8" fmla="*/ 3314700 w 4532112"/>
                <a:gd name="connsiteY8" fmla="*/ 1613349 h 2194374"/>
                <a:gd name="connsiteX9" fmla="*/ 2962275 w 4532112"/>
                <a:gd name="connsiteY9" fmla="*/ 1937199 h 2194374"/>
                <a:gd name="connsiteX10" fmla="*/ 2524125 w 4532112"/>
                <a:gd name="connsiteY10" fmla="*/ 1527624 h 2194374"/>
                <a:gd name="connsiteX11" fmla="*/ 2147888 w 4532112"/>
                <a:gd name="connsiteY11" fmla="*/ 1865761 h 2194374"/>
                <a:gd name="connsiteX12" fmla="*/ 1857375 w 4532112"/>
                <a:gd name="connsiteY12" fmla="*/ 1860999 h 2194374"/>
                <a:gd name="connsiteX13" fmla="*/ 1419225 w 4532112"/>
                <a:gd name="connsiteY13" fmla="*/ 1460949 h 2194374"/>
                <a:gd name="connsiteX14" fmla="*/ 1119188 w 4532112"/>
                <a:gd name="connsiteY14" fmla="*/ 1694312 h 2194374"/>
                <a:gd name="connsiteX15" fmla="*/ 723900 w 4532112"/>
                <a:gd name="connsiteY15" fmla="*/ 1670499 h 2194374"/>
                <a:gd name="connsiteX16" fmla="*/ 0 w 4532112"/>
                <a:gd name="connsiteY16" fmla="*/ 970412 h 2194374"/>
                <a:gd name="connsiteX0" fmla="*/ 0 w 4532112"/>
                <a:gd name="connsiteY0" fmla="*/ 970412 h 2194374"/>
                <a:gd name="connsiteX1" fmla="*/ 3838575 w 4532112"/>
                <a:gd name="connsiteY1" fmla="*/ 508449 h 2194374"/>
                <a:gd name="connsiteX2" fmla="*/ 3895725 w 4532112"/>
                <a:gd name="connsiteY2" fmla="*/ 3624 h 2194374"/>
                <a:gd name="connsiteX3" fmla="*/ 4486275 w 4532112"/>
                <a:gd name="connsiteY3" fmla="*/ 432249 h 2194374"/>
                <a:gd name="connsiteX4" fmla="*/ 4524375 w 4532112"/>
                <a:gd name="connsiteY4" fmla="*/ 2061024 h 2194374"/>
                <a:gd name="connsiteX5" fmla="*/ 4471987 w 4532112"/>
                <a:gd name="connsiteY5" fmla="*/ 1870524 h 2194374"/>
                <a:gd name="connsiteX6" fmla="*/ 3838575 w 4532112"/>
                <a:gd name="connsiteY6" fmla="*/ 2194374 h 2194374"/>
                <a:gd name="connsiteX7" fmla="*/ 3819525 w 4532112"/>
                <a:gd name="connsiteY7" fmla="*/ 1603824 h 2194374"/>
                <a:gd name="connsiteX8" fmla="*/ 3314700 w 4532112"/>
                <a:gd name="connsiteY8" fmla="*/ 1613349 h 2194374"/>
                <a:gd name="connsiteX9" fmla="*/ 2962275 w 4532112"/>
                <a:gd name="connsiteY9" fmla="*/ 1937199 h 2194374"/>
                <a:gd name="connsiteX10" fmla="*/ 2524125 w 4532112"/>
                <a:gd name="connsiteY10" fmla="*/ 1527624 h 2194374"/>
                <a:gd name="connsiteX11" fmla="*/ 2147888 w 4532112"/>
                <a:gd name="connsiteY11" fmla="*/ 1865761 h 2194374"/>
                <a:gd name="connsiteX12" fmla="*/ 1857375 w 4532112"/>
                <a:gd name="connsiteY12" fmla="*/ 1860999 h 2194374"/>
                <a:gd name="connsiteX13" fmla="*/ 1419225 w 4532112"/>
                <a:gd name="connsiteY13" fmla="*/ 1460949 h 2194374"/>
                <a:gd name="connsiteX14" fmla="*/ 1119188 w 4532112"/>
                <a:gd name="connsiteY14" fmla="*/ 1694312 h 2194374"/>
                <a:gd name="connsiteX15" fmla="*/ 723900 w 4532112"/>
                <a:gd name="connsiteY15" fmla="*/ 1670499 h 2194374"/>
                <a:gd name="connsiteX16" fmla="*/ 0 w 4532112"/>
                <a:gd name="connsiteY16" fmla="*/ 970412 h 2194374"/>
                <a:gd name="connsiteX0" fmla="*/ 0 w 4524375"/>
                <a:gd name="connsiteY0" fmla="*/ 970412 h 2194374"/>
                <a:gd name="connsiteX1" fmla="*/ 3838575 w 4524375"/>
                <a:gd name="connsiteY1" fmla="*/ 508449 h 2194374"/>
                <a:gd name="connsiteX2" fmla="*/ 3895725 w 4524375"/>
                <a:gd name="connsiteY2" fmla="*/ 3624 h 2194374"/>
                <a:gd name="connsiteX3" fmla="*/ 4486275 w 4524375"/>
                <a:gd name="connsiteY3" fmla="*/ 432249 h 2194374"/>
                <a:gd name="connsiteX4" fmla="*/ 4524375 w 4524375"/>
                <a:gd name="connsiteY4" fmla="*/ 2061024 h 2194374"/>
                <a:gd name="connsiteX5" fmla="*/ 4471987 w 4524375"/>
                <a:gd name="connsiteY5" fmla="*/ 1870524 h 2194374"/>
                <a:gd name="connsiteX6" fmla="*/ 3838575 w 4524375"/>
                <a:gd name="connsiteY6" fmla="*/ 2194374 h 2194374"/>
                <a:gd name="connsiteX7" fmla="*/ 3819525 w 4524375"/>
                <a:gd name="connsiteY7" fmla="*/ 1603824 h 2194374"/>
                <a:gd name="connsiteX8" fmla="*/ 3314700 w 4524375"/>
                <a:gd name="connsiteY8" fmla="*/ 1613349 h 2194374"/>
                <a:gd name="connsiteX9" fmla="*/ 2962275 w 4524375"/>
                <a:gd name="connsiteY9" fmla="*/ 1937199 h 2194374"/>
                <a:gd name="connsiteX10" fmla="*/ 2524125 w 4524375"/>
                <a:gd name="connsiteY10" fmla="*/ 1527624 h 2194374"/>
                <a:gd name="connsiteX11" fmla="*/ 2147888 w 4524375"/>
                <a:gd name="connsiteY11" fmla="*/ 1865761 h 2194374"/>
                <a:gd name="connsiteX12" fmla="*/ 1857375 w 4524375"/>
                <a:gd name="connsiteY12" fmla="*/ 1860999 h 2194374"/>
                <a:gd name="connsiteX13" fmla="*/ 1419225 w 4524375"/>
                <a:gd name="connsiteY13" fmla="*/ 1460949 h 2194374"/>
                <a:gd name="connsiteX14" fmla="*/ 1119188 w 4524375"/>
                <a:gd name="connsiteY14" fmla="*/ 1694312 h 2194374"/>
                <a:gd name="connsiteX15" fmla="*/ 723900 w 4524375"/>
                <a:gd name="connsiteY15" fmla="*/ 1670499 h 2194374"/>
                <a:gd name="connsiteX16" fmla="*/ 0 w 4524375"/>
                <a:gd name="connsiteY16" fmla="*/ 970412 h 2194374"/>
                <a:gd name="connsiteX0" fmla="*/ 0 w 4524375"/>
                <a:gd name="connsiteY0" fmla="*/ 970412 h 2194374"/>
                <a:gd name="connsiteX1" fmla="*/ 3838575 w 4524375"/>
                <a:gd name="connsiteY1" fmla="*/ 508449 h 2194374"/>
                <a:gd name="connsiteX2" fmla="*/ 3895725 w 4524375"/>
                <a:gd name="connsiteY2" fmla="*/ 3624 h 2194374"/>
                <a:gd name="connsiteX3" fmla="*/ 4486275 w 4524375"/>
                <a:gd name="connsiteY3" fmla="*/ 432249 h 2194374"/>
                <a:gd name="connsiteX4" fmla="*/ 4524375 w 4524375"/>
                <a:gd name="connsiteY4" fmla="*/ 2061024 h 2194374"/>
                <a:gd name="connsiteX5" fmla="*/ 4471987 w 4524375"/>
                <a:gd name="connsiteY5" fmla="*/ 1870524 h 2194374"/>
                <a:gd name="connsiteX6" fmla="*/ 3838575 w 4524375"/>
                <a:gd name="connsiteY6" fmla="*/ 2194374 h 2194374"/>
                <a:gd name="connsiteX7" fmla="*/ 3819525 w 4524375"/>
                <a:gd name="connsiteY7" fmla="*/ 1603824 h 2194374"/>
                <a:gd name="connsiteX8" fmla="*/ 3314700 w 4524375"/>
                <a:gd name="connsiteY8" fmla="*/ 1613349 h 2194374"/>
                <a:gd name="connsiteX9" fmla="*/ 2962275 w 4524375"/>
                <a:gd name="connsiteY9" fmla="*/ 1937199 h 2194374"/>
                <a:gd name="connsiteX10" fmla="*/ 2524125 w 4524375"/>
                <a:gd name="connsiteY10" fmla="*/ 1527624 h 2194374"/>
                <a:gd name="connsiteX11" fmla="*/ 2147888 w 4524375"/>
                <a:gd name="connsiteY11" fmla="*/ 1865761 h 2194374"/>
                <a:gd name="connsiteX12" fmla="*/ 1857375 w 4524375"/>
                <a:gd name="connsiteY12" fmla="*/ 1860999 h 2194374"/>
                <a:gd name="connsiteX13" fmla="*/ 1419225 w 4524375"/>
                <a:gd name="connsiteY13" fmla="*/ 1460949 h 2194374"/>
                <a:gd name="connsiteX14" fmla="*/ 1119188 w 4524375"/>
                <a:gd name="connsiteY14" fmla="*/ 1694312 h 2194374"/>
                <a:gd name="connsiteX15" fmla="*/ 723900 w 4524375"/>
                <a:gd name="connsiteY15" fmla="*/ 1670499 h 2194374"/>
                <a:gd name="connsiteX16" fmla="*/ 0 w 4524375"/>
                <a:gd name="connsiteY16" fmla="*/ 970412 h 2194374"/>
                <a:gd name="connsiteX0" fmla="*/ 0 w 4524375"/>
                <a:gd name="connsiteY0" fmla="*/ 970412 h 2194374"/>
                <a:gd name="connsiteX1" fmla="*/ 3838575 w 4524375"/>
                <a:gd name="connsiteY1" fmla="*/ 508449 h 2194374"/>
                <a:gd name="connsiteX2" fmla="*/ 3895725 w 4524375"/>
                <a:gd name="connsiteY2" fmla="*/ 3624 h 2194374"/>
                <a:gd name="connsiteX3" fmla="*/ 4486275 w 4524375"/>
                <a:gd name="connsiteY3" fmla="*/ 432249 h 2194374"/>
                <a:gd name="connsiteX4" fmla="*/ 4524375 w 4524375"/>
                <a:gd name="connsiteY4" fmla="*/ 2061024 h 2194374"/>
                <a:gd name="connsiteX5" fmla="*/ 4471987 w 4524375"/>
                <a:gd name="connsiteY5" fmla="*/ 1870524 h 2194374"/>
                <a:gd name="connsiteX6" fmla="*/ 3838575 w 4524375"/>
                <a:gd name="connsiteY6" fmla="*/ 2194374 h 2194374"/>
                <a:gd name="connsiteX7" fmla="*/ 3819525 w 4524375"/>
                <a:gd name="connsiteY7" fmla="*/ 1603824 h 2194374"/>
                <a:gd name="connsiteX8" fmla="*/ 3314700 w 4524375"/>
                <a:gd name="connsiteY8" fmla="*/ 1613349 h 2194374"/>
                <a:gd name="connsiteX9" fmla="*/ 2962275 w 4524375"/>
                <a:gd name="connsiteY9" fmla="*/ 1937199 h 2194374"/>
                <a:gd name="connsiteX10" fmla="*/ 2524125 w 4524375"/>
                <a:gd name="connsiteY10" fmla="*/ 1527624 h 2194374"/>
                <a:gd name="connsiteX11" fmla="*/ 2147888 w 4524375"/>
                <a:gd name="connsiteY11" fmla="*/ 1865761 h 2194374"/>
                <a:gd name="connsiteX12" fmla="*/ 1857375 w 4524375"/>
                <a:gd name="connsiteY12" fmla="*/ 1860999 h 2194374"/>
                <a:gd name="connsiteX13" fmla="*/ 1419225 w 4524375"/>
                <a:gd name="connsiteY13" fmla="*/ 1460949 h 2194374"/>
                <a:gd name="connsiteX14" fmla="*/ 1119188 w 4524375"/>
                <a:gd name="connsiteY14" fmla="*/ 1694312 h 2194374"/>
                <a:gd name="connsiteX15" fmla="*/ 723900 w 4524375"/>
                <a:gd name="connsiteY15" fmla="*/ 1670499 h 2194374"/>
                <a:gd name="connsiteX16" fmla="*/ 0 w 4524375"/>
                <a:gd name="connsiteY16" fmla="*/ 970412 h 2194374"/>
                <a:gd name="connsiteX0" fmla="*/ 0 w 4524375"/>
                <a:gd name="connsiteY0" fmla="*/ 970412 h 2194374"/>
                <a:gd name="connsiteX1" fmla="*/ 3838575 w 4524375"/>
                <a:gd name="connsiteY1" fmla="*/ 508449 h 2194374"/>
                <a:gd name="connsiteX2" fmla="*/ 3895725 w 4524375"/>
                <a:gd name="connsiteY2" fmla="*/ 3624 h 2194374"/>
                <a:gd name="connsiteX3" fmla="*/ 4486275 w 4524375"/>
                <a:gd name="connsiteY3" fmla="*/ 432249 h 2194374"/>
                <a:gd name="connsiteX4" fmla="*/ 4524375 w 4524375"/>
                <a:gd name="connsiteY4" fmla="*/ 2061024 h 2194374"/>
                <a:gd name="connsiteX5" fmla="*/ 4471987 w 4524375"/>
                <a:gd name="connsiteY5" fmla="*/ 1856236 h 2194374"/>
                <a:gd name="connsiteX6" fmla="*/ 3838575 w 4524375"/>
                <a:gd name="connsiteY6" fmla="*/ 2194374 h 2194374"/>
                <a:gd name="connsiteX7" fmla="*/ 3819525 w 4524375"/>
                <a:gd name="connsiteY7" fmla="*/ 1603824 h 2194374"/>
                <a:gd name="connsiteX8" fmla="*/ 3314700 w 4524375"/>
                <a:gd name="connsiteY8" fmla="*/ 1613349 h 2194374"/>
                <a:gd name="connsiteX9" fmla="*/ 2962275 w 4524375"/>
                <a:gd name="connsiteY9" fmla="*/ 1937199 h 2194374"/>
                <a:gd name="connsiteX10" fmla="*/ 2524125 w 4524375"/>
                <a:gd name="connsiteY10" fmla="*/ 1527624 h 2194374"/>
                <a:gd name="connsiteX11" fmla="*/ 2147888 w 4524375"/>
                <a:gd name="connsiteY11" fmla="*/ 1865761 h 2194374"/>
                <a:gd name="connsiteX12" fmla="*/ 1857375 w 4524375"/>
                <a:gd name="connsiteY12" fmla="*/ 1860999 h 2194374"/>
                <a:gd name="connsiteX13" fmla="*/ 1419225 w 4524375"/>
                <a:gd name="connsiteY13" fmla="*/ 1460949 h 2194374"/>
                <a:gd name="connsiteX14" fmla="*/ 1119188 w 4524375"/>
                <a:gd name="connsiteY14" fmla="*/ 1694312 h 2194374"/>
                <a:gd name="connsiteX15" fmla="*/ 723900 w 4524375"/>
                <a:gd name="connsiteY15" fmla="*/ 1670499 h 2194374"/>
                <a:gd name="connsiteX16" fmla="*/ 0 w 4524375"/>
                <a:gd name="connsiteY16" fmla="*/ 970412 h 2194374"/>
                <a:gd name="connsiteX0" fmla="*/ 0 w 4524375"/>
                <a:gd name="connsiteY0" fmla="*/ 970412 h 2194374"/>
                <a:gd name="connsiteX1" fmla="*/ 3838575 w 4524375"/>
                <a:gd name="connsiteY1" fmla="*/ 508449 h 2194374"/>
                <a:gd name="connsiteX2" fmla="*/ 3895725 w 4524375"/>
                <a:gd name="connsiteY2" fmla="*/ 3624 h 2194374"/>
                <a:gd name="connsiteX3" fmla="*/ 4486275 w 4524375"/>
                <a:gd name="connsiteY3" fmla="*/ 432249 h 2194374"/>
                <a:gd name="connsiteX4" fmla="*/ 4524375 w 4524375"/>
                <a:gd name="connsiteY4" fmla="*/ 2061024 h 2194374"/>
                <a:gd name="connsiteX5" fmla="*/ 4471987 w 4524375"/>
                <a:gd name="connsiteY5" fmla="*/ 1856236 h 2194374"/>
                <a:gd name="connsiteX6" fmla="*/ 3838575 w 4524375"/>
                <a:gd name="connsiteY6" fmla="*/ 2194374 h 2194374"/>
                <a:gd name="connsiteX7" fmla="*/ 3819525 w 4524375"/>
                <a:gd name="connsiteY7" fmla="*/ 1603824 h 2194374"/>
                <a:gd name="connsiteX8" fmla="*/ 3314700 w 4524375"/>
                <a:gd name="connsiteY8" fmla="*/ 1613349 h 2194374"/>
                <a:gd name="connsiteX9" fmla="*/ 2962275 w 4524375"/>
                <a:gd name="connsiteY9" fmla="*/ 1937199 h 2194374"/>
                <a:gd name="connsiteX10" fmla="*/ 2524125 w 4524375"/>
                <a:gd name="connsiteY10" fmla="*/ 1527624 h 2194374"/>
                <a:gd name="connsiteX11" fmla="*/ 2147888 w 4524375"/>
                <a:gd name="connsiteY11" fmla="*/ 1865761 h 2194374"/>
                <a:gd name="connsiteX12" fmla="*/ 1857375 w 4524375"/>
                <a:gd name="connsiteY12" fmla="*/ 1860999 h 2194374"/>
                <a:gd name="connsiteX13" fmla="*/ 1419225 w 4524375"/>
                <a:gd name="connsiteY13" fmla="*/ 1460949 h 2194374"/>
                <a:gd name="connsiteX14" fmla="*/ 1119188 w 4524375"/>
                <a:gd name="connsiteY14" fmla="*/ 1694312 h 2194374"/>
                <a:gd name="connsiteX15" fmla="*/ 723900 w 4524375"/>
                <a:gd name="connsiteY15" fmla="*/ 1670499 h 2194374"/>
                <a:gd name="connsiteX16" fmla="*/ 0 w 4524375"/>
                <a:gd name="connsiteY16" fmla="*/ 970412 h 2194374"/>
                <a:gd name="connsiteX0" fmla="*/ 0 w 4529137"/>
                <a:gd name="connsiteY0" fmla="*/ 970412 h 2194374"/>
                <a:gd name="connsiteX1" fmla="*/ 3838575 w 4529137"/>
                <a:gd name="connsiteY1" fmla="*/ 508449 h 2194374"/>
                <a:gd name="connsiteX2" fmla="*/ 3895725 w 4529137"/>
                <a:gd name="connsiteY2" fmla="*/ 3624 h 2194374"/>
                <a:gd name="connsiteX3" fmla="*/ 4486275 w 4529137"/>
                <a:gd name="connsiteY3" fmla="*/ 432249 h 2194374"/>
                <a:gd name="connsiteX4" fmla="*/ 4529137 w 4529137"/>
                <a:gd name="connsiteY4" fmla="*/ 2056261 h 2194374"/>
                <a:gd name="connsiteX5" fmla="*/ 4471987 w 4529137"/>
                <a:gd name="connsiteY5" fmla="*/ 1856236 h 2194374"/>
                <a:gd name="connsiteX6" fmla="*/ 3838575 w 4529137"/>
                <a:gd name="connsiteY6" fmla="*/ 2194374 h 2194374"/>
                <a:gd name="connsiteX7" fmla="*/ 3819525 w 4529137"/>
                <a:gd name="connsiteY7" fmla="*/ 1603824 h 2194374"/>
                <a:gd name="connsiteX8" fmla="*/ 3314700 w 4529137"/>
                <a:gd name="connsiteY8" fmla="*/ 1613349 h 2194374"/>
                <a:gd name="connsiteX9" fmla="*/ 2962275 w 4529137"/>
                <a:gd name="connsiteY9" fmla="*/ 1937199 h 2194374"/>
                <a:gd name="connsiteX10" fmla="*/ 2524125 w 4529137"/>
                <a:gd name="connsiteY10" fmla="*/ 1527624 h 2194374"/>
                <a:gd name="connsiteX11" fmla="*/ 2147888 w 4529137"/>
                <a:gd name="connsiteY11" fmla="*/ 1865761 h 2194374"/>
                <a:gd name="connsiteX12" fmla="*/ 1857375 w 4529137"/>
                <a:gd name="connsiteY12" fmla="*/ 1860999 h 2194374"/>
                <a:gd name="connsiteX13" fmla="*/ 1419225 w 4529137"/>
                <a:gd name="connsiteY13" fmla="*/ 1460949 h 2194374"/>
                <a:gd name="connsiteX14" fmla="*/ 1119188 w 4529137"/>
                <a:gd name="connsiteY14" fmla="*/ 1694312 h 2194374"/>
                <a:gd name="connsiteX15" fmla="*/ 723900 w 4529137"/>
                <a:gd name="connsiteY15" fmla="*/ 1670499 h 2194374"/>
                <a:gd name="connsiteX16" fmla="*/ 0 w 4529137"/>
                <a:gd name="connsiteY16" fmla="*/ 970412 h 2194374"/>
                <a:gd name="connsiteX0" fmla="*/ 4529137 w 4620545"/>
                <a:gd name="connsiteY0" fmla="*/ 2056261 h 2194374"/>
                <a:gd name="connsiteX1" fmla="*/ 4471987 w 4620545"/>
                <a:gd name="connsiteY1" fmla="*/ 1856236 h 2194374"/>
                <a:gd name="connsiteX2" fmla="*/ 3838575 w 4620545"/>
                <a:gd name="connsiteY2" fmla="*/ 2194374 h 2194374"/>
                <a:gd name="connsiteX3" fmla="*/ 3819525 w 4620545"/>
                <a:gd name="connsiteY3" fmla="*/ 1603824 h 2194374"/>
                <a:gd name="connsiteX4" fmla="*/ 3314700 w 4620545"/>
                <a:gd name="connsiteY4" fmla="*/ 1613349 h 2194374"/>
                <a:gd name="connsiteX5" fmla="*/ 2962275 w 4620545"/>
                <a:gd name="connsiteY5" fmla="*/ 1937199 h 2194374"/>
                <a:gd name="connsiteX6" fmla="*/ 2524125 w 4620545"/>
                <a:gd name="connsiteY6" fmla="*/ 1527624 h 2194374"/>
                <a:gd name="connsiteX7" fmla="*/ 2147888 w 4620545"/>
                <a:gd name="connsiteY7" fmla="*/ 1865761 h 2194374"/>
                <a:gd name="connsiteX8" fmla="*/ 1857375 w 4620545"/>
                <a:gd name="connsiteY8" fmla="*/ 1860999 h 2194374"/>
                <a:gd name="connsiteX9" fmla="*/ 1419225 w 4620545"/>
                <a:gd name="connsiteY9" fmla="*/ 1460949 h 2194374"/>
                <a:gd name="connsiteX10" fmla="*/ 1119188 w 4620545"/>
                <a:gd name="connsiteY10" fmla="*/ 1694312 h 2194374"/>
                <a:gd name="connsiteX11" fmla="*/ 723900 w 4620545"/>
                <a:gd name="connsiteY11" fmla="*/ 1670499 h 2194374"/>
                <a:gd name="connsiteX12" fmla="*/ 0 w 4620545"/>
                <a:gd name="connsiteY12" fmla="*/ 970412 h 2194374"/>
                <a:gd name="connsiteX13" fmla="*/ 3838575 w 4620545"/>
                <a:gd name="connsiteY13" fmla="*/ 508449 h 2194374"/>
                <a:gd name="connsiteX14" fmla="*/ 3895725 w 4620545"/>
                <a:gd name="connsiteY14" fmla="*/ 3624 h 2194374"/>
                <a:gd name="connsiteX15" fmla="*/ 4486275 w 4620545"/>
                <a:gd name="connsiteY15" fmla="*/ 432249 h 2194374"/>
                <a:gd name="connsiteX16" fmla="*/ 4620545 w 4620545"/>
                <a:gd name="connsiteY16" fmla="*/ 2147701 h 2194374"/>
                <a:gd name="connsiteX0" fmla="*/ 4529137 w 4529137"/>
                <a:gd name="connsiteY0" fmla="*/ 2056261 h 2194374"/>
                <a:gd name="connsiteX1" fmla="*/ 4471987 w 4529137"/>
                <a:gd name="connsiteY1" fmla="*/ 1856236 h 2194374"/>
                <a:gd name="connsiteX2" fmla="*/ 3838575 w 4529137"/>
                <a:gd name="connsiteY2" fmla="*/ 2194374 h 2194374"/>
                <a:gd name="connsiteX3" fmla="*/ 3819525 w 4529137"/>
                <a:gd name="connsiteY3" fmla="*/ 1603824 h 2194374"/>
                <a:gd name="connsiteX4" fmla="*/ 3314700 w 4529137"/>
                <a:gd name="connsiteY4" fmla="*/ 1613349 h 2194374"/>
                <a:gd name="connsiteX5" fmla="*/ 2962275 w 4529137"/>
                <a:gd name="connsiteY5" fmla="*/ 1937199 h 2194374"/>
                <a:gd name="connsiteX6" fmla="*/ 2524125 w 4529137"/>
                <a:gd name="connsiteY6" fmla="*/ 1527624 h 2194374"/>
                <a:gd name="connsiteX7" fmla="*/ 2147888 w 4529137"/>
                <a:gd name="connsiteY7" fmla="*/ 1865761 h 2194374"/>
                <a:gd name="connsiteX8" fmla="*/ 1857375 w 4529137"/>
                <a:gd name="connsiteY8" fmla="*/ 1860999 h 2194374"/>
                <a:gd name="connsiteX9" fmla="*/ 1419225 w 4529137"/>
                <a:gd name="connsiteY9" fmla="*/ 1460949 h 2194374"/>
                <a:gd name="connsiteX10" fmla="*/ 1119188 w 4529137"/>
                <a:gd name="connsiteY10" fmla="*/ 1694312 h 2194374"/>
                <a:gd name="connsiteX11" fmla="*/ 723900 w 4529137"/>
                <a:gd name="connsiteY11" fmla="*/ 1670499 h 2194374"/>
                <a:gd name="connsiteX12" fmla="*/ 0 w 4529137"/>
                <a:gd name="connsiteY12" fmla="*/ 970412 h 2194374"/>
                <a:gd name="connsiteX13" fmla="*/ 3838575 w 4529137"/>
                <a:gd name="connsiteY13" fmla="*/ 508449 h 2194374"/>
                <a:gd name="connsiteX14" fmla="*/ 3895725 w 4529137"/>
                <a:gd name="connsiteY14" fmla="*/ 3624 h 2194374"/>
                <a:gd name="connsiteX15" fmla="*/ 4486275 w 4529137"/>
                <a:gd name="connsiteY15" fmla="*/ 432249 h 2194374"/>
                <a:gd name="connsiteX0" fmla="*/ 4562462 w 4562462"/>
                <a:gd name="connsiteY0" fmla="*/ 2056261 h 2194374"/>
                <a:gd name="connsiteX1" fmla="*/ 4471987 w 4562462"/>
                <a:gd name="connsiteY1" fmla="*/ 1856236 h 2194374"/>
                <a:gd name="connsiteX2" fmla="*/ 3838575 w 4562462"/>
                <a:gd name="connsiteY2" fmla="*/ 2194374 h 2194374"/>
                <a:gd name="connsiteX3" fmla="*/ 3819525 w 4562462"/>
                <a:gd name="connsiteY3" fmla="*/ 1603824 h 2194374"/>
                <a:gd name="connsiteX4" fmla="*/ 3314700 w 4562462"/>
                <a:gd name="connsiteY4" fmla="*/ 1613349 h 2194374"/>
                <a:gd name="connsiteX5" fmla="*/ 2962275 w 4562462"/>
                <a:gd name="connsiteY5" fmla="*/ 1937199 h 2194374"/>
                <a:gd name="connsiteX6" fmla="*/ 2524125 w 4562462"/>
                <a:gd name="connsiteY6" fmla="*/ 1527624 h 2194374"/>
                <a:gd name="connsiteX7" fmla="*/ 2147888 w 4562462"/>
                <a:gd name="connsiteY7" fmla="*/ 1865761 h 2194374"/>
                <a:gd name="connsiteX8" fmla="*/ 1857375 w 4562462"/>
                <a:gd name="connsiteY8" fmla="*/ 1860999 h 2194374"/>
                <a:gd name="connsiteX9" fmla="*/ 1419225 w 4562462"/>
                <a:gd name="connsiteY9" fmla="*/ 1460949 h 2194374"/>
                <a:gd name="connsiteX10" fmla="*/ 1119188 w 4562462"/>
                <a:gd name="connsiteY10" fmla="*/ 1694312 h 2194374"/>
                <a:gd name="connsiteX11" fmla="*/ 723900 w 4562462"/>
                <a:gd name="connsiteY11" fmla="*/ 1670499 h 2194374"/>
                <a:gd name="connsiteX12" fmla="*/ 0 w 4562462"/>
                <a:gd name="connsiteY12" fmla="*/ 970412 h 2194374"/>
                <a:gd name="connsiteX13" fmla="*/ 3838575 w 4562462"/>
                <a:gd name="connsiteY13" fmla="*/ 508449 h 2194374"/>
                <a:gd name="connsiteX14" fmla="*/ 3895725 w 4562462"/>
                <a:gd name="connsiteY14" fmla="*/ 3624 h 2194374"/>
                <a:gd name="connsiteX15" fmla="*/ 4486275 w 4562462"/>
                <a:gd name="connsiteY15" fmla="*/ 432249 h 2194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62462" h="2194374">
                  <a:moveTo>
                    <a:pt x="4562462" y="2056261"/>
                  </a:moveTo>
                  <a:cubicBezTo>
                    <a:pt x="4558335" y="2079756"/>
                    <a:pt x="4481512" y="1876873"/>
                    <a:pt x="4471987" y="1856236"/>
                  </a:cubicBezTo>
                  <a:cubicBezTo>
                    <a:pt x="4357687" y="1892748"/>
                    <a:pt x="3922713" y="2191200"/>
                    <a:pt x="3838575" y="2194374"/>
                  </a:cubicBezTo>
                  <a:cubicBezTo>
                    <a:pt x="3840163" y="2088012"/>
                    <a:pt x="3870324" y="1678437"/>
                    <a:pt x="3819525" y="1603824"/>
                  </a:cubicBezTo>
                  <a:cubicBezTo>
                    <a:pt x="3640138" y="1605412"/>
                    <a:pt x="3449637" y="1586362"/>
                    <a:pt x="3314700" y="1613349"/>
                  </a:cubicBezTo>
                  <a:lnTo>
                    <a:pt x="2962275" y="1937199"/>
                  </a:lnTo>
                  <a:cubicBezTo>
                    <a:pt x="2857500" y="1876875"/>
                    <a:pt x="2619375" y="1572073"/>
                    <a:pt x="2524125" y="1527624"/>
                  </a:cubicBezTo>
                  <a:cubicBezTo>
                    <a:pt x="2419350" y="1578424"/>
                    <a:pt x="2192338" y="1829248"/>
                    <a:pt x="2147888" y="1865761"/>
                  </a:cubicBezTo>
                  <a:cubicBezTo>
                    <a:pt x="2036763" y="1849886"/>
                    <a:pt x="1962150" y="1891162"/>
                    <a:pt x="1857375" y="1860999"/>
                  </a:cubicBezTo>
                  <a:cubicBezTo>
                    <a:pt x="1714500" y="1778449"/>
                    <a:pt x="1509713" y="1500637"/>
                    <a:pt x="1419225" y="1460949"/>
                  </a:cubicBezTo>
                  <a:cubicBezTo>
                    <a:pt x="1300163" y="1502224"/>
                    <a:pt x="1185863" y="1667324"/>
                    <a:pt x="1119188" y="1694312"/>
                  </a:cubicBezTo>
                  <a:cubicBezTo>
                    <a:pt x="1004888" y="1683200"/>
                    <a:pt x="871538" y="1710187"/>
                    <a:pt x="723900" y="1670499"/>
                  </a:cubicBezTo>
                  <a:lnTo>
                    <a:pt x="0" y="970412"/>
                  </a:lnTo>
                  <a:cubicBezTo>
                    <a:pt x="339725" y="268737"/>
                    <a:pt x="819151" y="581473"/>
                    <a:pt x="3838575" y="508449"/>
                  </a:cubicBezTo>
                  <a:cubicBezTo>
                    <a:pt x="3957637" y="421137"/>
                    <a:pt x="3756025" y="-45589"/>
                    <a:pt x="3895725" y="3624"/>
                  </a:cubicBezTo>
                  <a:lnTo>
                    <a:pt x="4486275" y="432249"/>
                  </a:lnTo>
                </a:path>
              </a:pathLst>
            </a:custGeom>
            <a:solidFill>
              <a:srgbClr val="AFABAB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1870B39-F5FD-4C7B-80B6-CA3DEA19FC04}"/>
                </a:ext>
              </a:extLst>
            </p:cNvPr>
            <p:cNvSpPr/>
            <p:nvPr/>
          </p:nvSpPr>
          <p:spPr>
            <a:xfrm>
              <a:off x="8640418" y="2960565"/>
              <a:ext cx="776546" cy="75004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452698E-3ABA-4AE1-AEDB-DEC28C8D6404}"/>
                </a:ext>
              </a:extLst>
            </p:cNvPr>
            <p:cNvSpPr/>
            <p:nvPr/>
          </p:nvSpPr>
          <p:spPr>
            <a:xfrm>
              <a:off x="2383532" y="3312145"/>
              <a:ext cx="4472882" cy="233710"/>
            </a:xfrm>
            <a:custGeom>
              <a:avLst/>
              <a:gdLst>
                <a:gd name="connsiteX0" fmla="*/ 0 w 4472882"/>
                <a:gd name="connsiteY0" fmla="*/ 0 h 233710"/>
                <a:gd name="connsiteX1" fmla="*/ 4472882 w 4472882"/>
                <a:gd name="connsiteY1" fmla="*/ 46160 h 233710"/>
                <a:gd name="connsiteX2" fmla="*/ 3996633 w 4472882"/>
                <a:gd name="connsiteY2" fmla="*/ 233710 h 233710"/>
                <a:gd name="connsiteX3" fmla="*/ 200718 w 4472882"/>
                <a:gd name="connsiteY3" fmla="*/ 181293 h 233710"/>
                <a:gd name="connsiteX4" fmla="*/ 0 w 4472882"/>
                <a:gd name="connsiteY4" fmla="*/ 0 h 23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72882" h="233710">
                  <a:moveTo>
                    <a:pt x="0" y="0"/>
                  </a:moveTo>
                  <a:lnTo>
                    <a:pt x="4472882" y="46160"/>
                  </a:lnTo>
                  <a:lnTo>
                    <a:pt x="3996633" y="233710"/>
                  </a:lnTo>
                  <a:lnTo>
                    <a:pt x="200718" y="181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6717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" name="ttsMP3.com_VoiceText_2025-4-23_21-36-22">
            <a:hlinkClick r:id="" action="ppaction://media"/>
            <a:extLst>
              <a:ext uri="{FF2B5EF4-FFF2-40B4-BE49-F238E27FC236}">
                <a16:creationId xmlns:a16="http://schemas.microsoft.com/office/drawing/2014/main" id="{4B717F8F-1E53-4C19-8AC8-E624DF9365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33145" y="2558143"/>
            <a:ext cx="609600" cy="609600"/>
          </a:xfrm>
          <a:prstGeom prst="rect">
            <a:avLst/>
          </a:prstGeom>
        </p:spPr>
      </p:pic>
      <p:pic>
        <p:nvPicPr>
          <p:cNvPr id="39" name="1sec">
            <a:hlinkClick r:id="" action="ppaction://media"/>
            <a:extLst>
              <a:ext uri="{FF2B5EF4-FFF2-40B4-BE49-F238E27FC236}">
                <a16:creationId xmlns:a16="http://schemas.microsoft.com/office/drawing/2014/main" id="{C3489D31-7570-4114-802F-6F1966F157C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83513" y="2659513"/>
            <a:ext cx="609600" cy="609600"/>
          </a:xfrm>
          <a:prstGeom prst="rect">
            <a:avLst/>
          </a:prstGeom>
        </p:spPr>
      </p:pic>
      <p:pic>
        <p:nvPicPr>
          <p:cNvPr id="3" name="ttsMP3.com_VoiceText_2025-4-23_21-36-52">
            <a:hlinkClick r:id="" action="ppaction://media"/>
            <a:extLst>
              <a:ext uri="{FF2B5EF4-FFF2-40B4-BE49-F238E27FC236}">
                <a16:creationId xmlns:a16="http://schemas.microsoft.com/office/drawing/2014/main" id="{40180AC0-77A0-4E3C-A8E9-8DF3BF005CF5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85517" y="2659513"/>
            <a:ext cx="609600" cy="609600"/>
          </a:xfrm>
          <a:prstGeom prst="rect">
            <a:avLst/>
          </a:prstGeom>
        </p:spPr>
      </p:pic>
      <p:pic>
        <p:nvPicPr>
          <p:cNvPr id="40" name="1sec">
            <a:hlinkClick r:id="" action="ppaction://media"/>
            <a:extLst>
              <a:ext uri="{FF2B5EF4-FFF2-40B4-BE49-F238E27FC236}">
                <a16:creationId xmlns:a16="http://schemas.microsoft.com/office/drawing/2014/main" id="{64097B1B-8801-4978-8BA9-749D3142BD5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887521" y="2642128"/>
            <a:ext cx="609600" cy="609600"/>
          </a:xfrm>
          <a:prstGeom prst="rect">
            <a:avLst/>
          </a:prstGeom>
        </p:spPr>
      </p:pic>
      <p:pic>
        <p:nvPicPr>
          <p:cNvPr id="41" name="1sec">
            <a:hlinkClick r:id="" action="ppaction://media"/>
            <a:extLst>
              <a:ext uri="{FF2B5EF4-FFF2-40B4-BE49-F238E27FC236}">
                <a16:creationId xmlns:a16="http://schemas.microsoft.com/office/drawing/2014/main" id="{66CC0309-2C0A-4FDA-928A-DE2DD317F9F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80624" y="274605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8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8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3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0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56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62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85857" y="220273"/>
            <a:ext cx="5459119" cy="6412505"/>
            <a:chOff x="5022123" y="197845"/>
            <a:chExt cx="6293445" cy="739253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2166" y="406442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5029709" y="5986871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ey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8249755" y="5984294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8A3CC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037650D-3F5A-4132-BA36-E657E33E8F5C}"/>
              </a:ext>
            </a:extLst>
          </p:cNvPr>
          <p:cNvGrpSpPr/>
          <p:nvPr/>
        </p:nvGrpSpPr>
        <p:grpSpPr>
          <a:xfrm rot="20098587" flipH="1">
            <a:off x="-946959" y="1656403"/>
            <a:ext cx="7323909" cy="2862269"/>
            <a:chOff x="1329069" y="1051855"/>
            <a:chExt cx="8759905" cy="342347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15B3032-3F31-4C67-B41D-790B48F12F40}"/>
                </a:ext>
              </a:extLst>
            </p:cNvPr>
            <p:cNvGrpSpPr/>
            <p:nvPr/>
          </p:nvGrpSpPr>
          <p:grpSpPr>
            <a:xfrm>
              <a:off x="1329069" y="1051855"/>
              <a:ext cx="8759905" cy="3423473"/>
              <a:chOff x="1329069" y="1051855"/>
              <a:chExt cx="8759905" cy="3423473"/>
            </a:xfrm>
            <a:solidFill>
              <a:srgbClr val="6C9736"/>
            </a:solidFill>
          </p:grpSpPr>
          <p:sp>
            <p:nvSpPr>
              <p:cNvPr id="58" name="Rectangle 4">
                <a:extLst>
                  <a:ext uri="{FF2B5EF4-FFF2-40B4-BE49-F238E27FC236}">
                    <a16:creationId xmlns:a16="http://schemas.microsoft.com/office/drawing/2014/main" id="{36AB0A8A-7299-44B4-A3A3-4E7507C700F6}"/>
                  </a:ext>
                </a:extLst>
              </p:cNvPr>
              <p:cNvSpPr/>
              <p:nvPr/>
            </p:nvSpPr>
            <p:spPr>
              <a:xfrm rot="1198987">
                <a:off x="2560342" y="3017558"/>
                <a:ext cx="7528632" cy="1053399"/>
              </a:xfrm>
              <a:custGeom>
                <a:avLst/>
                <a:gdLst>
                  <a:gd name="connsiteX0" fmla="*/ 0 w 4267200"/>
                  <a:gd name="connsiteY0" fmla="*/ 0 h 621491"/>
                  <a:gd name="connsiteX1" fmla="*/ 4267200 w 4267200"/>
                  <a:gd name="connsiteY1" fmla="*/ 0 h 621491"/>
                  <a:gd name="connsiteX2" fmla="*/ 4267200 w 4267200"/>
                  <a:gd name="connsiteY2" fmla="*/ 621491 h 621491"/>
                  <a:gd name="connsiteX3" fmla="*/ 0 w 4267200"/>
                  <a:gd name="connsiteY3" fmla="*/ 621491 h 621491"/>
                  <a:gd name="connsiteX4" fmla="*/ 0 w 4267200"/>
                  <a:gd name="connsiteY4" fmla="*/ 0 h 621491"/>
                  <a:gd name="connsiteX0" fmla="*/ 0 w 7315108"/>
                  <a:gd name="connsiteY0" fmla="*/ 0 h 781224"/>
                  <a:gd name="connsiteX1" fmla="*/ 7315108 w 7315108"/>
                  <a:gd name="connsiteY1" fmla="*/ 781224 h 781224"/>
                  <a:gd name="connsiteX2" fmla="*/ 4267200 w 7315108"/>
                  <a:gd name="connsiteY2" fmla="*/ 621491 h 781224"/>
                  <a:gd name="connsiteX3" fmla="*/ 0 w 7315108"/>
                  <a:gd name="connsiteY3" fmla="*/ 621491 h 781224"/>
                  <a:gd name="connsiteX4" fmla="*/ 0 w 7315108"/>
                  <a:gd name="connsiteY4" fmla="*/ 0 h 781224"/>
                  <a:gd name="connsiteX0" fmla="*/ 0 w 7315108"/>
                  <a:gd name="connsiteY0" fmla="*/ 0 h 847418"/>
                  <a:gd name="connsiteX1" fmla="*/ 7315108 w 7315108"/>
                  <a:gd name="connsiteY1" fmla="*/ 781224 h 847418"/>
                  <a:gd name="connsiteX2" fmla="*/ 4267200 w 7315108"/>
                  <a:gd name="connsiteY2" fmla="*/ 621491 h 847418"/>
                  <a:gd name="connsiteX3" fmla="*/ 0 w 7315108"/>
                  <a:gd name="connsiteY3" fmla="*/ 621491 h 847418"/>
                  <a:gd name="connsiteX4" fmla="*/ 0 w 7315108"/>
                  <a:gd name="connsiteY4" fmla="*/ 0 h 847418"/>
                  <a:gd name="connsiteX0" fmla="*/ 0 w 7468955"/>
                  <a:gd name="connsiteY0" fmla="*/ 0 h 872802"/>
                  <a:gd name="connsiteX1" fmla="*/ 7315108 w 7468955"/>
                  <a:gd name="connsiteY1" fmla="*/ 781224 h 872802"/>
                  <a:gd name="connsiteX2" fmla="*/ 4914307 w 7468955"/>
                  <a:gd name="connsiteY2" fmla="*/ 852551 h 872802"/>
                  <a:gd name="connsiteX3" fmla="*/ 4267200 w 7468955"/>
                  <a:gd name="connsiteY3" fmla="*/ 621491 h 872802"/>
                  <a:gd name="connsiteX4" fmla="*/ 0 w 7468955"/>
                  <a:gd name="connsiteY4" fmla="*/ 621491 h 872802"/>
                  <a:gd name="connsiteX5" fmla="*/ 0 w 7468955"/>
                  <a:gd name="connsiteY5" fmla="*/ 0 h 872802"/>
                  <a:gd name="connsiteX0" fmla="*/ 0 w 7468955"/>
                  <a:gd name="connsiteY0" fmla="*/ 0 h 950829"/>
                  <a:gd name="connsiteX1" fmla="*/ 7315108 w 7468955"/>
                  <a:gd name="connsiteY1" fmla="*/ 781224 h 950829"/>
                  <a:gd name="connsiteX2" fmla="*/ 4914307 w 7468955"/>
                  <a:gd name="connsiteY2" fmla="*/ 852551 h 950829"/>
                  <a:gd name="connsiteX3" fmla="*/ 3907157 w 7468955"/>
                  <a:gd name="connsiteY3" fmla="*/ 949831 h 950829"/>
                  <a:gd name="connsiteX4" fmla="*/ 0 w 7468955"/>
                  <a:gd name="connsiteY4" fmla="*/ 621491 h 950829"/>
                  <a:gd name="connsiteX5" fmla="*/ 0 w 7468955"/>
                  <a:gd name="connsiteY5" fmla="*/ 0 h 950829"/>
                  <a:gd name="connsiteX0" fmla="*/ 0 w 7468955"/>
                  <a:gd name="connsiteY0" fmla="*/ 0 h 950829"/>
                  <a:gd name="connsiteX1" fmla="*/ 7315108 w 7468955"/>
                  <a:gd name="connsiteY1" fmla="*/ 781224 h 950829"/>
                  <a:gd name="connsiteX2" fmla="*/ 4914307 w 7468955"/>
                  <a:gd name="connsiteY2" fmla="*/ 852551 h 950829"/>
                  <a:gd name="connsiteX3" fmla="*/ 3907157 w 7468955"/>
                  <a:gd name="connsiteY3" fmla="*/ 949831 h 950829"/>
                  <a:gd name="connsiteX4" fmla="*/ 0 w 7468955"/>
                  <a:gd name="connsiteY4" fmla="*/ 621491 h 950829"/>
                  <a:gd name="connsiteX5" fmla="*/ 0 w 7468955"/>
                  <a:gd name="connsiteY5" fmla="*/ 0 h 950829"/>
                  <a:gd name="connsiteX0" fmla="*/ 0 w 7468955"/>
                  <a:gd name="connsiteY0" fmla="*/ 0 h 950829"/>
                  <a:gd name="connsiteX1" fmla="*/ 7315108 w 7468955"/>
                  <a:gd name="connsiteY1" fmla="*/ 781224 h 950829"/>
                  <a:gd name="connsiteX2" fmla="*/ 4914307 w 7468955"/>
                  <a:gd name="connsiteY2" fmla="*/ 852551 h 950829"/>
                  <a:gd name="connsiteX3" fmla="*/ 3907157 w 7468955"/>
                  <a:gd name="connsiteY3" fmla="*/ 949831 h 950829"/>
                  <a:gd name="connsiteX4" fmla="*/ 0 w 7468955"/>
                  <a:gd name="connsiteY4" fmla="*/ 621491 h 950829"/>
                  <a:gd name="connsiteX5" fmla="*/ 0 w 7468955"/>
                  <a:gd name="connsiteY5" fmla="*/ 0 h 950829"/>
                  <a:gd name="connsiteX0" fmla="*/ 0 w 7468955"/>
                  <a:gd name="connsiteY0" fmla="*/ 0 h 951165"/>
                  <a:gd name="connsiteX1" fmla="*/ 7315108 w 7468955"/>
                  <a:gd name="connsiteY1" fmla="*/ 781224 h 951165"/>
                  <a:gd name="connsiteX2" fmla="*/ 4914307 w 7468955"/>
                  <a:gd name="connsiteY2" fmla="*/ 852551 h 951165"/>
                  <a:gd name="connsiteX3" fmla="*/ 3907157 w 7468955"/>
                  <a:gd name="connsiteY3" fmla="*/ 949831 h 951165"/>
                  <a:gd name="connsiteX4" fmla="*/ 2520816 w 7468955"/>
                  <a:gd name="connsiteY4" fmla="*/ 862742 h 951165"/>
                  <a:gd name="connsiteX5" fmla="*/ 0 w 7468955"/>
                  <a:gd name="connsiteY5" fmla="*/ 621491 h 951165"/>
                  <a:gd name="connsiteX6" fmla="*/ 0 w 7468955"/>
                  <a:gd name="connsiteY6" fmla="*/ 0 h 951165"/>
                  <a:gd name="connsiteX0" fmla="*/ 0 w 7468955"/>
                  <a:gd name="connsiteY0" fmla="*/ 0 h 951165"/>
                  <a:gd name="connsiteX1" fmla="*/ 7315108 w 7468955"/>
                  <a:gd name="connsiteY1" fmla="*/ 781224 h 951165"/>
                  <a:gd name="connsiteX2" fmla="*/ 4914307 w 7468955"/>
                  <a:gd name="connsiteY2" fmla="*/ 852551 h 951165"/>
                  <a:gd name="connsiteX3" fmla="*/ 3907157 w 7468955"/>
                  <a:gd name="connsiteY3" fmla="*/ 949831 h 951165"/>
                  <a:gd name="connsiteX4" fmla="*/ 2520816 w 7468955"/>
                  <a:gd name="connsiteY4" fmla="*/ 862742 h 951165"/>
                  <a:gd name="connsiteX5" fmla="*/ 0 w 7468955"/>
                  <a:gd name="connsiteY5" fmla="*/ 621491 h 951165"/>
                  <a:gd name="connsiteX6" fmla="*/ 0 w 7468955"/>
                  <a:gd name="connsiteY6" fmla="*/ 0 h 951165"/>
                  <a:gd name="connsiteX0" fmla="*/ 0 w 7468955"/>
                  <a:gd name="connsiteY0" fmla="*/ 0 h 951165"/>
                  <a:gd name="connsiteX1" fmla="*/ 7315108 w 7468955"/>
                  <a:gd name="connsiteY1" fmla="*/ 781224 h 951165"/>
                  <a:gd name="connsiteX2" fmla="*/ 4914307 w 7468955"/>
                  <a:gd name="connsiteY2" fmla="*/ 852551 h 951165"/>
                  <a:gd name="connsiteX3" fmla="*/ 3907157 w 7468955"/>
                  <a:gd name="connsiteY3" fmla="*/ 949831 h 951165"/>
                  <a:gd name="connsiteX4" fmla="*/ 2520816 w 7468955"/>
                  <a:gd name="connsiteY4" fmla="*/ 862742 h 951165"/>
                  <a:gd name="connsiteX5" fmla="*/ 0 w 7468955"/>
                  <a:gd name="connsiteY5" fmla="*/ 621491 h 951165"/>
                  <a:gd name="connsiteX6" fmla="*/ 0 w 7468955"/>
                  <a:gd name="connsiteY6" fmla="*/ 0 h 951165"/>
                  <a:gd name="connsiteX0" fmla="*/ 0 w 7468955"/>
                  <a:gd name="connsiteY0" fmla="*/ 0 h 951165"/>
                  <a:gd name="connsiteX1" fmla="*/ 7315108 w 7468955"/>
                  <a:gd name="connsiteY1" fmla="*/ 781224 h 951165"/>
                  <a:gd name="connsiteX2" fmla="*/ 4914307 w 7468955"/>
                  <a:gd name="connsiteY2" fmla="*/ 852551 h 951165"/>
                  <a:gd name="connsiteX3" fmla="*/ 3907157 w 7468955"/>
                  <a:gd name="connsiteY3" fmla="*/ 949831 h 951165"/>
                  <a:gd name="connsiteX4" fmla="*/ 2520816 w 7468955"/>
                  <a:gd name="connsiteY4" fmla="*/ 862742 h 951165"/>
                  <a:gd name="connsiteX5" fmla="*/ 0 w 7468955"/>
                  <a:gd name="connsiteY5" fmla="*/ 621491 h 951165"/>
                  <a:gd name="connsiteX6" fmla="*/ 0 w 7468955"/>
                  <a:gd name="connsiteY6" fmla="*/ 0 h 951165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855 h 964020"/>
                  <a:gd name="connsiteX1" fmla="*/ 2955584 w 7468955"/>
                  <a:gd name="connsiteY1" fmla="*/ 209857 h 964020"/>
                  <a:gd name="connsiteX2" fmla="*/ 7315108 w 7468955"/>
                  <a:gd name="connsiteY2" fmla="*/ 794079 h 964020"/>
                  <a:gd name="connsiteX3" fmla="*/ 4914307 w 7468955"/>
                  <a:gd name="connsiteY3" fmla="*/ 865406 h 964020"/>
                  <a:gd name="connsiteX4" fmla="*/ 3907157 w 7468955"/>
                  <a:gd name="connsiteY4" fmla="*/ 962686 h 964020"/>
                  <a:gd name="connsiteX5" fmla="*/ 2520816 w 7468955"/>
                  <a:gd name="connsiteY5" fmla="*/ 875597 h 964020"/>
                  <a:gd name="connsiteX6" fmla="*/ 0 w 7468955"/>
                  <a:gd name="connsiteY6" fmla="*/ 634346 h 964020"/>
                  <a:gd name="connsiteX7" fmla="*/ 0 w 7468955"/>
                  <a:gd name="connsiteY7" fmla="*/ 12855 h 964020"/>
                  <a:gd name="connsiteX0" fmla="*/ 0 w 7468955"/>
                  <a:gd name="connsiteY0" fmla="*/ 120352 h 1071517"/>
                  <a:gd name="connsiteX1" fmla="*/ 2955584 w 7468955"/>
                  <a:gd name="connsiteY1" fmla="*/ 317354 h 1071517"/>
                  <a:gd name="connsiteX2" fmla="*/ 7315108 w 7468955"/>
                  <a:gd name="connsiteY2" fmla="*/ 901576 h 1071517"/>
                  <a:gd name="connsiteX3" fmla="*/ 4914307 w 7468955"/>
                  <a:gd name="connsiteY3" fmla="*/ 972903 h 1071517"/>
                  <a:gd name="connsiteX4" fmla="*/ 3907157 w 7468955"/>
                  <a:gd name="connsiteY4" fmla="*/ 1070183 h 1071517"/>
                  <a:gd name="connsiteX5" fmla="*/ 2520816 w 7468955"/>
                  <a:gd name="connsiteY5" fmla="*/ 983094 h 1071517"/>
                  <a:gd name="connsiteX6" fmla="*/ 0 w 7468955"/>
                  <a:gd name="connsiteY6" fmla="*/ 741843 h 1071517"/>
                  <a:gd name="connsiteX7" fmla="*/ 0 w 7468955"/>
                  <a:gd name="connsiteY7" fmla="*/ 120352 h 1071517"/>
                  <a:gd name="connsiteX0" fmla="*/ 0 w 7468955"/>
                  <a:gd name="connsiteY0" fmla="*/ 95707 h 1046872"/>
                  <a:gd name="connsiteX1" fmla="*/ 1334260 w 7468955"/>
                  <a:gd name="connsiteY1" fmla="*/ 22112 h 1046872"/>
                  <a:gd name="connsiteX2" fmla="*/ 2955584 w 7468955"/>
                  <a:gd name="connsiteY2" fmla="*/ 292709 h 1046872"/>
                  <a:gd name="connsiteX3" fmla="*/ 7315108 w 7468955"/>
                  <a:gd name="connsiteY3" fmla="*/ 876931 h 1046872"/>
                  <a:gd name="connsiteX4" fmla="*/ 4914307 w 7468955"/>
                  <a:gd name="connsiteY4" fmla="*/ 948258 h 1046872"/>
                  <a:gd name="connsiteX5" fmla="*/ 3907157 w 7468955"/>
                  <a:gd name="connsiteY5" fmla="*/ 1045538 h 1046872"/>
                  <a:gd name="connsiteX6" fmla="*/ 2520816 w 7468955"/>
                  <a:gd name="connsiteY6" fmla="*/ 958449 h 1046872"/>
                  <a:gd name="connsiteX7" fmla="*/ 0 w 7468955"/>
                  <a:gd name="connsiteY7" fmla="*/ 717198 h 1046872"/>
                  <a:gd name="connsiteX8" fmla="*/ 0 w 7468955"/>
                  <a:gd name="connsiteY8" fmla="*/ 95707 h 1046872"/>
                  <a:gd name="connsiteX0" fmla="*/ 0 w 7468955"/>
                  <a:gd name="connsiteY0" fmla="*/ 103036 h 1054201"/>
                  <a:gd name="connsiteX1" fmla="*/ 1334260 w 7468955"/>
                  <a:gd name="connsiteY1" fmla="*/ 29441 h 1054201"/>
                  <a:gd name="connsiteX2" fmla="*/ 2955584 w 7468955"/>
                  <a:gd name="connsiteY2" fmla="*/ 300038 h 1054201"/>
                  <a:gd name="connsiteX3" fmla="*/ 7315108 w 7468955"/>
                  <a:gd name="connsiteY3" fmla="*/ 884260 h 1054201"/>
                  <a:gd name="connsiteX4" fmla="*/ 4914307 w 7468955"/>
                  <a:gd name="connsiteY4" fmla="*/ 955587 h 1054201"/>
                  <a:gd name="connsiteX5" fmla="*/ 3907157 w 7468955"/>
                  <a:gd name="connsiteY5" fmla="*/ 1052867 h 1054201"/>
                  <a:gd name="connsiteX6" fmla="*/ 2520816 w 7468955"/>
                  <a:gd name="connsiteY6" fmla="*/ 965778 h 1054201"/>
                  <a:gd name="connsiteX7" fmla="*/ 0 w 7468955"/>
                  <a:gd name="connsiteY7" fmla="*/ 724527 h 1054201"/>
                  <a:gd name="connsiteX8" fmla="*/ 0 w 7468955"/>
                  <a:gd name="connsiteY8" fmla="*/ 103036 h 1054201"/>
                  <a:gd name="connsiteX0" fmla="*/ 0 w 7468955"/>
                  <a:gd name="connsiteY0" fmla="*/ 102234 h 1053399"/>
                  <a:gd name="connsiteX1" fmla="*/ 1334260 w 7468955"/>
                  <a:gd name="connsiteY1" fmla="*/ 28639 h 1053399"/>
                  <a:gd name="connsiteX2" fmla="*/ 2955584 w 7468955"/>
                  <a:gd name="connsiteY2" fmla="*/ 299236 h 1053399"/>
                  <a:gd name="connsiteX3" fmla="*/ 7315108 w 7468955"/>
                  <a:gd name="connsiteY3" fmla="*/ 883458 h 1053399"/>
                  <a:gd name="connsiteX4" fmla="*/ 4914307 w 7468955"/>
                  <a:gd name="connsiteY4" fmla="*/ 954785 h 1053399"/>
                  <a:gd name="connsiteX5" fmla="*/ 3907157 w 7468955"/>
                  <a:gd name="connsiteY5" fmla="*/ 1052065 h 1053399"/>
                  <a:gd name="connsiteX6" fmla="*/ 2520816 w 7468955"/>
                  <a:gd name="connsiteY6" fmla="*/ 964976 h 1053399"/>
                  <a:gd name="connsiteX7" fmla="*/ 0 w 7468955"/>
                  <a:gd name="connsiteY7" fmla="*/ 723725 h 1053399"/>
                  <a:gd name="connsiteX8" fmla="*/ 0 w 7468955"/>
                  <a:gd name="connsiteY8" fmla="*/ 102234 h 1053399"/>
                  <a:gd name="connsiteX0" fmla="*/ 59677 w 7528632"/>
                  <a:gd name="connsiteY0" fmla="*/ 102234 h 1053399"/>
                  <a:gd name="connsiteX1" fmla="*/ 1393937 w 7528632"/>
                  <a:gd name="connsiteY1" fmla="*/ 28639 h 1053399"/>
                  <a:gd name="connsiteX2" fmla="*/ 3015261 w 7528632"/>
                  <a:gd name="connsiteY2" fmla="*/ 299236 h 1053399"/>
                  <a:gd name="connsiteX3" fmla="*/ 7374785 w 7528632"/>
                  <a:gd name="connsiteY3" fmla="*/ 883458 h 1053399"/>
                  <a:gd name="connsiteX4" fmla="*/ 4973984 w 7528632"/>
                  <a:gd name="connsiteY4" fmla="*/ 954785 h 1053399"/>
                  <a:gd name="connsiteX5" fmla="*/ 3966834 w 7528632"/>
                  <a:gd name="connsiteY5" fmla="*/ 1052065 h 1053399"/>
                  <a:gd name="connsiteX6" fmla="*/ 2580493 w 7528632"/>
                  <a:gd name="connsiteY6" fmla="*/ 964976 h 1053399"/>
                  <a:gd name="connsiteX7" fmla="*/ 0 w 7528632"/>
                  <a:gd name="connsiteY7" fmla="*/ 745426 h 1053399"/>
                  <a:gd name="connsiteX8" fmla="*/ 59677 w 7528632"/>
                  <a:gd name="connsiteY8" fmla="*/ 102234 h 1053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528632" h="1053399">
                    <a:moveTo>
                      <a:pt x="59677" y="102234"/>
                    </a:moveTo>
                    <a:cubicBezTo>
                      <a:pt x="286205" y="-15123"/>
                      <a:pt x="901340" y="-4195"/>
                      <a:pt x="1393937" y="28639"/>
                    </a:cubicBezTo>
                    <a:cubicBezTo>
                      <a:pt x="2482076" y="-84582"/>
                      <a:pt x="2576254" y="165445"/>
                      <a:pt x="3015261" y="299236"/>
                    </a:cubicBezTo>
                    <a:cubicBezTo>
                      <a:pt x="3582293" y="652486"/>
                      <a:pt x="6783582" y="673058"/>
                      <a:pt x="7374785" y="883458"/>
                    </a:cubicBezTo>
                    <a:cubicBezTo>
                      <a:pt x="8196667" y="1001019"/>
                      <a:pt x="5481969" y="981407"/>
                      <a:pt x="4973984" y="954785"/>
                    </a:cubicBezTo>
                    <a:cubicBezTo>
                      <a:pt x="4459206" y="987038"/>
                      <a:pt x="4367636" y="1042630"/>
                      <a:pt x="3966834" y="1052065"/>
                    </a:cubicBezTo>
                    <a:cubicBezTo>
                      <a:pt x="3566032" y="1061500"/>
                      <a:pt x="3231686" y="1019699"/>
                      <a:pt x="2580493" y="964976"/>
                    </a:cubicBezTo>
                    <a:cubicBezTo>
                      <a:pt x="1850045" y="1080084"/>
                      <a:pt x="418249" y="896953"/>
                      <a:pt x="0" y="745426"/>
                    </a:cubicBezTo>
                    <a:lnTo>
                      <a:pt x="59677" y="102234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 5">
                <a:extLst>
                  <a:ext uri="{FF2B5EF4-FFF2-40B4-BE49-F238E27FC236}">
                    <a16:creationId xmlns:a16="http://schemas.microsoft.com/office/drawing/2014/main" id="{91456B97-6063-4A5E-9178-5B5E40C1570C}"/>
                  </a:ext>
                </a:extLst>
              </p:cNvPr>
              <p:cNvSpPr/>
              <p:nvPr/>
            </p:nvSpPr>
            <p:spPr>
              <a:xfrm rot="968263">
                <a:off x="1329069" y="1552268"/>
                <a:ext cx="1929071" cy="873335"/>
              </a:xfrm>
              <a:custGeom>
                <a:avLst/>
                <a:gdLst>
                  <a:gd name="connsiteX0" fmla="*/ 0 w 1285461"/>
                  <a:gd name="connsiteY0" fmla="*/ 0 h 251791"/>
                  <a:gd name="connsiteX1" fmla="*/ 1285461 w 1285461"/>
                  <a:gd name="connsiteY1" fmla="*/ 0 h 251791"/>
                  <a:gd name="connsiteX2" fmla="*/ 1285461 w 1285461"/>
                  <a:gd name="connsiteY2" fmla="*/ 251791 h 251791"/>
                  <a:gd name="connsiteX3" fmla="*/ 0 w 1285461"/>
                  <a:gd name="connsiteY3" fmla="*/ 251791 h 251791"/>
                  <a:gd name="connsiteX4" fmla="*/ 0 w 1285461"/>
                  <a:gd name="connsiteY4" fmla="*/ 0 h 251791"/>
                  <a:gd name="connsiteX0" fmla="*/ 465646 w 1751107"/>
                  <a:gd name="connsiteY0" fmla="*/ 0 h 358933"/>
                  <a:gd name="connsiteX1" fmla="*/ 1751107 w 1751107"/>
                  <a:gd name="connsiteY1" fmla="*/ 0 h 358933"/>
                  <a:gd name="connsiteX2" fmla="*/ 1751107 w 1751107"/>
                  <a:gd name="connsiteY2" fmla="*/ 251791 h 358933"/>
                  <a:gd name="connsiteX3" fmla="*/ 0 w 1751107"/>
                  <a:gd name="connsiteY3" fmla="*/ 358933 h 358933"/>
                  <a:gd name="connsiteX4" fmla="*/ 465646 w 1751107"/>
                  <a:gd name="connsiteY4" fmla="*/ 0 h 358933"/>
                  <a:gd name="connsiteX0" fmla="*/ 471441 w 1756902"/>
                  <a:gd name="connsiteY0" fmla="*/ 0 h 358933"/>
                  <a:gd name="connsiteX1" fmla="*/ 1756902 w 1756902"/>
                  <a:gd name="connsiteY1" fmla="*/ 0 h 358933"/>
                  <a:gd name="connsiteX2" fmla="*/ 1756902 w 1756902"/>
                  <a:gd name="connsiteY2" fmla="*/ 251791 h 358933"/>
                  <a:gd name="connsiteX3" fmla="*/ 5795 w 1756902"/>
                  <a:gd name="connsiteY3" fmla="*/ 358933 h 358933"/>
                  <a:gd name="connsiteX4" fmla="*/ 471441 w 1756902"/>
                  <a:gd name="connsiteY4" fmla="*/ 0 h 358933"/>
                  <a:gd name="connsiteX0" fmla="*/ 471441 w 1756902"/>
                  <a:gd name="connsiteY0" fmla="*/ 0 h 506638"/>
                  <a:gd name="connsiteX1" fmla="*/ 1756902 w 1756902"/>
                  <a:gd name="connsiteY1" fmla="*/ 0 h 506638"/>
                  <a:gd name="connsiteX2" fmla="*/ 1756902 w 1756902"/>
                  <a:gd name="connsiteY2" fmla="*/ 251791 h 506638"/>
                  <a:gd name="connsiteX3" fmla="*/ 5795 w 1756902"/>
                  <a:gd name="connsiteY3" fmla="*/ 358933 h 506638"/>
                  <a:gd name="connsiteX4" fmla="*/ 471441 w 1756902"/>
                  <a:gd name="connsiteY4" fmla="*/ 0 h 506638"/>
                  <a:gd name="connsiteX0" fmla="*/ 672559 w 1754987"/>
                  <a:gd name="connsiteY0" fmla="*/ 0 h 758525"/>
                  <a:gd name="connsiteX1" fmla="*/ 1754987 w 1754987"/>
                  <a:gd name="connsiteY1" fmla="*/ 251887 h 758525"/>
                  <a:gd name="connsiteX2" fmla="*/ 1754987 w 1754987"/>
                  <a:gd name="connsiteY2" fmla="*/ 503678 h 758525"/>
                  <a:gd name="connsiteX3" fmla="*/ 3880 w 1754987"/>
                  <a:gd name="connsiteY3" fmla="*/ 610820 h 758525"/>
                  <a:gd name="connsiteX4" fmla="*/ 672559 w 1754987"/>
                  <a:gd name="connsiteY4" fmla="*/ 0 h 758525"/>
                  <a:gd name="connsiteX0" fmla="*/ 672559 w 1754987"/>
                  <a:gd name="connsiteY0" fmla="*/ 0 h 758525"/>
                  <a:gd name="connsiteX1" fmla="*/ 1754987 w 1754987"/>
                  <a:gd name="connsiteY1" fmla="*/ 251887 h 758525"/>
                  <a:gd name="connsiteX2" fmla="*/ 1754987 w 1754987"/>
                  <a:gd name="connsiteY2" fmla="*/ 503678 h 758525"/>
                  <a:gd name="connsiteX3" fmla="*/ 3880 w 1754987"/>
                  <a:gd name="connsiteY3" fmla="*/ 610820 h 758525"/>
                  <a:gd name="connsiteX4" fmla="*/ 672559 w 1754987"/>
                  <a:gd name="connsiteY4" fmla="*/ 0 h 758525"/>
                  <a:gd name="connsiteX0" fmla="*/ 672559 w 1871237"/>
                  <a:gd name="connsiteY0" fmla="*/ 0 h 758525"/>
                  <a:gd name="connsiteX1" fmla="*/ 1871237 w 1871237"/>
                  <a:gd name="connsiteY1" fmla="*/ 176864 h 758525"/>
                  <a:gd name="connsiteX2" fmla="*/ 1754987 w 1871237"/>
                  <a:gd name="connsiteY2" fmla="*/ 503678 h 758525"/>
                  <a:gd name="connsiteX3" fmla="*/ 3880 w 1871237"/>
                  <a:gd name="connsiteY3" fmla="*/ 610820 h 758525"/>
                  <a:gd name="connsiteX4" fmla="*/ 672559 w 1871237"/>
                  <a:gd name="connsiteY4" fmla="*/ 0 h 758525"/>
                  <a:gd name="connsiteX0" fmla="*/ 672559 w 1871237"/>
                  <a:gd name="connsiteY0" fmla="*/ 0 h 758525"/>
                  <a:gd name="connsiteX1" fmla="*/ 1871237 w 1871237"/>
                  <a:gd name="connsiteY1" fmla="*/ 176864 h 758525"/>
                  <a:gd name="connsiteX2" fmla="*/ 1754987 w 1871237"/>
                  <a:gd name="connsiteY2" fmla="*/ 503678 h 758525"/>
                  <a:gd name="connsiteX3" fmla="*/ 3880 w 1871237"/>
                  <a:gd name="connsiteY3" fmla="*/ 610820 h 758525"/>
                  <a:gd name="connsiteX4" fmla="*/ 672559 w 1871237"/>
                  <a:gd name="connsiteY4" fmla="*/ 0 h 758525"/>
                  <a:gd name="connsiteX0" fmla="*/ 672559 w 1871237"/>
                  <a:gd name="connsiteY0" fmla="*/ 0 h 841835"/>
                  <a:gd name="connsiteX1" fmla="*/ 1871237 w 1871237"/>
                  <a:gd name="connsiteY1" fmla="*/ 176864 h 841835"/>
                  <a:gd name="connsiteX2" fmla="*/ 1754987 w 1871237"/>
                  <a:gd name="connsiteY2" fmla="*/ 503678 h 841835"/>
                  <a:gd name="connsiteX3" fmla="*/ 3880 w 1871237"/>
                  <a:gd name="connsiteY3" fmla="*/ 610820 h 841835"/>
                  <a:gd name="connsiteX4" fmla="*/ 672559 w 1871237"/>
                  <a:gd name="connsiteY4" fmla="*/ 0 h 841835"/>
                  <a:gd name="connsiteX0" fmla="*/ 672559 w 1871237"/>
                  <a:gd name="connsiteY0" fmla="*/ 0 h 874784"/>
                  <a:gd name="connsiteX1" fmla="*/ 1871237 w 1871237"/>
                  <a:gd name="connsiteY1" fmla="*/ 176864 h 874784"/>
                  <a:gd name="connsiteX2" fmla="*/ 1777088 w 1871237"/>
                  <a:gd name="connsiteY2" fmla="*/ 580058 h 874784"/>
                  <a:gd name="connsiteX3" fmla="*/ 3880 w 1871237"/>
                  <a:gd name="connsiteY3" fmla="*/ 610820 h 874784"/>
                  <a:gd name="connsiteX4" fmla="*/ 672559 w 1871237"/>
                  <a:gd name="connsiteY4" fmla="*/ 0 h 874784"/>
                  <a:gd name="connsiteX0" fmla="*/ 672559 w 1865550"/>
                  <a:gd name="connsiteY0" fmla="*/ 0 h 874784"/>
                  <a:gd name="connsiteX1" fmla="*/ 1865550 w 1865550"/>
                  <a:gd name="connsiteY1" fmla="*/ 109531 h 874784"/>
                  <a:gd name="connsiteX2" fmla="*/ 1777088 w 1865550"/>
                  <a:gd name="connsiteY2" fmla="*/ 580058 h 874784"/>
                  <a:gd name="connsiteX3" fmla="*/ 3880 w 1865550"/>
                  <a:gd name="connsiteY3" fmla="*/ 610820 h 874784"/>
                  <a:gd name="connsiteX4" fmla="*/ 672559 w 1865550"/>
                  <a:gd name="connsiteY4" fmla="*/ 0 h 874784"/>
                  <a:gd name="connsiteX0" fmla="*/ 673604 w 1866595"/>
                  <a:gd name="connsiteY0" fmla="*/ 0 h 874784"/>
                  <a:gd name="connsiteX1" fmla="*/ 1866595 w 1866595"/>
                  <a:gd name="connsiteY1" fmla="*/ 109531 h 874784"/>
                  <a:gd name="connsiteX2" fmla="*/ 1778133 w 1866595"/>
                  <a:gd name="connsiteY2" fmla="*/ 580058 h 874784"/>
                  <a:gd name="connsiteX3" fmla="*/ 4925 w 1866595"/>
                  <a:gd name="connsiteY3" fmla="*/ 610820 h 874784"/>
                  <a:gd name="connsiteX4" fmla="*/ 673604 w 1866595"/>
                  <a:gd name="connsiteY4" fmla="*/ 0 h 874784"/>
                  <a:gd name="connsiteX0" fmla="*/ 673604 w 1866595"/>
                  <a:gd name="connsiteY0" fmla="*/ 20255 h 895039"/>
                  <a:gd name="connsiteX1" fmla="*/ 1866595 w 1866595"/>
                  <a:gd name="connsiteY1" fmla="*/ 129786 h 895039"/>
                  <a:gd name="connsiteX2" fmla="*/ 1778133 w 1866595"/>
                  <a:gd name="connsiteY2" fmla="*/ 600313 h 895039"/>
                  <a:gd name="connsiteX3" fmla="*/ 4925 w 1866595"/>
                  <a:gd name="connsiteY3" fmla="*/ 631075 h 895039"/>
                  <a:gd name="connsiteX4" fmla="*/ 673604 w 1866595"/>
                  <a:gd name="connsiteY4" fmla="*/ 20255 h 895039"/>
                  <a:gd name="connsiteX0" fmla="*/ 736683 w 1929674"/>
                  <a:gd name="connsiteY0" fmla="*/ 20255 h 904988"/>
                  <a:gd name="connsiteX1" fmla="*/ 1929674 w 1929674"/>
                  <a:gd name="connsiteY1" fmla="*/ 129786 h 904988"/>
                  <a:gd name="connsiteX2" fmla="*/ 1841212 w 1929674"/>
                  <a:gd name="connsiteY2" fmla="*/ 600313 h 904988"/>
                  <a:gd name="connsiteX3" fmla="*/ 4354 w 1929674"/>
                  <a:gd name="connsiteY3" fmla="*/ 649492 h 904988"/>
                  <a:gd name="connsiteX4" fmla="*/ 736683 w 1929674"/>
                  <a:gd name="connsiteY4" fmla="*/ 20255 h 904988"/>
                  <a:gd name="connsiteX0" fmla="*/ 737787 w 1930778"/>
                  <a:gd name="connsiteY0" fmla="*/ 20255 h 904988"/>
                  <a:gd name="connsiteX1" fmla="*/ 1930778 w 1930778"/>
                  <a:gd name="connsiteY1" fmla="*/ 129786 h 904988"/>
                  <a:gd name="connsiteX2" fmla="*/ 1842316 w 1930778"/>
                  <a:gd name="connsiteY2" fmla="*/ 600313 h 904988"/>
                  <a:gd name="connsiteX3" fmla="*/ 5458 w 1930778"/>
                  <a:gd name="connsiteY3" fmla="*/ 649492 h 904988"/>
                  <a:gd name="connsiteX4" fmla="*/ 737787 w 1930778"/>
                  <a:gd name="connsiteY4" fmla="*/ 20255 h 904988"/>
                  <a:gd name="connsiteX0" fmla="*/ 736846 w 1929837"/>
                  <a:gd name="connsiteY0" fmla="*/ 20255 h 904988"/>
                  <a:gd name="connsiteX1" fmla="*/ 1929837 w 1929837"/>
                  <a:gd name="connsiteY1" fmla="*/ 129786 h 904988"/>
                  <a:gd name="connsiteX2" fmla="*/ 1841375 w 1929837"/>
                  <a:gd name="connsiteY2" fmla="*/ 600313 h 904988"/>
                  <a:gd name="connsiteX3" fmla="*/ 4517 w 1929837"/>
                  <a:gd name="connsiteY3" fmla="*/ 649492 h 904988"/>
                  <a:gd name="connsiteX4" fmla="*/ 736846 w 1929837"/>
                  <a:gd name="connsiteY4" fmla="*/ 20255 h 904988"/>
                  <a:gd name="connsiteX0" fmla="*/ 736846 w 1929837"/>
                  <a:gd name="connsiteY0" fmla="*/ 20255 h 866837"/>
                  <a:gd name="connsiteX1" fmla="*/ 1929837 w 1929837"/>
                  <a:gd name="connsiteY1" fmla="*/ 129786 h 866837"/>
                  <a:gd name="connsiteX2" fmla="*/ 1841375 w 1929837"/>
                  <a:gd name="connsiteY2" fmla="*/ 600313 h 866837"/>
                  <a:gd name="connsiteX3" fmla="*/ 4517 w 1929837"/>
                  <a:gd name="connsiteY3" fmla="*/ 649492 h 866837"/>
                  <a:gd name="connsiteX4" fmla="*/ 736846 w 1929837"/>
                  <a:gd name="connsiteY4" fmla="*/ 20255 h 866837"/>
                  <a:gd name="connsiteX0" fmla="*/ 736846 w 1929837"/>
                  <a:gd name="connsiteY0" fmla="*/ 11790 h 858372"/>
                  <a:gd name="connsiteX1" fmla="*/ 1929837 w 1929837"/>
                  <a:gd name="connsiteY1" fmla="*/ 121321 h 858372"/>
                  <a:gd name="connsiteX2" fmla="*/ 1841375 w 1929837"/>
                  <a:gd name="connsiteY2" fmla="*/ 591848 h 858372"/>
                  <a:gd name="connsiteX3" fmla="*/ 4517 w 1929837"/>
                  <a:gd name="connsiteY3" fmla="*/ 641027 h 858372"/>
                  <a:gd name="connsiteX4" fmla="*/ 736846 w 1929837"/>
                  <a:gd name="connsiteY4" fmla="*/ 11790 h 858372"/>
                  <a:gd name="connsiteX0" fmla="*/ 774669 w 1929470"/>
                  <a:gd name="connsiteY0" fmla="*/ 11166 h 868798"/>
                  <a:gd name="connsiteX1" fmla="*/ 1929470 w 1929470"/>
                  <a:gd name="connsiteY1" fmla="*/ 131747 h 868798"/>
                  <a:gd name="connsiteX2" fmla="*/ 1841008 w 1929470"/>
                  <a:gd name="connsiteY2" fmla="*/ 602274 h 868798"/>
                  <a:gd name="connsiteX3" fmla="*/ 4150 w 1929470"/>
                  <a:gd name="connsiteY3" fmla="*/ 651453 h 868798"/>
                  <a:gd name="connsiteX4" fmla="*/ 774669 w 1929470"/>
                  <a:gd name="connsiteY4" fmla="*/ 11166 h 868798"/>
                  <a:gd name="connsiteX0" fmla="*/ 774669 w 1929470"/>
                  <a:gd name="connsiteY0" fmla="*/ 0 h 857632"/>
                  <a:gd name="connsiteX1" fmla="*/ 1929470 w 1929470"/>
                  <a:gd name="connsiteY1" fmla="*/ 120581 h 857632"/>
                  <a:gd name="connsiteX2" fmla="*/ 1841008 w 1929470"/>
                  <a:gd name="connsiteY2" fmla="*/ 591108 h 857632"/>
                  <a:gd name="connsiteX3" fmla="*/ 4150 w 1929470"/>
                  <a:gd name="connsiteY3" fmla="*/ 640287 h 857632"/>
                  <a:gd name="connsiteX4" fmla="*/ 774669 w 1929470"/>
                  <a:gd name="connsiteY4" fmla="*/ 0 h 857632"/>
                  <a:gd name="connsiteX0" fmla="*/ 774821 w 1929622"/>
                  <a:gd name="connsiteY0" fmla="*/ 0 h 857632"/>
                  <a:gd name="connsiteX1" fmla="*/ 1929622 w 1929622"/>
                  <a:gd name="connsiteY1" fmla="*/ 120581 h 857632"/>
                  <a:gd name="connsiteX2" fmla="*/ 1841160 w 1929622"/>
                  <a:gd name="connsiteY2" fmla="*/ 591108 h 857632"/>
                  <a:gd name="connsiteX3" fmla="*/ 4302 w 1929622"/>
                  <a:gd name="connsiteY3" fmla="*/ 640287 h 857632"/>
                  <a:gd name="connsiteX4" fmla="*/ 774821 w 1929622"/>
                  <a:gd name="connsiteY4" fmla="*/ 0 h 857632"/>
                  <a:gd name="connsiteX0" fmla="*/ 774270 w 1929071"/>
                  <a:gd name="connsiteY0" fmla="*/ 0 h 857632"/>
                  <a:gd name="connsiteX1" fmla="*/ 1929071 w 1929071"/>
                  <a:gd name="connsiteY1" fmla="*/ 120581 h 857632"/>
                  <a:gd name="connsiteX2" fmla="*/ 1840609 w 1929071"/>
                  <a:gd name="connsiteY2" fmla="*/ 591108 h 857632"/>
                  <a:gd name="connsiteX3" fmla="*/ 3751 w 1929071"/>
                  <a:gd name="connsiteY3" fmla="*/ 640287 h 857632"/>
                  <a:gd name="connsiteX4" fmla="*/ 774270 w 1929071"/>
                  <a:gd name="connsiteY4" fmla="*/ 0 h 857632"/>
                  <a:gd name="connsiteX0" fmla="*/ 774270 w 1929071"/>
                  <a:gd name="connsiteY0" fmla="*/ 0 h 857632"/>
                  <a:gd name="connsiteX1" fmla="*/ 1929071 w 1929071"/>
                  <a:gd name="connsiteY1" fmla="*/ 120581 h 857632"/>
                  <a:gd name="connsiteX2" fmla="*/ 1840609 w 1929071"/>
                  <a:gd name="connsiteY2" fmla="*/ 591108 h 857632"/>
                  <a:gd name="connsiteX3" fmla="*/ 3751 w 1929071"/>
                  <a:gd name="connsiteY3" fmla="*/ 640287 h 857632"/>
                  <a:gd name="connsiteX4" fmla="*/ 774270 w 1929071"/>
                  <a:gd name="connsiteY4" fmla="*/ 0 h 857632"/>
                  <a:gd name="connsiteX0" fmla="*/ 774270 w 1929071"/>
                  <a:gd name="connsiteY0" fmla="*/ 34576 h 892208"/>
                  <a:gd name="connsiteX1" fmla="*/ 1929071 w 1929071"/>
                  <a:gd name="connsiteY1" fmla="*/ 155157 h 892208"/>
                  <a:gd name="connsiteX2" fmla="*/ 1840609 w 1929071"/>
                  <a:gd name="connsiteY2" fmla="*/ 625684 h 892208"/>
                  <a:gd name="connsiteX3" fmla="*/ 3751 w 1929071"/>
                  <a:gd name="connsiteY3" fmla="*/ 674863 h 892208"/>
                  <a:gd name="connsiteX4" fmla="*/ 774270 w 1929071"/>
                  <a:gd name="connsiteY4" fmla="*/ 34576 h 892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9071" h="892208">
                    <a:moveTo>
                      <a:pt x="774270" y="34576"/>
                    </a:moveTo>
                    <a:cubicBezTo>
                      <a:pt x="1049828" y="-38371"/>
                      <a:pt x="1242392" y="5165"/>
                      <a:pt x="1929071" y="155157"/>
                    </a:cubicBezTo>
                    <a:lnTo>
                      <a:pt x="1840609" y="625684"/>
                    </a:lnTo>
                    <a:cubicBezTo>
                      <a:pt x="1478296" y="997416"/>
                      <a:pt x="138868" y="948292"/>
                      <a:pt x="3751" y="674863"/>
                    </a:cubicBezTo>
                    <a:cubicBezTo>
                      <a:pt x="-46717" y="559551"/>
                      <a:pt x="422742" y="238614"/>
                      <a:pt x="774270" y="34576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0418B1E-E3CF-43FE-93E5-4AAB785599D3}"/>
                  </a:ext>
                </a:extLst>
              </p:cNvPr>
              <p:cNvGrpSpPr/>
              <p:nvPr/>
            </p:nvGrpSpPr>
            <p:grpSpPr>
              <a:xfrm>
                <a:off x="2868861" y="1051855"/>
                <a:ext cx="721226" cy="938134"/>
                <a:chOff x="2868861" y="1051855"/>
                <a:chExt cx="721226" cy="938134"/>
              </a:xfrm>
              <a:grpFill/>
            </p:grpSpPr>
            <p:sp>
              <p:nvSpPr>
                <p:cNvPr id="78" name="Rectangle 6">
                  <a:extLst>
                    <a:ext uri="{FF2B5EF4-FFF2-40B4-BE49-F238E27FC236}">
                      <a16:creationId xmlns:a16="http://schemas.microsoft.com/office/drawing/2014/main" id="{852C0D0D-823B-43C1-842D-9095A281D903}"/>
                    </a:ext>
                  </a:extLst>
                </p:cNvPr>
                <p:cNvSpPr/>
                <p:nvPr/>
              </p:nvSpPr>
              <p:spPr>
                <a:xfrm rot="19268157">
                  <a:off x="2904079" y="1494938"/>
                  <a:ext cx="686008" cy="495051"/>
                </a:xfrm>
                <a:custGeom>
                  <a:avLst/>
                  <a:gdLst>
                    <a:gd name="connsiteX0" fmla="*/ 0 w 403367"/>
                    <a:gd name="connsiteY0" fmla="*/ 0 h 205954"/>
                    <a:gd name="connsiteX1" fmla="*/ 403367 w 403367"/>
                    <a:gd name="connsiteY1" fmla="*/ 0 h 205954"/>
                    <a:gd name="connsiteX2" fmla="*/ 403367 w 403367"/>
                    <a:gd name="connsiteY2" fmla="*/ 205954 h 205954"/>
                    <a:gd name="connsiteX3" fmla="*/ 0 w 403367"/>
                    <a:gd name="connsiteY3" fmla="*/ 205954 h 205954"/>
                    <a:gd name="connsiteX4" fmla="*/ 0 w 403367"/>
                    <a:gd name="connsiteY4" fmla="*/ 0 h 205954"/>
                    <a:gd name="connsiteX0" fmla="*/ 0 w 403367"/>
                    <a:gd name="connsiteY0" fmla="*/ 283657 h 489611"/>
                    <a:gd name="connsiteX1" fmla="*/ 395453 w 403367"/>
                    <a:gd name="connsiteY1" fmla="*/ 0 h 489611"/>
                    <a:gd name="connsiteX2" fmla="*/ 403367 w 403367"/>
                    <a:gd name="connsiteY2" fmla="*/ 489611 h 489611"/>
                    <a:gd name="connsiteX3" fmla="*/ 0 w 403367"/>
                    <a:gd name="connsiteY3" fmla="*/ 489611 h 489611"/>
                    <a:gd name="connsiteX4" fmla="*/ 0 w 403367"/>
                    <a:gd name="connsiteY4" fmla="*/ 283657 h 489611"/>
                    <a:gd name="connsiteX0" fmla="*/ 0 w 601250"/>
                    <a:gd name="connsiteY0" fmla="*/ 283657 h 489611"/>
                    <a:gd name="connsiteX1" fmla="*/ 395453 w 601250"/>
                    <a:gd name="connsiteY1" fmla="*/ 0 h 489611"/>
                    <a:gd name="connsiteX2" fmla="*/ 601250 w 601250"/>
                    <a:gd name="connsiteY2" fmla="*/ 61898 h 489611"/>
                    <a:gd name="connsiteX3" fmla="*/ 0 w 601250"/>
                    <a:gd name="connsiteY3" fmla="*/ 489611 h 489611"/>
                    <a:gd name="connsiteX4" fmla="*/ 0 w 601250"/>
                    <a:gd name="connsiteY4" fmla="*/ 283657 h 489611"/>
                    <a:gd name="connsiteX0" fmla="*/ 0 w 651260"/>
                    <a:gd name="connsiteY0" fmla="*/ 283657 h 504146"/>
                    <a:gd name="connsiteX1" fmla="*/ 395453 w 651260"/>
                    <a:gd name="connsiteY1" fmla="*/ 0 h 504146"/>
                    <a:gd name="connsiteX2" fmla="*/ 601250 w 651260"/>
                    <a:gd name="connsiteY2" fmla="*/ 61898 h 504146"/>
                    <a:gd name="connsiteX3" fmla="*/ 0 w 651260"/>
                    <a:gd name="connsiteY3" fmla="*/ 489611 h 504146"/>
                    <a:gd name="connsiteX4" fmla="*/ 0 w 651260"/>
                    <a:gd name="connsiteY4" fmla="*/ 283657 h 504146"/>
                    <a:gd name="connsiteX0" fmla="*/ 0 w 614256"/>
                    <a:gd name="connsiteY0" fmla="*/ 283657 h 489611"/>
                    <a:gd name="connsiteX1" fmla="*/ 395453 w 614256"/>
                    <a:gd name="connsiteY1" fmla="*/ 0 h 489611"/>
                    <a:gd name="connsiteX2" fmla="*/ 561695 w 614256"/>
                    <a:gd name="connsiteY2" fmla="*/ 30022 h 489611"/>
                    <a:gd name="connsiteX3" fmla="*/ 0 w 614256"/>
                    <a:gd name="connsiteY3" fmla="*/ 489611 h 489611"/>
                    <a:gd name="connsiteX4" fmla="*/ 0 w 614256"/>
                    <a:gd name="connsiteY4" fmla="*/ 283657 h 489611"/>
                    <a:gd name="connsiteX0" fmla="*/ 0 w 664919"/>
                    <a:gd name="connsiteY0" fmla="*/ 283657 h 489611"/>
                    <a:gd name="connsiteX1" fmla="*/ 395453 w 664919"/>
                    <a:gd name="connsiteY1" fmla="*/ 0 h 489611"/>
                    <a:gd name="connsiteX2" fmla="*/ 561695 w 664919"/>
                    <a:gd name="connsiteY2" fmla="*/ 30022 h 489611"/>
                    <a:gd name="connsiteX3" fmla="*/ 0 w 664919"/>
                    <a:gd name="connsiteY3" fmla="*/ 489611 h 489611"/>
                    <a:gd name="connsiteX4" fmla="*/ 0 w 664919"/>
                    <a:gd name="connsiteY4" fmla="*/ 283657 h 489611"/>
                    <a:gd name="connsiteX0" fmla="*/ 0 w 656080"/>
                    <a:gd name="connsiteY0" fmla="*/ 283657 h 512724"/>
                    <a:gd name="connsiteX1" fmla="*/ 395453 w 656080"/>
                    <a:gd name="connsiteY1" fmla="*/ 0 h 512724"/>
                    <a:gd name="connsiteX2" fmla="*/ 561695 w 656080"/>
                    <a:gd name="connsiteY2" fmla="*/ 30022 h 512724"/>
                    <a:gd name="connsiteX3" fmla="*/ 0 w 656080"/>
                    <a:gd name="connsiteY3" fmla="*/ 489611 h 512724"/>
                    <a:gd name="connsiteX4" fmla="*/ 0 w 656080"/>
                    <a:gd name="connsiteY4" fmla="*/ 283657 h 512724"/>
                    <a:gd name="connsiteX0" fmla="*/ 0 w 668482"/>
                    <a:gd name="connsiteY0" fmla="*/ 283657 h 506070"/>
                    <a:gd name="connsiteX1" fmla="*/ 395453 w 668482"/>
                    <a:gd name="connsiteY1" fmla="*/ 0 h 506070"/>
                    <a:gd name="connsiteX2" fmla="*/ 561695 w 668482"/>
                    <a:gd name="connsiteY2" fmla="*/ 30022 h 506070"/>
                    <a:gd name="connsiteX3" fmla="*/ 0 w 668482"/>
                    <a:gd name="connsiteY3" fmla="*/ 489611 h 506070"/>
                    <a:gd name="connsiteX4" fmla="*/ 0 w 668482"/>
                    <a:gd name="connsiteY4" fmla="*/ 283657 h 506070"/>
                    <a:gd name="connsiteX0" fmla="*/ 0 w 622780"/>
                    <a:gd name="connsiteY0" fmla="*/ 283657 h 503130"/>
                    <a:gd name="connsiteX1" fmla="*/ 395453 w 622780"/>
                    <a:gd name="connsiteY1" fmla="*/ 0 h 503130"/>
                    <a:gd name="connsiteX2" fmla="*/ 511145 w 622780"/>
                    <a:gd name="connsiteY2" fmla="*/ 21908 h 503130"/>
                    <a:gd name="connsiteX3" fmla="*/ 0 w 622780"/>
                    <a:gd name="connsiteY3" fmla="*/ 489611 h 503130"/>
                    <a:gd name="connsiteX4" fmla="*/ 0 w 622780"/>
                    <a:gd name="connsiteY4" fmla="*/ 283657 h 503130"/>
                    <a:gd name="connsiteX0" fmla="*/ 0 w 671960"/>
                    <a:gd name="connsiteY0" fmla="*/ 283657 h 501829"/>
                    <a:gd name="connsiteX1" fmla="*/ 395453 w 671960"/>
                    <a:gd name="connsiteY1" fmla="*/ 0 h 501829"/>
                    <a:gd name="connsiteX2" fmla="*/ 511145 w 671960"/>
                    <a:gd name="connsiteY2" fmla="*/ 21908 h 501829"/>
                    <a:gd name="connsiteX3" fmla="*/ 0 w 671960"/>
                    <a:gd name="connsiteY3" fmla="*/ 489611 h 501829"/>
                    <a:gd name="connsiteX4" fmla="*/ 0 w 671960"/>
                    <a:gd name="connsiteY4" fmla="*/ 283657 h 501829"/>
                    <a:gd name="connsiteX0" fmla="*/ 0 w 688536"/>
                    <a:gd name="connsiteY0" fmla="*/ 283657 h 504326"/>
                    <a:gd name="connsiteX1" fmla="*/ 395453 w 688536"/>
                    <a:gd name="connsiteY1" fmla="*/ 0 h 504326"/>
                    <a:gd name="connsiteX2" fmla="*/ 529963 w 688536"/>
                    <a:gd name="connsiteY2" fmla="*/ 28918 h 504326"/>
                    <a:gd name="connsiteX3" fmla="*/ 0 w 688536"/>
                    <a:gd name="connsiteY3" fmla="*/ 489611 h 504326"/>
                    <a:gd name="connsiteX4" fmla="*/ 0 w 688536"/>
                    <a:gd name="connsiteY4" fmla="*/ 283657 h 504326"/>
                    <a:gd name="connsiteX0" fmla="*/ 0 w 660616"/>
                    <a:gd name="connsiteY0" fmla="*/ 283657 h 495051"/>
                    <a:gd name="connsiteX1" fmla="*/ 395453 w 660616"/>
                    <a:gd name="connsiteY1" fmla="*/ 0 h 495051"/>
                    <a:gd name="connsiteX2" fmla="*/ 529963 w 660616"/>
                    <a:gd name="connsiteY2" fmla="*/ 28918 h 495051"/>
                    <a:gd name="connsiteX3" fmla="*/ 0 w 660616"/>
                    <a:gd name="connsiteY3" fmla="*/ 489611 h 495051"/>
                    <a:gd name="connsiteX4" fmla="*/ 0 w 660616"/>
                    <a:gd name="connsiteY4" fmla="*/ 28365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6008" h="495051">
                      <a:moveTo>
                        <a:pt x="0" y="173487"/>
                      </a:moveTo>
                      <a:cubicBezTo>
                        <a:pt x="635440" y="310807"/>
                        <a:pt x="309414" y="32147"/>
                        <a:pt x="420845" y="0"/>
                      </a:cubicBezTo>
                      <a:lnTo>
                        <a:pt x="555355" y="28918"/>
                      </a:lnTo>
                      <a:cubicBezTo>
                        <a:pt x="1014599" y="678620"/>
                        <a:pt x="123318" y="443862"/>
                        <a:pt x="25392" y="489611"/>
                      </a:cubicBezTo>
                      <a:lnTo>
                        <a:pt x="0" y="173487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Rectangle 7">
                  <a:extLst>
                    <a:ext uri="{FF2B5EF4-FFF2-40B4-BE49-F238E27FC236}">
                      <a16:creationId xmlns:a16="http://schemas.microsoft.com/office/drawing/2014/main" id="{56934434-BAD9-42F6-B936-A580E51E56DC}"/>
                    </a:ext>
                  </a:extLst>
                </p:cNvPr>
                <p:cNvSpPr/>
                <p:nvPr/>
              </p:nvSpPr>
              <p:spPr>
                <a:xfrm>
                  <a:off x="2868861" y="1051855"/>
                  <a:ext cx="617364" cy="500681"/>
                </a:xfrm>
                <a:custGeom>
                  <a:avLst/>
                  <a:gdLst>
                    <a:gd name="connsiteX0" fmla="*/ 0 w 176147"/>
                    <a:gd name="connsiteY0" fmla="*/ 0 h 167499"/>
                    <a:gd name="connsiteX1" fmla="*/ 176147 w 176147"/>
                    <a:gd name="connsiteY1" fmla="*/ 0 h 167499"/>
                    <a:gd name="connsiteX2" fmla="*/ 176147 w 176147"/>
                    <a:gd name="connsiteY2" fmla="*/ 167499 h 167499"/>
                    <a:gd name="connsiteX3" fmla="*/ 0 w 176147"/>
                    <a:gd name="connsiteY3" fmla="*/ 167499 h 167499"/>
                    <a:gd name="connsiteX4" fmla="*/ 0 w 176147"/>
                    <a:gd name="connsiteY4" fmla="*/ 0 h 167499"/>
                    <a:gd name="connsiteX0" fmla="*/ 0 w 176147"/>
                    <a:gd name="connsiteY0" fmla="*/ 0 h 186549"/>
                    <a:gd name="connsiteX1" fmla="*/ 176147 w 176147"/>
                    <a:gd name="connsiteY1" fmla="*/ 0 h 186549"/>
                    <a:gd name="connsiteX2" fmla="*/ 176147 w 176147"/>
                    <a:gd name="connsiteY2" fmla="*/ 167499 h 186549"/>
                    <a:gd name="connsiteX3" fmla="*/ 0 w 176147"/>
                    <a:gd name="connsiteY3" fmla="*/ 186549 h 186549"/>
                    <a:gd name="connsiteX4" fmla="*/ 0 w 176147"/>
                    <a:gd name="connsiteY4" fmla="*/ 0 h 186549"/>
                    <a:gd name="connsiteX0" fmla="*/ 0 w 402366"/>
                    <a:gd name="connsiteY0" fmla="*/ 159544 h 186549"/>
                    <a:gd name="connsiteX1" fmla="*/ 402366 w 402366"/>
                    <a:gd name="connsiteY1" fmla="*/ 0 h 186549"/>
                    <a:gd name="connsiteX2" fmla="*/ 402366 w 402366"/>
                    <a:gd name="connsiteY2" fmla="*/ 167499 h 186549"/>
                    <a:gd name="connsiteX3" fmla="*/ 226219 w 402366"/>
                    <a:gd name="connsiteY3" fmla="*/ 186549 h 186549"/>
                    <a:gd name="connsiteX4" fmla="*/ 0 w 402366"/>
                    <a:gd name="connsiteY4" fmla="*/ 159544 h 186549"/>
                    <a:gd name="connsiteX0" fmla="*/ 50931 w 453297"/>
                    <a:gd name="connsiteY0" fmla="*/ 234139 h 261144"/>
                    <a:gd name="connsiteX1" fmla="*/ 14419 w 453297"/>
                    <a:gd name="connsiteY1" fmla="*/ 0 h 261144"/>
                    <a:gd name="connsiteX2" fmla="*/ 453297 w 453297"/>
                    <a:gd name="connsiteY2" fmla="*/ 74595 h 261144"/>
                    <a:gd name="connsiteX3" fmla="*/ 453297 w 453297"/>
                    <a:gd name="connsiteY3" fmla="*/ 242094 h 261144"/>
                    <a:gd name="connsiteX4" fmla="*/ 277150 w 453297"/>
                    <a:gd name="connsiteY4" fmla="*/ 261144 h 261144"/>
                    <a:gd name="connsiteX5" fmla="*/ 50931 w 453297"/>
                    <a:gd name="connsiteY5" fmla="*/ 234139 h 261144"/>
                    <a:gd name="connsiteX0" fmla="*/ 50931 w 453297"/>
                    <a:gd name="connsiteY0" fmla="*/ 463255 h 490260"/>
                    <a:gd name="connsiteX1" fmla="*/ 14419 w 453297"/>
                    <a:gd name="connsiteY1" fmla="*/ 229116 h 490260"/>
                    <a:gd name="connsiteX2" fmla="*/ 185870 w 453297"/>
                    <a:gd name="connsiteY2" fmla="*/ 516 h 490260"/>
                    <a:gd name="connsiteX3" fmla="*/ 453297 w 453297"/>
                    <a:gd name="connsiteY3" fmla="*/ 303711 h 490260"/>
                    <a:gd name="connsiteX4" fmla="*/ 453297 w 453297"/>
                    <a:gd name="connsiteY4" fmla="*/ 471210 h 490260"/>
                    <a:gd name="connsiteX5" fmla="*/ 277150 w 453297"/>
                    <a:gd name="connsiteY5" fmla="*/ 490260 h 490260"/>
                    <a:gd name="connsiteX6" fmla="*/ 50931 w 453297"/>
                    <a:gd name="connsiteY6" fmla="*/ 463255 h 490260"/>
                    <a:gd name="connsiteX0" fmla="*/ 50931 w 476382"/>
                    <a:gd name="connsiteY0" fmla="*/ 463633 h 490638"/>
                    <a:gd name="connsiteX1" fmla="*/ 14419 w 476382"/>
                    <a:gd name="connsiteY1" fmla="*/ 229494 h 490638"/>
                    <a:gd name="connsiteX2" fmla="*/ 185870 w 476382"/>
                    <a:gd name="connsiteY2" fmla="*/ 894 h 490638"/>
                    <a:gd name="connsiteX3" fmla="*/ 476382 w 476382"/>
                    <a:gd name="connsiteY3" fmla="*/ 19944 h 490638"/>
                    <a:gd name="connsiteX4" fmla="*/ 453297 w 476382"/>
                    <a:gd name="connsiteY4" fmla="*/ 304089 h 490638"/>
                    <a:gd name="connsiteX5" fmla="*/ 453297 w 476382"/>
                    <a:gd name="connsiteY5" fmla="*/ 471588 h 490638"/>
                    <a:gd name="connsiteX6" fmla="*/ 277150 w 476382"/>
                    <a:gd name="connsiteY6" fmla="*/ 490638 h 490638"/>
                    <a:gd name="connsiteX7" fmla="*/ 50931 w 476382"/>
                    <a:gd name="connsiteY7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53297 w 621782"/>
                    <a:gd name="connsiteY5" fmla="*/ 30408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12266"/>
                    <a:gd name="connsiteY0" fmla="*/ 463633 h 490638"/>
                    <a:gd name="connsiteX1" fmla="*/ 14419 w 612266"/>
                    <a:gd name="connsiteY1" fmla="*/ 229494 h 490638"/>
                    <a:gd name="connsiteX2" fmla="*/ 185870 w 612266"/>
                    <a:gd name="connsiteY2" fmla="*/ 894 h 490638"/>
                    <a:gd name="connsiteX3" fmla="*/ 476382 w 612266"/>
                    <a:gd name="connsiteY3" fmla="*/ 19944 h 490638"/>
                    <a:gd name="connsiteX4" fmla="*/ 612113 w 612266"/>
                    <a:gd name="connsiteY4" fmla="*/ 200919 h 490638"/>
                    <a:gd name="connsiteX5" fmla="*/ 474729 w 612266"/>
                    <a:gd name="connsiteY5" fmla="*/ 437439 h 490638"/>
                    <a:gd name="connsiteX6" fmla="*/ 450916 w 612266"/>
                    <a:gd name="connsiteY6" fmla="*/ 483494 h 490638"/>
                    <a:gd name="connsiteX7" fmla="*/ 277150 w 612266"/>
                    <a:gd name="connsiteY7" fmla="*/ 490638 h 490638"/>
                    <a:gd name="connsiteX8" fmla="*/ 50931 w 612266"/>
                    <a:gd name="connsiteY8" fmla="*/ 463633 h 490638"/>
                    <a:gd name="connsiteX0" fmla="*/ 50931 w 612187"/>
                    <a:gd name="connsiteY0" fmla="*/ 463633 h 490638"/>
                    <a:gd name="connsiteX1" fmla="*/ 14419 w 612187"/>
                    <a:gd name="connsiteY1" fmla="*/ 229494 h 490638"/>
                    <a:gd name="connsiteX2" fmla="*/ 185870 w 612187"/>
                    <a:gd name="connsiteY2" fmla="*/ 894 h 490638"/>
                    <a:gd name="connsiteX3" fmla="*/ 476382 w 612187"/>
                    <a:gd name="connsiteY3" fmla="*/ 19944 h 490638"/>
                    <a:gd name="connsiteX4" fmla="*/ 612113 w 612187"/>
                    <a:gd name="connsiteY4" fmla="*/ 200919 h 490638"/>
                    <a:gd name="connsiteX5" fmla="*/ 474729 w 612187"/>
                    <a:gd name="connsiteY5" fmla="*/ 437439 h 490638"/>
                    <a:gd name="connsiteX6" fmla="*/ 450916 w 612187"/>
                    <a:gd name="connsiteY6" fmla="*/ 483494 h 490638"/>
                    <a:gd name="connsiteX7" fmla="*/ 277150 w 612187"/>
                    <a:gd name="connsiteY7" fmla="*/ 490638 h 490638"/>
                    <a:gd name="connsiteX8" fmla="*/ 50931 w 612187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612113 w 612113"/>
                    <a:gd name="connsiteY4" fmla="*/ 200919 h 490638"/>
                    <a:gd name="connsiteX5" fmla="*/ 474729 w 612113"/>
                    <a:gd name="connsiteY5" fmla="*/ 437439 h 490638"/>
                    <a:gd name="connsiteX6" fmla="*/ 450916 w 612113"/>
                    <a:gd name="connsiteY6" fmla="*/ 483494 h 490638"/>
                    <a:gd name="connsiteX7" fmla="*/ 277150 w 612113"/>
                    <a:gd name="connsiteY7" fmla="*/ 490638 h 490638"/>
                    <a:gd name="connsiteX8" fmla="*/ 50931 w 612113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62094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6225 h 493230"/>
                    <a:gd name="connsiteX1" fmla="*/ 14419 w 612113"/>
                    <a:gd name="connsiteY1" fmla="*/ 232086 h 493230"/>
                    <a:gd name="connsiteX2" fmla="*/ 185870 w 612113"/>
                    <a:gd name="connsiteY2" fmla="*/ 3486 h 493230"/>
                    <a:gd name="connsiteX3" fmla="*/ 288264 w 612113"/>
                    <a:gd name="connsiteY3" fmla="*/ 210655 h 493230"/>
                    <a:gd name="connsiteX4" fmla="*/ 462094 w 612113"/>
                    <a:gd name="connsiteY4" fmla="*/ 22536 h 493230"/>
                    <a:gd name="connsiteX5" fmla="*/ 428757 w 612113"/>
                    <a:gd name="connsiteY5" fmla="*/ 243993 h 493230"/>
                    <a:gd name="connsiteX6" fmla="*/ 612113 w 612113"/>
                    <a:gd name="connsiteY6" fmla="*/ 203511 h 493230"/>
                    <a:gd name="connsiteX7" fmla="*/ 474729 w 612113"/>
                    <a:gd name="connsiteY7" fmla="*/ 440031 h 493230"/>
                    <a:gd name="connsiteX8" fmla="*/ 450916 w 612113"/>
                    <a:gd name="connsiteY8" fmla="*/ 486086 h 493230"/>
                    <a:gd name="connsiteX9" fmla="*/ 277150 w 612113"/>
                    <a:gd name="connsiteY9" fmla="*/ 493230 h 493230"/>
                    <a:gd name="connsiteX10" fmla="*/ 50931 w 612113"/>
                    <a:gd name="connsiteY10" fmla="*/ 466225 h 493230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49297 w 610479"/>
                    <a:gd name="connsiteY0" fmla="*/ 466532 h 493537"/>
                    <a:gd name="connsiteX1" fmla="*/ 12785 w 610479"/>
                    <a:gd name="connsiteY1" fmla="*/ 232393 h 493537"/>
                    <a:gd name="connsiteX2" fmla="*/ 186617 w 610479"/>
                    <a:gd name="connsiteY2" fmla="*/ 308594 h 493537"/>
                    <a:gd name="connsiteX3" fmla="*/ 184236 w 610479"/>
                    <a:gd name="connsiteY3" fmla="*/ 3793 h 493537"/>
                    <a:gd name="connsiteX4" fmla="*/ 286630 w 610479"/>
                    <a:gd name="connsiteY4" fmla="*/ 210962 h 493537"/>
                    <a:gd name="connsiteX5" fmla="*/ 460460 w 610479"/>
                    <a:gd name="connsiteY5" fmla="*/ 22843 h 493537"/>
                    <a:gd name="connsiteX6" fmla="*/ 427123 w 610479"/>
                    <a:gd name="connsiteY6" fmla="*/ 244300 h 493537"/>
                    <a:gd name="connsiteX7" fmla="*/ 610479 w 610479"/>
                    <a:gd name="connsiteY7" fmla="*/ 203818 h 493537"/>
                    <a:gd name="connsiteX8" fmla="*/ 473095 w 610479"/>
                    <a:gd name="connsiteY8" fmla="*/ 440338 h 493537"/>
                    <a:gd name="connsiteX9" fmla="*/ 449282 w 610479"/>
                    <a:gd name="connsiteY9" fmla="*/ 486393 h 493537"/>
                    <a:gd name="connsiteX10" fmla="*/ 275516 w 610479"/>
                    <a:gd name="connsiteY10" fmla="*/ 493537 h 493537"/>
                    <a:gd name="connsiteX11" fmla="*/ 49297 w 610479"/>
                    <a:gd name="connsiteY11" fmla="*/ 466532 h 493537"/>
                    <a:gd name="connsiteX0" fmla="*/ 39744 w 600926"/>
                    <a:gd name="connsiteY0" fmla="*/ 466532 h 493537"/>
                    <a:gd name="connsiteX1" fmla="*/ 86577 w 600926"/>
                    <a:gd name="connsiteY1" fmla="*/ 391938 h 493537"/>
                    <a:gd name="connsiteX2" fmla="*/ 3232 w 600926"/>
                    <a:gd name="connsiteY2" fmla="*/ 232393 h 493537"/>
                    <a:gd name="connsiteX3" fmla="*/ 177064 w 600926"/>
                    <a:gd name="connsiteY3" fmla="*/ 308594 h 493537"/>
                    <a:gd name="connsiteX4" fmla="*/ 174683 w 600926"/>
                    <a:gd name="connsiteY4" fmla="*/ 3793 h 493537"/>
                    <a:gd name="connsiteX5" fmla="*/ 277077 w 600926"/>
                    <a:gd name="connsiteY5" fmla="*/ 210962 h 493537"/>
                    <a:gd name="connsiteX6" fmla="*/ 450907 w 600926"/>
                    <a:gd name="connsiteY6" fmla="*/ 22843 h 493537"/>
                    <a:gd name="connsiteX7" fmla="*/ 417570 w 600926"/>
                    <a:gd name="connsiteY7" fmla="*/ 244300 h 493537"/>
                    <a:gd name="connsiteX8" fmla="*/ 600926 w 600926"/>
                    <a:gd name="connsiteY8" fmla="*/ 203818 h 493537"/>
                    <a:gd name="connsiteX9" fmla="*/ 463542 w 600926"/>
                    <a:gd name="connsiteY9" fmla="*/ 440338 h 493537"/>
                    <a:gd name="connsiteX10" fmla="*/ 439729 w 600926"/>
                    <a:gd name="connsiteY10" fmla="*/ 486393 h 493537"/>
                    <a:gd name="connsiteX11" fmla="*/ 265963 w 600926"/>
                    <a:gd name="connsiteY11" fmla="*/ 493537 h 493537"/>
                    <a:gd name="connsiteX12" fmla="*/ 39744 w 600926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500681"/>
                    <a:gd name="connsiteX1" fmla="*/ 103015 w 617364"/>
                    <a:gd name="connsiteY1" fmla="*/ 391938 h 500681"/>
                    <a:gd name="connsiteX2" fmla="*/ 19670 w 617364"/>
                    <a:gd name="connsiteY2" fmla="*/ 232393 h 500681"/>
                    <a:gd name="connsiteX3" fmla="*/ 193502 w 617364"/>
                    <a:gd name="connsiteY3" fmla="*/ 308594 h 500681"/>
                    <a:gd name="connsiteX4" fmla="*/ 191121 w 617364"/>
                    <a:gd name="connsiteY4" fmla="*/ 3793 h 500681"/>
                    <a:gd name="connsiteX5" fmla="*/ 293515 w 617364"/>
                    <a:gd name="connsiteY5" fmla="*/ 210962 h 500681"/>
                    <a:gd name="connsiteX6" fmla="*/ 467345 w 617364"/>
                    <a:gd name="connsiteY6" fmla="*/ 22843 h 500681"/>
                    <a:gd name="connsiteX7" fmla="*/ 434008 w 617364"/>
                    <a:gd name="connsiteY7" fmla="*/ 244300 h 500681"/>
                    <a:gd name="connsiteX8" fmla="*/ 617364 w 617364"/>
                    <a:gd name="connsiteY8" fmla="*/ 203818 h 500681"/>
                    <a:gd name="connsiteX9" fmla="*/ 479980 w 617364"/>
                    <a:gd name="connsiteY9" fmla="*/ 440338 h 500681"/>
                    <a:gd name="connsiteX10" fmla="*/ 456167 w 617364"/>
                    <a:gd name="connsiteY10" fmla="*/ 486393 h 500681"/>
                    <a:gd name="connsiteX11" fmla="*/ 306213 w 617364"/>
                    <a:gd name="connsiteY11" fmla="*/ 500681 h 500681"/>
                    <a:gd name="connsiteX12" fmla="*/ 56182 w 617364"/>
                    <a:gd name="connsiteY12" fmla="*/ 466532 h 500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7364" h="500681">
                      <a:moveTo>
                        <a:pt x="56182" y="466532"/>
                      </a:moveTo>
                      <a:cubicBezTo>
                        <a:pt x="40573" y="417453"/>
                        <a:pt x="109100" y="430961"/>
                        <a:pt x="103015" y="391938"/>
                      </a:cubicBezTo>
                      <a:cubicBezTo>
                        <a:pt x="96930" y="352915"/>
                        <a:pt x="-52561" y="307006"/>
                        <a:pt x="19670" y="232393"/>
                      </a:cubicBezTo>
                      <a:cubicBezTo>
                        <a:pt x="88198" y="145745"/>
                        <a:pt x="164927" y="346694"/>
                        <a:pt x="193502" y="308594"/>
                      </a:cubicBezTo>
                      <a:cubicBezTo>
                        <a:pt x="224458" y="263350"/>
                        <a:pt x="53405" y="52610"/>
                        <a:pt x="191121" y="3793"/>
                      </a:cubicBezTo>
                      <a:cubicBezTo>
                        <a:pt x="265337" y="16493"/>
                        <a:pt x="247478" y="207787"/>
                        <a:pt x="293515" y="210962"/>
                      </a:cubicBezTo>
                      <a:cubicBezTo>
                        <a:pt x="339552" y="214137"/>
                        <a:pt x="327249" y="-83122"/>
                        <a:pt x="467345" y="22843"/>
                      </a:cubicBezTo>
                      <a:cubicBezTo>
                        <a:pt x="509017" y="58165"/>
                        <a:pt x="411386" y="214138"/>
                        <a:pt x="434008" y="244300"/>
                      </a:cubicBezTo>
                      <a:cubicBezTo>
                        <a:pt x="456630" y="274462"/>
                        <a:pt x="582318" y="30652"/>
                        <a:pt x="617364" y="203818"/>
                      </a:cubicBezTo>
                      <a:cubicBezTo>
                        <a:pt x="566807" y="282658"/>
                        <a:pt x="459100" y="290061"/>
                        <a:pt x="479980" y="440338"/>
                      </a:cubicBezTo>
                      <a:lnTo>
                        <a:pt x="456167" y="486393"/>
                      </a:lnTo>
                      <a:lnTo>
                        <a:pt x="306213" y="500681"/>
                      </a:lnTo>
                      <a:cubicBezTo>
                        <a:pt x="271288" y="436910"/>
                        <a:pt x="57769" y="511253"/>
                        <a:pt x="56182" y="46653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50D24D96-12FC-40FF-B370-CEB3B49AD48F}"/>
                  </a:ext>
                </a:extLst>
              </p:cNvPr>
              <p:cNvGrpSpPr/>
              <p:nvPr/>
            </p:nvGrpSpPr>
            <p:grpSpPr>
              <a:xfrm rot="13904991" flipH="1">
                <a:off x="2493845" y="2474377"/>
                <a:ext cx="1031542" cy="1158889"/>
                <a:chOff x="2461066" y="1022834"/>
                <a:chExt cx="1031542" cy="1158889"/>
              </a:xfrm>
              <a:grpFill/>
            </p:grpSpPr>
            <p:sp>
              <p:nvSpPr>
                <p:cNvPr id="76" name="Rectangle 6">
                  <a:extLst>
                    <a:ext uri="{FF2B5EF4-FFF2-40B4-BE49-F238E27FC236}">
                      <a16:creationId xmlns:a16="http://schemas.microsoft.com/office/drawing/2014/main" id="{051B9FA7-7E4F-42CA-B21D-4239CC3CAF37}"/>
                    </a:ext>
                  </a:extLst>
                </p:cNvPr>
                <p:cNvSpPr/>
                <p:nvPr/>
              </p:nvSpPr>
              <p:spPr>
                <a:xfrm rot="19268157">
                  <a:off x="2461066" y="1554547"/>
                  <a:ext cx="956580" cy="627176"/>
                </a:xfrm>
                <a:custGeom>
                  <a:avLst/>
                  <a:gdLst>
                    <a:gd name="connsiteX0" fmla="*/ 0 w 403367"/>
                    <a:gd name="connsiteY0" fmla="*/ 0 h 205954"/>
                    <a:gd name="connsiteX1" fmla="*/ 403367 w 403367"/>
                    <a:gd name="connsiteY1" fmla="*/ 0 h 205954"/>
                    <a:gd name="connsiteX2" fmla="*/ 403367 w 403367"/>
                    <a:gd name="connsiteY2" fmla="*/ 205954 h 205954"/>
                    <a:gd name="connsiteX3" fmla="*/ 0 w 403367"/>
                    <a:gd name="connsiteY3" fmla="*/ 205954 h 205954"/>
                    <a:gd name="connsiteX4" fmla="*/ 0 w 403367"/>
                    <a:gd name="connsiteY4" fmla="*/ 0 h 205954"/>
                    <a:gd name="connsiteX0" fmla="*/ 0 w 403367"/>
                    <a:gd name="connsiteY0" fmla="*/ 283657 h 489611"/>
                    <a:gd name="connsiteX1" fmla="*/ 395453 w 403367"/>
                    <a:gd name="connsiteY1" fmla="*/ 0 h 489611"/>
                    <a:gd name="connsiteX2" fmla="*/ 403367 w 403367"/>
                    <a:gd name="connsiteY2" fmla="*/ 489611 h 489611"/>
                    <a:gd name="connsiteX3" fmla="*/ 0 w 403367"/>
                    <a:gd name="connsiteY3" fmla="*/ 489611 h 489611"/>
                    <a:gd name="connsiteX4" fmla="*/ 0 w 403367"/>
                    <a:gd name="connsiteY4" fmla="*/ 283657 h 489611"/>
                    <a:gd name="connsiteX0" fmla="*/ 0 w 601250"/>
                    <a:gd name="connsiteY0" fmla="*/ 283657 h 489611"/>
                    <a:gd name="connsiteX1" fmla="*/ 395453 w 601250"/>
                    <a:gd name="connsiteY1" fmla="*/ 0 h 489611"/>
                    <a:gd name="connsiteX2" fmla="*/ 601250 w 601250"/>
                    <a:gd name="connsiteY2" fmla="*/ 61898 h 489611"/>
                    <a:gd name="connsiteX3" fmla="*/ 0 w 601250"/>
                    <a:gd name="connsiteY3" fmla="*/ 489611 h 489611"/>
                    <a:gd name="connsiteX4" fmla="*/ 0 w 601250"/>
                    <a:gd name="connsiteY4" fmla="*/ 283657 h 489611"/>
                    <a:gd name="connsiteX0" fmla="*/ 0 w 651260"/>
                    <a:gd name="connsiteY0" fmla="*/ 283657 h 504146"/>
                    <a:gd name="connsiteX1" fmla="*/ 395453 w 651260"/>
                    <a:gd name="connsiteY1" fmla="*/ 0 h 504146"/>
                    <a:gd name="connsiteX2" fmla="*/ 601250 w 651260"/>
                    <a:gd name="connsiteY2" fmla="*/ 61898 h 504146"/>
                    <a:gd name="connsiteX3" fmla="*/ 0 w 651260"/>
                    <a:gd name="connsiteY3" fmla="*/ 489611 h 504146"/>
                    <a:gd name="connsiteX4" fmla="*/ 0 w 651260"/>
                    <a:gd name="connsiteY4" fmla="*/ 283657 h 504146"/>
                    <a:gd name="connsiteX0" fmla="*/ 0 w 614256"/>
                    <a:gd name="connsiteY0" fmla="*/ 283657 h 489611"/>
                    <a:gd name="connsiteX1" fmla="*/ 395453 w 614256"/>
                    <a:gd name="connsiteY1" fmla="*/ 0 h 489611"/>
                    <a:gd name="connsiteX2" fmla="*/ 561695 w 614256"/>
                    <a:gd name="connsiteY2" fmla="*/ 30022 h 489611"/>
                    <a:gd name="connsiteX3" fmla="*/ 0 w 614256"/>
                    <a:gd name="connsiteY3" fmla="*/ 489611 h 489611"/>
                    <a:gd name="connsiteX4" fmla="*/ 0 w 614256"/>
                    <a:gd name="connsiteY4" fmla="*/ 283657 h 489611"/>
                    <a:gd name="connsiteX0" fmla="*/ 0 w 664919"/>
                    <a:gd name="connsiteY0" fmla="*/ 283657 h 489611"/>
                    <a:gd name="connsiteX1" fmla="*/ 395453 w 664919"/>
                    <a:gd name="connsiteY1" fmla="*/ 0 h 489611"/>
                    <a:gd name="connsiteX2" fmla="*/ 561695 w 664919"/>
                    <a:gd name="connsiteY2" fmla="*/ 30022 h 489611"/>
                    <a:gd name="connsiteX3" fmla="*/ 0 w 664919"/>
                    <a:gd name="connsiteY3" fmla="*/ 489611 h 489611"/>
                    <a:gd name="connsiteX4" fmla="*/ 0 w 664919"/>
                    <a:gd name="connsiteY4" fmla="*/ 283657 h 489611"/>
                    <a:gd name="connsiteX0" fmla="*/ 0 w 656080"/>
                    <a:gd name="connsiteY0" fmla="*/ 283657 h 512724"/>
                    <a:gd name="connsiteX1" fmla="*/ 395453 w 656080"/>
                    <a:gd name="connsiteY1" fmla="*/ 0 h 512724"/>
                    <a:gd name="connsiteX2" fmla="*/ 561695 w 656080"/>
                    <a:gd name="connsiteY2" fmla="*/ 30022 h 512724"/>
                    <a:gd name="connsiteX3" fmla="*/ 0 w 656080"/>
                    <a:gd name="connsiteY3" fmla="*/ 489611 h 512724"/>
                    <a:gd name="connsiteX4" fmla="*/ 0 w 656080"/>
                    <a:gd name="connsiteY4" fmla="*/ 283657 h 512724"/>
                    <a:gd name="connsiteX0" fmla="*/ 0 w 668482"/>
                    <a:gd name="connsiteY0" fmla="*/ 283657 h 506070"/>
                    <a:gd name="connsiteX1" fmla="*/ 395453 w 668482"/>
                    <a:gd name="connsiteY1" fmla="*/ 0 h 506070"/>
                    <a:gd name="connsiteX2" fmla="*/ 561695 w 668482"/>
                    <a:gd name="connsiteY2" fmla="*/ 30022 h 506070"/>
                    <a:gd name="connsiteX3" fmla="*/ 0 w 668482"/>
                    <a:gd name="connsiteY3" fmla="*/ 489611 h 506070"/>
                    <a:gd name="connsiteX4" fmla="*/ 0 w 668482"/>
                    <a:gd name="connsiteY4" fmla="*/ 283657 h 506070"/>
                    <a:gd name="connsiteX0" fmla="*/ 0 w 622780"/>
                    <a:gd name="connsiteY0" fmla="*/ 283657 h 503130"/>
                    <a:gd name="connsiteX1" fmla="*/ 395453 w 622780"/>
                    <a:gd name="connsiteY1" fmla="*/ 0 h 503130"/>
                    <a:gd name="connsiteX2" fmla="*/ 511145 w 622780"/>
                    <a:gd name="connsiteY2" fmla="*/ 21908 h 503130"/>
                    <a:gd name="connsiteX3" fmla="*/ 0 w 622780"/>
                    <a:gd name="connsiteY3" fmla="*/ 489611 h 503130"/>
                    <a:gd name="connsiteX4" fmla="*/ 0 w 622780"/>
                    <a:gd name="connsiteY4" fmla="*/ 283657 h 503130"/>
                    <a:gd name="connsiteX0" fmla="*/ 0 w 671960"/>
                    <a:gd name="connsiteY0" fmla="*/ 283657 h 501829"/>
                    <a:gd name="connsiteX1" fmla="*/ 395453 w 671960"/>
                    <a:gd name="connsiteY1" fmla="*/ 0 h 501829"/>
                    <a:gd name="connsiteX2" fmla="*/ 511145 w 671960"/>
                    <a:gd name="connsiteY2" fmla="*/ 21908 h 501829"/>
                    <a:gd name="connsiteX3" fmla="*/ 0 w 671960"/>
                    <a:gd name="connsiteY3" fmla="*/ 489611 h 501829"/>
                    <a:gd name="connsiteX4" fmla="*/ 0 w 671960"/>
                    <a:gd name="connsiteY4" fmla="*/ 283657 h 501829"/>
                    <a:gd name="connsiteX0" fmla="*/ 0 w 688536"/>
                    <a:gd name="connsiteY0" fmla="*/ 283657 h 504326"/>
                    <a:gd name="connsiteX1" fmla="*/ 395453 w 688536"/>
                    <a:gd name="connsiteY1" fmla="*/ 0 h 504326"/>
                    <a:gd name="connsiteX2" fmla="*/ 529963 w 688536"/>
                    <a:gd name="connsiteY2" fmla="*/ 28918 h 504326"/>
                    <a:gd name="connsiteX3" fmla="*/ 0 w 688536"/>
                    <a:gd name="connsiteY3" fmla="*/ 489611 h 504326"/>
                    <a:gd name="connsiteX4" fmla="*/ 0 w 688536"/>
                    <a:gd name="connsiteY4" fmla="*/ 283657 h 504326"/>
                    <a:gd name="connsiteX0" fmla="*/ 0 w 660616"/>
                    <a:gd name="connsiteY0" fmla="*/ 283657 h 495051"/>
                    <a:gd name="connsiteX1" fmla="*/ 395453 w 660616"/>
                    <a:gd name="connsiteY1" fmla="*/ 0 h 495051"/>
                    <a:gd name="connsiteX2" fmla="*/ 529963 w 660616"/>
                    <a:gd name="connsiteY2" fmla="*/ 28918 h 495051"/>
                    <a:gd name="connsiteX3" fmla="*/ 0 w 660616"/>
                    <a:gd name="connsiteY3" fmla="*/ 489611 h 495051"/>
                    <a:gd name="connsiteX4" fmla="*/ 0 w 660616"/>
                    <a:gd name="connsiteY4" fmla="*/ 28365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1072647"/>
                    <a:gd name="connsiteY0" fmla="*/ 0 h 508598"/>
                    <a:gd name="connsiteX1" fmla="*/ 807484 w 1072647"/>
                    <a:gd name="connsiteY1" fmla="*/ 13547 h 508598"/>
                    <a:gd name="connsiteX2" fmla="*/ 941994 w 1072647"/>
                    <a:gd name="connsiteY2" fmla="*/ 42465 h 508598"/>
                    <a:gd name="connsiteX3" fmla="*/ 412031 w 1072647"/>
                    <a:gd name="connsiteY3" fmla="*/ 503158 h 508598"/>
                    <a:gd name="connsiteX4" fmla="*/ 0 w 1072647"/>
                    <a:gd name="connsiteY4" fmla="*/ 0 h 508598"/>
                    <a:gd name="connsiteX0" fmla="*/ 0 w 1043561"/>
                    <a:gd name="connsiteY0" fmla="*/ 0 h 481824"/>
                    <a:gd name="connsiteX1" fmla="*/ 807484 w 1043561"/>
                    <a:gd name="connsiteY1" fmla="*/ 13547 h 481824"/>
                    <a:gd name="connsiteX2" fmla="*/ 941994 w 1043561"/>
                    <a:gd name="connsiteY2" fmla="*/ 42465 h 481824"/>
                    <a:gd name="connsiteX3" fmla="*/ 61939 w 1043561"/>
                    <a:gd name="connsiteY3" fmla="*/ 461304 h 481824"/>
                    <a:gd name="connsiteX4" fmla="*/ 0 w 1043561"/>
                    <a:gd name="connsiteY4" fmla="*/ 0 h 48182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817"/>
                    <a:gd name="connsiteY0" fmla="*/ 0 h 494854"/>
                    <a:gd name="connsiteX1" fmla="*/ 807484 w 947817"/>
                    <a:gd name="connsiteY1" fmla="*/ 13547 h 494854"/>
                    <a:gd name="connsiteX2" fmla="*/ 941994 w 947817"/>
                    <a:gd name="connsiteY2" fmla="*/ 42465 h 494854"/>
                    <a:gd name="connsiteX3" fmla="*/ 61939 w 947817"/>
                    <a:gd name="connsiteY3" fmla="*/ 461304 h 494854"/>
                    <a:gd name="connsiteX4" fmla="*/ 0 w 947817"/>
                    <a:gd name="connsiteY4" fmla="*/ 0 h 494854"/>
                    <a:gd name="connsiteX0" fmla="*/ 0 w 955062"/>
                    <a:gd name="connsiteY0" fmla="*/ 0 h 497330"/>
                    <a:gd name="connsiteX1" fmla="*/ 807484 w 955062"/>
                    <a:gd name="connsiteY1" fmla="*/ 13547 h 497330"/>
                    <a:gd name="connsiteX2" fmla="*/ 949287 w 955062"/>
                    <a:gd name="connsiteY2" fmla="*/ 73025 h 497330"/>
                    <a:gd name="connsiteX3" fmla="*/ 61939 w 955062"/>
                    <a:gd name="connsiteY3" fmla="*/ 461304 h 497330"/>
                    <a:gd name="connsiteX4" fmla="*/ 0 w 955062"/>
                    <a:gd name="connsiteY4" fmla="*/ 0 h 497330"/>
                    <a:gd name="connsiteX0" fmla="*/ 0 w 949287"/>
                    <a:gd name="connsiteY0" fmla="*/ 0 h 490165"/>
                    <a:gd name="connsiteX1" fmla="*/ 807484 w 949287"/>
                    <a:gd name="connsiteY1" fmla="*/ 13547 h 490165"/>
                    <a:gd name="connsiteX2" fmla="*/ 949287 w 949287"/>
                    <a:gd name="connsiteY2" fmla="*/ 73025 h 490165"/>
                    <a:gd name="connsiteX3" fmla="*/ 61939 w 949287"/>
                    <a:gd name="connsiteY3" fmla="*/ 461304 h 490165"/>
                    <a:gd name="connsiteX4" fmla="*/ 0 w 949287"/>
                    <a:gd name="connsiteY4" fmla="*/ 0 h 490165"/>
                    <a:gd name="connsiteX0" fmla="*/ 0 w 949287"/>
                    <a:gd name="connsiteY0" fmla="*/ 0 h 519996"/>
                    <a:gd name="connsiteX1" fmla="*/ 807484 w 949287"/>
                    <a:gd name="connsiteY1" fmla="*/ 13547 h 519996"/>
                    <a:gd name="connsiteX2" fmla="*/ 949287 w 949287"/>
                    <a:gd name="connsiteY2" fmla="*/ 73025 h 519996"/>
                    <a:gd name="connsiteX3" fmla="*/ 160667 w 949287"/>
                    <a:gd name="connsiteY3" fmla="*/ 492844 h 519996"/>
                    <a:gd name="connsiteX4" fmla="*/ 0 w 949287"/>
                    <a:gd name="connsiteY4" fmla="*/ 0 h 519996"/>
                    <a:gd name="connsiteX0" fmla="*/ 0 w 956580"/>
                    <a:gd name="connsiteY0" fmla="*/ 0 h 550556"/>
                    <a:gd name="connsiteX1" fmla="*/ 814777 w 956580"/>
                    <a:gd name="connsiteY1" fmla="*/ 44107 h 550556"/>
                    <a:gd name="connsiteX2" fmla="*/ 956580 w 956580"/>
                    <a:gd name="connsiteY2" fmla="*/ 103585 h 550556"/>
                    <a:gd name="connsiteX3" fmla="*/ 167960 w 956580"/>
                    <a:gd name="connsiteY3" fmla="*/ 523404 h 550556"/>
                    <a:gd name="connsiteX4" fmla="*/ 0 w 956580"/>
                    <a:gd name="connsiteY4" fmla="*/ 0 h 550556"/>
                    <a:gd name="connsiteX0" fmla="*/ 0 w 956580"/>
                    <a:gd name="connsiteY0" fmla="*/ 15600 h 566156"/>
                    <a:gd name="connsiteX1" fmla="*/ 484536 w 956580"/>
                    <a:gd name="connsiteY1" fmla="*/ 166396 h 566156"/>
                    <a:gd name="connsiteX2" fmla="*/ 814777 w 956580"/>
                    <a:gd name="connsiteY2" fmla="*/ 59707 h 566156"/>
                    <a:gd name="connsiteX3" fmla="*/ 956580 w 956580"/>
                    <a:gd name="connsiteY3" fmla="*/ 119185 h 566156"/>
                    <a:gd name="connsiteX4" fmla="*/ 167960 w 956580"/>
                    <a:gd name="connsiteY4" fmla="*/ 539004 h 566156"/>
                    <a:gd name="connsiteX5" fmla="*/ 0 w 956580"/>
                    <a:gd name="connsiteY5" fmla="*/ 15600 h 56615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14777 w 956580"/>
                    <a:gd name="connsiteY2" fmla="*/ 120727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56580" h="627176">
                      <a:moveTo>
                        <a:pt x="0" y="76620"/>
                      </a:moveTo>
                      <a:cubicBezTo>
                        <a:pt x="82551" y="-157893"/>
                        <a:pt x="348740" y="220065"/>
                        <a:pt x="484536" y="227416"/>
                      </a:cubicBezTo>
                      <a:cubicBezTo>
                        <a:pt x="620332" y="234767"/>
                        <a:pt x="840863" y="71295"/>
                        <a:pt x="884088" y="52886"/>
                      </a:cubicBezTo>
                      <a:lnTo>
                        <a:pt x="956580" y="180205"/>
                      </a:lnTo>
                      <a:cubicBezTo>
                        <a:pt x="933642" y="314171"/>
                        <a:pt x="309644" y="737634"/>
                        <a:pt x="167960" y="600024"/>
                      </a:cubicBezTo>
                      <a:lnTo>
                        <a:pt x="0" y="7662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Rectangle 7">
                  <a:extLst>
                    <a:ext uri="{FF2B5EF4-FFF2-40B4-BE49-F238E27FC236}">
                      <a16:creationId xmlns:a16="http://schemas.microsoft.com/office/drawing/2014/main" id="{AC4AAC04-8CF1-494F-96BA-21D677D5C15B}"/>
                    </a:ext>
                  </a:extLst>
                </p:cNvPr>
                <p:cNvSpPr/>
                <p:nvPr/>
              </p:nvSpPr>
              <p:spPr>
                <a:xfrm rot="1752368">
                  <a:off x="2875244" y="1022834"/>
                  <a:ext cx="617364" cy="500681"/>
                </a:xfrm>
                <a:custGeom>
                  <a:avLst/>
                  <a:gdLst>
                    <a:gd name="connsiteX0" fmla="*/ 0 w 176147"/>
                    <a:gd name="connsiteY0" fmla="*/ 0 h 167499"/>
                    <a:gd name="connsiteX1" fmla="*/ 176147 w 176147"/>
                    <a:gd name="connsiteY1" fmla="*/ 0 h 167499"/>
                    <a:gd name="connsiteX2" fmla="*/ 176147 w 176147"/>
                    <a:gd name="connsiteY2" fmla="*/ 167499 h 167499"/>
                    <a:gd name="connsiteX3" fmla="*/ 0 w 176147"/>
                    <a:gd name="connsiteY3" fmla="*/ 167499 h 167499"/>
                    <a:gd name="connsiteX4" fmla="*/ 0 w 176147"/>
                    <a:gd name="connsiteY4" fmla="*/ 0 h 167499"/>
                    <a:gd name="connsiteX0" fmla="*/ 0 w 176147"/>
                    <a:gd name="connsiteY0" fmla="*/ 0 h 186549"/>
                    <a:gd name="connsiteX1" fmla="*/ 176147 w 176147"/>
                    <a:gd name="connsiteY1" fmla="*/ 0 h 186549"/>
                    <a:gd name="connsiteX2" fmla="*/ 176147 w 176147"/>
                    <a:gd name="connsiteY2" fmla="*/ 167499 h 186549"/>
                    <a:gd name="connsiteX3" fmla="*/ 0 w 176147"/>
                    <a:gd name="connsiteY3" fmla="*/ 186549 h 186549"/>
                    <a:gd name="connsiteX4" fmla="*/ 0 w 176147"/>
                    <a:gd name="connsiteY4" fmla="*/ 0 h 186549"/>
                    <a:gd name="connsiteX0" fmla="*/ 0 w 402366"/>
                    <a:gd name="connsiteY0" fmla="*/ 159544 h 186549"/>
                    <a:gd name="connsiteX1" fmla="*/ 402366 w 402366"/>
                    <a:gd name="connsiteY1" fmla="*/ 0 h 186549"/>
                    <a:gd name="connsiteX2" fmla="*/ 402366 w 402366"/>
                    <a:gd name="connsiteY2" fmla="*/ 167499 h 186549"/>
                    <a:gd name="connsiteX3" fmla="*/ 226219 w 402366"/>
                    <a:gd name="connsiteY3" fmla="*/ 186549 h 186549"/>
                    <a:gd name="connsiteX4" fmla="*/ 0 w 402366"/>
                    <a:gd name="connsiteY4" fmla="*/ 159544 h 186549"/>
                    <a:gd name="connsiteX0" fmla="*/ 50931 w 453297"/>
                    <a:gd name="connsiteY0" fmla="*/ 234139 h 261144"/>
                    <a:gd name="connsiteX1" fmla="*/ 14419 w 453297"/>
                    <a:gd name="connsiteY1" fmla="*/ 0 h 261144"/>
                    <a:gd name="connsiteX2" fmla="*/ 453297 w 453297"/>
                    <a:gd name="connsiteY2" fmla="*/ 74595 h 261144"/>
                    <a:gd name="connsiteX3" fmla="*/ 453297 w 453297"/>
                    <a:gd name="connsiteY3" fmla="*/ 242094 h 261144"/>
                    <a:gd name="connsiteX4" fmla="*/ 277150 w 453297"/>
                    <a:gd name="connsiteY4" fmla="*/ 261144 h 261144"/>
                    <a:gd name="connsiteX5" fmla="*/ 50931 w 453297"/>
                    <a:gd name="connsiteY5" fmla="*/ 234139 h 261144"/>
                    <a:gd name="connsiteX0" fmla="*/ 50931 w 453297"/>
                    <a:gd name="connsiteY0" fmla="*/ 463255 h 490260"/>
                    <a:gd name="connsiteX1" fmla="*/ 14419 w 453297"/>
                    <a:gd name="connsiteY1" fmla="*/ 229116 h 490260"/>
                    <a:gd name="connsiteX2" fmla="*/ 185870 w 453297"/>
                    <a:gd name="connsiteY2" fmla="*/ 516 h 490260"/>
                    <a:gd name="connsiteX3" fmla="*/ 453297 w 453297"/>
                    <a:gd name="connsiteY3" fmla="*/ 303711 h 490260"/>
                    <a:gd name="connsiteX4" fmla="*/ 453297 w 453297"/>
                    <a:gd name="connsiteY4" fmla="*/ 471210 h 490260"/>
                    <a:gd name="connsiteX5" fmla="*/ 277150 w 453297"/>
                    <a:gd name="connsiteY5" fmla="*/ 490260 h 490260"/>
                    <a:gd name="connsiteX6" fmla="*/ 50931 w 453297"/>
                    <a:gd name="connsiteY6" fmla="*/ 463255 h 490260"/>
                    <a:gd name="connsiteX0" fmla="*/ 50931 w 476382"/>
                    <a:gd name="connsiteY0" fmla="*/ 463633 h 490638"/>
                    <a:gd name="connsiteX1" fmla="*/ 14419 w 476382"/>
                    <a:gd name="connsiteY1" fmla="*/ 229494 h 490638"/>
                    <a:gd name="connsiteX2" fmla="*/ 185870 w 476382"/>
                    <a:gd name="connsiteY2" fmla="*/ 894 h 490638"/>
                    <a:gd name="connsiteX3" fmla="*/ 476382 w 476382"/>
                    <a:gd name="connsiteY3" fmla="*/ 19944 h 490638"/>
                    <a:gd name="connsiteX4" fmla="*/ 453297 w 476382"/>
                    <a:gd name="connsiteY4" fmla="*/ 304089 h 490638"/>
                    <a:gd name="connsiteX5" fmla="*/ 453297 w 476382"/>
                    <a:gd name="connsiteY5" fmla="*/ 471588 h 490638"/>
                    <a:gd name="connsiteX6" fmla="*/ 277150 w 476382"/>
                    <a:gd name="connsiteY6" fmla="*/ 490638 h 490638"/>
                    <a:gd name="connsiteX7" fmla="*/ 50931 w 476382"/>
                    <a:gd name="connsiteY7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53297 w 621782"/>
                    <a:gd name="connsiteY5" fmla="*/ 30408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12266"/>
                    <a:gd name="connsiteY0" fmla="*/ 463633 h 490638"/>
                    <a:gd name="connsiteX1" fmla="*/ 14419 w 612266"/>
                    <a:gd name="connsiteY1" fmla="*/ 229494 h 490638"/>
                    <a:gd name="connsiteX2" fmla="*/ 185870 w 612266"/>
                    <a:gd name="connsiteY2" fmla="*/ 894 h 490638"/>
                    <a:gd name="connsiteX3" fmla="*/ 476382 w 612266"/>
                    <a:gd name="connsiteY3" fmla="*/ 19944 h 490638"/>
                    <a:gd name="connsiteX4" fmla="*/ 612113 w 612266"/>
                    <a:gd name="connsiteY4" fmla="*/ 200919 h 490638"/>
                    <a:gd name="connsiteX5" fmla="*/ 474729 w 612266"/>
                    <a:gd name="connsiteY5" fmla="*/ 437439 h 490638"/>
                    <a:gd name="connsiteX6" fmla="*/ 450916 w 612266"/>
                    <a:gd name="connsiteY6" fmla="*/ 483494 h 490638"/>
                    <a:gd name="connsiteX7" fmla="*/ 277150 w 612266"/>
                    <a:gd name="connsiteY7" fmla="*/ 490638 h 490638"/>
                    <a:gd name="connsiteX8" fmla="*/ 50931 w 612266"/>
                    <a:gd name="connsiteY8" fmla="*/ 463633 h 490638"/>
                    <a:gd name="connsiteX0" fmla="*/ 50931 w 612187"/>
                    <a:gd name="connsiteY0" fmla="*/ 463633 h 490638"/>
                    <a:gd name="connsiteX1" fmla="*/ 14419 w 612187"/>
                    <a:gd name="connsiteY1" fmla="*/ 229494 h 490638"/>
                    <a:gd name="connsiteX2" fmla="*/ 185870 w 612187"/>
                    <a:gd name="connsiteY2" fmla="*/ 894 h 490638"/>
                    <a:gd name="connsiteX3" fmla="*/ 476382 w 612187"/>
                    <a:gd name="connsiteY3" fmla="*/ 19944 h 490638"/>
                    <a:gd name="connsiteX4" fmla="*/ 612113 w 612187"/>
                    <a:gd name="connsiteY4" fmla="*/ 200919 h 490638"/>
                    <a:gd name="connsiteX5" fmla="*/ 474729 w 612187"/>
                    <a:gd name="connsiteY5" fmla="*/ 437439 h 490638"/>
                    <a:gd name="connsiteX6" fmla="*/ 450916 w 612187"/>
                    <a:gd name="connsiteY6" fmla="*/ 483494 h 490638"/>
                    <a:gd name="connsiteX7" fmla="*/ 277150 w 612187"/>
                    <a:gd name="connsiteY7" fmla="*/ 490638 h 490638"/>
                    <a:gd name="connsiteX8" fmla="*/ 50931 w 612187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612113 w 612113"/>
                    <a:gd name="connsiteY4" fmla="*/ 200919 h 490638"/>
                    <a:gd name="connsiteX5" fmla="*/ 474729 w 612113"/>
                    <a:gd name="connsiteY5" fmla="*/ 437439 h 490638"/>
                    <a:gd name="connsiteX6" fmla="*/ 450916 w 612113"/>
                    <a:gd name="connsiteY6" fmla="*/ 483494 h 490638"/>
                    <a:gd name="connsiteX7" fmla="*/ 277150 w 612113"/>
                    <a:gd name="connsiteY7" fmla="*/ 490638 h 490638"/>
                    <a:gd name="connsiteX8" fmla="*/ 50931 w 612113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62094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6225 h 493230"/>
                    <a:gd name="connsiteX1" fmla="*/ 14419 w 612113"/>
                    <a:gd name="connsiteY1" fmla="*/ 232086 h 493230"/>
                    <a:gd name="connsiteX2" fmla="*/ 185870 w 612113"/>
                    <a:gd name="connsiteY2" fmla="*/ 3486 h 493230"/>
                    <a:gd name="connsiteX3" fmla="*/ 288264 w 612113"/>
                    <a:gd name="connsiteY3" fmla="*/ 210655 h 493230"/>
                    <a:gd name="connsiteX4" fmla="*/ 462094 w 612113"/>
                    <a:gd name="connsiteY4" fmla="*/ 22536 h 493230"/>
                    <a:gd name="connsiteX5" fmla="*/ 428757 w 612113"/>
                    <a:gd name="connsiteY5" fmla="*/ 243993 h 493230"/>
                    <a:gd name="connsiteX6" fmla="*/ 612113 w 612113"/>
                    <a:gd name="connsiteY6" fmla="*/ 203511 h 493230"/>
                    <a:gd name="connsiteX7" fmla="*/ 474729 w 612113"/>
                    <a:gd name="connsiteY7" fmla="*/ 440031 h 493230"/>
                    <a:gd name="connsiteX8" fmla="*/ 450916 w 612113"/>
                    <a:gd name="connsiteY8" fmla="*/ 486086 h 493230"/>
                    <a:gd name="connsiteX9" fmla="*/ 277150 w 612113"/>
                    <a:gd name="connsiteY9" fmla="*/ 493230 h 493230"/>
                    <a:gd name="connsiteX10" fmla="*/ 50931 w 612113"/>
                    <a:gd name="connsiteY10" fmla="*/ 466225 h 493230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49297 w 610479"/>
                    <a:gd name="connsiteY0" fmla="*/ 466532 h 493537"/>
                    <a:gd name="connsiteX1" fmla="*/ 12785 w 610479"/>
                    <a:gd name="connsiteY1" fmla="*/ 232393 h 493537"/>
                    <a:gd name="connsiteX2" fmla="*/ 186617 w 610479"/>
                    <a:gd name="connsiteY2" fmla="*/ 308594 h 493537"/>
                    <a:gd name="connsiteX3" fmla="*/ 184236 w 610479"/>
                    <a:gd name="connsiteY3" fmla="*/ 3793 h 493537"/>
                    <a:gd name="connsiteX4" fmla="*/ 286630 w 610479"/>
                    <a:gd name="connsiteY4" fmla="*/ 210962 h 493537"/>
                    <a:gd name="connsiteX5" fmla="*/ 460460 w 610479"/>
                    <a:gd name="connsiteY5" fmla="*/ 22843 h 493537"/>
                    <a:gd name="connsiteX6" fmla="*/ 427123 w 610479"/>
                    <a:gd name="connsiteY6" fmla="*/ 244300 h 493537"/>
                    <a:gd name="connsiteX7" fmla="*/ 610479 w 610479"/>
                    <a:gd name="connsiteY7" fmla="*/ 203818 h 493537"/>
                    <a:gd name="connsiteX8" fmla="*/ 473095 w 610479"/>
                    <a:gd name="connsiteY8" fmla="*/ 440338 h 493537"/>
                    <a:gd name="connsiteX9" fmla="*/ 449282 w 610479"/>
                    <a:gd name="connsiteY9" fmla="*/ 486393 h 493537"/>
                    <a:gd name="connsiteX10" fmla="*/ 275516 w 610479"/>
                    <a:gd name="connsiteY10" fmla="*/ 493537 h 493537"/>
                    <a:gd name="connsiteX11" fmla="*/ 49297 w 610479"/>
                    <a:gd name="connsiteY11" fmla="*/ 466532 h 493537"/>
                    <a:gd name="connsiteX0" fmla="*/ 39744 w 600926"/>
                    <a:gd name="connsiteY0" fmla="*/ 466532 h 493537"/>
                    <a:gd name="connsiteX1" fmla="*/ 86577 w 600926"/>
                    <a:gd name="connsiteY1" fmla="*/ 391938 h 493537"/>
                    <a:gd name="connsiteX2" fmla="*/ 3232 w 600926"/>
                    <a:gd name="connsiteY2" fmla="*/ 232393 h 493537"/>
                    <a:gd name="connsiteX3" fmla="*/ 177064 w 600926"/>
                    <a:gd name="connsiteY3" fmla="*/ 308594 h 493537"/>
                    <a:gd name="connsiteX4" fmla="*/ 174683 w 600926"/>
                    <a:gd name="connsiteY4" fmla="*/ 3793 h 493537"/>
                    <a:gd name="connsiteX5" fmla="*/ 277077 w 600926"/>
                    <a:gd name="connsiteY5" fmla="*/ 210962 h 493537"/>
                    <a:gd name="connsiteX6" fmla="*/ 450907 w 600926"/>
                    <a:gd name="connsiteY6" fmla="*/ 22843 h 493537"/>
                    <a:gd name="connsiteX7" fmla="*/ 417570 w 600926"/>
                    <a:gd name="connsiteY7" fmla="*/ 244300 h 493537"/>
                    <a:gd name="connsiteX8" fmla="*/ 600926 w 600926"/>
                    <a:gd name="connsiteY8" fmla="*/ 203818 h 493537"/>
                    <a:gd name="connsiteX9" fmla="*/ 463542 w 600926"/>
                    <a:gd name="connsiteY9" fmla="*/ 440338 h 493537"/>
                    <a:gd name="connsiteX10" fmla="*/ 439729 w 600926"/>
                    <a:gd name="connsiteY10" fmla="*/ 486393 h 493537"/>
                    <a:gd name="connsiteX11" fmla="*/ 265963 w 600926"/>
                    <a:gd name="connsiteY11" fmla="*/ 493537 h 493537"/>
                    <a:gd name="connsiteX12" fmla="*/ 39744 w 600926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500681"/>
                    <a:gd name="connsiteX1" fmla="*/ 103015 w 617364"/>
                    <a:gd name="connsiteY1" fmla="*/ 391938 h 500681"/>
                    <a:gd name="connsiteX2" fmla="*/ 19670 w 617364"/>
                    <a:gd name="connsiteY2" fmla="*/ 232393 h 500681"/>
                    <a:gd name="connsiteX3" fmla="*/ 193502 w 617364"/>
                    <a:gd name="connsiteY3" fmla="*/ 308594 h 500681"/>
                    <a:gd name="connsiteX4" fmla="*/ 191121 w 617364"/>
                    <a:gd name="connsiteY4" fmla="*/ 3793 h 500681"/>
                    <a:gd name="connsiteX5" fmla="*/ 293515 w 617364"/>
                    <a:gd name="connsiteY5" fmla="*/ 210962 h 500681"/>
                    <a:gd name="connsiteX6" fmla="*/ 467345 w 617364"/>
                    <a:gd name="connsiteY6" fmla="*/ 22843 h 500681"/>
                    <a:gd name="connsiteX7" fmla="*/ 434008 w 617364"/>
                    <a:gd name="connsiteY7" fmla="*/ 244300 h 500681"/>
                    <a:gd name="connsiteX8" fmla="*/ 617364 w 617364"/>
                    <a:gd name="connsiteY8" fmla="*/ 203818 h 500681"/>
                    <a:gd name="connsiteX9" fmla="*/ 479980 w 617364"/>
                    <a:gd name="connsiteY9" fmla="*/ 440338 h 500681"/>
                    <a:gd name="connsiteX10" fmla="*/ 456167 w 617364"/>
                    <a:gd name="connsiteY10" fmla="*/ 486393 h 500681"/>
                    <a:gd name="connsiteX11" fmla="*/ 306213 w 617364"/>
                    <a:gd name="connsiteY11" fmla="*/ 500681 h 500681"/>
                    <a:gd name="connsiteX12" fmla="*/ 56182 w 617364"/>
                    <a:gd name="connsiteY12" fmla="*/ 466532 h 500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7364" h="500681">
                      <a:moveTo>
                        <a:pt x="56182" y="466532"/>
                      </a:moveTo>
                      <a:cubicBezTo>
                        <a:pt x="40573" y="417453"/>
                        <a:pt x="109100" y="430961"/>
                        <a:pt x="103015" y="391938"/>
                      </a:cubicBezTo>
                      <a:cubicBezTo>
                        <a:pt x="96930" y="352915"/>
                        <a:pt x="-52561" y="307006"/>
                        <a:pt x="19670" y="232393"/>
                      </a:cubicBezTo>
                      <a:cubicBezTo>
                        <a:pt x="88198" y="145745"/>
                        <a:pt x="164927" y="346694"/>
                        <a:pt x="193502" y="308594"/>
                      </a:cubicBezTo>
                      <a:cubicBezTo>
                        <a:pt x="224458" y="263350"/>
                        <a:pt x="53405" y="52610"/>
                        <a:pt x="191121" y="3793"/>
                      </a:cubicBezTo>
                      <a:cubicBezTo>
                        <a:pt x="265337" y="16493"/>
                        <a:pt x="247478" y="207787"/>
                        <a:pt x="293515" y="210962"/>
                      </a:cubicBezTo>
                      <a:cubicBezTo>
                        <a:pt x="339552" y="214137"/>
                        <a:pt x="327249" y="-83122"/>
                        <a:pt x="467345" y="22843"/>
                      </a:cubicBezTo>
                      <a:cubicBezTo>
                        <a:pt x="509017" y="58165"/>
                        <a:pt x="411386" y="214138"/>
                        <a:pt x="434008" y="244300"/>
                      </a:cubicBezTo>
                      <a:cubicBezTo>
                        <a:pt x="456630" y="274462"/>
                        <a:pt x="582318" y="30652"/>
                        <a:pt x="617364" y="203818"/>
                      </a:cubicBezTo>
                      <a:cubicBezTo>
                        <a:pt x="566807" y="282658"/>
                        <a:pt x="459100" y="290061"/>
                        <a:pt x="479980" y="440338"/>
                      </a:cubicBezTo>
                      <a:lnTo>
                        <a:pt x="456167" y="486393"/>
                      </a:lnTo>
                      <a:lnTo>
                        <a:pt x="306213" y="500681"/>
                      </a:lnTo>
                      <a:cubicBezTo>
                        <a:pt x="271288" y="436910"/>
                        <a:pt x="57769" y="511253"/>
                        <a:pt x="56182" y="46653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FA3E3E64-503D-403A-A2C5-1F2AEC53E9D1}"/>
                  </a:ext>
                </a:extLst>
              </p:cNvPr>
              <p:cNvGrpSpPr/>
              <p:nvPr/>
            </p:nvGrpSpPr>
            <p:grpSpPr>
              <a:xfrm rot="4448218">
                <a:off x="4728474" y="1709122"/>
                <a:ext cx="1272394" cy="2796758"/>
                <a:chOff x="2379517" y="916012"/>
                <a:chExt cx="1272394" cy="2796758"/>
              </a:xfrm>
              <a:grpFill/>
            </p:grpSpPr>
            <p:sp>
              <p:nvSpPr>
                <p:cNvPr id="73" name="Rectangle 6">
                  <a:extLst>
                    <a:ext uri="{FF2B5EF4-FFF2-40B4-BE49-F238E27FC236}">
                      <a16:creationId xmlns:a16="http://schemas.microsoft.com/office/drawing/2014/main" id="{C48F038C-4C30-47F7-8A0C-6ABA1510AE95}"/>
                    </a:ext>
                  </a:extLst>
                </p:cNvPr>
                <p:cNvSpPr/>
                <p:nvPr/>
              </p:nvSpPr>
              <p:spPr>
                <a:xfrm rot="19268157">
                  <a:off x="2379517" y="1553546"/>
                  <a:ext cx="1106050" cy="725917"/>
                </a:xfrm>
                <a:custGeom>
                  <a:avLst/>
                  <a:gdLst>
                    <a:gd name="connsiteX0" fmla="*/ 0 w 403367"/>
                    <a:gd name="connsiteY0" fmla="*/ 0 h 205954"/>
                    <a:gd name="connsiteX1" fmla="*/ 403367 w 403367"/>
                    <a:gd name="connsiteY1" fmla="*/ 0 h 205954"/>
                    <a:gd name="connsiteX2" fmla="*/ 403367 w 403367"/>
                    <a:gd name="connsiteY2" fmla="*/ 205954 h 205954"/>
                    <a:gd name="connsiteX3" fmla="*/ 0 w 403367"/>
                    <a:gd name="connsiteY3" fmla="*/ 205954 h 205954"/>
                    <a:gd name="connsiteX4" fmla="*/ 0 w 403367"/>
                    <a:gd name="connsiteY4" fmla="*/ 0 h 205954"/>
                    <a:gd name="connsiteX0" fmla="*/ 0 w 403367"/>
                    <a:gd name="connsiteY0" fmla="*/ 283657 h 489611"/>
                    <a:gd name="connsiteX1" fmla="*/ 395453 w 403367"/>
                    <a:gd name="connsiteY1" fmla="*/ 0 h 489611"/>
                    <a:gd name="connsiteX2" fmla="*/ 403367 w 403367"/>
                    <a:gd name="connsiteY2" fmla="*/ 489611 h 489611"/>
                    <a:gd name="connsiteX3" fmla="*/ 0 w 403367"/>
                    <a:gd name="connsiteY3" fmla="*/ 489611 h 489611"/>
                    <a:gd name="connsiteX4" fmla="*/ 0 w 403367"/>
                    <a:gd name="connsiteY4" fmla="*/ 283657 h 489611"/>
                    <a:gd name="connsiteX0" fmla="*/ 0 w 601250"/>
                    <a:gd name="connsiteY0" fmla="*/ 283657 h 489611"/>
                    <a:gd name="connsiteX1" fmla="*/ 395453 w 601250"/>
                    <a:gd name="connsiteY1" fmla="*/ 0 h 489611"/>
                    <a:gd name="connsiteX2" fmla="*/ 601250 w 601250"/>
                    <a:gd name="connsiteY2" fmla="*/ 61898 h 489611"/>
                    <a:gd name="connsiteX3" fmla="*/ 0 w 601250"/>
                    <a:gd name="connsiteY3" fmla="*/ 489611 h 489611"/>
                    <a:gd name="connsiteX4" fmla="*/ 0 w 601250"/>
                    <a:gd name="connsiteY4" fmla="*/ 283657 h 489611"/>
                    <a:gd name="connsiteX0" fmla="*/ 0 w 651260"/>
                    <a:gd name="connsiteY0" fmla="*/ 283657 h 504146"/>
                    <a:gd name="connsiteX1" fmla="*/ 395453 w 651260"/>
                    <a:gd name="connsiteY1" fmla="*/ 0 h 504146"/>
                    <a:gd name="connsiteX2" fmla="*/ 601250 w 651260"/>
                    <a:gd name="connsiteY2" fmla="*/ 61898 h 504146"/>
                    <a:gd name="connsiteX3" fmla="*/ 0 w 651260"/>
                    <a:gd name="connsiteY3" fmla="*/ 489611 h 504146"/>
                    <a:gd name="connsiteX4" fmla="*/ 0 w 651260"/>
                    <a:gd name="connsiteY4" fmla="*/ 283657 h 504146"/>
                    <a:gd name="connsiteX0" fmla="*/ 0 w 614256"/>
                    <a:gd name="connsiteY0" fmla="*/ 283657 h 489611"/>
                    <a:gd name="connsiteX1" fmla="*/ 395453 w 614256"/>
                    <a:gd name="connsiteY1" fmla="*/ 0 h 489611"/>
                    <a:gd name="connsiteX2" fmla="*/ 561695 w 614256"/>
                    <a:gd name="connsiteY2" fmla="*/ 30022 h 489611"/>
                    <a:gd name="connsiteX3" fmla="*/ 0 w 614256"/>
                    <a:gd name="connsiteY3" fmla="*/ 489611 h 489611"/>
                    <a:gd name="connsiteX4" fmla="*/ 0 w 614256"/>
                    <a:gd name="connsiteY4" fmla="*/ 283657 h 489611"/>
                    <a:gd name="connsiteX0" fmla="*/ 0 w 664919"/>
                    <a:gd name="connsiteY0" fmla="*/ 283657 h 489611"/>
                    <a:gd name="connsiteX1" fmla="*/ 395453 w 664919"/>
                    <a:gd name="connsiteY1" fmla="*/ 0 h 489611"/>
                    <a:gd name="connsiteX2" fmla="*/ 561695 w 664919"/>
                    <a:gd name="connsiteY2" fmla="*/ 30022 h 489611"/>
                    <a:gd name="connsiteX3" fmla="*/ 0 w 664919"/>
                    <a:gd name="connsiteY3" fmla="*/ 489611 h 489611"/>
                    <a:gd name="connsiteX4" fmla="*/ 0 w 664919"/>
                    <a:gd name="connsiteY4" fmla="*/ 283657 h 489611"/>
                    <a:gd name="connsiteX0" fmla="*/ 0 w 656080"/>
                    <a:gd name="connsiteY0" fmla="*/ 283657 h 512724"/>
                    <a:gd name="connsiteX1" fmla="*/ 395453 w 656080"/>
                    <a:gd name="connsiteY1" fmla="*/ 0 h 512724"/>
                    <a:gd name="connsiteX2" fmla="*/ 561695 w 656080"/>
                    <a:gd name="connsiteY2" fmla="*/ 30022 h 512724"/>
                    <a:gd name="connsiteX3" fmla="*/ 0 w 656080"/>
                    <a:gd name="connsiteY3" fmla="*/ 489611 h 512724"/>
                    <a:gd name="connsiteX4" fmla="*/ 0 w 656080"/>
                    <a:gd name="connsiteY4" fmla="*/ 283657 h 512724"/>
                    <a:gd name="connsiteX0" fmla="*/ 0 w 668482"/>
                    <a:gd name="connsiteY0" fmla="*/ 283657 h 506070"/>
                    <a:gd name="connsiteX1" fmla="*/ 395453 w 668482"/>
                    <a:gd name="connsiteY1" fmla="*/ 0 h 506070"/>
                    <a:gd name="connsiteX2" fmla="*/ 561695 w 668482"/>
                    <a:gd name="connsiteY2" fmla="*/ 30022 h 506070"/>
                    <a:gd name="connsiteX3" fmla="*/ 0 w 668482"/>
                    <a:gd name="connsiteY3" fmla="*/ 489611 h 506070"/>
                    <a:gd name="connsiteX4" fmla="*/ 0 w 668482"/>
                    <a:gd name="connsiteY4" fmla="*/ 283657 h 506070"/>
                    <a:gd name="connsiteX0" fmla="*/ 0 w 622780"/>
                    <a:gd name="connsiteY0" fmla="*/ 283657 h 503130"/>
                    <a:gd name="connsiteX1" fmla="*/ 395453 w 622780"/>
                    <a:gd name="connsiteY1" fmla="*/ 0 h 503130"/>
                    <a:gd name="connsiteX2" fmla="*/ 511145 w 622780"/>
                    <a:gd name="connsiteY2" fmla="*/ 21908 h 503130"/>
                    <a:gd name="connsiteX3" fmla="*/ 0 w 622780"/>
                    <a:gd name="connsiteY3" fmla="*/ 489611 h 503130"/>
                    <a:gd name="connsiteX4" fmla="*/ 0 w 622780"/>
                    <a:gd name="connsiteY4" fmla="*/ 283657 h 503130"/>
                    <a:gd name="connsiteX0" fmla="*/ 0 w 671960"/>
                    <a:gd name="connsiteY0" fmla="*/ 283657 h 501829"/>
                    <a:gd name="connsiteX1" fmla="*/ 395453 w 671960"/>
                    <a:gd name="connsiteY1" fmla="*/ 0 h 501829"/>
                    <a:gd name="connsiteX2" fmla="*/ 511145 w 671960"/>
                    <a:gd name="connsiteY2" fmla="*/ 21908 h 501829"/>
                    <a:gd name="connsiteX3" fmla="*/ 0 w 671960"/>
                    <a:gd name="connsiteY3" fmla="*/ 489611 h 501829"/>
                    <a:gd name="connsiteX4" fmla="*/ 0 w 671960"/>
                    <a:gd name="connsiteY4" fmla="*/ 283657 h 501829"/>
                    <a:gd name="connsiteX0" fmla="*/ 0 w 688536"/>
                    <a:gd name="connsiteY0" fmla="*/ 283657 h 504326"/>
                    <a:gd name="connsiteX1" fmla="*/ 395453 w 688536"/>
                    <a:gd name="connsiteY1" fmla="*/ 0 h 504326"/>
                    <a:gd name="connsiteX2" fmla="*/ 529963 w 688536"/>
                    <a:gd name="connsiteY2" fmla="*/ 28918 h 504326"/>
                    <a:gd name="connsiteX3" fmla="*/ 0 w 688536"/>
                    <a:gd name="connsiteY3" fmla="*/ 489611 h 504326"/>
                    <a:gd name="connsiteX4" fmla="*/ 0 w 688536"/>
                    <a:gd name="connsiteY4" fmla="*/ 283657 h 504326"/>
                    <a:gd name="connsiteX0" fmla="*/ 0 w 660616"/>
                    <a:gd name="connsiteY0" fmla="*/ 283657 h 495051"/>
                    <a:gd name="connsiteX1" fmla="*/ 395453 w 660616"/>
                    <a:gd name="connsiteY1" fmla="*/ 0 h 495051"/>
                    <a:gd name="connsiteX2" fmla="*/ 529963 w 660616"/>
                    <a:gd name="connsiteY2" fmla="*/ 28918 h 495051"/>
                    <a:gd name="connsiteX3" fmla="*/ 0 w 660616"/>
                    <a:gd name="connsiteY3" fmla="*/ 489611 h 495051"/>
                    <a:gd name="connsiteX4" fmla="*/ 0 w 660616"/>
                    <a:gd name="connsiteY4" fmla="*/ 28365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1072647"/>
                    <a:gd name="connsiteY0" fmla="*/ 0 h 508598"/>
                    <a:gd name="connsiteX1" fmla="*/ 807484 w 1072647"/>
                    <a:gd name="connsiteY1" fmla="*/ 13547 h 508598"/>
                    <a:gd name="connsiteX2" fmla="*/ 941994 w 1072647"/>
                    <a:gd name="connsiteY2" fmla="*/ 42465 h 508598"/>
                    <a:gd name="connsiteX3" fmla="*/ 412031 w 1072647"/>
                    <a:gd name="connsiteY3" fmla="*/ 503158 h 508598"/>
                    <a:gd name="connsiteX4" fmla="*/ 0 w 1072647"/>
                    <a:gd name="connsiteY4" fmla="*/ 0 h 508598"/>
                    <a:gd name="connsiteX0" fmla="*/ 0 w 1043561"/>
                    <a:gd name="connsiteY0" fmla="*/ 0 h 481824"/>
                    <a:gd name="connsiteX1" fmla="*/ 807484 w 1043561"/>
                    <a:gd name="connsiteY1" fmla="*/ 13547 h 481824"/>
                    <a:gd name="connsiteX2" fmla="*/ 941994 w 1043561"/>
                    <a:gd name="connsiteY2" fmla="*/ 42465 h 481824"/>
                    <a:gd name="connsiteX3" fmla="*/ 61939 w 1043561"/>
                    <a:gd name="connsiteY3" fmla="*/ 461304 h 481824"/>
                    <a:gd name="connsiteX4" fmla="*/ 0 w 1043561"/>
                    <a:gd name="connsiteY4" fmla="*/ 0 h 48182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817"/>
                    <a:gd name="connsiteY0" fmla="*/ 0 h 494854"/>
                    <a:gd name="connsiteX1" fmla="*/ 807484 w 947817"/>
                    <a:gd name="connsiteY1" fmla="*/ 13547 h 494854"/>
                    <a:gd name="connsiteX2" fmla="*/ 941994 w 947817"/>
                    <a:gd name="connsiteY2" fmla="*/ 42465 h 494854"/>
                    <a:gd name="connsiteX3" fmla="*/ 61939 w 947817"/>
                    <a:gd name="connsiteY3" fmla="*/ 461304 h 494854"/>
                    <a:gd name="connsiteX4" fmla="*/ 0 w 947817"/>
                    <a:gd name="connsiteY4" fmla="*/ 0 h 494854"/>
                    <a:gd name="connsiteX0" fmla="*/ 0 w 955062"/>
                    <a:gd name="connsiteY0" fmla="*/ 0 h 497330"/>
                    <a:gd name="connsiteX1" fmla="*/ 807484 w 955062"/>
                    <a:gd name="connsiteY1" fmla="*/ 13547 h 497330"/>
                    <a:gd name="connsiteX2" fmla="*/ 949287 w 955062"/>
                    <a:gd name="connsiteY2" fmla="*/ 73025 h 497330"/>
                    <a:gd name="connsiteX3" fmla="*/ 61939 w 955062"/>
                    <a:gd name="connsiteY3" fmla="*/ 461304 h 497330"/>
                    <a:gd name="connsiteX4" fmla="*/ 0 w 955062"/>
                    <a:gd name="connsiteY4" fmla="*/ 0 h 497330"/>
                    <a:gd name="connsiteX0" fmla="*/ 0 w 949287"/>
                    <a:gd name="connsiteY0" fmla="*/ 0 h 490165"/>
                    <a:gd name="connsiteX1" fmla="*/ 807484 w 949287"/>
                    <a:gd name="connsiteY1" fmla="*/ 13547 h 490165"/>
                    <a:gd name="connsiteX2" fmla="*/ 949287 w 949287"/>
                    <a:gd name="connsiteY2" fmla="*/ 73025 h 490165"/>
                    <a:gd name="connsiteX3" fmla="*/ 61939 w 949287"/>
                    <a:gd name="connsiteY3" fmla="*/ 461304 h 490165"/>
                    <a:gd name="connsiteX4" fmla="*/ 0 w 949287"/>
                    <a:gd name="connsiteY4" fmla="*/ 0 h 490165"/>
                    <a:gd name="connsiteX0" fmla="*/ 0 w 949287"/>
                    <a:gd name="connsiteY0" fmla="*/ 0 h 519996"/>
                    <a:gd name="connsiteX1" fmla="*/ 807484 w 949287"/>
                    <a:gd name="connsiteY1" fmla="*/ 13547 h 519996"/>
                    <a:gd name="connsiteX2" fmla="*/ 949287 w 949287"/>
                    <a:gd name="connsiteY2" fmla="*/ 73025 h 519996"/>
                    <a:gd name="connsiteX3" fmla="*/ 160667 w 949287"/>
                    <a:gd name="connsiteY3" fmla="*/ 492844 h 519996"/>
                    <a:gd name="connsiteX4" fmla="*/ 0 w 949287"/>
                    <a:gd name="connsiteY4" fmla="*/ 0 h 519996"/>
                    <a:gd name="connsiteX0" fmla="*/ 0 w 956580"/>
                    <a:gd name="connsiteY0" fmla="*/ 0 h 550556"/>
                    <a:gd name="connsiteX1" fmla="*/ 814777 w 956580"/>
                    <a:gd name="connsiteY1" fmla="*/ 44107 h 550556"/>
                    <a:gd name="connsiteX2" fmla="*/ 956580 w 956580"/>
                    <a:gd name="connsiteY2" fmla="*/ 103585 h 550556"/>
                    <a:gd name="connsiteX3" fmla="*/ 167960 w 956580"/>
                    <a:gd name="connsiteY3" fmla="*/ 523404 h 550556"/>
                    <a:gd name="connsiteX4" fmla="*/ 0 w 956580"/>
                    <a:gd name="connsiteY4" fmla="*/ 0 h 550556"/>
                    <a:gd name="connsiteX0" fmla="*/ 0 w 956580"/>
                    <a:gd name="connsiteY0" fmla="*/ 15600 h 566156"/>
                    <a:gd name="connsiteX1" fmla="*/ 484536 w 956580"/>
                    <a:gd name="connsiteY1" fmla="*/ 166396 h 566156"/>
                    <a:gd name="connsiteX2" fmla="*/ 814777 w 956580"/>
                    <a:gd name="connsiteY2" fmla="*/ 59707 h 566156"/>
                    <a:gd name="connsiteX3" fmla="*/ 956580 w 956580"/>
                    <a:gd name="connsiteY3" fmla="*/ 119185 h 566156"/>
                    <a:gd name="connsiteX4" fmla="*/ 167960 w 956580"/>
                    <a:gd name="connsiteY4" fmla="*/ 539004 h 566156"/>
                    <a:gd name="connsiteX5" fmla="*/ 0 w 956580"/>
                    <a:gd name="connsiteY5" fmla="*/ 15600 h 56615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14777 w 956580"/>
                    <a:gd name="connsiteY2" fmla="*/ 120727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828178"/>
                    <a:gd name="connsiteY0" fmla="*/ 578628 h 578628"/>
                    <a:gd name="connsiteX1" fmla="*/ 356134 w 828178"/>
                    <a:gd name="connsiteY1" fmla="*/ 174530 h 578628"/>
                    <a:gd name="connsiteX2" fmla="*/ 755686 w 828178"/>
                    <a:gd name="connsiteY2" fmla="*/ 0 h 578628"/>
                    <a:gd name="connsiteX3" fmla="*/ 828178 w 828178"/>
                    <a:gd name="connsiteY3" fmla="*/ 127319 h 578628"/>
                    <a:gd name="connsiteX4" fmla="*/ 39558 w 828178"/>
                    <a:gd name="connsiteY4" fmla="*/ 547138 h 578628"/>
                    <a:gd name="connsiteX5" fmla="*/ 0 w 828178"/>
                    <a:gd name="connsiteY5" fmla="*/ 578628 h 578628"/>
                    <a:gd name="connsiteX0" fmla="*/ 0 w 828178"/>
                    <a:gd name="connsiteY0" fmla="*/ 578628 h 679541"/>
                    <a:gd name="connsiteX1" fmla="*/ 356134 w 828178"/>
                    <a:gd name="connsiteY1" fmla="*/ 174530 h 679541"/>
                    <a:gd name="connsiteX2" fmla="*/ 755686 w 828178"/>
                    <a:gd name="connsiteY2" fmla="*/ 0 h 679541"/>
                    <a:gd name="connsiteX3" fmla="*/ 828178 w 828178"/>
                    <a:gd name="connsiteY3" fmla="*/ 127319 h 679541"/>
                    <a:gd name="connsiteX4" fmla="*/ 184311 w 828178"/>
                    <a:gd name="connsiteY4" fmla="*/ 657050 h 679541"/>
                    <a:gd name="connsiteX5" fmla="*/ 0 w 828178"/>
                    <a:gd name="connsiteY5" fmla="*/ 578628 h 679541"/>
                    <a:gd name="connsiteX0" fmla="*/ 0 w 867258"/>
                    <a:gd name="connsiteY0" fmla="*/ 578628 h 679281"/>
                    <a:gd name="connsiteX1" fmla="*/ 356134 w 867258"/>
                    <a:gd name="connsiteY1" fmla="*/ 174530 h 679281"/>
                    <a:gd name="connsiteX2" fmla="*/ 755686 w 867258"/>
                    <a:gd name="connsiteY2" fmla="*/ 0 h 679281"/>
                    <a:gd name="connsiteX3" fmla="*/ 867258 w 867258"/>
                    <a:gd name="connsiteY3" fmla="*/ 119875 h 679281"/>
                    <a:gd name="connsiteX4" fmla="*/ 184311 w 867258"/>
                    <a:gd name="connsiteY4" fmla="*/ 657050 h 679281"/>
                    <a:gd name="connsiteX5" fmla="*/ 0 w 867258"/>
                    <a:gd name="connsiteY5" fmla="*/ 578628 h 679281"/>
                    <a:gd name="connsiteX0" fmla="*/ 0 w 867258"/>
                    <a:gd name="connsiteY0" fmla="*/ 594179 h 694832"/>
                    <a:gd name="connsiteX1" fmla="*/ 356134 w 867258"/>
                    <a:gd name="connsiteY1" fmla="*/ 190081 h 694832"/>
                    <a:gd name="connsiteX2" fmla="*/ 707325 w 867258"/>
                    <a:gd name="connsiteY2" fmla="*/ 0 h 694832"/>
                    <a:gd name="connsiteX3" fmla="*/ 867258 w 867258"/>
                    <a:gd name="connsiteY3" fmla="*/ 135426 h 694832"/>
                    <a:gd name="connsiteX4" fmla="*/ 184311 w 867258"/>
                    <a:gd name="connsiteY4" fmla="*/ 672601 h 694832"/>
                    <a:gd name="connsiteX5" fmla="*/ 0 w 867258"/>
                    <a:gd name="connsiteY5" fmla="*/ 594179 h 694832"/>
                    <a:gd name="connsiteX0" fmla="*/ 0 w 867258"/>
                    <a:gd name="connsiteY0" fmla="*/ 594179 h 694832"/>
                    <a:gd name="connsiteX1" fmla="*/ 707325 w 867258"/>
                    <a:gd name="connsiteY1" fmla="*/ 0 h 694832"/>
                    <a:gd name="connsiteX2" fmla="*/ 867258 w 867258"/>
                    <a:gd name="connsiteY2" fmla="*/ 135426 h 694832"/>
                    <a:gd name="connsiteX3" fmla="*/ 184311 w 867258"/>
                    <a:gd name="connsiteY3" fmla="*/ 672601 h 694832"/>
                    <a:gd name="connsiteX4" fmla="*/ 0 w 867258"/>
                    <a:gd name="connsiteY4" fmla="*/ 594179 h 694832"/>
                    <a:gd name="connsiteX0" fmla="*/ 0 w 867258"/>
                    <a:gd name="connsiteY0" fmla="*/ 594179 h 694832"/>
                    <a:gd name="connsiteX1" fmla="*/ 707325 w 867258"/>
                    <a:gd name="connsiteY1" fmla="*/ 0 h 694832"/>
                    <a:gd name="connsiteX2" fmla="*/ 867258 w 867258"/>
                    <a:gd name="connsiteY2" fmla="*/ 135426 h 694832"/>
                    <a:gd name="connsiteX3" fmla="*/ 184311 w 867258"/>
                    <a:gd name="connsiteY3" fmla="*/ 672601 h 694832"/>
                    <a:gd name="connsiteX4" fmla="*/ 0 w 867258"/>
                    <a:gd name="connsiteY4" fmla="*/ 594179 h 694832"/>
                    <a:gd name="connsiteX0" fmla="*/ 2113 w 869371"/>
                    <a:gd name="connsiteY0" fmla="*/ 594179 h 694832"/>
                    <a:gd name="connsiteX1" fmla="*/ 709438 w 869371"/>
                    <a:gd name="connsiteY1" fmla="*/ 0 h 694832"/>
                    <a:gd name="connsiteX2" fmla="*/ 869371 w 869371"/>
                    <a:gd name="connsiteY2" fmla="*/ 135426 h 694832"/>
                    <a:gd name="connsiteX3" fmla="*/ 186424 w 869371"/>
                    <a:gd name="connsiteY3" fmla="*/ 672601 h 694832"/>
                    <a:gd name="connsiteX4" fmla="*/ 2113 w 869371"/>
                    <a:gd name="connsiteY4" fmla="*/ 594179 h 694832"/>
                    <a:gd name="connsiteX0" fmla="*/ 1296 w 1107346"/>
                    <a:gd name="connsiteY0" fmla="*/ 591968 h 694832"/>
                    <a:gd name="connsiteX1" fmla="*/ 947413 w 1107346"/>
                    <a:gd name="connsiteY1" fmla="*/ 0 h 694832"/>
                    <a:gd name="connsiteX2" fmla="*/ 1107346 w 1107346"/>
                    <a:gd name="connsiteY2" fmla="*/ 135426 h 694832"/>
                    <a:gd name="connsiteX3" fmla="*/ 424399 w 1107346"/>
                    <a:gd name="connsiteY3" fmla="*/ 672601 h 694832"/>
                    <a:gd name="connsiteX4" fmla="*/ 1296 w 1107346"/>
                    <a:gd name="connsiteY4" fmla="*/ 591968 h 694832"/>
                    <a:gd name="connsiteX0" fmla="*/ 0 w 1106050"/>
                    <a:gd name="connsiteY0" fmla="*/ 662114 h 764978"/>
                    <a:gd name="connsiteX1" fmla="*/ 410757 w 1106050"/>
                    <a:gd name="connsiteY1" fmla="*/ 35957 h 764978"/>
                    <a:gd name="connsiteX2" fmla="*/ 946117 w 1106050"/>
                    <a:gd name="connsiteY2" fmla="*/ 70146 h 764978"/>
                    <a:gd name="connsiteX3" fmla="*/ 1106050 w 1106050"/>
                    <a:gd name="connsiteY3" fmla="*/ 205572 h 764978"/>
                    <a:gd name="connsiteX4" fmla="*/ 423103 w 1106050"/>
                    <a:gd name="connsiteY4" fmla="*/ 742747 h 764978"/>
                    <a:gd name="connsiteX5" fmla="*/ 0 w 1106050"/>
                    <a:gd name="connsiteY5" fmla="*/ 662114 h 764978"/>
                    <a:gd name="connsiteX0" fmla="*/ 0 w 1106050"/>
                    <a:gd name="connsiteY0" fmla="*/ 662114 h 764978"/>
                    <a:gd name="connsiteX1" fmla="*/ 410757 w 1106050"/>
                    <a:gd name="connsiteY1" fmla="*/ 35957 h 764978"/>
                    <a:gd name="connsiteX2" fmla="*/ 946117 w 1106050"/>
                    <a:gd name="connsiteY2" fmla="*/ 70146 h 764978"/>
                    <a:gd name="connsiteX3" fmla="*/ 1106050 w 1106050"/>
                    <a:gd name="connsiteY3" fmla="*/ 205572 h 764978"/>
                    <a:gd name="connsiteX4" fmla="*/ 423103 w 1106050"/>
                    <a:gd name="connsiteY4" fmla="*/ 742747 h 764978"/>
                    <a:gd name="connsiteX5" fmla="*/ 0 w 1106050"/>
                    <a:gd name="connsiteY5" fmla="*/ 662114 h 764978"/>
                    <a:gd name="connsiteX0" fmla="*/ 0 w 1106050"/>
                    <a:gd name="connsiteY0" fmla="*/ 667855 h 770719"/>
                    <a:gd name="connsiteX1" fmla="*/ 410757 w 1106050"/>
                    <a:gd name="connsiteY1" fmla="*/ 41698 h 770719"/>
                    <a:gd name="connsiteX2" fmla="*/ 1073952 w 1106050"/>
                    <a:gd name="connsiteY2" fmla="*/ 47689 h 770719"/>
                    <a:gd name="connsiteX3" fmla="*/ 1106050 w 1106050"/>
                    <a:gd name="connsiteY3" fmla="*/ 211313 h 770719"/>
                    <a:gd name="connsiteX4" fmla="*/ 423103 w 1106050"/>
                    <a:gd name="connsiteY4" fmla="*/ 748488 h 770719"/>
                    <a:gd name="connsiteX5" fmla="*/ 0 w 1106050"/>
                    <a:gd name="connsiteY5" fmla="*/ 667855 h 770719"/>
                    <a:gd name="connsiteX0" fmla="*/ 0 w 1106050"/>
                    <a:gd name="connsiteY0" fmla="*/ 662172 h 765036"/>
                    <a:gd name="connsiteX1" fmla="*/ 410757 w 1106050"/>
                    <a:gd name="connsiteY1" fmla="*/ 36015 h 765036"/>
                    <a:gd name="connsiteX2" fmla="*/ 1073952 w 1106050"/>
                    <a:gd name="connsiteY2" fmla="*/ 42006 h 765036"/>
                    <a:gd name="connsiteX3" fmla="*/ 1106050 w 1106050"/>
                    <a:gd name="connsiteY3" fmla="*/ 205630 h 765036"/>
                    <a:gd name="connsiteX4" fmla="*/ 423103 w 1106050"/>
                    <a:gd name="connsiteY4" fmla="*/ 742805 h 765036"/>
                    <a:gd name="connsiteX5" fmla="*/ 0 w 1106050"/>
                    <a:gd name="connsiteY5" fmla="*/ 662172 h 765036"/>
                    <a:gd name="connsiteX0" fmla="*/ 0 w 1106050"/>
                    <a:gd name="connsiteY0" fmla="*/ 645284 h 748148"/>
                    <a:gd name="connsiteX1" fmla="*/ 410757 w 1106050"/>
                    <a:gd name="connsiteY1" fmla="*/ 19127 h 748148"/>
                    <a:gd name="connsiteX2" fmla="*/ 1073952 w 1106050"/>
                    <a:gd name="connsiteY2" fmla="*/ 25118 h 748148"/>
                    <a:gd name="connsiteX3" fmla="*/ 1106050 w 1106050"/>
                    <a:gd name="connsiteY3" fmla="*/ 188742 h 748148"/>
                    <a:gd name="connsiteX4" fmla="*/ 423103 w 1106050"/>
                    <a:gd name="connsiteY4" fmla="*/ 725917 h 748148"/>
                    <a:gd name="connsiteX5" fmla="*/ 0 w 1106050"/>
                    <a:gd name="connsiteY5" fmla="*/ 645284 h 748148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06050" h="725917">
                      <a:moveTo>
                        <a:pt x="0" y="645284"/>
                      </a:moveTo>
                      <a:cubicBezTo>
                        <a:pt x="19512" y="558897"/>
                        <a:pt x="253071" y="117788"/>
                        <a:pt x="410757" y="19127"/>
                      </a:cubicBezTo>
                      <a:cubicBezTo>
                        <a:pt x="534303" y="-39830"/>
                        <a:pt x="962886" y="59556"/>
                        <a:pt x="1073952" y="25118"/>
                      </a:cubicBezTo>
                      <a:lnTo>
                        <a:pt x="1106050" y="188742"/>
                      </a:lnTo>
                      <a:cubicBezTo>
                        <a:pt x="1077645" y="226876"/>
                        <a:pt x="700724" y="310574"/>
                        <a:pt x="621101" y="267020"/>
                      </a:cubicBezTo>
                      <a:cubicBezTo>
                        <a:pt x="638717" y="426915"/>
                        <a:pt x="566102" y="704947"/>
                        <a:pt x="423103" y="725917"/>
                      </a:cubicBezTo>
                      <a:lnTo>
                        <a:pt x="0" y="645284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4" name="Rectangle 7">
                  <a:extLst>
                    <a:ext uri="{FF2B5EF4-FFF2-40B4-BE49-F238E27FC236}">
                      <a16:creationId xmlns:a16="http://schemas.microsoft.com/office/drawing/2014/main" id="{86B7741E-D579-4BEF-905C-B7356230CF64}"/>
                    </a:ext>
                  </a:extLst>
                </p:cNvPr>
                <p:cNvSpPr/>
                <p:nvPr/>
              </p:nvSpPr>
              <p:spPr>
                <a:xfrm rot="3174985">
                  <a:off x="2974174" y="974353"/>
                  <a:ext cx="617364" cy="500681"/>
                </a:xfrm>
                <a:custGeom>
                  <a:avLst/>
                  <a:gdLst>
                    <a:gd name="connsiteX0" fmla="*/ 0 w 176147"/>
                    <a:gd name="connsiteY0" fmla="*/ 0 h 167499"/>
                    <a:gd name="connsiteX1" fmla="*/ 176147 w 176147"/>
                    <a:gd name="connsiteY1" fmla="*/ 0 h 167499"/>
                    <a:gd name="connsiteX2" fmla="*/ 176147 w 176147"/>
                    <a:gd name="connsiteY2" fmla="*/ 167499 h 167499"/>
                    <a:gd name="connsiteX3" fmla="*/ 0 w 176147"/>
                    <a:gd name="connsiteY3" fmla="*/ 167499 h 167499"/>
                    <a:gd name="connsiteX4" fmla="*/ 0 w 176147"/>
                    <a:gd name="connsiteY4" fmla="*/ 0 h 167499"/>
                    <a:gd name="connsiteX0" fmla="*/ 0 w 176147"/>
                    <a:gd name="connsiteY0" fmla="*/ 0 h 186549"/>
                    <a:gd name="connsiteX1" fmla="*/ 176147 w 176147"/>
                    <a:gd name="connsiteY1" fmla="*/ 0 h 186549"/>
                    <a:gd name="connsiteX2" fmla="*/ 176147 w 176147"/>
                    <a:gd name="connsiteY2" fmla="*/ 167499 h 186549"/>
                    <a:gd name="connsiteX3" fmla="*/ 0 w 176147"/>
                    <a:gd name="connsiteY3" fmla="*/ 186549 h 186549"/>
                    <a:gd name="connsiteX4" fmla="*/ 0 w 176147"/>
                    <a:gd name="connsiteY4" fmla="*/ 0 h 186549"/>
                    <a:gd name="connsiteX0" fmla="*/ 0 w 402366"/>
                    <a:gd name="connsiteY0" fmla="*/ 159544 h 186549"/>
                    <a:gd name="connsiteX1" fmla="*/ 402366 w 402366"/>
                    <a:gd name="connsiteY1" fmla="*/ 0 h 186549"/>
                    <a:gd name="connsiteX2" fmla="*/ 402366 w 402366"/>
                    <a:gd name="connsiteY2" fmla="*/ 167499 h 186549"/>
                    <a:gd name="connsiteX3" fmla="*/ 226219 w 402366"/>
                    <a:gd name="connsiteY3" fmla="*/ 186549 h 186549"/>
                    <a:gd name="connsiteX4" fmla="*/ 0 w 402366"/>
                    <a:gd name="connsiteY4" fmla="*/ 159544 h 186549"/>
                    <a:gd name="connsiteX0" fmla="*/ 50931 w 453297"/>
                    <a:gd name="connsiteY0" fmla="*/ 234139 h 261144"/>
                    <a:gd name="connsiteX1" fmla="*/ 14419 w 453297"/>
                    <a:gd name="connsiteY1" fmla="*/ 0 h 261144"/>
                    <a:gd name="connsiteX2" fmla="*/ 453297 w 453297"/>
                    <a:gd name="connsiteY2" fmla="*/ 74595 h 261144"/>
                    <a:gd name="connsiteX3" fmla="*/ 453297 w 453297"/>
                    <a:gd name="connsiteY3" fmla="*/ 242094 h 261144"/>
                    <a:gd name="connsiteX4" fmla="*/ 277150 w 453297"/>
                    <a:gd name="connsiteY4" fmla="*/ 261144 h 261144"/>
                    <a:gd name="connsiteX5" fmla="*/ 50931 w 453297"/>
                    <a:gd name="connsiteY5" fmla="*/ 234139 h 261144"/>
                    <a:gd name="connsiteX0" fmla="*/ 50931 w 453297"/>
                    <a:gd name="connsiteY0" fmla="*/ 463255 h 490260"/>
                    <a:gd name="connsiteX1" fmla="*/ 14419 w 453297"/>
                    <a:gd name="connsiteY1" fmla="*/ 229116 h 490260"/>
                    <a:gd name="connsiteX2" fmla="*/ 185870 w 453297"/>
                    <a:gd name="connsiteY2" fmla="*/ 516 h 490260"/>
                    <a:gd name="connsiteX3" fmla="*/ 453297 w 453297"/>
                    <a:gd name="connsiteY3" fmla="*/ 303711 h 490260"/>
                    <a:gd name="connsiteX4" fmla="*/ 453297 w 453297"/>
                    <a:gd name="connsiteY4" fmla="*/ 471210 h 490260"/>
                    <a:gd name="connsiteX5" fmla="*/ 277150 w 453297"/>
                    <a:gd name="connsiteY5" fmla="*/ 490260 h 490260"/>
                    <a:gd name="connsiteX6" fmla="*/ 50931 w 453297"/>
                    <a:gd name="connsiteY6" fmla="*/ 463255 h 490260"/>
                    <a:gd name="connsiteX0" fmla="*/ 50931 w 476382"/>
                    <a:gd name="connsiteY0" fmla="*/ 463633 h 490638"/>
                    <a:gd name="connsiteX1" fmla="*/ 14419 w 476382"/>
                    <a:gd name="connsiteY1" fmla="*/ 229494 h 490638"/>
                    <a:gd name="connsiteX2" fmla="*/ 185870 w 476382"/>
                    <a:gd name="connsiteY2" fmla="*/ 894 h 490638"/>
                    <a:gd name="connsiteX3" fmla="*/ 476382 w 476382"/>
                    <a:gd name="connsiteY3" fmla="*/ 19944 h 490638"/>
                    <a:gd name="connsiteX4" fmla="*/ 453297 w 476382"/>
                    <a:gd name="connsiteY4" fmla="*/ 304089 h 490638"/>
                    <a:gd name="connsiteX5" fmla="*/ 453297 w 476382"/>
                    <a:gd name="connsiteY5" fmla="*/ 471588 h 490638"/>
                    <a:gd name="connsiteX6" fmla="*/ 277150 w 476382"/>
                    <a:gd name="connsiteY6" fmla="*/ 490638 h 490638"/>
                    <a:gd name="connsiteX7" fmla="*/ 50931 w 476382"/>
                    <a:gd name="connsiteY7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53297 w 621782"/>
                    <a:gd name="connsiteY5" fmla="*/ 30408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69966 w 621782"/>
                    <a:gd name="connsiteY5" fmla="*/ 423151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3297 w 621782"/>
                    <a:gd name="connsiteY6" fmla="*/ 471588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21782"/>
                    <a:gd name="connsiteY0" fmla="*/ 463633 h 490638"/>
                    <a:gd name="connsiteX1" fmla="*/ 14419 w 621782"/>
                    <a:gd name="connsiteY1" fmla="*/ 229494 h 490638"/>
                    <a:gd name="connsiteX2" fmla="*/ 185870 w 621782"/>
                    <a:gd name="connsiteY2" fmla="*/ 894 h 490638"/>
                    <a:gd name="connsiteX3" fmla="*/ 476382 w 621782"/>
                    <a:gd name="connsiteY3" fmla="*/ 19944 h 490638"/>
                    <a:gd name="connsiteX4" fmla="*/ 621638 w 621782"/>
                    <a:gd name="connsiteY4" fmla="*/ 215207 h 490638"/>
                    <a:gd name="connsiteX5" fmla="*/ 474729 w 621782"/>
                    <a:gd name="connsiteY5" fmla="*/ 437439 h 490638"/>
                    <a:gd name="connsiteX6" fmla="*/ 450916 w 621782"/>
                    <a:gd name="connsiteY6" fmla="*/ 483494 h 490638"/>
                    <a:gd name="connsiteX7" fmla="*/ 277150 w 621782"/>
                    <a:gd name="connsiteY7" fmla="*/ 490638 h 490638"/>
                    <a:gd name="connsiteX8" fmla="*/ 50931 w 621782"/>
                    <a:gd name="connsiteY8" fmla="*/ 463633 h 490638"/>
                    <a:gd name="connsiteX0" fmla="*/ 50931 w 612266"/>
                    <a:gd name="connsiteY0" fmla="*/ 463633 h 490638"/>
                    <a:gd name="connsiteX1" fmla="*/ 14419 w 612266"/>
                    <a:gd name="connsiteY1" fmla="*/ 229494 h 490638"/>
                    <a:gd name="connsiteX2" fmla="*/ 185870 w 612266"/>
                    <a:gd name="connsiteY2" fmla="*/ 894 h 490638"/>
                    <a:gd name="connsiteX3" fmla="*/ 476382 w 612266"/>
                    <a:gd name="connsiteY3" fmla="*/ 19944 h 490638"/>
                    <a:gd name="connsiteX4" fmla="*/ 612113 w 612266"/>
                    <a:gd name="connsiteY4" fmla="*/ 200919 h 490638"/>
                    <a:gd name="connsiteX5" fmla="*/ 474729 w 612266"/>
                    <a:gd name="connsiteY5" fmla="*/ 437439 h 490638"/>
                    <a:gd name="connsiteX6" fmla="*/ 450916 w 612266"/>
                    <a:gd name="connsiteY6" fmla="*/ 483494 h 490638"/>
                    <a:gd name="connsiteX7" fmla="*/ 277150 w 612266"/>
                    <a:gd name="connsiteY7" fmla="*/ 490638 h 490638"/>
                    <a:gd name="connsiteX8" fmla="*/ 50931 w 612266"/>
                    <a:gd name="connsiteY8" fmla="*/ 463633 h 490638"/>
                    <a:gd name="connsiteX0" fmla="*/ 50931 w 612187"/>
                    <a:gd name="connsiteY0" fmla="*/ 463633 h 490638"/>
                    <a:gd name="connsiteX1" fmla="*/ 14419 w 612187"/>
                    <a:gd name="connsiteY1" fmla="*/ 229494 h 490638"/>
                    <a:gd name="connsiteX2" fmla="*/ 185870 w 612187"/>
                    <a:gd name="connsiteY2" fmla="*/ 894 h 490638"/>
                    <a:gd name="connsiteX3" fmla="*/ 476382 w 612187"/>
                    <a:gd name="connsiteY3" fmla="*/ 19944 h 490638"/>
                    <a:gd name="connsiteX4" fmla="*/ 612113 w 612187"/>
                    <a:gd name="connsiteY4" fmla="*/ 200919 h 490638"/>
                    <a:gd name="connsiteX5" fmla="*/ 474729 w 612187"/>
                    <a:gd name="connsiteY5" fmla="*/ 437439 h 490638"/>
                    <a:gd name="connsiteX6" fmla="*/ 450916 w 612187"/>
                    <a:gd name="connsiteY6" fmla="*/ 483494 h 490638"/>
                    <a:gd name="connsiteX7" fmla="*/ 277150 w 612187"/>
                    <a:gd name="connsiteY7" fmla="*/ 490638 h 490638"/>
                    <a:gd name="connsiteX8" fmla="*/ 50931 w 612187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612113 w 612113"/>
                    <a:gd name="connsiteY4" fmla="*/ 200919 h 490638"/>
                    <a:gd name="connsiteX5" fmla="*/ 474729 w 612113"/>
                    <a:gd name="connsiteY5" fmla="*/ 437439 h 490638"/>
                    <a:gd name="connsiteX6" fmla="*/ 450916 w 612113"/>
                    <a:gd name="connsiteY6" fmla="*/ 483494 h 490638"/>
                    <a:gd name="connsiteX7" fmla="*/ 277150 w 612113"/>
                    <a:gd name="connsiteY7" fmla="*/ 490638 h 490638"/>
                    <a:gd name="connsiteX8" fmla="*/ 50931 w 612113"/>
                    <a:gd name="connsiteY8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76382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3633 h 490638"/>
                    <a:gd name="connsiteX1" fmla="*/ 14419 w 612113"/>
                    <a:gd name="connsiteY1" fmla="*/ 229494 h 490638"/>
                    <a:gd name="connsiteX2" fmla="*/ 185870 w 612113"/>
                    <a:gd name="connsiteY2" fmla="*/ 894 h 490638"/>
                    <a:gd name="connsiteX3" fmla="*/ 462094 w 612113"/>
                    <a:gd name="connsiteY3" fmla="*/ 19944 h 490638"/>
                    <a:gd name="connsiteX4" fmla="*/ 428757 w 612113"/>
                    <a:gd name="connsiteY4" fmla="*/ 241401 h 490638"/>
                    <a:gd name="connsiteX5" fmla="*/ 612113 w 612113"/>
                    <a:gd name="connsiteY5" fmla="*/ 200919 h 490638"/>
                    <a:gd name="connsiteX6" fmla="*/ 474729 w 612113"/>
                    <a:gd name="connsiteY6" fmla="*/ 437439 h 490638"/>
                    <a:gd name="connsiteX7" fmla="*/ 450916 w 612113"/>
                    <a:gd name="connsiteY7" fmla="*/ 483494 h 490638"/>
                    <a:gd name="connsiteX8" fmla="*/ 277150 w 612113"/>
                    <a:gd name="connsiteY8" fmla="*/ 490638 h 490638"/>
                    <a:gd name="connsiteX9" fmla="*/ 50931 w 612113"/>
                    <a:gd name="connsiteY9" fmla="*/ 463633 h 490638"/>
                    <a:gd name="connsiteX0" fmla="*/ 50931 w 612113"/>
                    <a:gd name="connsiteY0" fmla="*/ 466225 h 493230"/>
                    <a:gd name="connsiteX1" fmla="*/ 14419 w 612113"/>
                    <a:gd name="connsiteY1" fmla="*/ 232086 h 493230"/>
                    <a:gd name="connsiteX2" fmla="*/ 185870 w 612113"/>
                    <a:gd name="connsiteY2" fmla="*/ 3486 h 493230"/>
                    <a:gd name="connsiteX3" fmla="*/ 288264 w 612113"/>
                    <a:gd name="connsiteY3" fmla="*/ 210655 h 493230"/>
                    <a:gd name="connsiteX4" fmla="*/ 462094 w 612113"/>
                    <a:gd name="connsiteY4" fmla="*/ 22536 h 493230"/>
                    <a:gd name="connsiteX5" fmla="*/ 428757 w 612113"/>
                    <a:gd name="connsiteY5" fmla="*/ 243993 h 493230"/>
                    <a:gd name="connsiteX6" fmla="*/ 612113 w 612113"/>
                    <a:gd name="connsiteY6" fmla="*/ 203511 h 493230"/>
                    <a:gd name="connsiteX7" fmla="*/ 474729 w 612113"/>
                    <a:gd name="connsiteY7" fmla="*/ 440031 h 493230"/>
                    <a:gd name="connsiteX8" fmla="*/ 450916 w 612113"/>
                    <a:gd name="connsiteY8" fmla="*/ 486086 h 493230"/>
                    <a:gd name="connsiteX9" fmla="*/ 277150 w 612113"/>
                    <a:gd name="connsiteY9" fmla="*/ 493230 h 493230"/>
                    <a:gd name="connsiteX10" fmla="*/ 50931 w 612113"/>
                    <a:gd name="connsiteY10" fmla="*/ 466225 h 493230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5870 w 612113"/>
                    <a:gd name="connsiteY2" fmla="*/ 3793 h 493537"/>
                    <a:gd name="connsiteX3" fmla="*/ 288264 w 612113"/>
                    <a:gd name="connsiteY3" fmla="*/ 210962 h 493537"/>
                    <a:gd name="connsiteX4" fmla="*/ 462094 w 612113"/>
                    <a:gd name="connsiteY4" fmla="*/ 22843 h 493537"/>
                    <a:gd name="connsiteX5" fmla="*/ 428757 w 612113"/>
                    <a:gd name="connsiteY5" fmla="*/ 244300 h 493537"/>
                    <a:gd name="connsiteX6" fmla="*/ 612113 w 612113"/>
                    <a:gd name="connsiteY6" fmla="*/ 203818 h 493537"/>
                    <a:gd name="connsiteX7" fmla="*/ 474729 w 612113"/>
                    <a:gd name="connsiteY7" fmla="*/ 440338 h 493537"/>
                    <a:gd name="connsiteX8" fmla="*/ 450916 w 612113"/>
                    <a:gd name="connsiteY8" fmla="*/ 486393 h 493537"/>
                    <a:gd name="connsiteX9" fmla="*/ 277150 w 612113"/>
                    <a:gd name="connsiteY9" fmla="*/ 493537 h 493537"/>
                    <a:gd name="connsiteX10" fmla="*/ 50931 w 612113"/>
                    <a:gd name="connsiteY10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50931 w 612113"/>
                    <a:gd name="connsiteY0" fmla="*/ 466532 h 493537"/>
                    <a:gd name="connsiteX1" fmla="*/ 14419 w 612113"/>
                    <a:gd name="connsiteY1" fmla="*/ 232393 h 493537"/>
                    <a:gd name="connsiteX2" fmla="*/ 188251 w 612113"/>
                    <a:gd name="connsiteY2" fmla="*/ 308594 h 493537"/>
                    <a:gd name="connsiteX3" fmla="*/ 185870 w 612113"/>
                    <a:gd name="connsiteY3" fmla="*/ 3793 h 493537"/>
                    <a:gd name="connsiteX4" fmla="*/ 288264 w 612113"/>
                    <a:gd name="connsiteY4" fmla="*/ 210962 h 493537"/>
                    <a:gd name="connsiteX5" fmla="*/ 462094 w 612113"/>
                    <a:gd name="connsiteY5" fmla="*/ 22843 h 493537"/>
                    <a:gd name="connsiteX6" fmla="*/ 428757 w 612113"/>
                    <a:gd name="connsiteY6" fmla="*/ 244300 h 493537"/>
                    <a:gd name="connsiteX7" fmla="*/ 612113 w 612113"/>
                    <a:gd name="connsiteY7" fmla="*/ 203818 h 493537"/>
                    <a:gd name="connsiteX8" fmla="*/ 474729 w 612113"/>
                    <a:gd name="connsiteY8" fmla="*/ 440338 h 493537"/>
                    <a:gd name="connsiteX9" fmla="*/ 450916 w 612113"/>
                    <a:gd name="connsiteY9" fmla="*/ 486393 h 493537"/>
                    <a:gd name="connsiteX10" fmla="*/ 277150 w 612113"/>
                    <a:gd name="connsiteY10" fmla="*/ 493537 h 493537"/>
                    <a:gd name="connsiteX11" fmla="*/ 50931 w 612113"/>
                    <a:gd name="connsiteY11" fmla="*/ 466532 h 493537"/>
                    <a:gd name="connsiteX0" fmla="*/ 49297 w 610479"/>
                    <a:gd name="connsiteY0" fmla="*/ 466532 h 493537"/>
                    <a:gd name="connsiteX1" fmla="*/ 12785 w 610479"/>
                    <a:gd name="connsiteY1" fmla="*/ 232393 h 493537"/>
                    <a:gd name="connsiteX2" fmla="*/ 186617 w 610479"/>
                    <a:gd name="connsiteY2" fmla="*/ 308594 h 493537"/>
                    <a:gd name="connsiteX3" fmla="*/ 184236 w 610479"/>
                    <a:gd name="connsiteY3" fmla="*/ 3793 h 493537"/>
                    <a:gd name="connsiteX4" fmla="*/ 286630 w 610479"/>
                    <a:gd name="connsiteY4" fmla="*/ 210962 h 493537"/>
                    <a:gd name="connsiteX5" fmla="*/ 460460 w 610479"/>
                    <a:gd name="connsiteY5" fmla="*/ 22843 h 493537"/>
                    <a:gd name="connsiteX6" fmla="*/ 427123 w 610479"/>
                    <a:gd name="connsiteY6" fmla="*/ 244300 h 493537"/>
                    <a:gd name="connsiteX7" fmla="*/ 610479 w 610479"/>
                    <a:gd name="connsiteY7" fmla="*/ 203818 h 493537"/>
                    <a:gd name="connsiteX8" fmla="*/ 473095 w 610479"/>
                    <a:gd name="connsiteY8" fmla="*/ 440338 h 493537"/>
                    <a:gd name="connsiteX9" fmla="*/ 449282 w 610479"/>
                    <a:gd name="connsiteY9" fmla="*/ 486393 h 493537"/>
                    <a:gd name="connsiteX10" fmla="*/ 275516 w 610479"/>
                    <a:gd name="connsiteY10" fmla="*/ 493537 h 493537"/>
                    <a:gd name="connsiteX11" fmla="*/ 49297 w 610479"/>
                    <a:gd name="connsiteY11" fmla="*/ 466532 h 493537"/>
                    <a:gd name="connsiteX0" fmla="*/ 39744 w 600926"/>
                    <a:gd name="connsiteY0" fmla="*/ 466532 h 493537"/>
                    <a:gd name="connsiteX1" fmla="*/ 86577 w 600926"/>
                    <a:gd name="connsiteY1" fmla="*/ 391938 h 493537"/>
                    <a:gd name="connsiteX2" fmla="*/ 3232 w 600926"/>
                    <a:gd name="connsiteY2" fmla="*/ 232393 h 493537"/>
                    <a:gd name="connsiteX3" fmla="*/ 177064 w 600926"/>
                    <a:gd name="connsiteY3" fmla="*/ 308594 h 493537"/>
                    <a:gd name="connsiteX4" fmla="*/ 174683 w 600926"/>
                    <a:gd name="connsiteY4" fmla="*/ 3793 h 493537"/>
                    <a:gd name="connsiteX5" fmla="*/ 277077 w 600926"/>
                    <a:gd name="connsiteY5" fmla="*/ 210962 h 493537"/>
                    <a:gd name="connsiteX6" fmla="*/ 450907 w 600926"/>
                    <a:gd name="connsiteY6" fmla="*/ 22843 h 493537"/>
                    <a:gd name="connsiteX7" fmla="*/ 417570 w 600926"/>
                    <a:gd name="connsiteY7" fmla="*/ 244300 h 493537"/>
                    <a:gd name="connsiteX8" fmla="*/ 600926 w 600926"/>
                    <a:gd name="connsiteY8" fmla="*/ 203818 h 493537"/>
                    <a:gd name="connsiteX9" fmla="*/ 463542 w 600926"/>
                    <a:gd name="connsiteY9" fmla="*/ 440338 h 493537"/>
                    <a:gd name="connsiteX10" fmla="*/ 439729 w 600926"/>
                    <a:gd name="connsiteY10" fmla="*/ 486393 h 493537"/>
                    <a:gd name="connsiteX11" fmla="*/ 265963 w 600926"/>
                    <a:gd name="connsiteY11" fmla="*/ 493537 h 493537"/>
                    <a:gd name="connsiteX12" fmla="*/ 39744 w 600926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493537"/>
                    <a:gd name="connsiteX1" fmla="*/ 103015 w 617364"/>
                    <a:gd name="connsiteY1" fmla="*/ 391938 h 493537"/>
                    <a:gd name="connsiteX2" fmla="*/ 19670 w 617364"/>
                    <a:gd name="connsiteY2" fmla="*/ 232393 h 493537"/>
                    <a:gd name="connsiteX3" fmla="*/ 193502 w 617364"/>
                    <a:gd name="connsiteY3" fmla="*/ 308594 h 493537"/>
                    <a:gd name="connsiteX4" fmla="*/ 191121 w 617364"/>
                    <a:gd name="connsiteY4" fmla="*/ 3793 h 493537"/>
                    <a:gd name="connsiteX5" fmla="*/ 293515 w 617364"/>
                    <a:gd name="connsiteY5" fmla="*/ 210962 h 493537"/>
                    <a:gd name="connsiteX6" fmla="*/ 467345 w 617364"/>
                    <a:gd name="connsiteY6" fmla="*/ 22843 h 493537"/>
                    <a:gd name="connsiteX7" fmla="*/ 434008 w 617364"/>
                    <a:gd name="connsiteY7" fmla="*/ 244300 h 493537"/>
                    <a:gd name="connsiteX8" fmla="*/ 617364 w 617364"/>
                    <a:gd name="connsiteY8" fmla="*/ 203818 h 493537"/>
                    <a:gd name="connsiteX9" fmla="*/ 479980 w 617364"/>
                    <a:gd name="connsiteY9" fmla="*/ 440338 h 493537"/>
                    <a:gd name="connsiteX10" fmla="*/ 456167 w 617364"/>
                    <a:gd name="connsiteY10" fmla="*/ 486393 h 493537"/>
                    <a:gd name="connsiteX11" fmla="*/ 282401 w 617364"/>
                    <a:gd name="connsiteY11" fmla="*/ 493537 h 493537"/>
                    <a:gd name="connsiteX12" fmla="*/ 56182 w 617364"/>
                    <a:gd name="connsiteY12" fmla="*/ 466532 h 493537"/>
                    <a:gd name="connsiteX0" fmla="*/ 56182 w 617364"/>
                    <a:gd name="connsiteY0" fmla="*/ 466532 h 500681"/>
                    <a:gd name="connsiteX1" fmla="*/ 103015 w 617364"/>
                    <a:gd name="connsiteY1" fmla="*/ 391938 h 500681"/>
                    <a:gd name="connsiteX2" fmla="*/ 19670 w 617364"/>
                    <a:gd name="connsiteY2" fmla="*/ 232393 h 500681"/>
                    <a:gd name="connsiteX3" fmla="*/ 193502 w 617364"/>
                    <a:gd name="connsiteY3" fmla="*/ 308594 h 500681"/>
                    <a:gd name="connsiteX4" fmla="*/ 191121 w 617364"/>
                    <a:gd name="connsiteY4" fmla="*/ 3793 h 500681"/>
                    <a:gd name="connsiteX5" fmla="*/ 293515 w 617364"/>
                    <a:gd name="connsiteY5" fmla="*/ 210962 h 500681"/>
                    <a:gd name="connsiteX6" fmla="*/ 467345 w 617364"/>
                    <a:gd name="connsiteY6" fmla="*/ 22843 h 500681"/>
                    <a:gd name="connsiteX7" fmla="*/ 434008 w 617364"/>
                    <a:gd name="connsiteY7" fmla="*/ 244300 h 500681"/>
                    <a:gd name="connsiteX8" fmla="*/ 617364 w 617364"/>
                    <a:gd name="connsiteY8" fmla="*/ 203818 h 500681"/>
                    <a:gd name="connsiteX9" fmla="*/ 479980 w 617364"/>
                    <a:gd name="connsiteY9" fmla="*/ 440338 h 500681"/>
                    <a:gd name="connsiteX10" fmla="*/ 456167 w 617364"/>
                    <a:gd name="connsiteY10" fmla="*/ 486393 h 500681"/>
                    <a:gd name="connsiteX11" fmla="*/ 306213 w 617364"/>
                    <a:gd name="connsiteY11" fmla="*/ 500681 h 500681"/>
                    <a:gd name="connsiteX12" fmla="*/ 56182 w 617364"/>
                    <a:gd name="connsiteY12" fmla="*/ 466532 h 5006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17364" h="500681">
                      <a:moveTo>
                        <a:pt x="56182" y="466532"/>
                      </a:moveTo>
                      <a:cubicBezTo>
                        <a:pt x="40573" y="417453"/>
                        <a:pt x="109100" y="430961"/>
                        <a:pt x="103015" y="391938"/>
                      </a:cubicBezTo>
                      <a:cubicBezTo>
                        <a:pt x="96930" y="352915"/>
                        <a:pt x="-52561" y="307006"/>
                        <a:pt x="19670" y="232393"/>
                      </a:cubicBezTo>
                      <a:cubicBezTo>
                        <a:pt x="88198" y="145745"/>
                        <a:pt x="164927" y="346694"/>
                        <a:pt x="193502" y="308594"/>
                      </a:cubicBezTo>
                      <a:cubicBezTo>
                        <a:pt x="224458" y="263350"/>
                        <a:pt x="53405" y="52610"/>
                        <a:pt x="191121" y="3793"/>
                      </a:cubicBezTo>
                      <a:cubicBezTo>
                        <a:pt x="265337" y="16493"/>
                        <a:pt x="247478" y="207787"/>
                        <a:pt x="293515" y="210962"/>
                      </a:cubicBezTo>
                      <a:cubicBezTo>
                        <a:pt x="339552" y="214137"/>
                        <a:pt x="327249" y="-83122"/>
                        <a:pt x="467345" y="22843"/>
                      </a:cubicBezTo>
                      <a:cubicBezTo>
                        <a:pt x="509017" y="58165"/>
                        <a:pt x="411386" y="214138"/>
                        <a:pt x="434008" y="244300"/>
                      </a:cubicBezTo>
                      <a:cubicBezTo>
                        <a:pt x="456630" y="274462"/>
                        <a:pt x="582318" y="30652"/>
                        <a:pt x="617364" y="203818"/>
                      </a:cubicBezTo>
                      <a:cubicBezTo>
                        <a:pt x="566807" y="282658"/>
                        <a:pt x="459100" y="290061"/>
                        <a:pt x="479980" y="440338"/>
                      </a:cubicBezTo>
                      <a:lnTo>
                        <a:pt x="456167" y="486393"/>
                      </a:lnTo>
                      <a:lnTo>
                        <a:pt x="306213" y="500681"/>
                      </a:lnTo>
                      <a:cubicBezTo>
                        <a:pt x="271288" y="436910"/>
                        <a:pt x="57769" y="511253"/>
                        <a:pt x="56182" y="466532"/>
                      </a:cubicBez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Rectangle 6">
                  <a:extLst>
                    <a:ext uri="{FF2B5EF4-FFF2-40B4-BE49-F238E27FC236}">
                      <a16:creationId xmlns:a16="http://schemas.microsoft.com/office/drawing/2014/main" id="{85A05ACD-4EFF-4A9A-B938-C14F6C923FEF}"/>
                    </a:ext>
                  </a:extLst>
                </p:cNvPr>
                <p:cNvSpPr/>
                <p:nvPr/>
              </p:nvSpPr>
              <p:spPr>
                <a:xfrm rot="10272102" flipH="1">
                  <a:off x="2545861" y="2986853"/>
                  <a:ext cx="1106050" cy="725917"/>
                </a:xfrm>
                <a:custGeom>
                  <a:avLst/>
                  <a:gdLst>
                    <a:gd name="connsiteX0" fmla="*/ 0 w 403367"/>
                    <a:gd name="connsiteY0" fmla="*/ 0 h 205954"/>
                    <a:gd name="connsiteX1" fmla="*/ 403367 w 403367"/>
                    <a:gd name="connsiteY1" fmla="*/ 0 h 205954"/>
                    <a:gd name="connsiteX2" fmla="*/ 403367 w 403367"/>
                    <a:gd name="connsiteY2" fmla="*/ 205954 h 205954"/>
                    <a:gd name="connsiteX3" fmla="*/ 0 w 403367"/>
                    <a:gd name="connsiteY3" fmla="*/ 205954 h 205954"/>
                    <a:gd name="connsiteX4" fmla="*/ 0 w 403367"/>
                    <a:gd name="connsiteY4" fmla="*/ 0 h 205954"/>
                    <a:gd name="connsiteX0" fmla="*/ 0 w 403367"/>
                    <a:gd name="connsiteY0" fmla="*/ 283657 h 489611"/>
                    <a:gd name="connsiteX1" fmla="*/ 395453 w 403367"/>
                    <a:gd name="connsiteY1" fmla="*/ 0 h 489611"/>
                    <a:gd name="connsiteX2" fmla="*/ 403367 w 403367"/>
                    <a:gd name="connsiteY2" fmla="*/ 489611 h 489611"/>
                    <a:gd name="connsiteX3" fmla="*/ 0 w 403367"/>
                    <a:gd name="connsiteY3" fmla="*/ 489611 h 489611"/>
                    <a:gd name="connsiteX4" fmla="*/ 0 w 403367"/>
                    <a:gd name="connsiteY4" fmla="*/ 283657 h 489611"/>
                    <a:gd name="connsiteX0" fmla="*/ 0 w 601250"/>
                    <a:gd name="connsiteY0" fmla="*/ 283657 h 489611"/>
                    <a:gd name="connsiteX1" fmla="*/ 395453 w 601250"/>
                    <a:gd name="connsiteY1" fmla="*/ 0 h 489611"/>
                    <a:gd name="connsiteX2" fmla="*/ 601250 w 601250"/>
                    <a:gd name="connsiteY2" fmla="*/ 61898 h 489611"/>
                    <a:gd name="connsiteX3" fmla="*/ 0 w 601250"/>
                    <a:gd name="connsiteY3" fmla="*/ 489611 h 489611"/>
                    <a:gd name="connsiteX4" fmla="*/ 0 w 601250"/>
                    <a:gd name="connsiteY4" fmla="*/ 283657 h 489611"/>
                    <a:gd name="connsiteX0" fmla="*/ 0 w 651260"/>
                    <a:gd name="connsiteY0" fmla="*/ 283657 h 504146"/>
                    <a:gd name="connsiteX1" fmla="*/ 395453 w 651260"/>
                    <a:gd name="connsiteY1" fmla="*/ 0 h 504146"/>
                    <a:gd name="connsiteX2" fmla="*/ 601250 w 651260"/>
                    <a:gd name="connsiteY2" fmla="*/ 61898 h 504146"/>
                    <a:gd name="connsiteX3" fmla="*/ 0 w 651260"/>
                    <a:gd name="connsiteY3" fmla="*/ 489611 h 504146"/>
                    <a:gd name="connsiteX4" fmla="*/ 0 w 651260"/>
                    <a:gd name="connsiteY4" fmla="*/ 283657 h 504146"/>
                    <a:gd name="connsiteX0" fmla="*/ 0 w 614256"/>
                    <a:gd name="connsiteY0" fmla="*/ 283657 h 489611"/>
                    <a:gd name="connsiteX1" fmla="*/ 395453 w 614256"/>
                    <a:gd name="connsiteY1" fmla="*/ 0 h 489611"/>
                    <a:gd name="connsiteX2" fmla="*/ 561695 w 614256"/>
                    <a:gd name="connsiteY2" fmla="*/ 30022 h 489611"/>
                    <a:gd name="connsiteX3" fmla="*/ 0 w 614256"/>
                    <a:gd name="connsiteY3" fmla="*/ 489611 h 489611"/>
                    <a:gd name="connsiteX4" fmla="*/ 0 w 614256"/>
                    <a:gd name="connsiteY4" fmla="*/ 283657 h 489611"/>
                    <a:gd name="connsiteX0" fmla="*/ 0 w 664919"/>
                    <a:gd name="connsiteY0" fmla="*/ 283657 h 489611"/>
                    <a:gd name="connsiteX1" fmla="*/ 395453 w 664919"/>
                    <a:gd name="connsiteY1" fmla="*/ 0 h 489611"/>
                    <a:gd name="connsiteX2" fmla="*/ 561695 w 664919"/>
                    <a:gd name="connsiteY2" fmla="*/ 30022 h 489611"/>
                    <a:gd name="connsiteX3" fmla="*/ 0 w 664919"/>
                    <a:gd name="connsiteY3" fmla="*/ 489611 h 489611"/>
                    <a:gd name="connsiteX4" fmla="*/ 0 w 664919"/>
                    <a:gd name="connsiteY4" fmla="*/ 283657 h 489611"/>
                    <a:gd name="connsiteX0" fmla="*/ 0 w 656080"/>
                    <a:gd name="connsiteY0" fmla="*/ 283657 h 512724"/>
                    <a:gd name="connsiteX1" fmla="*/ 395453 w 656080"/>
                    <a:gd name="connsiteY1" fmla="*/ 0 h 512724"/>
                    <a:gd name="connsiteX2" fmla="*/ 561695 w 656080"/>
                    <a:gd name="connsiteY2" fmla="*/ 30022 h 512724"/>
                    <a:gd name="connsiteX3" fmla="*/ 0 w 656080"/>
                    <a:gd name="connsiteY3" fmla="*/ 489611 h 512724"/>
                    <a:gd name="connsiteX4" fmla="*/ 0 w 656080"/>
                    <a:gd name="connsiteY4" fmla="*/ 283657 h 512724"/>
                    <a:gd name="connsiteX0" fmla="*/ 0 w 668482"/>
                    <a:gd name="connsiteY0" fmla="*/ 283657 h 506070"/>
                    <a:gd name="connsiteX1" fmla="*/ 395453 w 668482"/>
                    <a:gd name="connsiteY1" fmla="*/ 0 h 506070"/>
                    <a:gd name="connsiteX2" fmla="*/ 561695 w 668482"/>
                    <a:gd name="connsiteY2" fmla="*/ 30022 h 506070"/>
                    <a:gd name="connsiteX3" fmla="*/ 0 w 668482"/>
                    <a:gd name="connsiteY3" fmla="*/ 489611 h 506070"/>
                    <a:gd name="connsiteX4" fmla="*/ 0 w 668482"/>
                    <a:gd name="connsiteY4" fmla="*/ 283657 h 506070"/>
                    <a:gd name="connsiteX0" fmla="*/ 0 w 622780"/>
                    <a:gd name="connsiteY0" fmla="*/ 283657 h 503130"/>
                    <a:gd name="connsiteX1" fmla="*/ 395453 w 622780"/>
                    <a:gd name="connsiteY1" fmla="*/ 0 h 503130"/>
                    <a:gd name="connsiteX2" fmla="*/ 511145 w 622780"/>
                    <a:gd name="connsiteY2" fmla="*/ 21908 h 503130"/>
                    <a:gd name="connsiteX3" fmla="*/ 0 w 622780"/>
                    <a:gd name="connsiteY3" fmla="*/ 489611 h 503130"/>
                    <a:gd name="connsiteX4" fmla="*/ 0 w 622780"/>
                    <a:gd name="connsiteY4" fmla="*/ 283657 h 503130"/>
                    <a:gd name="connsiteX0" fmla="*/ 0 w 671960"/>
                    <a:gd name="connsiteY0" fmla="*/ 283657 h 501829"/>
                    <a:gd name="connsiteX1" fmla="*/ 395453 w 671960"/>
                    <a:gd name="connsiteY1" fmla="*/ 0 h 501829"/>
                    <a:gd name="connsiteX2" fmla="*/ 511145 w 671960"/>
                    <a:gd name="connsiteY2" fmla="*/ 21908 h 501829"/>
                    <a:gd name="connsiteX3" fmla="*/ 0 w 671960"/>
                    <a:gd name="connsiteY3" fmla="*/ 489611 h 501829"/>
                    <a:gd name="connsiteX4" fmla="*/ 0 w 671960"/>
                    <a:gd name="connsiteY4" fmla="*/ 283657 h 501829"/>
                    <a:gd name="connsiteX0" fmla="*/ 0 w 688536"/>
                    <a:gd name="connsiteY0" fmla="*/ 283657 h 504326"/>
                    <a:gd name="connsiteX1" fmla="*/ 395453 w 688536"/>
                    <a:gd name="connsiteY1" fmla="*/ 0 h 504326"/>
                    <a:gd name="connsiteX2" fmla="*/ 529963 w 688536"/>
                    <a:gd name="connsiteY2" fmla="*/ 28918 h 504326"/>
                    <a:gd name="connsiteX3" fmla="*/ 0 w 688536"/>
                    <a:gd name="connsiteY3" fmla="*/ 489611 h 504326"/>
                    <a:gd name="connsiteX4" fmla="*/ 0 w 688536"/>
                    <a:gd name="connsiteY4" fmla="*/ 283657 h 504326"/>
                    <a:gd name="connsiteX0" fmla="*/ 0 w 660616"/>
                    <a:gd name="connsiteY0" fmla="*/ 283657 h 495051"/>
                    <a:gd name="connsiteX1" fmla="*/ 395453 w 660616"/>
                    <a:gd name="connsiteY1" fmla="*/ 0 h 495051"/>
                    <a:gd name="connsiteX2" fmla="*/ 529963 w 660616"/>
                    <a:gd name="connsiteY2" fmla="*/ 28918 h 495051"/>
                    <a:gd name="connsiteX3" fmla="*/ 0 w 660616"/>
                    <a:gd name="connsiteY3" fmla="*/ 489611 h 495051"/>
                    <a:gd name="connsiteX4" fmla="*/ 0 w 660616"/>
                    <a:gd name="connsiteY4" fmla="*/ 28365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686008"/>
                    <a:gd name="connsiteY0" fmla="*/ 173487 h 495051"/>
                    <a:gd name="connsiteX1" fmla="*/ 420845 w 686008"/>
                    <a:gd name="connsiteY1" fmla="*/ 0 h 495051"/>
                    <a:gd name="connsiteX2" fmla="*/ 555355 w 686008"/>
                    <a:gd name="connsiteY2" fmla="*/ 28918 h 495051"/>
                    <a:gd name="connsiteX3" fmla="*/ 25392 w 686008"/>
                    <a:gd name="connsiteY3" fmla="*/ 489611 h 495051"/>
                    <a:gd name="connsiteX4" fmla="*/ 0 w 686008"/>
                    <a:gd name="connsiteY4" fmla="*/ 173487 h 495051"/>
                    <a:gd name="connsiteX0" fmla="*/ 0 w 1072647"/>
                    <a:gd name="connsiteY0" fmla="*/ 0 h 508598"/>
                    <a:gd name="connsiteX1" fmla="*/ 807484 w 1072647"/>
                    <a:gd name="connsiteY1" fmla="*/ 13547 h 508598"/>
                    <a:gd name="connsiteX2" fmla="*/ 941994 w 1072647"/>
                    <a:gd name="connsiteY2" fmla="*/ 42465 h 508598"/>
                    <a:gd name="connsiteX3" fmla="*/ 412031 w 1072647"/>
                    <a:gd name="connsiteY3" fmla="*/ 503158 h 508598"/>
                    <a:gd name="connsiteX4" fmla="*/ 0 w 1072647"/>
                    <a:gd name="connsiteY4" fmla="*/ 0 h 508598"/>
                    <a:gd name="connsiteX0" fmla="*/ 0 w 1043561"/>
                    <a:gd name="connsiteY0" fmla="*/ 0 h 481824"/>
                    <a:gd name="connsiteX1" fmla="*/ 807484 w 1043561"/>
                    <a:gd name="connsiteY1" fmla="*/ 13547 h 481824"/>
                    <a:gd name="connsiteX2" fmla="*/ 941994 w 1043561"/>
                    <a:gd name="connsiteY2" fmla="*/ 42465 h 481824"/>
                    <a:gd name="connsiteX3" fmla="*/ 61939 w 1043561"/>
                    <a:gd name="connsiteY3" fmla="*/ 461304 h 481824"/>
                    <a:gd name="connsiteX4" fmla="*/ 0 w 1043561"/>
                    <a:gd name="connsiteY4" fmla="*/ 0 h 48182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545"/>
                    <a:gd name="connsiteY0" fmla="*/ 0 h 461304"/>
                    <a:gd name="connsiteX1" fmla="*/ 807484 w 947545"/>
                    <a:gd name="connsiteY1" fmla="*/ 13547 h 461304"/>
                    <a:gd name="connsiteX2" fmla="*/ 941994 w 947545"/>
                    <a:gd name="connsiteY2" fmla="*/ 42465 h 461304"/>
                    <a:gd name="connsiteX3" fmla="*/ 61939 w 947545"/>
                    <a:gd name="connsiteY3" fmla="*/ 461304 h 461304"/>
                    <a:gd name="connsiteX4" fmla="*/ 0 w 947545"/>
                    <a:gd name="connsiteY4" fmla="*/ 0 h 461304"/>
                    <a:gd name="connsiteX0" fmla="*/ 0 w 947817"/>
                    <a:gd name="connsiteY0" fmla="*/ 0 h 494854"/>
                    <a:gd name="connsiteX1" fmla="*/ 807484 w 947817"/>
                    <a:gd name="connsiteY1" fmla="*/ 13547 h 494854"/>
                    <a:gd name="connsiteX2" fmla="*/ 941994 w 947817"/>
                    <a:gd name="connsiteY2" fmla="*/ 42465 h 494854"/>
                    <a:gd name="connsiteX3" fmla="*/ 61939 w 947817"/>
                    <a:gd name="connsiteY3" fmla="*/ 461304 h 494854"/>
                    <a:gd name="connsiteX4" fmla="*/ 0 w 947817"/>
                    <a:gd name="connsiteY4" fmla="*/ 0 h 494854"/>
                    <a:gd name="connsiteX0" fmla="*/ 0 w 955062"/>
                    <a:gd name="connsiteY0" fmla="*/ 0 h 497330"/>
                    <a:gd name="connsiteX1" fmla="*/ 807484 w 955062"/>
                    <a:gd name="connsiteY1" fmla="*/ 13547 h 497330"/>
                    <a:gd name="connsiteX2" fmla="*/ 949287 w 955062"/>
                    <a:gd name="connsiteY2" fmla="*/ 73025 h 497330"/>
                    <a:gd name="connsiteX3" fmla="*/ 61939 w 955062"/>
                    <a:gd name="connsiteY3" fmla="*/ 461304 h 497330"/>
                    <a:gd name="connsiteX4" fmla="*/ 0 w 955062"/>
                    <a:gd name="connsiteY4" fmla="*/ 0 h 497330"/>
                    <a:gd name="connsiteX0" fmla="*/ 0 w 949287"/>
                    <a:gd name="connsiteY0" fmla="*/ 0 h 490165"/>
                    <a:gd name="connsiteX1" fmla="*/ 807484 w 949287"/>
                    <a:gd name="connsiteY1" fmla="*/ 13547 h 490165"/>
                    <a:gd name="connsiteX2" fmla="*/ 949287 w 949287"/>
                    <a:gd name="connsiteY2" fmla="*/ 73025 h 490165"/>
                    <a:gd name="connsiteX3" fmla="*/ 61939 w 949287"/>
                    <a:gd name="connsiteY3" fmla="*/ 461304 h 490165"/>
                    <a:gd name="connsiteX4" fmla="*/ 0 w 949287"/>
                    <a:gd name="connsiteY4" fmla="*/ 0 h 490165"/>
                    <a:gd name="connsiteX0" fmla="*/ 0 w 949287"/>
                    <a:gd name="connsiteY0" fmla="*/ 0 h 519996"/>
                    <a:gd name="connsiteX1" fmla="*/ 807484 w 949287"/>
                    <a:gd name="connsiteY1" fmla="*/ 13547 h 519996"/>
                    <a:gd name="connsiteX2" fmla="*/ 949287 w 949287"/>
                    <a:gd name="connsiteY2" fmla="*/ 73025 h 519996"/>
                    <a:gd name="connsiteX3" fmla="*/ 160667 w 949287"/>
                    <a:gd name="connsiteY3" fmla="*/ 492844 h 519996"/>
                    <a:gd name="connsiteX4" fmla="*/ 0 w 949287"/>
                    <a:gd name="connsiteY4" fmla="*/ 0 h 519996"/>
                    <a:gd name="connsiteX0" fmla="*/ 0 w 956580"/>
                    <a:gd name="connsiteY0" fmla="*/ 0 h 550556"/>
                    <a:gd name="connsiteX1" fmla="*/ 814777 w 956580"/>
                    <a:gd name="connsiteY1" fmla="*/ 44107 h 550556"/>
                    <a:gd name="connsiteX2" fmla="*/ 956580 w 956580"/>
                    <a:gd name="connsiteY2" fmla="*/ 103585 h 550556"/>
                    <a:gd name="connsiteX3" fmla="*/ 167960 w 956580"/>
                    <a:gd name="connsiteY3" fmla="*/ 523404 h 550556"/>
                    <a:gd name="connsiteX4" fmla="*/ 0 w 956580"/>
                    <a:gd name="connsiteY4" fmla="*/ 0 h 550556"/>
                    <a:gd name="connsiteX0" fmla="*/ 0 w 956580"/>
                    <a:gd name="connsiteY0" fmla="*/ 15600 h 566156"/>
                    <a:gd name="connsiteX1" fmla="*/ 484536 w 956580"/>
                    <a:gd name="connsiteY1" fmla="*/ 166396 h 566156"/>
                    <a:gd name="connsiteX2" fmla="*/ 814777 w 956580"/>
                    <a:gd name="connsiteY2" fmla="*/ 59707 h 566156"/>
                    <a:gd name="connsiteX3" fmla="*/ 956580 w 956580"/>
                    <a:gd name="connsiteY3" fmla="*/ 119185 h 566156"/>
                    <a:gd name="connsiteX4" fmla="*/ 167960 w 956580"/>
                    <a:gd name="connsiteY4" fmla="*/ 539004 h 566156"/>
                    <a:gd name="connsiteX5" fmla="*/ 0 w 956580"/>
                    <a:gd name="connsiteY5" fmla="*/ 15600 h 56615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14777 w 956580"/>
                    <a:gd name="connsiteY2" fmla="*/ 120727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956580"/>
                    <a:gd name="connsiteY0" fmla="*/ 76620 h 627176"/>
                    <a:gd name="connsiteX1" fmla="*/ 484536 w 956580"/>
                    <a:gd name="connsiteY1" fmla="*/ 227416 h 627176"/>
                    <a:gd name="connsiteX2" fmla="*/ 884088 w 956580"/>
                    <a:gd name="connsiteY2" fmla="*/ 52886 h 627176"/>
                    <a:gd name="connsiteX3" fmla="*/ 956580 w 956580"/>
                    <a:gd name="connsiteY3" fmla="*/ 180205 h 627176"/>
                    <a:gd name="connsiteX4" fmla="*/ 167960 w 956580"/>
                    <a:gd name="connsiteY4" fmla="*/ 600024 h 627176"/>
                    <a:gd name="connsiteX5" fmla="*/ 0 w 956580"/>
                    <a:gd name="connsiteY5" fmla="*/ 76620 h 627176"/>
                    <a:gd name="connsiteX0" fmla="*/ 0 w 828178"/>
                    <a:gd name="connsiteY0" fmla="*/ 578628 h 578628"/>
                    <a:gd name="connsiteX1" fmla="*/ 356134 w 828178"/>
                    <a:gd name="connsiteY1" fmla="*/ 174530 h 578628"/>
                    <a:gd name="connsiteX2" fmla="*/ 755686 w 828178"/>
                    <a:gd name="connsiteY2" fmla="*/ 0 h 578628"/>
                    <a:gd name="connsiteX3" fmla="*/ 828178 w 828178"/>
                    <a:gd name="connsiteY3" fmla="*/ 127319 h 578628"/>
                    <a:gd name="connsiteX4" fmla="*/ 39558 w 828178"/>
                    <a:gd name="connsiteY4" fmla="*/ 547138 h 578628"/>
                    <a:gd name="connsiteX5" fmla="*/ 0 w 828178"/>
                    <a:gd name="connsiteY5" fmla="*/ 578628 h 578628"/>
                    <a:gd name="connsiteX0" fmla="*/ 0 w 828178"/>
                    <a:gd name="connsiteY0" fmla="*/ 578628 h 679541"/>
                    <a:gd name="connsiteX1" fmla="*/ 356134 w 828178"/>
                    <a:gd name="connsiteY1" fmla="*/ 174530 h 679541"/>
                    <a:gd name="connsiteX2" fmla="*/ 755686 w 828178"/>
                    <a:gd name="connsiteY2" fmla="*/ 0 h 679541"/>
                    <a:gd name="connsiteX3" fmla="*/ 828178 w 828178"/>
                    <a:gd name="connsiteY3" fmla="*/ 127319 h 679541"/>
                    <a:gd name="connsiteX4" fmla="*/ 184311 w 828178"/>
                    <a:gd name="connsiteY4" fmla="*/ 657050 h 679541"/>
                    <a:gd name="connsiteX5" fmla="*/ 0 w 828178"/>
                    <a:gd name="connsiteY5" fmla="*/ 578628 h 679541"/>
                    <a:gd name="connsiteX0" fmla="*/ 0 w 867258"/>
                    <a:gd name="connsiteY0" fmla="*/ 578628 h 679281"/>
                    <a:gd name="connsiteX1" fmla="*/ 356134 w 867258"/>
                    <a:gd name="connsiteY1" fmla="*/ 174530 h 679281"/>
                    <a:gd name="connsiteX2" fmla="*/ 755686 w 867258"/>
                    <a:gd name="connsiteY2" fmla="*/ 0 h 679281"/>
                    <a:gd name="connsiteX3" fmla="*/ 867258 w 867258"/>
                    <a:gd name="connsiteY3" fmla="*/ 119875 h 679281"/>
                    <a:gd name="connsiteX4" fmla="*/ 184311 w 867258"/>
                    <a:gd name="connsiteY4" fmla="*/ 657050 h 679281"/>
                    <a:gd name="connsiteX5" fmla="*/ 0 w 867258"/>
                    <a:gd name="connsiteY5" fmla="*/ 578628 h 679281"/>
                    <a:gd name="connsiteX0" fmla="*/ 0 w 867258"/>
                    <a:gd name="connsiteY0" fmla="*/ 594179 h 694832"/>
                    <a:gd name="connsiteX1" fmla="*/ 356134 w 867258"/>
                    <a:gd name="connsiteY1" fmla="*/ 190081 h 694832"/>
                    <a:gd name="connsiteX2" fmla="*/ 707325 w 867258"/>
                    <a:gd name="connsiteY2" fmla="*/ 0 h 694832"/>
                    <a:gd name="connsiteX3" fmla="*/ 867258 w 867258"/>
                    <a:gd name="connsiteY3" fmla="*/ 135426 h 694832"/>
                    <a:gd name="connsiteX4" fmla="*/ 184311 w 867258"/>
                    <a:gd name="connsiteY4" fmla="*/ 672601 h 694832"/>
                    <a:gd name="connsiteX5" fmla="*/ 0 w 867258"/>
                    <a:gd name="connsiteY5" fmla="*/ 594179 h 694832"/>
                    <a:gd name="connsiteX0" fmla="*/ 0 w 867258"/>
                    <a:gd name="connsiteY0" fmla="*/ 594179 h 694832"/>
                    <a:gd name="connsiteX1" fmla="*/ 707325 w 867258"/>
                    <a:gd name="connsiteY1" fmla="*/ 0 h 694832"/>
                    <a:gd name="connsiteX2" fmla="*/ 867258 w 867258"/>
                    <a:gd name="connsiteY2" fmla="*/ 135426 h 694832"/>
                    <a:gd name="connsiteX3" fmla="*/ 184311 w 867258"/>
                    <a:gd name="connsiteY3" fmla="*/ 672601 h 694832"/>
                    <a:gd name="connsiteX4" fmla="*/ 0 w 867258"/>
                    <a:gd name="connsiteY4" fmla="*/ 594179 h 694832"/>
                    <a:gd name="connsiteX0" fmla="*/ 0 w 867258"/>
                    <a:gd name="connsiteY0" fmla="*/ 594179 h 694832"/>
                    <a:gd name="connsiteX1" fmla="*/ 707325 w 867258"/>
                    <a:gd name="connsiteY1" fmla="*/ 0 h 694832"/>
                    <a:gd name="connsiteX2" fmla="*/ 867258 w 867258"/>
                    <a:gd name="connsiteY2" fmla="*/ 135426 h 694832"/>
                    <a:gd name="connsiteX3" fmla="*/ 184311 w 867258"/>
                    <a:gd name="connsiteY3" fmla="*/ 672601 h 694832"/>
                    <a:gd name="connsiteX4" fmla="*/ 0 w 867258"/>
                    <a:gd name="connsiteY4" fmla="*/ 594179 h 694832"/>
                    <a:gd name="connsiteX0" fmla="*/ 2113 w 869371"/>
                    <a:gd name="connsiteY0" fmla="*/ 594179 h 694832"/>
                    <a:gd name="connsiteX1" fmla="*/ 709438 w 869371"/>
                    <a:gd name="connsiteY1" fmla="*/ 0 h 694832"/>
                    <a:gd name="connsiteX2" fmla="*/ 869371 w 869371"/>
                    <a:gd name="connsiteY2" fmla="*/ 135426 h 694832"/>
                    <a:gd name="connsiteX3" fmla="*/ 186424 w 869371"/>
                    <a:gd name="connsiteY3" fmla="*/ 672601 h 694832"/>
                    <a:gd name="connsiteX4" fmla="*/ 2113 w 869371"/>
                    <a:gd name="connsiteY4" fmla="*/ 594179 h 694832"/>
                    <a:gd name="connsiteX0" fmla="*/ 1296 w 1107346"/>
                    <a:gd name="connsiteY0" fmla="*/ 591968 h 694832"/>
                    <a:gd name="connsiteX1" fmla="*/ 947413 w 1107346"/>
                    <a:gd name="connsiteY1" fmla="*/ 0 h 694832"/>
                    <a:gd name="connsiteX2" fmla="*/ 1107346 w 1107346"/>
                    <a:gd name="connsiteY2" fmla="*/ 135426 h 694832"/>
                    <a:gd name="connsiteX3" fmla="*/ 424399 w 1107346"/>
                    <a:gd name="connsiteY3" fmla="*/ 672601 h 694832"/>
                    <a:gd name="connsiteX4" fmla="*/ 1296 w 1107346"/>
                    <a:gd name="connsiteY4" fmla="*/ 591968 h 694832"/>
                    <a:gd name="connsiteX0" fmla="*/ 0 w 1106050"/>
                    <a:gd name="connsiteY0" fmla="*/ 662114 h 764978"/>
                    <a:gd name="connsiteX1" fmla="*/ 410757 w 1106050"/>
                    <a:gd name="connsiteY1" fmla="*/ 35957 h 764978"/>
                    <a:gd name="connsiteX2" fmla="*/ 946117 w 1106050"/>
                    <a:gd name="connsiteY2" fmla="*/ 70146 h 764978"/>
                    <a:gd name="connsiteX3" fmla="*/ 1106050 w 1106050"/>
                    <a:gd name="connsiteY3" fmla="*/ 205572 h 764978"/>
                    <a:gd name="connsiteX4" fmla="*/ 423103 w 1106050"/>
                    <a:gd name="connsiteY4" fmla="*/ 742747 h 764978"/>
                    <a:gd name="connsiteX5" fmla="*/ 0 w 1106050"/>
                    <a:gd name="connsiteY5" fmla="*/ 662114 h 764978"/>
                    <a:gd name="connsiteX0" fmla="*/ 0 w 1106050"/>
                    <a:gd name="connsiteY0" fmla="*/ 662114 h 764978"/>
                    <a:gd name="connsiteX1" fmla="*/ 410757 w 1106050"/>
                    <a:gd name="connsiteY1" fmla="*/ 35957 h 764978"/>
                    <a:gd name="connsiteX2" fmla="*/ 946117 w 1106050"/>
                    <a:gd name="connsiteY2" fmla="*/ 70146 h 764978"/>
                    <a:gd name="connsiteX3" fmla="*/ 1106050 w 1106050"/>
                    <a:gd name="connsiteY3" fmla="*/ 205572 h 764978"/>
                    <a:gd name="connsiteX4" fmla="*/ 423103 w 1106050"/>
                    <a:gd name="connsiteY4" fmla="*/ 742747 h 764978"/>
                    <a:gd name="connsiteX5" fmla="*/ 0 w 1106050"/>
                    <a:gd name="connsiteY5" fmla="*/ 662114 h 764978"/>
                    <a:gd name="connsiteX0" fmla="*/ 0 w 1106050"/>
                    <a:gd name="connsiteY0" fmla="*/ 667855 h 770719"/>
                    <a:gd name="connsiteX1" fmla="*/ 410757 w 1106050"/>
                    <a:gd name="connsiteY1" fmla="*/ 41698 h 770719"/>
                    <a:gd name="connsiteX2" fmla="*/ 1073952 w 1106050"/>
                    <a:gd name="connsiteY2" fmla="*/ 47689 h 770719"/>
                    <a:gd name="connsiteX3" fmla="*/ 1106050 w 1106050"/>
                    <a:gd name="connsiteY3" fmla="*/ 211313 h 770719"/>
                    <a:gd name="connsiteX4" fmla="*/ 423103 w 1106050"/>
                    <a:gd name="connsiteY4" fmla="*/ 748488 h 770719"/>
                    <a:gd name="connsiteX5" fmla="*/ 0 w 1106050"/>
                    <a:gd name="connsiteY5" fmla="*/ 667855 h 770719"/>
                    <a:gd name="connsiteX0" fmla="*/ 0 w 1106050"/>
                    <a:gd name="connsiteY0" fmla="*/ 662172 h 765036"/>
                    <a:gd name="connsiteX1" fmla="*/ 410757 w 1106050"/>
                    <a:gd name="connsiteY1" fmla="*/ 36015 h 765036"/>
                    <a:gd name="connsiteX2" fmla="*/ 1073952 w 1106050"/>
                    <a:gd name="connsiteY2" fmla="*/ 42006 h 765036"/>
                    <a:gd name="connsiteX3" fmla="*/ 1106050 w 1106050"/>
                    <a:gd name="connsiteY3" fmla="*/ 205630 h 765036"/>
                    <a:gd name="connsiteX4" fmla="*/ 423103 w 1106050"/>
                    <a:gd name="connsiteY4" fmla="*/ 742805 h 765036"/>
                    <a:gd name="connsiteX5" fmla="*/ 0 w 1106050"/>
                    <a:gd name="connsiteY5" fmla="*/ 662172 h 765036"/>
                    <a:gd name="connsiteX0" fmla="*/ 0 w 1106050"/>
                    <a:gd name="connsiteY0" fmla="*/ 645284 h 748148"/>
                    <a:gd name="connsiteX1" fmla="*/ 410757 w 1106050"/>
                    <a:gd name="connsiteY1" fmla="*/ 19127 h 748148"/>
                    <a:gd name="connsiteX2" fmla="*/ 1073952 w 1106050"/>
                    <a:gd name="connsiteY2" fmla="*/ 25118 h 748148"/>
                    <a:gd name="connsiteX3" fmla="*/ 1106050 w 1106050"/>
                    <a:gd name="connsiteY3" fmla="*/ 188742 h 748148"/>
                    <a:gd name="connsiteX4" fmla="*/ 423103 w 1106050"/>
                    <a:gd name="connsiteY4" fmla="*/ 725917 h 748148"/>
                    <a:gd name="connsiteX5" fmla="*/ 0 w 1106050"/>
                    <a:gd name="connsiteY5" fmla="*/ 645284 h 748148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  <a:gd name="connsiteX0" fmla="*/ 0 w 1106050"/>
                    <a:gd name="connsiteY0" fmla="*/ 645284 h 725917"/>
                    <a:gd name="connsiteX1" fmla="*/ 410757 w 1106050"/>
                    <a:gd name="connsiteY1" fmla="*/ 19127 h 725917"/>
                    <a:gd name="connsiteX2" fmla="*/ 1073952 w 1106050"/>
                    <a:gd name="connsiteY2" fmla="*/ 25118 h 725917"/>
                    <a:gd name="connsiteX3" fmla="*/ 1106050 w 1106050"/>
                    <a:gd name="connsiteY3" fmla="*/ 188742 h 725917"/>
                    <a:gd name="connsiteX4" fmla="*/ 621101 w 1106050"/>
                    <a:gd name="connsiteY4" fmla="*/ 267020 h 725917"/>
                    <a:gd name="connsiteX5" fmla="*/ 423103 w 1106050"/>
                    <a:gd name="connsiteY5" fmla="*/ 725917 h 725917"/>
                    <a:gd name="connsiteX6" fmla="*/ 0 w 1106050"/>
                    <a:gd name="connsiteY6" fmla="*/ 645284 h 725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06050" h="725917">
                      <a:moveTo>
                        <a:pt x="0" y="645284"/>
                      </a:moveTo>
                      <a:cubicBezTo>
                        <a:pt x="19512" y="558897"/>
                        <a:pt x="253071" y="117788"/>
                        <a:pt x="410757" y="19127"/>
                      </a:cubicBezTo>
                      <a:cubicBezTo>
                        <a:pt x="534303" y="-39830"/>
                        <a:pt x="962886" y="59556"/>
                        <a:pt x="1073952" y="25118"/>
                      </a:cubicBezTo>
                      <a:lnTo>
                        <a:pt x="1106050" y="188742"/>
                      </a:lnTo>
                      <a:cubicBezTo>
                        <a:pt x="1077645" y="226876"/>
                        <a:pt x="700724" y="310574"/>
                        <a:pt x="621101" y="267020"/>
                      </a:cubicBezTo>
                      <a:cubicBezTo>
                        <a:pt x="638717" y="426915"/>
                        <a:pt x="566102" y="704947"/>
                        <a:pt x="423103" y="725917"/>
                      </a:cubicBezTo>
                      <a:lnTo>
                        <a:pt x="0" y="645284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E1CD88AF-2819-465A-865A-C5C841A58D6D}"/>
                  </a:ext>
                </a:extLst>
              </p:cNvPr>
              <p:cNvSpPr/>
              <p:nvPr/>
            </p:nvSpPr>
            <p:spPr>
              <a:xfrm>
                <a:off x="1914259" y="2054262"/>
                <a:ext cx="191865" cy="191865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355347BC-74A6-4D3C-8B76-90B1B028F7BA}"/>
                  </a:ext>
                </a:extLst>
              </p:cNvPr>
              <p:cNvSpPr/>
              <p:nvPr/>
            </p:nvSpPr>
            <p:spPr>
              <a:xfrm rot="20111436">
                <a:off x="1858257" y="1549330"/>
                <a:ext cx="164264" cy="10693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38A03B3C-1A22-430E-8803-E211BB396422}"/>
                  </a:ext>
                </a:extLst>
              </p:cNvPr>
              <p:cNvSpPr/>
              <p:nvPr/>
            </p:nvSpPr>
            <p:spPr>
              <a:xfrm rot="1104760">
                <a:off x="6203902" y="2915851"/>
                <a:ext cx="107131" cy="1676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8DB628F-9B61-4471-86CF-06662695783C}"/>
                  </a:ext>
                </a:extLst>
              </p:cNvPr>
              <p:cNvSpPr/>
              <p:nvPr/>
            </p:nvSpPr>
            <p:spPr>
              <a:xfrm rot="19244671">
                <a:off x="5226562" y="2712244"/>
                <a:ext cx="107131" cy="6069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12A6BC1-1565-454E-B5C1-A5A0D18E41C6}"/>
                  </a:ext>
                </a:extLst>
              </p:cNvPr>
              <p:cNvSpPr/>
              <p:nvPr/>
            </p:nvSpPr>
            <p:spPr>
              <a:xfrm rot="19244671">
                <a:off x="4502957" y="2769054"/>
                <a:ext cx="107131" cy="60695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FD451AF-E0E3-4620-BC4B-D574A497D38E}"/>
                  </a:ext>
                </a:extLst>
              </p:cNvPr>
              <p:cNvSpPr/>
              <p:nvPr/>
            </p:nvSpPr>
            <p:spPr>
              <a:xfrm rot="17108251">
                <a:off x="2965526" y="1861951"/>
                <a:ext cx="604245" cy="875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ctangle 7">
                <a:extLst>
                  <a:ext uri="{FF2B5EF4-FFF2-40B4-BE49-F238E27FC236}">
                    <a16:creationId xmlns:a16="http://schemas.microsoft.com/office/drawing/2014/main" id="{5D1CB077-FD08-4BC7-9889-973E2BC87B33}"/>
                  </a:ext>
                </a:extLst>
              </p:cNvPr>
              <p:cNvSpPr/>
              <p:nvPr/>
            </p:nvSpPr>
            <p:spPr>
              <a:xfrm rot="8208646" flipH="1">
                <a:off x="4162230" y="3974647"/>
                <a:ext cx="617364" cy="500681"/>
              </a:xfrm>
              <a:custGeom>
                <a:avLst/>
                <a:gdLst>
                  <a:gd name="connsiteX0" fmla="*/ 0 w 176147"/>
                  <a:gd name="connsiteY0" fmla="*/ 0 h 167499"/>
                  <a:gd name="connsiteX1" fmla="*/ 176147 w 176147"/>
                  <a:gd name="connsiteY1" fmla="*/ 0 h 167499"/>
                  <a:gd name="connsiteX2" fmla="*/ 176147 w 176147"/>
                  <a:gd name="connsiteY2" fmla="*/ 167499 h 167499"/>
                  <a:gd name="connsiteX3" fmla="*/ 0 w 176147"/>
                  <a:gd name="connsiteY3" fmla="*/ 167499 h 167499"/>
                  <a:gd name="connsiteX4" fmla="*/ 0 w 176147"/>
                  <a:gd name="connsiteY4" fmla="*/ 0 h 167499"/>
                  <a:gd name="connsiteX0" fmla="*/ 0 w 176147"/>
                  <a:gd name="connsiteY0" fmla="*/ 0 h 186549"/>
                  <a:gd name="connsiteX1" fmla="*/ 176147 w 176147"/>
                  <a:gd name="connsiteY1" fmla="*/ 0 h 186549"/>
                  <a:gd name="connsiteX2" fmla="*/ 176147 w 176147"/>
                  <a:gd name="connsiteY2" fmla="*/ 167499 h 186549"/>
                  <a:gd name="connsiteX3" fmla="*/ 0 w 176147"/>
                  <a:gd name="connsiteY3" fmla="*/ 186549 h 186549"/>
                  <a:gd name="connsiteX4" fmla="*/ 0 w 176147"/>
                  <a:gd name="connsiteY4" fmla="*/ 0 h 186549"/>
                  <a:gd name="connsiteX0" fmla="*/ 0 w 402366"/>
                  <a:gd name="connsiteY0" fmla="*/ 159544 h 186549"/>
                  <a:gd name="connsiteX1" fmla="*/ 402366 w 402366"/>
                  <a:gd name="connsiteY1" fmla="*/ 0 h 186549"/>
                  <a:gd name="connsiteX2" fmla="*/ 402366 w 402366"/>
                  <a:gd name="connsiteY2" fmla="*/ 167499 h 186549"/>
                  <a:gd name="connsiteX3" fmla="*/ 226219 w 402366"/>
                  <a:gd name="connsiteY3" fmla="*/ 186549 h 186549"/>
                  <a:gd name="connsiteX4" fmla="*/ 0 w 402366"/>
                  <a:gd name="connsiteY4" fmla="*/ 159544 h 186549"/>
                  <a:gd name="connsiteX0" fmla="*/ 50931 w 453297"/>
                  <a:gd name="connsiteY0" fmla="*/ 234139 h 261144"/>
                  <a:gd name="connsiteX1" fmla="*/ 14419 w 453297"/>
                  <a:gd name="connsiteY1" fmla="*/ 0 h 261144"/>
                  <a:gd name="connsiteX2" fmla="*/ 453297 w 453297"/>
                  <a:gd name="connsiteY2" fmla="*/ 74595 h 261144"/>
                  <a:gd name="connsiteX3" fmla="*/ 453297 w 453297"/>
                  <a:gd name="connsiteY3" fmla="*/ 242094 h 261144"/>
                  <a:gd name="connsiteX4" fmla="*/ 277150 w 453297"/>
                  <a:gd name="connsiteY4" fmla="*/ 261144 h 261144"/>
                  <a:gd name="connsiteX5" fmla="*/ 50931 w 453297"/>
                  <a:gd name="connsiteY5" fmla="*/ 234139 h 261144"/>
                  <a:gd name="connsiteX0" fmla="*/ 50931 w 453297"/>
                  <a:gd name="connsiteY0" fmla="*/ 463255 h 490260"/>
                  <a:gd name="connsiteX1" fmla="*/ 14419 w 453297"/>
                  <a:gd name="connsiteY1" fmla="*/ 229116 h 490260"/>
                  <a:gd name="connsiteX2" fmla="*/ 185870 w 453297"/>
                  <a:gd name="connsiteY2" fmla="*/ 516 h 490260"/>
                  <a:gd name="connsiteX3" fmla="*/ 453297 w 453297"/>
                  <a:gd name="connsiteY3" fmla="*/ 303711 h 490260"/>
                  <a:gd name="connsiteX4" fmla="*/ 453297 w 453297"/>
                  <a:gd name="connsiteY4" fmla="*/ 471210 h 490260"/>
                  <a:gd name="connsiteX5" fmla="*/ 277150 w 453297"/>
                  <a:gd name="connsiteY5" fmla="*/ 490260 h 490260"/>
                  <a:gd name="connsiteX6" fmla="*/ 50931 w 453297"/>
                  <a:gd name="connsiteY6" fmla="*/ 463255 h 490260"/>
                  <a:gd name="connsiteX0" fmla="*/ 50931 w 476382"/>
                  <a:gd name="connsiteY0" fmla="*/ 463633 h 490638"/>
                  <a:gd name="connsiteX1" fmla="*/ 14419 w 476382"/>
                  <a:gd name="connsiteY1" fmla="*/ 229494 h 490638"/>
                  <a:gd name="connsiteX2" fmla="*/ 185870 w 476382"/>
                  <a:gd name="connsiteY2" fmla="*/ 894 h 490638"/>
                  <a:gd name="connsiteX3" fmla="*/ 476382 w 476382"/>
                  <a:gd name="connsiteY3" fmla="*/ 19944 h 490638"/>
                  <a:gd name="connsiteX4" fmla="*/ 453297 w 476382"/>
                  <a:gd name="connsiteY4" fmla="*/ 304089 h 490638"/>
                  <a:gd name="connsiteX5" fmla="*/ 453297 w 476382"/>
                  <a:gd name="connsiteY5" fmla="*/ 471588 h 490638"/>
                  <a:gd name="connsiteX6" fmla="*/ 277150 w 476382"/>
                  <a:gd name="connsiteY6" fmla="*/ 490638 h 490638"/>
                  <a:gd name="connsiteX7" fmla="*/ 50931 w 476382"/>
                  <a:gd name="connsiteY7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53297 w 621782"/>
                  <a:gd name="connsiteY5" fmla="*/ 304089 h 490638"/>
                  <a:gd name="connsiteX6" fmla="*/ 453297 w 621782"/>
                  <a:gd name="connsiteY6" fmla="*/ 471588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69966 w 621782"/>
                  <a:gd name="connsiteY5" fmla="*/ 423151 h 490638"/>
                  <a:gd name="connsiteX6" fmla="*/ 453297 w 621782"/>
                  <a:gd name="connsiteY6" fmla="*/ 471588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69966 w 621782"/>
                  <a:gd name="connsiteY5" fmla="*/ 423151 h 490638"/>
                  <a:gd name="connsiteX6" fmla="*/ 453297 w 621782"/>
                  <a:gd name="connsiteY6" fmla="*/ 471588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74729 w 621782"/>
                  <a:gd name="connsiteY5" fmla="*/ 437439 h 490638"/>
                  <a:gd name="connsiteX6" fmla="*/ 453297 w 621782"/>
                  <a:gd name="connsiteY6" fmla="*/ 471588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74729 w 621782"/>
                  <a:gd name="connsiteY5" fmla="*/ 437439 h 490638"/>
                  <a:gd name="connsiteX6" fmla="*/ 450916 w 621782"/>
                  <a:gd name="connsiteY6" fmla="*/ 483494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21782"/>
                  <a:gd name="connsiteY0" fmla="*/ 463633 h 490638"/>
                  <a:gd name="connsiteX1" fmla="*/ 14419 w 621782"/>
                  <a:gd name="connsiteY1" fmla="*/ 229494 h 490638"/>
                  <a:gd name="connsiteX2" fmla="*/ 185870 w 621782"/>
                  <a:gd name="connsiteY2" fmla="*/ 894 h 490638"/>
                  <a:gd name="connsiteX3" fmla="*/ 476382 w 621782"/>
                  <a:gd name="connsiteY3" fmla="*/ 19944 h 490638"/>
                  <a:gd name="connsiteX4" fmla="*/ 621638 w 621782"/>
                  <a:gd name="connsiteY4" fmla="*/ 215207 h 490638"/>
                  <a:gd name="connsiteX5" fmla="*/ 474729 w 621782"/>
                  <a:gd name="connsiteY5" fmla="*/ 437439 h 490638"/>
                  <a:gd name="connsiteX6" fmla="*/ 450916 w 621782"/>
                  <a:gd name="connsiteY6" fmla="*/ 483494 h 490638"/>
                  <a:gd name="connsiteX7" fmla="*/ 277150 w 621782"/>
                  <a:gd name="connsiteY7" fmla="*/ 490638 h 490638"/>
                  <a:gd name="connsiteX8" fmla="*/ 50931 w 621782"/>
                  <a:gd name="connsiteY8" fmla="*/ 463633 h 490638"/>
                  <a:gd name="connsiteX0" fmla="*/ 50931 w 612266"/>
                  <a:gd name="connsiteY0" fmla="*/ 463633 h 490638"/>
                  <a:gd name="connsiteX1" fmla="*/ 14419 w 612266"/>
                  <a:gd name="connsiteY1" fmla="*/ 229494 h 490638"/>
                  <a:gd name="connsiteX2" fmla="*/ 185870 w 612266"/>
                  <a:gd name="connsiteY2" fmla="*/ 894 h 490638"/>
                  <a:gd name="connsiteX3" fmla="*/ 476382 w 612266"/>
                  <a:gd name="connsiteY3" fmla="*/ 19944 h 490638"/>
                  <a:gd name="connsiteX4" fmla="*/ 612113 w 612266"/>
                  <a:gd name="connsiteY4" fmla="*/ 200919 h 490638"/>
                  <a:gd name="connsiteX5" fmla="*/ 474729 w 612266"/>
                  <a:gd name="connsiteY5" fmla="*/ 437439 h 490638"/>
                  <a:gd name="connsiteX6" fmla="*/ 450916 w 612266"/>
                  <a:gd name="connsiteY6" fmla="*/ 483494 h 490638"/>
                  <a:gd name="connsiteX7" fmla="*/ 277150 w 612266"/>
                  <a:gd name="connsiteY7" fmla="*/ 490638 h 490638"/>
                  <a:gd name="connsiteX8" fmla="*/ 50931 w 612266"/>
                  <a:gd name="connsiteY8" fmla="*/ 463633 h 490638"/>
                  <a:gd name="connsiteX0" fmla="*/ 50931 w 612187"/>
                  <a:gd name="connsiteY0" fmla="*/ 463633 h 490638"/>
                  <a:gd name="connsiteX1" fmla="*/ 14419 w 612187"/>
                  <a:gd name="connsiteY1" fmla="*/ 229494 h 490638"/>
                  <a:gd name="connsiteX2" fmla="*/ 185870 w 612187"/>
                  <a:gd name="connsiteY2" fmla="*/ 894 h 490638"/>
                  <a:gd name="connsiteX3" fmla="*/ 476382 w 612187"/>
                  <a:gd name="connsiteY3" fmla="*/ 19944 h 490638"/>
                  <a:gd name="connsiteX4" fmla="*/ 612113 w 612187"/>
                  <a:gd name="connsiteY4" fmla="*/ 200919 h 490638"/>
                  <a:gd name="connsiteX5" fmla="*/ 474729 w 612187"/>
                  <a:gd name="connsiteY5" fmla="*/ 437439 h 490638"/>
                  <a:gd name="connsiteX6" fmla="*/ 450916 w 612187"/>
                  <a:gd name="connsiteY6" fmla="*/ 483494 h 490638"/>
                  <a:gd name="connsiteX7" fmla="*/ 277150 w 612187"/>
                  <a:gd name="connsiteY7" fmla="*/ 490638 h 490638"/>
                  <a:gd name="connsiteX8" fmla="*/ 50931 w 612187"/>
                  <a:gd name="connsiteY8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76382 w 612113"/>
                  <a:gd name="connsiteY3" fmla="*/ 19944 h 490638"/>
                  <a:gd name="connsiteX4" fmla="*/ 612113 w 612113"/>
                  <a:gd name="connsiteY4" fmla="*/ 200919 h 490638"/>
                  <a:gd name="connsiteX5" fmla="*/ 474729 w 612113"/>
                  <a:gd name="connsiteY5" fmla="*/ 437439 h 490638"/>
                  <a:gd name="connsiteX6" fmla="*/ 450916 w 612113"/>
                  <a:gd name="connsiteY6" fmla="*/ 483494 h 490638"/>
                  <a:gd name="connsiteX7" fmla="*/ 277150 w 612113"/>
                  <a:gd name="connsiteY7" fmla="*/ 490638 h 490638"/>
                  <a:gd name="connsiteX8" fmla="*/ 50931 w 612113"/>
                  <a:gd name="connsiteY8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76382 w 612113"/>
                  <a:gd name="connsiteY3" fmla="*/ 19944 h 490638"/>
                  <a:gd name="connsiteX4" fmla="*/ 428757 w 612113"/>
                  <a:gd name="connsiteY4" fmla="*/ 241401 h 490638"/>
                  <a:gd name="connsiteX5" fmla="*/ 612113 w 612113"/>
                  <a:gd name="connsiteY5" fmla="*/ 200919 h 490638"/>
                  <a:gd name="connsiteX6" fmla="*/ 474729 w 612113"/>
                  <a:gd name="connsiteY6" fmla="*/ 437439 h 490638"/>
                  <a:gd name="connsiteX7" fmla="*/ 450916 w 612113"/>
                  <a:gd name="connsiteY7" fmla="*/ 483494 h 490638"/>
                  <a:gd name="connsiteX8" fmla="*/ 277150 w 612113"/>
                  <a:gd name="connsiteY8" fmla="*/ 490638 h 490638"/>
                  <a:gd name="connsiteX9" fmla="*/ 50931 w 612113"/>
                  <a:gd name="connsiteY9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76382 w 612113"/>
                  <a:gd name="connsiteY3" fmla="*/ 19944 h 490638"/>
                  <a:gd name="connsiteX4" fmla="*/ 428757 w 612113"/>
                  <a:gd name="connsiteY4" fmla="*/ 241401 h 490638"/>
                  <a:gd name="connsiteX5" fmla="*/ 612113 w 612113"/>
                  <a:gd name="connsiteY5" fmla="*/ 200919 h 490638"/>
                  <a:gd name="connsiteX6" fmla="*/ 474729 w 612113"/>
                  <a:gd name="connsiteY6" fmla="*/ 437439 h 490638"/>
                  <a:gd name="connsiteX7" fmla="*/ 450916 w 612113"/>
                  <a:gd name="connsiteY7" fmla="*/ 483494 h 490638"/>
                  <a:gd name="connsiteX8" fmla="*/ 277150 w 612113"/>
                  <a:gd name="connsiteY8" fmla="*/ 490638 h 490638"/>
                  <a:gd name="connsiteX9" fmla="*/ 50931 w 612113"/>
                  <a:gd name="connsiteY9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76382 w 612113"/>
                  <a:gd name="connsiteY3" fmla="*/ 19944 h 490638"/>
                  <a:gd name="connsiteX4" fmla="*/ 428757 w 612113"/>
                  <a:gd name="connsiteY4" fmla="*/ 241401 h 490638"/>
                  <a:gd name="connsiteX5" fmla="*/ 612113 w 612113"/>
                  <a:gd name="connsiteY5" fmla="*/ 200919 h 490638"/>
                  <a:gd name="connsiteX6" fmla="*/ 474729 w 612113"/>
                  <a:gd name="connsiteY6" fmla="*/ 437439 h 490638"/>
                  <a:gd name="connsiteX7" fmla="*/ 450916 w 612113"/>
                  <a:gd name="connsiteY7" fmla="*/ 483494 h 490638"/>
                  <a:gd name="connsiteX8" fmla="*/ 277150 w 612113"/>
                  <a:gd name="connsiteY8" fmla="*/ 490638 h 490638"/>
                  <a:gd name="connsiteX9" fmla="*/ 50931 w 612113"/>
                  <a:gd name="connsiteY9" fmla="*/ 463633 h 490638"/>
                  <a:gd name="connsiteX0" fmla="*/ 50931 w 612113"/>
                  <a:gd name="connsiteY0" fmla="*/ 463633 h 490638"/>
                  <a:gd name="connsiteX1" fmla="*/ 14419 w 612113"/>
                  <a:gd name="connsiteY1" fmla="*/ 229494 h 490638"/>
                  <a:gd name="connsiteX2" fmla="*/ 185870 w 612113"/>
                  <a:gd name="connsiteY2" fmla="*/ 894 h 490638"/>
                  <a:gd name="connsiteX3" fmla="*/ 462094 w 612113"/>
                  <a:gd name="connsiteY3" fmla="*/ 19944 h 490638"/>
                  <a:gd name="connsiteX4" fmla="*/ 428757 w 612113"/>
                  <a:gd name="connsiteY4" fmla="*/ 241401 h 490638"/>
                  <a:gd name="connsiteX5" fmla="*/ 612113 w 612113"/>
                  <a:gd name="connsiteY5" fmla="*/ 200919 h 490638"/>
                  <a:gd name="connsiteX6" fmla="*/ 474729 w 612113"/>
                  <a:gd name="connsiteY6" fmla="*/ 437439 h 490638"/>
                  <a:gd name="connsiteX7" fmla="*/ 450916 w 612113"/>
                  <a:gd name="connsiteY7" fmla="*/ 483494 h 490638"/>
                  <a:gd name="connsiteX8" fmla="*/ 277150 w 612113"/>
                  <a:gd name="connsiteY8" fmla="*/ 490638 h 490638"/>
                  <a:gd name="connsiteX9" fmla="*/ 50931 w 612113"/>
                  <a:gd name="connsiteY9" fmla="*/ 463633 h 490638"/>
                  <a:gd name="connsiteX0" fmla="*/ 50931 w 612113"/>
                  <a:gd name="connsiteY0" fmla="*/ 466225 h 493230"/>
                  <a:gd name="connsiteX1" fmla="*/ 14419 w 612113"/>
                  <a:gd name="connsiteY1" fmla="*/ 232086 h 493230"/>
                  <a:gd name="connsiteX2" fmla="*/ 185870 w 612113"/>
                  <a:gd name="connsiteY2" fmla="*/ 3486 h 493230"/>
                  <a:gd name="connsiteX3" fmla="*/ 288264 w 612113"/>
                  <a:gd name="connsiteY3" fmla="*/ 210655 h 493230"/>
                  <a:gd name="connsiteX4" fmla="*/ 462094 w 612113"/>
                  <a:gd name="connsiteY4" fmla="*/ 22536 h 493230"/>
                  <a:gd name="connsiteX5" fmla="*/ 428757 w 612113"/>
                  <a:gd name="connsiteY5" fmla="*/ 243993 h 493230"/>
                  <a:gd name="connsiteX6" fmla="*/ 612113 w 612113"/>
                  <a:gd name="connsiteY6" fmla="*/ 203511 h 493230"/>
                  <a:gd name="connsiteX7" fmla="*/ 474729 w 612113"/>
                  <a:gd name="connsiteY7" fmla="*/ 440031 h 493230"/>
                  <a:gd name="connsiteX8" fmla="*/ 450916 w 612113"/>
                  <a:gd name="connsiteY8" fmla="*/ 486086 h 493230"/>
                  <a:gd name="connsiteX9" fmla="*/ 277150 w 612113"/>
                  <a:gd name="connsiteY9" fmla="*/ 493230 h 493230"/>
                  <a:gd name="connsiteX10" fmla="*/ 50931 w 612113"/>
                  <a:gd name="connsiteY10" fmla="*/ 466225 h 493230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5870 w 612113"/>
                  <a:gd name="connsiteY2" fmla="*/ 3793 h 493537"/>
                  <a:gd name="connsiteX3" fmla="*/ 288264 w 612113"/>
                  <a:gd name="connsiteY3" fmla="*/ 210962 h 493537"/>
                  <a:gd name="connsiteX4" fmla="*/ 462094 w 612113"/>
                  <a:gd name="connsiteY4" fmla="*/ 22843 h 493537"/>
                  <a:gd name="connsiteX5" fmla="*/ 428757 w 612113"/>
                  <a:gd name="connsiteY5" fmla="*/ 244300 h 493537"/>
                  <a:gd name="connsiteX6" fmla="*/ 612113 w 612113"/>
                  <a:gd name="connsiteY6" fmla="*/ 203818 h 493537"/>
                  <a:gd name="connsiteX7" fmla="*/ 474729 w 612113"/>
                  <a:gd name="connsiteY7" fmla="*/ 440338 h 493537"/>
                  <a:gd name="connsiteX8" fmla="*/ 450916 w 612113"/>
                  <a:gd name="connsiteY8" fmla="*/ 486393 h 493537"/>
                  <a:gd name="connsiteX9" fmla="*/ 277150 w 612113"/>
                  <a:gd name="connsiteY9" fmla="*/ 493537 h 493537"/>
                  <a:gd name="connsiteX10" fmla="*/ 50931 w 612113"/>
                  <a:gd name="connsiteY10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5870 w 612113"/>
                  <a:gd name="connsiteY2" fmla="*/ 3793 h 493537"/>
                  <a:gd name="connsiteX3" fmla="*/ 288264 w 612113"/>
                  <a:gd name="connsiteY3" fmla="*/ 210962 h 493537"/>
                  <a:gd name="connsiteX4" fmla="*/ 462094 w 612113"/>
                  <a:gd name="connsiteY4" fmla="*/ 22843 h 493537"/>
                  <a:gd name="connsiteX5" fmla="*/ 428757 w 612113"/>
                  <a:gd name="connsiteY5" fmla="*/ 244300 h 493537"/>
                  <a:gd name="connsiteX6" fmla="*/ 612113 w 612113"/>
                  <a:gd name="connsiteY6" fmla="*/ 203818 h 493537"/>
                  <a:gd name="connsiteX7" fmla="*/ 474729 w 612113"/>
                  <a:gd name="connsiteY7" fmla="*/ 440338 h 493537"/>
                  <a:gd name="connsiteX8" fmla="*/ 450916 w 612113"/>
                  <a:gd name="connsiteY8" fmla="*/ 486393 h 493537"/>
                  <a:gd name="connsiteX9" fmla="*/ 277150 w 612113"/>
                  <a:gd name="connsiteY9" fmla="*/ 493537 h 493537"/>
                  <a:gd name="connsiteX10" fmla="*/ 50931 w 612113"/>
                  <a:gd name="connsiteY10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5870 w 612113"/>
                  <a:gd name="connsiteY2" fmla="*/ 3793 h 493537"/>
                  <a:gd name="connsiteX3" fmla="*/ 288264 w 612113"/>
                  <a:gd name="connsiteY3" fmla="*/ 210962 h 493537"/>
                  <a:gd name="connsiteX4" fmla="*/ 462094 w 612113"/>
                  <a:gd name="connsiteY4" fmla="*/ 22843 h 493537"/>
                  <a:gd name="connsiteX5" fmla="*/ 428757 w 612113"/>
                  <a:gd name="connsiteY5" fmla="*/ 244300 h 493537"/>
                  <a:gd name="connsiteX6" fmla="*/ 612113 w 612113"/>
                  <a:gd name="connsiteY6" fmla="*/ 203818 h 493537"/>
                  <a:gd name="connsiteX7" fmla="*/ 474729 w 612113"/>
                  <a:gd name="connsiteY7" fmla="*/ 440338 h 493537"/>
                  <a:gd name="connsiteX8" fmla="*/ 450916 w 612113"/>
                  <a:gd name="connsiteY8" fmla="*/ 486393 h 493537"/>
                  <a:gd name="connsiteX9" fmla="*/ 277150 w 612113"/>
                  <a:gd name="connsiteY9" fmla="*/ 493537 h 493537"/>
                  <a:gd name="connsiteX10" fmla="*/ 50931 w 612113"/>
                  <a:gd name="connsiteY10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5870 w 612113"/>
                  <a:gd name="connsiteY2" fmla="*/ 3793 h 493537"/>
                  <a:gd name="connsiteX3" fmla="*/ 288264 w 612113"/>
                  <a:gd name="connsiteY3" fmla="*/ 210962 h 493537"/>
                  <a:gd name="connsiteX4" fmla="*/ 462094 w 612113"/>
                  <a:gd name="connsiteY4" fmla="*/ 22843 h 493537"/>
                  <a:gd name="connsiteX5" fmla="*/ 428757 w 612113"/>
                  <a:gd name="connsiteY5" fmla="*/ 244300 h 493537"/>
                  <a:gd name="connsiteX6" fmla="*/ 612113 w 612113"/>
                  <a:gd name="connsiteY6" fmla="*/ 203818 h 493537"/>
                  <a:gd name="connsiteX7" fmla="*/ 474729 w 612113"/>
                  <a:gd name="connsiteY7" fmla="*/ 440338 h 493537"/>
                  <a:gd name="connsiteX8" fmla="*/ 450916 w 612113"/>
                  <a:gd name="connsiteY8" fmla="*/ 486393 h 493537"/>
                  <a:gd name="connsiteX9" fmla="*/ 277150 w 612113"/>
                  <a:gd name="connsiteY9" fmla="*/ 493537 h 493537"/>
                  <a:gd name="connsiteX10" fmla="*/ 50931 w 612113"/>
                  <a:gd name="connsiteY10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8251 w 612113"/>
                  <a:gd name="connsiteY2" fmla="*/ 308594 h 493537"/>
                  <a:gd name="connsiteX3" fmla="*/ 185870 w 612113"/>
                  <a:gd name="connsiteY3" fmla="*/ 3793 h 493537"/>
                  <a:gd name="connsiteX4" fmla="*/ 288264 w 612113"/>
                  <a:gd name="connsiteY4" fmla="*/ 210962 h 493537"/>
                  <a:gd name="connsiteX5" fmla="*/ 462094 w 612113"/>
                  <a:gd name="connsiteY5" fmla="*/ 22843 h 493537"/>
                  <a:gd name="connsiteX6" fmla="*/ 428757 w 612113"/>
                  <a:gd name="connsiteY6" fmla="*/ 244300 h 493537"/>
                  <a:gd name="connsiteX7" fmla="*/ 612113 w 612113"/>
                  <a:gd name="connsiteY7" fmla="*/ 203818 h 493537"/>
                  <a:gd name="connsiteX8" fmla="*/ 474729 w 612113"/>
                  <a:gd name="connsiteY8" fmla="*/ 440338 h 493537"/>
                  <a:gd name="connsiteX9" fmla="*/ 450916 w 612113"/>
                  <a:gd name="connsiteY9" fmla="*/ 486393 h 493537"/>
                  <a:gd name="connsiteX10" fmla="*/ 277150 w 612113"/>
                  <a:gd name="connsiteY10" fmla="*/ 493537 h 493537"/>
                  <a:gd name="connsiteX11" fmla="*/ 50931 w 612113"/>
                  <a:gd name="connsiteY11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8251 w 612113"/>
                  <a:gd name="connsiteY2" fmla="*/ 308594 h 493537"/>
                  <a:gd name="connsiteX3" fmla="*/ 185870 w 612113"/>
                  <a:gd name="connsiteY3" fmla="*/ 3793 h 493537"/>
                  <a:gd name="connsiteX4" fmla="*/ 288264 w 612113"/>
                  <a:gd name="connsiteY4" fmla="*/ 210962 h 493537"/>
                  <a:gd name="connsiteX5" fmla="*/ 462094 w 612113"/>
                  <a:gd name="connsiteY5" fmla="*/ 22843 h 493537"/>
                  <a:gd name="connsiteX6" fmla="*/ 428757 w 612113"/>
                  <a:gd name="connsiteY6" fmla="*/ 244300 h 493537"/>
                  <a:gd name="connsiteX7" fmla="*/ 612113 w 612113"/>
                  <a:gd name="connsiteY7" fmla="*/ 203818 h 493537"/>
                  <a:gd name="connsiteX8" fmla="*/ 474729 w 612113"/>
                  <a:gd name="connsiteY8" fmla="*/ 440338 h 493537"/>
                  <a:gd name="connsiteX9" fmla="*/ 450916 w 612113"/>
                  <a:gd name="connsiteY9" fmla="*/ 486393 h 493537"/>
                  <a:gd name="connsiteX10" fmla="*/ 277150 w 612113"/>
                  <a:gd name="connsiteY10" fmla="*/ 493537 h 493537"/>
                  <a:gd name="connsiteX11" fmla="*/ 50931 w 612113"/>
                  <a:gd name="connsiteY11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8251 w 612113"/>
                  <a:gd name="connsiteY2" fmla="*/ 308594 h 493537"/>
                  <a:gd name="connsiteX3" fmla="*/ 185870 w 612113"/>
                  <a:gd name="connsiteY3" fmla="*/ 3793 h 493537"/>
                  <a:gd name="connsiteX4" fmla="*/ 288264 w 612113"/>
                  <a:gd name="connsiteY4" fmla="*/ 210962 h 493537"/>
                  <a:gd name="connsiteX5" fmla="*/ 462094 w 612113"/>
                  <a:gd name="connsiteY5" fmla="*/ 22843 h 493537"/>
                  <a:gd name="connsiteX6" fmla="*/ 428757 w 612113"/>
                  <a:gd name="connsiteY6" fmla="*/ 244300 h 493537"/>
                  <a:gd name="connsiteX7" fmla="*/ 612113 w 612113"/>
                  <a:gd name="connsiteY7" fmla="*/ 203818 h 493537"/>
                  <a:gd name="connsiteX8" fmla="*/ 474729 w 612113"/>
                  <a:gd name="connsiteY8" fmla="*/ 440338 h 493537"/>
                  <a:gd name="connsiteX9" fmla="*/ 450916 w 612113"/>
                  <a:gd name="connsiteY9" fmla="*/ 486393 h 493537"/>
                  <a:gd name="connsiteX10" fmla="*/ 277150 w 612113"/>
                  <a:gd name="connsiteY10" fmla="*/ 493537 h 493537"/>
                  <a:gd name="connsiteX11" fmla="*/ 50931 w 612113"/>
                  <a:gd name="connsiteY11" fmla="*/ 466532 h 493537"/>
                  <a:gd name="connsiteX0" fmla="*/ 50931 w 612113"/>
                  <a:gd name="connsiteY0" fmla="*/ 466532 h 493537"/>
                  <a:gd name="connsiteX1" fmla="*/ 14419 w 612113"/>
                  <a:gd name="connsiteY1" fmla="*/ 232393 h 493537"/>
                  <a:gd name="connsiteX2" fmla="*/ 188251 w 612113"/>
                  <a:gd name="connsiteY2" fmla="*/ 308594 h 493537"/>
                  <a:gd name="connsiteX3" fmla="*/ 185870 w 612113"/>
                  <a:gd name="connsiteY3" fmla="*/ 3793 h 493537"/>
                  <a:gd name="connsiteX4" fmla="*/ 288264 w 612113"/>
                  <a:gd name="connsiteY4" fmla="*/ 210962 h 493537"/>
                  <a:gd name="connsiteX5" fmla="*/ 462094 w 612113"/>
                  <a:gd name="connsiteY5" fmla="*/ 22843 h 493537"/>
                  <a:gd name="connsiteX6" fmla="*/ 428757 w 612113"/>
                  <a:gd name="connsiteY6" fmla="*/ 244300 h 493537"/>
                  <a:gd name="connsiteX7" fmla="*/ 612113 w 612113"/>
                  <a:gd name="connsiteY7" fmla="*/ 203818 h 493537"/>
                  <a:gd name="connsiteX8" fmla="*/ 474729 w 612113"/>
                  <a:gd name="connsiteY8" fmla="*/ 440338 h 493537"/>
                  <a:gd name="connsiteX9" fmla="*/ 450916 w 612113"/>
                  <a:gd name="connsiteY9" fmla="*/ 486393 h 493537"/>
                  <a:gd name="connsiteX10" fmla="*/ 277150 w 612113"/>
                  <a:gd name="connsiteY10" fmla="*/ 493537 h 493537"/>
                  <a:gd name="connsiteX11" fmla="*/ 50931 w 612113"/>
                  <a:gd name="connsiteY11" fmla="*/ 466532 h 493537"/>
                  <a:gd name="connsiteX0" fmla="*/ 49297 w 610479"/>
                  <a:gd name="connsiteY0" fmla="*/ 466532 h 493537"/>
                  <a:gd name="connsiteX1" fmla="*/ 12785 w 610479"/>
                  <a:gd name="connsiteY1" fmla="*/ 232393 h 493537"/>
                  <a:gd name="connsiteX2" fmla="*/ 186617 w 610479"/>
                  <a:gd name="connsiteY2" fmla="*/ 308594 h 493537"/>
                  <a:gd name="connsiteX3" fmla="*/ 184236 w 610479"/>
                  <a:gd name="connsiteY3" fmla="*/ 3793 h 493537"/>
                  <a:gd name="connsiteX4" fmla="*/ 286630 w 610479"/>
                  <a:gd name="connsiteY4" fmla="*/ 210962 h 493537"/>
                  <a:gd name="connsiteX5" fmla="*/ 460460 w 610479"/>
                  <a:gd name="connsiteY5" fmla="*/ 22843 h 493537"/>
                  <a:gd name="connsiteX6" fmla="*/ 427123 w 610479"/>
                  <a:gd name="connsiteY6" fmla="*/ 244300 h 493537"/>
                  <a:gd name="connsiteX7" fmla="*/ 610479 w 610479"/>
                  <a:gd name="connsiteY7" fmla="*/ 203818 h 493537"/>
                  <a:gd name="connsiteX8" fmla="*/ 473095 w 610479"/>
                  <a:gd name="connsiteY8" fmla="*/ 440338 h 493537"/>
                  <a:gd name="connsiteX9" fmla="*/ 449282 w 610479"/>
                  <a:gd name="connsiteY9" fmla="*/ 486393 h 493537"/>
                  <a:gd name="connsiteX10" fmla="*/ 275516 w 610479"/>
                  <a:gd name="connsiteY10" fmla="*/ 493537 h 493537"/>
                  <a:gd name="connsiteX11" fmla="*/ 49297 w 610479"/>
                  <a:gd name="connsiteY11" fmla="*/ 466532 h 493537"/>
                  <a:gd name="connsiteX0" fmla="*/ 39744 w 600926"/>
                  <a:gd name="connsiteY0" fmla="*/ 466532 h 493537"/>
                  <a:gd name="connsiteX1" fmla="*/ 86577 w 600926"/>
                  <a:gd name="connsiteY1" fmla="*/ 391938 h 493537"/>
                  <a:gd name="connsiteX2" fmla="*/ 3232 w 600926"/>
                  <a:gd name="connsiteY2" fmla="*/ 232393 h 493537"/>
                  <a:gd name="connsiteX3" fmla="*/ 177064 w 600926"/>
                  <a:gd name="connsiteY3" fmla="*/ 308594 h 493537"/>
                  <a:gd name="connsiteX4" fmla="*/ 174683 w 600926"/>
                  <a:gd name="connsiteY4" fmla="*/ 3793 h 493537"/>
                  <a:gd name="connsiteX5" fmla="*/ 277077 w 600926"/>
                  <a:gd name="connsiteY5" fmla="*/ 210962 h 493537"/>
                  <a:gd name="connsiteX6" fmla="*/ 450907 w 600926"/>
                  <a:gd name="connsiteY6" fmla="*/ 22843 h 493537"/>
                  <a:gd name="connsiteX7" fmla="*/ 417570 w 600926"/>
                  <a:gd name="connsiteY7" fmla="*/ 244300 h 493537"/>
                  <a:gd name="connsiteX8" fmla="*/ 600926 w 600926"/>
                  <a:gd name="connsiteY8" fmla="*/ 203818 h 493537"/>
                  <a:gd name="connsiteX9" fmla="*/ 463542 w 600926"/>
                  <a:gd name="connsiteY9" fmla="*/ 440338 h 493537"/>
                  <a:gd name="connsiteX10" fmla="*/ 439729 w 600926"/>
                  <a:gd name="connsiteY10" fmla="*/ 486393 h 493537"/>
                  <a:gd name="connsiteX11" fmla="*/ 265963 w 600926"/>
                  <a:gd name="connsiteY11" fmla="*/ 493537 h 493537"/>
                  <a:gd name="connsiteX12" fmla="*/ 39744 w 600926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493537"/>
                  <a:gd name="connsiteX1" fmla="*/ 103015 w 617364"/>
                  <a:gd name="connsiteY1" fmla="*/ 391938 h 493537"/>
                  <a:gd name="connsiteX2" fmla="*/ 19670 w 617364"/>
                  <a:gd name="connsiteY2" fmla="*/ 232393 h 493537"/>
                  <a:gd name="connsiteX3" fmla="*/ 193502 w 617364"/>
                  <a:gd name="connsiteY3" fmla="*/ 308594 h 493537"/>
                  <a:gd name="connsiteX4" fmla="*/ 191121 w 617364"/>
                  <a:gd name="connsiteY4" fmla="*/ 3793 h 493537"/>
                  <a:gd name="connsiteX5" fmla="*/ 293515 w 617364"/>
                  <a:gd name="connsiteY5" fmla="*/ 210962 h 493537"/>
                  <a:gd name="connsiteX6" fmla="*/ 467345 w 617364"/>
                  <a:gd name="connsiteY6" fmla="*/ 22843 h 493537"/>
                  <a:gd name="connsiteX7" fmla="*/ 434008 w 617364"/>
                  <a:gd name="connsiteY7" fmla="*/ 244300 h 493537"/>
                  <a:gd name="connsiteX8" fmla="*/ 617364 w 617364"/>
                  <a:gd name="connsiteY8" fmla="*/ 203818 h 493537"/>
                  <a:gd name="connsiteX9" fmla="*/ 479980 w 617364"/>
                  <a:gd name="connsiteY9" fmla="*/ 440338 h 493537"/>
                  <a:gd name="connsiteX10" fmla="*/ 456167 w 617364"/>
                  <a:gd name="connsiteY10" fmla="*/ 486393 h 493537"/>
                  <a:gd name="connsiteX11" fmla="*/ 282401 w 617364"/>
                  <a:gd name="connsiteY11" fmla="*/ 493537 h 493537"/>
                  <a:gd name="connsiteX12" fmla="*/ 56182 w 617364"/>
                  <a:gd name="connsiteY12" fmla="*/ 466532 h 493537"/>
                  <a:gd name="connsiteX0" fmla="*/ 56182 w 617364"/>
                  <a:gd name="connsiteY0" fmla="*/ 466532 h 500681"/>
                  <a:gd name="connsiteX1" fmla="*/ 103015 w 617364"/>
                  <a:gd name="connsiteY1" fmla="*/ 391938 h 500681"/>
                  <a:gd name="connsiteX2" fmla="*/ 19670 w 617364"/>
                  <a:gd name="connsiteY2" fmla="*/ 232393 h 500681"/>
                  <a:gd name="connsiteX3" fmla="*/ 193502 w 617364"/>
                  <a:gd name="connsiteY3" fmla="*/ 308594 h 500681"/>
                  <a:gd name="connsiteX4" fmla="*/ 191121 w 617364"/>
                  <a:gd name="connsiteY4" fmla="*/ 3793 h 500681"/>
                  <a:gd name="connsiteX5" fmla="*/ 293515 w 617364"/>
                  <a:gd name="connsiteY5" fmla="*/ 210962 h 500681"/>
                  <a:gd name="connsiteX6" fmla="*/ 467345 w 617364"/>
                  <a:gd name="connsiteY6" fmla="*/ 22843 h 500681"/>
                  <a:gd name="connsiteX7" fmla="*/ 434008 w 617364"/>
                  <a:gd name="connsiteY7" fmla="*/ 244300 h 500681"/>
                  <a:gd name="connsiteX8" fmla="*/ 617364 w 617364"/>
                  <a:gd name="connsiteY8" fmla="*/ 203818 h 500681"/>
                  <a:gd name="connsiteX9" fmla="*/ 479980 w 617364"/>
                  <a:gd name="connsiteY9" fmla="*/ 440338 h 500681"/>
                  <a:gd name="connsiteX10" fmla="*/ 456167 w 617364"/>
                  <a:gd name="connsiteY10" fmla="*/ 486393 h 500681"/>
                  <a:gd name="connsiteX11" fmla="*/ 306213 w 617364"/>
                  <a:gd name="connsiteY11" fmla="*/ 500681 h 500681"/>
                  <a:gd name="connsiteX12" fmla="*/ 56182 w 617364"/>
                  <a:gd name="connsiteY12" fmla="*/ 466532 h 500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17364" h="500681">
                    <a:moveTo>
                      <a:pt x="56182" y="466532"/>
                    </a:moveTo>
                    <a:cubicBezTo>
                      <a:pt x="40573" y="417453"/>
                      <a:pt x="109100" y="430961"/>
                      <a:pt x="103015" y="391938"/>
                    </a:cubicBezTo>
                    <a:cubicBezTo>
                      <a:pt x="96930" y="352915"/>
                      <a:pt x="-52561" y="307006"/>
                      <a:pt x="19670" y="232393"/>
                    </a:cubicBezTo>
                    <a:cubicBezTo>
                      <a:pt x="88198" y="145745"/>
                      <a:pt x="164927" y="346694"/>
                      <a:pt x="193502" y="308594"/>
                    </a:cubicBezTo>
                    <a:cubicBezTo>
                      <a:pt x="224458" y="263350"/>
                      <a:pt x="53405" y="52610"/>
                      <a:pt x="191121" y="3793"/>
                    </a:cubicBezTo>
                    <a:cubicBezTo>
                      <a:pt x="265337" y="16493"/>
                      <a:pt x="247478" y="207787"/>
                      <a:pt x="293515" y="210962"/>
                    </a:cubicBezTo>
                    <a:cubicBezTo>
                      <a:pt x="339552" y="214137"/>
                      <a:pt x="327249" y="-83122"/>
                      <a:pt x="467345" y="22843"/>
                    </a:cubicBezTo>
                    <a:cubicBezTo>
                      <a:pt x="509017" y="58165"/>
                      <a:pt x="411386" y="214138"/>
                      <a:pt x="434008" y="244300"/>
                    </a:cubicBezTo>
                    <a:cubicBezTo>
                      <a:pt x="456630" y="274462"/>
                      <a:pt x="582318" y="30652"/>
                      <a:pt x="617364" y="203818"/>
                    </a:cubicBezTo>
                    <a:cubicBezTo>
                      <a:pt x="566807" y="282658"/>
                      <a:pt x="459100" y="290061"/>
                      <a:pt x="479980" y="440338"/>
                    </a:cubicBezTo>
                    <a:lnTo>
                      <a:pt x="456167" y="486393"/>
                    </a:lnTo>
                    <a:lnTo>
                      <a:pt x="306213" y="500681"/>
                    </a:lnTo>
                    <a:cubicBezTo>
                      <a:pt x="271288" y="436910"/>
                      <a:pt x="57769" y="511253"/>
                      <a:pt x="56182" y="466532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1E30CA9-6B46-425E-B8E5-3E2DF1169803}"/>
                  </a:ext>
                </a:extLst>
              </p:cNvPr>
              <p:cNvSpPr/>
              <p:nvPr/>
            </p:nvSpPr>
            <p:spPr>
              <a:xfrm rot="4364137">
                <a:off x="4317017" y="3886483"/>
                <a:ext cx="107131" cy="1676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8BF604BA-C2F6-4D1F-88C4-8B2CBEE609B7}"/>
                  </a:ext>
                </a:extLst>
              </p:cNvPr>
              <p:cNvSpPr/>
              <p:nvPr/>
            </p:nvSpPr>
            <p:spPr>
              <a:xfrm rot="7789252">
                <a:off x="3002402" y="3145036"/>
                <a:ext cx="107131" cy="16767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D2CFEC33-8EC1-49D2-9BF6-C141C382634B}"/>
                  </a:ext>
                </a:extLst>
              </p:cNvPr>
              <p:cNvSpPr/>
              <p:nvPr/>
            </p:nvSpPr>
            <p:spPr>
              <a:xfrm rot="2878661">
                <a:off x="3198133" y="1431161"/>
                <a:ext cx="147169" cy="18252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A9D071B-7B05-415C-90FC-A82EB17F8B55}"/>
                </a:ext>
              </a:extLst>
            </p:cNvPr>
            <p:cNvCxnSpPr>
              <a:cxnSpLocks/>
              <a:stCxn id="63" idx="0"/>
            </p:cNvCxnSpPr>
            <p:nvPr/>
          </p:nvCxnSpPr>
          <p:spPr>
            <a:xfrm>
              <a:off x="2010192" y="2054262"/>
              <a:ext cx="2758" cy="1918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9BFCEB1-FA33-4FF1-AF57-2D458418AF8F}"/>
                </a:ext>
              </a:extLst>
            </p:cNvPr>
            <p:cNvCxnSpPr>
              <a:cxnSpLocks/>
              <a:stCxn id="64" idx="0"/>
              <a:endCxn id="64" idx="4"/>
            </p:cNvCxnSpPr>
            <p:nvPr/>
          </p:nvCxnSpPr>
          <p:spPr>
            <a:xfrm>
              <a:off x="1917954" y="1554264"/>
              <a:ext cx="44870" cy="970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ttsMP3.com_VoiceText_2025-4-23_21-40-48">
            <a:hlinkClick r:id="" action="ppaction://media"/>
            <a:extLst>
              <a:ext uri="{FF2B5EF4-FFF2-40B4-BE49-F238E27FC236}">
                <a16:creationId xmlns:a16="http://schemas.microsoft.com/office/drawing/2014/main" id="{50906034-CEBA-423D-8875-3978125E9D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81413" y="756823"/>
            <a:ext cx="609600" cy="609600"/>
          </a:xfrm>
          <a:prstGeom prst="rect">
            <a:avLst/>
          </a:prstGeom>
        </p:spPr>
      </p:pic>
      <p:pic>
        <p:nvPicPr>
          <p:cNvPr id="39" name="1sec">
            <a:hlinkClick r:id="" action="ppaction://media"/>
            <a:extLst>
              <a:ext uri="{FF2B5EF4-FFF2-40B4-BE49-F238E27FC236}">
                <a16:creationId xmlns:a16="http://schemas.microsoft.com/office/drawing/2014/main" id="{A9B13F0F-CAAA-44FB-A696-5FAA31B48A8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479542" y="826514"/>
            <a:ext cx="609600" cy="609600"/>
          </a:xfrm>
          <a:prstGeom prst="rect">
            <a:avLst/>
          </a:prstGeom>
        </p:spPr>
      </p:pic>
      <p:pic>
        <p:nvPicPr>
          <p:cNvPr id="3" name="letssayitonemoretime">
            <a:hlinkClick r:id="" action="ppaction://media"/>
            <a:extLst>
              <a:ext uri="{FF2B5EF4-FFF2-40B4-BE49-F238E27FC236}">
                <a16:creationId xmlns:a16="http://schemas.microsoft.com/office/drawing/2014/main" id="{5443E7C4-6A36-45FB-8446-76B9BF42690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377925" y="833672"/>
            <a:ext cx="609600" cy="609600"/>
          </a:xfrm>
          <a:prstGeom prst="rect">
            <a:avLst/>
          </a:prstGeom>
        </p:spPr>
      </p:pic>
      <p:pic>
        <p:nvPicPr>
          <p:cNvPr id="41" name="1sec">
            <a:hlinkClick r:id="" action="ppaction://media"/>
            <a:extLst>
              <a:ext uri="{FF2B5EF4-FFF2-40B4-BE49-F238E27FC236}">
                <a16:creationId xmlns:a16="http://schemas.microsoft.com/office/drawing/2014/main" id="{5C47862A-6A60-44CD-9DB5-88258992D89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233859" y="739228"/>
            <a:ext cx="609600" cy="609600"/>
          </a:xfrm>
          <a:prstGeom prst="rect">
            <a:avLst/>
          </a:prstGeom>
        </p:spPr>
      </p:pic>
      <p:pic>
        <p:nvPicPr>
          <p:cNvPr id="4" name="longe">
            <a:hlinkClick r:id="" action="ppaction://media"/>
            <a:extLst>
              <a:ext uri="{FF2B5EF4-FFF2-40B4-BE49-F238E27FC236}">
                <a16:creationId xmlns:a16="http://schemas.microsoft.com/office/drawing/2014/main" id="{4049F583-5852-4F29-B77A-D61E9E922D3F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952637" y="744834"/>
            <a:ext cx="609600" cy="609600"/>
          </a:xfrm>
          <a:prstGeom prst="rect">
            <a:avLst/>
          </a:prstGeom>
        </p:spPr>
      </p:pic>
      <p:pic>
        <p:nvPicPr>
          <p:cNvPr id="43" name="1sec">
            <a:hlinkClick r:id="" action="ppaction://media"/>
            <a:extLst>
              <a:ext uri="{FF2B5EF4-FFF2-40B4-BE49-F238E27FC236}">
                <a16:creationId xmlns:a16="http://schemas.microsoft.com/office/drawing/2014/main" id="{0F9B27D0-5B94-4009-92BB-D663690279F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612357" y="711498"/>
            <a:ext cx="609600" cy="609600"/>
          </a:xfrm>
          <a:prstGeom prst="rect">
            <a:avLst/>
          </a:prstGeom>
        </p:spPr>
      </p:pic>
      <p:pic>
        <p:nvPicPr>
          <p:cNvPr id="5" name="ttsMP3.com_VoiceText_2025-4-23_21-43-58">
            <a:hlinkClick r:id="" action="ppaction://media"/>
            <a:extLst>
              <a:ext uri="{FF2B5EF4-FFF2-40B4-BE49-F238E27FC236}">
                <a16:creationId xmlns:a16="http://schemas.microsoft.com/office/drawing/2014/main" id="{D035A141-7433-4B08-8035-C43EEA55C171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81413" y="1692246"/>
            <a:ext cx="609600" cy="609600"/>
          </a:xfrm>
          <a:prstGeom prst="rect">
            <a:avLst/>
          </a:prstGeom>
        </p:spPr>
      </p:pic>
      <p:pic>
        <p:nvPicPr>
          <p:cNvPr id="45" name="1sec">
            <a:hlinkClick r:id="" action="ppaction://media"/>
            <a:extLst>
              <a:ext uri="{FF2B5EF4-FFF2-40B4-BE49-F238E27FC236}">
                <a16:creationId xmlns:a16="http://schemas.microsoft.com/office/drawing/2014/main" id="{F242C250-4B4D-4620-986A-67E78E9813A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565515" y="1567937"/>
            <a:ext cx="609600" cy="609600"/>
          </a:xfrm>
          <a:prstGeom prst="rect">
            <a:avLst/>
          </a:prstGeom>
        </p:spPr>
      </p:pic>
      <p:pic>
        <p:nvPicPr>
          <p:cNvPr id="46" name="1sec">
            <a:hlinkClick r:id="" action="ppaction://media"/>
            <a:extLst>
              <a:ext uri="{FF2B5EF4-FFF2-40B4-BE49-F238E27FC236}">
                <a16:creationId xmlns:a16="http://schemas.microsoft.com/office/drawing/2014/main" id="{88D364DF-4638-47A9-B16E-BFB940741E9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233609" y="176236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7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4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34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40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0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8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64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544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600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21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736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792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056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 vol="80000" showWhenStopped="0">
                <p:cTn id="3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showWhenStopped="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  <p:audio>
              <p:cMediaNode vol="80000" showWhenStopped="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  <p:audio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7030A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7030A0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09B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rgbClr val="09BF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  <a:solidFill>
            <a:schemeClr val="bg1">
              <a:lumMod val="95000"/>
            </a:schemeClr>
          </a:solidFill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ie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ey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141907" y="3041716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9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1000">
                <a:srgbClr val="AC4D1B"/>
              </a:gs>
            </a:gsLst>
            <a:lin ang="11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eigh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ey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141907" y="3041716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34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48</Words>
  <Application>Microsoft Office PowerPoint</Application>
  <PresentationFormat>Widescreen</PresentationFormat>
  <Paragraphs>48</Paragraphs>
  <Slides>12</Slides>
  <Notes>0</Notes>
  <HiddenSlides>0</HiddenSlides>
  <MMClips>68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156</cp:revision>
  <dcterms:created xsi:type="dcterms:W3CDTF">2025-03-13T11:57:37Z</dcterms:created>
  <dcterms:modified xsi:type="dcterms:W3CDTF">2025-04-23T19:25:09Z</dcterms:modified>
</cp:coreProperties>
</file>